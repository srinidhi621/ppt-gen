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 id="2147483681" r:id="rId5"/>
    <p:sldMasterId id="2147483694" r:id="rId6"/>
  </p:sldMasterIdLst>
  <p:notesMasterIdLst>
    <p:notesMasterId r:id="rId19"/>
  </p:notesMasterIdLst>
  <p:sldIdLst>
    <p:sldId id="400" r:id="rId7"/>
    <p:sldId id="293" r:id="rId8"/>
    <p:sldId id="263" r:id="rId9"/>
    <p:sldId id="260" r:id="rId10"/>
    <p:sldId id="257" r:id="rId11"/>
    <p:sldId id="256" r:id="rId12"/>
    <p:sldId id="269" r:id="rId13"/>
    <p:sldId id="267" r:id="rId14"/>
    <p:sldId id="261" r:id="rId15"/>
    <p:sldId id="262" r:id="rId16"/>
    <p:sldId id="264" r:id="rId17"/>
    <p:sldId id="2147483090"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8C4C04C-BA07-A661-11BA-5351E902CFA7}" name="Varshini Chaithra" initials="VC" userId="S::varshini.chaithra@ascendion.com::cfd6f448-240a-4c5f-a765-f909eaec1f5e" providerId="AD"/>
  <p188:author id="{4AA7D286-AD35-88AE-8B13-5A7E4B1CBFB6}" name="Ian Lee" initials="IL" userId="S::ian.lee@ascendion.com::6b91995e-c1f0-4fa6-abd3-fa6daaad774e" providerId="AD"/>
  <p188:author id="{5D65F29C-D2CD-3B57-52E4-D4802B0D78F5}" name="Daryush Laqab" initials="DL" userId="S::daryush.laqab@ascendion.com::1f114113-3f76-4411-8045-8fcc378e5ad6" providerId="AD"/>
  <p188:author id="{9B2D40A4-5335-548A-DB47-B3A48F53C891}" name="Rami Kakish" initials="RK" userId="S::rami.kakish@ascendion.com::16eccbb2-bb18-4b17-a30a-69563413bb51"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20" d="100"/>
          <a:sy n="120" d="100"/>
        </p:scale>
        <p:origin x="80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tableStyles" Target="tableStyles.xml"/><Relationship Id="rId10" Type="http://schemas.openxmlformats.org/officeDocument/2006/relationships/slide" Target="slides/slide4.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F94E2E-F8D1-EB46-87B7-9A548C2EE1DD}" type="datetimeFigureOut">
              <a:rPr lang="en-US" smtClean="0"/>
              <a:t>3/18/2026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F21985F-0D10-FD42-9BC8-0F5974A4D547}" type="slidenum">
              <a:rPr lang="en-US" smtClean="0"/>
              <a:t>‹#›</a:t>
            </a:fld>
            <a:endParaRPr lang="en-US"/>
          </a:p>
        </p:txBody>
      </p:sp>
    </p:spTree>
    <p:extLst>
      <p:ext uri="{BB962C8B-B14F-4D97-AF65-F5344CB8AC3E}">
        <p14:creationId xmlns:p14="http://schemas.microsoft.com/office/powerpoint/2010/main" val="12873768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ascendionhub-my.sharepoint.com/:x:/g/personal/devin_mulcahy_ascendion_com/Eezwu-3bx91GqB3Kk2xNutoBTAK6AuNOeO1s4qpgew2mCA?e=too7bf"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latin typeface="Myriad Pro" panose="020B0503030403020204" pitchFamily="34" charset="0"/>
            </a:endParaRPr>
          </a:p>
        </p:txBody>
      </p:sp>
      <p:sp>
        <p:nvSpPr>
          <p:cNvPr id="571" name="Google Shape;57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5BD4CA-C959-C483-2FA1-3988DE4C52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B8E53F-2808-B731-AC4F-F28C197D5D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872AF9-B9EE-555D-3637-E5754B099EA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B09383D-27E2-320B-DFD3-4316BAC8A86F}"/>
              </a:ext>
            </a:extLst>
          </p:cNvPr>
          <p:cNvSpPr>
            <a:spLocks noGrp="1"/>
          </p:cNvSpPr>
          <p:nvPr>
            <p:ph type="sldNum" sz="quarter" idx="5"/>
          </p:nvPr>
        </p:nvSpPr>
        <p:spPr/>
        <p:txBody>
          <a:bodyPr/>
          <a:lstStyle/>
          <a:p>
            <a:fld id="{6F21985F-0D10-FD42-9BC8-0F5974A4D547}" type="slidenum">
              <a:rPr lang="en-US" smtClean="0"/>
              <a:t>2</a:t>
            </a:fld>
            <a:endParaRPr lang="en-US"/>
          </a:p>
        </p:txBody>
      </p:sp>
    </p:spTree>
    <p:extLst>
      <p:ext uri="{BB962C8B-B14F-4D97-AF65-F5344CB8AC3E}">
        <p14:creationId xmlns:p14="http://schemas.microsoft.com/office/powerpoint/2010/main" val="26214725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3">
          <a:extLst>
            <a:ext uri="{FF2B5EF4-FFF2-40B4-BE49-F238E27FC236}">
              <a16:creationId xmlns:a16="http://schemas.microsoft.com/office/drawing/2014/main" id="{F040D202-1C98-D74C-277B-EEF9796A7A61}"/>
            </a:ext>
          </a:extLst>
        </p:cNvPr>
        <p:cNvGrpSpPr/>
        <p:nvPr/>
      </p:nvGrpSpPr>
      <p:grpSpPr>
        <a:xfrm>
          <a:off x="0" y="0"/>
          <a:ext cx="0" cy="0"/>
          <a:chOff x="0" y="0"/>
          <a:chExt cx="0" cy="0"/>
        </a:xfrm>
      </p:grpSpPr>
      <p:sp>
        <p:nvSpPr>
          <p:cNvPr id="794" name="Google Shape;794;p23:notes">
            <a:extLst>
              <a:ext uri="{FF2B5EF4-FFF2-40B4-BE49-F238E27FC236}">
                <a16:creationId xmlns:a16="http://schemas.microsoft.com/office/drawing/2014/main" id="{0B3990D7-05AD-1990-EEF7-735FE8ED537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fr-FR">
                <a:hlinkClick r:id="rId3"/>
              </a:rPr>
              <a:t>Confluence KK </a:t>
            </a:r>
            <a:r>
              <a:rPr lang="fr-FR" err="1">
                <a:hlinkClick r:id="rId3"/>
              </a:rPr>
              <a:t>keynote</a:t>
            </a:r>
            <a:r>
              <a:rPr lang="fr-FR">
                <a:hlinkClick r:id="rId3"/>
              </a:rPr>
              <a:t> tables v0.1.xlsx</a:t>
            </a:r>
            <a:endParaRPr>
              <a:latin typeface="Myriad Pro" panose="020B0503030403020204" pitchFamily="34" charset="0"/>
            </a:endParaRPr>
          </a:p>
        </p:txBody>
      </p:sp>
      <p:sp>
        <p:nvSpPr>
          <p:cNvPr id="795" name="Google Shape;795;p23:notes">
            <a:extLst>
              <a:ext uri="{FF2B5EF4-FFF2-40B4-BE49-F238E27FC236}">
                <a16:creationId xmlns:a16="http://schemas.microsoft.com/office/drawing/2014/main" id="{1A23BA7F-A258-ECE7-9D94-DB7D9ACCA65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682390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66CAB9-B2D7-A69F-B205-C5E1920683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C37828-94A1-E2BF-5C9F-D40DD4020A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A12D7B-A63A-B862-DFCD-72C4A041F2A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079C518-E01B-EC98-1F7D-B490295AFE4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8D70B69-2B65-465B-A87B-AF9AFE7A2FC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9997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DCD731E6-A252-B9B5-0307-D04D7D883D45}"/>
            </a:ext>
          </a:extLst>
        </p:cNvPr>
        <p:cNvGrpSpPr/>
        <p:nvPr/>
      </p:nvGrpSpPr>
      <p:grpSpPr>
        <a:xfrm>
          <a:off x="0" y="0"/>
          <a:ext cx="0" cy="0"/>
          <a:chOff x="0" y="0"/>
          <a:chExt cx="0" cy="0"/>
        </a:xfrm>
      </p:grpSpPr>
      <p:sp>
        <p:nvSpPr>
          <p:cNvPr id="618" name="Google Shape;618;p7:notes">
            <a:extLst>
              <a:ext uri="{FF2B5EF4-FFF2-40B4-BE49-F238E27FC236}">
                <a16:creationId xmlns:a16="http://schemas.microsoft.com/office/drawing/2014/main" id="{97E98633-CABA-FE19-B233-F6F62A44424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latin typeface="Myriad Pro" panose="020B0503030403020204" pitchFamily="34" charset="0"/>
            </a:endParaRPr>
          </a:p>
        </p:txBody>
      </p:sp>
      <p:sp>
        <p:nvSpPr>
          <p:cNvPr id="619" name="Google Shape;619;p7:notes">
            <a:extLst>
              <a:ext uri="{FF2B5EF4-FFF2-40B4-BE49-F238E27FC236}">
                <a16:creationId xmlns:a16="http://schemas.microsoft.com/office/drawing/2014/main" id="{DE92E1F6-CC07-284B-C66D-466EFC1E50C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44984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23C9798A-D95D-ACE4-47E9-68D24BB32AF2}"/>
            </a:ext>
          </a:extLst>
        </p:cNvPr>
        <p:cNvGrpSpPr/>
        <p:nvPr/>
      </p:nvGrpSpPr>
      <p:grpSpPr>
        <a:xfrm>
          <a:off x="0" y="0"/>
          <a:ext cx="0" cy="0"/>
          <a:chOff x="0" y="0"/>
          <a:chExt cx="0" cy="0"/>
        </a:xfrm>
      </p:grpSpPr>
      <p:sp>
        <p:nvSpPr>
          <p:cNvPr id="618" name="Google Shape;618;p7:notes">
            <a:extLst>
              <a:ext uri="{FF2B5EF4-FFF2-40B4-BE49-F238E27FC236}">
                <a16:creationId xmlns:a16="http://schemas.microsoft.com/office/drawing/2014/main" id="{7108E641-83BF-1B0A-36C5-7A636DF7ADA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latin typeface="Myriad Pro" panose="020B0503030403020204" pitchFamily="34" charset="0"/>
            </a:endParaRPr>
          </a:p>
        </p:txBody>
      </p:sp>
      <p:sp>
        <p:nvSpPr>
          <p:cNvPr id="619" name="Google Shape;619;p7:notes">
            <a:extLst>
              <a:ext uri="{FF2B5EF4-FFF2-40B4-BE49-F238E27FC236}">
                <a16:creationId xmlns:a16="http://schemas.microsoft.com/office/drawing/2014/main" id="{D21BD282-28BF-FB2C-78A3-515F8BADAB7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339946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p:cNvGrpSpPr/>
        <p:nvPr/>
      </p:nvGrpSpPr>
      <p:grpSpPr>
        <a:xfrm>
          <a:off x="0" y="0"/>
          <a:ext cx="0" cy="0"/>
          <a:chOff x="0" y="0"/>
          <a:chExt cx="0" cy="0"/>
        </a:xfrm>
      </p:grpSpPr>
      <p:sp>
        <p:nvSpPr>
          <p:cNvPr id="618" name="Google Shape;618;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latin typeface="Myriad Pro" panose="020B0503030403020204" pitchFamily="34" charset="0"/>
            </a:endParaRPr>
          </a:p>
        </p:txBody>
      </p:sp>
      <p:sp>
        <p:nvSpPr>
          <p:cNvPr id="619" name="Google Shape;619;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C784B960-9C63-C382-B467-111206522D51}"/>
            </a:ext>
          </a:extLst>
        </p:cNvPr>
        <p:cNvGrpSpPr/>
        <p:nvPr/>
      </p:nvGrpSpPr>
      <p:grpSpPr>
        <a:xfrm>
          <a:off x="0" y="0"/>
          <a:ext cx="0" cy="0"/>
          <a:chOff x="0" y="0"/>
          <a:chExt cx="0" cy="0"/>
        </a:xfrm>
      </p:grpSpPr>
      <p:sp>
        <p:nvSpPr>
          <p:cNvPr id="618" name="Google Shape;618;p7:notes">
            <a:extLst>
              <a:ext uri="{FF2B5EF4-FFF2-40B4-BE49-F238E27FC236}">
                <a16:creationId xmlns:a16="http://schemas.microsoft.com/office/drawing/2014/main" id="{1AEF7848-4D85-67F8-53F5-28D71BAC7DC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latin typeface="Myriad Pro" panose="020B0503030403020204" pitchFamily="34" charset="0"/>
            </a:endParaRPr>
          </a:p>
        </p:txBody>
      </p:sp>
      <p:sp>
        <p:nvSpPr>
          <p:cNvPr id="619" name="Google Shape;619;p7:notes">
            <a:extLst>
              <a:ext uri="{FF2B5EF4-FFF2-40B4-BE49-F238E27FC236}">
                <a16:creationId xmlns:a16="http://schemas.microsoft.com/office/drawing/2014/main" id="{23FACD51-78AA-87FC-2391-5F43E0C42A2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814034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786F2ECE-E1EC-810B-0D5A-A86EED4B9387}"/>
            </a:ext>
          </a:extLst>
        </p:cNvPr>
        <p:cNvGrpSpPr/>
        <p:nvPr/>
      </p:nvGrpSpPr>
      <p:grpSpPr>
        <a:xfrm>
          <a:off x="0" y="0"/>
          <a:ext cx="0" cy="0"/>
          <a:chOff x="0" y="0"/>
          <a:chExt cx="0" cy="0"/>
        </a:xfrm>
      </p:grpSpPr>
      <p:sp>
        <p:nvSpPr>
          <p:cNvPr id="618" name="Google Shape;618;p7:notes">
            <a:extLst>
              <a:ext uri="{FF2B5EF4-FFF2-40B4-BE49-F238E27FC236}">
                <a16:creationId xmlns:a16="http://schemas.microsoft.com/office/drawing/2014/main" id="{4556533B-E4E4-45CB-8A6D-B8A4DA74C23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latin typeface="Myriad Pro" panose="020B0503030403020204" pitchFamily="34" charset="0"/>
            </a:endParaRPr>
          </a:p>
        </p:txBody>
      </p:sp>
      <p:sp>
        <p:nvSpPr>
          <p:cNvPr id="619" name="Google Shape;619;p7:notes">
            <a:extLst>
              <a:ext uri="{FF2B5EF4-FFF2-40B4-BE49-F238E27FC236}">
                <a16:creationId xmlns:a16="http://schemas.microsoft.com/office/drawing/2014/main" id="{C80F3685-883A-61FC-269E-428AFB57146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473774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p:cNvGrpSpPr/>
        <p:nvPr/>
      </p:nvGrpSpPr>
      <p:grpSpPr>
        <a:xfrm>
          <a:off x="0" y="0"/>
          <a:ext cx="0" cy="0"/>
          <a:chOff x="0" y="0"/>
          <a:chExt cx="0" cy="0"/>
        </a:xfrm>
      </p:grpSpPr>
      <p:sp>
        <p:nvSpPr>
          <p:cNvPr id="618" name="Google Shape;618;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latin typeface="Myriad Pro" panose="020B0503030403020204" pitchFamily="34" charset="0"/>
            </a:endParaRPr>
          </a:p>
        </p:txBody>
      </p:sp>
      <p:sp>
        <p:nvSpPr>
          <p:cNvPr id="619" name="Google Shape;619;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6BB9F0D7-F2DF-77EB-0607-52F658F67B3F}"/>
            </a:ext>
          </a:extLst>
        </p:cNvPr>
        <p:cNvGrpSpPr/>
        <p:nvPr/>
      </p:nvGrpSpPr>
      <p:grpSpPr>
        <a:xfrm>
          <a:off x="0" y="0"/>
          <a:ext cx="0" cy="0"/>
          <a:chOff x="0" y="0"/>
          <a:chExt cx="0" cy="0"/>
        </a:xfrm>
      </p:grpSpPr>
      <p:sp>
        <p:nvSpPr>
          <p:cNvPr id="618" name="Google Shape;618;p7:notes">
            <a:extLst>
              <a:ext uri="{FF2B5EF4-FFF2-40B4-BE49-F238E27FC236}">
                <a16:creationId xmlns:a16="http://schemas.microsoft.com/office/drawing/2014/main" id="{5BB04837-326C-DB57-A53D-B3737D5DE3B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latin typeface="Myriad Pro" panose="020B0503030403020204" pitchFamily="34" charset="0"/>
            </a:endParaRPr>
          </a:p>
        </p:txBody>
      </p:sp>
      <p:sp>
        <p:nvSpPr>
          <p:cNvPr id="619" name="Google Shape;619;p7:notes">
            <a:extLst>
              <a:ext uri="{FF2B5EF4-FFF2-40B4-BE49-F238E27FC236}">
                <a16:creationId xmlns:a16="http://schemas.microsoft.com/office/drawing/2014/main" id="{D4841018-AF3A-D7FE-FE86-806FC030162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443140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FDBB1812-C992-979A-D4C8-BBD4EB798D9E}"/>
            </a:ext>
          </a:extLst>
        </p:cNvPr>
        <p:cNvGrpSpPr/>
        <p:nvPr/>
      </p:nvGrpSpPr>
      <p:grpSpPr>
        <a:xfrm>
          <a:off x="0" y="0"/>
          <a:ext cx="0" cy="0"/>
          <a:chOff x="0" y="0"/>
          <a:chExt cx="0" cy="0"/>
        </a:xfrm>
      </p:grpSpPr>
      <p:sp>
        <p:nvSpPr>
          <p:cNvPr id="618" name="Google Shape;618;p7:notes">
            <a:extLst>
              <a:ext uri="{FF2B5EF4-FFF2-40B4-BE49-F238E27FC236}">
                <a16:creationId xmlns:a16="http://schemas.microsoft.com/office/drawing/2014/main" id="{41B35E4D-459F-5CB5-A812-FBE1C809264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latin typeface="Myriad Pro" panose="020B0503030403020204" pitchFamily="34" charset="0"/>
            </a:endParaRPr>
          </a:p>
        </p:txBody>
      </p:sp>
      <p:sp>
        <p:nvSpPr>
          <p:cNvPr id="619" name="Google Shape;619;p7:notes">
            <a:extLst>
              <a:ext uri="{FF2B5EF4-FFF2-40B4-BE49-F238E27FC236}">
                <a16:creationId xmlns:a16="http://schemas.microsoft.com/office/drawing/2014/main" id="{8440199A-444A-92F4-DC77-EF16933B42E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619719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www.instagram.com/ascendioninc" TargetMode="External"/><Relationship Id="rId2" Type="http://schemas.openxmlformats.org/officeDocument/2006/relationships/hyperlink" Target="https://www.linkedin.com/company/ascendion" TargetMode="External"/><Relationship Id="rId1" Type="http://schemas.openxmlformats.org/officeDocument/2006/relationships/slideMaster" Target="../slideMasters/slideMaster1.xml"/><Relationship Id="rId4" Type="http://schemas.openxmlformats.org/officeDocument/2006/relationships/hyperlink" Target="https://www.youtube.com/@ascendioninc" TargetMode="Externa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www.instagram.com/ascendioninc" TargetMode="External"/><Relationship Id="rId2" Type="http://schemas.openxmlformats.org/officeDocument/2006/relationships/hyperlink" Target="https://www.linkedin.com/company/ascendion" TargetMode="External"/><Relationship Id="rId1" Type="http://schemas.openxmlformats.org/officeDocument/2006/relationships/slideMaster" Target="../slideMasters/slideMaster1.xml"/><Relationship Id="rId4" Type="http://schemas.openxmlformats.org/officeDocument/2006/relationships/hyperlink" Target="https://www.youtube.com/@ascendioninc" TargetMode="Externa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www.instagram.com/ascendioninc" TargetMode="External"/><Relationship Id="rId2" Type="http://schemas.openxmlformats.org/officeDocument/2006/relationships/hyperlink" Target="https://www.linkedin.com/company/ascendion" TargetMode="External"/><Relationship Id="rId1" Type="http://schemas.openxmlformats.org/officeDocument/2006/relationships/slideMaster" Target="../slideMasters/slideMaster1.xml"/><Relationship Id="rId4" Type="http://schemas.openxmlformats.org/officeDocument/2006/relationships/hyperlink" Target="https://www.youtube.com/@ascendioninc" TargetMode="Externa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reserve="1">
  <p:cSld name="Title slide">
    <p:spTree>
      <p:nvGrpSpPr>
        <p:cNvPr id="1" name="Shape 9"/>
        <p:cNvGrpSpPr/>
        <p:nvPr/>
      </p:nvGrpSpPr>
      <p:grpSpPr>
        <a:xfrm>
          <a:off x="0" y="0"/>
          <a:ext cx="0" cy="0"/>
          <a:chOff x="0" y="0"/>
          <a:chExt cx="0" cy="0"/>
        </a:xfrm>
      </p:grpSpPr>
      <p:sp>
        <p:nvSpPr>
          <p:cNvPr id="3" name="Picture Placeholder 2">
            <a:extLst>
              <a:ext uri="{FF2B5EF4-FFF2-40B4-BE49-F238E27FC236}">
                <a16:creationId xmlns:a16="http://schemas.microsoft.com/office/drawing/2014/main" id="{8E170EA9-D2AF-9A09-EEFA-388294C307E3}"/>
              </a:ext>
            </a:extLst>
          </p:cNvPr>
          <p:cNvSpPr>
            <a:spLocks noGrp="1"/>
          </p:cNvSpPr>
          <p:nvPr>
            <p:ph type="pic" sz="quarter" idx="13" hasCustomPrompt="1"/>
          </p:nvPr>
        </p:nvSpPr>
        <p:spPr>
          <a:xfrm>
            <a:off x="0" y="938531"/>
            <a:ext cx="12195175" cy="3233841"/>
          </a:xfrm>
          <a:custGeom>
            <a:avLst/>
            <a:gdLst>
              <a:gd name="connsiteX0" fmla="*/ 0 w 9144000"/>
              <a:gd name="connsiteY0" fmla="*/ 0 h 2270297"/>
              <a:gd name="connsiteX1" fmla="*/ 9144000 w 9144000"/>
              <a:gd name="connsiteY1" fmla="*/ 0 h 2270297"/>
              <a:gd name="connsiteX2" fmla="*/ 9144000 w 9144000"/>
              <a:gd name="connsiteY2" fmla="*/ 2270297 h 2270297"/>
              <a:gd name="connsiteX3" fmla="*/ 0 w 9144000"/>
              <a:gd name="connsiteY3" fmla="*/ 2270297 h 2270297"/>
              <a:gd name="connsiteX4" fmla="*/ 0 w 9144000"/>
              <a:gd name="connsiteY4" fmla="*/ 0 h 2270297"/>
              <a:gd name="connsiteX0" fmla="*/ 0 w 9144000"/>
              <a:gd name="connsiteY0" fmla="*/ 5542 h 2275839"/>
              <a:gd name="connsiteX1" fmla="*/ 7642860 w 9144000"/>
              <a:gd name="connsiteY1" fmla="*/ 0 h 2275839"/>
              <a:gd name="connsiteX2" fmla="*/ 9144000 w 9144000"/>
              <a:gd name="connsiteY2" fmla="*/ 5542 h 2275839"/>
              <a:gd name="connsiteX3" fmla="*/ 9144000 w 9144000"/>
              <a:gd name="connsiteY3" fmla="*/ 2275839 h 2275839"/>
              <a:gd name="connsiteX4" fmla="*/ 0 w 9144000"/>
              <a:gd name="connsiteY4" fmla="*/ 2275839 h 2275839"/>
              <a:gd name="connsiteX5" fmla="*/ 0 w 9144000"/>
              <a:gd name="connsiteY5" fmla="*/ 5542 h 2275839"/>
              <a:gd name="connsiteX0" fmla="*/ 0 w 9144000"/>
              <a:gd name="connsiteY0" fmla="*/ 5542 h 2275839"/>
              <a:gd name="connsiteX1" fmla="*/ 7642860 w 9144000"/>
              <a:gd name="connsiteY1" fmla="*/ 0 h 2275839"/>
              <a:gd name="connsiteX2" fmla="*/ 8877300 w 9144000"/>
              <a:gd name="connsiteY2" fmla="*/ 0 h 2275839"/>
              <a:gd name="connsiteX3" fmla="*/ 9144000 w 9144000"/>
              <a:gd name="connsiteY3" fmla="*/ 5542 h 2275839"/>
              <a:gd name="connsiteX4" fmla="*/ 9144000 w 9144000"/>
              <a:gd name="connsiteY4" fmla="*/ 2275839 h 2275839"/>
              <a:gd name="connsiteX5" fmla="*/ 0 w 9144000"/>
              <a:gd name="connsiteY5" fmla="*/ 2275839 h 2275839"/>
              <a:gd name="connsiteX6" fmla="*/ 0 w 9144000"/>
              <a:gd name="connsiteY6" fmla="*/ 5542 h 2275839"/>
              <a:gd name="connsiteX0" fmla="*/ 0 w 9144000"/>
              <a:gd name="connsiteY0" fmla="*/ 13162 h 2283459"/>
              <a:gd name="connsiteX1" fmla="*/ 7642860 w 9144000"/>
              <a:gd name="connsiteY1" fmla="*/ 7620 h 2283459"/>
              <a:gd name="connsiteX2" fmla="*/ 8282940 w 9144000"/>
              <a:gd name="connsiteY2" fmla="*/ 0 h 2283459"/>
              <a:gd name="connsiteX3" fmla="*/ 8877300 w 9144000"/>
              <a:gd name="connsiteY3" fmla="*/ 7620 h 2283459"/>
              <a:gd name="connsiteX4" fmla="*/ 9144000 w 9144000"/>
              <a:gd name="connsiteY4" fmla="*/ 13162 h 2283459"/>
              <a:gd name="connsiteX5" fmla="*/ 9144000 w 9144000"/>
              <a:gd name="connsiteY5" fmla="*/ 2283459 h 2283459"/>
              <a:gd name="connsiteX6" fmla="*/ 0 w 9144000"/>
              <a:gd name="connsiteY6" fmla="*/ 2283459 h 2283459"/>
              <a:gd name="connsiteX7" fmla="*/ 0 w 9144000"/>
              <a:gd name="connsiteY7" fmla="*/ 13162 h 2283459"/>
              <a:gd name="connsiteX0" fmla="*/ 0 w 9144000"/>
              <a:gd name="connsiteY0" fmla="*/ 150322 h 2420619"/>
              <a:gd name="connsiteX1" fmla="*/ 7642860 w 9144000"/>
              <a:gd name="connsiteY1" fmla="*/ 144780 h 2420619"/>
              <a:gd name="connsiteX2" fmla="*/ 8260080 w 9144000"/>
              <a:gd name="connsiteY2" fmla="*/ 0 h 2420619"/>
              <a:gd name="connsiteX3" fmla="*/ 8877300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609523 w 9144000"/>
              <a:gd name="connsiteY1" fmla="*/ 140017 h 2420619"/>
              <a:gd name="connsiteX2" fmla="*/ 8260080 w 9144000"/>
              <a:gd name="connsiteY2" fmla="*/ 0 h 2420619"/>
              <a:gd name="connsiteX3" fmla="*/ 8877300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609523 w 9144000"/>
              <a:gd name="connsiteY1" fmla="*/ 140017 h 2420619"/>
              <a:gd name="connsiteX2" fmla="*/ 8260080 w 9144000"/>
              <a:gd name="connsiteY2" fmla="*/ 0 h 2420619"/>
              <a:gd name="connsiteX3" fmla="*/ 8893969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602379 w 9144000"/>
              <a:gd name="connsiteY1" fmla="*/ 147161 h 2420619"/>
              <a:gd name="connsiteX2" fmla="*/ 8260080 w 9144000"/>
              <a:gd name="connsiteY2" fmla="*/ 0 h 2420619"/>
              <a:gd name="connsiteX3" fmla="*/ 8893969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576185 w 9144000"/>
              <a:gd name="connsiteY1" fmla="*/ 144780 h 2420619"/>
              <a:gd name="connsiteX2" fmla="*/ 8260080 w 9144000"/>
              <a:gd name="connsiteY2" fmla="*/ 0 h 2420619"/>
              <a:gd name="connsiteX3" fmla="*/ 8893969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576185 w 9144000"/>
              <a:gd name="connsiteY1" fmla="*/ 144780 h 2420619"/>
              <a:gd name="connsiteX2" fmla="*/ 8260080 w 9144000"/>
              <a:gd name="connsiteY2" fmla="*/ 0 h 2420619"/>
              <a:gd name="connsiteX3" fmla="*/ 8893969 w 9144000"/>
              <a:gd name="connsiteY3" fmla="*/ 149543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576185 w 9144000"/>
              <a:gd name="connsiteY1" fmla="*/ 144780 h 2420619"/>
              <a:gd name="connsiteX2" fmla="*/ 8260080 w 9144000"/>
              <a:gd name="connsiteY2" fmla="*/ 0 h 2420619"/>
              <a:gd name="connsiteX3" fmla="*/ 8936831 w 9144000"/>
              <a:gd name="connsiteY3" fmla="*/ 151924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6381"/>
              <a:gd name="connsiteY0" fmla="*/ 150322 h 2420619"/>
              <a:gd name="connsiteX1" fmla="*/ 7576185 w 9146381"/>
              <a:gd name="connsiteY1" fmla="*/ 144780 h 2420619"/>
              <a:gd name="connsiteX2" fmla="*/ 8260080 w 9146381"/>
              <a:gd name="connsiteY2" fmla="*/ 0 h 2420619"/>
              <a:gd name="connsiteX3" fmla="*/ 8936831 w 9146381"/>
              <a:gd name="connsiteY3" fmla="*/ 151924 h 2420619"/>
              <a:gd name="connsiteX4" fmla="*/ 9146381 w 9146381"/>
              <a:gd name="connsiteY4" fmla="*/ 147941 h 2420619"/>
              <a:gd name="connsiteX5" fmla="*/ 9144000 w 9146381"/>
              <a:gd name="connsiteY5" fmla="*/ 2420619 h 2420619"/>
              <a:gd name="connsiteX6" fmla="*/ 0 w 9146381"/>
              <a:gd name="connsiteY6" fmla="*/ 2420619 h 2420619"/>
              <a:gd name="connsiteX7" fmla="*/ 0 w 9146381"/>
              <a:gd name="connsiteY7" fmla="*/ 150322 h 2420619"/>
              <a:gd name="connsiteX0" fmla="*/ 0 w 9146381"/>
              <a:gd name="connsiteY0" fmla="*/ 150322 h 2420619"/>
              <a:gd name="connsiteX1" fmla="*/ 7576185 w 9146381"/>
              <a:gd name="connsiteY1" fmla="*/ 144780 h 2420619"/>
              <a:gd name="connsiteX2" fmla="*/ 8260080 w 9146381"/>
              <a:gd name="connsiteY2" fmla="*/ 0 h 2420619"/>
              <a:gd name="connsiteX3" fmla="*/ 8936831 w 9146381"/>
              <a:gd name="connsiteY3" fmla="*/ 147162 h 2420619"/>
              <a:gd name="connsiteX4" fmla="*/ 9146381 w 9146381"/>
              <a:gd name="connsiteY4" fmla="*/ 147941 h 2420619"/>
              <a:gd name="connsiteX5" fmla="*/ 9144000 w 9146381"/>
              <a:gd name="connsiteY5" fmla="*/ 2420619 h 2420619"/>
              <a:gd name="connsiteX6" fmla="*/ 0 w 9146381"/>
              <a:gd name="connsiteY6" fmla="*/ 2420619 h 2420619"/>
              <a:gd name="connsiteX7" fmla="*/ 0 w 9146381"/>
              <a:gd name="connsiteY7" fmla="*/ 150322 h 2420619"/>
              <a:gd name="connsiteX0" fmla="*/ 0 w 9146381"/>
              <a:gd name="connsiteY0" fmla="*/ 150322 h 2420619"/>
              <a:gd name="connsiteX1" fmla="*/ 7566660 w 9146381"/>
              <a:gd name="connsiteY1" fmla="*/ 142399 h 2420619"/>
              <a:gd name="connsiteX2" fmla="*/ 8260080 w 9146381"/>
              <a:gd name="connsiteY2" fmla="*/ 0 h 2420619"/>
              <a:gd name="connsiteX3" fmla="*/ 8936831 w 9146381"/>
              <a:gd name="connsiteY3" fmla="*/ 147162 h 2420619"/>
              <a:gd name="connsiteX4" fmla="*/ 9146381 w 9146381"/>
              <a:gd name="connsiteY4" fmla="*/ 147941 h 2420619"/>
              <a:gd name="connsiteX5" fmla="*/ 9144000 w 9146381"/>
              <a:gd name="connsiteY5" fmla="*/ 2420619 h 2420619"/>
              <a:gd name="connsiteX6" fmla="*/ 0 w 9146381"/>
              <a:gd name="connsiteY6" fmla="*/ 2420619 h 2420619"/>
              <a:gd name="connsiteX7" fmla="*/ 0 w 9146381"/>
              <a:gd name="connsiteY7" fmla="*/ 150322 h 2420619"/>
              <a:gd name="connsiteX0" fmla="*/ 0 w 9146381"/>
              <a:gd name="connsiteY0" fmla="*/ 155084 h 2425381"/>
              <a:gd name="connsiteX1" fmla="*/ 7566660 w 9146381"/>
              <a:gd name="connsiteY1" fmla="*/ 147161 h 2425381"/>
              <a:gd name="connsiteX2" fmla="*/ 8250555 w 9146381"/>
              <a:gd name="connsiteY2" fmla="*/ 0 h 2425381"/>
              <a:gd name="connsiteX3" fmla="*/ 8936831 w 9146381"/>
              <a:gd name="connsiteY3" fmla="*/ 151924 h 2425381"/>
              <a:gd name="connsiteX4" fmla="*/ 9146381 w 9146381"/>
              <a:gd name="connsiteY4" fmla="*/ 152703 h 2425381"/>
              <a:gd name="connsiteX5" fmla="*/ 9144000 w 9146381"/>
              <a:gd name="connsiteY5" fmla="*/ 2425381 h 2425381"/>
              <a:gd name="connsiteX6" fmla="*/ 0 w 9146381"/>
              <a:gd name="connsiteY6" fmla="*/ 2425381 h 2425381"/>
              <a:gd name="connsiteX7" fmla="*/ 0 w 9146381"/>
              <a:gd name="connsiteY7" fmla="*/ 155084 h 2425381"/>
              <a:gd name="connsiteX0" fmla="*/ 0 w 9146381"/>
              <a:gd name="connsiteY0" fmla="*/ 142384 h 2425381"/>
              <a:gd name="connsiteX1" fmla="*/ 7566660 w 9146381"/>
              <a:gd name="connsiteY1" fmla="*/ 147161 h 2425381"/>
              <a:gd name="connsiteX2" fmla="*/ 8250555 w 9146381"/>
              <a:gd name="connsiteY2" fmla="*/ 0 h 2425381"/>
              <a:gd name="connsiteX3" fmla="*/ 8936831 w 9146381"/>
              <a:gd name="connsiteY3" fmla="*/ 151924 h 2425381"/>
              <a:gd name="connsiteX4" fmla="*/ 9146381 w 9146381"/>
              <a:gd name="connsiteY4" fmla="*/ 152703 h 2425381"/>
              <a:gd name="connsiteX5" fmla="*/ 9144000 w 9146381"/>
              <a:gd name="connsiteY5" fmla="*/ 2425381 h 2425381"/>
              <a:gd name="connsiteX6" fmla="*/ 0 w 9146381"/>
              <a:gd name="connsiteY6" fmla="*/ 2425381 h 2425381"/>
              <a:gd name="connsiteX7" fmla="*/ 0 w 9146381"/>
              <a:gd name="connsiteY7" fmla="*/ 142384 h 242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6381" h="2425381">
                <a:moveTo>
                  <a:pt x="0" y="142384"/>
                </a:moveTo>
                <a:lnTo>
                  <a:pt x="7566660" y="147161"/>
                </a:lnTo>
                <a:lnTo>
                  <a:pt x="8250555" y="0"/>
                </a:lnTo>
                <a:lnTo>
                  <a:pt x="8936831" y="151924"/>
                </a:lnTo>
                <a:lnTo>
                  <a:pt x="9146381" y="152703"/>
                </a:lnTo>
                <a:cubicBezTo>
                  <a:pt x="9145587" y="910262"/>
                  <a:pt x="9144794" y="1667822"/>
                  <a:pt x="9144000" y="2425381"/>
                </a:cubicBezTo>
                <a:lnTo>
                  <a:pt x="0" y="2425381"/>
                </a:lnTo>
                <a:lnTo>
                  <a:pt x="0" y="142384"/>
                </a:lnTo>
                <a:close/>
              </a:path>
            </a:pathLst>
          </a:custGeom>
          <a:noFill/>
        </p:spPr>
        <p:txBody>
          <a:bodyPr/>
          <a:lstStyle>
            <a:lvl1pPr marL="152396" indent="0">
              <a:buNone/>
              <a:defRPr/>
            </a:lvl1pPr>
          </a:lstStyle>
          <a:p>
            <a:r>
              <a:rPr lang="en-IN"/>
              <a:t> </a:t>
            </a:r>
            <a:endParaRPr lang="en-AU"/>
          </a:p>
        </p:txBody>
      </p:sp>
      <p:sp>
        <p:nvSpPr>
          <p:cNvPr id="5" name="Google Shape;10;p2">
            <a:extLst>
              <a:ext uri="{FF2B5EF4-FFF2-40B4-BE49-F238E27FC236}">
                <a16:creationId xmlns:a16="http://schemas.microsoft.com/office/drawing/2014/main" id="{7DE77569-CF12-8ADA-417E-A17EED745482}"/>
              </a:ext>
            </a:extLst>
          </p:cNvPr>
          <p:cNvSpPr txBox="1">
            <a:spLocks noGrp="1"/>
          </p:cNvSpPr>
          <p:nvPr>
            <p:ph type="ctrTitle" hasCustomPrompt="1"/>
          </p:nvPr>
        </p:nvSpPr>
        <p:spPr>
          <a:xfrm>
            <a:off x="415611" y="4343401"/>
            <a:ext cx="11360800" cy="1396999"/>
          </a:xfrm>
          <a:prstGeom prst="rect">
            <a:avLst/>
          </a:prstGeom>
        </p:spPr>
        <p:txBody>
          <a:bodyPr spcFirstLastPara="1" wrap="square" lIns="90000" tIns="90000" rIns="90000" bIns="36000" anchor="b" anchorCtr="0">
            <a:noAutofit/>
          </a:bodyPr>
          <a:lstStyle>
            <a:lvl1pPr lvl="0" algn="l">
              <a:spcBef>
                <a:spcPts val="0"/>
              </a:spcBef>
              <a:spcAft>
                <a:spcPts val="0"/>
              </a:spcAft>
              <a:buSzPts val="5200"/>
              <a:buNone/>
              <a:defRPr sz="3733" b="1">
                <a:latin typeface="PP Neue Machina Plain Ultrabold" pitchFamily="50" charset="0"/>
              </a:defRPr>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br>
              <a:rPr lang="en-IN"/>
            </a:br>
            <a:r>
              <a:rPr lang="en-IN"/>
              <a:t>Click here to </a:t>
            </a:r>
            <a:br>
              <a:rPr lang="en-IN"/>
            </a:br>
            <a:r>
              <a:rPr lang="en-IN"/>
              <a:t>add title</a:t>
            </a:r>
            <a:endParaRPr/>
          </a:p>
        </p:txBody>
      </p:sp>
      <p:sp>
        <p:nvSpPr>
          <p:cNvPr id="6" name="Google Shape;11;p2">
            <a:extLst>
              <a:ext uri="{FF2B5EF4-FFF2-40B4-BE49-F238E27FC236}">
                <a16:creationId xmlns:a16="http://schemas.microsoft.com/office/drawing/2014/main" id="{0C50BD5F-C55E-53AD-DB29-26F4E5A5E512}"/>
              </a:ext>
            </a:extLst>
          </p:cNvPr>
          <p:cNvSpPr txBox="1">
            <a:spLocks noGrp="1"/>
          </p:cNvSpPr>
          <p:nvPr>
            <p:ph type="subTitle" idx="1"/>
          </p:nvPr>
        </p:nvSpPr>
        <p:spPr>
          <a:xfrm>
            <a:off x="406400" y="5765800"/>
            <a:ext cx="11360800" cy="609600"/>
          </a:xfrm>
          <a:prstGeom prst="rect">
            <a:avLst/>
          </a:prstGeom>
        </p:spPr>
        <p:txBody>
          <a:bodyPr spcFirstLastPara="1" wrap="square" lIns="90000" tIns="90000" rIns="90000" bIns="90000" anchor="t" anchorCtr="0">
            <a:noAutofit/>
          </a:bodyPr>
          <a:lstStyle>
            <a:lvl1pPr marL="0" lvl="0" indent="0" algn="l">
              <a:lnSpc>
                <a:spcPct val="100000"/>
              </a:lnSpc>
              <a:spcBef>
                <a:spcPts val="0"/>
              </a:spcBef>
              <a:spcAft>
                <a:spcPts val="0"/>
              </a:spcAft>
              <a:buSzPts val="2800"/>
              <a:buNone/>
              <a:defRPr sz="2400">
                <a:solidFill>
                  <a:schemeClr val="accent1"/>
                </a:solidFill>
              </a:defRPr>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a:r>
              <a:rPr lang="en-GB"/>
              <a:t>Click to edit Master subtitle style</a:t>
            </a:r>
            <a:endParaRPr/>
          </a:p>
        </p:txBody>
      </p:sp>
      <p:sp>
        <p:nvSpPr>
          <p:cNvPr id="7" name="Freeform: Shape 6">
            <a:extLst>
              <a:ext uri="{FF2B5EF4-FFF2-40B4-BE49-F238E27FC236}">
                <a16:creationId xmlns:a16="http://schemas.microsoft.com/office/drawing/2014/main" id="{0D3A503B-41ED-0F57-6E5B-C32AB3654894}"/>
              </a:ext>
            </a:extLst>
          </p:cNvPr>
          <p:cNvSpPr/>
          <p:nvPr/>
        </p:nvSpPr>
        <p:spPr>
          <a:xfrm>
            <a:off x="0" y="0"/>
            <a:ext cx="12192000" cy="1143000"/>
          </a:xfrm>
          <a:custGeom>
            <a:avLst/>
            <a:gdLst>
              <a:gd name="connsiteX0" fmla="*/ 0 w 9144000"/>
              <a:gd name="connsiteY0" fmla="*/ 0 h 857250"/>
              <a:gd name="connsiteX1" fmla="*/ 0 w 9144000"/>
              <a:gd name="connsiteY1" fmla="*/ 857250 h 857250"/>
              <a:gd name="connsiteX2" fmla="*/ 7540609 w 9144000"/>
              <a:gd name="connsiteY2" fmla="*/ 857250 h 857250"/>
              <a:gd name="connsiteX3" fmla="*/ 8245698 w 9144000"/>
              <a:gd name="connsiteY3" fmla="*/ 707422 h 857250"/>
              <a:gd name="connsiteX4" fmla="*/ 8933831 w 9144000"/>
              <a:gd name="connsiteY4" fmla="*/ 857250 h 857250"/>
              <a:gd name="connsiteX5" fmla="*/ 9144000 w 9144000"/>
              <a:gd name="connsiteY5" fmla="*/ 857250 h 857250"/>
              <a:gd name="connsiteX6" fmla="*/ 9144000 w 9144000"/>
              <a:gd name="connsiteY6" fmla="*/ 0 h 857250"/>
              <a:gd name="connsiteX7" fmla="*/ 0 w 9144000"/>
              <a:gd name="connsiteY7" fmla="*/ 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857250">
                <a:moveTo>
                  <a:pt x="0" y="0"/>
                </a:moveTo>
                <a:lnTo>
                  <a:pt x="0" y="857250"/>
                </a:lnTo>
                <a:lnTo>
                  <a:pt x="7540609" y="857250"/>
                </a:lnTo>
                <a:lnTo>
                  <a:pt x="8245698" y="707422"/>
                </a:lnTo>
                <a:lnTo>
                  <a:pt x="8933831" y="857250"/>
                </a:lnTo>
                <a:lnTo>
                  <a:pt x="9144000" y="857250"/>
                </a:lnTo>
                <a:lnTo>
                  <a:pt x="9144000" y="0"/>
                </a:lnTo>
                <a:lnTo>
                  <a:pt x="0" y="0"/>
                </a:lnTo>
                <a:close/>
              </a:path>
            </a:pathLst>
          </a:custGeom>
          <a:gradFill>
            <a:gsLst>
              <a:gs pos="0">
                <a:srgbClr val="5BC1A0"/>
              </a:gs>
              <a:gs pos="50000">
                <a:srgbClr val="2E9376"/>
              </a:gs>
              <a:gs pos="100000">
                <a:srgbClr val="01654D"/>
              </a:gs>
            </a:gsLst>
            <a:lin ang="0" scaled="1"/>
          </a:gradFill>
          <a:ln w="8132" cap="flat">
            <a:noFill/>
            <a:prstDash val="solid"/>
            <a:miter/>
          </a:ln>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marL="0" lvl="0" defTabSz="1219170" eaLnBrk="1" latinLnBrk="0" hangingPunct="1"/>
            <a:endParaRPr lang="en-AU" sz="2400" kern="1200">
              <a:solidFill>
                <a:schemeClr val="tx1"/>
              </a:solidFill>
              <a:latin typeface="+mn-lt"/>
              <a:ea typeface="+mn-ea"/>
              <a:cs typeface="+mn-cs"/>
            </a:endParaRPr>
          </a:p>
        </p:txBody>
      </p:sp>
      <p:sp>
        <p:nvSpPr>
          <p:cNvPr id="8" name="Freeform: Shape 7">
            <a:extLst>
              <a:ext uri="{FF2B5EF4-FFF2-40B4-BE49-F238E27FC236}">
                <a16:creationId xmlns:a16="http://schemas.microsoft.com/office/drawing/2014/main" id="{724A0545-96A4-6133-84D7-70FD2D51A5CC}"/>
              </a:ext>
            </a:extLst>
          </p:cNvPr>
          <p:cNvSpPr/>
          <p:nvPr/>
        </p:nvSpPr>
        <p:spPr>
          <a:xfrm>
            <a:off x="10054144" y="582866"/>
            <a:ext cx="1662048" cy="380111"/>
          </a:xfrm>
          <a:custGeom>
            <a:avLst/>
            <a:gdLst>
              <a:gd name="connsiteX0" fmla="*/ 718995 w 1246536"/>
              <a:gd name="connsiteY0" fmla="*/ 0 h 285083"/>
              <a:gd name="connsiteX1" fmla="*/ 769239 w 1246536"/>
              <a:gd name="connsiteY1" fmla="*/ 10668 h 285083"/>
              <a:gd name="connsiteX2" fmla="*/ 842391 w 1246536"/>
              <a:gd name="connsiteY2" fmla="*/ 94726 h 285083"/>
              <a:gd name="connsiteX3" fmla="*/ 769239 w 1246536"/>
              <a:gd name="connsiteY3" fmla="*/ 147876 h 285083"/>
              <a:gd name="connsiteX4" fmla="*/ 718995 w 1246536"/>
              <a:gd name="connsiteY4" fmla="*/ 137208 h 285083"/>
              <a:gd name="connsiteX5" fmla="*/ 718995 w 1246536"/>
              <a:gd name="connsiteY5" fmla="*/ 48 h 285083"/>
              <a:gd name="connsiteX6" fmla="*/ 769239 w 1246536"/>
              <a:gd name="connsiteY6" fmla="*/ 116681 h 285083"/>
              <a:gd name="connsiteX7" fmla="*/ 808530 w 1246536"/>
              <a:gd name="connsiteY7" fmla="*/ 87487 h 285083"/>
              <a:gd name="connsiteX8" fmla="*/ 769239 w 1246536"/>
              <a:gd name="connsiteY8" fmla="*/ 41577 h 285083"/>
              <a:gd name="connsiteX9" fmla="*/ 752856 w 1246536"/>
              <a:gd name="connsiteY9" fmla="*/ 38100 h 285083"/>
              <a:gd name="connsiteX10" fmla="*/ 752856 w 1246536"/>
              <a:gd name="connsiteY10" fmla="*/ 113205 h 285083"/>
              <a:gd name="connsiteX11" fmla="*/ 769239 w 1246536"/>
              <a:gd name="connsiteY11" fmla="*/ 116681 h 285083"/>
              <a:gd name="connsiteX12" fmla="*/ 947024 w 1246536"/>
              <a:gd name="connsiteY12" fmla="*/ 48482 h 285083"/>
              <a:gd name="connsiteX13" fmla="*/ 947024 w 1246536"/>
              <a:gd name="connsiteY13" fmla="*/ 79391 h 285083"/>
              <a:gd name="connsiteX14" fmla="*/ 917067 w 1246536"/>
              <a:gd name="connsiteY14" fmla="*/ 73009 h 285083"/>
              <a:gd name="connsiteX15" fmla="*/ 917067 w 1246536"/>
              <a:gd name="connsiteY15" fmla="*/ 148114 h 285083"/>
              <a:gd name="connsiteX16" fmla="*/ 947024 w 1246536"/>
              <a:gd name="connsiteY16" fmla="*/ 154496 h 285083"/>
              <a:gd name="connsiteX17" fmla="*/ 947024 w 1246536"/>
              <a:gd name="connsiteY17" fmla="*/ 185642 h 285083"/>
              <a:gd name="connsiteX18" fmla="*/ 853393 w 1246536"/>
              <a:gd name="connsiteY18" fmla="*/ 165735 h 285083"/>
              <a:gd name="connsiteX19" fmla="*/ 853393 w 1246536"/>
              <a:gd name="connsiteY19" fmla="*/ 134588 h 285083"/>
              <a:gd name="connsiteX20" fmla="*/ 883349 w 1246536"/>
              <a:gd name="connsiteY20" fmla="*/ 140970 h 285083"/>
              <a:gd name="connsiteX21" fmla="*/ 883349 w 1246536"/>
              <a:gd name="connsiteY21" fmla="*/ 65865 h 285083"/>
              <a:gd name="connsiteX22" fmla="*/ 853393 w 1246536"/>
              <a:gd name="connsiteY22" fmla="*/ 59484 h 285083"/>
              <a:gd name="connsiteX23" fmla="*/ 853393 w 1246536"/>
              <a:gd name="connsiteY23" fmla="*/ 28575 h 285083"/>
              <a:gd name="connsiteX24" fmla="*/ 947024 w 1246536"/>
              <a:gd name="connsiteY24" fmla="*/ 48482 h 285083"/>
              <a:gd name="connsiteX25" fmla="*/ 1026319 w 1246536"/>
              <a:gd name="connsiteY25" fmla="*/ 62579 h 285083"/>
              <a:gd name="connsiteX26" fmla="*/ 1094994 w 1246536"/>
              <a:gd name="connsiteY26" fmla="*/ 148399 h 285083"/>
              <a:gd name="connsiteX27" fmla="*/ 1026319 w 1246536"/>
              <a:gd name="connsiteY27" fmla="*/ 205216 h 285083"/>
              <a:gd name="connsiteX28" fmla="*/ 957263 w 1246536"/>
              <a:gd name="connsiteY28" fmla="*/ 119158 h 285083"/>
              <a:gd name="connsiteX29" fmla="*/ 1026319 w 1246536"/>
              <a:gd name="connsiteY29" fmla="*/ 62627 h 285083"/>
              <a:gd name="connsiteX30" fmla="*/ 1026319 w 1246536"/>
              <a:gd name="connsiteY30" fmla="*/ 173117 h 285083"/>
              <a:gd name="connsiteX31" fmla="*/ 1060180 w 1246536"/>
              <a:gd name="connsiteY31" fmla="*/ 141018 h 285083"/>
              <a:gd name="connsiteX32" fmla="*/ 1026319 w 1246536"/>
              <a:gd name="connsiteY32" fmla="*/ 94726 h 285083"/>
              <a:gd name="connsiteX33" fmla="*/ 992267 w 1246536"/>
              <a:gd name="connsiteY33" fmla="*/ 126587 h 285083"/>
              <a:gd name="connsiteX34" fmla="*/ 1026319 w 1246536"/>
              <a:gd name="connsiteY34" fmla="*/ 173117 h 285083"/>
              <a:gd name="connsiteX35" fmla="*/ 1111949 w 1246536"/>
              <a:gd name="connsiteY35" fmla="*/ 83534 h 285083"/>
              <a:gd name="connsiteX36" fmla="*/ 1175814 w 1246536"/>
              <a:gd name="connsiteY36" fmla="*/ 97107 h 285083"/>
              <a:gd name="connsiteX37" fmla="*/ 1212675 w 1246536"/>
              <a:gd name="connsiteY37" fmla="*/ 230791 h 285083"/>
              <a:gd name="connsiteX38" fmla="*/ 1212675 w 1246536"/>
              <a:gd name="connsiteY38" fmla="*/ 104918 h 285083"/>
              <a:gd name="connsiteX39" fmla="*/ 1246537 w 1246536"/>
              <a:gd name="connsiteY39" fmla="*/ 112109 h 285083"/>
              <a:gd name="connsiteX40" fmla="*/ 1246537 w 1246536"/>
              <a:gd name="connsiteY40" fmla="*/ 249269 h 285083"/>
              <a:gd name="connsiteX41" fmla="*/ 1182672 w 1246536"/>
              <a:gd name="connsiteY41" fmla="*/ 235696 h 285083"/>
              <a:gd name="connsiteX42" fmla="*/ 1145810 w 1246536"/>
              <a:gd name="connsiteY42" fmla="*/ 102013 h 285083"/>
              <a:gd name="connsiteX43" fmla="*/ 1145810 w 1246536"/>
              <a:gd name="connsiteY43" fmla="*/ 227886 h 285083"/>
              <a:gd name="connsiteX44" fmla="*/ 1111949 w 1246536"/>
              <a:gd name="connsiteY44" fmla="*/ 220694 h 285083"/>
              <a:gd name="connsiteX45" fmla="*/ 1111949 w 1246536"/>
              <a:gd name="connsiteY45" fmla="*/ 83534 h 285083"/>
              <a:gd name="connsiteX46" fmla="*/ 42101 w 1246536"/>
              <a:gd name="connsiteY46" fmla="*/ 138970 h 285083"/>
              <a:gd name="connsiteX47" fmla="*/ 104108 w 1246536"/>
              <a:gd name="connsiteY47" fmla="*/ 125778 h 285083"/>
              <a:gd name="connsiteX48" fmla="*/ 145971 w 1246536"/>
              <a:gd name="connsiteY48" fmla="*/ 254032 h 285083"/>
              <a:gd name="connsiteX49" fmla="*/ 110061 w 1246536"/>
              <a:gd name="connsiteY49" fmla="*/ 261652 h 285083"/>
              <a:gd name="connsiteX50" fmla="*/ 97774 w 1246536"/>
              <a:gd name="connsiteY50" fmla="*/ 222837 h 285083"/>
              <a:gd name="connsiteX51" fmla="*/ 47863 w 1246536"/>
              <a:gd name="connsiteY51" fmla="*/ 233458 h 285083"/>
              <a:gd name="connsiteX52" fmla="*/ 35576 w 1246536"/>
              <a:gd name="connsiteY52" fmla="*/ 277511 h 285083"/>
              <a:gd name="connsiteX53" fmla="*/ 0 w 1246536"/>
              <a:gd name="connsiteY53" fmla="*/ 285083 h 285083"/>
              <a:gd name="connsiteX54" fmla="*/ 42053 w 1246536"/>
              <a:gd name="connsiteY54" fmla="*/ 138970 h 285083"/>
              <a:gd name="connsiteX55" fmla="*/ 88440 w 1246536"/>
              <a:gd name="connsiteY55" fmla="*/ 193881 h 285083"/>
              <a:gd name="connsiteX56" fmla="*/ 72819 w 1246536"/>
              <a:gd name="connsiteY56" fmla="*/ 144875 h 285083"/>
              <a:gd name="connsiteX57" fmla="*/ 57198 w 1246536"/>
              <a:gd name="connsiteY57" fmla="*/ 200549 h 285083"/>
              <a:gd name="connsiteX58" fmla="*/ 88488 w 1246536"/>
              <a:gd name="connsiteY58" fmla="*/ 193881 h 285083"/>
              <a:gd name="connsiteX59" fmla="*/ 214646 w 1246536"/>
              <a:gd name="connsiteY59" fmla="*/ 242173 h 285083"/>
              <a:gd name="connsiteX60" fmla="*/ 148733 w 1246536"/>
              <a:gd name="connsiteY60" fmla="*/ 199930 h 285083"/>
              <a:gd name="connsiteX61" fmla="*/ 183738 w 1246536"/>
              <a:gd name="connsiteY61" fmla="*/ 192500 h 285083"/>
              <a:gd name="connsiteX62" fmla="*/ 215408 w 1246536"/>
              <a:gd name="connsiteY62" fmla="*/ 212408 h 285083"/>
              <a:gd name="connsiteX63" fmla="*/ 239030 w 1246536"/>
              <a:gd name="connsiteY63" fmla="*/ 195310 h 285083"/>
              <a:gd name="connsiteX64" fmla="*/ 227886 w 1246536"/>
              <a:gd name="connsiteY64" fmla="*/ 187166 h 285083"/>
              <a:gd name="connsiteX65" fmla="*/ 183975 w 1246536"/>
              <a:gd name="connsiteY65" fmla="*/ 184452 h 285083"/>
              <a:gd name="connsiteX66" fmla="*/ 154210 w 1246536"/>
              <a:gd name="connsiteY66" fmla="*/ 153210 h 285083"/>
              <a:gd name="connsiteX67" fmla="*/ 207645 w 1246536"/>
              <a:gd name="connsiteY67" fmla="*/ 101013 h 285083"/>
              <a:gd name="connsiteX68" fmla="*/ 268891 w 1246536"/>
              <a:gd name="connsiteY68" fmla="*/ 138017 h 285083"/>
              <a:gd name="connsiteX69" fmla="*/ 234077 w 1246536"/>
              <a:gd name="connsiteY69" fmla="*/ 145399 h 285083"/>
              <a:gd name="connsiteX70" fmla="*/ 208217 w 1246536"/>
              <a:gd name="connsiteY70" fmla="*/ 129873 h 285083"/>
              <a:gd name="connsiteX71" fmla="*/ 189215 w 1246536"/>
              <a:gd name="connsiteY71" fmla="*/ 145018 h 285083"/>
              <a:gd name="connsiteX72" fmla="*/ 199454 w 1246536"/>
              <a:gd name="connsiteY72" fmla="*/ 152352 h 285083"/>
              <a:gd name="connsiteX73" fmla="*/ 242078 w 1246536"/>
              <a:gd name="connsiteY73" fmla="*/ 154400 h 285083"/>
              <a:gd name="connsiteX74" fmla="*/ 273891 w 1246536"/>
              <a:gd name="connsiteY74" fmla="*/ 186357 h 285083"/>
              <a:gd name="connsiteX75" fmla="*/ 214694 w 1246536"/>
              <a:gd name="connsiteY75" fmla="*/ 242126 h 285083"/>
              <a:gd name="connsiteX76" fmla="*/ 283702 w 1246536"/>
              <a:gd name="connsiteY76" fmla="*/ 156067 h 285083"/>
              <a:gd name="connsiteX77" fmla="*/ 353330 w 1246536"/>
              <a:gd name="connsiteY77" fmla="*/ 70056 h 285083"/>
              <a:gd name="connsiteX78" fmla="*/ 419767 w 1246536"/>
              <a:gd name="connsiteY78" fmla="*/ 111585 h 285083"/>
              <a:gd name="connsiteX79" fmla="*/ 384953 w 1246536"/>
              <a:gd name="connsiteY79" fmla="*/ 118967 h 285083"/>
              <a:gd name="connsiteX80" fmla="*/ 353473 w 1246536"/>
              <a:gd name="connsiteY80" fmla="*/ 102108 h 285083"/>
              <a:gd name="connsiteX81" fmla="*/ 318659 w 1246536"/>
              <a:gd name="connsiteY81" fmla="*/ 148590 h 285083"/>
              <a:gd name="connsiteX82" fmla="*/ 353473 w 1246536"/>
              <a:gd name="connsiteY82" fmla="*/ 180499 h 285083"/>
              <a:gd name="connsiteX83" fmla="*/ 384953 w 1246536"/>
              <a:gd name="connsiteY83" fmla="*/ 150066 h 285083"/>
              <a:gd name="connsiteX84" fmla="*/ 419767 w 1246536"/>
              <a:gd name="connsiteY84" fmla="*/ 142685 h 285083"/>
              <a:gd name="connsiteX85" fmla="*/ 353330 w 1246536"/>
              <a:gd name="connsiteY85" fmla="*/ 212646 h 285083"/>
              <a:gd name="connsiteX86" fmla="*/ 283702 w 1246536"/>
              <a:gd name="connsiteY86" fmla="*/ 156067 h 285083"/>
              <a:gd name="connsiteX87" fmla="*/ 436340 w 1246536"/>
              <a:gd name="connsiteY87" fmla="*/ 55150 h 285083"/>
              <a:gd name="connsiteX88" fmla="*/ 540782 w 1246536"/>
              <a:gd name="connsiteY88" fmla="*/ 32956 h 285083"/>
              <a:gd name="connsiteX89" fmla="*/ 540782 w 1246536"/>
              <a:gd name="connsiteY89" fmla="*/ 63865 h 285083"/>
              <a:gd name="connsiteX90" fmla="*/ 470440 w 1246536"/>
              <a:gd name="connsiteY90" fmla="*/ 78819 h 285083"/>
              <a:gd name="connsiteX91" fmla="*/ 470440 w 1246536"/>
              <a:gd name="connsiteY91" fmla="*/ 101775 h 285083"/>
              <a:gd name="connsiteX92" fmla="*/ 531495 w 1246536"/>
              <a:gd name="connsiteY92" fmla="*/ 88821 h 285083"/>
              <a:gd name="connsiteX93" fmla="*/ 531495 w 1246536"/>
              <a:gd name="connsiteY93" fmla="*/ 118015 h 285083"/>
              <a:gd name="connsiteX94" fmla="*/ 470440 w 1246536"/>
              <a:gd name="connsiteY94" fmla="*/ 131016 h 285083"/>
              <a:gd name="connsiteX95" fmla="*/ 470440 w 1246536"/>
              <a:gd name="connsiteY95" fmla="*/ 154162 h 285083"/>
              <a:gd name="connsiteX96" fmla="*/ 540782 w 1246536"/>
              <a:gd name="connsiteY96" fmla="*/ 139208 h 285083"/>
              <a:gd name="connsiteX97" fmla="*/ 540782 w 1246536"/>
              <a:gd name="connsiteY97" fmla="*/ 170117 h 285083"/>
              <a:gd name="connsiteX98" fmla="*/ 436340 w 1246536"/>
              <a:gd name="connsiteY98" fmla="*/ 192310 h 285083"/>
              <a:gd name="connsiteX99" fmla="*/ 436340 w 1246536"/>
              <a:gd name="connsiteY99" fmla="*/ 55150 h 285083"/>
              <a:gd name="connsiteX100" fmla="*/ 561308 w 1246536"/>
              <a:gd name="connsiteY100" fmla="*/ 28575 h 285083"/>
              <a:gd name="connsiteX101" fmla="*/ 625173 w 1246536"/>
              <a:gd name="connsiteY101" fmla="*/ 15002 h 285083"/>
              <a:gd name="connsiteX102" fmla="*/ 662035 w 1246536"/>
              <a:gd name="connsiteY102" fmla="*/ 133064 h 285083"/>
              <a:gd name="connsiteX103" fmla="*/ 662035 w 1246536"/>
              <a:gd name="connsiteY103" fmla="*/ 7191 h 285083"/>
              <a:gd name="connsiteX104" fmla="*/ 695897 w 1246536"/>
              <a:gd name="connsiteY104" fmla="*/ 0 h 285083"/>
              <a:gd name="connsiteX105" fmla="*/ 695897 w 1246536"/>
              <a:gd name="connsiteY105" fmla="*/ 137160 h 285083"/>
              <a:gd name="connsiteX106" fmla="*/ 632032 w 1246536"/>
              <a:gd name="connsiteY106" fmla="*/ 150733 h 285083"/>
              <a:gd name="connsiteX107" fmla="*/ 595170 w 1246536"/>
              <a:gd name="connsiteY107" fmla="*/ 32671 h 285083"/>
              <a:gd name="connsiteX108" fmla="*/ 595170 w 1246536"/>
              <a:gd name="connsiteY108" fmla="*/ 158544 h 285083"/>
              <a:gd name="connsiteX109" fmla="*/ 561308 w 1246536"/>
              <a:gd name="connsiteY109" fmla="*/ 165735 h 285083"/>
              <a:gd name="connsiteX110" fmla="*/ 561308 w 1246536"/>
              <a:gd name="connsiteY110" fmla="*/ 28575 h 2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246536" h="285083">
                <a:moveTo>
                  <a:pt x="718995" y="0"/>
                </a:moveTo>
                <a:lnTo>
                  <a:pt x="769239" y="10668"/>
                </a:lnTo>
                <a:cubicBezTo>
                  <a:pt x="805149" y="18288"/>
                  <a:pt x="842391" y="35766"/>
                  <a:pt x="842391" y="94726"/>
                </a:cubicBezTo>
                <a:cubicBezTo>
                  <a:pt x="842391" y="153876"/>
                  <a:pt x="805149" y="155496"/>
                  <a:pt x="769239" y="147876"/>
                </a:cubicBezTo>
                <a:lnTo>
                  <a:pt x="718995" y="137208"/>
                </a:lnTo>
                <a:lnTo>
                  <a:pt x="718995" y="48"/>
                </a:lnTo>
                <a:close/>
                <a:moveTo>
                  <a:pt x="769239" y="116681"/>
                </a:moveTo>
                <a:cubicBezTo>
                  <a:pt x="791766" y="121491"/>
                  <a:pt x="808530" y="124254"/>
                  <a:pt x="808530" y="87487"/>
                </a:cubicBezTo>
                <a:cubicBezTo>
                  <a:pt x="808530" y="50721"/>
                  <a:pt x="791623" y="46339"/>
                  <a:pt x="769239" y="41577"/>
                </a:cubicBezTo>
                <a:lnTo>
                  <a:pt x="752856" y="38100"/>
                </a:lnTo>
                <a:lnTo>
                  <a:pt x="752856" y="113205"/>
                </a:lnTo>
                <a:cubicBezTo>
                  <a:pt x="752856" y="113205"/>
                  <a:pt x="769239" y="116681"/>
                  <a:pt x="769239" y="116681"/>
                </a:cubicBezTo>
                <a:close/>
                <a:moveTo>
                  <a:pt x="947024" y="48482"/>
                </a:moveTo>
                <a:lnTo>
                  <a:pt x="947024" y="79391"/>
                </a:lnTo>
                <a:cubicBezTo>
                  <a:pt x="947024" y="79391"/>
                  <a:pt x="917067" y="73009"/>
                  <a:pt x="917067" y="73009"/>
                </a:cubicBezTo>
                <a:lnTo>
                  <a:pt x="917067" y="148114"/>
                </a:lnTo>
                <a:cubicBezTo>
                  <a:pt x="917067" y="148114"/>
                  <a:pt x="947024" y="154496"/>
                  <a:pt x="947024" y="154496"/>
                </a:cubicBezTo>
                <a:lnTo>
                  <a:pt x="947024" y="185642"/>
                </a:lnTo>
                <a:cubicBezTo>
                  <a:pt x="947024" y="185642"/>
                  <a:pt x="853393" y="165735"/>
                  <a:pt x="853393" y="165735"/>
                </a:cubicBezTo>
                <a:lnTo>
                  <a:pt x="853393" y="134588"/>
                </a:lnTo>
                <a:cubicBezTo>
                  <a:pt x="853393" y="134588"/>
                  <a:pt x="883349" y="140970"/>
                  <a:pt x="883349" y="140970"/>
                </a:cubicBezTo>
                <a:lnTo>
                  <a:pt x="883349" y="65865"/>
                </a:lnTo>
                <a:cubicBezTo>
                  <a:pt x="883349" y="65865"/>
                  <a:pt x="853393" y="59484"/>
                  <a:pt x="853393" y="59484"/>
                </a:cubicBezTo>
                <a:lnTo>
                  <a:pt x="853393" y="28575"/>
                </a:lnTo>
                <a:cubicBezTo>
                  <a:pt x="853393" y="28575"/>
                  <a:pt x="947024" y="48482"/>
                  <a:pt x="947024" y="48482"/>
                </a:cubicBezTo>
                <a:close/>
                <a:moveTo>
                  <a:pt x="1026319" y="62579"/>
                </a:moveTo>
                <a:cubicBezTo>
                  <a:pt x="1068944" y="71628"/>
                  <a:pt x="1094994" y="107918"/>
                  <a:pt x="1094994" y="148399"/>
                </a:cubicBezTo>
                <a:cubicBezTo>
                  <a:pt x="1094994" y="189071"/>
                  <a:pt x="1068944" y="214265"/>
                  <a:pt x="1026319" y="205216"/>
                </a:cubicBezTo>
                <a:cubicBezTo>
                  <a:pt x="983504" y="196120"/>
                  <a:pt x="957263" y="159782"/>
                  <a:pt x="957263" y="119158"/>
                </a:cubicBezTo>
                <a:cubicBezTo>
                  <a:pt x="957263" y="78676"/>
                  <a:pt x="983504" y="53530"/>
                  <a:pt x="1026319" y="62627"/>
                </a:cubicBezTo>
                <a:moveTo>
                  <a:pt x="1026319" y="173117"/>
                </a:moveTo>
                <a:cubicBezTo>
                  <a:pt x="1049036" y="177927"/>
                  <a:pt x="1060180" y="165925"/>
                  <a:pt x="1060180" y="141018"/>
                </a:cubicBezTo>
                <a:cubicBezTo>
                  <a:pt x="1060180" y="116110"/>
                  <a:pt x="1048846" y="99489"/>
                  <a:pt x="1026319" y="94726"/>
                </a:cubicBezTo>
                <a:cubicBezTo>
                  <a:pt x="1003602" y="89916"/>
                  <a:pt x="992267" y="101870"/>
                  <a:pt x="992267" y="126587"/>
                </a:cubicBezTo>
                <a:cubicBezTo>
                  <a:pt x="992267" y="151495"/>
                  <a:pt x="1003649" y="168307"/>
                  <a:pt x="1026319" y="173117"/>
                </a:cubicBezTo>
                <a:moveTo>
                  <a:pt x="1111949" y="83534"/>
                </a:moveTo>
                <a:lnTo>
                  <a:pt x="1175814" y="97107"/>
                </a:lnTo>
                <a:lnTo>
                  <a:pt x="1212675" y="230791"/>
                </a:lnTo>
                <a:lnTo>
                  <a:pt x="1212675" y="104918"/>
                </a:lnTo>
                <a:cubicBezTo>
                  <a:pt x="1212675" y="104918"/>
                  <a:pt x="1246537" y="112109"/>
                  <a:pt x="1246537" y="112109"/>
                </a:cubicBezTo>
                <a:lnTo>
                  <a:pt x="1246537" y="249269"/>
                </a:lnTo>
                <a:cubicBezTo>
                  <a:pt x="1246537" y="249269"/>
                  <a:pt x="1182672" y="235696"/>
                  <a:pt x="1182672" y="235696"/>
                </a:cubicBezTo>
                <a:lnTo>
                  <a:pt x="1145810" y="102013"/>
                </a:lnTo>
                <a:lnTo>
                  <a:pt x="1145810" y="227886"/>
                </a:lnTo>
                <a:cubicBezTo>
                  <a:pt x="1145810" y="227886"/>
                  <a:pt x="1111949" y="220694"/>
                  <a:pt x="1111949" y="220694"/>
                </a:cubicBezTo>
                <a:lnTo>
                  <a:pt x="1111949" y="83534"/>
                </a:lnTo>
                <a:close/>
                <a:moveTo>
                  <a:pt x="42101" y="138970"/>
                </a:moveTo>
                <a:lnTo>
                  <a:pt x="104108" y="125778"/>
                </a:lnTo>
                <a:lnTo>
                  <a:pt x="145971" y="254032"/>
                </a:lnTo>
                <a:lnTo>
                  <a:pt x="110061" y="261652"/>
                </a:lnTo>
                <a:lnTo>
                  <a:pt x="97774" y="222837"/>
                </a:lnTo>
                <a:lnTo>
                  <a:pt x="47863" y="233458"/>
                </a:lnTo>
                <a:lnTo>
                  <a:pt x="35576" y="277511"/>
                </a:lnTo>
                <a:lnTo>
                  <a:pt x="0" y="285083"/>
                </a:lnTo>
                <a:lnTo>
                  <a:pt x="42053" y="138970"/>
                </a:lnTo>
                <a:close/>
                <a:moveTo>
                  <a:pt x="88440" y="193881"/>
                </a:moveTo>
                <a:lnTo>
                  <a:pt x="72819" y="144875"/>
                </a:lnTo>
                <a:lnTo>
                  <a:pt x="57198" y="200549"/>
                </a:lnTo>
                <a:lnTo>
                  <a:pt x="88488" y="193881"/>
                </a:lnTo>
                <a:close/>
                <a:moveTo>
                  <a:pt x="214646" y="242173"/>
                </a:moveTo>
                <a:cubicBezTo>
                  <a:pt x="168307" y="252032"/>
                  <a:pt x="148733" y="235553"/>
                  <a:pt x="148733" y="199930"/>
                </a:cubicBezTo>
                <a:lnTo>
                  <a:pt x="183738" y="192500"/>
                </a:lnTo>
                <a:cubicBezTo>
                  <a:pt x="183738" y="211979"/>
                  <a:pt x="190977" y="217599"/>
                  <a:pt x="215408" y="212408"/>
                </a:cubicBezTo>
                <a:cubicBezTo>
                  <a:pt x="231982" y="208883"/>
                  <a:pt x="239030" y="203883"/>
                  <a:pt x="239030" y="195310"/>
                </a:cubicBezTo>
                <a:cubicBezTo>
                  <a:pt x="239030" y="190452"/>
                  <a:pt x="235315" y="187547"/>
                  <a:pt x="227886" y="187166"/>
                </a:cubicBezTo>
                <a:lnTo>
                  <a:pt x="183975" y="184452"/>
                </a:lnTo>
                <a:cubicBezTo>
                  <a:pt x="161258" y="182880"/>
                  <a:pt x="154210" y="170545"/>
                  <a:pt x="154210" y="153210"/>
                </a:cubicBezTo>
                <a:cubicBezTo>
                  <a:pt x="154210" y="126540"/>
                  <a:pt x="173212" y="108299"/>
                  <a:pt x="207645" y="101013"/>
                </a:cubicBezTo>
                <a:cubicBezTo>
                  <a:pt x="248603" y="92297"/>
                  <a:pt x="268891" y="108252"/>
                  <a:pt x="268891" y="138017"/>
                </a:cubicBezTo>
                <a:lnTo>
                  <a:pt x="234077" y="145399"/>
                </a:lnTo>
                <a:cubicBezTo>
                  <a:pt x="234077" y="130635"/>
                  <a:pt x="226076" y="126111"/>
                  <a:pt x="208217" y="129873"/>
                </a:cubicBezTo>
                <a:cubicBezTo>
                  <a:pt x="195739" y="132540"/>
                  <a:pt x="189215" y="137208"/>
                  <a:pt x="189215" y="145018"/>
                </a:cubicBezTo>
                <a:cubicBezTo>
                  <a:pt x="189215" y="148923"/>
                  <a:pt x="191262" y="151781"/>
                  <a:pt x="199454" y="152352"/>
                </a:cubicBezTo>
                <a:lnTo>
                  <a:pt x="242078" y="154400"/>
                </a:lnTo>
                <a:cubicBezTo>
                  <a:pt x="263843" y="155400"/>
                  <a:pt x="273891" y="166306"/>
                  <a:pt x="273891" y="186357"/>
                </a:cubicBezTo>
                <a:cubicBezTo>
                  <a:pt x="273891" y="212408"/>
                  <a:pt x="256747" y="233172"/>
                  <a:pt x="214694" y="242126"/>
                </a:cubicBezTo>
                <a:moveTo>
                  <a:pt x="283702" y="156067"/>
                </a:moveTo>
                <a:cubicBezTo>
                  <a:pt x="283702" y="115586"/>
                  <a:pt x="310325" y="79200"/>
                  <a:pt x="353330" y="70056"/>
                </a:cubicBezTo>
                <a:cubicBezTo>
                  <a:pt x="390906" y="62055"/>
                  <a:pt x="415862" y="77962"/>
                  <a:pt x="419767" y="111585"/>
                </a:cubicBezTo>
                <a:lnTo>
                  <a:pt x="384953" y="118967"/>
                </a:lnTo>
                <a:cubicBezTo>
                  <a:pt x="382143" y="104775"/>
                  <a:pt x="370047" y="98584"/>
                  <a:pt x="353473" y="102108"/>
                </a:cubicBezTo>
                <a:cubicBezTo>
                  <a:pt x="333185" y="106442"/>
                  <a:pt x="318659" y="121587"/>
                  <a:pt x="318659" y="148590"/>
                </a:cubicBezTo>
                <a:cubicBezTo>
                  <a:pt x="318659" y="175832"/>
                  <a:pt x="333185" y="184785"/>
                  <a:pt x="353473" y="180499"/>
                </a:cubicBezTo>
                <a:cubicBezTo>
                  <a:pt x="370047" y="176974"/>
                  <a:pt x="382143" y="165449"/>
                  <a:pt x="384953" y="150066"/>
                </a:cubicBezTo>
                <a:lnTo>
                  <a:pt x="419767" y="142685"/>
                </a:lnTo>
                <a:cubicBezTo>
                  <a:pt x="415862" y="178165"/>
                  <a:pt x="390906" y="204645"/>
                  <a:pt x="353330" y="212646"/>
                </a:cubicBezTo>
                <a:cubicBezTo>
                  <a:pt x="310325" y="221790"/>
                  <a:pt x="283702" y="196691"/>
                  <a:pt x="283702" y="156067"/>
                </a:cubicBezTo>
                <a:moveTo>
                  <a:pt x="436340" y="55150"/>
                </a:moveTo>
                <a:lnTo>
                  <a:pt x="540782" y="32956"/>
                </a:lnTo>
                <a:lnTo>
                  <a:pt x="540782" y="63865"/>
                </a:lnTo>
                <a:cubicBezTo>
                  <a:pt x="540782" y="63865"/>
                  <a:pt x="470440" y="78819"/>
                  <a:pt x="470440" y="78819"/>
                </a:cubicBezTo>
                <a:lnTo>
                  <a:pt x="470440" y="101775"/>
                </a:lnTo>
                <a:cubicBezTo>
                  <a:pt x="470440" y="101775"/>
                  <a:pt x="531495" y="88821"/>
                  <a:pt x="531495" y="88821"/>
                </a:cubicBezTo>
                <a:lnTo>
                  <a:pt x="531495" y="118015"/>
                </a:lnTo>
                <a:cubicBezTo>
                  <a:pt x="531495" y="118015"/>
                  <a:pt x="470440" y="131016"/>
                  <a:pt x="470440" y="131016"/>
                </a:cubicBezTo>
                <a:lnTo>
                  <a:pt x="470440" y="154162"/>
                </a:lnTo>
                <a:cubicBezTo>
                  <a:pt x="470440" y="154162"/>
                  <a:pt x="540782" y="139208"/>
                  <a:pt x="540782" y="139208"/>
                </a:cubicBezTo>
                <a:lnTo>
                  <a:pt x="540782" y="170117"/>
                </a:lnTo>
                <a:cubicBezTo>
                  <a:pt x="540782" y="170117"/>
                  <a:pt x="436340" y="192310"/>
                  <a:pt x="436340" y="192310"/>
                </a:cubicBezTo>
                <a:lnTo>
                  <a:pt x="436340" y="55150"/>
                </a:lnTo>
                <a:close/>
                <a:moveTo>
                  <a:pt x="561308" y="28575"/>
                </a:moveTo>
                <a:lnTo>
                  <a:pt x="625173" y="15002"/>
                </a:lnTo>
                <a:lnTo>
                  <a:pt x="662035" y="133064"/>
                </a:lnTo>
                <a:lnTo>
                  <a:pt x="662035" y="7191"/>
                </a:lnTo>
                <a:cubicBezTo>
                  <a:pt x="662035" y="7191"/>
                  <a:pt x="695897" y="0"/>
                  <a:pt x="695897" y="0"/>
                </a:cubicBezTo>
                <a:lnTo>
                  <a:pt x="695897" y="137160"/>
                </a:lnTo>
                <a:cubicBezTo>
                  <a:pt x="695897" y="137160"/>
                  <a:pt x="632032" y="150733"/>
                  <a:pt x="632032" y="150733"/>
                </a:cubicBezTo>
                <a:lnTo>
                  <a:pt x="595170" y="32671"/>
                </a:lnTo>
                <a:lnTo>
                  <a:pt x="595170" y="158544"/>
                </a:lnTo>
                <a:cubicBezTo>
                  <a:pt x="595170" y="158544"/>
                  <a:pt x="561308" y="165735"/>
                  <a:pt x="561308" y="165735"/>
                </a:cubicBezTo>
                <a:lnTo>
                  <a:pt x="561308" y="28575"/>
                </a:lnTo>
                <a:close/>
              </a:path>
            </a:pathLst>
          </a:custGeom>
          <a:solidFill>
            <a:srgbClr val="FFFFFF"/>
          </a:solidFill>
          <a:ln w="4763" cap="flat">
            <a:noFill/>
            <a:prstDash val="solid"/>
            <a:miter/>
          </a:ln>
        </p:spPr>
        <p:txBody>
          <a:bodyPr rtlCol="0" anchor="ctr"/>
          <a:lstStyle/>
          <a:p>
            <a:endParaRPr lang="en-AU" sz="2400"/>
          </a:p>
        </p:txBody>
      </p:sp>
      <p:grpSp>
        <p:nvGrpSpPr>
          <p:cNvPr id="9" name="Graphic 3">
            <a:extLst>
              <a:ext uri="{FF2B5EF4-FFF2-40B4-BE49-F238E27FC236}">
                <a16:creationId xmlns:a16="http://schemas.microsoft.com/office/drawing/2014/main" id="{0BED7D72-F319-F1C2-4594-48F3DF5E7D90}"/>
              </a:ext>
            </a:extLst>
          </p:cNvPr>
          <p:cNvGrpSpPr/>
          <p:nvPr/>
        </p:nvGrpSpPr>
        <p:grpSpPr>
          <a:xfrm>
            <a:off x="248284" y="864934"/>
            <a:ext cx="985709" cy="97980"/>
            <a:chOff x="186213" y="648700"/>
            <a:chExt cx="739282" cy="73485"/>
          </a:xfrm>
          <a:solidFill>
            <a:srgbClr val="FFFFFF"/>
          </a:solidFill>
        </p:grpSpPr>
        <p:sp>
          <p:nvSpPr>
            <p:cNvPr id="10" name="Freeform: Shape 9">
              <a:extLst>
                <a:ext uri="{FF2B5EF4-FFF2-40B4-BE49-F238E27FC236}">
                  <a16:creationId xmlns:a16="http://schemas.microsoft.com/office/drawing/2014/main" id="{61DBE3F1-69A0-C16B-C595-62E8A3885AC6}"/>
                </a:ext>
              </a:extLst>
            </p:cNvPr>
            <p:cNvSpPr/>
            <p:nvPr/>
          </p:nvSpPr>
          <p:spPr>
            <a:xfrm>
              <a:off x="186213" y="668274"/>
              <a:ext cx="46386" cy="53911"/>
            </a:xfrm>
            <a:custGeom>
              <a:avLst/>
              <a:gdLst>
                <a:gd name="connsiteX0" fmla="*/ 16574 w 46386"/>
                <a:gd name="connsiteY0" fmla="*/ 53864 h 53911"/>
                <a:gd name="connsiteX1" fmla="*/ 8334 w 46386"/>
                <a:gd name="connsiteY1" fmla="*/ 52197 h 53911"/>
                <a:gd name="connsiteX2" fmla="*/ 2286 w 46386"/>
                <a:gd name="connsiteY2" fmla="*/ 47101 h 53911"/>
                <a:gd name="connsiteX3" fmla="*/ 0 w 46386"/>
                <a:gd name="connsiteY3" fmla="*/ 38624 h 53911"/>
                <a:gd name="connsiteX4" fmla="*/ 4334 w 46386"/>
                <a:gd name="connsiteY4" fmla="*/ 27861 h 53911"/>
                <a:gd name="connsiteX5" fmla="*/ 16574 w 46386"/>
                <a:gd name="connsiteY5" fmla="*/ 22908 h 53911"/>
                <a:gd name="connsiteX6" fmla="*/ 35052 w 46386"/>
                <a:gd name="connsiteY6" fmla="*/ 21431 h 53911"/>
                <a:gd name="connsiteX7" fmla="*/ 35052 w 46386"/>
                <a:gd name="connsiteY7" fmla="*/ 18240 h 53911"/>
                <a:gd name="connsiteX8" fmla="*/ 32147 w 46386"/>
                <a:gd name="connsiteY8" fmla="*/ 10239 h 53911"/>
                <a:gd name="connsiteX9" fmla="*/ 24813 w 46386"/>
                <a:gd name="connsiteY9" fmla="*/ 8049 h 53911"/>
                <a:gd name="connsiteX10" fmla="*/ 16812 w 46386"/>
                <a:gd name="connsiteY10" fmla="*/ 10382 h 53911"/>
                <a:gd name="connsiteX11" fmla="*/ 13621 w 46386"/>
                <a:gd name="connsiteY11" fmla="*/ 17907 h 53911"/>
                <a:gd name="connsiteX12" fmla="*/ 2667 w 46386"/>
                <a:gd name="connsiteY12" fmla="*/ 17907 h 53911"/>
                <a:gd name="connsiteX13" fmla="*/ 5477 w 46386"/>
                <a:gd name="connsiteY13" fmla="*/ 7477 h 53911"/>
                <a:gd name="connsiteX14" fmla="*/ 13287 w 46386"/>
                <a:gd name="connsiteY14" fmla="*/ 1762 h 53911"/>
                <a:gd name="connsiteX15" fmla="*/ 24860 w 46386"/>
                <a:gd name="connsiteY15" fmla="*/ 0 h 53911"/>
                <a:gd name="connsiteX16" fmla="*/ 33195 w 46386"/>
                <a:gd name="connsiteY16" fmla="*/ 810 h 53911"/>
                <a:gd name="connsiteX17" fmla="*/ 40053 w 46386"/>
                <a:gd name="connsiteY17" fmla="*/ 3619 h 53911"/>
                <a:gd name="connsiteX18" fmla="*/ 44720 w 46386"/>
                <a:gd name="connsiteY18" fmla="*/ 9144 h 53911"/>
                <a:gd name="connsiteX19" fmla="*/ 46387 w 46386"/>
                <a:gd name="connsiteY19" fmla="*/ 18097 h 53911"/>
                <a:gd name="connsiteX20" fmla="*/ 46387 w 46386"/>
                <a:gd name="connsiteY20" fmla="*/ 53007 h 53911"/>
                <a:gd name="connsiteX21" fmla="*/ 35576 w 46386"/>
                <a:gd name="connsiteY21" fmla="*/ 53007 h 53911"/>
                <a:gd name="connsiteX22" fmla="*/ 35147 w 46386"/>
                <a:gd name="connsiteY22" fmla="*/ 45672 h 53911"/>
                <a:gd name="connsiteX23" fmla="*/ 27146 w 46386"/>
                <a:gd name="connsiteY23" fmla="*/ 51721 h 53911"/>
                <a:gd name="connsiteX24" fmla="*/ 16574 w 46386"/>
                <a:gd name="connsiteY24" fmla="*/ 53911 h 53911"/>
                <a:gd name="connsiteX25" fmla="*/ 20050 w 46386"/>
                <a:gd name="connsiteY25" fmla="*/ 45672 h 53911"/>
                <a:gd name="connsiteX26" fmla="*/ 28623 w 46386"/>
                <a:gd name="connsiteY26" fmla="*/ 43386 h 53911"/>
                <a:gd name="connsiteX27" fmla="*/ 34909 w 46386"/>
                <a:gd name="connsiteY27" fmla="*/ 37767 h 53911"/>
                <a:gd name="connsiteX28" fmla="*/ 34909 w 46386"/>
                <a:gd name="connsiteY28" fmla="*/ 28289 h 53911"/>
                <a:gd name="connsiteX29" fmla="*/ 16859 w 46386"/>
                <a:gd name="connsiteY29" fmla="*/ 30623 h 53911"/>
                <a:gd name="connsiteX30" fmla="*/ 11525 w 46386"/>
                <a:gd name="connsiteY30" fmla="*/ 38052 h 53911"/>
                <a:gd name="connsiteX31" fmla="*/ 13811 w 46386"/>
                <a:gd name="connsiteY31" fmla="*/ 43672 h 53911"/>
                <a:gd name="connsiteX32" fmla="*/ 20098 w 46386"/>
                <a:gd name="connsiteY32" fmla="*/ 45672 h 53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386" h="53911">
                  <a:moveTo>
                    <a:pt x="16574" y="53864"/>
                  </a:moveTo>
                  <a:cubicBezTo>
                    <a:pt x="13573" y="53864"/>
                    <a:pt x="10811" y="53292"/>
                    <a:pt x="8334" y="52197"/>
                  </a:cubicBezTo>
                  <a:cubicBezTo>
                    <a:pt x="5810" y="51054"/>
                    <a:pt x="3810" y="49387"/>
                    <a:pt x="2286" y="47101"/>
                  </a:cubicBezTo>
                  <a:cubicBezTo>
                    <a:pt x="762" y="44863"/>
                    <a:pt x="0" y="42005"/>
                    <a:pt x="0" y="38624"/>
                  </a:cubicBezTo>
                  <a:cubicBezTo>
                    <a:pt x="0" y="33861"/>
                    <a:pt x="1429" y="30289"/>
                    <a:pt x="4334" y="27861"/>
                  </a:cubicBezTo>
                  <a:cubicBezTo>
                    <a:pt x="7239" y="25432"/>
                    <a:pt x="11335" y="23765"/>
                    <a:pt x="16574" y="22908"/>
                  </a:cubicBezTo>
                  <a:cubicBezTo>
                    <a:pt x="21812" y="22050"/>
                    <a:pt x="28004" y="21526"/>
                    <a:pt x="35052" y="21431"/>
                  </a:cubicBezTo>
                  <a:lnTo>
                    <a:pt x="35052" y="18240"/>
                  </a:lnTo>
                  <a:cubicBezTo>
                    <a:pt x="35052" y="14335"/>
                    <a:pt x="34100" y="11668"/>
                    <a:pt x="32147" y="10239"/>
                  </a:cubicBezTo>
                  <a:cubicBezTo>
                    <a:pt x="30242" y="8763"/>
                    <a:pt x="27765" y="8049"/>
                    <a:pt x="24813" y="8049"/>
                  </a:cubicBezTo>
                  <a:cubicBezTo>
                    <a:pt x="21622" y="8049"/>
                    <a:pt x="18955" y="8811"/>
                    <a:pt x="16812" y="10382"/>
                  </a:cubicBezTo>
                  <a:cubicBezTo>
                    <a:pt x="14669" y="11954"/>
                    <a:pt x="13621" y="14478"/>
                    <a:pt x="13621" y="17907"/>
                  </a:cubicBezTo>
                  <a:lnTo>
                    <a:pt x="2667" y="17907"/>
                  </a:lnTo>
                  <a:cubicBezTo>
                    <a:pt x="2667" y="13573"/>
                    <a:pt x="3620" y="10096"/>
                    <a:pt x="5477" y="7477"/>
                  </a:cubicBezTo>
                  <a:cubicBezTo>
                    <a:pt x="7334" y="4858"/>
                    <a:pt x="9954" y="2953"/>
                    <a:pt x="13287" y="1762"/>
                  </a:cubicBezTo>
                  <a:cubicBezTo>
                    <a:pt x="16621" y="571"/>
                    <a:pt x="20479" y="0"/>
                    <a:pt x="24860" y="0"/>
                  </a:cubicBezTo>
                  <a:cubicBezTo>
                    <a:pt x="27813" y="0"/>
                    <a:pt x="30623" y="286"/>
                    <a:pt x="33195" y="810"/>
                  </a:cubicBezTo>
                  <a:cubicBezTo>
                    <a:pt x="35814" y="1333"/>
                    <a:pt x="38100" y="2286"/>
                    <a:pt x="40053" y="3619"/>
                  </a:cubicBezTo>
                  <a:cubicBezTo>
                    <a:pt x="42053" y="4953"/>
                    <a:pt x="43577" y="6810"/>
                    <a:pt x="44720" y="9144"/>
                  </a:cubicBezTo>
                  <a:cubicBezTo>
                    <a:pt x="45863" y="11478"/>
                    <a:pt x="46387" y="14478"/>
                    <a:pt x="46387" y="18097"/>
                  </a:cubicBezTo>
                  <a:lnTo>
                    <a:pt x="46387" y="53007"/>
                  </a:lnTo>
                  <a:lnTo>
                    <a:pt x="35576" y="53007"/>
                  </a:lnTo>
                  <a:lnTo>
                    <a:pt x="35147" y="45672"/>
                  </a:lnTo>
                  <a:cubicBezTo>
                    <a:pt x="32861" y="48244"/>
                    <a:pt x="30194" y="50244"/>
                    <a:pt x="27146" y="51721"/>
                  </a:cubicBezTo>
                  <a:cubicBezTo>
                    <a:pt x="24098" y="53197"/>
                    <a:pt x="20574" y="53911"/>
                    <a:pt x="16574" y="53911"/>
                  </a:cubicBezTo>
                  <a:close/>
                  <a:moveTo>
                    <a:pt x="20050" y="45672"/>
                  </a:moveTo>
                  <a:cubicBezTo>
                    <a:pt x="23193" y="45672"/>
                    <a:pt x="26051" y="44910"/>
                    <a:pt x="28623" y="43386"/>
                  </a:cubicBezTo>
                  <a:cubicBezTo>
                    <a:pt x="31194" y="41862"/>
                    <a:pt x="33290" y="40005"/>
                    <a:pt x="34909" y="37767"/>
                  </a:cubicBezTo>
                  <a:lnTo>
                    <a:pt x="34909" y="28289"/>
                  </a:lnTo>
                  <a:cubicBezTo>
                    <a:pt x="26432" y="28289"/>
                    <a:pt x="20384" y="29099"/>
                    <a:pt x="16859" y="30623"/>
                  </a:cubicBezTo>
                  <a:cubicBezTo>
                    <a:pt x="13287" y="32147"/>
                    <a:pt x="11525" y="34623"/>
                    <a:pt x="11525" y="38052"/>
                  </a:cubicBezTo>
                  <a:cubicBezTo>
                    <a:pt x="11525" y="40481"/>
                    <a:pt x="12287" y="42339"/>
                    <a:pt x="13811" y="43672"/>
                  </a:cubicBezTo>
                  <a:cubicBezTo>
                    <a:pt x="15335" y="45006"/>
                    <a:pt x="17431" y="45672"/>
                    <a:pt x="20098" y="45672"/>
                  </a:cubicBezTo>
                  <a:close/>
                </a:path>
              </a:pathLst>
            </a:custGeom>
            <a:solidFill>
              <a:srgbClr val="FFFFFF"/>
            </a:solidFill>
            <a:ln w="4763" cap="flat">
              <a:noFill/>
              <a:prstDash val="solid"/>
              <a:miter/>
            </a:ln>
          </p:spPr>
          <p:txBody>
            <a:bodyPr rtlCol="0" anchor="ctr"/>
            <a:lstStyle/>
            <a:p>
              <a:endParaRPr lang="en-AU" sz="2400"/>
            </a:p>
          </p:txBody>
        </p:sp>
        <p:sp>
          <p:nvSpPr>
            <p:cNvPr id="11" name="Freeform: Shape 10">
              <a:extLst>
                <a:ext uri="{FF2B5EF4-FFF2-40B4-BE49-F238E27FC236}">
                  <a16:creationId xmlns:a16="http://schemas.microsoft.com/office/drawing/2014/main" id="{CBDA428A-90C4-230A-0527-25514EA10CA3}"/>
                </a:ext>
              </a:extLst>
            </p:cNvPr>
            <p:cNvSpPr/>
            <p:nvPr/>
          </p:nvSpPr>
          <p:spPr>
            <a:xfrm>
              <a:off x="245459" y="668226"/>
              <a:ext cx="44195" cy="53959"/>
            </a:xfrm>
            <a:custGeom>
              <a:avLst/>
              <a:gdLst>
                <a:gd name="connsiteX0" fmla="*/ 22527 w 44195"/>
                <a:gd name="connsiteY0" fmla="*/ 53959 h 53959"/>
                <a:gd name="connsiteX1" fmla="*/ 14097 w 44195"/>
                <a:gd name="connsiteY1" fmla="*/ 53102 h 53959"/>
                <a:gd name="connsiteX2" fmla="*/ 6906 w 44195"/>
                <a:gd name="connsiteY2" fmla="*/ 50197 h 53959"/>
                <a:gd name="connsiteX3" fmla="*/ 1857 w 44195"/>
                <a:gd name="connsiteY3" fmla="*/ 44815 h 53959"/>
                <a:gd name="connsiteX4" fmla="*/ 0 w 44195"/>
                <a:gd name="connsiteY4" fmla="*/ 36528 h 53959"/>
                <a:gd name="connsiteX5" fmla="*/ 10906 w 44195"/>
                <a:gd name="connsiteY5" fmla="*/ 36528 h 53959"/>
                <a:gd name="connsiteX6" fmla="*/ 14335 w 44195"/>
                <a:gd name="connsiteY6" fmla="*/ 43863 h 53959"/>
                <a:gd name="connsiteX7" fmla="*/ 22622 w 44195"/>
                <a:gd name="connsiteY7" fmla="*/ 45958 h 53959"/>
                <a:gd name="connsiteX8" fmla="*/ 30004 w 44195"/>
                <a:gd name="connsiteY8" fmla="*/ 44339 h 53959"/>
                <a:gd name="connsiteX9" fmla="*/ 32766 w 44195"/>
                <a:gd name="connsiteY9" fmla="*/ 38910 h 53959"/>
                <a:gd name="connsiteX10" fmla="*/ 29956 w 44195"/>
                <a:gd name="connsiteY10" fmla="*/ 33861 h 53959"/>
                <a:gd name="connsiteX11" fmla="*/ 20050 w 44195"/>
                <a:gd name="connsiteY11" fmla="*/ 30623 h 53959"/>
                <a:gd name="connsiteX12" fmla="*/ 9954 w 44195"/>
                <a:gd name="connsiteY12" fmla="*/ 27289 h 53959"/>
                <a:gd name="connsiteX13" fmla="*/ 3429 w 44195"/>
                <a:gd name="connsiteY13" fmla="*/ 22336 h 53959"/>
                <a:gd name="connsiteX14" fmla="*/ 1143 w 44195"/>
                <a:gd name="connsiteY14" fmla="*/ 14430 h 53959"/>
                <a:gd name="connsiteX15" fmla="*/ 2810 w 44195"/>
                <a:gd name="connsiteY15" fmla="*/ 7953 h 53959"/>
                <a:gd name="connsiteX16" fmla="*/ 7382 w 44195"/>
                <a:gd name="connsiteY16" fmla="*/ 3477 h 53959"/>
                <a:gd name="connsiteX17" fmla="*/ 14002 w 44195"/>
                <a:gd name="connsiteY17" fmla="*/ 857 h 53959"/>
                <a:gd name="connsiteX18" fmla="*/ 21907 w 44195"/>
                <a:gd name="connsiteY18" fmla="*/ 0 h 53959"/>
                <a:gd name="connsiteX19" fmla="*/ 29670 w 44195"/>
                <a:gd name="connsiteY19" fmla="*/ 905 h 53959"/>
                <a:gd name="connsiteX20" fmla="*/ 36338 w 44195"/>
                <a:gd name="connsiteY20" fmla="*/ 3762 h 53959"/>
                <a:gd name="connsiteX21" fmla="*/ 41005 w 44195"/>
                <a:gd name="connsiteY21" fmla="*/ 8954 h 53959"/>
                <a:gd name="connsiteX22" fmla="*/ 42720 w 44195"/>
                <a:gd name="connsiteY22" fmla="*/ 16812 h 53959"/>
                <a:gd name="connsiteX23" fmla="*/ 31861 w 44195"/>
                <a:gd name="connsiteY23" fmla="*/ 16812 h 53959"/>
                <a:gd name="connsiteX24" fmla="*/ 28908 w 44195"/>
                <a:gd name="connsiteY24" fmla="*/ 10096 h 53959"/>
                <a:gd name="connsiteX25" fmla="*/ 21907 w 44195"/>
                <a:gd name="connsiteY25" fmla="*/ 8144 h 53959"/>
                <a:gd name="connsiteX26" fmla="*/ 15097 w 44195"/>
                <a:gd name="connsiteY26" fmla="*/ 9525 h 53959"/>
                <a:gd name="connsiteX27" fmla="*/ 12573 w 44195"/>
                <a:gd name="connsiteY27" fmla="*/ 14002 h 53959"/>
                <a:gd name="connsiteX28" fmla="*/ 13906 w 44195"/>
                <a:gd name="connsiteY28" fmla="*/ 17002 h 53959"/>
                <a:gd name="connsiteX29" fmla="*/ 18288 w 44195"/>
                <a:gd name="connsiteY29" fmla="*/ 19288 h 53959"/>
                <a:gd name="connsiteX30" fmla="*/ 26384 w 44195"/>
                <a:gd name="connsiteY30" fmla="*/ 21527 h 53959"/>
                <a:gd name="connsiteX31" fmla="*/ 35862 w 44195"/>
                <a:gd name="connsiteY31" fmla="*/ 24717 h 53959"/>
                <a:gd name="connsiteX32" fmla="*/ 42053 w 44195"/>
                <a:gd name="connsiteY32" fmla="*/ 29670 h 53959"/>
                <a:gd name="connsiteX33" fmla="*/ 44196 w 44195"/>
                <a:gd name="connsiteY33" fmla="*/ 37671 h 53959"/>
                <a:gd name="connsiteX34" fmla="*/ 42481 w 44195"/>
                <a:gd name="connsiteY34" fmla="*/ 45148 h 53959"/>
                <a:gd name="connsiteX35" fmla="*/ 37767 w 44195"/>
                <a:gd name="connsiteY35" fmla="*/ 50197 h 53959"/>
                <a:gd name="connsiteX36" fmla="*/ 30861 w 44195"/>
                <a:gd name="connsiteY36" fmla="*/ 53054 h 53959"/>
                <a:gd name="connsiteX37" fmla="*/ 22527 w 44195"/>
                <a:gd name="connsiteY37" fmla="*/ 53959 h 53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44195" h="53959">
                  <a:moveTo>
                    <a:pt x="22527" y="53959"/>
                  </a:moveTo>
                  <a:cubicBezTo>
                    <a:pt x="19621" y="53959"/>
                    <a:pt x="16812" y="53673"/>
                    <a:pt x="14097" y="53102"/>
                  </a:cubicBezTo>
                  <a:cubicBezTo>
                    <a:pt x="11430" y="52530"/>
                    <a:pt x="9001" y="51530"/>
                    <a:pt x="6906" y="50197"/>
                  </a:cubicBezTo>
                  <a:cubicBezTo>
                    <a:pt x="4810" y="48863"/>
                    <a:pt x="3096" y="47054"/>
                    <a:pt x="1857" y="44815"/>
                  </a:cubicBezTo>
                  <a:cubicBezTo>
                    <a:pt x="619" y="42577"/>
                    <a:pt x="0" y="39815"/>
                    <a:pt x="0" y="36528"/>
                  </a:cubicBezTo>
                  <a:lnTo>
                    <a:pt x="10906" y="36528"/>
                  </a:lnTo>
                  <a:cubicBezTo>
                    <a:pt x="10906" y="40005"/>
                    <a:pt x="12049" y="42481"/>
                    <a:pt x="14335" y="43863"/>
                  </a:cubicBezTo>
                  <a:cubicBezTo>
                    <a:pt x="16621" y="45244"/>
                    <a:pt x="19383" y="45958"/>
                    <a:pt x="22622" y="45958"/>
                  </a:cubicBezTo>
                  <a:cubicBezTo>
                    <a:pt x="25670" y="45958"/>
                    <a:pt x="28146" y="45434"/>
                    <a:pt x="30004" y="44339"/>
                  </a:cubicBezTo>
                  <a:cubicBezTo>
                    <a:pt x="31861" y="43244"/>
                    <a:pt x="32766" y="41434"/>
                    <a:pt x="32766" y="38910"/>
                  </a:cubicBezTo>
                  <a:cubicBezTo>
                    <a:pt x="32766" y="36671"/>
                    <a:pt x="31814" y="35004"/>
                    <a:pt x="29956" y="33861"/>
                  </a:cubicBezTo>
                  <a:cubicBezTo>
                    <a:pt x="28051" y="32766"/>
                    <a:pt x="24765" y="31671"/>
                    <a:pt x="20050" y="30623"/>
                  </a:cubicBezTo>
                  <a:cubicBezTo>
                    <a:pt x="16145" y="29670"/>
                    <a:pt x="12811" y="28575"/>
                    <a:pt x="9954" y="27289"/>
                  </a:cubicBezTo>
                  <a:cubicBezTo>
                    <a:pt x="7096" y="26003"/>
                    <a:pt x="4953" y="24384"/>
                    <a:pt x="3429" y="22336"/>
                  </a:cubicBezTo>
                  <a:cubicBezTo>
                    <a:pt x="1905" y="20288"/>
                    <a:pt x="1143" y="17669"/>
                    <a:pt x="1143" y="14430"/>
                  </a:cubicBezTo>
                  <a:cubicBezTo>
                    <a:pt x="1143" y="11954"/>
                    <a:pt x="1715" y="9763"/>
                    <a:pt x="2810" y="7953"/>
                  </a:cubicBezTo>
                  <a:cubicBezTo>
                    <a:pt x="3905" y="6144"/>
                    <a:pt x="5477" y="4620"/>
                    <a:pt x="7382" y="3477"/>
                  </a:cubicBezTo>
                  <a:cubicBezTo>
                    <a:pt x="9287" y="2286"/>
                    <a:pt x="11525" y="1429"/>
                    <a:pt x="14002" y="857"/>
                  </a:cubicBezTo>
                  <a:cubicBezTo>
                    <a:pt x="16478" y="286"/>
                    <a:pt x="19145" y="0"/>
                    <a:pt x="21907" y="0"/>
                  </a:cubicBezTo>
                  <a:cubicBezTo>
                    <a:pt x="24670" y="0"/>
                    <a:pt x="27146" y="286"/>
                    <a:pt x="29670" y="905"/>
                  </a:cubicBezTo>
                  <a:cubicBezTo>
                    <a:pt x="32147" y="1476"/>
                    <a:pt x="34385" y="2429"/>
                    <a:pt x="36338" y="3762"/>
                  </a:cubicBezTo>
                  <a:cubicBezTo>
                    <a:pt x="38291" y="5096"/>
                    <a:pt x="39862" y="6810"/>
                    <a:pt x="41005" y="8954"/>
                  </a:cubicBezTo>
                  <a:cubicBezTo>
                    <a:pt x="42148" y="11097"/>
                    <a:pt x="42720" y="13716"/>
                    <a:pt x="42720" y="16812"/>
                  </a:cubicBezTo>
                  <a:lnTo>
                    <a:pt x="31861" y="16812"/>
                  </a:lnTo>
                  <a:cubicBezTo>
                    <a:pt x="31861" y="13621"/>
                    <a:pt x="30861" y="11382"/>
                    <a:pt x="28908" y="10096"/>
                  </a:cubicBezTo>
                  <a:cubicBezTo>
                    <a:pt x="26956" y="8811"/>
                    <a:pt x="24622" y="8144"/>
                    <a:pt x="21907" y="8144"/>
                  </a:cubicBezTo>
                  <a:cubicBezTo>
                    <a:pt x="19050" y="8144"/>
                    <a:pt x="16764" y="8620"/>
                    <a:pt x="15097" y="9525"/>
                  </a:cubicBezTo>
                  <a:cubicBezTo>
                    <a:pt x="13430" y="10430"/>
                    <a:pt x="12573" y="11954"/>
                    <a:pt x="12573" y="14002"/>
                  </a:cubicBezTo>
                  <a:cubicBezTo>
                    <a:pt x="12573" y="15192"/>
                    <a:pt x="13002" y="16193"/>
                    <a:pt x="13906" y="17002"/>
                  </a:cubicBezTo>
                  <a:cubicBezTo>
                    <a:pt x="14811" y="17812"/>
                    <a:pt x="16240" y="18621"/>
                    <a:pt x="18288" y="19288"/>
                  </a:cubicBezTo>
                  <a:cubicBezTo>
                    <a:pt x="20288" y="20002"/>
                    <a:pt x="23003" y="20717"/>
                    <a:pt x="26384" y="21527"/>
                  </a:cubicBezTo>
                  <a:cubicBezTo>
                    <a:pt x="30004" y="22384"/>
                    <a:pt x="33195" y="23431"/>
                    <a:pt x="35862" y="24717"/>
                  </a:cubicBezTo>
                  <a:cubicBezTo>
                    <a:pt x="38529" y="26003"/>
                    <a:pt x="40577" y="27623"/>
                    <a:pt x="42053" y="29670"/>
                  </a:cubicBezTo>
                  <a:cubicBezTo>
                    <a:pt x="43529" y="31718"/>
                    <a:pt x="44196" y="34385"/>
                    <a:pt x="44196" y="37671"/>
                  </a:cubicBezTo>
                  <a:cubicBezTo>
                    <a:pt x="44196" y="40577"/>
                    <a:pt x="43625" y="43101"/>
                    <a:pt x="42481" y="45148"/>
                  </a:cubicBezTo>
                  <a:cubicBezTo>
                    <a:pt x="41339" y="47196"/>
                    <a:pt x="39767" y="48911"/>
                    <a:pt x="37767" y="50197"/>
                  </a:cubicBezTo>
                  <a:cubicBezTo>
                    <a:pt x="35766" y="51483"/>
                    <a:pt x="33480" y="52435"/>
                    <a:pt x="30861" y="53054"/>
                  </a:cubicBezTo>
                  <a:cubicBezTo>
                    <a:pt x="28242" y="53673"/>
                    <a:pt x="25479" y="53959"/>
                    <a:pt x="22527" y="53959"/>
                  </a:cubicBezTo>
                  <a:close/>
                </a:path>
              </a:pathLst>
            </a:custGeom>
            <a:solidFill>
              <a:srgbClr val="FFFFFF"/>
            </a:solidFill>
            <a:ln w="4763" cap="flat">
              <a:noFill/>
              <a:prstDash val="solid"/>
              <a:miter/>
            </a:ln>
          </p:spPr>
          <p:txBody>
            <a:bodyPr rtlCol="0" anchor="ctr"/>
            <a:lstStyle/>
            <a:p>
              <a:endParaRPr lang="en-AU" sz="2400"/>
            </a:p>
          </p:txBody>
        </p:sp>
        <p:sp>
          <p:nvSpPr>
            <p:cNvPr id="12" name="Freeform: Shape 11">
              <a:extLst>
                <a:ext uri="{FF2B5EF4-FFF2-40B4-BE49-F238E27FC236}">
                  <a16:creationId xmlns:a16="http://schemas.microsoft.com/office/drawing/2014/main" id="{9070D6DC-89E7-A430-3F70-7BAA6C390243}"/>
                </a:ext>
              </a:extLst>
            </p:cNvPr>
            <p:cNvSpPr/>
            <p:nvPr/>
          </p:nvSpPr>
          <p:spPr>
            <a:xfrm>
              <a:off x="299466" y="668274"/>
              <a:ext cx="48291" cy="53863"/>
            </a:xfrm>
            <a:custGeom>
              <a:avLst/>
              <a:gdLst>
                <a:gd name="connsiteX0" fmla="*/ 25146 w 48291"/>
                <a:gd name="connsiteY0" fmla="*/ 53769 h 53863"/>
                <a:gd name="connsiteX1" fmla="*/ 12240 w 48291"/>
                <a:gd name="connsiteY1" fmla="*/ 50911 h 53863"/>
                <a:gd name="connsiteX2" fmla="*/ 3286 w 48291"/>
                <a:gd name="connsiteY2" fmla="*/ 42100 h 53863"/>
                <a:gd name="connsiteX3" fmla="*/ 0 w 48291"/>
                <a:gd name="connsiteY3" fmla="*/ 27099 h 53863"/>
                <a:gd name="connsiteX4" fmla="*/ 3191 w 48291"/>
                <a:gd name="connsiteY4" fmla="*/ 11954 h 53863"/>
                <a:gd name="connsiteX5" fmla="*/ 12002 w 48291"/>
                <a:gd name="connsiteY5" fmla="*/ 2953 h 53863"/>
                <a:gd name="connsiteX6" fmla="*/ 25146 w 48291"/>
                <a:gd name="connsiteY6" fmla="*/ 0 h 53863"/>
                <a:gd name="connsiteX7" fmla="*/ 36528 w 48291"/>
                <a:gd name="connsiteY7" fmla="*/ 2095 h 53863"/>
                <a:gd name="connsiteX8" fmla="*/ 44625 w 48291"/>
                <a:gd name="connsiteY8" fmla="*/ 8334 h 53863"/>
                <a:gd name="connsiteX9" fmla="*/ 47815 w 48291"/>
                <a:gd name="connsiteY9" fmla="*/ 18859 h 53863"/>
                <a:gd name="connsiteX10" fmla="*/ 36528 w 48291"/>
                <a:gd name="connsiteY10" fmla="*/ 18859 h 53863"/>
                <a:gd name="connsiteX11" fmla="*/ 33337 w 48291"/>
                <a:gd name="connsiteY11" fmla="*/ 11716 h 53863"/>
                <a:gd name="connsiteX12" fmla="*/ 25241 w 48291"/>
                <a:gd name="connsiteY12" fmla="*/ 9096 h 53863"/>
                <a:gd name="connsiteX13" fmla="*/ 15097 w 48291"/>
                <a:gd name="connsiteY13" fmla="*/ 13811 h 53863"/>
                <a:gd name="connsiteX14" fmla="*/ 11859 w 48291"/>
                <a:gd name="connsiteY14" fmla="*/ 27099 h 53863"/>
                <a:gd name="connsiteX15" fmla="*/ 13287 w 48291"/>
                <a:gd name="connsiteY15" fmla="*/ 36624 h 53863"/>
                <a:gd name="connsiteX16" fmla="*/ 17716 w 48291"/>
                <a:gd name="connsiteY16" fmla="*/ 42672 h 53863"/>
                <a:gd name="connsiteX17" fmla="*/ 25289 w 48291"/>
                <a:gd name="connsiteY17" fmla="*/ 44767 h 53863"/>
                <a:gd name="connsiteX18" fmla="*/ 33671 w 48291"/>
                <a:gd name="connsiteY18" fmla="*/ 42005 h 53863"/>
                <a:gd name="connsiteX19" fmla="*/ 37005 w 48291"/>
                <a:gd name="connsiteY19" fmla="*/ 34004 h 53863"/>
                <a:gd name="connsiteX20" fmla="*/ 48292 w 48291"/>
                <a:gd name="connsiteY20" fmla="*/ 34004 h 53863"/>
                <a:gd name="connsiteX21" fmla="*/ 45101 w 48291"/>
                <a:gd name="connsiteY21" fmla="*/ 44958 h 53863"/>
                <a:gd name="connsiteX22" fmla="*/ 36909 w 48291"/>
                <a:gd name="connsiteY22" fmla="*/ 51625 h 53863"/>
                <a:gd name="connsiteX23" fmla="*/ 25241 w 48291"/>
                <a:gd name="connsiteY23" fmla="*/ 53864 h 53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8291" h="53863">
                  <a:moveTo>
                    <a:pt x="25146" y="53769"/>
                  </a:moveTo>
                  <a:cubicBezTo>
                    <a:pt x="20336" y="53769"/>
                    <a:pt x="16050" y="52816"/>
                    <a:pt x="12240" y="50911"/>
                  </a:cubicBezTo>
                  <a:cubicBezTo>
                    <a:pt x="8477" y="49006"/>
                    <a:pt x="5477" y="46053"/>
                    <a:pt x="3286" y="42100"/>
                  </a:cubicBezTo>
                  <a:cubicBezTo>
                    <a:pt x="1095" y="38148"/>
                    <a:pt x="0" y="33147"/>
                    <a:pt x="0" y="27099"/>
                  </a:cubicBezTo>
                  <a:cubicBezTo>
                    <a:pt x="0" y="21050"/>
                    <a:pt x="1048" y="15954"/>
                    <a:pt x="3191" y="11954"/>
                  </a:cubicBezTo>
                  <a:cubicBezTo>
                    <a:pt x="5334" y="7953"/>
                    <a:pt x="8239" y="4953"/>
                    <a:pt x="12002" y="2953"/>
                  </a:cubicBezTo>
                  <a:cubicBezTo>
                    <a:pt x="15764" y="952"/>
                    <a:pt x="20145" y="0"/>
                    <a:pt x="25146" y="0"/>
                  </a:cubicBezTo>
                  <a:cubicBezTo>
                    <a:pt x="29337" y="0"/>
                    <a:pt x="33147" y="714"/>
                    <a:pt x="36528" y="2095"/>
                  </a:cubicBezTo>
                  <a:cubicBezTo>
                    <a:pt x="39910" y="3477"/>
                    <a:pt x="42624" y="5572"/>
                    <a:pt x="44625" y="8334"/>
                  </a:cubicBezTo>
                  <a:cubicBezTo>
                    <a:pt x="46625" y="11097"/>
                    <a:pt x="47720" y="14621"/>
                    <a:pt x="47815" y="18859"/>
                  </a:cubicBezTo>
                  <a:lnTo>
                    <a:pt x="36528" y="18859"/>
                  </a:lnTo>
                  <a:cubicBezTo>
                    <a:pt x="36338" y="15811"/>
                    <a:pt x="35290" y="13430"/>
                    <a:pt x="33337" y="11716"/>
                  </a:cubicBezTo>
                  <a:cubicBezTo>
                    <a:pt x="31385" y="9954"/>
                    <a:pt x="28670" y="9096"/>
                    <a:pt x="25241" y="9096"/>
                  </a:cubicBezTo>
                  <a:cubicBezTo>
                    <a:pt x="20622" y="9096"/>
                    <a:pt x="17240" y="10668"/>
                    <a:pt x="15097" y="13811"/>
                  </a:cubicBezTo>
                  <a:cubicBezTo>
                    <a:pt x="12906" y="16954"/>
                    <a:pt x="11859" y="21384"/>
                    <a:pt x="11859" y="27099"/>
                  </a:cubicBezTo>
                  <a:cubicBezTo>
                    <a:pt x="11859" y="30813"/>
                    <a:pt x="12335" y="33957"/>
                    <a:pt x="13287" y="36624"/>
                  </a:cubicBezTo>
                  <a:cubicBezTo>
                    <a:pt x="14240" y="39243"/>
                    <a:pt x="15716" y="41291"/>
                    <a:pt x="17716" y="42672"/>
                  </a:cubicBezTo>
                  <a:cubicBezTo>
                    <a:pt x="19717" y="44053"/>
                    <a:pt x="22193" y="44767"/>
                    <a:pt x="25289" y="44767"/>
                  </a:cubicBezTo>
                  <a:cubicBezTo>
                    <a:pt x="28765" y="44767"/>
                    <a:pt x="31575" y="43863"/>
                    <a:pt x="33671" y="42005"/>
                  </a:cubicBezTo>
                  <a:cubicBezTo>
                    <a:pt x="35766" y="40148"/>
                    <a:pt x="36862" y="37481"/>
                    <a:pt x="37005" y="34004"/>
                  </a:cubicBezTo>
                  <a:lnTo>
                    <a:pt x="48292" y="34004"/>
                  </a:lnTo>
                  <a:cubicBezTo>
                    <a:pt x="48196" y="38338"/>
                    <a:pt x="47101" y="42005"/>
                    <a:pt x="45101" y="44958"/>
                  </a:cubicBezTo>
                  <a:cubicBezTo>
                    <a:pt x="43053" y="47911"/>
                    <a:pt x="40338" y="50149"/>
                    <a:pt x="36909" y="51625"/>
                  </a:cubicBezTo>
                  <a:cubicBezTo>
                    <a:pt x="33480" y="53102"/>
                    <a:pt x="29575" y="53864"/>
                    <a:pt x="25241" y="53864"/>
                  </a:cubicBezTo>
                  <a:close/>
                </a:path>
              </a:pathLst>
            </a:custGeom>
            <a:solidFill>
              <a:srgbClr val="FFFFFF"/>
            </a:solidFill>
            <a:ln w="4763" cap="flat">
              <a:noFill/>
              <a:prstDash val="solid"/>
              <a:miter/>
            </a:ln>
          </p:spPr>
          <p:txBody>
            <a:bodyPr rtlCol="0" anchor="ctr"/>
            <a:lstStyle/>
            <a:p>
              <a:endParaRPr lang="en-AU" sz="2400"/>
            </a:p>
          </p:txBody>
        </p:sp>
        <p:sp>
          <p:nvSpPr>
            <p:cNvPr id="13" name="Freeform: Shape 12">
              <a:extLst>
                <a:ext uri="{FF2B5EF4-FFF2-40B4-BE49-F238E27FC236}">
                  <a16:creationId xmlns:a16="http://schemas.microsoft.com/office/drawing/2014/main" id="{E6B751B1-5F98-5F8D-129A-77A108CEE46E}"/>
                </a:ext>
              </a:extLst>
            </p:cNvPr>
            <p:cNvSpPr/>
            <p:nvPr/>
          </p:nvSpPr>
          <p:spPr>
            <a:xfrm>
              <a:off x="358330" y="668274"/>
              <a:ext cx="48672" cy="53911"/>
            </a:xfrm>
            <a:custGeom>
              <a:avLst/>
              <a:gdLst>
                <a:gd name="connsiteX0" fmla="*/ 25575 w 48672"/>
                <a:gd name="connsiteY0" fmla="*/ 53911 h 53911"/>
                <a:gd name="connsiteX1" fmla="*/ 11335 w 48672"/>
                <a:gd name="connsiteY1" fmla="*/ 50530 h 53911"/>
                <a:gd name="connsiteX2" fmla="*/ 2810 w 48672"/>
                <a:gd name="connsiteY2" fmla="*/ 41005 h 53911"/>
                <a:gd name="connsiteX3" fmla="*/ 0 w 48672"/>
                <a:gd name="connsiteY3" fmla="*/ 26813 h 53911"/>
                <a:gd name="connsiteX4" fmla="*/ 2762 w 48672"/>
                <a:gd name="connsiteY4" fmla="*/ 12668 h 53911"/>
                <a:gd name="connsiteX5" fmla="*/ 11001 w 48672"/>
                <a:gd name="connsiteY5" fmla="*/ 3334 h 53911"/>
                <a:gd name="connsiteX6" fmla="*/ 24717 w 48672"/>
                <a:gd name="connsiteY6" fmla="*/ 0 h 53911"/>
                <a:gd name="connsiteX7" fmla="*/ 42243 w 48672"/>
                <a:gd name="connsiteY7" fmla="*/ 6620 h 53911"/>
                <a:gd name="connsiteX8" fmla="*/ 48673 w 48672"/>
                <a:gd name="connsiteY8" fmla="*/ 25527 h 53911"/>
                <a:gd name="connsiteX9" fmla="*/ 48578 w 48672"/>
                <a:gd name="connsiteY9" fmla="*/ 27384 h 53911"/>
                <a:gd name="connsiteX10" fmla="*/ 48387 w 48672"/>
                <a:gd name="connsiteY10" fmla="*/ 28956 h 53911"/>
                <a:gd name="connsiteX11" fmla="*/ 11573 w 48672"/>
                <a:gd name="connsiteY11" fmla="*/ 28956 h 53911"/>
                <a:gd name="connsiteX12" fmla="*/ 13049 w 48672"/>
                <a:gd name="connsiteY12" fmla="*/ 37100 h 53911"/>
                <a:gd name="connsiteX13" fmla="*/ 17574 w 48672"/>
                <a:gd name="connsiteY13" fmla="*/ 43053 h 53911"/>
                <a:gd name="connsiteX14" fmla="*/ 25670 w 48672"/>
                <a:gd name="connsiteY14" fmla="*/ 45291 h 53911"/>
                <a:gd name="connsiteX15" fmla="*/ 34052 w 48672"/>
                <a:gd name="connsiteY15" fmla="*/ 42910 h 53911"/>
                <a:gd name="connsiteX16" fmla="*/ 37243 w 48672"/>
                <a:gd name="connsiteY16" fmla="*/ 35862 h 53911"/>
                <a:gd name="connsiteX17" fmla="*/ 48625 w 48672"/>
                <a:gd name="connsiteY17" fmla="*/ 35862 h 53911"/>
                <a:gd name="connsiteX18" fmla="*/ 45482 w 48672"/>
                <a:gd name="connsiteY18" fmla="*/ 45672 h 53911"/>
                <a:gd name="connsiteX19" fmla="*/ 37576 w 48672"/>
                <a:gd name="connsiteY19" fmla="*/ 51816 h 53911"/>
                <a:gd name="connsiteX20" fmla="*/ 25622 w 48672"/>
                <a:gd name="connsiteY20" fmla="*/ 53911 h 53911"/>
                <a:gd name="connsiteX21" fmla="*/ 11621 w 48672"/>
                <a:gd name="connsiteY21" fmla="*/ 21241 h 53911"/>
                <a:gd name="connsiteX22" fmla="*/ 37100 w 48672"/>
                <a:gd name="connsiteY22" fmla="*/ 21241 h 53911"/>
                <a:gd name="connsiteX23" fmla="*/ 33576 w 48672"/>
                <a:gd name="connsiteY23" fmla="*/ 11668 h 53911"/>
                <a:gd name="connsiteX24" fmla="*/ 24622 w 48672"/>
                <a:gd name="connsiteY24" fmla="*/ 8382 h 53911"/>
                <a:gd name="connsiteX25" fmla="*/ 15478 w 48672"/>
                <a:gd name="connsiteY25" fmla="*/ 11716 h 53911"/>
                <a:gd name="connsiteX26" fmla="*/ 11621 w 48672"/>
                <a:gd name="connsiteY26" fmla="*/ 21288 h 53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8672" h="53911">
                  <a:moveTo>
                    <a:pt x="25575" y="53911"/>
                  </a:moveTo>
                  <a:cubicBezTo>
                    <a:pt x="19860" y="53911"/>
                    <a:pt x="15145" y="52768"/>
                    <a:pt x="11335" y="50530"/>
                  </a:cubicBezTo>
                  <a:cubicBezTo>
                    <a:pt x="7525" y="48244"/>
                    <a:pt x="4715" y="45101"/>
                    <a:pt x="2810" y="41005"/>
                  </a:cubicBezTo>
                  <a:cubicBezTo>
                    <a:pt x="905" y="36909"/>
                    <a:pt x="0" y="32194"/>
                    <a:pt x="0" y="26813"/>
                  </a:cubicBezTo>
                  <a:cubicBezTo>
                    <a:pt x="0" y="21431"/>
                    <a:pt x="905" y="16669"/>
                    <a:pt x="2762" y="12668"/>
                  </a:cubicBezTo>
                  <a:cubicBezTo>
                    <a:pt x="4620" y="8668"/>
                    <a:pt x="7334" y="5524"/>
                    <a:pt x="11001" y="3334"/>
                  </a:cubicBezTo>
                  <a:cubicBezTo>
                    <a:pt x="14669" y="1095"/>
                    <a:pt x="19241" y="0"/>
                    <a:pt x="24717" y="0"/>
                  </a:cubicBezTo>
                  <a:cubicBezTo>
                    <a:pt x="32147" y="0"/>
                    <a:pt x="37957" y="2191"/>
                    <a:pt x="42243" y="6620"/>
                  </a:cubicBezTo>
                  <a:cubicBezTo>
                    <a:pt x="46530" y="11049"/>
                    <a:pt x="48673" y="17335"/>
                    <a:pt x="48673" y="25527"/>
                  </a:cubicBezTo>
                  <a:cubicBezTo>
                    <a:pt x="48673" y="26003"/>
                    <a:pt x="48673" y="26622"/>
                    <a:pt x="48578" y="27384"/>
                  </a:cubicBezTo>
                  <a:cubicBezTo>
                    <a:pt x="48530" y="28099"/>
                    <a:pt x="48482" y="28623"/>
                    <a:pt x="48387" y="28956"/>
                  </a:cubicBezTo>
                  <a:lnTo>
                    <a:pt x="11573" y="28956"/>
                  </a:lnTo>
                  <a:cubicBezTo>
                    <a:pt x="11573" y="31909"/>
                    <a:pt x="12097" y="34623"/>
                    <a:pt x="13049" y="37100"/>
                  </a:cubicBezTo>
                  <a:cubicBezTo>
                    <a:pt x="14002" y="39576"/>
                    <a:pt x="15478" y="41577"/>
                    <a:pt x="17574" y="43053"/>
                  </a:cubicBezTo>
                  <a:cubicBezTo>
                    <a:pt x="19622" y="44529"/>
                    <a:pt x="22336" y="45291"/>
                    <a:pt x="25670" y="45291"/>
                  </a:cubicBezTo>
                  <a:cubicBezTo>
                    <a:pt x="29242" y="45291"/>
                    <a:pt x="32052" y="44482"/>
                    <a:pt x="34052" y="42910"/>
                  </a:cubicBezTo>
                  <a:cubicBezTo>
                    <a:pt x="36100" y="41338"/>
                    <a:pt x="37148" y="39005"/>
                    <a:pt x="37243" y="35862"/>
                  </a:cubicBezTo>
                  <a:lnTo>
                    <a:pt x="48625" y="35862"/>
                  </a:lnTo>
                  <a:cubicBezTo>
                    <a:pt x="48435" y="39719"/>
                    <a:pt x="47387" y="43005"/>
                    <a:pt x="45482" y="45672"/>
                  </a:cubicBezTo>
                  <a:cubicBezTo>
                    <a:pt x="43577" y="48387"/>
                    <a:pt x="40957" y="50387"/>
                    <a:pt x="37576" y="51816"/>
                  </a:cubicBezTo>
                  <a:cubicBezTo>
                    <a:pt x="34195" y="53245"/>
                    <a:pt x="30242" y="53911"/>
                    <a:pt x="25622" y="53911"/>
                  </a:cubicBezTo>
                  <a:close/>
                  <a:moveTo>
                    <a:pt x="11621" y="21241"/>
                  </a:moveTo>
                  <a:lnTo>
                    <a:pt x="37100" y="21241"/>
                  </a:lnTo>
                  <a:cubicBezTo>
                    <a:pt x="37005" y="17050"/>
                    <a:pt x="35814" y="13859"/>
                    <a:pt x="33576" y="11668"/>
                  </a:cubicBezTo>
                  <a:cubicBezTo>
                    <a:pt x="31337" y="9477"/>
                    <a:pt x="28384" y="8382"/>
                    <a:pt x="24622" y="8382"/>
                  </a:cubicBezTo>
                  <a:cubicBezTo>
                    <a:pt x="20860" y="8382"/>
                    <a:pt x="17717" y="9477"/>
                    <a:pt x="15478" y="11716"/>
                  </a:cubicBezTo>
                  <a:cubicBezTo>
                    <a:pt x="13192" y="13906"/>
                    <a:pt x="11906" y="17097"/>
                    <a:pt x="11621" y="21288"/>
                  </a:cubicBezTo>
                  <a:close/>
                </a:path>
              </a:pathLst>
            </a:custGeom>
            <a:solidFill>
              <a:srgbClr val="FFFFFF"/>
            </a:solidFill>
            <a:ln w="4763" cap="flat">
              <a:noFill/>
              <a:prstDash val="solid"/>
              <a:miter/>
            </a:ln>
          </p:spPr>
          <p:txBody>
            <a:bodyPr rtlCol="0" anchor="ctr"/>
            <a:lstStyle/>
            <a:p>
              <a:endParaRPr lang="en-AU" sz="2400"/>
            </a:p>
          </p:txBody>
        </p:sp>
        <p:sp>
          <p:nvSpPr>
            <p:cNvPr id="14" name="Freeform: Shape 13">
              <a:extLst>
                <a:ext uri="{FF2B5EF4-FFF2-40B4-BE49-F238E27FC236}">
                  <a16:creationId xmlns:a16="http://schemas.microsoft.com/office/drawing/2014/main" id="{EAAF1636-6086-5270-501E-CA1192ECC8FB}"/>
                </a:ext>
              </a:extLst>
            </p:cNvPr>
            <p:cNvSpPr/>
            <p:nvPr/>
          </p:nvSpPr>
          <p:spPr>
            <a:xfrm>
              <a:off x="420385" y="668369"/>
              <a:ext cx="46196" cy="52863"/>
            </a:xfrm>
            <a:custGeom>
              <a:avLst/>
              <a:gdLst>
                <a:gd name="connsiteX0" fmla="*/ 0 w 46196"/>
                <a:gd name="connsiteY0" fmla="*/ 52864 h 52863"/>
                <a:gd name="connsiteX1" fmla="*/ 0 w 46196"/>
                <a:gd name="connsiteY1" fmla="*/ 762 h 52863"/>
                <a:gd name="connsiteX2" fmla="*/ 11097 w 46196"/>
                <a:gd name="connsiteY2" fmla="*/ 762 h 52863"/>
                <a:gd name="connsiteX3" fmla="*/ 11382 w 46196"/>
                <a:gd name="connsiteY3" fmla="*/ 8668 h 52863"/>
                <a:gd name="connsiteX4" fmla="*/ 18336 w 46196"/>
                <a:gd name="connsiteY4" fmla="*/ 2715 h 52863"/>
                <a:gd name="connsiteX5" fmla="*/ 29623 w 46196"/>
                <a:gd name="connsiteY5" fmla="*/ 0 h 52863"/>
                <a:gd name="connsiteX6" fmla="*/ 42053 w 46196"/>
                <a:gd name="connsiteY6" fmla="*/ 4953 h 52863"/>
                <a:gd name="connsiteX7" fmla="*/ 46196 w 46196"/>
                <a:gd name="connsiteY7" fmla="*/ 19098 h 52863"/>
                <a:gd name="connsiteX8" fmla="*/ 46196 w 46196"/>
                <a:gd name="connsiteY8" fmla="*/ 52864 h 52863"/>
                <a:gd name="connsiteX9" fmla="*/ 34671 w 46196"/>
                <a:gd name="connsiteY9" fmla="*/ 52864 h 52863"/>
                <a:gd name="connsiteX10" fmla="*/ 34671 w 46196"/>
                <a:gd name="connsiteY10" fmla="*/ 20622 h 52863"/>
                <a:gd name="connsiteX11" fmla="*/ 33861 w 46196"/>
                <a:gd name="connsiteY11" fmla="*/ 14764 h 52863"/>
                <a:gd name="connsiteX12" fmla="*/ 31147 w 46196"/>
                <a:gd name="connsiteY12" fmla="*/ 10811 h 52863"/>
                <a:gd name="connsiteX13" fmla="*/ 25956 w 46196"/>
                <a:gd name="connsiteY13" fmla="*/ 9382 h 52863"/>
                <a:gd name="connsiteX14" fmla="*/ 17431 w 46196"/>
                <a:gd name="connsiteY14" fmla="*/ 11716 h 52863"/>
                <a:gd name="connsiteX15" fmla="*/ 11621 w 46196"/>
                <a:gd name="connsiteY15" fmla="*/ 17002 h 52863"/>
                <a:gd name="connsiteX16" fmla="*/ 11621 w 46196"/>
                <a:gd name="connsiteY16" fmla="*/ 52864 h 52863"/>
                <a:gd name="connsiteX17" fmla="*/ 48 w 46196"/>
                <a:gd name="connsiteY17" fmla="*/ 52864 h 5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6196" h="52863">
                  <a:moveTo>
                    <a:pt x="0" y="52864"/>
                  </a:moveTo>
                  <a:lnTo>
                    <a:pt x="0" y="762"/>
                  </a:lnTo>
                  <a:lnTo>
                    <a:pt x="11097" y="762"/>
                  </a:lnTo>
                  <a:lnTo>
                    <a:pt x="11382" y="8668"/>
                  </a:lnTo>
                  <a:cubicBezTo>
                    <a:pt x="13097" y="6477"/>
                    <a:pt x="15431" y="4524"/>
                    <a:pt x="18336" y="2715"/>
                  </a:cubicBezTo>
                  <a:cubicBezTo>
                    <a:pt x="21241" y="905"/>
                    <a:pt x="25003" y="0"/>
                    <a:pt x="29623" y="0"/>
                  </a:cubicBezTo>
                  <a:cubicBezTo>
                    <a:pt x="35147" y="0"/>
                    <a:pt x="39291" y="1667"/>
                    <a:pt x="42053" y="4953"/>
                  </a:cubicBezTo>
                  <a:cubicBezTo>
                    <a:pt x="44815" y="8239"/>
                    <a:pt x="46196" y="12954"/>
                    <a:pt x="46196" y="19098"/>
                  </a:cubicBezTo>
                  <a:lnTo>
                    <a:pt x="46196" y="52864"/>
                  </a:lnTo>
                  <a:lnTo>
                    <a:pt x="34671" y="52864"/>
                  </a:lnTo>
                  <a:lnTo>
                    <a:pt x="34671" y="20622"/>
                  </a:lnTo>
                  <a:cubicBezTo>
                    <a:pt x="34671" y="18431"/>
                    <a:pt x="34385" y="16478"/>
                    <a:pt x="33861" y="14764"/>
                  </a:cubicBezTo>
                  <a:cubicBezTo>
                    <a:pt x="33338" y="13049"/>
                    <a:pt x="32433" y="11763"/>
                    <a:pt x="31147" y="10811"/>
                  </a:cubicBezTo>
                  <a:cubicBezTo>
                    <a:pt x="29861" y="9858"/>
                    <a:pt x="28146" y="9382"/>
                    <a:pt x="25956" y="9382"/>
                  </a:cubicBezTo>
                  <a:cubicBezTo>
                    <a:pt x="22622" y="9382"/>
                    <a:pt x="19764" y="10144"/>
                    <a:pt x="17431" y="11716"/>
                  </a:cubicBezTo>
                  <a:cubicBezTo>
                    <a:pt x="15097" y="13287"/>
                    <a:pt x="13145" y="15002"/>
                    <a:pt x="11621" y="17002"/>
                  </a:cubicBezTo>
                  <a:lnTo>
                    <a:pt x="11621" y="52864"/>
                  </a:lnTo>
                  <a:lnTo>
                    <a:pt x="48" y="52864"/>
                  </a:lnTo>
                  <a:close/>
                </a:path>
              </a:pathLst>
            </a:custGeom>
            <a:solidFill>
              <a:srgbClr val="FFFFFF"/>
            </a:solidFill>
            <a:ln w="4763" cap="flat">
              <a:noFill/>
              <a:prstDash val="solid"/>
              <a:miter/>
            </a:ln>
          </p:spPr>
          <p:txBody>
            <a:bodyPr rtlCol="0" anchor="ctr"/>
            <a:lstStyle/>
            <a:p>
              <a:endParaRPr lang="en-AU" sz="2400"/>
            </a:p>
          </p:txBody>
        </p:sp>
        <p:sp>
          <p:nvSpPr>
            <p:cNvPr id="15" name="Freeform: Shape 14">
              <a:extLst>
                <a:ext uri="{FF2B5EF4-FFF2-40B4-BE49-F238E27FC236}">
                  <a16:creationId xmlns:a16="http://schemas.microsoft.com/office/drawing/2014/main" id="{BA3EC124-1E94-A3D2-0C2E-63F3ACD33906}"/>
                </a:ext>
              </a:extLst>
            </p:cNvPr>
            <p:cNvSpPr/>
            <p:nvPr/>
          </p:nvSpPr>
          <p:spPr>
            <a:xfrm>
              <a:off x="479440" y="649271"/>
              <a:ext cx="49434" cy="72866"/>
            </a:xfrm>
            <a:custGeom>
              <a:avLst/>
              <a:gdLst>
                <a:gd name="connsiteX0" fmla="*/ 20669 w 49434"/>
                <a:gd name="connsiteY0" fmla="*/ 72866 h 72866"/>
                <a:gd name="connsiteX1" fmla="*/ 9906 w 49434"/>
                <a:gd name="connsiteY1" fmla="*/ 69866 h 72866"/>
                <a:gd name="connsiteX2" fmla="*/ 2619 w 49434"/>
                <a:gd name="connsiteY2" fmla="*/ 60817 h 72866"/>
                <a:gd name="connsiteX3" fmla="*/ 0 w 49434"/>
                <a:gd name="connsiteY3" fmla="*/ 45672 h 72866"/>
                <a:gd name="connsiteX4" fmla="*/ 2810 w 49434"/>
                <a:gd name="connsiteY4" fmla="*/ 30766 h 72866"/>
                <a:gd name="connsiteX5" fmla="*/ 10573 w 49434"/>
                <a:gd name="connsiteY5" fmla="*/ 21907 h 72866"/>
                <a:gd name="connsiteX6" fmla="*/ 22003 w 49434"/>
                <a:gd name="connsiteY6" fmla="*/ 18955 h 72866"/>
                <a:gd name="connsiteX7" fmla="*/ 31480 w 49434"/>
                <a:gd name="connsiteY7" fmla="*/ 21288 h 72866"/>
                <a:gd name="connsiteX8" fmla="*/ 37909 w 49434"/>
                <a:gd name="connsiteY8" fmla="*/ 27527 h 72866"/>
                <a:gd name="connsiteX9" fmla="*/ 37909 w 49434"/>
                <a:gd name="connsiteY9" fmla="*/ 0 h 72866"/>
                <a:gd name="connsiteX10" fmla="*/ 49435 w 49434"/>
                <a:gd name="connsiteY10" fmla="*/ 0 h 72866"/>
                <a:gd name="connsiteX11" fmla="*/ 49435 w 49434"/>
                <a:gd name="connsiteY11" fmla="*/ 71961 h 72866"/>
                <a:gd name="connsiteX12" fmla="*/ 38481 w 49434"/>
                <a:gd name="connsiteY12" fmla="*/ 71961 h 72866"/>
                <a:gd name="connsiteX13" fmla="*/ 37909 w 49434"/>
                <a:gd name="connsiteY13" fmla="*/ 64484 h 72866"/>
                <a:gd name="connsiteX14" fmla="*/ 30909 w 49434"/>
                <a:gd name="connsiteY14" fmla="*/ 70580 h 72866"/>
                <a:gd name="connsiteX15" fmla="*/ 20765 w 49434"/>
                <a:gd name="connsiteY15" fmla="*/ 72866 h 72866"/>
                <a:gd name="connsiteX16" fmla="*/ 23670 w 49434"/>
                <a:gd name="connsiteY16" fmla="*/ 63865 h 72866"/>
                <a:gd name="connsiteX17" fmla="*/ 32337 w 49434"/>
                <a:gd name="connsiteY17" fmla="*/ 61293 h 72866"/>
                <a:gd name="connsiteX18" fmla="*/ 37862 w 49434"/>
                <a:gd name="connsiteY18" fmla="*/ 55102 h 72866"/>
                <a:gd name="connsiteX19" fmla="*/ 37862 w 49434"/>
                <a:gd name="connsiteY19" fmla="*/ 37433 h 72866"/>
                <a:gd name="connsiteX20" fmla="*/ 32718 w 49434"/>
                <a:gd name="connsiteY20" fmla="*/ 30766 h 72866"/>
                <a:gd name="connsiteX21" fmla="*/ 24575 w 49434"/>
                <a:gd name="connsiteY21" fmla="*/ 28004 h 72866"/>
                <a:gd name="connsiteX22" fmla="*/ 15097 w 49434"/>
                <a:gd name="connsiteY22" fmla="*/ 32575 h 72866"/>
                <a:gd name="connsiteX23" fmla="*/ 11859 w 49434"/>
                <a:gd name="connsiteY23" fmla="*/ 45625 h 72866"/>
                <a:gd name="connsiteX24" fmla="*/ 14954 w 49434"/>
                <a:gd name="connsiteY24" fmla="*/ 59293 h 72866"/>
                <a:gd name="connsiteX25" fmla="*/ 23765 w 49434"/>
                <a:gd name="connsiteY25" fmla="*/ 63865 h 72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9434" h="72866">
                  <a:moveTo>
                    <a:pt x="20669" y="72866"/>
                  </a:moveTo>
                  <a:cubicBezTo>
                    <a:pt x="16621" y="72866"/>
                    <a:pt x="13002" y="71866"/>
                    <a:pt x="9906" y="69866"/>
                  </a:cubicBezTo>
                  <a:cubicBezTo>
                    <a:pt x="6763" y="67866"/>
                    <a:pt x="4334" y="64865"/>
                    <a:pt x="2619" y="60817"/>
                  </a:cubicBezTo>
                  <a:cubicBezTo>
                    <a:pt x="857" y="56769"/>
                    <a:pt x="0" y="51721"/>
                    <a:pt x="0" y="45672"/>
                  </a:cubicBezTo>
                  <a:cubicBezTo>
                    <a:pt x="0" y="39624"/>
                    <a:pt x="953" y="34719"/>
                    <a:pt x="2810" y="30766"/>
                  </a:cubicBezTo>
                  <a:cubicBezTo>
                    <a:pt x="4667" y="26813"/>
                    <a:pt x="7287" y="23860"/>
                    <a:pt x="10573" y="21907"/>
                  </a:cubicBezTo>
                  <a:cubicBezTo>
                    <a:pt x="13859" y="19907"/>
                    <a:pt x="17669" y="18955"/>
                    <a:pt x="22003" y="18955"/>
                  </a:cubicBezTo>
                  <a:cubicBezTo>
                    <a:pt x="25622" y="18955"/>
                    <a:pt x="28766" y="19764"/>
                    <a:pt x="31480" y="21288"/>
                  </a:cubicBezTo>
                  <a:cubicBezTo>
                    <a:pt x="34147" y="22860"/>
                    <a:pt x="36290" y="24956"/>
                    <a:pt x="37909" y="27527"/>
                  </a:cubicBezTo>
                  <a:lnTo>
                    <a:pt x="37909" y="0"/>
                  </a:lnTo>
                  <a:lnTo>
                    <a:pt x="49435" y="0"/>
                  </a:lnTo>
                  <a:lnTo>
                    <a:pt x="49435" y="71961"/>
                  </a:lnTo>
                  <a:lnTo>
                    <a:pt x="38481" y="71961"/>
                  </a:lnTo>
                  <a:lnTo>
                    <a:pt x="37909" y="64484"/>
                  </a:lnTo>
                  <a:cubicBezTo>
                    <a:pt x="36052" y="67008"/>
                    <a:pt x="33719" y="69056"/>
                    <a:pt x="30909" y="70580"/>
                  </a:cubicBezTo>
                  <a:cubicBezTo>
                    <a:pt x="28099" y="72104"/>
                    <a:pt x="24717" y="72866"/>
                    <a:pt x="20765" y="72866"/>
                  </a:cubicBezTo>
                  <a:close/>
                  <a:moveTo>
                    <a:pt x="23670" y="63865"/>
                  </a:moveTo>
                  <a:cubicBezTo>
                    <a:pt x="27099" y="63865"/>
                    <a:pt x="29956" y="63008"/>
                    <a:pt x="32337" y="61293"/>
                  </a:cubicBezTo>
                  <a:cubicBezTo>
                    <a:pt x="34671" y="59579"/>
                    <a:pt x="36528" y="57531"/>
                    <a:pt x="37862" y="55102"/>
                  </a:cubicBezTo>
                  <a:lnTo>
                    <a:pt x="37862" y="37433"/>
                  </a:lnTo>
                  <a:cubicBezTo>
                    <a:pt x="36624" y="34814"/>
                    <a:pt x="34909" y="32623"/>
                    <a:pt x="32718" y="30766"/>
                  </a:cubicBezTo>
                  <a:cubicBezTo>
                    <a:pt x="30528" y="28908"/>
                    <a:pt x="27813" y="28004"/>
                    <a:pt x="24575" y="28004"/>
                  </a:cubicBezTo>
                  <a:cubicBezTo>
                    <a:pt x="20431" y="28004"/>
                    <a:pt x="17288" y="29527"/>
                    <a:pt x="15097" y="32575"/>
                  </a:cubicBezTo>
                  <a:cubicBezTo>
                    <a:pt x="12906" y="35623"/>
                    <a:pt x="11859" y="39957"/>
                    <a:pt x="11859" y="45625"/>
                  </a:cubicBezTo>
                  <a:cubicBezTo>
                    <a:pt x="11859" y="51673"/>
                    <a:pt x="12906" y="56245"/>
                    <a:pt x="14954" y="59293"/>
                  </a:cubicBezTo>
                  <a:cubicBezTo>
                    <a:pt x="17002" y="62341"/>
                    <a:pt x="19955" y="63865"/>
                    <a:pt x="23765" y="63865"/>
                  </a:cubicBezTo>
                  <a:close/>
                </a:path>
              </a:pathLst>
            </a:custGeom>
            <a:solidFill>
              <a:srgbClr val="FFFFFF"/>
            </a:solidFill>
            <a:ln w="4763" cap="flat">
              <a:noFill/>
              <a:prstDash val="solid"/>
              <a:miter/>
            </a:ln>
          </p:spPr>
          <p:txBody>
            <a:bodyPr rtlCol="0" anchor="ctr"/>
            <a:lstStyle/>
            <a:p>
              <a:endParaRPr lang="en-AU" sz="2400"/>
            </a:p>
          </p:txBody>
        </p:sp>
        <p:sp>
          <p:nvSpPr>
            <p:cNvPr id="16" name="Freeform: Shape 15">
              <a:extLst>
                <a:ext uri="{FF2B5EF4-FFF2-40B4-BE49-F238E27FC236}">
                  <a16:creationId xmlns:a16="http://schemas.microsoft.com/office/drawing/2014/main" id="{98637934-1C2C-3E9E-3659-3A5E6B44817F}"/>
                </a:ext>
              </a:extLst>
            </p:cNvPr>
            <p:cNvSpPr/>
            <p:nvPr/>
          </p:nvSpPr>
          <p:spPr>
            <a:xfrm>
              <a:off x="543972" y="648700"/>
              <a:ext cx="13620" cy="72532"/>
            </a:xfrm>
            <a:custGeom>
              <a:avLst/>
              <a:gdLst>
                <a:gd name="connsiteX0" fmla="*/ 6810 w 13620"/>
                <a:gd name="connsiteY0" fmla="*/ 12097 h 72532"/>
                <a:gd name="connsiteX1" fmla="*/ 1762 w 13620"/>
                <a:gd name="connsiteY1" fmla="*/ 10382 h 72532"/>
                <a:gd name="connsiteX2" fmla="*/ 0 w 13620"/>
                <a:gd name="connsiteY2" fmla="*/ 6096 h 72532"/>
                <a:gd name="connsiteX3" fmla="*/ 1762 w 13620"/>
                <a:gd name="connsiteY3" fmla="*/ 1715 h 72532"/>
                <a:gd name="connsiteX4" fmla="*/ 6810 w 13620"/>
                <a:gd name="connsiteY4" fmla="*/ 0 h 72532"/>
                <a:gd name="connsiteX5" fmla="*/ 11811 w 13620"/>
                <a:gd name="connsiteY5" fmla="*/ 1715 h 72532"/>
                <a:gd name="connsiteX6" fmla="*/ 13621 w 13620"/>
                <a:gd name="connsiteY6" fmla="*/ 6048 h 72532"/>
                <a:gd name="connsiteX7" fmla="*/ 11811 w 13620"/>
                <a:gd name="connsiteY7" fmla="*/ 10382 h 72532"/>
                <a:gd name="connsiteX8" fmla="*/ 6810 w 13620"/>
                <a:gd name="connsiteY8" fmla="*/ 12097 h 72532"/>
                <a:gd name="connsiteX9" fmla="*/ 1000 w 13620"/>
                <a:gd name="connsiteY9" fmla="*/ 72533 h 72532"/>
                <a:gd name="connsiteX10" fmla="*/ 1000 w 13620"/>
                <a:gd name="connsiteY10" fmla="*/ 20431 h 72532"/>
                <a:gd name="connsiteX11" fmla="*/ 12573 w 13620"/>
                <a:gd name="connsiteY11" fmla="*/ 20431 h 72532"/>
                <a:gd name="connsiteX12" fmla="*/ 12573 w 13620"/>
                <a:gd name="connsiteY12" fmla="*/ 72533 h 72532"/>
                <a:gd name="connsiteX13" fmla="*/ 1000 w 13620"/>
                <a:gd name="connsiteY13" fmla="*/ 72533 h 72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620" h="72532">
                  <a:moveTo>
                    <a:pt x="6810" y="12097"/>
                  </a:moveTo>
                  <a:cubicBezTo>
                    <a:pt x="4620" y="12097"/>
                    <a:pt x="2953" y="11525"/>
                    <a:pt x="1762" y="10382"/>
                  </a:cubicBezTo>
                  <a:cubicBezTo>
                    <a:pt x="571" y="9239"/>
                    <a:pt x="0" y="7810"/>
                    <a:pt x="0" y="6096"/>
                  </a:cubicBezTo>
                  <a:cubicBezTo>
                    <a:pt x="0" y="4381"/>
                    <a:pt x="571" y="2857"/>
                    <a:pt x="1762" y="1715"/>
                  </a:cubicBezTo>
                  <a:cubicBezTo>
                    <a:pt x="2953" y="571"/>
                    <a:pt x="4620" y="0"/>
                    <a:pt x="6810" y="0"/>
                  </a:cubicBezTo>
                  <a:cubicBezTo>
                    <a:pt x="9001" y="0"/>
                    <a:pt x="10620" y="571"/>
                    <a:pt x="11811" y="1715"/>
                  </a:cubicBezTo>
                  <a:cubicBezTo>
                    <a:pt x="13002" y="2857"/>
                    <a:pt x="13621" y="4286"/>
                    <a:pt x="13621" y="6048"/>
                  </a:cubicBezTo>
                  <a:cubicBezTo>
                    <a:pt x="13621" y="7810"/>
                    <a:pt x="13002" y="9239"/>
                    <a:pt x="11811" y="10382"/>
                  </a:cubicBezTo>
                  <a:cubicBezTo>
                    <a:pt x="10620" y="11525"/>
                    <a:pt x="8953" y="12097"/>
                    <a:pt x="6810" y="12097"/>
                  </a:cubicBezTo>
                  <a:close/>
                  <a:moveTo>
                    <a:pt x="1000" y="72533"/>
                  </a:moveTo>
                  <a:lnTo>
                    <a:pt x="1000" y="20431"/>
                  </a:lnTo>
                  <a:lnTo>
                    <a:pt x="12573" y="20431"/>
                  </a:lnTo>
                  <a:lnTo>
                    <a:pt x="12573" y="72533"/>
                  </a:lnTo>
                  <a:lnTo>
                    <a:pt x="1000" y="72533"/>
                  </a:lnTo>
                  <a:close/>
                </a:path>
              </a:pathLst>
            </a:custGeom>
            <a:solidFill>
              <a:srgbClr val="FFFFFF"/>
            </a:solidFill>
            <a:ln w="4763" cap="flat">
              <a:noFill/>
              <a:prstDash val="solid"/>
              <a:miter/>
            </a:ln>
          </p:spPr>
          <p:txBody>
            <a:bodyPr rtlCol="0" anchor="ctr"/>
            <a:lstStyle/>
            <a:p>
              <a:endParaRPr lang="en-AU" sz="2400"/>
            </a:p>
          </p:txBody>
        </p:sp>
        <p:sp>
          <p:nvSpPr>
            <p:cNvPr id="17" name="Freeform: Shape 16">
              <a:extLst>
                <a:ext uri="{FF2B5EF4-FFF2-40B4-BE49-F238E27FC236}">
                  <a16:creationId xmlns:a16="http://schemas.microsoft.com/office/drawing/2014/main" id="{ED86CCD6-5F36-6E2C-8909-2048ECD5B368}"/>
                </a:ext>
              </a:extLst>
            </p:cNvPr>
            <p:cNvSpPr/>
            <p:nvPr/>
          </p:nvSpPr>
          <p:spPr>
            <a:xfrm>
              <a:off x="569928" y="668131"/>
              <a:ext cx="51006" cy="53959"/>
            </a:xfrm>
            <a:custGeom>
              <a:avLst/>
              <a:gdLst>
                <a:gd name="connsiteX0" fmla="*/ 25289 w 51006"/>
                <a:gd name="connsiteY0" fmla="*/ 53959 h 53959"/>
                <a:gd name="connsiteX1" fmla="*/ 11859 w 51006"/>
                <a:gd name="connsiteY1" fmla="*/ 50768 h 53959"/>
                <a:gd name="connsiteX2" fmla="*/ 3096 w 51006"/>
                <a:gd name="connsiteY2" fmla="*/ 41577 h 53959"/>
                <a:gd name="connsiteX3" fmla="*/ 0 w 51006"/>
                <a:gd name="connsiteY3" fmla="*/ 27146 h 53959"/>
                <a:gd name="connsiteX4" fmla="*/ 3096 w 51006"/>
                <a:gd name="connsiteY4" fmla="*/ 12478 h 53959"/>
                <a:gd name="connsiteX5" fmla="*/ 11859 w 51006"/>
                <a:gd name="connsiteY5" fmla="*/ 3191 h 53959"/>
                <a:gd name="connsiteX6" fmla="*/ 25289 w 51006"/>
                <a:gd name="connsiteY6" fmla="*/ 0 h 53959"/>
                <a:gd name="connsiteX7" fmla="*/ 39005 w 51006"/>
                <a:gd name="connsiteY7" fmla="*/ 3191 h 53959"/>
                <a:gd name="connsiteX8" fmla="*/ 47863 w 51006"/>
                <a:gd name="connsiteY8" fmla="*/ 12478 h 53959"/>
                <a:gd name="connsiteX9" fmla="*/ 51006 w 51006"/>
                <a:gd name="connsiteY9" fmla="*/ 27146 h 53959"/>
                <a:gd name="connsiteX10" fmla="*/ 47863 w 51006"/>
                <a:gd name="connsiteY10" fmla="*/ 41577 h 53959"/>
                <a:gd name="connsiteX11" fmla="*/ 39005 w 51006"/>
                <a:gd name="connsiteY11" fmla="*/ 50768 h 53959"/>
                <a:gd name="connsiteX12" fmla="*/ 25289 w 51006"/>
                <a:gd name="connsiteY12" fmla="*/ 53959 h 53959"/>
                <a:gd name="connsiteX13" fmla="*/ 25289 w 51006"/>
                <a:gd name="connsiteY13" fmla="*/ 45006 h 53959"/>
                <a:gd name="connsiteX14" fmla="*/ 33576 w 51006"/>
                <a:gd name="connsiteY14" fmla="*/ 42672 h 53959"/>
                <a:gd name="connsiteX15" fmla="*/ 37909 w 51006"/>
                <a:gd name="connsiteY15" fmla="*/ 36290 h 53959"/>
                <a:gd name="connsiteX16" fmla="*/ 39195 w 51006"/>
                <a:gd name="connsiteY16" fmla="*/ 27242 h 53959"/>
                <a:gd name="connsiteX17" fmla="*/ 37909 w 51006"/>
                <a:gd name="connsiteY17" fmla="*/ 18002 h 53959"/>
                <a:gd name="connsiteX18" fmla="*/ 33576 w 51006"/>
                <a:gd name="connsiteY18" fmla="*/ 11525 h 53959"/>
                <a:gd name="connsiteX19" fmla="*/ 25289 w 51006"/>
                <a:gd name="connsiteY19" fmla="*/ 9144 h 53959"/>
                <a:gd name="connsiteX20" fmla="*/ 17335 w 51006"/>
                <a:gd name="connsiteY20" fmla="*/ 11525 h 53959"/>
                <a:gd name="connsiteX21" fmla="*/ 13097 w 51006"/>
                <a:gd name="connsiteY21" fmla="*/ 18002 h 53959"/>
                <a:gd name="connsiteX22" fmla="*/ 11811 w 51006"/>
                <a:gd name="connsiteY22" fmla="*/ 27242 h 53959"/>
                <a:gd name="connsiteX23" fmla="*/ 13097 w 51006"/>
                <a:gd name="connsiteY23" fmla="*/ 36290 h 53959"/>
                <a:gd name="connsiteX24" fmla="*/ 17335 w 51006"/>
                <a:gd name="connsiteY24" fmla="*/ 42672 h 53959"/>
                <a:gd name="connsiteX25" fmla="*/ 25289 w 51006"/>
                <a:gd name="connsiteY25" fmla="*/ 45006 h 53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006" h="53959">
                  <a:moveTo>
                    <a:pt x="25289" y="53959"/>
                  </a:moveTo>
                  <a:cubicBezTo>
                    <a:pt x="20145" y="53959"/>
                    <a:pt x="15621" y="52911"/>
                    <a:pt x="11859" y="50768"/>
                  </a:cubicBezTo>
                  <a:cubicBezTo>
                    <a:pt x="8049" y="48673"/>
                    <a:pt x="5144" y="45577"/>
                    <a:pt x="3096" y="41577"/>
                  </a:cubicBezTo>
                  <a:cubicBezTo>
                    <a:pt x="1048" y="37576"/>
                    <a:pt x="0" y="32766"/>
                    <a:pt x="0" y="27146"/>
                  </a:cubicBezTo>
                  <a:cubicBezTo>
                    <a:pt x="0" y="21527"/>
                    <a:pt x="1048" y="16574"/>
                    <a:pt x="3096" y="12478"/>
                  </a:cubicBezTo>
                  <a:cubicBezTo>
                    <a:pt x="5144" y="8382"/>
                    <a:pt x="8049" y="5334"/>
                    <a:pt x="11859" y="3191"/>
                  </a:cubicBezTo>
                  <a:cubicBezTo>
                    <a:pt x="15669" y="1048"/>
                    <a:pt x="20145" y="0"/>
                    <a:pt x="25289" y="0"/>
                  </a:cubicBezTo>
                  <a:cubicBezTo>
                    <a:pt x="30432" y="0"/>
                    <a:pt x="35147" y="1048"/>
                    <a:pt x="39005" y="3191"/>
                  </a:cubicBezTo>
                  <a:cubicBezTo>
                    <a:pt x="42863" y="5334"/>
                    <a:pt x="45815" y="8430"/>
                    <a:pt x="47863" y="12478"/>
                  </a:cubicBezTo>
                  <a:cubicBezTo>
                    <a:pt x="49959" y="16526"/>
                    <a:pt x="51006" y="21431"/>
                    <a:pt x="51006" y="27146"/>
                  </a:cubicBezTo>
                  <a:cubicBezTo>
                    <a:pt x="51006" y="32861"/>
                    <a:pt x="49959" y="37529"/>
                    <a:pt x="47863" y="41577"/>
                  </a:cubicBezTo>
                  <a:cubicBezTo>
                    <a:pt x="45768" y="45577"/>
                    <a:pt x="42815" y="48673"/>
                    <a:pt x="39005" y="50768"/>
                  </a:cubicBezTo>
                  <a:cubicBezTo>
                    <a:pt x="35195" y="52911"/>
                    <a:pt x="30623" y="53959"/>
                    <a:pt x="25289" y="53959"/>
                  </a:cubicBezTo>
                  <a:close/>
                  <a:moveTo>
                    <a:pt x="25289" y="45006"/>
                  </a:moveTo>
                  <a:cubicBezTo>
                    <a:pt x="28766" y="45006"/>
                    <a:pt x="31528" y="44244"/>
                    <a:pt x="33576" y="42672"/>
                  </a:cubicBezTo>
                  <a:cubicBezTo>
                    <a:pt x="35624" y="41100"/>
                    <a:pt x="37052" y="38957"/>
                    <a:pt x="37909" y="36290"/>
                  </a:cubicBezTo>
                  <a:cubicBezTo>
                    <a:pt x="38767" y="33576"/>
                    <a:pt x="39195" y="30575"/>
                    <a:pt x="39195" y="27242"/>
                  </a:cubicBezTo>
                  <a:cubicBezTo>
                    <a:pt x="39195" y="23908"/>
                    <a:pt x="38767" y="20717"/>
                    <a:pt x="37909" y="18002"/>
                  </a:cubicBezTo>
                  <a:cubicBezTo>
                    <a:pt x="37052" y="15288"/>
                    <a:pt x="35624" y="13097"/>
                    <a:pt x="33576" y="11525"/>
                  </a:cubicBezTo>
                  <a:cubicBezTo>
                    <a:pt x="31528" y="9954"/>
                    <a:pt x="28766" y="9144"/>
                    <a:pt x="25289" y="9144"/>
                  </a:cubicBezTo>
                  <a:cubicBezTo>
                    <a:pt x="21812" y="9144"/>
                    <a:pt x="19288" y="9954"/>
                    <a:pt x="17335" y="11525"/>
                  </a:cubicBezTo>
                  <a:cubicBezTo>
                    <a:pt x="15383" y="13097"/>
                    <a:pt x="13954" y="15288"/>
                    <a:pt x="13097" y="18002"/>
                  </a:cubicBezTo>
                  <a:cubicBezTo>
                    <a:pt x="12240" y="20717"/>
                    <a:pt x="11811" y="23813"/>
                    <a:pt x="11811" y="27242"/>
                  </a:cubicBezTo>
                  <a:cubicBezTo>
                    <a:pt x="11811" y="30671"/>
                    <a:pt x="12240" y="33623"/>
                    <a:pt x="13097" y="36290"/>
                  </a:cubicBezTo>
                  <a:cubicBezTo>
                    <a:pt x="13954" y="38957"/>
                    <a:pt x="15383" y="41100"/>
                    <a:pt x="17335" y="42672"/>
                  </a:cubicBezTo>
                  <a:cubicBezTo>
                    <a:pt x="19288" y="44244"/>
                    <a:pt x="21955" y="45006"/>
                    <a:pt x="25289" y="45006"/>
                  </a:cubicBezTo>
                  <a:close/>
                </a:path>
              </a:pathLst>
            </a:custGeom>
            <a:solidFill>
              <a:srgbClr val="FFFFFF"/>
            </a:solidFill>
            <a:ln w="4763" cap="flat">
              <a:noFill/>
              <a:prstDash val="solid"/>
              <a:miter/>
            </a:ln>
          </p:spPr>
          <p:txBody>
            <a:bodyPr rtlCol="0" anchor="ctr"/>
            <a:lstStyle/>
            <a:p>
              <a:endParaRPr lang="en-AU" sz="2400"/>
            </a:p>
          </p:txBody>
        </p:sp>
        <p:sp>
          <p:nvSpPr>
            <p:cNvPr id="18" name="Freeform: Shape 17">
              <a:extLst>
                <a:ext uri="{FF2B5EF4-FFF2-40B4-BE49-F238E27FC236}">
                  <a16:creationId xmlns:a16="http://schemas.microsoft.com/office/drawing/2014/main" id="{D0E5E1B0-3F79-0302-6AD3-2CA9F3FAE265}"/>
                </a:ext>
              </a:extLst>
            </p:cNvPr>
            <p:cNvSpPr/>
            <p:nvPr/>
          </p:nvSpPr>
          <p:spPr>
            <a:xfrm>
              <a:off x="634317" y="668369"/>
              <a:ext cx="46196" cy="52863"/>
            </a:xfrm>
            <a:custGeom>
              <a:avLst/>
              <a:gdLst>
                <a:gd name="connsiteX0" fmla="*/ 0 w 46196"/>
                <a:gd name="connsiteY0" fmla="*/ 52864 h 52863"/>
                <a:gd name="connsiteX1" fmla="*/ 0 w 46196"/>
                <a:gd name="connsiteY1" fmla="*/ 762 h 52863"/>
                <a:gd name="connsiteX2" fmla="*/ 11097 w 46196"/>
                <a:gd name="connsiteY2" fmla="*/ 762 h 52863"/>
                <a:gd name="connsiteX3" fmla="*/ 11382 w 46196"/>
                <a:gd name="connsiteY3" fmla="*/ 8668 h 52863"/>
                <a:gd name="connsiteX4" fmla="*/ 18336 w 46196"/>
                <a:gd name="connsiteY4" fmla="*/ 2715 h 52863"/>
                <a:gd name="connsiteX5" fmla="*/ 29623 w 46196"/>
                <a:gd name="connsiteY5" fmla="*/ 0 h 52863"/>
                <a:gd name="connsiteX6" fmla="*/ 42053 w 46196"/>
                <a:gd name="connsiteY6" fmla="*/ 4953 h 52863"/>
                <a:gd name="connsiteX7" fmla="*/ 46196 w 46196"/>
                <a:gd name="connsiteY7" fmla="*/ 19098 h 52863"/>
                <a:gd name="connsiteX8" fmla="*/ 46196 w 46196"/>
                <a:gd name="connsiteY8" fmla="*/ 52864 h 52863"/>
                <a:gd name="connsiteX9" fmla="*/ 34671 w 46196"/>
                <a:gd name="connsiteY9" fmla="*/ 52864 h 52863"/>
                <a:gd name="connsiteX10" fmla="*/ 34671 w 46196"/>
                <a:gd name="connsiteY10" fmla="*/ 20622 h 52863"/>
                <a:gd name="connsiteX11" fmla="*/ 33861 w 46196"/>
                <a:gd name="connsiteY11" fmla="*/ 14764 h 52863"/>
                <a:gd name="connsiteX12" fmla="*/ 31147 w 46196"/>
                <a:gd name="connsiteY12" fmla="*/ 10811 h 52863"/>
                <a:gd name="connsiteX13" fmla="*/ 25956 w 46196"/>
                <a:gd name="connsiteY13" fmla="*/ 9382 h 52863"/>
                <a:gd name="connsiteX14" fmla="*/ 17431 w 46196"/>
                <a:gd name="connsiteY14" fmla="*/ 11716 h 52863"/>
                <a:gd name="connsiteX15" fmla="*/ 11621 w 46196"/>
                <a:gd name="connsiteY15" fmla="*/ 17002 h 52863"/>
                <a:gd name="connsiteX16" fmla="*/ 11621 w 46196"/>
                <a:gd name="connsiteY16" fmla="*/ 52864 h 52863"/>
                <a:gd name="connsiteX17" fmla="*/ 48 w 46196"/>
                <a:gd name="connsiteY17" fmla="*/ 52864 h 5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6196" h="52863">
                  <a:moveTo>
                    <a:pt x="0" y="52864"/>
                  </a:moveTo>
                  <a:lnTo>
                    <a:pt x="0" y="762"/>
                  </a:lnTo>
                  <a:lnTo>
                    <a:pt x="11097" y="762"/>
                  </a:lnTo>
                  <a:lnTo>
                    <a:pt x="11382" y="8668"/>
                  </a:lnTo>
                  <a:cubicBezTo>
                    <a:pt x="13097" y="6477"/>
                    <a:pt x="15430" y="4524"/>
                    <a:pt x="18336" y="2715"/>
                  </a:cubicBezTo>
                  <a:cubicBezTo>
                    <a:pt x="21241" y="905"/>
                    <a:pt x="25003" y="0"/>
                    <a:pt x="29623" y="0"/>
                  </a:cubicBezTo>
                  <a:cubicBezTo>
                    <a:pt x="35147" y="0"/>
                    <a:pt x="39291" y="1667"/>
                    <a:pt x="42053" y="4953"/>
                  </a:cubicBezTo>
                  <a:cubicBezTo>
                    <a:pt x="44815" y="8239"/>
                    <a:pt x="46196" y="12954"/>
                    <a:pt x="46196" y="19098"/>
                  </a:cubicBezTo>
                  <a:lnTo>
                    <a:pt x="46196" y="52864"/>
                  </a:lnTo>
                  <a:lnTo>
                    <a:pt x="34671" y="52864"/>
                  </a:lnTo>
                  <a:lnTo>
                    <a:pt x="34671" y="20622"/>
                  </a:lnTo>
                  <a:cubicBezTo>
                    <a:pt x="34671" y="18431"/>
                    <a:pt x="34385" y="16478"/>
                    <a:pt x="33861" y="14764"/>
                  </a:cubicBezTo>
                  <a:cubicBezTo>
                    <a:pt x="33338" y="13049"/>
                    <a:pt x="32433" y="11763"/>
                    <a:pt x="31147" y="10811"/>
                  </a:cubicBezTo>
                  <a:cubicBezTo>
                    <a:pt x="29861" y="9858"/>
                    <a:pt x="28146" y="9382"/>
                    <a:pt x="25956" y="9382"/>
                  </a:cubicBezTo>
                  <a:cubicBezTo>
                    <a:pt x="22622" y="9382"/>
                    <a:pt x="19764" y="10144"/>
                    <a:pt x="17431" y="11716"/>
                  </a:cubicBezTo>
                  <a:cubicBezTo>
                    <a:pt x="15097" y="13287"/>
                    <a:pt x="13144" y="15002"/>
                    <a:pt x="11621" y="17002"/>
                  </a:cubicBezTo>
                  <a:lnTo>
                    <a:pt x="11621" y="52864"/>
                  </a:lnTo>
                  <a:lnTo>
                    <a:pt x="48" y="52864"/>
                  </a:lnTo>
                  <a:close/>
                </a:path>
              </a:pathLst>
            </a:custGeom>
            <a:solidFill>
              <a:srgbClr val="FFFFFF"/>
            </a:solidFill>
            <a:ln w="4763" cap="flat">
              <a:noFill/>
              <a:prstDash val="solid"/>
              <a:miter/>
            </a:ln>
          </p:spPr>
          <p:txBody>
            <a:bodyPr rtlCol="0" anchor="ctr"/>
            <a:lstStyle/>
            <a:p>
              <a:endParaRPr lang="en-AU" sz="2400"/>
            </a:p>
          </p:txBody>
        </p:sp>
        <p:sp>
          <p:nvSpPr>
            <p:cNvPr id="19" name="Freeform: Shape 18">
              <a:extLst>
                <a:ext uri="{FF2B5EF4-FFF2-40B4-BE49-F238E27FC236}">
                  <a16:creationId xmlns:a16="http://schemas.microsoft.com/office/drawing/2014/main" id="{9D1F6C53-19DF-DA68-2635-899F969539CA}"/>
                </a:ext>
              </a:extLst>
            </p:cNvPr>
            <p:cNvSpPr/>
            <p:nvPr/>
          </p:nvSpPr>
          <p:spPr>
            <a:xfrm>
              <a:off x="696134" y="706421"/>
              <a:ext cx="15906" cy="15478"/>
            </a:xfrm>
            <a:custGeom>
              <a:avLst/>
              <a:gdLst>
                <a:gd name="connsiteX0" fmla="*/ 8001 w 15906"/>
                <a:gd name="connsiteY0" fmla="*/ 15478 h 15478"/>
                <a:gd name="connsiteX1" fmla="*/ 2238 w 15906"/>
                <a:gd name="connsiteY1" fmla="*/ 13240 h 15478"/>
                <a:gd name="connsiteX2" fmla="*/ 0 w 15906"/>
                <a:gd name="connsiteY2" fmla="*/ 7715 h 15478"/>
                <a:gd name="connsiteX3" fmla="*/ 2238 w 15906"/>
                <a:gd name="connsiteY3" fmla="*/ 2143 h 15478"/>
                <a:gd name="connsiteX4" fmla="*/ 8001 w 15906"/>
                <a:gd name="connsiteY4" fmla="*/ 0 h 15478"/>
                <a:gd name="connsiteX5" fmla="*/ 13716 w 15906"/>
                <a:gd name="connsiteY5" fmla="*/ 2143 h 15478"/>
                <a:gd name="connsiteX6" fmla="*/ 15907 w 15906"/>
                <a:gd name="connsiteY6" fmla="*/ 7715 h 15478"/>
                <a:gd name="connsiteX7" fmla="*/ 13716 w 15906"/>
                <a:gd name="connsiteY7" fmla="*/ 13240 h 15478"/>
                <a:gd name="connsiteX8" fmla="*/ 8001 w 15906"/>
                <a:gd name="connsiteY8" fmla="*/ 15478 h 1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906" h="15478">
                  <a:moveTo>
                    <a:pt x="8001" y="15478"/>
                  </a:moveTo>
                  <a:cubicBezTo>
                    <a:pt x="5667" y="15478"/>
                    <a:pt x="3715" y="14716"/>
                    <a:pt x="2238" y="13240"/>
                  </a:cubicBezTo>
                  <a:cubicBezTo>
                    <a:pt x="762" y="11763"/>
                    <a:pt x="0" y="9906"/>
                    <a:pt x="0" y="7715"/>
                  </a:cubicBezTo>
                  <a:cubicBezTo>
                    <a:pt x="0" y="5429"/>
                    <a:pt x="762" y="3572"/>
                    <a:pt x="2238" y="2143"/>
                  </a:cubicBezTo>
                  <a:cubicBezTo>
                    <a:pt x="3715" y="714"/>
                    <a:pt x="5667" y="0"/>
                    <a:pt x="8001" y="0"/>
                  </a:cubicBezTo>
                  <a:cubicBezTo>
                    <a:pt x="10335" y="0"/>
                    <a:pt x="12240" y="714"/>
                    <a:pt x="13716" y="2143"/>
                  </a:cubicBezTo>
                  <a:cubicBezTo>
                    <a:pt x="15192" y="3572"/>
                    <a:pt x="15907" y="5429"/>
                    <a:pt x="15907" y="7715"/>
                  </a:cubicBezTo>
                  <a:cubicBezTo>
                    <a:pt x="15907" y="10001"/>
                    <a:pt x="15192" y="11716"/>
                    <a:pt x="13716" y="13240"/>
                  </a:cubicBezTo>
                  <a:cubicBezTo>
                    <a:pt x="12240" y="14716"/>
                    <a:pt x="10335" y="15478"/>
                    <a:pt x="8001" y="15478"/>
                  </a:cubicBezTo>
                  <a:close/>
                </a:path>
              </a:pathLst>
            </a:custGeom>
            <a:solidFill>
              <a:srgbClr val="FFFFFF"/>
            </a:solidFill>
            <a:ln w="4763" cap="flat">
              <a:noFill/>
              <a:prstDash val="solid"/>
              <a:miter/>
            </a:ln>
          </p:spPr>
          <p:txBody>
            <a:bodyPr rtlCol="0" anchor="ctr"/>
            <a:lstStyle/>
            <a:p>
              <a:endParaRPr lang="en-AU" sz="2400"/>
            </a:p>
          </p:txBody>
        </p:sp>
        <p:sp>
          <p:nvSpPr>
            <p:cNvPr id="20" name="Freeform: Shape 19">
              <a:extLst>
                <a:ext uri="{FF2B5EF4-FFF2-40B4-BE49-F238E27FC236}">
                  <a16:creationId xmlns:a16="http://schemas.microsoft.com/office/drawing/2014/main" id="{96B53F1D-A22F-80E1-8B95-6514DD879F3A}"/>
                </a:ext>
              </a:extLst>
            </p:cNvPr>
            <p:cNvSpPr/>
            <p:nvPr/>
          </p:nvSpPr>
          <p:spPr>
            <a:xfrm>
              <a:off x="722614" y="668274"/>
              <a:ext cx="48291" cy="53863"/>
            </a:xfrm>
            <a:custGeom>
              <a:avLst/>
              <a:gdLst>
                <a:gd name="connsiteX0" fmla="*/ 25146 w 48291"/>
                <a:gd name="connsiteY0" fmla="*/ 53769 h 53863"/>
                <a:gd name="connsiteX1" fmla="*/ 12240 w 48291"/>
                <a:gd name="connsiteY1" fmla="*/ 50911 h 53863"/>
                <a:gd name="connsiteX2" fmla="*/ 3286 w 48291"/>
                <a:gd name="connsiteY2" fmla="*/ 42100 h 53863"/>
                <a:gd name="connsiteX3" fmla="*/ 0 w 48291"/>
                <a:gd name="connsiteY3" fmla="*/ 27099 h 53863"/>
                <a:gd name="connsiteX4" fmla="*/ 3191 w 48291"/>
                <a:gd name="connsiteY4" fmla="*/ 11954 h 53863"/>
                <a:gd name="connsiteX5" fmla="*/ 12002 w 48291"/>
                <a:gd name="connsiteY5" fmla="*/ 2953 h 53863"/>
                <a:gd name="connsiteX6" fmla="*/ 25146 w 48291"/>
                <a:gd name="connsiteY6" fmla="*/ 0 h 53863"/>
                <a:gd name="connsiteX7" fmla="*/ 36528 w 48291"/>
                <a:gd name="connsiteY7" fmla="*/ 2095 h 53863"/>
                <a:gd name="connsiteX8" fmla="*/ 44625 w 48291"/>
                <a:gd name="connsiteY8" fmla="*/ 8334 h 53863"/>
                <a:gd name="connsiteX9" fmla="*/ 47816 w 48291"/>
                <a:gd name="connsiteY9" fmla="*/ 18859 h 53863"/>
                <a:gd name="connsiteX10" fmla="*/ 36528 w 48291"/>
                <a:gd name="connsiteY10" fmla="*/ 18859 h 53863"/>
                <a:gd name="connsiteX11" fmla="*/ 33338 w 48291"/>
                <a:gd name="connsiteY11" fmla="*/ 11716 h 53863"/>
                <a:gd name="connsiteX12" fmla="*/ 25241 w 48291"/>
                <a:gd name="connsiteY12" fmla="*/ 9096 h 53863"/>
                <a:gd name="connsiteX13" fmla="*/ 15097 w 48291"/>
                <a:gd name="connsiteY13" fmla="*/ 13811 h 53863"/>
                <a:gd name="connsiteX14" fmla="*/ 11859 w 48291"/>
                <a:gd name="connsiteY14" fmla="*/ 27099 h 53863"/>
                <a:gd name="connsiteX15" fmla="*/ 13287 w 48291"/>
                <a:gd name="connsiteY15" fmla="*/ 36624 h 53863"/>
                <a:gd name="connsiteX16" fmla="*/ 17717 w 48291"/>
                <a:gd name="connsiteY16" fmla="*/ 42672 h 53863"/>
                <a:gd name="connsiteX17" fmla="*/ 25289 w 48291"/>
                <a:gd name="connsiteY17" fmla="*/ 44767 h 53863"/>
                <a:gd name="connsiteX18" fmla="*/ 33671 w 48291"/>
                <a:gd name="connsiteY18" fmla="*/ 42005 h 53863"/>
                <a:gd name="connsiteX19" fmla="*/ 37005 w 48291"/>
                <a:gd name="connsiteY19" fmla="*/ 34004 h 53863"/>
                <a:gd name="connsiteX20" fmla="*/ 48292 w 48291"/>
                <a:gd name="connsiteY20" fmla="*/ 34004 h 53863"/>
                <a:gd name="connsiteX21" fmla="*/ 45101 w 48291"/>
                <a:gd name="connsiteY21" fmla="*/ 44958 h 53863"/>
                <a:gd name="connsiteX22" fmla="*/ 36909 w 48291"/>
                <a:gd name="connsiteY22" fmla="*/ 51625 h 53863"/>
                <a:gd name="connsiteX23" fmla="*/ 25241 w 48291"/>
                <a:gd name="connsiteY23" fmla="*/ 53864 h 53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8291" h="53863">
                  <a:moveTo>
                    <a:pt x="25146" y="53769"/>
                  </a:moveTo>
                  <a:cubicBezTo>
                    <a:pt x="20336" y="53769"/>
                    <a:pt x="16050" y="52816"/>
                    <a:pt x="12240" y="50911"/>
                  </a:cubicBezTo>
                  <a:cubicBezTo>
                    <a:pt x="8477" y="49006"/>
                    <a:pt x="5477" y="46053"/>
                    <a:pt x="3286" y="42100"/>
                  </a:cubicBezTo>
                  <a:cubicBezTo>
                    <a:pt x="1095" y="38148"/>
                    <a:pt x="0" y="33147"/>
                    <a:pt x="0" y="27099"/>
                  </a:cubicBezTo>
                  <a:cubicBezTo>
                    <a:pt x="0" y="21050"/>
                    <a:pt x="1048" y="15954"/>
                    <a:pt x="3191" y="11954"/>
                  </a:cubicBezTo>
                  <a:cubicBezTo>
                    <a:pt x="5334" y="7953"/>
                    <a:pt x="8239" y="4953"/>
                    <a:pt x="12002" y="2953"/>
                  </a:cubicBezTo>
                  <a:cubicBezTo>
                    <a:pt x="15764" y="952"/>
                    <a:pt x="20145" y="0"/>
                    <a:pt x="25146" y="0"/>
                  </a:cubicBezTo>
                  <a:cubicBezTo>
                    <a:pt x="29337" y="0"/>
                    <a:pt x="33147" y="714"/>
                    <a:pt x="36528" y="2095"/>
                  </a:cubicBezTo>
                  <a:cubicBezTo>
                    <a:pt x="39910" y="3477"/>
                    <a:pt x="42624" y="5572"/>
                    <a:pt x="44625" y="8334"/>
                  </a:cubicBezTo>
                  <a:cubicBezTo>
                    <a:pt x="46625" y="11097"/>
                    <a:pt x="47720" y="14621"/>
                    <a:pt x="47816" y="18859"/>
                  </a:cubicBezTo>
                  <a:lnTo>
                    <a:pt x="36528" y="18859"/>
                  </a:lnTo>
                  <a:cubicBezTo>
                    <a:pt x="36338" y="15811"/>
                    <a:pt x="35290" y="13430"/>
                    <a:pt x="33338" y="11716"/>
                  </a:cubicBezTo>
                  <a:cubicBezTo>
                    <a:pt x="31385" y="9954"/>
                    <a:pt x="28670" y="9096"/>
                    <a:pt x="25241" y="9096"/>
                  </a:cubicBezTo>
                  <a:cubicBezTo>
                    <a:pt x="20622" y="9096"/>
                    <a:pt x="17240" y="10668"/>
                    <a:pt x="15097" y="13811"/>
                  </a:cubicBezTo>
                  <a:cubicBezTo>
                    <a:pt x="12906" y="16954"/>
                    <a:pt x="11859" y="21384"/>
                    <a:pt x="11859" y="27099"/>
                  </a:cubicBezTo>
                  <a:cubicBezTo>
                    <a:pt x="11859" y="30813"/>
                    <a:pt x="12335" y="33957"/>
                    <a:pt x="13287" y="36624"/>
                  </a:cubicBezTo>
                  <a:cubicBezTo>
                    <a:pt x="14240" y="39243"/>
                    <a:pt x="15716" y="41291"/>
                    <a:pt x="17717" y="42672"/>
                  </a:cubicBezTo>
                  <a:cubicBezTo>
                    <a:pt x="19717" y="44053"/>
                    <a:pt x="22193" y="44767"/>
                    <a:pt x="25289" y="44767"/>
                  </a:cubicBezTo>
                  <a:cubicBezTo>
                    <a:pt x="28766" y="44767"/>
                    <a:pt x="31575" y="43863"/>
                    <a:pt x="33671" y="42005"/>
                  </a:cubicBezTo>
                  <a:cubicBezTo>
                    <a:pt x="35766" y="40148"/>
                    <a:pt x="36862" y="37481"/>
                    <a:pt x="37005" y="34004"/>
                  </a:cubicBezTo>
                  <a:lnTo>
                    <a:pt x="48292" y="34004"/>
                  </a:lnTo>
                  <a:cubicBezTo>
                    <a:pt x="48197" y="38338"/>
                    <a:pt x="47101" y="42005"/>
                    <a:pt x="45101" y="44958"/>
                  </a:cubicBezTo>
                  <a:cubicBezTo>
                    <a:pt x="43053" y="47911"/>
                    <a:pt x="40338" y="50149"/>
                    <a:pt x="36909" y="51625"/>
                  </a:cubicBezTo>
                  <a:cubicBezTo>
                    <a:pt x="33480" y="53102"/>
                    <a:pt x="29575" y="53864"/>
                    <a:pt x="25241" y="53864"/>
                  </a:cubicBezTo>
                  <a:close/>
                </a:path>
              </a:pathLst>
            </a:custGeom>
            <a:solidFill>
              <a:srgbClr val="FFFFFF"/>
            </a:solidFill>
            <a:ln w="4763" cap="flat">
              <a:noFill/>
              <a:prstDash val="solid"/>
              <a:miter/>
            </a:ln>
          </p:spPr>
          <p:txBody>
            <a:bodyPr rtlCol="0" anchor="ctr"/>
            <a:lstStyle/>
            <a:p>
              <a:endParaRPr lang="en-AU" sz="2400"/>
            </a:p>
          </p:txBody>
        </p:sp>
        <p:sp>
          <p:nvSpPr>
            <p:cNvPr id="21" name="Freeform: Shape 20">
              <a:extLst>
                <a:ext uri="{FF2B5EF4-FFF2-40B4-BE49-F238E27FC236}">
                  <a16:creationId xmlns:a16="http://schemas.microsoft.com/office/drawing/2014/main" id="{5F8A84AA-B10B-F29D-95AF-9526B3CDE28D}"/>
                </a:ext>
              </a:extLst>
            </p:cNvPr>
            <p:cNvSpPr/>
            <p:nvPr/>
          </p:nvSpPr>
          <p:spPr>
            <a:xfrm>
              <a:off x="781431" y="668131"/>
              <a:ext cx="51006" cy="53959"/>
            </a:xfrm>
            <a:custGeom>
              <a:avLst/>
              <a:gdLst>
                <a:gd name="connsiteX0" fmla="*/ 25289 w 51006"/>
                <a:gd name="connsiteY0" fmla="*/ 53959 h 53959"/>
                <a:gd name="connsiteX1" fmla="*/ 11859 w 51006"/>
                <a:gd name="connsiteY1" fmla="*/ 50768 h 53959"/>
                <a:gd name="connsiteX2" fmla="*/ 3096 w 51006"/>
                <a:gd name="connsiteY2" fmla="*/ 41577 h 53959"/>
                <a:gd name="connsiteX3" fmla="*/ 0 w 51006"/>
                <a:gd name="connsiteY3" fmla="*/ 27146 h 53959"/>
                <a:gd name="connsiteX4" fmla="*/ 3096 w 51006"/>
                <a:gd name="connsiteY4" fmla="*/ 12478 h 53959"/>
                <a:gd name="connsiteX5" fmla="*/ 11859 w 51006"/>
                <a:gd name="connsiteY5" fmla="*/ 3191 h 53959"/>
                <a:gd name="connsiteX6" fmla="*/ 25289 w 51006"/>
                <a:gd name="connsiteY6" fmla="*/ 0 h 53959"/>
                <a:gd name="connsiteX7" fmla="*/ 39005 w 51006"/>
                <a:gd name="connsiteY7" fmla="*/ 3191 h 53959"/>
                <a:gd name="connsiteX8" fmla="*/ 47863 w 51006"/>
                <a:gd name="connsiteY8" fmla="*/ 12478 h 53959"/>
                <a:gd name="connsiteX9" fmla="*/ 51006 w 51006"/>
                <a:gd name="connsiteY9" fmla="*/ 27146 h 53959"/>
                <a:gd name="connsiteX10" fmla="*/ 47863 w 51006"/>
                <a:gd name="connsiteY10" fmla="*/ 41577 h 53959"/>
                <a:gd name="connsiteX11" fmla="*/ 39005 w 51006"/>
                <a:gd name="connsiteY11" fmla="*/ 50768 h 53959"/>
                <a:gd name="connsiteX12" fmla="*/ 25289 w 51006"/>
                <a:gd name="connsiteY12" fmla="*/ 53959 h 53959"/>
                <a:gd name="connsiteX13" fmla="*/ 25289 w 51006"/>
                <a:gd name="connsiteY13" fmla="*/ 45006 h 53959"/>
                <a:gd name="connsiteX14" fmla="*/ 33576 w 51006"/>
                <a:gd name="connsiteY14" fmla="*/ 42672 h 53959"/>
                <a:gd name="connsiteX15" fmla="*/ 37909 w 51006"/>
                <a:gd name="connsiteY15" fmla="*/ 36290 h 53959"/>
                <a:gd name="connsiteX16" fmla="*/ 39195 w 51006"/>
                <a:gd name="connsiteY16" fmla="*/ 27242 h 53959"/>
                <a:gd name="connsiteX17" fmla="*/ 37909 w 51006"/>
                <a:gd name="connsiteY17" fmla="*/ 18002 h 53959"/>
                <a:gd name="connsiteX18" fmla="*/ 33576 w 51006"/>
                <a:gd name="connsiteY18" fmla="*/ 11525 h 53959"/>
                <a:gd name="connsiteX19" fmla="*/ 25289 w 51006"/>
                <a:gd name="connsiteY19" fmla="*/ 9144 h 53959"/>
                <a:gd name="connsiteX20" fmla="*/ 17335 w 51006"/>
                <a:gd name="connsiteY20" fmla="*/ 11525 h 53959"/>
                <a:gd name="connsiteX21" fmla="*/ 13097 w 51006"/>
                <a:gd name="connsiteY21" fmla="*/ 18002 h 53959"/>
                <a:gd name="connsiteX22" fmla="*/ 11811 w 51006"/>
                <a:gd name="connsiteY22" fmla="*/ 27242 h 53959"/>
                <a:gd name="connsiteX23" fmla="*/ 13097 w 51006"/>
                <a:gd name="connsiteY23" fmla="*/ 36290 h 53959"/>
                <a:gd name="connsiteX24" fmla="*/ 17335 w 51006"/>
                <a:gd name="connsiteY24" fmla="*/ 42672 h 53959"/>
                <a:gd name="connsiteX25" fmla="*/ 25289 w 51006"/>
                <a:gd name="connsiteY25" fmla="*/ 45006 h 53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006" h="53959">
                  <a:moveTo>
                    <a:pt x="25289" y="53959"/>
                  </a:moveTo>
                  <a:cubicBezTo>
                    <a:pt x="20145" y="53959"/>
                    <a:pt x="15621" y="52911"/>
                    <a:pt x="11859" y="50768"/>
                  </a:cubicBezTo>
                  <a:cubicBezTo>
                    <a:pt x="8049" y="48673"/>
                    <a:pt x="5144" y="45577"/>
                    <a:pt x="3096" y="41577"/>
                  </a:cubicBezTo>
                  <a:cubicBezTo>
                    <a:pt x="1048" y="37576"/>
                    <a:pt x="0" y="32766"/>
                    <a:pt x="0" y="27146"/>
                  </a:cubicBezTo>
                  <a:cubicBezTo>
                    <a:pt x="0" y="21527"/>
                    <a:pt x="1048" y="16574"/>
                    <a:pt x="3096" y="12478"/>
                  </a:cubicBezTo>
                  <a:cubicBezTo>
                    <a:pt x="5144" y="8382"/>
                    <a:pt x="8049" y="5334"/>
                    <a:pt x="11859" y="3191"/>
                  </a:cubicBezTo>
                  <a:cubicBezTo>
                    <a:pt x="15669" y="1048"/>
                    <a:pt x="20145" y="0"/>
                    <a:pt x="25289" y="0"/>
                  </a:cubicBezTo>
                  <a:cubicBezTo>
                    <a:pt x="30432" y="0"/>
                    <a:pt x="35147" y="1048"/>
                    <a:pt x="39005" y="3191"/>
                  </a:cubicBezTo>
                  <a:cubicBezTo>
                    <a:pt x="42863" y="5334"/>
                    <a:pt x="45815" y="8430"/>
                    <a:pt x="47863" y="12478"/>
                  </a:cubicBezTo>
                  <a:cubicBezTo>
                    <a:pt x="49959" y="16526"/>
                    <a:pt x="51006" y="21431"/>
                    <a:pt x="51006" y="27146"/>
                  </a:cubicBezTo>
                  <a:cubicBezTo>
                    <a:pt x="51006" y="32861"/>
                    <a:pt x="49959" y="37529"/>
                    <a:pt x="47863" y="41577"/>
                  </a:cubicBezTo>
                  <a:cubicBezTo>
                    <a:pt x="45768" y="45577"/>
                    <a:pt x="42815" y="48673"/>
                    <a:pt x="39005" y="50768"/>
                  </a:cubicBezTo>
                  <a:cubicBezTo>
                    <a:pt x="35195" y="52911"/>
                    <a:pt x="30623" y="53959"/>
                    <a:pt x="25289" y="53959"/>
                  </a:cubicBezTo>
                  <a:close/>
                  <a:moveTo>
                    <a:pt x="25289" y="45006"/>
                  </a:moveTo>
                  <a:cubicBezTo>
                    <a:pt x="28765" y="45006"/>
                    <a:pt x="31528" y="44244"/>
                    <a:pt x="33576" y="42672"/>
                  </a:cubicBezTo>
                  <a:cubicBezTo>
                    <a:pt x="35623" y="41100"/>
                    <a:pt x="37052" y="38957"/>
                    <a:pt x="37909" y="36290"/>
                  </a:cubicBezTo>
                  <a:cubicBezTo>
                    <a:pt x="38767" y="33576"/>
                    <a:pt x="39195" y="30575"/>
                    <a:pt x="39195" y="27242"/>
                  </a:cubicBezTo>
                  <a:cubicBezTo>
                    <a:pt x="39195" y="23908"/>
                    <a:pt x="38767" y="20717"/>
                    <a:pt x="37909" y="18002"/>
                  </a:cubicBezTo>
                  <a:cubicBezTo>
                    <a:pt x="37052" y="15288"/>
                    <a:pt x="35623" y="13097"/>
                    <a:pt x="33576" y="11525"/>
                  </a:cubicBezTo>
                  <a:cubicBezTo>
                    <a:pt x="31528" y="9954"/>
                    <a:pt x="28765" y="9144"/>
                    <a:pt x="25289" y="9144"/>
                  </a:cubicBezTo>
                  <a:cubicBezTo>
                    <a:pt x="21812" y="9144"/>
                    <a:pt x="19288" y="9954"/>
                    <a:pt x="17335" y="11525"/>
                  </a:cubicBezTo>
                  <a:cubicBezTo>
                    <a:pt x="15383" y="13097"/>
                    <a:pt x="13954" y="15288"/>
                    <a:pt x="13097" y="18002"/>
                  </a:cubicBezTo>
                  <a:cubicBezTo>
                    <a:pt x="12240" y="20717"/>
                    <a:pt x="11811" y="23813"/>
                    <a:pt x="11811" y="27242"/>
                  </a:cubicBezTo>
                  <a:cubicBezTo>
                    <a:pt x="11811" y="30671"/>
                    <a:pt x="12240" y="33623"/>
                    <a:pt x="13097" y="36290"/>
                  </a:cubicBezTo>
                  <a:cubicBezTo>
                    <a:pt x="13954" y="38957"/>
                    <a:pt x="15383" y="41100"/>
                    <a:pt x="17335" y="42672"/>
                  </a:cubicBezTo>
                  <a:cubicBezTo>
                    <a:pt x="19288" y="44244"/>
                    <a:pt x="21955" y="45006"/>
                    <a:pt x="25289" y="45006"/>
                  </a:cubicBezTo>
                  <a:close/>
                </a:path>
              </a:pathLst>
            </a:custGeom>
            <a:solidFill>
              <a:srgbClr val="FFFFFF"/>
            </a:solidFill>
            <a:ln w="4763" cap="flat">
              <a:noFill/>
              <a:prstDash val="solid"/>
              <a:miter/>
            </a:ln>
          </p:spPr>
          <p:txBody>
            <a:bodyPr rtlCol="0" anchor="ctr"/>
            <a:lstStyle/>
            <a:p>
              <a:endParaRPr lang="en-AU" sz="2400"/>
            </a:p>
          </p:txBody>
        </p:sp>
        <p:sp>
          <p:nvSpPr>
            <p:cNvPr id="22" name="Freeform: Shape 21">
              <a:extLst>
                <a:ext uri="{FF2B5EF4-FFF2-40B4-BE49-F238E27FC236}">
                  <a16:creationId xmlns:a16="http://schemas.microsoft.com/office/drawing/2014/main" id="{FAAE04F8-E0A4-E41B-99C3-D94500EC54D9}"/>
                </a:ext>
              </a:extLst>
            </p:cNvPr>
            <p:cNvSpPr/>
            <p:nvPr/>
          </p:nvSpPr>
          <p:spPr>
            <a:xfrm>
              <a:off x="845772" y="668321"/>
              <a:ext cx="79724" cy="52911"/>
            </a:xfrm>
            <a:custGeom>
              <a:avLst/>
              <a:gdLst>
                <a:gd name="connsiteX0" fmla="*/ 48 w 79724"/>
                <a:gd name="connsiteY0" fmla="*/ 52911 h 52911"/>
                <a:gd name="connsiteX1" fmla="*/ 48 w 79724"/>
                <a:gd name="connsiteY1" fmla="*/ 810 h 52911"/>
                <a:gd name="connsiteX2" fmla="*/ 11144 w 79724"/>
                <a:gd name="connsiteY2" fmla="*/ 810 h 52911"/>
                <a:gd name="connsiteX3" fmla="*/ 11430 w 79724"/>
                <a:gd name="connsiteY3" fmla="*/ 8715 h 52911"/>
                <a:gd name="connsiteX4" fmla="*/ 18336 w 79724"/>
                <a:gd name="connsiteY4" fmla="*/ 2762 h 52911"/>
                <a:gd name="connsiteX5" fmla="*/ 29432 w 79724"/>
                <a:gd name="connsiteY5" fmla="*/ 48 h 52911"/>
                <a:gd name="connsiteX6" fmla="*/ 41720 w 79724"/>
                <a:gd name="connsiteY6" fmla="*/ 5048 h 52911"/>
                <a:gd name="connsiteX7" fmla="*/ 45720 w 79724"/>
                <a:gd name="connsiteY7" fmla="*/ 19098 h 52911"/>
                <a:gd name="connsiteX8" fmla="*/ 45720 w 79724"/>
                <a:gd name="connsiteY8" fmla="*/ 52864 h 52911"/>
                <a:gd name="connsiteX9" fmla="*/ 34100 w 79724"/>
                <a:gd name="connsiteY9" fmla="*/ 52864 h 52911"/>
                <a:gd name="connsiteX10" fmla="*/ 34100 w 79724"/>
                <a:gd name="connsiteY10" fmla="*/ 20622 h 52911"/>
                <a:gd name="connsiteX11" fmla="*/ 33338 w 79724"/>
                <a:gd name="connsiteY11" fmla="*/ 14764 h 52911"/>
                <a:gd name="connsiteX12" fmla="*/ 30671 w 79724"/>
                <a:gd name="connsiteY12" fmla="*/ 10811 h 52911"/>
                <a:gd name="connsiteX13" fmla="*/ 25384 w 79724"/>
                <a:gd name="connsiteY13" fmla="*/ 9382 h 52911"/>
                <a:gd name="connsiteX14" fmla="*/ 17193 w 79724"/>
                <a:gd name="connsiteY14" fmla="*/ 11716 h 52911"/>
                <a:gd name="connsiteX15" fmla="*/ 11573 w 79724"/>
                <a:gd name="connsiteY15" fmla="*/ 17002 h 52911"/>
                <a:gd name="connsiteX16" fmla="*/ 11573 w 79724"/>
                <a:gd name="connsiteY16" fmla="*/ 52864 h 52911"/>
                <a:gd name="connsiteX17" fmla="*/ 0 w 79724"/>
                <a:gd name="connsiteY17" fmla="*/ 52864 h 52911"/>
                <a:gd name="connsiteX18" fmla="*/ 68199 w 79724"/>
                <a:gd name="connsiteY18" fmla="*/ 52911 h 52911"/>
                <a:gd name="connsiteX19" fmla="*/ 68199 w 79724"/>
                <a:gd name="connsiteY19" fmla="*/ 20669 h 52911"/>
                <a:gd name="connsiteX20" fmla="*/ 67437 w 79724"/>
                <a:gd name="connsiteY20" fmla="*/ 14811 h 52911"/>
                <a:gd name="connsiteX21" fmla="*/ 64770 w 79724"/>
                <a:gd name="connsiteY21" fmla="*/ 10858 h 52911"/>
                <a:gd name="connsiteX22" fmla="*/ 59484 w 79724"/>
                <a:gd name="connsiteY22" fmla="*/ 9430 h 52911"/>
                <a:gd name="connsiteX23" fmla="*/ 51292 w 79724"/>
                <a:gd name="connsiteY23" fmla="*/ 11668 h 52911"/>
                <a:gd name="connsiteX24" fmla="*/ 45529 w 79724"/>
                <a:gd name="connsiteY24" fmla="*/ 16812 h 52911"/>
                <a:gd name="connsiteX25" fmla="*/ 43958 w 79724"/>
                <a:gd name="connsiteY25" fmla="*/ 9096 h 52911"/>
                <a:gd name="connsiteX26" fmla="*/ 52006 w 79724"/>
                <a:gd name="connsiteY26" fmla="*/ 2810 h 52911"/>
                <a:gd name="connsiteX27" fmla="*/ 63484 w 79724"/>
                <a:gd name="connsiteY27" fmla="*/ 0 h 52911"/>
                <a:gd name="connsiteX28" fmla="*/ 75724 w 79724"/>
                <a:gd name="connsiteY28" fmla="*/ 5001 h 52911"/>
                <a:gd name="connsiteX29" fmla="*/ 79724 w 79724"/>
                <a:gd name="connsiteY29" fmla="*/ 19050 h 52911"/>
                <a:gd name="connsiteX30" fmla="*/ 79724 w 79724"/>
                <a:gd name="connsiteY30" fmla="*/ 52816 h 52911"/>
                <a:gd name="connsiteX31" fmla="*/ 68199 w 79724"/>
                <a:gd name="connsiteY31" fmla="*/ 52816 h 52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79724" h="52911">
                  <a:moveTo>
                    <a:pt x="48" y="52911"/>
                  </a:moveTo>
                  <a:lnTo>
                    <a:pt x="48" y="810"/>
                  </a:lnTo>
                  <a:lnTo>
                    <a:pt x="11144" y="810"/>
                  </a:lnTo>
                  <a:lnTo>
                    <a:pt x="11430" y="8715"/>
                  </a:lnTo>
                  <a:cubicBezTo>
                    <a:pt x="13049" y="6525"/>
                    <a:pt x="15383" y="4572"/>
                    <a:pt x="18336" y="2762"/>
                  </a:cubicBezTo>
                  <a:cubicBezTo>
                    <a:pt x="21288" y="952"/>
                    <a:pt x="25003" y="48"/>
                    <a:pt x="29432" y="48"/>
                  </a:cubicBezTo>
                  <a:cubicBezTo>
                    <a:pt x="34957" y="48"/>
                    <a:pt x="39052" y="1715"/>
                    <a:pt x="41720" y="5048"/>
                  </a:cubicBezTo>
                  <a:cubicBezTo>
                    <a:pt x="44387" y="8382"/>
                    <a:pt x="45720" y="13097"/>
                    <a:pt x="45720" y="19098"/>
                  </a:cubicBezTo>
                  <a:lnTo>
                    <a:pt x="45720" y="52864"/>
                  </a:lnTo>
                  <a:lnTo>
                    <a:pt x="34100" y="52864"/>
                  </a:lnTo>
                  <a:lnTo>
                    <a:pt x="34100" y="20622"/>
                  </a:lnTo>
                  <a:cubicBezTo>
                    <a:pt x="34100" y="18431"/>
                    <a:pt x="33861" y="16478"/>
                    <a:pt x="33338" y="14764"/>
                  </a:cubicBezTo>
                  <a:cubicBezTo>
                    <a:pt x="32814" y="13049"/>
                    <a:pt x="31909" y="11763"/>
                    <a:pt x="30671" y="10811"/>
                  </a:cubicBezTo>
                  <a:cubicBezTo>
                    <a:pt x="29385" y="9858"/>
                    <a:pt x="27670" y="9382"/>
                    <a:pt x="25384" y="9382"/>
                  </a:cubicBezTo>
                  <a:cubicBezTo>
                    <a:pt x="22193" y="9382"/>
                    <a:pt x="19431" y="10144"/>
                    <a:pt x="17193" y="11716"/>
                  </a:cubicBezTo>
                  <a:cubicBezTo>
                    <a:pt x="14954" y="13287"/>
                    <a:pt x="13097" y="15002"/>
                    <a:pt x="11573" y="17002"/>
                  </a:cubicBezTo>
                  <a:lnTo>
                    <a:pt x="11573" y="52864"/>
                  </a:lnTo>
                  <a:lnTo>
                    <a:pt x="0" y="52864"/>
                  </a:lnTo>
                  <a:close/>
                  <a:moveTo>
                    <a:pt x="68199" y="52911"/>
                  </a:moveTo>
                  <a:lnTo>
                    <a:pt x="68199" y="20669"/>
                  </a:lnTo>
                  <a:cubicBezTo>
                    <a:pt x="68199" y="18479"/>
                    <a:pt x="67961" y="16526"/>
                    <a:pt x="67437" y="14811"/>
                  </a:cubicBezTo>
                  <a:cubicBezTo>
                    <a:pt x="66913" y="13097"/>
                    <a:pt x="66008" y="11811"/>
                    <a:pt x="64770" y="10858"/>
                  </a:cubicBezTo>
                  <a:cubicBezTo>
                    <a:pt x="63484" y="9906"/>
                    <a:pt x="61770" y="9430"/>
                    <a:pt x="59484" y="9430"/>
                  </a:cubicBezTo>
                  <a:cubicBezTo>
                    <a:pt x="56293" y="9430"/>
                    <a:pt x="53531" y="10144"/>
                    <a:pt x="51292" y="11668"/>
                  </a:cubicBezTo>
                  <a:cubicBezTo>
                    <a:pt x="49054" y="13144"/>
                    <a:pt x="47101" y="14859"/>
                    <a:pt x="45529" y="16812"/>
                  </a:cubicBezTo>
                  <a:lnTo>
                    <a:pt x="43958" y="9096"/>
                  </a:lnTo>
                  <a:cubicBezTo>
                    <a:pt x="46101" y="6763"/>
                    <a:pt x="48768" y="4667"/>
                    <a:pt x="52006" y="2810"/>
                  </a:cubicBezTo>
                  <a:cubicBezTo>
                    <a:pt x="55245" y="952"/>
                    <a:pt x="59055" y="0"/>
                    <a:pt x="63484" y="0"/>
                  </a:cubicBezTo>
                  <a:cubicBezTo>
                    <a:pt x="68961" y="0"/>
                    <a:pt x="73057" y="1667"/>
                    <a:pt x="75724" y="5001"/>
                  </a:cubicBezTo>
                  <a:cubicBezTo>
                    <a:pt x="78391" y="8334"/>
                    <a:pt x="79724" y="13049"/>
                    <a:pt x="79724" y="19050"/>
                  </a:cubicBezTo>
                  <a:lnTo>
                    <a:pt x="79724" y="52816"/>
                  </a:lnTo>
                  <a:lnTo>
                    <a:pt x="68199" y="52816"/>
                  </a:lnTo>
                  <a:close/>
                </a:path>
              </a:pathLst>
            </a:custGeom>
            <a:solidFill>
              <a:srgbClr val="FFFFFF"/>
            </a:solidFill>
            <a:ln w="4763" cap="flat">
              <a:noFill/>
              <a:prstDash val="solid"/>
              <a:miter/>
            </a:ln>
          </p:spPr>
          <p:txBody>
            <a:bodyPr rtlCol="0" anchor="ctr"/>
            <a:lstStyle/>
            <a:p>
              <a:endParaRPr lang="en-AU" sz="2400"/>
            </a:p>
          </p:txBody>
        </p:sp>
      </p:grpSp>
    </p:spTree>
    <p:extLst>
      <p:ext uri="{BB962C8B-B14F-4D97-AF65-F5344CB8AC3E}">
        <p14:creationId xmlns:p14="http://schemas.microsoft.com/office/powerpoint/2010/main" val="20209765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preserve="1">
  <p:cSld name="1_Title slide">
    <p:spTree>
      <p:nvGrpSpPr>
        <p:cNvPr id="1" name="Shape 9"/>
        <p:cNvGrpSpPr/>
        <p:nvPr/>
      </p:nvGrpSpPr>
      <p:grpSpPr>
        <a:xfrm>
          <a:off x="0" y="0"/>
          <a:ext cx="0" cy="0"/>
          <a:chOff x="0" y="0"/>
          <a:chExt cx="0" cy="0"/>
        </a:xfrm>
      </p:grpSpPr>
      <p:sp>
        <p:nvSpPr>
          <p:cNvPr id="3" name="Picture Placeholder 2">
            <a:extLst>
              <a:ext uri="{FF2B5EF4-FFF2-40B4-BE49-F238E27FC236}">
                <a16:creationId xmlns:a16="http://schemas.microsoft.com/office/drawing/2014/main" id="{8E170EA9-D2AF-9A09-EEFA-388294C307E3}"/>
              </a:ext>
            </a:extLst>
          </p:cNvPr>
          <p:cNvSpPr>
            <a:spLocks noGrp="1"/>
          </p:cNvSpPr>
          <p:nvPr>
            <p:ph type="pic" sz="quarter" idx="13" hasCustomPrompt="1"/>
          </p:nvPr>
        </p:nvSpPr>
        <p:spPr>
          <a:xfrm>
            <a:off x="0" y="938531"/>
            <a:ext cx="12195175" cy="5919469"/>
          </a:xfrm>
          <a:custGeom>
            <a:avLst/>
            <a:gdLst>
              <a:gd name="connsiteX0" fmla="*/ 0 w 9144000"/>
              <a:gd name="connsiteY0" fmla="*/ 0 h 2270297"/>
              <a:gd name="connsiteX1" fmla="*/ 9144000 w 9144000"/>
              <a:gd name="connsiteY1" fmla="*/ 0 h 2270297"/>
              <a:gd name="connsiteX2" fmla="*/ 9144000 w 9144000"/>
              <a:gd name="connsiteY2" fmla="*/ 2270297 h 2270297"/>
              <a:gd name="connsiteX3" fmla="*/ 0 w 9144000"/>
              <a:gd name="connsiteY3" fmla="*/ 2270297 h 2270297"/>
              <a:gd name="connsiteX4" fmla="*/ 0 w 9144000"/>
              <a:gd name="connsiteY4" fmla="*/ 0 h 2270297"/>
              <a:gd name="connsiteX0" fmla="*/ 0 w 9144000"/>
              <a:gd name="connsiteY0" fmla="*/ 5542 h 2275839"/>
              <a:gd name="connsiteX1" fmla="*/ 7642860 w 9144000"/>
              <a:gd name="connsiteY1" fmla="*/ 0 h 2275839"/>
              <a:gd name="connsiteX2" fmla="*/ 9144000 w 9144000"/>
              <a:gd name="connsiteY2" fmla="*/ 5542 h 2275839"/>
              <a:gd name="connsiteX3" fmla="*/ 9144000 w 9144000"/>
              <a:gd name="connsiteY3" fmla="*/ 2275839 h 2275839"/>
              <a:gd name="connsiteX4" fmla="*/ 0 w 9144000"/>
              <a:gd name="connsiteY4" fmla="*/ 2275839 h 2275839"/>
              <a:gd name="connsiteX5" fmla="*/ 0 w 9144000"/>
              <a:gd name="connsiteY5" fmla="*/ 5542 h 2275839"/>
              <a:gd name="connsiteX0" fmla="*/ 0 w 9144000"/>
              <a:gd name="connsiteY0" fmla="*/ 5542 h 2275839"/>
              <a:gd name="connsiteX1" fmla="*/ 7642860 w 9144000"/>
              <a:gd name="connsiteY1" fmla="*/ 0 h 2275839"/>
              <a:gd name="connsiteX2" fmla="*/ 8877300 w 9144000"/>
              <a:gd name="connsiteY2" fmla="*/ 0 h 2275839"/>
              <a:gd name="connsiteX3" fmla="*/ 9144000 w 9144000"/>
              <a:gd name="connsiteY3" fmla="*/ 5542 h 2275839"/>
              <a:gd name="connsiteX4" fmla="*/ 9144000 w 9144000"/>
              <a:gd name="connsiteY4" fmla="*/ 2275839 h 2275839"/>
              <a:gd name="connsiteX5" fmla="*/ 0 w 9144000"/>
              <a:gd name="connsiteY5" fmla="*/ 2275839 h 2275839"/>
              <a:gd name="connsiteX6" fmla="*/ 0 w 9144000"/>
              <a:gd name="connsiteY6" fmla="*/ 5542 h 2275839"/>
              <a:gd name="connsiteX0" fmla="*/ 0 w 9144000"/>
              <a:gd name="connsiteY0" fmla="*/ 13162 h 2283459"/>
              <a:gd name="connsiteX1" fmla="*/ 7642860 w 9144000"/>
              <a:gd name="connsiteY1" fmla="*/ 7620 h 2283459"/>
              <a:gd name="connsiteX2" fmla="*/ 8282940 w 9144000"/>
              <a:gd name="connsiteY2" fmla="*/ 0 h 2283459"/>
              <a:gd name="connsiteX3" fmla="*/ 8877300 w 9144000"/>
              <a:gd name="connsiteY3" fmla="*/ 7620 h 2283459"/>
              <a:gd name="connsiteX4" fmla="*/ 9144000 w 9144000"/>
              <a:gd name="connsiteY4" fmla="*/ 13162 h 2283459"/>
              <a:gd name="connsiteX5" fmla="*/ 9144000 w 9144000"/>
              <a:gd name="connsiteY5" fmla="*/ 2283459 h 2283459"/>
              <a:gd name="connsiteX6" fmla="*/ 0 w 9144000"/>
              <a:gd name="connsiteY6" fmla="*/ 2283459 h 2283459"/>
              <a:gd name="connsiteX7" fmla="*/ 0 w 9144000"/>
              <a:gd name="connsiteY7" fmla="*/ 13162 h 2283459"/>
              <a:gd name="connsiteX0" fmla="*/ 0 w 9144000"/>
              <a:gd name="connsiteY0" fmla="*/ 150322 h 2420619"/>
              <a:gd name="connsiteX1" fmla="*/ 7642860 w 9144000"/>
              <a:gd name="connsiteY1" fmla="*/ 144780 h 2420619"/>
              <a:gd name="connsiteX2" fmla="*/ 8260080 w 9144000"/>
              <a:gd name="connsiteY2" fmla="*/ 0 h 2420619"/>
              <a:gd name="connsiteX3" fmla="*/ 8877300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609523 w 9144000"/>
              <a:gd name="connsiteY1" fmla="*/ 140017 h 2420619"/>
              <a:gd name="connsiteX2" fmla="*/ 8260080 w 9144000"/>
              <a:gd name="connsiteY2" fmla="*/ 0 h 2420619"/>
              <a:gd name="connsiteX3" fmla="*/ 8877300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609523 w 9144000"/>
              <a:gd name="connsiteY1" fmla="*/ 140017 h 2420619"/>
              <a:gd name="connsiteX2" fmla="*/ 8260080 w 9144000"/>
              <a:gd name="connsiteY2" fmla="*/ 0 h 2420619"/>
              <a:gd name="connsiteX3" fmla="*/ 8893969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602379 w 9144000"/>
              <a:gd name="connsiteY1" fmla="*/ 147161 h 2420619"/>
              <a:gd name="connsiteX2" fmla="*/ 8260080 w 9144000"/>
              <a:gd name="connsiteY2" fmla="*/ 0 h 2420619"/>
              <a:gd name="connsiteX3" fmla="*/ 8893969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576185 w 9144000"/>
              <a:gd name="connsiteY1" fmla="*/ 144780 h 2420619"/>
              <a:gd name="connsiteX2" fmla="*/ 8260080 w 9144000"/>
              <a:gd name="connsiteY2" fmla="*/ 0 h 2420619"/>
              <a:gd name="connsiteX3" fmla="*/ 8893969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576185 w 9144000"/>
              <a:gd name="connsiteY1" fmla="*/ 144780 h 2420619"/>
              <a:gd name="connsiteX2" fmla="*/ 8260080 w 9144000"/>
              <a:gd name="connsiteY2" fmla="*/ 0 h 2420619"/>
              <a:gd name="connsiteX3" fmla="*/ 8893969 w 9144000"/>
              <a:gd name="connsiteY3" fmla="*/ 149543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576185 w 9144000"/>
              <a:gd name="connsiteY1" fmla="*/ 144780 h 2420619"/>
              <a:gd name="connsiteX2" fmla="*/ 8260080 w 9144000"/>
              <a:gd name="connsiteY2" fmla="*/ 0 h 2420619"/>
              <a:gd name="connsiteX3" fmla="*/ 8936831 w 9144000"/>
              <a:gd name="connsiteY3" fmla="*/ 151924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6381"/>
              <a:gd name="connsiteY0" fmla="*/ 150322 h 2420619"/>
              <a:gd name="connsiteX1" fmla="*/ 7576185 w 9146381"/>
              <a:gd name="connsiteY1" fmla="*/ 144780 h 2420619"/>
              <a:gd name="connsiteX2" fmla="*/ 8260080 w 9146381"/>
              <a:gd name="connsiteY2" fmla="*/ 0 h 2420619"/>
              <a:gd name="connsiteX3" fmla="*/ 8936831 w 9146381"/>
              <a:gd name="connsiteY3" fmla="*/ 151924 h 2420619"/>
              <a:gd name="connsiteX4" fmla="*/ 9146381 w 9146381"/>
              <a:gd name="connsiteY4" fmla="*/ 147941 h 2420619"/>
              <a:gd name="connsiteX5" fmla="*/ 9144000 w 9146381"/>
              <a:gd name="connsiteY5" fmla="*/ 2420619 h 2420619"/>
              <a:gd name="connsiteX6" fmla="*/ 0 w 9146381"/>
              <a:gd name="connsiteY6" fmla="*/ 2420619 h 2420619"/>
              <a:gd name="connsiteX7" fmla="*/ 0 w 9146381"/>
              <a:gd name="connsiteY7" fmla="*/ 150322 h 2420619"/>
              <a:gd name="connsiteX0" fmla="*/ 0 w 9146381"/>
              <a:gd name="connsiteY0" fmla="*/ 150322 h 2420619"/>
              <a:gd name="connsiteX1" fmla="*/ 7576185 w 9146381"/>
              <a:gd name="connsiteY1" fmla="*/ 144780 h 2420619"/>
              <a:gd name="connsiteX2" fmla="*/ 8260080 w 9146381"/>
              <a:gd name="connsiteY2" fmla="*/ 0 h 2420619"/>
              <a:gd name="connsiteX3" fmla="*/ 8936831 w 9146381"/>
              <a:gd name="connsiteY3" fmla="*/ 147162 h 2420619"/>
              <a:gd name="connsiteX4" fmla="*/ 9146381 w 9146381"/>
              <a:gd name="connsiteY4" fmla="*/ 147941 h 2420619"/>
              <a:gd name="connsiteX5" fmla="*/ 9144000 w 9146381"/>
              <a:gd name="connsiteY5" fmla="*/ 2420619 h 2420619"/>
              <a:gd name="connsiteX6" fmla="*/ 0 w 9146381"/>
              <a:gd name="connsiteY6" fmla="*/ 2420619 h 2420619"/>
              <a:gd name="connsiteX7" fmla="*/ 0 w 9146381"/>
              <a:gd name="connsiteY7" fmla="*/ 150322 h 2420619"/>
              <a:gd name="connsiteX0" fmla="*/ 0 w 9146381"/>
              <a:gd name="connsiteY0" fmla="*/ 150322 h 2420619"/>
              <a:gd name="connsiteX1" fmla="*/ 7566660 w 9146381"/>
              <a:gd name="connsiteY1" fmla="*/ 142399 h 2420619"/>
              <a:gd name="connsiteX2" fmla="*/ 8260080 w 9146381"/>
              <a:gd name="connsiteY2" fmla="*/ 0 h 2420619"/>
              <a:gd name="connsiteX3" fmla="*/ 8936831 w 9146381"/>
              <a:gd name="connsiteY3" fmla="*/ 147162 h 2420619"/>
              <a:gd name="connsiteX4" fmla="*/ 9146381 w 9146381"/>
              <a:gd name="connsiteY4" fmla="*/ 147941 h 2420619"/>
              <a:gd name="connsiteX5" fmla="*/ 9144000 w 9146381"/>
              <a:gd name="connsiteY5" fmla="*/ 2420619 h 2420619"/>
              <a:gd name="connsiteX6" fmla="*/ 0 w 9146381"/>
              <a:gd name="connsiteY6" fmla="*/ 2420619 h 2420619"/>
              <a:gd name="connsiteX7" fmla="*/ 0 w 9146381"/>
              <a:gd name="connsiteY7" fmla="*/ 150322 h 2420619"/>
              <a:gd name="connsiteX0" fmla="*/ 0 w 9146381"/>
              <a:gd name="connsiteY0" fmla="*/ 155084 h 2425381"/>
              <a:gd name="connsiteX1" fmla="*/ 7566660 w 9146381"/>
              <a:gd name="connsiteY1" fmla="*/ 147161 h 2425381"/>
              <a:gd name="connsiteX2" fmla="*/ 8250555 w 9146381"/>
              <a:gd name="connsiteY2" fmla="*/ 0 h 2425381"/>
              <a:gd name="connsiteX3" fmla="*/ 8936831 w 9146381"/>
              <a:gd name="connsiteY3" fmla="*/ 151924 h 2425381"/>
              <a:gd name="connsiteX4" fmla="*/ 9146381 w 9146381"/>
              <a:gd name="connsiteY4" fmla="*/ 152703 h 2425381"/>
              <a:gd name="connsiteX5" fmla="*/ 9144000 w 9146381"/>
              <a:gd name="connsiteY5" fmla="*/ 2425381 h 2425381"/>
              <a:gd name="connsiteX6" fmla="*/ 0 w 9146381"/>
              <a:gd name="connsiteY6" fmla="*/ 2425381 h 2425381"/>
              <a:gd name="connsiteX7" fmla="*/ 0 w 9146381"/>
              <a:gd name="connsiteY7" fmla="*/ 155084 h 2425381"/>
              <a:gd name="connsiteX0" fmla="*/ 0 w 9146381"/>
              <a:gd name="connsiteY0" fmla="*/ 82234 h 2425381"/>
              <a:gd name="connsiteX1" fmla="*/ 7566660 w 9146381"/>
              <a:gd name="connsiteY1" fmla="*/ 147161 h 2425381"/>
              <a:gd name="connsiteX2" fmla="*/ 8250555 w 9146381"/>
              <a:gd name="connsiteY2" fmla="*/ 0 h 2425381"/>
              <a:gd name="connsiteX3" fmla="*/ 8936831 w 9146381"/>
              <a:gd name="connsiteY3" fmla="*/ 151924 h 2425381"/>
              <a:gd name="connsiteX4" fmla="*/ 9146381 w 9146381"/>
              <a:gd name="connsiteY4" fmla="*/ 152703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147161 h 2425381"/>
              <a:gd name="connsiteX2" fmla="*/ 8250555 w 9146381"/>
              <a:gd name="connsiteY2" fmla="*/ 0 h 2425381"/>
              <a:gd name="connsiteX3" fmla="*/ 8936831 w 9146381"/>
              <a:gd name="connsiteY3" fmla="*/ 151924 h 2425381"/>
              <a:gd name="connsiteX4" fmla="*/ 9146381 w 9146381"/>
              <a:gd name="connsiteY4" fmla="*/ 79853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147161 h 2425381"/>
              <a:gd name="connsiteX2" fmla="*/ 8250555 w 9146381"/>
              <a:gd name="connsiteY2" fmla="*/ 0 h 2425381"/>
              <a:gd name="connsiteX3" fmla="*/ 8924131 w 9146381"/>
              <a:gd name="connsiteY3" fmla="*/ 86012 h 2425381"/>
              <a:gd name="connsiteX4" fmla="*/ 9146381 w 9146381"/>
              <a:gd name="connsiteY4" fmla="*/ 79853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74311 h 2425381"/>
              <a:gd name="connsiteX2" fmla="*/ 8250555 w 9146381"/>
              <a:gd name="connsiteY2" fmla="*/ 0 h 2425381"/>
              <a:gd name="connsiteX3" fmla="*/ 8924131 w 9146381"/>
              <a:gd name="connsiteY3" fmla="*/ 86012 h 2425381"/>
              <a:gd name="connsiteX4" fmla="*/ 9146381 w 9146381"/>
              <a:gd name="connsiteY4" fmla="*/ 79853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74311 h 2425381"/>
              <a:gd name="connsiteX2" fmla="*/ 8250555 w 9146381"/>
              <a:gd name="connsiteY2" fmla="*/ 0 h 2425381"/>
              <a:gd name="connsiteX3" fmla="*/ 8927306 w 9146381"/>
              <a:gd name="connsiteY3" fmla="*/ 80808 h 2425381"/>
              <a:gd name="connsiteX4" fmla="*/ 9146381 w 9146381"/>
              <a:gd name="connsiteY4" fmla="*/ 79853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74311 h 2425381"/>
              <a:gd name="connsiteX2" fmla="*/ 8250555 w 9146381"/>
              <a:gd name="connsiteY2" fmla="*/ 0 h 2425381"/>
              <a:gd name="connsiteX3" fmla="*/ 8927306 w 9146381"/>
              <a:gd name="connsiteY3" fmla="*/ 80808 h 2425381"/>
              <a:gd name="connsiteX4" fmla="*/ 9146381 w 9146381"/>
              <a:gd name="connsiteY4" fmla="*/ 85057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74311 h 2425381"/>
              <a:gd name="connsiteX2" fmla="*/ 8250555 w 9146381"/>
              <a:gd name="connsiteY2" fmla="*/ 0 h 2425381"/>
              <a:gd name="connsiteX3" fmla="*/ 8927306 w 9146381"/>
              <a:gd name="connsiteY3" fmla="*/ 80808 h 2425381"/>
              <a:gd name="connsiteX4" fmla="*/ 9146381 w 9146381"/>
              <a:gd name="connsiteY4" fmla="*/ 79854 h 2425381"/>
              <a:gd name="connsiteX5" fmla="*/ 9144000 w 9146381"/>
              <a:gd name="connsiteY5" fmla="*/ 2425381 h 2425381"/>
              <a:gd name="connsiteX6" fmla="*/ 0 w 9146381"/>
              <a:gd name="connsiteY6" fmla="*/ 2425381 h 2425381"/>
              <a:gd name="connsiteX7" fmla="*/ 0 w 9146381"/>
              <a:gd name="connsiteY7" fmla="*/ 82234 h 242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6381" h="2425381">
                <a:moveTo>
                  <a:pt x="0" y="82234"/>
                </a:moveTo>
                <a:lnTo>
                  <a:pt x="7566660" y="74311"/>
                </a:lnTo>
                <a:lnTo>
                  <a:pt x="8250555" y="0"/>
                </a:lnTo>
                <a:lnTo>
                  <a:pt x="8927306" y="80808"/>
                </a:lnTo>
                <a:lnTo>
                  <a:pt x="9146381" y="79854"/>
                </a:lnTo>
                <a:cubicBezTo>
                  <a:pt x="9145587" y="837413"/>
                  <a:pt x="9144794" y="1667822"/>
                  <a:pt x="9144000" y="2425381"/>
                </a:cubicBezTo>
                <a:lnTo>
                  <a:pt x="0" y="2425381"/>
                </a:lnTo>
                <a:lnTo>
                  <a:pt x="0" y="82234"/>
                </a:lnTo>
                <a:close/>
              </a:path>
            </a:pathLst>
          </a:custGeom>
          <a:noFill/>
        </p:spPr>
        <p:txBody>
          <a:bodyPr/>
          <a:lstStyle>
            <a:lvl1pPr marL="152396" indent="0">
              <a:buNone/>
              <a:defRPr/>
            </a:lvl1pPr>
          </a:lstStyle>
          <a:p>
            <a:r>
              <a:rPr lang="en-IN"/>
              <a:t> </a:t>
            </a:r>
            <a:endParaRPr lang="en-AU"/>
          </a:p>
        </p:txBody>
      </p:sp>
      <p:sp>
        <p:nvSpPr>
          <p:cNvPr id="5" name="Google Shape;10;p2">
            <a:extLst>
              <a:ext uri="{FF2B5EF4-FFF2-40B4-BE49-F238E27FC236}">
                <a16:creationId xmlns:a16="http://schemas.microsoft.com/office/drawing/2014/main" id="{7DE77569-CF12-8ADA-417E-A17EED745482}"/>
              </a:ext>
            </a:extLst>
          </p:cNvPr>
          <p:cNvSpPr txBox="1">
            <a:spLocks noGrp="1"/>
          </p:cNvSpPr>
          <p:nvPr>
            <p:ph type="ctrTitle" hasCustomPrompt="1"/>
          </p:nvPr>
        </p:nvSpPr>
        <p:spPr>
          <a:xfrm>
            <a:off x="415611" y="2570018"/>
            <a:ext cx="5680389" cy="1396999"/>
          </a:xfrm>
          <a:prstGeom prst="rect">
            <a:avLst/>
          </a:prstGeom>
        </p:spPr>
        <p:txBody>
          <a:bodyPr spcFirstLastPara="1" wrap="square" lIns="90000" tIns="90000" rIns="90000" bIns="36000" anchor="b" anchorCtr="0">
            <a:noAutofit/>
          </a:bodyPr>
          <a:lstStyle>
            <a:lvl1pPr lvl="0" algn="l">
              <a:spcBef>
                <a:spcPts val="0"/>
              </a:spcBef>
              <a:spcAft>
                <a:spcPts val="0"/>
              </a:spcAft>
              <a:buSzPts val="5200"/>
              <a:buNone/>
              <a:defRPr sz="3733" b="1">
                <a:solidFill>
                  <a:schemeClr val="tx1"/>
                </a:solidFill>
                <a:latin typeface="PP Neue Machina Plain Ultrabold" pitchFamily="50" charset="0"/>
              </a:defRPr>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br>
              <a:rPr lang="en-IN"/>
            </a:br>
            <a:r>
              <a:rPr lang="en-IN"/>
              <a:t>Click here to </a:t>
            </a:r>
            <a:br>
              <a:rPr lang="en-IN"/>
            </a:br>
            <a:r>
              <a:rPr lang="en-IN"/>
              <a:t>add title</a:t>
            </a:r>
            <a:endParaRPr/>
          </a:p>
        </p:txBody>
      </p:sp>
      <p:sp>
        <p:nvSpPr>
          <p:cNvPr id="6" name="Google Shape;11;p2">
            <a:extLst>
              <a:ext uri="{FF2B5EF4-FFF2-40B4-BE49-F238E27FC236}">
                <a16:creationId xmlns:a16="http://schemas.microsoft.com/office/drawing/2014/main" id="{0C50BD5F-C55E-53AD-DB29-26F4E5A5E512}"/>
              </a:ext>
            </a:extLst>
          </p:cNvPr>
          <p:cNvSpPr txBox="1">
            <a:spLocks noGrp="1"/>
          </p:cNvSpPr>
          <p:nvPr>
            <p:ph type="subTitle" idx="1"/>
          </p:nvPr>
        </p:nvSpPr>
        <p:spPr>
          <a:xfrm>
            <a:off x="406400" y="3992417"/>
            <a:ext cx="5680389" cy="609600"/>
          </a:xfrm>
          <a:prstGeom prst="rect">
            <a:avLst/>
          </a:prstGeom>
        </p:spPr>
        <p:txBody>
          <a:bodyPr spcFirstLastPara="1" wrap="square" lIns="90000" tIns="90000" rIns="90000" bIns="90000" anchor="t" anchorCtr="0">
            <a:noAutofit/>
          </a:bodyPr>
          <a:lstStyle>
            <a:lvl1pPr marL="0" lvl="0" indent="0" algn="l">
              <a:lnSpc>
                <a:spcPct val="100000"/>
              </a:lnSpc>
              <a:spcBef>
                <a:spcPts val="0"/>
              </a:spcBef>
              <a:spcAft>
                <a:spcPts val="0"/>
              </a:spcAft>
              <a:buSzPts val="2800"/>
              <a:buNone/>
              <a:defRPr sz="2400">
                <a:solidFill>
                  <a:schemeClr val="accent1"/>
                </a:solidFill>
              </a:defRPr>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a:r>
              <a:rPr lang="en-GB"/>
              <a:t>Click to edit Master subtitle style</a:t>
            </a:r>
            <a:endParaRPr/>
          </a:p>
        </p:txBody>
      </p:sp>
      <p:sp>
        <p:nvSpPr>
          <p:cNvPr id="7" name="Freeform: Shape 6">
            <a:extLst>
              <a:ext uri="{FF2B5EF4-FFF2-40B4-BE49-F238E27FC236}">
                <a16:creationId xmlns:a16="http://schemas.microsoft.com/office/drawing/2014/main" id="{809891C3-701D-E83E-C330-2FF6C40C1E62}"/>
              </a:ext>
            </a:extLst>
          </p:cNvPr>
          <p:cNvSpPr/>
          <p:nvPr/>
        </p:nvSpPr>
        <p:spPr>
          <a:xfrm>
            <a:off x="0" y="0"/>
            <a:ext cx="12192000" cy="1143000"/>
          </a:xfrm>
          <a:custGeom>
            <a:avLst/>
            <a:gdLst>
              <a:gd name="connsiteX0" fmla="*/ 0 w 9144000"/>
              <a:gd name="connsiteY0" fmla="*/ 0 h 857250"/>
              <a:gd name="connsiteX1" fmla="*/ 0 w 9144000"/>
              <a:gd name="connsiteY1" fmla="*/ 857250 h 857250"/>
              <a:gd name="connsiteX2" fmla="*/ 7540609 w 9144000"/>
              <a:gd name="connsiteY2" fmla="*/ 857250 h 857250"/>
              <a:gd name="connsiteX3" fmla="*/ 8245698 w 9144000"/>
              <a:gd name="connsiteY3" fmla="*/ 707422 h 857250"/>
              <a:gd name="connsiteX4" fmla="*/ 8933831 w 9144000"/>
              <a:gd name="connsiteY4" fmla="*/ 857250 h 857250"/>
              <a:gd name="connsiteX5" fmla="*/ 9144000 w 9144000"/>
              <a:gd name="connsiteY5" fmla="*/ 857250 h 857250"/>
              <a:gd name="connsiteX6" fmla="*/ 9144000 w 9144000"/>
              <a:gd name="connsiteY6" fmla="*/ 0 h 857250"/>
              <a:gd name="connsiteX7" fmla="*/ 0 w 9144000"/>
              <a:gd name="connsiteY7" fmla="*/ 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857250">
                <a:moveTo>
                  <a:pt x="0" y="0"/>
                </a:moveTo>
                <a:lnTo>
                  <a:pt x="0" y="857250"/>
                </a:lnTo>
                <a:lnTo>
                  <a:pt x="7540609" y="857250"/>
                </a:lnTo>
                <a:lnTo>
                  <a:pt x="8245698" y="707422"/>
                </a:lnTo>
                <a:lnTo>
                  <a:pt x="8933831" y="857250"/>
                </a:lnTo>
                <a:lnTo>
                  <a:pt x="9144000" y="857250"/>
                </a:lnTo>
                <a:lnTo>
                  <a:pt x="9144000" y="0"/>
                </a:lnTo>
                <a:lnTo>
                  <a:pt x="0" y="0"/>
                </a:lnTo>
                <a:close/>
              </a:path>
            </a:pathLst>
          </a:custGeom>
          <a:gradFill>
            <a:gsLst>
              <a:gs pos="0">
                <a:srgbClr val="5BC1A0"/>
              </a:gs>
              <a:gs pos="50000">
                <a:srgbClr val="2E9376"/>
              </a:gs>
              <a:gs pos="100000">
                <a:srgbClr val="01654D"/>
              </a:gs>
            </a:gsLst>
            <a:lin ang="0" scaled="1"/>
          </a:gradFill>
          <a:ln w="8132" cap="flat">
            <a:noFill/>
            <a:prstDash val="solid"/>
            <a:miter/>
          </a:ln>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marL="0" lvl="0" defTabSz="1219170" eaLnBrk="1" latinLnBrk="0" hangingPunct="1"/>
            <a:endParaRPr lang="en-AU" sz="2400" kern="1200">
              <a:solidFill>
                <a:schemeClr val="tx1"/>
              </a:solidFill>
              <a:latin typeface="+mn-lt"/>
              <a:ea typeface="+mn-ea"/>
              <a:cs typeface="+mn-cs"/>
            </a:endParaRPr>
          </a:p>
        </p:txBody>
      </p:sp>
      <p:sp>
        <p:nvSpPr>
          <p:cNvPr id="8" name="Freeform: Shape 7">
            <a:extLst>
              <a:ext uri="{FF2B5EF4-FFF2-40B4-BE49-F238E27FC236}">
                <a16:creationId xmlns:a16="http://schemas.microsoft.com/office/drawing/2014/main" id="{DA258AEC-2E45-E11A-26EF-45595D0532FE}"/>
              </a:ext>
            </a:extLst>
          </p:cNvPr>
          <p:cNvSpPr/>
          <p:nvPr/>
        </p:nvSpPr>
        <p:spPr>
          <a:xfrm>
            <a:off x="10054144" y="582866"/>
            <a:ext cx="1662048" cy="380111"/>
          </a:xfrm>
          <a:custGeom>
            <a:avLst/>
            <a:gdLst>
              <a:gd name="connsiteX0" fmla="*/ 718995 w 1246536"/>
              <a:gd name="connsiteY0" fmla="*/ 0 h 285083"/>
              <a:gd name="connsiteX1" fmla="*/ 769239 w 1246536"/>
              <a:gd name="connsiteY1" fmla="*/ 10668 h 285083"/>
              <a:gd name="connsiteX2" fmla="*/ 842391 w 1246536"/>
              <a:gd name="connsiteY2" fmla="*/ 94726 h 285083"/>
              <a:gd name="connsiteX3" fmla="*/ 769239 w 1246536"/>
              <a:gd name="connsiteY3" fmla="*/ 147876 h 285083"/>
              <a:gd name="connsiteX4" fmla="*/ 718995 w 1246536"/>
              <a:gd name="connsiteY4" fmla="*/ 137208 h 285083"/>
              <a:gd name="connsiteX5" fmla="*/ 718995 w 1246536"/>
              <a:gd name="connsiteY5" fmla="*/ 48 h 285083"/>
              <a:gd name="connsiteX6" fmla="*/ 769239 w 1246536"/>
              <a:gd name="connsiteY6" fmla="*/ 116681 h 285083"/>
              <a:gd name="connsiteX7" fmla="*/ 808530 w 1246536"/>
              <a:gd name="connsiteY7" fmla="*/ 87487 h 285083"/>
              <a:gd name="connsiteX8" fmla="*/ 769239 w 1246536"/>
              <a:gd name="connsiteY8" fmla="*/ 41577 h 285083"/>
              <a:gd name="connsiteX9" fmla="*/ 752856 w 1246536"/>
              <a:gd name="connsiteY9" fmla="*/ 38100 h 285083"/>
              <a:gd name="connsiteX10" fmla="*/ 752856 w 1246536"/>
              <a:gd name="connsiteY10" fmla="*/ 113205 h 285083"/>
              <a:gd name="connsiteX11" fmla="*/ 769239 w 1246536"/>
              <a:gd name="connsiteY11" fmla="*/ 116681 h 285083"/>
              <a:gd name="connsiteX12" fmla="*/ 947024 w 1246536"/>
              <a:gd name="connsiteY12" fmla="*/ 48482 h 285083"/>
              <a:gd name="connsiteX13" fmla="*/ 947024 w 1246536"/>
              <a:gd name="connsiteY13" fmla="*/ 79391 h 285083"/>
              <a:gd name="connsiteX14" fmla="*/ 917067 w 1246536"/>
              <a:gd name="connsiteY14" fmla="*/ 73009 h 285083"/>
              <a:gd name="connsiteX15" fmla="*/ 917067 w 1246536"/>
              <a:gd name="connsiteY15" fmla="*/ 148114 h 285083"/>
              <a:gd name="connsiteX16" fmla="*/ 947024 w 1246536"/>
              <a:gd name="connsiteY16" fmla="*/ 154496 h 285083"/>
              <a:gd name="connsiteX17" fmla="*/ 947024 w 1246536"/>
              <a:gd name="connsiteY17" fmla="*/ 185642 h 285083"/>
              <a:gd name="connsiteX18" fmla="*/ 853393 w 1246536"/>
              <a:gd name="connsiteY18" fmla="*/ 165735 h 285083"/>
              <a:gd name="connsiteX19" fmla="*/ 853393 w 1246536"/>
              <a:gd name="connsiteY19" fmla="*/ 134588 h 285083"/>
              <a:gd name="connsiteX20" fmla="*/ 883349 w 1246536"/>
              <a:gd name="connsiteY20" fmla="*/ 140970 h 285083"/>
              <a:gd name="connsiteX21" fmla="*/ 883349 w 1246536"/>
              <a:gd name="connsiteY21" fmla="*/ 65865 h 285083"/>
              <a:gd name="connsiteX22" fmla="*/ 853393 w 1246536"/>
              <a:gd name="connsiteY22" fmla="*/ 59484 h 285083"/>
              <a:gd name="connsiteX23" fmla="*/ 853393 w 1246536"/>
              <a:gd name="connsiteY23" fmla="*/ 28575 h 285083"/>
              <a:gd name="connsiteX24" fmla="*/ 947024 w 1246536"/>
              <a:gd name="connsiteY24" fmla="*/ 48482 h 285083"/>
              <a:gd name="connsiteX25" fmla="*/ 1026319 w 1246536"/>
              <a:gd name="connsiteY25" fmla="*/ 62579 h 285083"/>
              <a:gd name="connsiteX26" fmla="*/ 1094994 w 1246536"/>
              <a:gd name="connsiteY26" fmla="*/ 148399 h 285083"/>
              <a:gd name="connsiteX27" fmla="*/ 1026319 w 1246536"/>
              <a:gd name="connsiteY27" fmla="*/ 205216 h 285083"/>
              <a:gd name="connsiteX28" fmla="*/ 957263 w 1246536"/>
              <a:gd name="connsiteY28" fmla="*/ 119158 h 285083"/>
              <a:gd name="connsiteX29" fmla="*/ 1026319 w 1246536"/>
              <a:gd name="connsiteY29" fmla="*/ 62627 h 285083"/>
              <a:gd name="connsiteX30" fmla="*/ 1026319 w 1246536"/>
              <a:gd name="connsiteY30" fmla="*/ 173117 h 285083"/>
              <a:gd name="connsiteX31" fmla="*/ 1060180 w 1246536"/>
              <a:gd name="connsiteY31" fmla="*/ 141018 h 285083"/>
              <a:gd name="connsiteX32" fmla="*/ 1026319 w 1246536"/>
              <a:gd name="connsiteY32" fmla="*/ 94726 h 285083"/>
              <a:gd name="connsiteX33" fmla="*/ 992267 w 1246536"/>
              <a:gd name="connsiteY33" fmla="*/ 126587 h 285083"/>
              <a:gd name="connsiteX34" fmla="*/ 1026319 w 1246536"/>
              <a:gd name="connsiteY34" fmla="*/ 173117 h 285083"/>
              <a:gd name="connsiteX35" fmla="*/ 1111949 w 1246536"/>
              <a:gd name="connsiteY35" fmla="*/ 83534 h 285083"/>
              <a:gd name="connsiteX36" fmla="*/ 1175814 w 1246536"/>
              <a:gd name="connsiteY36" fmla="*/ 97107 h 285083"/>
              <a:gd name="connsiteX37" fmla="*/ 1212675 w 1246536"/>
              <a:gd name="connsiteY37" fmla="*/ 230791 h 285083"/>
              <a:gd name="connsiteX38" fmla="*/ 1212675 w 1246536"/>
              <a:gd name="connsiteY38" fmla="*/ 104918 h 285083"/>
              <a:gd name="connsiteX39" fmla="*/ 1246537 w 1246536"/>
              <a:gd name="connsiteY39" fmla="*/ 112109 h 285083"/>
              <a:gd name="connsiteX40" fmla="*/ 1246537 w 1246536"/>
              <a:gd name="connsiteY40" fmla="*/ 249269 h 285083"/>
              <a:gd name="connsiteX41" fmla="*/ 1182672 w 1246536"/>
              <a:gd name="connsiteY41" fmla="*/ 235696 h 285083"/>
              <a:gd name="connsiteX42" fmla="*/ 1145810 w 1246536"/>
              <a:gd name="connsiteY42" fmla="*/ 102013 h 285083"/>
              <a:gd name="connsiteX43" fmla="*/ 1145810 w 1246536"/>
              <a:gd name="connsiteY43" fmla="*/ 227886 h 285083"/>
              <a:gd name="connsiteX44" fmla="*/ 1111949 w 1246536"/>
              <a:gd name="connsiteY44" fmla="*/ 220694 h 285083"/>
              <a:gd name="connsiteX45" fmla="*/ 1111949 w 1246536"/>
              <a:gd name="connsiteY45" fmla="*/ 83534 h 285083"/>
              <a:gd name="connsiteX46" fmla="*/ 42101 w 1246536"/>
              <a:gd name="connsiteY46" fmla="*/ 138970 h 285083"/>
              <a:gd name="connsiteX47" fmla="*/ 104108 w 1246536"/>
              <a:gd name="connsiteY47" fmla="*/ 125778 h 285083"/>
              <a:gd name="connsiteX48" fmla="*/ 145971 w 1246536"/>
              <a:gd name="connsiteY48" fmla="*/ 254032 h 285083"/>
              <a:gd name="connsiteX49" fmla="*/ 110061 w 1246536"/>
              <a:gd name="connsiteY49" fmla="*/ 261652 h 285083"/>
              <a:gd name="connsiteX50" fmla="*/ 97774 w 1246536"/>
              <a:gd name="connsiteY50" fmla="*/ 222837 h 285083"/>
              <a:gd name="connsiteX51" fmla="*/ 47863 w 1246536"/>
              <a:gd name="connsiteY51" fmla="*/ 233458 h 285083"/>
              <a:gd name="connsiteX52" fmla="*/ 35576 w 1246536"/>
              <a:gd name="connsiteY52" fmla="*/ 277511 h 285083"/>
              <a:gd name="connsiteX53" fmla="*/ 0 w 1246536"/>
              <a:gd name="connsiteY53" fmla="*/ 285083 h 285083"/>
              <a:gd name="connsiteX54" fmla="*/ 42053 w 1246536"/>
              <a:gd name="connsiteY54" fmla="*/ 138970 h 285083"/>
              <a:gd name="connsiteX55" fmla="*/ 88440 w 1246536"/>
              <a:gd name="connsiteY55" fmla="*/ 193881 h 285083"/>
              <a:gd name="connsiteX56" fmla="*/ 72819 w 1246536"/>
              <a:gd name="connsiteY56" fmla="*/ 144875 h 285083"/>
              <a:gd name="connsiteX57" fmla="*/ 57198 w 1246536"/>
              <a:gd name="connsiteY57" fmla="*/ 200549 h 285083"/>
              <a:gd name="connsiteX58" fmla="*/ 88488 w 1246536"/>
              <a:gd name="connsiteY58" fmla="*/ 193881 h 285083"/>
              <a:gd name="connsiteX59" fmla="*/ 214646 w 1246536"/>
              <a:gd name="connsiteY59" fmla="*/ 242173 h 285083"/>
              <a:gd name="connsiteX60" fmla="*/ 148733 w 1246536"/>
              <a:gd name="connsiteY60" fmla="*/ 199930 h 285083"/>
              <a:gd name="connsiteX61" fmla="*/ 183738 w 1246536"/>
              <a:gd name="connsiteY61" fmla="*/ 192500 h 285083"/>
              <a:gd name="connsiteX62" fmla="*/ 215408 w 1246536"/>
              <a:gd name="connsiteY62" fmla="*/ 212408 h 285083"/>
              <a:gd name="connsiteX63" fmla="*/ 239030 w 1246536"/>
              <a:gd name="connsiteY63" fmla="*/ 195310 h 285083"/>
              <a:gd name="connsiteX64" fmla="*/ 227886 w 1246536"/>
              <a:gd name="connsiteY64" fmla="*/ 187166 h 285083"/>
              <a:gd name="connsiteX65" fmla="*/ 183975 w 1246536"/>
              <a:gd name="connsiteY65" fmla="*/ 184452 h 285083"/>
              <a:gd name="connsiteX66" fmla="*/ 154210 w 1246536"/>
              <a:gd name="connsiteY66" fmla="*/ 153210 h 285083"/>
              <a:gd name="connsiteX67" fmla="*/ 207645 w 1246536"/>
              <a:gd name="connsiteY67" fmla="*/ 101013 h 285083"/>
              <a:gd name="connsiteX68" fmla="*/ 268891 w 1246536"/>
              <a:gd name="connsiteY68" fmla="*/ 138017 h 285083"/>
              <a:gd name="connsiteX69" fmla="*/ 234077 w 1246536"/>
              <a:gd name="connsiteY69" fmla="*/ 145399 h 285083"/>
              <a:gd name="connsiteX70" fmla="*/ 208217 w 1246536"/>
              <a:gd name="connsiteY70" fmla="*/ 129873 h 285083"/>
              <a:gd name="connsiteX71" fmla="*/ 189215 w 1246536"/>
              <a:gd name="connsiteY71" fmla="*/ 145018 h 285083"/>
              <a:gd name="connsiteX72" fmla="*/ 199454 w 1246536"/>
              <a:gd name="connsiteY72" fmla="*/ 152352 h 285083"/>
              <a:gd name="connsiteX73" fmla="*/ 242078 w 1246536"/>
              <a:gd name="connsiteY73" fmla="*/ 154400 h 285083"/>
              <a:gd name="connsiteX74" fmla="*/ 273891 w 1246536"/>
              <a:gd name="connsiteY74" fmla="*/ 186357 h 285083"/>
              <a:gd name="connsiteX75" fmla="*/ 214694 w 1246536"/>
              <a:gd name="connsiteY75" fmla="*/ 242126 h 285083"/>
              <a:gd name="connsiteX76" fmla="*/ 283702 w 1246536"/>
              <a:gd name="connsiteY76" fmla="*/ 156067 h 285083"/>
              <a:gd name="connsiteX77" fmla="*/ 353330 w 1246536"/>
              <a:gd name="connsiteY77" fmla="*/ 70056 h 285083"/>
              <a:gd name="connsiteX78" fmla="*/ 419767 w 1246536"/>
              <a:gd name="connsiteY78" fmla="*/ 111585 h 285083"/>
              <a:gd name="connsiteX79" fmla="*/ 384953 w 1246536"/>
              <a:gd name="connsiteY79" fmla="*/ 118967 h 285083"/>
              <a:gd name="connsiteX80" fmla="*/ 353473 w 1246536"/>
              <a:gd name="connsiteY80" fmla="*/ 102108 h 285083"/>
              <a:gd name="connsiteX81" fmla="*/ 318659 w 1246536"/>
              <a:gd name="connsiteY81" fmla="*/ 148590 h 285083"/>
              <a:gd name="connsiteX82" fmla="*/ 353473 w 1246536"/>
              <a:gd name="connsiteY82" fmla="*/ 180499 h 285083"/>
              <a:gd name="connsiteX83" fmla="*/ 384953 w 1246536"/>
              <a:gd name="connsiteY83" fmla="*/ 150066 h 285083"/>
              <a:gd name="connsiteX84" fmla="*/ 419767 w 1246536"/>
              <a:gd name="connsiteY84" fmla="*/ 142685 h 285083"/>
              <a:gd name="connsiteX85" fmla="*/ 353330 w 1246536"/>
              <a:gd name="connsiteY85" fmla="*/ 212646 h 285083"/>
              <a:gd name="connsiteX86" fmla="*/ 283702 w 1246536"/>
              <a:gd name="connsiteY86" fmla="*/ 156067 h 285083"/>
              <a:gd name="connsiteX87" fmla="*/ 436340 w 1246536"/>
              <a:gd name="connsiteY87" fmla="*/ 55150 h 285083"/>
              <a:gd name="connsiteX88" fmla="*/ 540782 w 1246536"/>
              <a:gd name="connsiteY88" fmla="*/ 32956 h 285083"/>
              <a:gd name="connsiteX89" fmla="*/ 540782 w 1246536"/>
              <a:gd name="connsiteY89" fmla="*/ 63865 h 285083"/>
              <a:gd name="connsiteX90" fmla="*/ 470440 w 1246536"/>
              <a:gd name="connsiteY90" fmla="*/ 78819 h 285083"/>
              <a:gd name="connsiteX91" fmla="*/ 470440 w 1246536"/>
              <a:gd name="connsiteY91" fmla="*/ 101775 h 285083"/>
              <a:gd name="connsiteX92" fmla="*/ 531495 w 1246536"/>
              <a:gd name="connsiteY92" fmla="*/ 88821 h 285083"/>
              <a:gd name="connsiteX93" fmla="*/ 531495 w 1246536"/>
              <a:gd name="connsiteY93" fmla="*/ 118015 h 285083"/>
              <a:gd name="connsiteX94" fmla="*/ 470440 w 1246536"/>
              <a:gd name="connsiteY94" fmla="*/ 131016 h 285083"/>
              <a:gd name="connsiteX95" fmla="*/ 470440 w 1246536"/>
              <a:gd name="connsiteY95" fmla="*/ 154162 h 285083"/>
              <a:gd name="connsiteX96" fmla="*/ 540782 w 1246536"/>
              <a:gd name="connsiteY96" fmla="*/ 139208 h 285083"/>
              <a:gd name="connsiteX97" fmla="*/ 540782 w 1246536"/>
              <a:gd name="connsiteY97" fmla="*/ 170117 h 285083"/>
              <a:gd name="connsiteX98" fmla="*/ 436340 w 1246536"/>
              <a:gd name="connsiteY98" fmla="*/ 192310 h 285083"/>
              <a:gd name="connsiteX99" fmla="*/ 436340 w 1246536"/>
              <a:gd name="connsiteY99" fmla="*/ 55150 h 285083"/>
              <a:gd name="connsiteX100" fmla="*/ 561308 w 1246536"/>
              <a:gd name="connsiteY100" fmla="*/ 28575 h 285083"/>
              <a:gd name="connsiteX101" fmla="*/ 625173 w 1246536"/>
              <a:gd name="connsiteY101" fmla="*/ 15002 h 285083"/>
              <a:gd name="connsiteX102" fmla="*/ 662035 w 1246536"/>
              <a:gd name="connsiteY102" fmla="*/ 133064 h 285083"/>
              <a:gd name="connsiteX103" fmla="*/ 662035 w 1246536"/>
              <a:gd name="connsiteY103" fmla="*/ 7191 h 285083"/>
              <a:gd name="connsiteX104" fmla="*/ 695897 w 1246536"/>
              <a:gd name="connsiteY104" fmla="*/ 0 h 285083"/>
              <a:gd name="connsiteX105" fmla="*/ 695897 w 1246536"/>
              <a:gd name="connsiteY105" fmla="*/ 137160 h 285083"/>
              <a:gd name="connsiteX106" fmla="*/ 632032 w 1246536"/>
              <a:gd name="connsiteY106" fmla="*/ 150733 h 285083"/>
              <a:gd name="connsiteX107" fmla="*/ 595170 w 1246536"/>
              <a:gd name="connsiteY107" fmla="*/ 32671 h 285083"/>
              <a:gd name="connsiteX108" fmla="*/ 595170 w 1246536"/>
              <a:gd name="connsiteY108" fmla="*/ 158544 h 285083"/>
              <a:gd name="connsiteX109" fmla="*/ 561308 w 1246536"/>
              <a:gd name="connsiteY109" fmla="*/ 165735 h 285083"/>
              <a:gd name="connsiteX110" fmla="*/ 561308 w 1246536"/>
              <a:gd name="connsiteY110" fmla="*/ 28575 h 2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246536" h="285083">
                <a:moveTo>
                  <a:pt x="718995" y="0"/>
                </a:moveTo>
                <a:lnTo>
                  <a:pt x="769239" y="10668"/>
                </a:lnTo>
                <a:cubicBezTo>
                  <a:pt x="805149" y="18288"/>
                  <a:pt x="842391" y="35766"/>
                  <a:pt x="842391" y="94726"/>
                </a:cubicBezTo>
                <a:cubicBezTo>
                  <a:pt x="842391" y="153876"/>
                  <a:pt x="805149" y="155496"/>
                  <a:pt x="769239" y="147876"/>
                </a:cubicBezTo>
                <a:lnTo>
                  <a:pt x="718995" y="137208"/>
                </a:lnTo>
                <a:lnTo>
                  <a:pt x="718995" y="48"/>
                </a:lnTo>
                <a:close/>
                <a:moveTo>
                  <a:pt x="769239" y="116681"/>
                </a:moveTo>
                <a:cubicBezTo>
                  <a:pt x="791766" y="121491"/>
                  <a:pt x="808530" y="124254"/>
                  <a:pt x="808530" y="87487"/>
                </a:cubicBezTo>
                <a:cubicBezTo>
                  <a:pt x="808530" y="50721"/>
                  <a:pt x="791623" y="46339"/>
                  <a:pt x="769239" y="41577"/>
                </a:cubicBezTo>
                <a:lnTo>
                  <a:pt x="752856" y="38100"/>
                </a:lnTo>
                <a:lnTo>
                  <a:pt x="752856" y="113205"/>
                </a:lnTo>
                <a:cubicBezTo>
                  <a:pt x="752856" y="113205"/>
                  <a:pt x="769239" y="116681"/>
                  <a:pt x="769239" y="116681"/>
                </a:cubicBezTo>
                <a:close/>
                <a:moveTo>
                  <a:pt x="947024" y="48482"/>
                </a:moveTo>
                <a:lnTo>
                  <a:pt x="947024" y="79391"/>
                </a:lnTo>
                <a:cubicBezTo>
                  <a:pt x="947024" y="79391"/>
                  <a:pt x="917067" y="73009"/>
                  <a:pt x="917067" y="73009"/>
                </a:cubicBezTo>
                <a:lnTo>
                  <a:pt x="917067" y="148114"/>
                </a:lnTo>
                <a:cubicBezTo>
                  <a:pt x="917067" y="148114"/>
                  <a:pt x="947024" y="154496"/>
                  <a:pt x="947024" y="154496"/>
                </a:cubicBezTo>
                <a:lnTo>
                  <a:pt x="947024" y="185642"/>
                </a:lnTo>
                <a:cubicBezTo>
                  <a:pt x="947024" y="185642"/>
                  <a:pt x="853393" y="165735"/>
                  <a:pt x="853393" y="165735"/>
                </a:cubicBezTo>
                <a:lnTo>
                  <a:pt x="853393" y="134588"/>
                </a:lnTo>
                <a:cubicBezTo>
                  <a:pt x="853393" y="134588"/>
                  <a:pt x="883349" y="140970"/>
                  <a:pt x="883349" y="140970"/>
                </a:cubicBezTo>
                <a:lnTo>
                  <a:pt x="883349" y="65865"/>
                </a:lnTo>
                <a:cubicBezTo>
                  <a:pt x="883349" y="65865"/>
                  <a:pt x="853393" y="59484"/>
                  <a:pt x="853393" y="59484"/>
                </a:cubicBezTo>
                <a:lnTo>
                  <a:pt x="853393" y="28575"/>
                </a:lnTo>
                <a:cubicBezTo>
                  <a:pt x="853393" y="28575"/>
                  <a:pt x="947024" y="48482"/>
                  <a:pt x="947024" y="48482"/>
                </a:cubicBezTo>
                <a:close/>
                <a:moveTo>
                  <a:pt x="1026319" y="62579"/>
                </a:moveTo>
                <a:cubicBezTo>
                  <a:pt x="1068944" y="71628"/>
                  <a:pt x="1094994" y="107918"/>
                  <a:pt x="1094994" y="148399"/>
                </a:cubicBezTo>
                <a:cubicBezTo>
                  <a:pt x="1094994" y="189071"/>
                  <a:pt x="1068944" y="214265"/>
                  <a:pt x="1026319" y="205216"/>
                </a:cubicBezTo>
                <a:cubicBezTo>
                  <a:pt x="983504" y="196120"/>
                  <a:pt x="957263" y="159782"/>
                  <a:pt x="957263" y="119158"/>
                </a:cubicBezTo>
                <a:cubicBezTo>
                  <a:pt x="957263" y="78676"/>
                  <a:pt x="983504" y="53530"/>
                  <a:pt x="1026319" y="62627"/>
                </a:cubicBezTo>
                <a:moveTo>
                  <a:pt x="1026319" y="173117"/>
                </a:moveTo>
                <a:cubicBezTo>
                  <a:pt x="1049036" y="177927"/>
                  <a:pt x="1060180" y="165925"/>
                  <a:pt x="1060180" y="141018"/>
                </a:cubicBezTo>
                <a:cubicBezTo>
                  <a:pt x="1060180" y="116110"/>
                  <a:pt x="1048846" y="99489"/>
                  <a:pt x="1026319" y="94726"/>
                </a:cubicBezTo>
                <a:cubicBezTo>
                  <a:pt x="1003602" y="89916"/>
                  <a:pt x="992267" y="101870"/>
                  <a:pt x="992267" y="126587"/>
                </a:cubicBezTo>
                <a:cubicBezTo>
                  <a:pt x="992267" y="151495"/>
                  <a:pt x="1003649" y="168307"/>
                  <a:pt x="1026319" y="173117"/>
                </a:cubicBezTo>
                <a:moveTo>
                  <a:pt x="1111949" y="83534"/>
                </a:moveTo>
                <a:lnTo>
                  <a:pt x="1175814" y="97107"/>
                </a:lnTo>
                <a:lnTo>
                  <a:pt x="1212675" y="230791"/>
                </a:lnTo>
                <a:lnTo>
                  <a:pt x="1212675" y="104918"/>
                </a:lnTo>
                <a:cubicBezTo>
                  <a:pt x="1212675" y="104918"/>
                  <a:pt x="1246537" y="112109"/>
                  <a:pt x="1246537" y="112109"/>
                </a:cubicBezTo>
                <a:lnTo>
                  <a:pt x="1246537" y="249269"/>
                </a:lnTo>
                <a:cubicBezTo>
                  <a:pt x="1246537" y="249269"/>
                  <a:pt x="1182672" y="235696"/>
                  <a:pt x="1182672" y="235696"/>
                </a:cubicBezTo>
                <a:lnTo>
                  <a:pt x="1145810" y="102013"/>
                </a:lnTo>
                <a:lnTo>
                  <a:pt x="1145810" y="227886"/>
                </a:lnTo>
                <a:cubicBezTo>
                  <a:pt x="1145810" y="227886"/>
                  <a:pt x="1111949" y="220694"/>
                  <a:pt x="1111949" y="220694"/>
                </a:cubicBezTo>
                <a:lnTo>
                  <a:pt x="1111949" y="83534"/>
                </a:lnTo>
                <a:close/>
                <a:moveTo>
                  <a:pt x="42101" y="138970"/>
                </a:moveTo>
                <a:lnTo>
                  <a:pt x="104108" y="125778"/>
                </a:lnTo>
                <a:lnTo>
                  <a:pt x="145971" y="254032"/>
                </a:lnTo>
                <a:lnTo>
                  <a:pt x="110061" y="261652"/>
                </a:lnTo>
                <a:lnTo>
                  <a:pt x="97774" y="222837"/>
                </a:lnTo>
                <a:lnTo>
                  <a:pt x="47863" y="233458"/>
                </a:lnTo>
                <a:lnTo>
                  <a:pt x="35576" y="277511"/>
                </a:lnTo>
                <a:lnTo>
                  <a:pt x="0" y="285083"/>
                </a:lnTo>
                <a:lnTo>
                  <a:pt x="42053" y="138970"/>
                </a:lnTo>
                <a:close/>
                <a:moveTo>
                  <a:pt x="88440" y="193881"/>
                </a:moveTo>
                <a:lnTo>
                  <a:pt x="72819" y="144875"/>
                </a:lnTo>
                <a:lnTo>
                  <a:pt x="57198" y="200549"/>
                </a:lnTo>
                <a:lnTo>
                  <a:pt x="88488" y="193881"/>
                </a:lnTo>
                <a:close/>
                <a:moveTo>
                  <a:pt x="214646" y="242173"/>
                </a:moveTo>
                <a:cubicBezTo>
                  <a:pt x="168307" y="252032"/>
                  <a:pt x="148733" y="235553"/>
                  <a:pt x="148733" y="199930"/>
                </a:cubicBezTo>
                <a:lnTo>
                  <a:pt x="183738" y="192500"/>
                </a:lnTo>
                <a:cubicBezTo>
                  <a:pt x="183738" y="211979"/>
                  <a:pt x="190977" y="217599"/>
                  <a:pt x="215408" y="212408"/>
                </a:cubicBezTo>
                <a:cubicBezTo>
                  <a:pt x="231982" y="208883"/>
                  <a:pt x="239030" y="203883"/>
                  <a:pt x="239030" y="195310"/>
                </a:cubicBezTo>
                <a:cubicBezTo>
                  <a:pt x="239030" y="190452"/>
                  <a:pt x="235315" y="187547"/>
                  <a:pt x="227886" y="187166"/>
                </a:cubicBezTo>
                <a:lnTo>
                  <a:pt x="183975" y="184452"/>
                </a:lnTo>
                <a:cubicBezTo>
                  <a:pt x="161258" y="182880"/>
                  <a:pt x="154210" y="170545"/>
                  <a:pt x="154210" y="153210"/>
                </a:cubicBezTo>
                <a:cubicBezTo>
                  <a:pt x="154210" y="126540"/>
                  <a:pt x="173212" y="108299"/>
                  <a:pt x="207645" y="101013"/>
                </a:cubicBezTo>
                <a:cubicBezTo>
                  <a:pt x="248603" y="92297"/>
                  <a:pt x="268891" y="108252"/>
                  <a:pt x="268891" y="138017"/>
                </a:cubicBezTo>
                <a:lnTo>
                  <a:pt x="234077" y="145399"/>
                </a:lnTo>
                <a:cubicBezTo>
                  <a:pt x="234077" y="130635"/>
                  <a:pt x="226076" y="126111"/>
                  <a:pt x="208217" y="129873"/>
                </a:cubicBezTo>
                <a:cubicBezTo>
                  <a:pt x="195739" y="132540"/>
                  <a:pt x="189215" y="137208"/>
                  <a:pt x="189215" y="145018"/>
                </a:cubicBezTo>
                <a:cubicBezTo>
                  <a:pt x="189215" y="148923"/>
                  <a:pt x="191262" y="151781"/>
                  <a:pt x="199454" y="152352"/>
                </a:cubicBezTo>
                <a:lnTo>
                  <a:pt x="242078" y="154400"/>
                </a:lnTo>
                <a:cubicBezTo>
                  <a:pt x="263843" y="155400"/>
                  <a:pt x="273891" y="166306"/>
                  <a:pt x="273891" y="186357"/>
                </a:cubicBezTo>
                <a:cubicBezTo>
                  <a:pt x="273891" y="212408"/>
                  <a:pt x="256747" y="233172"/>
                  <a:pt x="214694" y="242126"/>
                </a:cubicBezTo>
                <a:moveTo>
                  <a:pt x="283702" y="156067"/>
                </a:moveTo>
                <a:cubicBezTo>
                  <a:pt x="283702" y="115586"/>
                  <a:pt x="310325" y="79200"/>
                  <a:pt x="353330" y="70056"/>
                </a:cubicBezTo>
                <a:cubicBezTo>
                  <a:pt x="390906" y="62055"/>
                  <a:pt x="415862" y="77962"/>
                  <a:pt x="419767" y="111585"/>
                </a:cubicBezTo>
                <a:lnTo>
                  <a:pt x="384953" y="118967"/>
                </a:lnTo>
                <a:cubicBezTo>
                  <a:pt x="382143" y="104775"/>
                  <a:pt x="370047" y="98584"/>
                  <a:pt x="353473" y="102108"/>
                </a:cubicBezTo>
                <a:cubicBezTo>
                  <a:pt x="333185" y="106442"/>
                  <a:pt x="318659" y="121587"/>
                  <a:pt x="318659" y="148590"/>
                </a:cubicBezTo>
                <a:cubicBezTo>
                  <a:pt x="318659" y="175832"/>
                  <a:pt x="333185" y="184785"/>
                  <a:pt x="353473" y="180499"/>
                </a:cubicBezTo>
                <a:cubicBezTo>
                  <a:pt x="370047" y="176974"/>
                  <a:pt x="382143" y="165449"/>
                  <a:pt x="384953" y="150066"/>
                </a:cubicBezTo>
                <a:lnTo>
                  <a:pt x="419767" y="142685"/>
                </a:lnTo>
                <a:cubicBezTo>
                  <a:pt x="415862" y="178165"/>
                  <a:pt x="390906" y="204645"/>
                  <a:pt x="353330" y="212646"/>
                </a:cubicBezTo>
                <a:cubicBezTo>
                  <a:pt x="310325" y="221790"/>
                  <a:pt x="283702" y="196691"/>
                  <a:pt x="283702" y="156067"/>
                </a:cubicBezTo>
                <a:moveTo>
                  <a:pt x="436340" y="55150"/>
                </a:moveTo>
                <a:lnTo>
                  <a:pt x="540782" y="32956"/>
                </a:lnTo>
                <a:lnTo>
                  <a:pt x="540782" y="63865"/>
                </a:lnTo>
                <a:cubicBezTo>
                  <a:pt x="540782" y="63865"/>
                  <a:pt x="470440" y="78819"/>
                  <a:pt x="470440" y="78819"/>
                </a:cubicBezTo>
                <a:lnTo>
                  <a:pt x="470440" y="101775"/>
                </a:lnTo>
                <a:cubicBezTo>
                  <a:pt x="470440" y="101775"/>
                  <a:pt x="531495" y="88821"/>
                  <a:pt x="531495" y="88821"/>
                </a:cubicBezTo>
                <a:lnTo>
                  <a:pt x="531495" y="118015"/>
                </a:lnTo>
                <a:cubicBezTo>
                  <a:pt x="531495" y="118015"/>
                  <a:pt x="470440" y="131016"/>
                  <a:pt x="470440" y="131016"/>
                </a:cubicBezTo>
                <a:lnTo>
                  <a:pt x="470440" y="154162"/>
                </a:lnTo>
                <a:cubicBezTo>
                  <a:pt x="470440" y="154162"/>
                  <a:pt x="540782" y="139208"/>
                  <a:pt x="540782" y="139208"/>
                </a:cubicBezTo>
                <a:lnTo>
                  <a:pt x="540782" y="170117"/>
                </a:lnTo>
                <a:cubicBezTo>
                  <a:pt x="540782" y="170117"/>
                  <a:pt x="436340" y="192310"/>
                  <a:pt x="436340" y="192310"/>
                </a:cubicBezTo>
                <a:lnTo>
                  <a:pt x="436340" y="55150"/>
                </a:lnTo>
                <a:close/>
                <a:moveTo>
                  <a:pt x="561308" y="28575"/>
                </a:moveTo>
                <a:lnTo>
                  <a:pt x="625173" y="15002"/>
                </a:lnTo>
                <a:lnTo>
                  <a:pt x="662035" y="133064"/>
                </a:lnTo>
                <a:lnTo>
                  <a:pt x="662035" y="7191"/>
                </a:lnTo>
                <a:cubicBezTo>
                  <a:pt x="662035" y="7191"/>
                  <a:pt x="695897" y="0"/>
                  <a:pt x="695897" y="0"/>
                </a:cubicBezTo>
                <a:lnTo>
                  <a:pt x="695897" y="137160"/>
                </a:lnTo>
                <a:cubicBezTo>
                  <a:pt x="695897" y="137160"/>
                  <a:pt x="632032" y="150733"/>
                  <a:pt x="632032" y="150733"/>
                </a:cubicBezTo>
                <a:lnTo>
                  <a:pt x="595170" y="32671"/>
                </a:lnTo>
                <a:lnTo>
                  <a:pt x="595170" y="158544"/>
                </a:lnTo>
                <a:cubicBezTo>
                  <a:pt x="595170" y="158544"/>
                  <a:pt x="561308" y="165735"/>
                  <a:pt x="561308" y="165735"/>
                </a:cubicBezTo>
                <a:lnTo>
                  <a:pt x="561308" y="28575"/>
                </a:lnTo>
                <a:close/>
              </a:path>
            </a:pathLst>
          </a:custGeom>
          <a:solidFill>
            <a:srgbClr val="FFFFFF"/>
          </a:solidFill>
          <a:ln w="4763" cap="flat">
            <a:noFill/>
            <a:prstDash val="solid"/>
            <a:miter/>
          </a:ln>
        </p:spPr>
        <p:txBody>
          <a:bodyPr rtlCol="0" anchor="ctr"/>
          <a:lstStyle/>
          <a:p>
            <a:endParaRPr lang="en-AU" sz="2400"/>
          </a:p>
        </p:txBody>
      </p:sp>
      <p:grpSp>
        <p:nvGrpSpPr>
          <p:cNvPr id="9" name="Graphic 3">
            <a:extLst>
              <a:ext uri="{FF2B5EF4-FFF2-40B4-BE49-F238E27FC236}">
                <a16:creationId xmlns:a16="http://schemas.microsoft.com/office/drawing/2014/main" id="{C131A2F5-C9CC-0D2D-7381-C29F6CE6AAAA}"/>
              </a:ext>
            </a:extLst>
          </p:cNvPr>
          <p:cNvGrpSpPr/>
          <p:nvPr/>
        </p:nvGrpSpPr>
        <p:grpSpPr>
          <a:xfrm>
            <a:off x="248284" y="864934"/>
            <a:ext cx="985709" cy="97980"/>
            <a:chOff x="186213" y="648700"/>
            <a:chExt cx="739282" cy="73485"/>
          </a:xfrm>
          <a:solidFill>
            <a:srgbClr val="FFFFFF"/>
          </a:solidFill>
        </p:grpSpPr>
        <p:sp>
          <p:nvSpPr>
            <p:cNvPr id="10" name="Freeform: Shape 9">
              <a:extLst>
                <a:ext uri="{FF2B5EF4-FFF2-40B4-BE49-F238E27FC236}">
                  <a16:creationId xmlns:a16="http://schemas.microsoft.com/office/drawing/2014/main" id="{6CE1E40E-8CD1-8C11-0C19-93375CBB7D7A}"/>
                </a:ext>
              </a:extLst>
            </p:cNvPr>
            <p:cNvSpPr/>
            <p:nvPr/>
          </p:nvSpPr>
          <p:spPr>
            <a:xfrm>
              <a:off x="186213" y="668274"/>
              <a:ext cx="46386" cy="53911"/>
            </a:xfrm>
            <a:custGeom>
              <a:avLst/>
              <a:gdLst>
                <a:gd name="connsiteX0" fmla="*/ 16574 w 46386"/>
                <a:gd name="connsiteY0" fmla="*/ 53864 h 53911"/>
                <a:gd name="connsiteX1" fmla="*/ 8334 w 46386"/>
                <a:gd name="connsiteY1" fmla="*/ 52197 h 53911"/>
                <a:gd name="connsiteX2" fmla="*/ 2286 w 46386"/>
                <a:gd name="connsiteY2" fmla="*/ 47101 h 53911"/>
                <a:gd name="connsiteX3" fmla="*/ 0 w 46386"/>
                <a:gd name="connsiteY3" fmla="*/ 38624 h 53911"/>
                <a:gd name="connsiteX4" fmla="*/ 4334 w 46386"/>
                <a:gd name="connsiteY4" fmla="*/ 27861 h 53911"/>
                <a:gd name="connsiteX5" fmla="*/ 16574 w 46386"/>
                <a:gd name="connsiteY5" fmla="*/ 22908 h 53911"/>
                <a:gd name="connsiteX6" fmla="*/ 35052 w 46386"/>
                <a:gd name="connsiteY6" fmla="*/ 21431 h 53911"/>
                <a:gd name="connsiteX7" fmla="*/ 35052 w 46386"/>
                <a:gd name="connsiteY7" fmla="*/ 18240 h 53911"/>
                <a:gd name="connsiteX8" fmla="*/ 32147 w 46386"/>
                <a:gd name="connsiteY8" fmla="*/ 10239 h 53911"/>
                <a:gd name="connsiteX9" fmla="*/ 24813 w 46386"/>
                <a:gd name="connsiteY9" fmla="*/ 8049 h 53911"/>
                <a:gd name="connsiteX10" fmla="*/ 16812 w 46386"/>
                <a:gd name="connsiteY10" fmla="*/ 10382 h 53911"/>
                <a:gd name="connsiteX11" fmla="*/ 13621 w 46386"/>
                <a:gd name="connsiteY11" fmla="*/ 17907 h 53911"/>
                <a:gd name="connsiteX12" fmla="*/ 2667 w 46386"/>
                <a:gd name="connsiteY12" fmla="*/ 17907 h 53911"/>
                <a:gd name="connsiteX13" fmla="*/ 5477 w 46386"/>
                <a:gd name="connsiteY13" fmla="*/ 7477 h 53911"/>
                <a:gd name="connsiteX14" fmla="*/ 13287 w 46386"/>
                <a:gd name="connsiteY14" fmla="*/ 1762 h 53911"/>
                <a:gd name="connsiteX15" fmla="*/ 24860 w 46386"/>
                <a:gd name="connsiteY15" fmla="*/ 0 h 53911"/>
                <a:gd name="connsiteX16" fmla="*/ 33195 w 46386"/>
                <a:gd name="connsiteY16" fmla="*/ 810 h 53911"/>
                <a:gd name="connsiteX17" fmla="*/ 40053 w 46386"/>
                <a:gd name="connsiteY17" fmla="*/ 3619 h 53911"/>
                <a:gd name="connsiteX18" fmla="*/ 44720 w 46386"/>
                <a:gd name="connsiteY18" fmla="*/ 9144 h 53911"/>
                <a:gd name="connsiteX19" fmla="*/ 46387 w 46386"/>
                <a:gd name="connsiteY19" fmla="*/ 18097 h 53911"/>
                <a:gd name="connsiteX20" fmla="*/ 46387 w 46386"/>
                <a:gd name="connsiteY20" fmla="*/ 53007 h 53911"/>
                <a:gd name="connsiteX21" fmla="*/ 35576 w 46386"/>
                <a:gd name="connsiteY21" fmla="*/ 53007 h 53911"/>
                <a:gd name="connsiteX22" fmla="*/ 35147 w 46386"/>
                <a:gd name="connsiteY22" fmla="*/ 45672 h 53911"/>
                <a:gd name="connsiteX23" fmla="*/ 27146 w 46386"/>
                <a:gd name="connsiteY23" fmla="*/ 51721 h 53911"/>
                <a:gd name="connsiteX24" fmla="*/ 16574 w 46386"/>
                <a:gd name="connsiteY24" fmla="*/ 53911 h 53911"/>
                <a:gd name="connsiteX25" fmla="*/ 20050 w 46386"/>
                <a:gd name="connsiteY25" fmla="*/ 45672 h 53911"/>
                <a:gd name="connsiteX26" fmla="*/ 28623 w 46386"/>
                <a:gd name="connsiteY26" fmla="*/ 43386 h 53911"/>
                <a:gd name="connsiteX27" fmla="*/ 34909 w 46386"/>
                <a:gd name="connsiteY27" fmla="*/ 37767 h 53911"/>
                <a:gd name="connsiteX28" fmla="*/ 34909 w 46386"/>
                <a:gd name="connsiteY28" fmla="*/ 28289 h 53911"/>
                <a:gd name="connsiteX29" fmla="*/ 16859 w 46386"/>
                <a:gd name="connsiteY29" fmla="*/ 30623 h 53911"/>
                <a:gd name="connsiteX30" fmla="*/ 11525 w 46386"/>
                <a:gd name="connsiteY30" fmla="*/ 38052 h 53911"/>
                <a:gd name="connsiteX31" fmla="*/ 13811 w 46386"/>
                <a:gd name="connsiteY31" fmla="*/ 43672 h 53911"/>
                <a:gd name="connsiteX32" fmla="*/ 20098 w 46386"/>
                <a:gd name="connsiteY32" fmla="*/ 45672 h 53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386" h="53911">
                  <a:moveTo>
                    <a:pt x="16574" y="53864"/>
                  </a:moveTo>
                  <a:cubicBezTo>
                    <a:pt x="13573" y="53864"/>
                    <a:pt x="10811" y="53292"/>
                    <a:pt x="8334" y="52197"/>
                  </a:cubicBezTo>
                  <a:cubicBezTo>
                    <a:pt x="5810" y="51054"/>
                    <a:pt x="3810" y="49387"/>
                    <a:pt x="2286" y="47101"/>
                  </a:cubicBezTo>
                  <a:cubicBezTo>
                    <a:pt x="762" y="44863"/>
                    <a:pt x="0" y="42005"/>
                    <a:pt x="0" y="38624"/>
                  </a:cubicBezTo>
                  <a:cubicBezTo>
                    <a:pt x="0" y="33861"/>
                    <a:pt x="1429" y="30289"/>
                    <a:pt x="4334" y="27861"/>
                  </a:cubicBezTo>
                  <a:cubicBezTo>
                    <a:pt x="7239" y="25432"/>
                    <a:pt x="11335" y="23765"/>
                    <a:pt x="16574" y="22908"/>
                  </a:cubicBezTo>
                  <a:cubicBezTo>
                    <a:pt x="21812" y="22050"/>
                    <a:pt x="28004" y="21526"/>
                    <a:pt x="35052" y="21431"/>
                  </a:cubicBezTo>
                  <a:lnTo>
                    <a:pt x="35052" y="18240"/>
                  </a:lnTo>
                  <a:cubicBezTo>
                    <a:pt x="35052" y="14335"/>
                    <a:pt x="34100" y="11668"/>
                    <a:pt x="32147" y="10239"/>
                  </a:cubicBezTo>
                  <a:cubicBezTo>
                    <a:pt x="30242" y="8763"/>
                    <a:pt x="27765" y="8049"/>
                    <a:pt x="24813" y="8049"/>
                  </a:cubicBezTo>
                  <a:cubicBezTo>
                    <a:pt x="21622" y="8049"/>
                    <a:pt x="18955" y="8811"/>
                    <a:pt x="16812" y="10382"/>
                  </a:cubicBezTo>
                  <a:cubicBezTo>
                    <a:pt x="14669" y="11954"/>
                    <a:pt x="13621" y="14478"/>
                    <a:pt x="13621" y="17907"/>
                  </a:cubicBezTo>
                  <a:lnTo>
                    <a:pt x="2667" y="17907"/>
                  </a:lnTo>
                  <a:cubicBezTo>
                    <a:pt x="2667" y="13573"/>
                    <a:pt x="3620" y="10096"/>
                    <a:pt x="5477" y="7477"/>
                  </a:cubicBezTo>
                  <a:cubicBezTo>
                    <a:pt x="7334" y="4858"/>
                    <a:pt x="9954" y="2953"/>
                    <a:pt x="13287" y="1762"/>
                  </a:cubicBezTo>
                  <a:cubicBezTo>
                    <a:pt x="16621" y="571"/>
                    <a:pt x="20479" y="0"/>
                    <a:pt x="24860" y="0"/>
                  </a:cubicBezTo>
                  <a:cubicBezTo>
                    <a:pt x="27813" y="0"/>
                    <a:pt x="30623" y="286"/>
                    <a:pt x="33195" y="810"/>
                  </a:cubicBezTo>
                  <a:cubicBezTo>
                    <a:pt x="35814" y="1333"/>
                    <a:pt x="38100" y="2286"/>
                    <a:pt x="40053" y="3619"/>
                  </a:cubicBezTo>
                  <a:cubicBezTo>
                    <a:pt x="42053" y="4953"/>
                    <a:pt x="43577" y="6810"/>
                    <a:pt x="44720" y="9144"/>
                  </a:cubicBezTo>
                  <a:cubicBezTo>
                    <a:pt x="45863" y="11478"/>
                    <a:pt x="46387" y="14478"/>
                    <a:pt x="46387" y="18097"/>
                  </a:cubicBezTo>
                  <a:lnTo>
                    <a:pt x="46387" y="53007"/>
                  </a:lnTo>
                  <a:lnTo>
                    <a:pt x="35576" y="53007"/>
                  </a:lnTo>
                  <a:lnTo>
                    <a:pt x="35147" y="45672"/>
                  </a:lnTo>
                  <a:cubicBezTo>
                    <a:pt x="32861" y="48244"/>
                    <a:pt x="30194" y="50244"/>
                    <a:pt x="27146" y="51721"/>
                  </a:cubicBezTo>
                  <a:cubicBezTo>
                    <a:pt x="24098" y="53197"/>
                    <a:pt x="20574" y="53911"/>
                    <a:pt x="16574" y="53911"/>
                  </a:cubicBezTo>
                  <a:close/>
                  <a:moveTo>
                    <a:pt x="20050" y="45672"/>
                  </a:moveTo>
                  <a:cubicBezTo>
                    <a:pt x="23193" y="45672"/>
                    <a:pt x="26051" y="44910"/>
                    <a:pt x="28623" y="43386"/>
                  </a:cubicBezTo>
                  <a:cubicBezTo>
                    <a:pt x="31194" y="41862"/>
                    <a:pt x="33290" y="40005"/>
                    <a:pt x="34909" y="37767"/>
                  </a:cubicBezTo>
                  <a:lnTo>
                    <a:pt x="34909" y="28289"/>
                  </a:lnTo>
                  <a:cubicBezTo>
                    <a:pt x="26432" y="28289"/>
                    <a:pt x="20384" y="29099"/>
                    <a:pt x="16859" y="30623"/>
                  </a:cubicBezTo>
                  <a:cubicBezTo>
                    <a:pt x="13287" y="32147"/>
                    <a:pt x="11525" y="34623"/>
                    <a:pt x="11525" y="38052"/>
                  </a:cubicBezTo>
                  <a:cubicBezTo>
                    <a:pt x="11525" y="40481"/>
                    <a:pt x="12287" y="42339"/>
                    <a:pt x="13811" y="43672"/>
                  </a:cubicBezTo>
                  <a:cubicBezTo>
                    <a:pt x="15335" y="45006"/>
                    <a:pt x="17431" y="45672"/>
                    <a:pt x="20098" y="45672"/>
                  </a:cubicBezTo>
                  <a:close/>
                </a:path>
              </a:pathLst>
            </a:custGeom>
            <a:solidFill>
              <a:srgbClr val="FFFFFF"/>
            </a:solidFill>
            <a:ln w="4763" cap="flat">
              <a:noFill/>
              <a:prstDash val="solid"/>
              <a:miter/>
            </a:ln>
          </p:spPr>
          <p:txBody>
            <a:bodyPr rtlCol="0" anchor="ctr"/>
            <a:lstStyle/>
            <a:p>
              <a:endParaRPr lang="en-AU" sz="2400"/>
            </a:p>
          </p:txBody>
        </p:sp>
        <p:sp>
          <p:nvSpPr>
            <p:cNvPr id="11" name="Freeform: Shape 10">
              <a:extLst>
                <a:ext uri="{FF2B5EF4-FFF2-40B4-BE49-F238E27FC236}">
                  <a16:creationId xmlns:a16="http://schemas.microsoft.com/office/drawing/2014/main" id="{7CF981CF-1213-E141-4DE4-256DCAEA2971}"/>
                </a:ext>
              </a:extLst>
            </p:cNvPr>
            <p:cNvSpPr/>
            <p:nvPr/>
          </p:nvSpPr>
          <p:spPr>
            <a:xfrm>
              <a:off x="245459" y="668226"/>
              <a:ext cx="44195" cy="53959"/>
            </a:xfrm>
            <a:custGeom>
              <a:avLst/>
              <a:gdLst>
                <a:gd name="connsiteX0" fmla="*/ 22527 w 44195"/>
                <a:gd name="connsiteY0" fmla="*/ 53959 h 53959"/>
                <a:gd name="connsiteX1" fmla="*/ 14097 w 44195"/>
                <a:gd name="connsiteY1" fmla="*/ 53102 h 53959"/>
                <a:gd name="connsiteX2" fmla="*/ 6906 w 44195"/>
                <a:gd name="connsiteY2" fmla="*/ 50197 h 53959"/>
                <a:gd name="connsiteX3" fmla="*/ 1857 w 44195"/>
                <a:gd name="connsiteY3" fmla="*/ 44815 h 53959"/>
                <a:gd name="connsiteX4" fmla="*/ 0 w 44195"/>
                <a:gd name="connsiteY4" fmla="*/ 36528 h 53959"/>
                <a:gd name="connsiteX5" fmla="*/ 10906 w 44195"/>
                <a:gd name="connsiteY5" fmla="*/ 36528 h 53959"/>
                <a:gd name="connsiteX6" fmla="*/ 14335 w 44195"/>
                <a:gd name="connsiteY6" fmla="*/ 43863 h 53959"/>
                <a:gd name="connsiteX7" fmla="*/ 22622 w 44195"/>
                <a:gd name="connsiteY7" fmla="*/ 45958 h 53959"/>
                <a:gd name="connsiteX8" fmla="*/ 30004 w 44195"/>
                <a:gd name="connsiteY8" fmla="*/ 44339 h 53959"/>
                <a:gd name="connsiteX9" fmla="*/ 32766 w 44195"/>
                <a:gd name="connsiteY9" fmla="*/ 38910 h 53959"/>
                <a:gd name="connsiteX10" fmla="*/ 29956 w 44195"/>
                <a:gd name="connsiteY10" fmla="*/ 33861 h 53959"/>
                <a:gd name="connsiteX11" fmla="*/ 20050 w 44195"/>
                <a:gd name="connsiteY11" fmla="*/ 30623 h 53959"/>
                <a:gd name="connsiteX12" fmla="*/ 9954 w 44195"/>
                <a:gd name="connsiteY12" fmla="*/ 27289 h 53959"/>
                <a:gd name="connsiteX13" fmla="*/ 3429 w 44195"/>
                <a:gd name="connsiteY13" fmla="*/ 22336 h 53959"/>
                <a:gd name="connsiteX14" fmla="*/ 1143 w 44195"/>
                <a:gd name="connsiteY14" fmla="*/ 14430 h 53959"/>
                <a:gd name="connsiteX15" fmla="*/ 2810 w 44195"/>
                <a:gd name="connsiteY15" fmla="*/ 7953 h 53959"/>
                <a:gd name="connsiteX16" fmla="*/ 7382 w 44195"/>
                <a:gd name="connsiteY16" fmla="*/ 3477 h 53959"/>
                <a:gd name="connsiteX17" fmla="*/ 14002 w 44195"/>
                <a:gd name="connsiteY17" fmla="*/ 857 h 53959"/>
                <a:gd name="connsiteX18" fmla="*/ 21907 w 44195"/>
                <a:gd name="connsiteY18" fmla="*/ 0 h 53959"/>
                <a:gd name="connsiteX19" fmla="*/ 29670 w 44195"/>
                <a:gd name="connsiteY19" fmla="*/ 905 h 53959"/>
                <a:gd name="connsiteX20" fmla="*/ 36338 w 44195"/>
                <a:gd name="connsiteY20" fmla="*/ 3762 h 53959"/>
                <a:gd name="connsiteX21" fmla="*/ 41005 w 44195"/>
                <a:gd name="connsiteY21" fmla="*/ 8954 h 53959"/>
                <a:gd name="connsiteX22" fmla="*/ 42720 w 44195"/>
                <a:gd name="connsiteY22" fmla="*/ 16812 h 53959"/>
                <a:gd name="connsiteX23" fmla="*/ 31861 w 44195"/>
                <a:gd name="connsiteY23" fmla="*/ 16812 h 53959"/>
                <a:gd name="connsiteX24" fmla="*/ 28908 w 44195"/>
                <a:gd name="connsiteY24" fmla="*/ 10096 h 53959"/>
                <a:gd name="connsiteX25" fmla="*/ 21907 w 44195"/>
                <a:gd name="connsiteY25" fmla="*/ 8144 h 53959"/>
                <a:gd name="connsiteX26" fmla="*/ 15097 w 44195"/>
                <a:gd name="connsiteY26" fmla="*/ 9525 h 53959"/>
                <a:gd name="connsiteX27" fmla="*/ 12573 w 44195"/>
                <a:gd name="connsiteY27" fmla="*/ 14002 h 53959"/>
                <a:gd name="connsiteX28" fmla="*/ 13906 w 44195"/>
                <a:gd name="connsiteY28" fmla="*/ 17002 h 53959"/>
                <a:gd name="connsiteX29" fmla="*/ 18288 w 44195"/>
                <a:gd name="connsiteY29" fmla="*/ 19288 h 53959"/>
                <a:gd name="connsiteX30" fmla="*/ 26384 w 44195"/>
                <a:gd name="connsiteY30" fmla="*/ 21527 h 53959"/>
                <a:gd name="connsiteX31" fmla="*/ 35862 w 44195"/>
                <a:gd name="connsiteY31" fmla="*/ 24717 h 53959"/>
                <a:gd name="connsiteX32" fmla="*/ 42053 w 44195"/>
                <a:gd name="connsiteY32" fmla="*/ 29670 h 53959"/>
                <a:gd name="connsiteX33" fmla="*/ 44196 w 44195"/>
                <a:gd name="connsiteY33" fmla="*/ 37671 h 53959"/>
                <a:gd name="connsiteX34" fmla="*/ 42481 w 44195"/>
                <a:gd name="connsiteY34" fmla="*/ 45148 h 53959"/>
                <a:gd name="connsiteX35" fmla="*/ 37767 w 44195"/>
                <a:gd name="connsiteY35" fmla="*/ 50197 h 53959"/>
                <a:gd name="connsiteX36" fmla="*/ 30861 w 44195"/>
                <a:gd name="connsiteY36" fmla="*/ 53054 h 53959"/>
                <a:gd name="connsiteX37" fmla="*/ 22527 w 44195"/>
                <a:gd name="connsiteY37" fmla="*/ 53959 h 53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44195" h="53959">
                  <a:moveTo>
                    <a:pt x="22527" y="53959"/>
                  </a:moveTo>
                  <a:cubicBezTo>
                    <a:pt x="19621" y="53959"/>
                    <a:pt x="16812" y="53673"/>
                    <a:pt x="14097" y="53102"/>
                  </a:cubicBezTo>
                  <a:cubicBezTo>
                    <a:pt x="11430" y="52530"/>
                    <a:pt x="9001" y="51530"/>
                    <a:pt x="6906" y="50197"/>
                  </a:cubicBezTo>
                  <a:cubicBezTo>
                    <a:pt x="4810" y="48863"/>
                    <a:pt x="3096" y="47054"/>
                    <a:pt x="1857" y="44815"/>
                  </a:cubicBezTo>
                  <a:cubicBezTo>
                    <a:pt x="619" y="42577"/>
                    <a:pt x="0" y="39815"/>
                    <a:pt x="0" y="36528"/>
                  </a:cubicBezTo>
                  <a:lnTo>
                    <a:pt x="10906" y="36528"/>
                  </a:lnTo>
                  <a:cubicBezTo>
                    <a:pt x="10906" y="40005"/>
                    <a:pt x="12049" y="42481"/>
                    <a:pt x="14335" y="43863"/>
                  </a:cubicBezTo>
                  <a:cubicBezTo>
                    <a:pt x="16621" y="45244"/>
                    <a:pt x="19383" y="45958"/>
                    <a:pt x="22622" y="45958"/>
                  </a:cubicBezTo>
                  <a:cubicBezTo>
                    <a:pt x="25670" y="45958"/>
                    <a:pt x="28146" y="45434"/>
                    <a:pt x="30004" y="44339"/>
                  </a:cubicBezTo>
                  <a:cubicBezTo>
                    <a:pt x="31861" y="43244"/>
                    <a:pt x="32766" y="41434"/>
                    <a:pt x="32766" y="38910"/>
                  </a:cubicBezTo>
                  <a:cubicBezTo>
                    <a:pt x="32766" y="36671"/>
                    <a:pt x="31814" y="35004"/>
                    <a:pt x="29956" y="33861"/>
                  </a:cubicBezTo>
                  <a:cubicBezTo>
                    <a:pt x="28051" y="32766"/>
                    <a:pt x="24765" y="31671"/>
                    <a:pt x="20050" y="30623"/>
                  </a:cubicBezTo>
                  <a:cubicBezTo>
                    <a:pt x="16145" y="29670"/>
                    <a:pt x="12811" y="28575"/>
                    <a:pt x="9954" y="27289"/>
                  </a:cubicBezTo>
                  <a:cubicBezTo>
                    <a:pt x="7096" y="26003"/>
                    <a:pt x="4953" y="24384"/>
                    <a:pt x="3429" y="22336"/>
                  </a:cubicBezTo>
                  <a:cubicBezTo>
                    <a:pt x="1905" y="20288"/>
                    <a:pt x="1143" y="17669"/>
                    <a:pt x="1143" y="14430"/>
                  </a:cubicBezTo>
                  <a:cubicBezTo>
                    <a:pt x="1143" y="11954"/>
                    <a:pt x="1715" y="9763"/>
                    <a:pt x="2810" y="7953"/>
                  </a:cubicBezTo>
                  <a:cubicBezTo>
                    <a:pt x="3905" y="6144"/>
                    <a:pt x="5477" y="4620"/>
                    <a:pt x="7382" y="3477"/>
                  </a:cubicBezTo>
                  <a:cubicBezTo>
                    <a:pt x="9287" y="2286"/>
                    <a:pt x="11525" y="1429"/>
                    <a:pt x="14002" y="857"/>
                  </a:cubicBezTo>
                  <a:cubicBezTo>
                    <a:pt x="16478" y="286"/>
                    <a:pt x="19145" y="0"/>
                    <a:pt x="21907" y="0"/>
                  </a:cubicBezTo>
                  <a:cubicBezTo>
                    <a:pt x="24670" y="0"/>
                    <a:pt x="27146" y="286"/>
                    <a:pt x="29670" y="905"/>
                  </a:cubicBezTo>
                  <a:cubicBezTo>
                    <a:pt x="32147" y="1476"/>
                    <a:pt x="34385" y="2429"/>
                    <a:pt x="36338" y="3762"/>
                  </a:cubicBezTo>
                  <a:cubicBezTo>
                    <a:pt x="38291" y="5096"/>
                    <a:pt x="39862" y="6810"/>
                    <a:pt x="41005" y="8954"/>
                  </a:cubicBezTo>
                  <a:cubicBezTo>
                    <a:pt x="42148" y="11097"/>
                    <a:pt x="42720" y="13716"/>
                    <a:pt x="42720" y="16812"/>
                  </a:cubicBezTo>
                  <a:lnTo>
                    <a:pt x="31861" y="16812"/>
                  </a:lnTo>
                  <a:cubicBezTo>
                    <a:pt x="31861" y="13621"/>
                    <a:pt x="30861" y="11382"/>
                    <a:pt x="28908" y="10096"/>
                  </a:cubicBezTo>
                  <a:cubicBezTo>
                    <a:pt x="26956" y="8811"/>
                    <a:pt x="24622" y="8144"/>
                    <a:pt x="21907" y="8144"/>
                  </a:cubicBezTo>
                  <a:cubicBezTo>
                    <a:pt x="19050" y="8144"/>
                    <a:pt x="16764" y="8620"/>
                    <a:pt x="15097" y="9525"/>
                  </a:cubicBezTo>
                  <a:cubicBezTo>
                    <a:pt x="13430" y="10430"/>
                    <a:pt x="12573" y="11954"/>
                    <a:pt x="12573" y="14002"/>
                  </a:cubicBezTo>
                  <a:cubicBezTo>
                    <a:pt x="12573" y="15192"/>
                    <a:pt x="13002" y="16193"/>
                    <a:pt x="13906" y="17002"/>
                  </a:cubicBezTo>
                  <a:cubicBezTo>
                    <a:pt x="14811" y="17812"/>
                    <a:pt x="16240" y="18621"/>
                    <a:pt x="18288" y="19288"/>
                  </a:cubicBezTo>
                  <a:cubicBezTo>
                    <a:pt x="20288" y="20002"/>
                    <a:pt x="23003" y="20717"/>
                    <a:pt x="26384" y="21527"/>
                  </a:cubicBezTo>
                  <a:cubicBezTo>
                    <a:pt x="30004" y="22384"/>
                    <a:pt x="33195" y="23431"/>
                    <a:pt x="35862" y="24717"/>
                  </a:cubicBezTo>
                  <a:cubicBezTo>
                    <a:pt x="38529" y="26003"/>
                    <a:pt x="40577" y="27623"/>
                    <a:pt x="42053" y="29670"/>
                  </a:cubicBezTo>
                  <a:cubicBezTo>
                    <a:pt x="43529" y="31718"/>
                    <a:pt x="44196" y="34385"/>
                    <a:pt x="44196" y="37671"/>
                  </a:cubicBezTo>
                  <a:cubicBezTo>
                    <a:pt x="44196" y="40577"/>
                    <a:pt x="43625" y="43101"/>
                    <a:pt x="42481" y="45148"/>
                  </a:cubicBezTo>
                  <a:cubicBezTo>
                    <a:pt x="41339" y="47196"/>
                    <a:pt x="39767" y="48911"/>
                    <a:pt x="37767" y="50197"/>
                  </a:cubicBezTo>
                  <a:cubicBezTo>
                    <a:pt x="35766" y="51483"/>
                    <a:pt x="33480" y="52435"/>
                    <a:pt x="30861" y="53054"/>
                  </a:cubicBezTo>
                  <a:cubicBezTo>
                    <a:pt x="28242" y="53673"/>
                    <a:pt x="25479" y="53959"/>
                    <a:pt x="22527" y="53959"/>
                  </a:cubicBezTo>
                  <a:close/>
                </a:path>
              </a:pathLst>
            </a:custGeom>
            <a:solidFill>
              <a:srgbClr val="FFFFFF"/>
            </a:solidFill>
            <a:ln w="4763" cap="flat">
              <a:noFill/>
              <a:prstDash val="solid"/>
              <a:miter/>
            </a:ln>
          </p:spPr>
          <p:txBody>
            <a:bodyPr rtlCol="0" anchor="ctr"/>
            <a:lstStyle/>
            <a:p>
              <a:endParaRPr lang="en-AU" sz="2400"/>
            </a:p>
          </p:txBody>
        </p:sp>
        <p:sp>
          <p:nvSpPr>
            <p:cNvPr id="12" name="Freeform: Shape 11">
              <a:extLst>
                <a:ext uri="{FF2B5EF4-FFF2-40B4-BE49-F238E27FC236}">
                  <a16:creationId xmlns:a16="http://schemas.microsoft.com/office/drawing/2014/main" id="{8628DDFB-3137-2E43-2BB6-F90F429DE246}"/>
                </a:ext>
              </a:extLst>
            </p:cNvPr>
            <p:cNvSpPr/>
            <p:nvPr/>
          </p:nvSpPr>
          <p:spPr>
            <a:xfrm>
              <a:off x="299466" y="668274"/>
              <a:ext cx="48291" cy="53863"/>
            </a:xfrm>
            <a:custGeom>
              <a:avLst/>
              <a:gdLst>
                <a:gd name="connsiteX0" fmla="*/ 25146 w 48291"/>
                <a:gd name="connsiteY0" fmla="*/ 53769 h 53863"/>
                <a:gd name="connsiteX1" fmla="*/ 12240 w 48291"/>
                <a:gd name="connsiteY1" fmla="*/ 50911 h 53863"/>
                <a:gd name="connsiteX2" fmla="*/ 3286 w 48291"/>
                <a:gd name="connsiteY2" fmla="*/ 42100 h 53863"/>
                <a:gd name="connsiteX3" fmla="*/ 0 w 48291"/>
                <a:gd name="connsiteY3" fmla="*/ 27099 h 53863"/>
                <a:gd name="connsiteX4" fmla="*/ 3191 w 48291"/>
                <a:gd name="connsiteY4" fmla="*/ 11954 h 53863"/>
                <a:gd name="connsiteX5" fmla="*/ 12002 w 48291"/>
                <a:gd name="connsiteY5" fmla="*/ 2953 h 53863"/>
                <a:gd name="connsiteX6" fmla="*/ 25146 w 48291"/>
                <a:gd name="connsiteY6" fmla="*/ 0 h 53863"/>
                <a:gd name="connsiteX7" fmla="*/ 36528 w 48291"/>
                <a:gd name="connsiteY7" fmla="*/ 2095 h 53863"/>
                <a:gd name="connsiteX8" fmla="*/ 44625 w 48291"/>
                <a:gd name="connsiteY8" fmla="*/ 8334 h 53863"/>
                <a:gd name="connsiteX9" fmla="*/ 47815 w 48291"/>
                <a:gd name="connsiteY9" fmla="*/ 18859 h 53863"/>
                <a:gd name="connsiteX10" fmla="*/ 36528 w 48291"/>
                <a:gd name="connsiteY10" fmla="*/ 18859 h 53863"/>
                <a:gd name="connsiteX11" fmla="*/ 33337 w 48291"/>
                <a:gd name="connsiteY11" fmla="*/ 11716 h 53863"/>
                <a:gd name="connsiteX12" fmla="*/ 25241 w 48291"/>
                <a:gd name="connsiteY12" fmla="*/ 9096 h 53863"/>
                <a:gd name="connsiteX13" fmla="*/ 15097 w 48291"/>
                <a:gd name="connsiteY13" fmla="*/ 13811 h 53863"/>
                <a:gd name="connsiteX14" fmla="*/ 11859 w 48291"/>
                <a:gd name="connsiteY14" fmla="*/ 27099 h 53863"/>
                <a:gd name="connsiteX15" fmla="*/ 13287 w 48291"/>
                <a:gd name="connsiteY15" fmla="*/ 36624 h 53863"/>
                <a:gd name="connsiteX16" fmla="*/ 17716 w 48291"/>
                <a:gd name="connsiteY16" fmla="*/ 42672 h 53863"/>
                <a:gd name="connsiteX17" fmla="*/ 25289 w 48291"/>
                <a:gd name="connsiteY17" fmla="*/ 44767 h 53863"/>
                <a:gd name="connsiteX18" fmla="*/ 33671 w 48291"/>
                <a:gd name="connsiteY18" fmla="*/ 42005 h 53863"/>
                <a:gd name="connsiteX19" fmla="*/ 37005 w 48291"/>
                <a:gd name="connsiteY19" fmla="*/ 34004 h 53863"/>
                <a:gd name="connsiteX20" fmla="*/ 48292 w 48291"/>
                <a:gd name="connsiteY20" fmla="*/ 34004 h 53863"/>
                <a:gd name="connsiteX21" fmla="*/ 45101 w 48291"/>
                <a:gd name="connsiteY21" fmla="*/ 44958 h 53863"/>
                <a:gd name="connsiteX22" fmla="*/ 36909 w 48291"/>
                <a:gd name="connsiteY22" fmla="*/ 51625 h 53863"/>
                <a:gd name="connsiteX23" fmla="*/ 25241 w 48291"/>
                <a:gd name="connsiteY23" fmla="*/ 53864 h 53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8291" h="53863">
                  <a:moveTo>
                    <a:pt x="25146" y="53769"/>
                  </a:moveTo>
                  <a:cubicBezTo>
                    <a:pt x="20336" y="53769"/>
                    <a:pt x="16050" y="52816"/>
                    <a:pt x="12240" y="50911"/>
                  </a:cubicBezTo>
                  <a:cubicBezTo>
                    <a:pt x="8477" y="49006"/>
                    <a:pt x="5477" y="46053"/>
                    <a:pt x="3286" y="42100"/>
                  </a:cubicBezTo>
                  <a:cubicBezTo>
                    <a:pt x="1095" y="38148"/>
                    <a:pt x="0" y="33147"/>
                    <a:pt x="0" y="27099"/>
                  </a:cubicBezTo>
                  <a:cubicBezTo>
                    <a:pt x="0" y="21050"/>
                    <a:pt x="1048" y="15954"/>
                    <a:pt x="3191" y="11954"/>
                  </a:cubicBezTo>
                  <a:cubicBezTo>
                    <a:pt x="5334" y="7953"/>
                    <a:pt x="8239" y="4953"/>
                    <a:pt x="12002" y="2953"/>
                  </a:cubicBezTo>
                  <a:cubicBezTo>
                    <a:pt x="15764" y="952"/>
                    <a:pt x="20145" y="0"/>
                    <a:pt x="25146" y="0"/>
                  </a:cubicBezTo>
                  <a:cubicBezTo>
                    <a:pt x="29337" y="0"/>
                    <a:pt x="33147" y="714"/>
                    <a:pt x="36528" y="2095"/>
                  </a:cubicBezTo>
                  <a:cubicBezTo>
                    <a:pt x="39910" y="3477"/>
                    <a:pt x="42624" y="5572"/>
                    <a:pt x="44625" y="8334"/>
                  </a:cubicBezTo>
                  <a:cubicBezTo>
                    <a:pt x="46625" y="11097"/>
                    <a:pt x="47720" y="14621"/>
                    <a:pt x="47815" y="18859"/>
                  </a:cubicBezTo>
                  <a:lnTo>
                    <a:pt x="36528" y="18859"/>
                  </a:lnTo>
                  <a:cubicBezTo>
                    <a:pt x="36338" y="15811"/>
                    <a:pt x="35290" y="13430"/>
                    <a:pt x="33337" y="11716"/>
                  </a:cubicBezTo>
                  <a:cubicBezTo>
                    <a:pt x="31385" y="9954"/>
                    <a:pt x="28670" y="9096"/>
                    <a:pt x="25241" y="9096"/>
                  </a:cubicBezTo>
                  <a:cubicBezTo>
                    <a:pt x="20622" y="9096"/>
                    <a:pt x="17240" y="10668"/>
                    <a:pt x="15097" y="13811"/>
                  </a:cubicBezTo>
                  <a:cubicBezTo>
                    <a:pt x="12906" y="16954"/>
                    <a:pt x="11859" y="21384"/>
                    <a:pt x="11859" y="27099"/>
                  </a:cubicBezTo>
                  <a:cubicBezTo>
                    <a:pt x="11859" y="30813"/>
                    <a:pt x="12335" y="33957"/>
                    <a:pt x="13287" y="36624"/>
                  </a:cubicBezTo>
                  <a:cubicBezTo>
                    <a:pt x="14240" y="39243"/>
                    <a:pt x="15716" y="41291"/>
                    <a:pt x="17716" y="42672"/>
                  </a:cubicBezTo>
                  <a:cubicBezTo>
                    <a:pt x="19717" y="44053"/>
                    <a:pt x="22193" y="44767"/>
                    <a:pt x="25289" y="44767"/>
                  </a:cubicBezTo>
                  <a:cubicBezTo>
                    <a:pt x="28765" y="44767"/>
                    <a:pt x="31575" y="43863"/>
                    <a:pt x="33671" y="42005"/>
                  </a:cubicBezTo>
                  <a:cubicBezTo>
                    <a:pt x="35766" y="40148"/>
                    <a:pt x="36862" y="37481"/>
                    <a:pt x="37005" y="34004"/>
                  </a:cubicBezTo>
                  <a:lnTo>
                    <a:pt x="48292" y="34004"/>
                  </a:lnTo>
                  <a:cubicBezTo>
                    <a:pt x="48196" y="38338"/>
                    <a:pt x="47101" y="42005"/>
                    <a:pt x="45101" y="44958"/>
                  </a:cubicBezTo>
                  <a:cubicBezTo>
                    <a:pt x="43053" y="47911"/>
                    <a:pt x="40338" y="50149"/>
                    <a:pt x="36909" y="51625"/>
                  </a:cubicBezTo>
                  <a:cubicBezTo>
                    <a:pt x="33480" y="53102"/>
                    <a:pt x="29575" y="53864"/>
                    <a:pt x="25241" y="53864"/>
                  </a:cubicBezTo>
                  <a:close/>
                </a:path>
              </a:pathLst>
            </a:custGeom>
            <a:solidFill>
              <a:srgbClr val="FFFFFF"/>
            </a:solidFill>
            <a:ln w="4763" cap="flat">
              <a:noFill/>
              <a:prstDash val="solid"/>
              <a:miter/>
            </a:ln>
          </p:spPr>
          <p:txBody>
            <a:bodyPr rtlCol="0" anchor="ctr"/>
            <a:lstStyle/>
            <a:p>
              <a:endParaRPr lang="en-AU" sz="2400"/>
            </a:p>
          </p:txBody>
        </p:sp>
        <p:sp>
          <p:nvSpPr>
            <p:cNvPr id="13" name="Freeform: Shape 12">
              <a:extLst>
                <a:ext uri="{FF2B5EF4-FFF2-40B4-BE49-F238E27FC236}">
                  <a16:creationId xmlns:a16="http://schemas.microsoft.com/office/drawing/2014/main" id="{6568211E-F406-E89A-6C72-3F81BE0CAEAE}"/>
                </a:ext>
              </a:extLst>
            </p:cNvPr>
            <p:cNvSpPr/>
            <p:nvPr/>
          </p:nvSpPr>
          <p:spPr>
            <a:xfrm>
              <a:off x="358330" y="668274"/>
              <a:ext cx="48672" cy="53911"/>
            </a:xfrm>
            <a:custGeom>
              <a:avLst/>
              <a:gdLst>
                <a:gd name="connsiteX0" fmla="*/ 25575 w 48672"/>
                <a:gd name="connsiteY0" fmla="*/ 53911 h 53911"/>
                <a:gd name="connsiteX1" fmla="*/ 11335 w 48672"/>
                <a:gd name="connsiteY1" fmla="*/ 50530 h 53911"/>
                <a:gd name="connsiteX2" fmla="*/ 2810 w 48672"/>
                <a:gd name="connsiteY2" fmla="*/ 41005 h 53911"/>
                <a:gd name="connsiteX3" fmla="*/ 0 w 48672"/>
                <a:gd name="connsiteY3" fmla="*/ 26813 h 53911"/>
                <a:gd name="connsiteX4" fmla="*/ 2762 w 48672"/>
                <a:gd name="connsiteY4" fmla="*/ 12668 h 53911"/>
                <a:gd name="connsiteX5" fmla="*/ 11001 w 48672"/>
                <a:gd name="connsiteY5" fmla="*/ 3334 h 53911"/>
                <a:gd name="connsiteX6" fmla="*/ 24717 w 48672"/>
                <a:gd name="connsiteY6" fmla="*/ 0 h 53911"/>
                <a:gd name="connsiteX7" fmla="*/ 42243 w 48672"/>
                <a:gd name="connsiteY7" fmla="*/ 6620 h 53911"/>
                <a:gd name="connsiteX8" fmla="*/ 48673 w 48672"/>
                <a:gd name="connsiteY8" fmla="*/ 25527 h 53911"/>
                <a:gd name="connsiteX9" fmla="*/ 48578 w 48672"/>
                <a:gd name="connsiteY9" fmla="*/ 27384 h 53911"/>
                <a:gd name="connsiteX10" fmla="*/ 48387 w 48672"/>
                <a:gd name="connsiteY10" fmla="*/ 28956 h 53911"/>
                <a:gd name="connsiteX11" fmla="*/ 11573 w 48672"/>
                <a:gd name="connsiteY11" fmla="*/ 28956 h 53911"/>
                <a:gd name="connsiteX12" fmla="*/ 13049 w 48672"/>
                <a:gd name="connsiteY12" fmla="*/ 37100 h 53911"/>
                <a:gd name="connsiteX13" fmla="*/ 17574 w 48672"/>
                <a:gd name="connsiteY13" fmla="*/ 43053 h 53911"/>
                <a:gd name="connsiteX14" fmla="*/ 25670 w 48672"/>
                <a:gd name="connsiteY14" fmla="*/ 45291 h 53911"/>
                <a:gd name="connsiteX15" fmla="*/ 34052 w 48672"/>
                <a:gd name="connsiteY15" fmla="*/ 42910 h 53911"/>
                <a:gd name="connsiteX16" fmla="*/ 37243 w 48672"/>
                <a:gd name="connsiteY16" fmla="*/ 35862 h 53911"/>
                <a:gd name="connsiteX17" fmla="*/ 48625 w 48672"/>
                <a:gd name="connsiteY17" fmla="*/ 35862 h 53911"/>
                <a:gd name="connsiteX18" fmla="*/ 45482 w 48672"/>
                <a:gd name="connsiteY18" fmla="*/ 45672 h 53911"/>
                <a:gd name="connsiteX19" fmla="*/ 37576 w 48672"/>
                <a:gd name="connsiteY19" fmla="*/ 51816 h 53911"/>
                <a:gd name="connsiteX20" fmla="*/ 25622 w 48672"/>
                <a:gd name="connsiteY20" fmla="*/ 53911 h 53911"/>
                <a:gd name="connsiteX21" fmla="*/ 11621 w 48672"/>
                <a:gd name="connsiteY21" fmla="*/ 21241 h 53911"/>
                <a:gd name="connsiteX22" fmla="*/ 37100 w 48672"/>
                <a:gd name="connsiteY22" fmla="*/ 21241 h 53911"/>
                <a:gd name="connsiteX23" fmla="*/ 33576 w 48672"/>
                <a:gd name="connsiteY23" fmla="*/ 11668 h 53911"/>
                <a:gd name="connsiteX24" fmla="*/ 24622 w 48672"/>
                <a:gd name="connsiteY24" fmla="*/ 8382 h 53911"/>
                <a:gd name="connsiteX25" fmla="*/ 15478 w 48672"/>
                <a:gd name="connsiteY25" fmla="*/ 11716 h 53911"/>
                <a:gd name="connsiteX26" fmla="*/ 11621 w 48672"/>
                <a:gd name="connsiteY26" fmla="*/ 21288 h 53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8672" h="53911">
                  <a:moveTo>
                    <a:pt x="25575" y="53911"/>
                  </a:moveTo>
                  <a:cubicBezTo>
                    <a:pt x="19860" y="53911"/>
                    <a:pt x="15145" y="52768"/>
                    <a:pt x="11335" y="50530"/>
                  </a:cubicBezTo>
                  <a:cubicBezTo>
                    <a:pt x="7525" y="48244"/>
                    <a:pt x="4715" y="45101"/>
                    <a:pt x="2810" y="41005"/>
                  </a:cubicBezTo>
                  <a:cubicBezTo>
                    <a:pt x="905" y="36909"/>
                    <a:pt x="0" y="32194"/>
                    <a:pt x="0" y="26813"/>
                  </a:cubicBezTo>
                  <a:cubicBezTo>
                    <a:pt x="0" y="21431"/>
                    <a:pt x="905" y="16669"/>
                    <a:pt x="2762" y="12668"/>
                  </a:cubicBezTo>
                  <a:cubicBezTo>
                    <a:pt x="4620" y="8668"/>
                    <a:pt x="7334" y="5524"/>
                    <a:pt x="11001" y="3334"/>
                  </a:cubicBezTo>
                  <a:cubicBezTo>
                    <a:pt x="14669" y="1095"/>
                    <a:pt x="19241" y="0"/>
                    <a:pt x="24717" y="0"/>
                  </a:cubicBezTo>
                  <a:cubicBezTo>
                    <a:pt x="32147" y="0"/>
                    <a:pt x="37957" y="2191"/>
                    <a:pt x="42243" y="6620"/>
                  </a:cubicBezTo>
                  <a:cubicBezTo>
                    <a:pt x="46530" y="11049"/>
                    <a:pt x="48673" y="17335"/>
                    <a:pt x="48673" y="25527"/>
                  </a:cubicBezTo>
                  <a:cubicBezTo>
                    <a:pt x="48673" y="26003"/>
                    <a:pt x="48673" y="26622"/>
                    <a:pt x="48578" y="27384"/>
                  </a:cubicBezTo>
                  <a:cubicBezTo>
                    <a:pt x="48530" y="28099"/>
                    <a:pt x="48482" y="28623"/>
                    <a:pt x="48387" y="28956"/>
                  </a:cubicBezTo>
                  <a:lnTo>
                    <a:pt x="11573" y="28956"/>
                  </a:lnTo>
                  <a:cubicBezTo>
                    <a:pt x="11573" y="31909"/>
                    <a:pt x="12097" y="34623"/>
                    <a:pt x="13049" y="37100"/>
                  </a:cubicBezTo>
                  <a:cubicBezTo>
                    <a:pt x="14002" y="39576"/>
                    <a:pt x="15478" y="41577"/>
                    <a:pt x="17574" y="43053"/>
                  </a:cubicBezTo>
                  <a:cubicBezTo>
                    <a:pt x="19622" y="44529"/>
                    <a:pt x="22336" y="45291"/>
                    <a:pt x="25670" y="45291"/>
                  </a:cubicBezTo>
                  <a:cubicBezTo>
                    <a:pt x="29242" y="45291"/>
                    <a:pt x="32052" y="44482"/>
                    <a:pt x="34052" y="42910"/>
                  </a:cubicBezTo>
                  <a:cubicBezTo>
                    <a:pt x="36100" y="41338"/>
                    <a:pt x="37148" y="39005"/>
                    <a:pt x="37243" y="35862"/>
                  </a:cubicBezTo>
                  <a:lnTo>
                    <a:pt x="48625" y="35862"/>
                  </a:lnTo>
                  <a:cubicBezTo>
                    <a:pt x="48435" y="39719"/>
                    <a:pt x="47387" y="43005"/>
                    <a:pt x="45482" y="45672"/>
                  </a:cubicBezTo>
                  <a:cubicBezTo>
                    <a:pt x="43577" y="48387"/>
                    <a:pt x="40957" y="50387"/>
                    <a:pt x="37576" y="51816"/>
                  </a:cubicBezTo>
                  <a:cubicBezTo>
                    <a:pt x="34195" y="53245"/>
                    <a:pt x="30242" y="53911"/>
                    <a:pt x="25622" y="53911"/>
                  </a:cubicBezTo>
                  <a:close/>
                  <a:moveTo>
                    <a:pt x="11621" y="21241"/>
                  </a:moveTo>
                  <a:lnTo>
                    <a:pt x="37100" y="21241"/>
                  </a:lnTo>
                  <a:cubicBezTo>
                    <a:pt x="37005" y="17050"/>
                    <a:pt x="35814" y="13859"/>
                    <a:pt x="33576" y="11668"/>
                  </a:cubicBezTo>
                  <a:cubicBezTo>
                    <a:pt x="31337" y="9477"/>
                    <a:pt x="28384" y="8382"/>
                    <a:pt x="24622" y="8382"/>
                  </a:cubicBezTo>
                  <a:cubicBezTo>
                    <a:pt x="20860" y="8382"/>
                    <a:pt x="17717" y="9477"/>
                    <a:pt x="15478" y="11716"/>
                  </a:cubicBezTo>
                  <a:cubicBezTo>
                    <a:pt x="13192" y="13906"/>
                    <a:pt x="11906" y="17097"/>
                    <a:pt x="11621" y="21288"/>
                  </a:cubicBezTo>
                  <a:close/>
                </a:path>
              </a:pathLst>
            </a:custGeom>
            <a:solidFill>
              <a:srgbClr val="FFFFFF"/>
            </a:solidFill>
            <a:ln w="4763" cap="flat">
              <a:noFill/>
              <a:prstDash val="solid"/>
              <a:miter/>
            </a:ln>
          </p:spPr>
          <p:txBody>
            <a:bodyPr rtlCol="0" anchor="ctr"/>
            <a:lstStyle/>
            <a:p>
              <a:endParaRPr lang="en-AU" sz="2400"/>
            </a:p>
          </p:txBody>
        </p:sp>
        <p:sp>
          <p:nvSpPr>
            <p:cNvPr id="14" name="Freeform: Shape 13">
              <a:extLst>
                <a:ext uri="{FF2B5EF4-FFF2-40B4-BE49-F238E27FC236}">
                  <a16:creationId xmlns:a16="http://schemas.microsoft.com/office/drawing/2014/main" id="{D8F38885-24DD-CF7F-C52D-F71266C0C1E0}"/>
                </a:ext>
              </a:extLst>
            </p:cNvPr>
            <p:cNvSpPr/>
            <p:nvPr/>
          </p:nvSpPr>
          <p:spPr>
            <a:xfrm>
              <a:off x="420385" y="668369"/>
              <a:ext cx="46196" cy="52863"/>
            </a:xfrm>
            <a:custGeom>
              <a:avLst/>
              <a:gdLst>
                <a:gd name="connsiteX0" fmla="*/ 0 w 46196"/>
                <a:gd name="connsiteY0" fmla="*/ 52864 h 52863"/>
                <a:gd name="connsiteX1" fmla="*/ 0 w 46196"/>
                <a:gd name="connsiteY1" fmla="*/ 762 h 52863"/>
                <a:gd name="connsiteX2" fmla="*/ 11097 w 46196"/>
                <a:gd name="connsiteY2" fmla="*/ 762 h 52863"/>
                <a:gd name="connsiteX3" fmla="*/ 11382 w 46196"/>
                <a:gd name="connsiteY3" fmla="*/ 8668 h 52863"/>
                <a:gd name="connsiteX4" fmla="*/ 18336 w 46196"/>
                <a:gd name="connsiteY4" fmla="*/ 2715 h 52863"/>
                <a:gd name="connsiteX5" fmla="*/ 29623 w 46196"/>
                <a:gd name="connsiteY5" fmla="*/ 0 h 52863"/>
                <a:gd name="connsiteX6" fmla="*/ 42053 w 46196"/>
                <a:gd name="connsiteY6" fmla="*/ 4953 h 52863"/>
                <a:gd name="connsiteX7" fmla="*/ 46196 w 46196"/>
                <a:gd name="connsiteY7" fmla="*/ 19098 h 52863"/>
                <a:gd name="connsiteX8" fmla="*/ 46196 w 46196"/>
                <a:gd name="connsiteY8" fmla="*/ 52864 h 52863"/>
                <a:gd name="connsiteX9" fmla="*/ 34671 w 46196"/>
                <a:gd name="connsiteY9" fmla="*/ 52864 h 52863"/>
                <a:gd name="connsiteX10" fmla="*/ 34671 w 46196"/>
                <a:gd name="connsiteY10" fmla="*/ 20622 h 52863"/>
                <a:gd name="connsiteX11" fmla="*/ 33861 w 46196"/>
                <a:gd name="connsiteY11" fmla="*/ 14764 h 52863"/>
                <a:gd name="connsiteX12" fmla="*/ 31147 w 46196"/>
                <a:gd name="connsiteY12" fmla="*/ 10811 h 52863"/>
                <a:gd name="connsiteX13" fmla="*/ 25956 w 46196"/>
                <a:gd name="connsiteY13" fmla="*/ 9382 h 52863"/>
                <a:gd name="connsiteX14" fmla="*/ 17431 w 46196"/>
                <a:gd name="connsiteY14" fmla="*/ 11716 h 52863"/>
                <a:gd name="connsiteX15" fmla="*/ 11621 w 46196"/>
                <a:gd name="connsiteY15" fmla="*/ 17002 h 52863"/>
                <a:gd name="connsiteX16" fmla="*/ 11621 w 46196"/>
                <a:gd name="connsiteY16" fmla="*/ 52864 h 52863"/>
                <a:gd name="connsiteX17" fmla="*/ 48 w 46196"/>
                <a:gd name="connsiteY17" fmla="*/ 52864 h 5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6196" h="52863">
                  <a:moveTo>
                    <a:pt x="0" y="52864"/>
                  </a:moveTo>
                  <a:lnTo>
                    <a:pt x="0" y="762"/>
                  </a:lnTo>
                  <a:lnTo>
                    <a:pt x="11097" y="762"/>
                  </a:lnTo>
                  <a:lnTo>
                    <a:pt x="11382" y="8668"/>
                  </a:lnTo>
                  <a:cubicBezTo>
                    <a:pt x="13097" y="6477"/>
                    <a:pt x="15431" y="4524"/>
                    <a:pt x="18336" y="2715"/>
                  </a:cubicBezTo>
                  <a:cubicBezTo>
                    <a:pt x="21241" y="905"/>
                    <a:pt x="25003" y="0"/>
                    <a:pt x="29623" y="0"/>
                  </a:cubicBezTo>
                  <a:cubicBezTo>
                    <a:pt x="35147" y="0"/>
                    <a:pt x="39291" y="1667"/>
                    <a:pt x="42053" y="4953"/>
                  </a:cubicBezTo>
                  <a:cubicBezTo>
                    <a:pt x="44815" y="8239"/>
                    <a:pt x="46196" y="12954"/>
                    <a:pt x="46196" y="19098"/>
                  </a:cubicBezTo>
                  <a:lnTo>
                    <a:pt x="46196" y="52864"/>
                  </a:lnTo>
                  <a:lnTo>
                    <a:pt x="34671" y="52864"/>
                  </a:lnTo>
                  <a:lnTo>
                    <a:pt x="34671" y="20622"/>
                  </a:lnTo>
                  <a:cubicBezTo>
                    <a:pt x="34671" y="18431"/>
                    <a:pt x="34385" y="16478"/>
                    <a:pt x="33861" y="14764"/>
                  </a:cubicBezTo>
                  <a:cubicBezTo>
                    <a:pt x="33338" y="13049"/>
                    <a:pt x="32433" y="11763"/>
                    <a:pt x="31147" y="10811"/>
                  </a:cubicBezTo>
                  <a:cubicBezTo>
                    <a:pt x="29861" y="9858"/>
                    <a:pt x="28146" y="9382"/>
                    <a:pt x="25956" y="9382"/>
                  </a:cubicBezTo>
                  <a:cubicBezTo>
                    <a:pt x="22622" y="9382"/>
                    <a:pt x="19764" y="10144"/>
                    <a:pt x="17431" y="11716"/>
                  </a:cubicBezTo>
                  <a:cubicBezTo>
                    <a:pt x="15097" y="13287"/>
                    <a:pt x="13145" y="15002"/>
                    <a:pt x="11621" y="17002"/>
                  </a:cubicBezTo>
                  <a:lnTo>
                    <a:pt x="11621" y="52864"/>
                  </a:lnTo>
                  <a:lnTo>
                    <a:pt x="48" y="52864"/>
                  </a:lnTo>
                  <a:close/>
                </a:path>
              </a:pathLst>
            </a:custGeom>
            <a:solidFill>
              <a:srgbClr val="FFFFFF"/>
            </a:solidFill>
            <a:ln w="4763" cap="flat">
              <a:noFill/>
              <a:prstDash val="solid"/>
              <a:miter/>
            </a:ln>
          </p:spPr>
          <p:txBody>
            <a:bodyPr rtlCol="0" anchor="ctr"/>
            <a:lstStyle/>
            <a:p>
              <a:endParaRPr lang="en-AU" sz="2400"/>
            </a:p>
          </p:txBody>
        </p:sp>
        <p:sp>
          <p:nvSpPr>
            <p:cNvPr id="15" name="Freeform: Shape 14">
              <a:extLst>
                <a:ext uri="{FF2B5EF4-FFF2-40B4-BE49-F238E27FC236}">
                  <a16:creationId xmlns:a16="http://schemas.microsoft.com/office/drawing/2014/main" id="{95A316F7-D278-4BB7-100F-EC654A265B4D}"/>
                </a:ext>
              </a:extLst>
            </p:cNvPr>
            <p:cNvSpPr/>
            <p:nvPr/>
          </p:nvSpPr>
          <p:spPr>
            <a:xfrm>
              <a:off x="479440" y="649271"/>
              <a:ext cx="49434" cy="72866"/>
            </a:xfrm>
            <a:custGeom>
              <a:avLst/>
              <a:gdLst>
                <a:gd name="connsiteX0" fmla="*/ 20669 w 49434"/>
                <a:gd name="connsiteY0" fmla="*/ 72866 h 72866"/>
                <a:gd name="connsiteX1" fmla="*/ 9906 w 49434"/>
                <a:gd name="connsiteY1" fmla="*/ 69866 h 72866"/>
                <a:gd name="connsiteX2" fmla="*/ 2619 w 49434"/>
                <a:gd name="connsiteY2" fmla="*/ 60817 h 72866"/>
                <a:gd name="connsiteX3" fmla="*/ 0 w 49434"/>
                <a:gd name="connsiteY3" fmla="*/ 45672 h 72866"/>
                <a:gd name="connsiteX4" fmla="*/ 2810 w 49434"/>
                <a:gd name="connsiteY4" fmla="*/ 30766 h 72866"/>
                <a:gd name="connsiteX5" fmla="*/ 10573 w 49434"/>
                <a:gd name="connsiteY5" fmla="*/ 21907 h 72866"/>
                <a:gd name="connsiteX6" fmla="*/ 22003 w 49434"/>
                <a:gd name="connsiteY6" fmla="*/ 18955 h 72866"/>
                <a:gd name="connsiteX7" fmla="*/ 31480 w 49434"/>
                <a:gd name="connsiteY7" fmla="*/ 21288 h 72866"/>
                <a:gd name="connsiteX8" fmla="*/ 37909 w 49434"/>
                <a:gd name="connsiteY8" fmla="*/ 27527 h 72866"/>
                <a:gd name="connsiteX9" fmla="*/ 37909 w 49434"/>
                <a:gd name="connsiteY9" fmla="*/ 0 h 72866"/>
                <a:gd name="connsiteX10" fmla="*/ 49435 w 49434"/>
                <a:gd name="connsiteY10" fmla="*/ 0 h 72866"/>
                <a:gd name="connsiteX11" fmla="*/ 49435 w 49434"/>
                <a:gd name="connsiteY11" fmla="*/ 71961 h 72866"/>
                <a:gd name="connsiteX12" fmla="*/ 38481 w 49434"/>
                <a:gd name="connsiteY12" fmla="*/ 71961 h 72866"/>
                <a:gd name="connsiteX13" fmla="*/ 37909 w 49434"/>
                <a:gd name="connsiteY13" fmla="*/ 64484 h 72866"/>
                <a:gd name="connsiteX14" fmla="*/ 30909 w 49434"/>
                <a:gd name="connsiteY14" fmla="*/ 70580 h 72866"/>
                <a:gd name="connsiteX15" fmla="*/ 20765 w 49434"/>
                <a:gd name="connsiteY15" fmla="*/ 72866 h 72866"/>
                <a:gd name="connsiteX16" fmla="*/ 23670 w 49434"/>
                <a:gd name="connsiteY16" fmla="*/ 63865 h 72866"/>
                <a:gd name="connsiteX17" fmla="*/ 32337 w 49434"/>
                <a:gd name="connsiteY17" fmla="*/ 61293 h 72866"/>
                <a:gd name="connsiteX18" fmla="*/ 37862 w 49434"/>
                <a:gd name="connsiteY18" fmla="*/ 55102 h 72866"/>
                <a:gd name="connsiteX19" fmla="*/ 37862 w 49434"/>
                <a:gd name="connsiteY19" fmla="*/ 37433 h 72866"/>
                <a:gd name="connsiteX20" fmla="*/ 32718 w 49434"/>
                <a:gd name="connsiteY20" fmla="*/ 30766 h 72866"/>
                <a:gd name="connsiteX21" fmla="*/ 24575 w 49434"/>
                <a:gd name="connsiteY21" fmla="*/ 28004 h 72866"/>
                <a:gd name="connsiteX22" fmla="*/ 15097 w 49434"/>
                <a:gd name="connsiteY22" fmla="*/ 32575 h 72866"/>
                <a:gd name="connsiteX23" fmla="*/ 11859 w 49434"/>
                <a:gd name="connsiteY23" fmla="*/ 45625 h 72866"/>
                <a:gd name="connsiteX24" fmla="*/ 14954 w 49434"/>
                <a:gd name="connsiteY24" fmla="*/ 59293 h 72866"/>
                <a:gd name="connsiteX25" fmla="*/ 23765 w 49434"/>
                <a:gd name="connsiteY25" fmla="*/ 63865 h 72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9434" h="72866">
                  <a:moveTo>
                    <a:pt x="20669" y="72866"/>
                  </a:moveTo>
                  <a:cubicBezTo>
                    <a:pt x="16621" y="72866"/>
                    <a:pt x="13002" y="71866"/>
                    <a:pt x="9906" y="69866"/>
                  </a:cubicBezTo>
                  <a:cubicBezTo>
                    <a:pt x="6763" y="67866"/>
                    <a:pt x="4334" y="64865"/>
                    <a:pt x="2619" y="60817"/>
                  </a:cubicBezTo>
                  <a:cubicBezTo>
                    <a:pt x="857" y="56769"/>
                    <a:pt x="0" y="51721"/>
                    <a:pt x="0" y="45672"/>
                  </a:cubicBezTo>
                  <a:cubicBezTo>
                    <a:pt x="0" y="39624"/>
                    <a:pt x="953" y="34719"/>
                    <a:pt x="2810" y="30766"/>
                  </a:cubicBezTo>
                  <a:cubicBezTo>
                    <a:pt x="4667" y="26813"/>
                    <a:pt x="7287" y="23860"/>
                    <a:pt x="10573" y="21907"/>
                  </a:cubicBezTo>
                  <a:cubicBezTo>
                    <a:pt x="13859" y="19907"/>
                    <a:pt x="17669" y="18955"/>
                    <a:pt x="22003" y="18955"/>
                  </a:cubicBezTo>
                  <a:cubicBezTo>
                    <a:pt x="25622" y="18955"/>
                    <a:pt x="28766" y="19764"/>
                    <a:pt x="31480" y="21288"/>
                  </a:cubicBezTo>
                  <a:cubicBezTo>
                    <a:pt x="34147" y="22860"/>
                    <a:pt x="36290" y="24956"/>
                    <a:pt x="37909" y="27527"/>
                  </a:cubicBezTo>
                  <a:lnTo>
                    <a:pt x="37909" y="0"/>
                  </a:lnTo>
                  <a:lnTo>
                    <a:pt x="49435" y="0"/>
                  </a:lnTo>
                  <a:lnTo>
                    <a:pt x="49435" y="71961"/>
                  </a:lnTo>
                  <a:lnTo>
                    <a:pt x="38481" y="71961"/>
                  </a:lnTo>
                  <a:lnTo>
                    <a:pt x="37909" y="64484"/>
                  </a:lnTo>
                  <a:cubicBezTo>
                    <a:pt x="36052" y="67008"/>
                    <a:pt x="33719" y="69056"/>
                    <a:pt x="30909" y="70580"/>
                  </a:cubicBezTo>
                  <a:cubicBezTo>
                    <a:pt x="28099" y="72104"/>
                    <a:pt x="24717" y="72866"/>
                    <a:pt x="20765" y="72866"/>
                  </a:cubicBezTo>
                  <a:close/>
                  <a:moveTo>
                    <a:pt x="23670" y="63865"/>
                  </a:moveTo>
                  <a:cubicBezTo>
                    <a:pt x="27099" y="63865"/>
                    <a:pt x="29956" y="63008"/>
                    <a:pt x="32337" y="61293"/>
                  </a:cubicBezTo>
                  <a:cubicBezTo>
                    <a:pt x="34671" y="59579"/>
                    <a:pt x="36528" y="57531"/>
                    <a:pt x="37862" y="55102"/>
                  </a:cubicBezTo>
                  <a:lnTo>
                    <a:pt x="37862" y="37433"/>
                  </a:lnTo>
                  <a:cubicBezTo>
                    <a:pt x="36624" y="34814"/>
                    <a:pt x="34909" y="32623"/>
                    <a:pt x="32718" y="30766"/>
                  </a:cubicBezTo>
                  <a:cubicBezTo>
                    <a:pt x="30528" y="28908"/>
                    <a:pt x="27813" y="28004"/>
                    <a:pt x="24575" y="28004"/>
                  </a:cubicBezTo>
                  <a:cubicBezTo>
                    <a:pt x="20431" y="28004"/>
                    <a:pt x="17288" y="29527"/>
                    <a:pt x="15097" y="32575"/>
                  </a:cubicBezTo>
                  <a:cubicBezTo>
                    <a:pt x="12906" y="35623"/>
                    <a:pt x="11859" y="39957"/>
                    <a:pt x="11859" y="45625"/>
                  </a:cubicBezTo>
                  <a:cubicBezTo>
                    <a:pt x="11859" y="51673"/>
                    <a:pt x="12906" y="56245"/>
                    <a:pt x="14954" y="59293"/>
                  </a:cubicBezTo>
                  <a:cubicBezTo>
                    <a:pt x="17002" y="62341"/>
                    <a:pt x="19955" y="63865"/>
                    <a:pt x="23765" y="63865"/>
                  </a:cubicBezTo>
                  <a:close/>
                </a:path>
              </a:pathLst>
            </a:custGeom>
            <a:solidFill>
              <a:srgbClr val="FFFFFF"/>
            </a:solidFill>
            <a:ln w="4763" cap="flat">
              <a:noFill/>
              <a:prstDash val="solid"/>
              <a:miter/>
            </a:ln>
          </p:spPr>
          <p:txBody>
            <a:bodyPr rtlCol="0" anchor="ctr"/>
            <a:lstStyle/>
            <a:p>
              <a:endParaRPr lang="en-AU" sz="2400"/>
            </a:p>
          </p:txBody>
        </p:sp>
        <p:sp>
          <p:nvSpPr>
            <p:cNvPr id="16" name="Freeform: Shape 15">
              <a:extLst>
                <a:ext uri="{FF2B5EF4-FFF2-40B4-BE49-F238E27FC236}">
                  <a16:creationId xmlns:a16="http://schemas.microsoft.com/office/drawing/2014/main" id="{69EC3119-E563-663A-5036-D1D719AD7643}"/>
                </a:ext>
              </a:extLst>
            </p:cNvPr>
            <p:cNvSpPr/>
            <p:nvPr/>
          </p:nvSpPr>
          <p:spPr>
            <a:xfrm>
              <a:off x="543972" y="648700"/>
              <a:ext cx="13620" cy="72532"/>
            </a:xfrm>
            <a:custGeom>
              <a:avLst/>
              <a:gdLst>
                <a:gd name="connsiteX0" fmla="*/ 6810 w 13620"/>
                <a:gd name="connsiteY0" fmla="*/ 12097 h 72532"/>
                <a:gd name="connsiteX1" fmla="*/ 1762 w 13620"/>
                <a:gd name="connsiteY1" fmla="*/ 10382 h 72532"/>
                <a:gd name="connsiteX2" fmla="*/ 0 w 13620"/>
                <a:gd name="connsiteY2" fmla="*/ 6096 h 72532"/>
                <a:gd name="connsiteX3" fmla="*/ 1762 w 13620"/>
                <a:gd name="connsiteY3" fmla="*/ 1715 h 72532"/>
                <a:gd name="connsiteX4" fmla="*/ 6810 w 13620"/>
                <a:gd name="connsiteY4" fmla="*/ 0 h 72532"/>
                <a:gd name="connsiteX5" fmla="*/ 11811 w 13620"/>
                <a:gd name="connsiteY5" fmla="*/ 1715 h 72532"/>
                <a:gd name="connsiteX6" fmla="*/ 13621 w 13620"/>
                <a:gd name="connsiteY6" fmla="*/ 6048 h 72532"/>
                <a:gd name="connsiteX7" fmla="*/ 11811 w 13620"/>
                <a:gd name="connsiteY7" fmla="*/ 10382 h 72532"/>
                <a:gd name="connsiteX8" fmla="*/ 6810 w 13620"/>
                <a:gd name="connsiteY8" fmla="*/ 12097 h 72532"/>
                <a:gd name="connsiteX9" fmla="*/ 1000 w 13620"/>
                <a:gd name="connsiteY9" fmla="*/ 72533 h 72532"/>
                <a:gd name="connsiteX10" fmla="*/ 1000 w 13620"/>
                <a:gd name="connsiteY10" fmla="*/ 20431 h 72532"/>
                <a:gd name="connsiteX11" fmla="*/ 12573 w 13620"/>
                <a:gd name="connsiteY11" fmla="*/ 20431 h 72532"/>
                <a:gd name="connsiteX12" fmla="*/ 12573 w 13620"/>
                <a:gd name="connsiteY12" fmla="*/ 72533 h 72532"/>
                <a:gd name="connsiteX13" fmla="*/ 1000 w 13620"/>
                <a:gd name="connsiteY13" fmla="*/ 72533 h 72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620" h="72532">
                  <a:moveTo>
                    <a:pt x="6810" y="12097"/>
                  </a:moveTo>
                  <a:cubicBezTo>
                    <a:pt x="4620" y="12097"/>
                    <a:pt x="2953" y="11525"/>
                    <a:pt x="1762" y="10382"/>
                  </a:cubicBezTo>
                  <a:cubicBezTo>
                    <a:pt x="571" y="9239"/>
                    <a:pt x="0" y="7810"/>
                    <a:pt x="0" y="6096"/>
                  </a:cubicBezTo>
                  <a:cubicBezTo>
                    <a:pt x="0" y="4381"/>
                    <a:pt x="571" y="2857"/>
                    <a:pt x="1762" y="1715"/>
                  </a:cubicBezTo>
                  <a:cubicBezTo>
                    <a:pt x="2953" y="571"/>
                    <a:pt x="4620" y="0"/>
                    <a:pt x="6810" y="0"/>
                  </a:cubicBezTo>
                  <a:cubicBezTo>
                    <a:pt x="9001" y="0"/>
                    <a:pt x="10620" y="571"/>
                    <a:pt x="11811" y="1715"/>
                  </a:cubicBezTo>
                  <a:cubicBezTo>
                    <a:pt x="13002" y="2857"/>
                    <a:pt x="13621" y="4286"/>
                    <a:pt x="13621" y="6048"/>
                  </a:cubicBezTo>
                  <a:cubicBezTo>
                    <a:pt x="13621" y="7810"/>
                    <a:pt x="13002" y="9239"/>
                    <a:pt x="11811" y="10382"/>
                  </a:cubicBezTo>
                  <a:cubicBezTo>
                    <a:pt x="10620" y="11525"/>
                    <a:pt x="8953" y="12097"/>
                    <a:pt x="6810" y="12097"/>
                  </a:cubicBezTo>
                  <a:close/>
                  <a:moveTo>
                    <a:pt x="1000" y="72533"/>
                  </a:moveTo>
                  <a:lnTo>
                    <a:pt x="1000" y="20431"/>
                  </a:lnTo>
                  <a:lnTo>
                    <a:pt x="12573" y="20431"/>
                  </a:lnTo>
                  <a:lnTo>
                    <a:pt x="12573" y="72533"/>
                  </a:lnTo>
                  <a:lnTo>
                    <a:pt x="1000" y="72533"/>
                  </a:lnTo>
                  <a:close/>
                </a:path>
              </a:pathLst>
            </a:custGeom>
            <a:solidFill>
              <a:srgbClr val="FFFFFF"/>
            </a:solidFill>
            <a:ln w="4763" cap="flat">
              <a:noFill/>
              <a:prstDash val="solid"/>
              <a:miter/>
            </a:ln>
          </p:spPr>
          <p:txBody>
            <a:bodyPr rtlCol="0" anchor="ctr"/>
            <a:lstStyle/>
            <a:p>
              <a:endParaRPr lang="en-AU" sz="2400"/>
            </a:p>
          </p:txBody>
        </p:sp>
        <p:sp>
          <p:nvSpPr>
            <p:cNvPr id="17" name="Freeform: Shape 16">
              <a:extLst>
                <a:ext uri="{FF2B5EF4-FFF2-40B4-BE49-F238E27FC236}">
                  <a16:creationId xmlns:a16="http://schemas.microsoft.com/office/drawing/2014/main" id="{CCBC75E7-CF29-C6C4-008D-0BC574CFC762}"/>
                </a:ext>
              </a:extLst>
            </p:cNvPr>
            <p:cNvSpPr/>
            <p:nvPr/>
          </p:nvSpPr>
          <p:spPr>
            <a:xfrm>
              <a:off x="569928" y="668131"/>
              <a:ext cx="51006" cy="53959"/>
            </a:xfrm>
            <a:custGeom>
              <a:avLst/>
              <a:gdLst>
                <a:gd name="connsiteX0" fmla="*/ 25289 w 51006"/>
                <a:gd name="connsiteY0" fmla="*/ 53959 h 53959"/>
                <a:gd name="connsiteX1" fmla="*/ 11859 w 51006"/>
                <a:gd name="connsiteY1" fmla="*/ 50768 h 53959"/>
                <a:gd name="connsiteX2" fmla="*/ 3096 w 51006"/>
                <a:gd name="connsiteY2" fmla="*/ 41577 h 53959"/>
                <a:gd name="connsiteX3" fmla="*/ 0 w 51006"/>
                <a:gd name="connsiteY3" fmla="*/ 27146 h 53959"/>
                <a:gd name="connsiteX4" fmla="*/ 3096 w 51006"/>
                <a:gd name="connsiteY4" fmla="*/ 12478 h 53959"/>
                <a:gd name="connsiteX5" fmla="*/ 11859 w 51006"/>
                <a:gd name="connsiteY5" fmla="*/ 3191 h 53959"/>
                <a:gd name="connsiteX6" fmla="*/ 25289 w 51006"/>
                <a:gd name="connsiteY6" fmla="*/ 0 h 53959"/>
                <a:gd name="connsiteX7" fmla="*/ 39005 w 51006"/>
                <a:gd name="connsiteY7" fmla="*/ 3191 h 53959"/>
                <a:gd name="connsiteX8" fmla="*/ 47863 w 51006"/>
                <a:gd name="connsiteY8" fmla="*/ 12478 h 53959"/>
                <a:gd name="connsiteX9" fmla="*/ 51006 w 51006"/>
                <a:gd name="connsiteY9" fmla="*/ 27146 h 53959"/>
                <a:gd name="connsiteX10" fmla="*/ 47863 w 51006"/>
                <a:gd name="connsiteY10" fmla="*/ 41577 h 53959"/>
                <a:gd name="connsiteX11" fmla="*/ 39005 w 51006"/>
                <a:gd name="connsiteY11" fmla="*/ 50768 h 53959"/>
                <a:gd name="connsiteX12" fmla="*/ 25289 w 51006"/>
                <a:gd name="connsiteY12" fmla="*/ 53959 h 53959"/>
                <a:gd name="connsiteX13" fmla="*/ 25289 w 51006"/>
                <a:gd name="connsiteY13" fmla="*/ 45006 h 53959"/>
                <a:gd name="connsiteX14" fmla="*/ 33576 w 51006"/>
                <a:gd name="connsiteY14" fmla="*/ 42672 h 53959"/>
                <a:gd name="connsiteX15" fmla="*/ 37909 w 51006"/>
                <a:gd name="connsiteY15" fmla="*/ 36290 h 53959"/>
                <a:gd name="connsiteX16" fmla="*/ 39195 w 51006"/>
                <a:gd name="connsiteY16" fmla="*/ 27242 h 53959"/>
                <a:gd name="connsiteX17" fmla="*/ 37909 w 51006"/>
                <a:gd name="connsiteY17" fmla="*/ 18002 h 53959"/>
                <a:gd name="connsiteX18" fmla="*/ 33576 w 51006"/>
                <a:gd name="connsiteY18" fmla="*/ 11525 h 53959"/>
                <a:gd name="connsiteX19" fmla="*/ 25289 w 51006"/>
                <a:gd name="connsiteY19" fmla="*/ 9144 h 53959"/>
                <a:gd name="connsiteX20" fmla="*/ 17335 w 51006"/>
                <a:gd name="connsiteY20" fmla="*/ 11525 h 53959"/>
                <a:gd name="connsiteX21" fmla="*/ 13097 w 51006"/>
                <a:gd name="connsiteY21" fmla="*/ 18002 h 53959"/>
                <a:gd name="connsiteX22" fmla="*/ 11811 w 51006"/>
                <a:gd name="connsiteY22" fmla="*/ 27242 h 53959"/>
                <a:gd name="connsiteX23" fmla="*/ 13097 w 51006"/>
                <a:gd name="connsiteY23" fmla="*/ 36290 h 53959"/>
                <a:gd name="connsiteX24" fmla="*/ 17335 w 51006"/>
                <a:gd name="connsiteY24" fmla="*/ 42672 h 53959"/>
                <a:gd name="connsiteX25" fmla="*/ 25289 w 51006"/>
                <a:gd name="connsiteY25" fmla="*/ 45006 h 53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006" h="53959">
                  <a:moveTo>
                    <a:pt x="25289" y="53959"/>
                  </a:moveTo>
                  <a:cubicBezTo>
                    <a:pt x="20145" y="53959"/>
                    <a:pt x="15621" y="52911"/>
                    <a:pt x="11859" y="50768"/>
                  </a:cubicBezTo>
                  <a:cubicBezTo>
                    <a:pt x="8049" y="48673"/>
                    <a:pt x="5144" y="45577"/>
                    <a:pt x="3096" y="41577"/>
                  </a:cubicBezTo>
                  <a:cubicBezTo>
                    <a:pt x="1048" y="37576"/>
                    <a:pt x="0" y="32766"/>
                    <a:pt x="0" y="27146"/>
                  </a:cubicBezTo>
                  <a:cubicBezTo>
                    <a:pt x="0" y="21527"/>
                    <a:pt x="1048" y="16574"/>
                    <a:pt x="3096" y="12478"/>
                  </a:cubicBezTo>
                  <a:cubicBezTo>
                    <a:pt x="5144" y="8382"/>
                    <a:pt x="8049" y="5334"/>
                    <a:pt x="11859" y="3191"/>
                  </a:cubicBezTo>
                  <a:cubicBezTo>
                    <a:pt x="15669" y="1048"/>
                    <a:pt x="20145" y="0"/>
                    <a:pt x="25289" y="0"/>
                  </a:cubicBezTo>
                  <a:cubicBezTo>
                    <a:pt x="30432" y="0"/>
                    <a:pt x="35147" y="1048"/>
                    <a:pt x="39005" y="3191"/>
                  </a:cubicBezTo>
                  <a:cubicBezTo>
                    <a:pt x="42863" y="5334"/>
                    <a:pt x="45815" y="8430"/>
                    <a:pt x="47863" y="12478"/>
                  </a:cubicBezTo>
                  <a:cubicBezTo>
                    <a:pt x="49959" y="16526"/>
                    <a:pt x="51006" y="21431"/>
                    <a:pt x="51006" y="27146"/>
                  </a:cubicBezTo>
                  <a:cubicBezTo>
                    <a:pt x="51006" y="32861"/>
                    <a:pt x="49959" y="37529"/>
                    <a:pt x="47863" y="41577"/>
                  </a:cubicBezTo>
                  <a:cubicBezTo>
                    <a:pt x="45768" y="45577"/>
                    <a:pt x="42815" y="48673"/>
                    <a:pt x="39005" y="50768"/>
                  </a:cubicBezTo>
                  <a:cubicBezTo>
                    <a:pt x="35195" y="52911"/>
                    <a:pt x="30623" y="53959"/>
                    <a:pt x="25289" y="53959"/>
                  </a:cubicBezTo>
                  <a:close/>
                  <a:moveTo>
                    <a:pt x="25289" y="45006"/>
                  </a:moveTo>
                  <a:cubicBezTo>
                    <a:pt x="28766" y="45006"/>
                    <a:pt x="31528" y="44244"/>
                    <a:pt x="33576" y="42672"/>
                  </a:cubicBezTo>
                  <a:cubicBezTo>
                    <a:pt x="35624" y="41100"/>
                    <a:pt x="37052" y="38957"/>
                    <a:pt x="37909" y="36290"/>
                  </a:cubicBezTo>
                  <a:cubicBezTo>
                    <a:pt x="38767" y="33576"/>
                    <a:pt x="39195" y="30575"/>
                    <a:pt x="39195" y="27242"/>
                  </a:cubicBezTo>
                  <a:cubicBezTo>
                    <a:pt x="39195" y="23908"/>
                    <a:pt x="38767" y="20717"/>
                    <a:pt x="37909" y="18002"/>
                  </a:cubicBezTo>
                  <a:cubicBezTo>
                    <a:pt x="37052" y="15288"/>
                    <a:pt x="35624" y="13097"/>
                    <a:pt x="33576" y="11525"/>
                  </a:cubicBezTo>
                  <a:cubicBezTo>
                    <a:pt x="31528" y="9954"/>
                    <a:pt x="28766" y="9144"/>
                    <a:pt x="25289" y="9144"/>
                  </a:cubicBezTo>
                  <a:cubicBezTo>
                    <a:pt x="21812" y="9144"/>
                    <a:pt x="19288" y="9954"/>
                    <a:pt x="17335" y="11525"/>
                  </a:cubicBezTo>
                  <a:cubicBezTo>
                    <a:pt x="15383" y="13097"/>
                    <a:pt x="13954" y="15288"/>
                    <a:pt x="13097" y="18002"/>
                  </a:cubicBezTo>
                  <a:cubicBezTo>
                    <a:pt x="12240" y="20717"/>
                    <a:pt x="11811" y="23813"/>
                    <a:pt x="11811" y="27242"/>
                  </a:cubicBezTo>
                  <a:cubicBezTo>
                    <a:pt x="11811" y="30671"/>
                    <a:pt x="12240" y="33623"/>
                    <a:pt x="13097" y="36290"/>
                  </a:cubicBezTo>
                  <a:cubicBezTo>
                    <a:pt x="13954" y="38957"/>
                    <a:pt x="15383" y="41100"/>
                    <a:pt x="17335" y="42672"/>
                  </a:cubicBezTo>
                  <a:cubicBezTo>
                    <a:pt x="19288" y="44244"/>
                    <a:pt x="21955" y="45006"/>
                    <a:pt x="25289" y="45006"/>
                  </a:cubicBezTo>
                  <a:close/>
                </a:path>
              </a:pathLst>
            </a:custGeom>
            <a:solidFill>
              <a:srgbClr val="FFFFFF"/>
            </a:solidFill>
            <a:ln w="4763" cap="flat">
              <a:noFill/>
              <a:prstDash val="solid"/>
              <a:miter/>
            </a:ln>
          </p:spPr>
          <p:txBody>
            <a:bodyPr rtlCol="0" anchor="ctr"/>
            <a:lstStyle/>
            <a:p>
              <a:endParaRPr lang="en-AU" sz="2400"/>
            </a:p>
          </p:txBody>
        </p:sp>
        <p:sp>
          <p:nvSpPr>
            <p:cNvPr id="18" name="Freeform: Shape 17">
              <a:extLst>
                <a:ext uri="{FF2B5EF4-FFF2-40B4-BE49-F238E27FC236}">
                  <a16:creationId xmlns:a16="http://schemas.microsoft.com/office/drawing/2014/main" id="{5E27F734-96CC-1D43-A119-EBFAA488ED94}"/>
                </a:ext>
              </a:extLst>
            </p:cNvPr>
            <p:cNvSpPr/>
            <p:nvPr/>
          </p:nvSpPr>
          <p:spPr>
            <a:xfrm>
              <a:off x="634317" y="668369"/>
              <a:ext cx="46196" cy="52863"/>
            </a:xfrm>
            <a:custGeom>
              <a:avLst/>
              <a:gdLst>
                <a:gd name="connsiteX0" fmla="*/ 0 w 46196"/>
                <a:gd name="connsiteY0" fmla="*/ 52864 h 52863"/>
                <a:gd name="connsiteX1" fmla="*/ 0 w 46196"/>
                <a:gd name="connsiteY1" fmla="*/ 762 h 52863"/>
                <a:gd name="connsiteX2" fmla="*/ 11097 w 46196"/>
                <a:gd name="connsiteY2" fmla="*/ 762 h 52863"/>
                <a:gd name="connsiteX3" fmla="*/ 11382 w 46196"/>
                <a:gd name="connsiteY3" fmla="*/ 8668 h 52863"/>
                <a:gd name="connsiteX4" fmla="*/ 18336 w 46196"/>
                <a:gd name="connsiteY4" fmla="*/ 2715 h 52863"/>
                <a:gd name="connsiteX5" fmla="*/ 29623 w 46196"/>
                <a:gd name="connsiteY5" fmla="*/ 0 h 52863"/>
                <a:gd name="connsiteX6" fmla="*/ 42053 w 46196"/>
                <a:gd name="connsiteY6" fmla="*/ 4953 h 52863"/>
                <a:gd name="connsiteX7" fmla="*/ 46196 w 46196"/>
                <a:gd name="connsiteY7" fmla="*/ 19098 h 52863"/>
                <a:gd name="connsiteX8" fmla="*/ 46196 w 46196"/>
                <a:gd name="connsiteY8" fmla="*/ 52864 h 52863"/>
                <a:gd name="connsiteX9" fmla="*/ 34671 w 46196"/>
                <a:gd name="connsiteY9" fmla="*/ 52864 h 52863"/>
                <a:gd name="connsiteX10" fmla="*/ 34671 w 46196"/>
                <a:gd name="connsiteY10" fmla="*/ 20622 h 52863"/>
                <a:gd name="connsiteX11" fmla="*/ 33861 w 46196"/>
                <a:gd name="connsiteY11" fmla="*/ 14764 h 52863"/>
                <a:gd name="connsiteX12" fmla="*/ 31147 w 46196"/>
                <a:gd name="connsiteY12" fmla="*/ 10811 h 52863"/>
                <a:gd name="connsiteX13" fmla="*/ 25956 w 46196"/>
                <a:gd name="connsiteY13" fmla="*/ 9382 h 52863"/>
                <a:gd name="connsiteX14" fmla="*/ 17431 w 46196"/>
                <a:gd name="connsiteY14" fmla="*/ 11716 h 52863"/>
                <a:gd name="connsiteX15" fmla="*/ 11621 w 46196"/>
                <a:gd name="connsiteY15" fmla="*/ 17002 h 52863"/>
                <a:gd name="connsiteX16" fmla="*/ 11621 w 46196"/>
                <a:gd name="connsiteY16" fmla="*/ 52864 h 52863"/>
                <a:gd name="connsiteX17" fmla="*/ 48 w 46196"/>
                <a:gd name="connsiteY17" fmla="*/ 52864 h 5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6196" h="52863">
                  <a:moveTo>
                    <a:pt x="0" y="52864"/>
                  </a:moveTo>
                  <a:lnTo>
                    <a:pt x="0" y="762"/>
                  </a:lnTo>
                  <a:lnTo>
                    <a:pt x="11097" y="762"/>
                  </a:lnTo>
                  <a:lnTo>
                    <a:pt x="11382" y="8668"/>
                  </a:lnTo>
                  <a:cubicBezTo>
                    <a:pt x="13097" y="6477"/>
                    <a:pt x="15430" y="4524"/>
                    <a:pt x="18336" y="2715"/>
                  </a:cubicBezTo>
                  <a:cubicBezTo>
                    <a:pt x="21241" y="905"/>
                    <a:pt x="25003" y="0"/>
                    <a:pt x="29623" y="0"/>
                  </a:cubicBezTo>
                  <a:cubicBezTo>
                    <a:pt x="35147" y="0"/>
                    <a:pt x="39291" y="1667"/>
                    <a:pt x="42053" y="4953"/>
                  </a:cubicBezTo>
                  <a:cubicBezTo>
                    <a:pt x="44815" y="8239"/>
                    <a:pt x="46196" y="12954"/>
                    <a:pt x="46196" y="19098"/>
                  </a:cubicBezTo>
                  <a:lnTo>
                    <a:pt x="46196" y="52864"/>
                  </a:lnTo>
                  <a:lnTo>
                    <a:pt x="34671" y="52864"/>
                  </a:lnTo>
                  <a:lnTo>
                    <a:pt x="34671" y="20622"/>
                  </a:lnTo>
                  <a:cubicBezTo>
                    <a:pt x="34671" y="18431"/>
                    <a:pt x="34385" y="16478"/>
                    <a:pt x="33861" y="14764"/>
                  </a:cubicBezTo>
                  <a:cubicBezTo>
                    <a:pt x="33338" y="13049"/>
                    <a:pt x="32433" y="11763"/>
                    <a:pt x="31147" y="10811"/>
                  </a:cubicBezTo>
                  <a:cubicBezTo>
                    <a:pt x="29861" y="9858"/>
                    <a:pt x="28146" y="9382"/>
                    <a:pt x="25956" y="9382"/>
                  </a:cubicBezTo>
                  <a:cubicBezTo>
                    <a:pt x="22622" y="9382"/>
                    <a:pt x="19764" y="10144"/>
                    <a:pt x="17431" y="11716"/>
                  </a:cubicBezTo>
                  <a:cubicBezTo>
                    <a:pt x="15097" y="13287"/>
                    <a:pt x="13144" y="15002"/>
                    <a:pt x="11621" y="17002"/>
                  </a:cubicBezTo>
                  <a:lnTo>
                    <a:pt x="11621" y="52864"/>
                  </a:lnTo>
                  <a:lnTo>
                    <a:pt x="48" y="52864"/>
                  </a:lnTo>
                  <a:close/>
                </a:path>
              </a:pathLst>
            </a:custGeom>
            <a:solidFill>
              <a:srgbClr val="FFFFFF"/>
            </a:solidFill>
            <a:ln w="4763" cap="flat">
              <a:noFill/>
              <a:prstDash val="solid"/>
              <a:miter/>
            </a:ln>
          </p:spPr>
          <p:txBody>
            <a:bodyPr rtlCol="0" anchor="ctr"/>
            <a:lstStyle/>
            <a:p>
              <a:endParaRPr lang="en-AU" sz="2400"/>
            </a:p>
          </p:txBody>
        </p:sp>
        <p:sp>
          <p:nvSpPr>
            <p:cNvPr id="19" name="Freeform: Shape 18">
              <a:extLst>
                <a:ext uri="{FF2B5EF4-FFF2-40B4-BE49-F238E27FC236}">
                  <a16:creationId xmlns:a16="http://schemas.microsoft.com/office/drawing/2014/main" id="{FA9A7665-7DE6-0307-FFE6-AAB303F744E7}"/>
                </a:ext>
              </a:extLst>
            </p:cNvPr>
            <p:cNvSpPr/>
            <p:nvPr/>
          </p:nvSpPr>
          <p:spPr>
            <a:xfrm>
              <a:off x="696134" y="706421"/>
              <a:ext cx="15906" cy="15478"/>
            </a:xfrm>
            <a:custGeom>
              <a:avLst/>
              <a:gdLst>
                <a:gd name="connsiteX0" fmla="*/ 8001 w 15906"/>
                <a:gd name="connsiteY0" fmla="*/ 15478 h 15478"/>
                <a:gd name="connsiteX1" fmla="*/ 2238 w 15906"/>
                <a:gd name="connsiteY1" fmla="*/ 13240 h 15478"/>
                <a:gd name="connsiteX2" fmla="*/ 0 w 15906"/>
                <a:gd name="connsiteY2" fmla="*/ 7715 h 15478"/>
                <a:gd name="connsiteX3" fmla="*/ 2238 w 15906"/>
                <a:gd name="connsiteY3" fmla="*/ 2143 h 15478"/>
                <a:gd name="connsiteX4" fmla="*/ 8001 w 15906"/>
                <a:gd name="connsiteY4" fmla="*/ 0 h 15478"/>
                <a:gd name="connsiteX5" fmla="*/ 13716 w 15906"/>
                <a:gd name="connsiteY5" fmla="*/ 2143 h 15478"/>
                <a:gd name="connsiteX6" fmla="*/ 15907 w 15906"/>
                <a:gd name="connsiteY6" fmla="*/ 7715 h 15478"/>
                <a:gd name="connsiteX7" fmla="*/ 13716 w 15906"/>
                <a:gd name="connsiteY7" fmla="*/ 13240 h 15478"/>
                <a:gd name="connsiteX8" fmla="*/ 8001 w 15906"/>
                <a:gd name="connsiteY8" fmla="*/ 15478 h 1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906" h="15478">
                  <a:moveTo>
                    <a:pt x="8001" y="15478"/>
                  </a:moveTo>
                  <a:cubicBezTo>
                    <a:pt x="5667" y="15478"/>
                    <a:pt x="3715" y="14716"/>
                    <a:pt x="2238" y="13240"/>
                  </a:cubicBezTo>
                  <a:cubicBezTo>
                    <a:pt x="762" y="11763"/>
                    <a:pt x="0" y="9906"/>
                    <a:pt x="0" y="7715"/>
                  </a:cubicBezTo>
                  <a:cubicBezTo>
                    <a:pt x="0" y="5429"/>
                    <a:pt x="762" y="3572"/>
                    <a:pt x="2238" y="2143"/>
                  </a:cubicBezTo>
                  <a:cubicBezTo>
                    <a:pt x="3715" y="714"/>
                    <a:pt x="5667" y="0"/>
                    <a:pt x="8001" y="0"/>
                  </a:cubicBezTo>
                  <a:cubicBezTo>
                    <a:pt x="10335" y="0"/>
                    <a:pt x="12240" y="714"/>
                    <a:pt x="13716" y="2143"/>
                  </a:cubicBezTo>
                  <a:cubicBezTo>
                    <a:pt x="15192" y="3572"/>
                    <a:pt x="15907" y="5429"/>
                    <a:pt x="15907" y="7715"/>
                  </a:cubicBezTo>
                  <a:cubicBezTo>
                    <a:pt x="15907" y="10001"/>
                    <a:pt x="15192" y="11716"/>
                    <a:pt x="13716" y="13240"/>
                  </a:cubicBezTo>
                  <a:cubicBezTo>
                    <a:pt x="12240" y="14716"/>
                    <a:pt x="10335" y="15478"/>
                    <a:pt x="8001" y="15478"/>
                  </a:cubicBezTo>
                  <a:close/>
                </a:path>
              </a:pathLst>
            </a:custGeom>
            <a:solidFill>
              <a:srgbClr val="FFFFFF"/>
            </a:solidFill>
            <a:ln w="4763" cap="flat">
              <a:noFill/>
              <a:prstDash val="solid"/>
              <a:miter/>
            </a:ln>
          </p:spPr>
          <p:txBody>
            <a:bodyPr rtlCol="0" anchor="ctr"/>
            <a:lstStyle/>
            <a:p>
              <a:endParaRPr lang="en-AU" sz="2400"/>
            </a:p>
          </p:txBody>
        </p:sp>
        <p:sp>
          <p:nvSpPr>
            <p:cNvPr id="20" name="Freeform: Shape 19">
              <a:extLst>
                <a:ext uri="{FF2B5EF4-FFF2-40B4-BE49-F238E27FC236}">
                  <a16:creationId xmlns:a16="http://schemas.microsoft.com/office/drawing/2014/main" id="{16592611-8CE9-2C0E-6B91-3B9963E7579F}"/>
                </a:ext>
              </a:extLst>
            </p:cNvPr>
            <p:cNvSpPr/>
            <p:nvPr/>
          </p:nvSpPr>
          <p:spPr>
            <a:xfrm>
              <a:off x="722614" y="668274"/>
              <a:ext cx="48291" cy="53863"/>
            </a:xfrm>
            <a:custGeom>
              <a:avLst/>
              <a:gdLst>
                <a:gd name="connsiteX0" fmla="*/ 25146 w 48291"/>
                <a:gd name="connsiteY0" fmla="*/ 53769 h 53863"/>
                <a:gd name="connsiteX1" fmla="*/ 12240 w 48291"/>
                <a:gd name="connsiteY1" fmla="*/ 50911 h 53863"/>
                <a:gd name="connsiteX2" fmla="*/ 3286 w 48291"/>
                <a:gd name="connsiteY2" fmla="*/ 42100 h 53863"/>
                <a:gd name="connsiteX3" fmla="*/ 0 w 48291"/>
                <a:gd name="connsiteY3" fmla="*/ 27099 h 53863"/>
                <a:gd name="connsiteX4" fmla="*/ 3191 w 48291"/>
                <a:gd name="connsiteY4" fmla="*/ 11954 h 53863"/>
                <a:gd name="connsiteX5" fmla="*/ 12002 w 48291"/>
                <a:gd name="connsiteY5" fmla="*/ 2953 h 53863"/>
                <a:gd name="connsiteX6" fmla="*/ 25146 w 48291"/>
                <a:gd name="connsiteY6" fmla="*/ 0 h 53863"/>
                <a:gd name="connsiteX7" fmla="*/ 36528 w 48291"/>
                <a:gd name="connsiteY7" fmla="*/ 2095 h 53863"/>
                <a:gd name="connsiteX8" fmla="*/ 44625 w 48291"/>
                <a:gd name="connsiteY8" fmla="*/ 8334 h 53863"/>
                <a:gd name="connsiteX9" fmla="*/ 47816 w 48291"/>
                <a:gd name="connsiteY9" fmla="*/ 18859 h 53863"/>
                <a:gd name="connsiteX10" fmla="*/ 36528 w 48291"/>
                <a:gd name="connsiteY10" fmla="*/ 18859 h 53863"/>
                <a:gd name="connsiteX11" fmla="*/ 33338 w 48291"/>
                <a:gd name="connsiteY11" fmla="*/ 11716 h 53863"/>
                <a:gd name="connsiteX12" fmla="*/ 25241 w 48291"/>
                <a:gd name="connsiteY12" fmla="*/ 9096 h 53863"/>
                <a:gd name="connsiteX13" fmla="*/ 15097 w 48291"/>
                <a:gd name="connsiteY13" fmla="*/ 13811 h 53863"/>
                <a:gd name="connsiteX14" fmla="*/ 11859 w 48291"/>
                <a:gd name="connsiteY14" fmla="*/ 27099 h 53863"/>
                <a:gd name="connsiteX15" fmla="*/ 13287 w 48291"/>
                <a:gd name="connsiteY15" fmla="*/ 36624 h 53863"/>
                <a:gd name="connsiteX16" fmla="*/ 17717 w 48291"/>
                <a:gd name="connsiteY16" fmla="*/ 42672 h 53863"/>
                <a:gd name="connsiteX17" fmla="*/ 25289 w 48291"/>
                <a:gd name="connsiteY17" fmla="*/ 44767 h 53863"/>
                <a:gd name="connsiteX18" fmla="*/ 33671 w 48291"/>
                <a:gd name="connsiteY18" fmla="*/ 42005 h 53863"/>
                <a:gd name="connsiteX19" fmla="*/ 37005 w 48291"/>
                <a:gd name="connsiteY19" fmla="*/ 34004 h 53863"/>
                <a:gd name="connsiteX20" fmla="*/ 48292 w 48291"/>
                <a:gd name="connsiteY20" fmla="*/ 34004 h 53863"/>
                <a:gd name="connsiteX21" fmla="*/ 45101 w 48291"/>
                <a:gd name="connsiteY21" fmla="*/ 44958 h 53863"/>
                <a:gd name="connsiteX22" fmla="*/ 36909 w 48291"/>
                <a:gd name="connsiteY22" fmla="*/ 51625 h 53863"/>
                <a:gd name="connsiteX23" fmla="*/ 25241 w 48291"/>
                <a:gd name="connsiteY23" fmla="*/ 53864 h 53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8291" h="53863">
                  <a:moveTo>
                    <a:pt x="25146" y="53769"/>
                  </a:moveTo>
                  <a:cubicBezTo>
                    <a:pt x="20336" y="53769"/>
                    <a:pt x="16050" y="52816"/>
                    <a:pt x="12240" y="50911"/>
                  </a:cubicBezTo>
                  <a:cubicBezTo>
                    <a:pt x="8477" y="49006"/>
                    <a:pt x="5477" y="46053"/>
                    <a:pt x="3286" y="42100"/>
                  </a:cubicBezTo>
                  <a:cubicBezTo>
                    <a:pt x="1095" y="38148"/>
                    <a:pt x="0" y="33147"/>
                    <a:pt x="0" y="27099"/>
                  </a:cubicBezTo>
                  <a:cubicBezTo>
                    <a:pt x="0" y="21050"/>
                    <a:pt x="1048" y="15954"/>
                    <a:pt x="3191" y="11954"/>
                  </a:cubicBezTo>
                  <a:cubicBezTo>
                    <a:pt x="5334" y="7953"/>
                    <a:pt x="8239" y="4953"/>
                    <a:pt x="12002" y="2953"/>
                  </a:cubicBezTo>
                  <a:cubicBezTo>
                    <a:pt x="15764" y="952"/>
                    <a:pt x="20145" y="0"/>
                    <a:pt x="25146" y="0"/>
                  </a:cubicBezTo>
                  <a:cubicBezTo>
                    <a:pt x="29337" y="0"/>
                    <a:pt x="33147" y="714"/>
                    <a:pt x="36528" y="2095"/>
                  </a:cubicBezTo>
                  <a:cubicBezTo>
                    <a:pt x="39910" y="3477"/>
                    <a:pt x="42624" y="5572"/>
                    <a:pt x="44625" y="8334"/>
                  </a:cubicBezTo>
                  <a:cubicBezTo>
                    <a:pt x="46625" y="11097"/>
                    <a:pt x="47720" y="14621"/>
                    <a:pt x="47816" y="18859"/>
                  </a:cubicBezTo>
                  <a:lnTo>
                    <a:pt x="36528" y="18859"/>
                  </a:lnTo>
                  <a:cubicBezTo>
                    <a:pt x="36338" y="15811"/>
                    <a:pt x="35290" y="13430"/>
                    <a:pt x="33338" y="11716"/>
                  </a:cubicBezTo>
                  <a:cubicBezTo>
                    <a:pt x="31385" y="9954"/>
                    <a:pt x="28670" y="9096"/>
                    <a:pt x="25241" y="9096"/>
                  </a:cubicBezTo>
                  <a:cubicBezTo>
                    <a:pt x="20622" y="9096"/>
                    <a:pt x="17240" y="10668"/>
                    <a:pt x="15097" y="13811"/>
                  </a:cubicBezTo>
                  <a:cubicBezTo>
                    <a:pt x="12906" y="16954"/>
                    <a:pt x="11859" y="21384"/>
                    <a:pt x="11859" y="27099"/>
                  </a:cubicBezTo>
                  <a:cubicBezTo>
                    <a:pt x="11859" y="30813"/>
                    <a:pt x="12335" y="33957"/>
                    <a:pt x="13287" y="36624"/>
                  </a:cubicBezTo>
                  <a:cubicBezTo>
                    <a:pt x="14240" y="39243"/>
                    <a:pt x="15716" y="41291"/>
                    <a:pt x="17717" y="42672"/>
                  </a:cubicBezTo>
                  <a:cubicBezTo>
                    <a:pt x="19717" y="44053"/>
                    <a:pt x="22193" y="44767"/>
                    <a:pt x="25289" y="44767"/>
                  </a:cubicBezTo>
                  <a:cubicBezTo>
                    <a:pt x="28766" y="44767"/>
                    <a:pt x="31575" y="43863"/>
                    <a:pt x="33671" y="42005"/>
                  </a:cubicBezTo>
                  <a:cubicBezTo>
                    <a:pt x="35766" y="40148"/>
                    <a:pt x="36862" y="37481"/>
                    <a:pt x="37005" y="34004"/>
                  </a:cubicBezTo>
                  <a:lnTo>
                    <a:pt x="48292" y="34004"/>
                  </a:lnTo>
                  <a:cubicBezTo>
                    <a:pt x="48197" y="38338"/>
                    <a:pt x="47101" y="42005"/>
                    <a:pt x="45101" y="44958"/>
                  </a:cubicBezTo>
                  <a:cubicBezTo>
                    <a:pt x="43053" y="47911"/>
                    <a:pt x="40338" y="50149"/>
                    <a:pt x="36909" y="51625"/>
                  </a:cubicBezTo>
                  <a:cubicBezTo>
                    <a:pt x="33480" y="53102"/>
                    <a:pt x="29575" y="53864"/>
                    <a:pt x="25241" y="53864"/>
                  </a:cubicBezTo>
                  <a:close/>
                </a:path>
              </a:pathLst>
            </a:custGeom>
            <a:solidFill>
              <a:srgbClr val="FFFFFF"/>
            </a:solidFill>
            <a:ln w="4763" cap="flat">
              <a:noFill/>
              <a:prstDash val="solid"/>
              <a:miter/>
            </a:ln>
          </p:spPr>
          <p:txBody>
            <a:bodyPr rtlCol="0" anchor="ctr"/>
            <a:lstStyle/>
            <a:p>
              <a:endParaRPr lang="en-AU" sz="2400"/>
            </a:p>
          </p:txBody>
        </p:sp>
        <p:sp>
          <p:nvSpPr>
            <p:cNvPr id="21" name="Freeform: Shape 20">
              <a:extLst>
                <a:ext uri="{FF2B5EF4-FFF2-40B4-BE49-F238E27FC236}">
                  <a16:creationId xmlns:a16="http://schemas.microsoft.com/office/drawing/2014/main" id="{ED13711F-8729-B0BE-FD66-F92CE291AD93}"/>
                </a:ext>
              </a:extLst>
            </p:cNvPr>
            <p:cNvSpPr/>
            <p:nvPr/>
          </p:nvSpPr>
          <p:spPr>
            <a:xfrm>
              <a:off x="781431" y="668131"/>
              <a:ext cx="51006" cy="53959"/>
            </a:xfrm>
            <a:custGeom>
              <a:avLst/>
              <a:gdLst>
                <a:gd name="connsiteX0" fmla="*/ 25289 w 51006"/>
                <a:gd name="connsiteY0" fmla="*/ 53959 h 53959"/>
                <a:gd name="connsiteX1" fmla="*/ 11859 w 51006"/>
                <a:gd name="connsiteY1" fmla="*/ 50768 h 53959"/>
                <a:gd name="connsiteX2" fmla="*/ 3096 w 51006"/>
                <a:gd name="connsiteY2" fmla="*/ 41577 h 53959"/>
                <a:gd name="connsiteX3" fmla="*/ 0 w 51006"/>
                <a:gd name="connsiteY3" fmla="*/ 27146 h 53959"/>
                <a:gd name="connsiteX4" fmla="*/ 3096 w 51006"/>
                <a:gd name="connsiteY4" fmla="*/ 12478 h 53959"/>
                <a:gd name="connsiteX5" fmla="*/ 11859 w 51006"/>
                <a:gd name="connsiteY5" fmla="*/ 3191 h 53959"/>
                <a:gd name="connsiteX6" fmla="*/ 25289 w 51006"/>
                <a:gd name="connsiteY6" fmla="*/ 0 h 53959"/>
                <a:gd name="connsiteX7" fmla="*/ 39005 w 51006"/>
                <a:gd name="connsiteY7" fmla="*/ 3191 h 53959"/>
                <a:gd name="connsiteX8" fmla="*/ 47863 w 51006"/>
                <a:gd name="connsiteY8" fmla="*/ 12478 h 53959"/>
                <a:gd name="connsiteX9" fmla="*/ 51006 w 51006"/>
                <a:gd name="connsiteY9" fmla="*/ 27146 h 53959"/>
                <a:gd name="connsiteX10" fmla="*/ 47863 w 51006"/>
                <a:gd name="connsiteY10" fmla="*/ 41577 h 53959"/>
                <a:gd name="connsiteX11" fmla="*/ 39005 w 51006"/>
                <a:gd name="connsiteY11" fmla="*/ 50768 h 53959"/>
                <a:gd name="connsiteX12" fmla="*/ 25289 w 51006"/>
                <a:gd name="connsiteY12" fmla="*/ 53959 h 53959"/>
                <a:gd name="connsiteX13" fmla="*/ 25289 w 51006"/>
                <a:gd name="connsiteY13" fmla="*/ 45006 h 53959"/>
                <a:gd name="connsiteX14" fmla="*/ 33576 w 51006"/>
                <a:gd name="connsiteY14" fmla="*/ 42672 h 53959"/>
                <a:gd name="connsiteX15" fmla="*/ 37909 w 51006"/>
                <a:gd name="connsiteY15" fmla="*/ 36290 h 53959"/>
                <a:gd name="connsiteX16" fmla="*/ 39195 w 51006"/>
                <a:gd name="connsiteY16" fmla="*/ 27242 h 53959"/>
                <a:gd name="connsiteX17" fmla="*/ 37909 w 51006"/>
                <a:gd name="connsiteY17" fmla="*/ 18002 h 53959"/>
                <a:gd name="connsiteX18" fmla="*/ 33576 w 51006"/>
                <a:gd name="connsiteY18" fmla="*/ 11525 h 53959"/>
                <a:gd name="connsiteX19" fmla="*/ 25289 w 51006"/>
                <a:gd name="connsiteY19" fmla="*/ 9144 h 53959"/>
                <a:gd name="connsiteX20" fmla="*/ 17335 w 51006"/>
                <a:gd name="connsiteY20" fmla="*/ 11525 h 53959"/>
                <a:gd name="connsiteX21" fmla="*/ 13097 w 51006"/>
                <a:gd name="connsiteY21" fmla="*/ 18002 h 53959"/>
                <a:gd name="connsiteX22" fmla="*/ 11811 w 51006"/>
                <a:gd name="connsiteY22" fmla="*/ 27242 h 53959"/>
                <a:gd name="connsiteX23" fmla="*/ 13097 w 51006"/>
                <a:gd name="connsiteY23" fmla="*/ 36290 h 53959"/>
                <a:gd name="connsiteX24" fmla="*/ 17335 w 51006"/>
                <a:gd name="connsiteY24" fmla="*/ 42672 h 53959"/>
                <a:gd name="connsiteX25" fmla="*/ 25289 w 51006"/>
                <a:gd name="connsiteY25" fmla="*/ 45006 h 53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006" h="53959">
                  <a:moveTo>
                    <a:pt x="25289" y="53959"/>
                  </a:moveTo>
                  <a:cubicBezTo>
                    <a:pt x="20145" y="53959"/>
                    <a:pt x="15621" y="52911"/>
                    <a:pt x="11859" y="50768"/>
                  </a:cubicBezTo>
                  <a:cubicBezTo>
                    <a:pt x="8049" y="48673"/>
                    <a:pt x="5144" y="45577"/>
                    <a:pt x="3096" y="41577"/>
                  </a:cubicBezTo>
                  <a:cubicBezTo>
                    <a:pt x="1048" y="37576"/>
                    <a:pt x="0" y="32766"/>
                    <a:pt x="0" y="27146"/>
                  </a:cubicBezTo>
                  <a:cubicBezTo>
                    <a:pt x="0" y="21527"/>
                    <a:pt x="1048" y="16574"/>
                    <a:pt x="3096" y="12478"/>
                  </a:cubicBezTo>
                  <a:cubicBezTo>
                    <a:pt x="5144" y="8382"/>
                    <a:pt x="8049" y="5334"/>
                    <a:pt x="11859" y="3191"/>
                  </a:cubicBezTo>
                  <a:cubicBezTo>
                    <a:pt x="15669" y="1048"/>
                    <a:pt x="20145" y="0"/>
                    <a:pt x="25289" y="0"/>
                  </a:cubicBezTo>
                  <a:cubicBezTo>
                    <a:pt x="30432" y="0"/>
                    <a:pt x="35147" y="1048"/>
                    <a:pt x="39005" y="3191"/>
                  </a:cubicBezTo>
                  <a:cubicBezTo>
                    <a:pt x="42863" y="5334"/>
                    <a:pt x="45815" y="8430"/>
                    <a:pt x="47863" y="12478"/>
                  </a:cubicBezTo>
                  <a:cubicBezTo>
                    <a:pt x="49959" y="16526"/>
                    <a:pt x="51006" y="21431"/>
                    <a:pt x="51006" y="27146"/>
                  </a:cubicBezTo>
                  <a:cubicBezTo>
                    <a:pt x="51006" y="32861"/>
                    <a:pt x="49959" y="37529"/>
                    <a:pt x="47863" y="41577"/>
                  </a:cubicBezTo>
                  <a:cubicBezTo>
                    <a:pt x="45768" y="45577"/>
                    <a:pt x="42815" y="48673"/>
                    <a:pt x="39005" y="50768"/>
                  </a:cubicBezTo>
                  <a:cubicBezTo>
                    <a:pt x="35195" y="52911"/>
                    <a:pt x="30623" y="53959"/>
                    <a:pt x="25289" y="53959"/>
                  </a:cubicBezTo>
                  <a:close/>
                  <a:moveTo>
                    <a:pt x="25289" y="45006"/>
                  </a:moveTo>
                  <a:cubicBezTo>
                    <a:pt x="28765" y="45006"/>
                    <a:pt x="31528" y="44244"/>
                    <a:pt x="33576" y="42672"/>
                  </a:cubicBezTo>
                  <a:cubicBezTo>
                    <a:pt x="35623" y="41100"/>
                    <a:pt x="37052" y="38957"/>
                    <a:pt x="37909" y="36290"/>
                  </a:cubicBezTo>
                  <a:cubicBezTo>
                    <a:pt x="38767" y="33576"/>
                    <a:pt x="39195" y="30575"/>
                    <a:pt x="39195" y="27242"/>
                  </a:cubicBezTo>
                  <a:cubicBezTo>
                    <a:pt x="39195" y="23908"/>
                    <a:pt x="38767" y="20717"/>
                    <a:pt x="37909" y="18002"/>
                  </a:cubicBezTo>
                  <a:cubicBezTo>
                    <a:pt x="37052" y="15288"/>
                    <a:pt x="35623" y="13097"/>
                    <a:pt x="33576" y="11525"/>
                  </a:cubicBezTo>
                  <a:cubicBezTo>
                    <a:pt x="31528" y="9954"/>
                    <a:pt x="28765" y="9144"/>
                    <a:pt x="25289" y="9144"/>
                  </a:cubicBezTo>
                  <a:cubicBezTo>
                    <a:pt x="21812" y="9144"/>
                    <a:pt x="19288" y="9954"/>
                    <a:pt x="17335" y="11525"/>
                  </a:cubicBezTo>
                  <a:cubicBezTo>
                    <a:pt x="15383" y="13097"/>
                    <a:pt x="13954" y="15288"/>
                    <a:pt x="13097" y="18002"/>
                  </a:cubicBezTo>
                  <a:cubicBezTo>
                    <a:pt x="12240" y="20717"/>
                    <a:pt x="11811" y="23813"/>
                    <a:pt x="11811" y="27242"/>
                  </a:cubicBezTo>
                  <a:cubicBezTo>
                    <a:pt x="11811" y="30671"/>
                    <a:pt x="12240" y="33623"/>
                    <a:pt x="13097" y="36290"/>
                  </a:cubicBezTo>
                  <a:cubicBezTo>
                    <a:pt x="13954" y="38957"/>
                    <a:pt x="15383" y="41100"/>
                    <a:pt x="17335" y="42672"/>
                  </a:cubicBezTo>
                  <a:cubicBezTo>
                    <a:pt x="19288" y="44244"/>
                    <a:pt x="21955" y="45006"/>
                    <a:pt x="25289" y="45006"/>
                  </a:cubicBezTo>
                  <a:close/>
                </a:path>
              </a:pathLst>
            </a:custGeom>
            <a:solidFill>
              <a:srgbClr val="FFFFFF"/>
            </a:solidFill>
            <a:ln w="4763" cap="flat">
              <a:noFill/>
              <a:prstDash val="solid"/>
              <a:miter/>
            </a:ln>
          </p:spPr>
          <p:txBody>
            <a:bodyPr rtlCol="0" anchor="ctr"/>
            <a:lstStyle/>
            <a:p>
              <a:endParaRPr lang="en-AU" sz="2400"/>
            </a:p>
          </p:txBody>
        </p:sp>
        <p:sp>
          <p:nvSpPr>
            <p:cNvPr id="22" name="Freeform: Shape 21">
              <a:extLst>
                <a:ext uri="{FF2B5EF4-FFF2-40B4-BE49-F238E27FC236}">
                  <a16:creationId xmlns:a16="http://schemas.microsoft.com/office/drawing/2014/main" id="{F5FED478-DB14-64BF-27A6-FA5890A09C28}"/>
                </a:ext>
              </a:extLst>
            </p:cNvPr>
            <p:cNvSpPr/>
            <p:nvPr/>
          </p:nvSpPr>
          <p:spPr>
            <a:xfrm>
              <a:off x="845772" y="668321"/>
              <a:ext cx="79724" cy="52911"/>
            </a:xfrm>
            <a:custGeom>
              <a:avLst/>
              <a:gdLst>
                <a:gd name="connsiteX0" fmla="*/ 48 w 79724"/>
                <a:gd name="connsiteY0" fmla="*/ 52911 h 52911"/>
                <a:gd name="connsiteX1" fmla="*/ 48 w 79724"/>
                <a:gd name="connsiteY1" fmla="*/ 810 h 52911"/>
                <a:gd name="connsiteX2" fmla="*/ 11144 w 79724"/>
                <a:gd name="connsiteY2" fmla="*/ 810 h 52911"/>
                <a:gd name="connsiteX3" fmla="*/ 11430 w 79724"/>
                <a:gd name="connsiteY3" fmla="*/ 8715 h 52911"/>
                <a:gd name="connsiteX4" fmla="*/ 18336 w 79724"/>
                <a:gd name="connsiteY4" fmla="*/ 2762 h 52911"/>
                <a:gd name="connsiteX5" fmla="*/ 29432 w 79724"/>
                <a:gd name="connsiteY5" fmla="*/ 48 h 52911"/>
                <a:gd name="connsiteX6" fmla="*/ 41720 w 79724"/>
                <a:gd name="connsiteY6" fmla="*/ 5048 h 52911"/>
                <a:gd name="connsiteX7" fmla="*/ 45720 w 79724"/>
                <a:gd name="connsiteY7" fmla="*/ 19098 h 52911"/>
                <a:gd name="connsiteX8" fmla="*/ 45720 w 79724"/>
                <a:gd name="connsiteY8" fmla="*/ 52864 h 52911"/>
                <a:gd name="connsiteX9" fmla="*/ 34100 w 79724"/>
                <a:gd name="connsiteY9" fmla="*/ 52864 h 52911"/>
                <a:gd name="connsiteX10" fmla="*/ 34100 w 79724"/>
                <a:gd name="connsiteY10" fmla="*/ 20622 h 52911"/>
                <a:gd name="connsiteX11" fmla="*/ 33338 w 79724"/>
                <a:gd name="connsiteY11" fmla="*/ 14764 h 52911"/>
                <a:gd name="connsiteX12" fmla="*/ 30671 w 79724"/>
                <a:gd name="connsiteY12" fmla="*/ 10811 h 52911"/>
                <a:gd name="connsiteX13" fmla="*/ 25384 w 79724"/>
                <a:gd name="connsiteY13" fmla="*/ 9382 h 52911"/>
                <a:gd name="connsiteX14" fmla="*/ 17193 w 79724"/>
                <a:gd name="connsiteY14" fmla="*/ 11716 h 52911"/>
                <a:gd name="connsiteX15" fmla="*/ 11573 w 79724"/>
                <a:gd name="connsiteY15" fmla="*/ 17002 h 52911"/>
                <a:gd name="connsiteX16" fmla="*/ 11573 w 79724"/>
                <a:gd name="connsiteY16" fmla="*/ 52864 h 52911"/>
                <a:gd name="connsiteX17" fmla="*/ 0 w 79724"/>
                <a:gd name="connsiteY17" fmla="*/ 52864 h 52911"/>
                <a:gd name="connsiteX18" fmla="*/ 68199 w 79724"/>
                <a:gd name="connsiteY18" fmla="*/ 52911 h 52911"/>
                <a:gd name="connsiteX19" fmla="*/ 68199 w 79724"/>
                <a:gd name="connsiteY19" fmla="*/ 20669 h 52911"/>
                <a:gd name="connsiteX20" fmla="*/ 67437 w 79724"/>
                <a:gd name="connsiteY20" fmla="*/ 14811 h 52911"/>
                <a:gd name="connsiteX21" fmla="*/ 64770 w 79724"/>
                <a:gd name="connsiteY21" fmla="*/ 10858 h 52911"/>
                <a:gd name="connsiteX22" fmla="*/ 59484 w 79724"/>
                <a:gd name="connsiteY22" fmla="*/ 9430 h 52911"/>
                <a:gd name="connsiteX23" fmla="*/ 51292 w 79724"/>
                <a:gd name="connsiteY23" fmla="*/ 11668 h 52911"/>
                <a:gd name="connsiteX24" fmla="*/ 45529 w 79724"/>
                <a:gd name="connsiteY24" fmla="*/ 16812 h 52911"/>
                <a:gd name="connsiteX25" fmla="*/ 43958 w 79724"/>
                <a:gd name="connsiteY25" fmla="*/ 9096 h 52911"/>
                <a:gd name="connsiteX26" fmla="*/ 52006 w 79724"/>
                <a:gd name="connsiteY26" fmla="*/ 2810 h 52911"/>
                <a:gd name="connsiteX27" fmla="*/ 63484 w 79724"/>
                <a:gd name="connsiteY27" fmla="*/ 0 h 52911"/>
                <a:gd name="connsiteX28" fmla="*/ 75724 w 79724"/>
                <a:gd name="connsiteY28" fmla="*/ 5001 h 52911"/>
                <a:gd name="connsiteX29" fmla="*/ 79724 w 79724"/>
                <a:gd name="connsiteY29" fmla="*/ 19050 h 52911"/>
                <a:gd name="connsiteX30" fmla="*/ 79724 w 79724"/>
                <a:gd name="connsiteY30" fmla="*/ 52816 h 52911"/>
                <a:gd name="connsiteX31" fmla="*/ 68199 w 79724"/>
                <a:gd name="connsiteY31" fmla="*/ 52816 h 52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79724" h="52911">
                  <a:moveTo>
                    <a:pt x="48" y="52911"/>
                  </a:moveTo>
                  <a:lnTo>
                    <a:pt x="48" y="810"/>
                  </a:lnTo>
                  <a:lnTo>
                    <a:pt x="11144" y="810"/>
                  </a:lnTo>
                  <a:lnTo>
                    <a:pt x="11430" y="8715"/>
                  </a:lnTo>
                  <a:cubicBezTo>
                    <a:pt x="13049" y="6525"/>
                    <a:pt x="15383" y="4572"/>
                    <a:pt x="18336" y="2762"/>
                  </a:cubicBezTo>
                  <a:cubicBezTo>
                    <a:pt x="21288" y="952"/>
                    <a:pt x="25003" y="48"/>
                    <a:pt x="29432" y="48"/>
                  </a:cubicBezTo>
                  <a:cubicBezTo>
                    <a:pt x="34957" y="48"/>
                    <a:pt x="39052" y="1715"/>
                    <a:pt x="41720" y="5048"/>
                  </a:cubicBezTo>
                  <a:cubicBezTo>
                    <a:pt x="44387" y="8382"/>
                    <a:pt x="45720" y="13097"/>
                    <a:pt x="45720" y="19098"/>
                  </a:cubicBezTo>
                  <a:lnTo>
                    <a:pt x="45720" y="52864"/>
                  </a:lnTo>
                  <a:lnTo>
                    <a:pt x="34100" y="52864"/>
                  </a:lnTo>
                  <a:lnTo>
                    <a:pt x="34100" y="20622"/>
                  </a:lnTo>
                  <a:cubicBezTo>
                    <a:pt x="34100" y="18431"/>
                    <a:pt x="33861" y="16478"/>
                    <a:pt x="33338" y="14764"/>
                  </a:cubicBezTo>
                  <a:cubicBezTo>
                    <a:pt x="32814" y="13049"/>
                    <a:pt x="31909" y="11763"/>
                    <a:pt x="30671" y="10811"/>
                  </a:cubicBezTo>
                  <a:cubicBezTo>
                    <a:pt x="29385" y="9858"/>
                    <a:pt x="27670" y="9382"/>
                    <a:pt x="25384" y="9382"/>
                  </a:cubicBezTo>
                  <a:cubicBezTo>
                    <a:pt x="22193" y="9382"/>
                    <a:pt x="19431" y="10144"/>
                    <a:pt x="17193" y="11716"/>
                  </a:cubicBezTo>
                  <a:cubicBezTo>
                    <a:pt x="14954" y="13287"/>
                    <a:pt x="13097" y="15002"/>
                    <a:pt x="11573" y="17002"/>
                  </a:cubicBezTo>
                  <a:lnTo>
                    <a:pt x="11573" y="52864"/>
                  </a:lnTo>
                  <a:lnTo>
                    <a:pt x="0" y="52864"/>
                  </a:lnTo>
                  <a:close/>
                  <a:moveTo>
                    <a:pt x="68199" y="52911"/>
                  </a:moveTo>
                  <a:lnTo>
                    <a:pt x="68199" y="20669"/>
                  </a:lnTo>
                  <a:cubicBezTo>
                    <a:pt x="68199" y="18479"/>
                    <a:pt x="67961" y="16526"/>
                    <a:pt x="67437" y="14811"/>
                  </a:cubicBezTo>
                  <a:cubicBezTo>
                    <a:pt x="66913" y="13097"/>
                    <a:pt x="66008" y="11811"/>
                    <a:pt x="64770" y="10858"/>
                  </a:cubicBezTo>
                  <a:cubicBezTo>
                    <a:pt x="63484" y="9906"/>
                    <a:pt x="61770" y="9430"/>
                    <a:pt x="59484" y="9430"/>
                  </a:cubicBezTo>
                  <a:cubicBezTo>
                    <a:pt x="56293" y="9430"/>
                    <a:pt x="53531" y="10144"/>
                    <a:pt x="51292" y="11668"/>
                  </a:cubicBezTo>
                  <a:cubicBezTo>
                    <a:pt x="49054" y="13144"/>
                    <a:pt x="47101" y="14859"/>
                    <a:pt x="45529" y="16812"/>
                  </a:cubicBezTo>
                  <a:lnTo>
                    <a:pt x="43958" y="9096"/>
                  </a:lnTo>
                  <a:cubicBezTo>
                    <a:pt x="46101" y="6763"/>
                    <a:pt x="48768" y="4667"/>
                    <a:pt x="52006" y="2810"/>
                  </a:cubicBezTo>
                  <a:cubicBezTo>
                    <a:pt x="55245" y="952"/>
                    <a:pt x="59055" y="0"/>
                    <a:pt x="63484" y="0"/>
                  </a:cubicBezTo>
                  <a:cubicBezTo>
                    <a:pt x="68961" y="0"/>
                    <a:pt x="73057" y="1667"/>
                    <a:pt x="75724" y="5001"/>
                  </a:cubicBezTo>
                  <a:cubicBezTo>
                    <a:pt x="78391" y="8334"/>
                    <a:pt x="79724" y="13049"/>
                    <a:pt x="79724" y="19050"/>
                  </a:cubicBezTo>
                  <a:lnTo>
                    <a:pt x="79724" y="52816"/>
                  </a:lnTo>
                  <a:lnTo>
                    <a:pt x="68199" y="52816"/>
                  </a:lnTo>
                  <a:close/>
                </a:path>
              </a:pathLst>
            </a:custGeom>
            <a:solidFill>
              <a:srgbClr val="FFFFFF"/>
            </a:solidFill>
            <a:ln w="4763" cap="flat">
              <a:noFill/>
              <a:prstDash val="solid"/>
              <a:miter/>
            </a:ln>
          </p:spPr>
          <p:txBody>
            <a:bodyPr rtlCol="0" anchor="ctr"/>
            <a:lstStyle/>
            <a:p>
              <a:endParaRPr lang="en-AU" sz="2400"/>
            </a:p>
          </p:txBody>
        </p:sp>
      </p:grpSp>
    </p:spTree>
    <p:extLst>
      <p:ext uri="{BB962C8B-B14F-4D97-AF65-F5344CB8AC3E}">
        <p14:creationId xmlns:p14="http://schemas.microsoft.com/office/powerpoint/2010/main" val="31827019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reserve="1">
  <p:cSld name="1_Title slide">
    <p:bg>
      <p:bgPr>
        <a:solidFill>
          <a:schemeClr val="bg1">
            <a:lumMod val="95000"/>
          </a:schemeClr>
        </a:solidFill>
        <a:effectLst/>
      </p:bgPr>
    </p:bg>
    <p:spTree>
      <p:nvGrpSpPr>
        <p:cNvPr id="1" name="Shape 9"/>
        <p:cNvGrpSpPr/>
        <p:nvPr/>
      </p:nvGrpSpPr>
      <p:grpSpPr>
        <a:xfrm>
          <a:off x="0" y="0"/>
          <a:ext cx="0" cy="0"/>
          <a:chOff x="0" y="0"/>
          <a:chExt cx="0" cy="0"/>
        </a:xfrm>
      </p:grpSpPr>
      <p:sp>
        <p:nvSpPr>
          <p:cNvPr id="13" name="Freeform: Shape 12">
            <a:extLst>
              <a:ext uri="{FF2B5EF4-FFF2-40B4-BE49-F238E27FC236}">
                <a16:creationId xmlns:a16="http://schemas.microsoft.com/office/drawing/2014/main" id="{DCFA8F1A-438C-2D31-EC45-A4CCF4206F40}"/>
              </a:ext>
            </a:extLst>
          </p:cNvPr>
          <p:cNvSpPr/>
          <p:nvPr/>
        </p:nvSpPr>
        <p:spPr>
          <a:xfrm>
            <a:off x="0" y="5740400"/>
            <a:ext cx="12192000" cy="1143000"/>
          </a:xfrm>
          <a:custGeom>
            <a:avLst/>
            <a:gdLst>
              <a:gd name="connsiteX0" fmla="*/ 0 w 9144000"/>
              <a:gd name="connsiteY0" fmla="*/ 857250 h 857250"/>
              <a:gd name="connsiteX1" fmla="*/ 0 w 9144000"/>
              <a:gd name="connsiteY1" fmla="*/ 149828 h 857250"/>
              <a:gd name="connsiteX2" fmla="*/ 7540609 w 9144000"/>
              <a:gd name="connsiteY2" fmla="*/ 149828 h 857250"/>
              <a:gd name="connsiteX3" fmla="*/ 8245698 w 9144000"/>
              <a:gd name="connsiteY3" fmla="*/ 0 h 857250"/>
              <a:gd name="connsiteX4" fmla="*/ 8933831 w 9144000"/>
              <a:gd name="connsiteY4" fmla="*/ 149828 h 857250"/>
              <a:gd name="connsiteX5" fmla="*/ 9144000 w 9144000"/>
              <a:gd name="connsiteY5" fmla="*/ 149828 h 857250"/>
              <a:gd name="connsiteX6" fmla="*/ 9144000 w 9144000"/>
              <a:gd name="connsiteY6" fmla="*/ 857250 h 857250"/>
              <a:gd name="connsiteX7" fmla="*/ 0 w 9144000"/>
              <a:gd name="connsiteY7" fmla="*/ 85725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857250">
                <a:moveTo>
                  <a:pt x="0" y="857250"/>
                </a:moveTo>
                <a:lnTo>
                  <a:pt x="0" y="149828"/>
                </a:lnTo>
                <a:lnTo>
                  <a:pt x="7540609" y="149828"/>
                </a:lnTo>
                <a:lnTo>
                  <a:pt x="8245698" y="0"/>
                </a:lnTo>
                <a:lnTo>
                  <a:pt x="8933831" y="149828"/>
                </a:lnTo>
                <a:lnTo>
                  <a:pt x="9144000" y="149828"/>
                </a:lnTo>
                <a:lnTo>
                  <a:pt x="9144000" y="857250"/>
                </a:lnTo>
                <a:lnTo>
                  <a:pt x="0" y="857250"/>
                </a:lnTo>
                <a:close/>
              </a:path>
            </a:pathLst>
          </a:custGeom>
          <a:gradFill>
            <a:gsLst>
              <a:gs pos="0">
                <a:srgbClr val="5BC1A0"/>
              </a:gs>
              <a:gs pos="50000">
                <a:srgbClr val="2E9376"/>
              </a:gs>
              <a:gs pos="100000">
                <a:srgbClr val="01654D"/>
              </a:gs>
            </a:gsLst>
            <a:lin ang="0" scaled="1"/>
          </a:gradFill>
          <a:ln w="8132" cap="flat">
            <a:noFill/>
            <a:prstDash val="solid"/>
            <a:miter/>
          </a:ln>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marL="0" lvl="0" defTabSz="1219170" eaLnBrk="1" latinLnBrk="0" hangingPunct="1"/>
            <a:endParaRPr lang="en-AU" sz="2400" kern="1200">
              <a:solidFill>
                <a:schemeClr val="tx1"/>
              </a:solidFill>
              <a:latin typeface="+mn-lt"/>
              <a:ea typeface="+mn-ea"/>
              <a:cs typeface="+mn-cs"/>
            </a:endParaRPr>
          </a:p>
        </p:txBody>
      </p:sp>
      <p:sp>
        <p:nvSpPr>
          <p:cNvPr id="14" name="Freeform: Shape 13">
            <a:extLst>
              <a:ext uri="{FF2B5EF4-FFF2-40B4-BE49-F238E27FC236}">
                <a16:creationId xmlns:a16="http://schemas.microsoft.com/office/drawing/2014/main" id="{6332EFC7-40EB-E5E0-6D5B-205A7815463F}"/>
              </a:ext>
            </a:extLst>
          </p:cNvPr>
          <p:cNvSpPr/>
          <p:nvPr/>
        </p:nvSpPr>
        <p:spPr>
          <a:xfrm>
            <a:off x="10054144" y="5922074"/>
            <a:ext cx="1662048" cy="380111"/>
          </a:xfrm>
          <a:custGeom>
            <a:avLst/>
            <a:gdLst>
              <a:gd name="connsiteX0" fmla="*/ 718995 w 1246536"/>
              <a:gd name="connsiteY0" fmla="*/ 0 h 285083"/>
              <a:gd name="connsiteX1" fmla="*/ 769239 w 1246536"/>
              <a:gd name="connsiteY1" fmla="*/ 10668 h 285083"/>
              <a:gd name="connsiteX2" fmla="*/ 842391 w 1246536"/>
              <a:gd name="connsiteY2" fmla="*/ 94726 h 285083"/>
              <a:gd name="connsiteX3" fmla="*/ 769239 w 1246536"/>
              <a:gd name="connsiteY3" fmla="*/ 147876 h 285083"/>
              <a:gd name="connsiteX4" fmla="*/ 718995 w 1246536"/>
              <a:gd name="connsiteY4" fmla="*/ 137208 h 285083"/>
              <a:gd name="connsiteX5" fmla="*/ 718995 w 1246536"/>
              <a:gd name="connsiteY5" fmla="*/ 48 h 285083"/>
              <a:gd name="connsiteX6" fmla="*/ 769239 w 1246536"/>
              <a:gd name="connsiteY6" fmla="*/ 116729 h 285083"/>
              <a:gd name="connsiteX7" fmla="*/ 808530 w 1246536"/>
              <a:gd name="connsiteY7" fmla="*/ 87535 h 285083"/>
              <a:gd name="connsiteX8" fmla="*/ 769239 w 1246536"/>
              <a:gd name="connsiteY8" fmla="*/ 41624 h 285083"/>
              <a:gd name="connsiteX9" fmla="*/ 752856 w 1246536"/>
              <a:gd name="connsiteY9" fmla="*/ 38148 h 285083"/>
              <a:gd name="connsiteX10" fmla="*/ 752856 w 1246536"/>
              <a:gd name="connsiteY10" fmla="*/ 113252 h 285083"/>
              <a:gd name="connsiteX11" fmla="*/ 769239 w 1246536"/>
              <a:gd name="connsiteY11" fmla="*/ 116729 h 285083"/>
              <a:gd name="connsiteX12" fmla="*/ 947024 w 1246536"/>
              <a:gd name="connsiteY12" fmla="*/ 48482 h 285083"/>
              <a:gd name="connsiteX13" fmla="*/ 947024 w 1246536"/>
              <a:gd name="connsiteY13" fmla="*/ 79391 h 285083"/>
              <a:gd name="connsiteX14" fmla="*/ 917067 w 1246536"/>
              <a:gd name="connsiteY14" fmla="*/ 73009 h 285083"/>
              <a:gd name="connsiteX15" fmla="*/ 917067 w 1246536"/>
              <a:gd name="connsiteY15" fmla="*/ 148114 h 285083"/>
              <a:gd name="connsiteX16" fmla="*/ 947024 w 1246536"/>
              <a:gd name="connsiteY16" fmla="*/ 154496 h 285083"/>
              <a:gd name="connsiteX17" fmla="*/ 947024 w 1246536"/>
              <a:gd name="connsiteY17" fmla="*/ 185642 h 285083"/>
              <a:gd name="connsiteX18" fmla="*/ 853393 w 1246536"/>
              <a:gd name="connsiteY18" fmla="*/ 165735 h 285083"/>
              <a:gd name="connsiteX19" fmla="*/ 853393 w 1246536"/>
              <a:gd name="connsiteY19" fmla="*/ 134588 h 285083"/>
              <a:gd name="connsiteX20" fmla="*/ 883349 w 1246536"/>
              <a:gd name="connsiteY20" fmla="*/ 140970 h 285083"/>
              <a:gd name="connsiteX21" fmla="*/ 883349 w 1246536"/>
              <a:gd name="connsiteY21" fmla="*/ 65865 h 285083"/>
              <a:gd name="connsiteX22" fmla="*/ 853393 w 1246536"/>
              <a:gd name="connsiteY22" fmla="*/ 59484 h 285083"/>
              <a:gd name="connsiteX23" fmla="*/ 853393 w 1246536"/>
              <a:gd name="connsiteY23" fmla="*/ 28575 h 285083"/>
              <a:gd name="connsiteX24" fmla="*/ 947024 w 1246536"/>
              <a:gd name="connsiteY24" fmla="*/ 48482 h 285083"/>
              <a:gd name="connsiteX25" fmla="*/ 1026319 w 1246536"/>
              <a:gd name="connsiteY25" fmla="*/ 62627 h 285083"/>
              <a:gd name="connsiteX26" fmla="*/ 1094994 w 1246536"/>
              <a:gd name="connsiteY26" fmla="*/ 148447 h 285083"/>
              <a:gd name="connsiteX27" fmla="*/ 1026319 w 1246536"/>
              <a:gd name="connsiteY27" fmla="*/ 205264 h 285083"/>
              <a:gd name="connsiteX28" fmla="*/ 957263 w 1246536"/>
              <a:gd name="connsiteY28" fmla="*/ 119205 h 285083"/>
              <a:gd name="connsiteX29" fmla="*/ 1026319 w 1246536"/>
              <a:gd name="connsiteY29" fmla="*/ 62675 h 285083"/>
              <a:gd name="connsiteX30" fmla="*/ 1026319 w 1246536"/>
              <a:gd name="connsiteY30" fmla="*/ 173117 h 285083"/>
              <a:gd name="connsiteX31" fmla="*/ 1060180 w 1246536"/>
              <a:gd name="connsiteY31" fmla="*/ 141018 h 285083"/>
              <a:gd name="connsiteX32" fmla="*/ 1026319 w 1246536"/>
              <a:gd name="connsiteY32" fmla="*/ 94726 h 285083"/>
              <a:gd name="connsiteX33" fmla="*/ 992267 w 1246536"/>
              <a:gd name="connsiteY33" fmla="*/ 126587 h 285083"/>
              <a:gd name="connsiteX34" fmla="*/ 1026319 w 1246536"/>
              <a:gd name="connsiteY34" fmla="*/ 173117 h 285083"/>
              <a:gd name="connsiteX35" fmla="*/ 1111949 w 1246536"/>
              <a:gd name="connsiteY35" fmla="*/ 83534 h 285083"/>
              <a:gd name="connsiteX36" fmla="*/ 1175814 w 1246536"/>
              <a:gd name="connsiteY36" fmla="*/ 97107 h 285083"/>
              <a:gd name="connsiteX37" fmla="*/ 1212675 w 1246536"/>
              <a:gd name="connsiteY37" fmla="*/ 230791 h 285083"/>
              <a:gd name="connsiteX38" fmla="*/ 1212675 w 1246536"/>
              <a:gd name="connsiteY38" fmla="*/ 104918 h 285083"/>
              <a:gd name="connsiteX39" fmla="*/ 1246537 w 1246536"/>
              <a:gd name="connsiteY39" fmla="*/ 112109 h 285083"/>
              <a:gd name="connsiteX40" fmla="*/ 1246537 w 1246536"/>
              <a:gd name="connsiteY40" fmla="*/ 249269 h 285083"/>
              <a:gd name="connsiteX41" fmla="*/ 1182672 w 1246536"/>
              <a:gd name="connsiteY41" fmla="*/ 235696 h 285083"/>
              <a:gd name="connsiteX42" fmla="*/ 1145810 w 1246536"/>
              <a:gd name="connsiteY42" fmla="*/ 102013 h 285083"/>
              <a:gd name="connsiteX43" fmla="*/ 1145810 w 1246536"/>
              <a:gd name="connsiteY43" fmla="*/ 227886 h 285083"/>
              <a:gd name="connsiteX44" fmla="*/ 1111949 w 1246536"/>
              <a:gd name="connsiteY44" fmla="*/ 220694 h 285083"/>
              <a:gd name="connsiteX45" fmla="*/ 1111949 w 1246536"/>
              <a:gd name="connsiteY45" fmla="*/ 83534 h 285083"/>
              <a:gd name="connsiteX46" fmla="*/ 42101 w 1246536"/>
              <a:gd name="connsiteY46" fmla="*/ 138970 h 285083"/>
              <a:gd name="connsiteX47" fmla="*/ 104108 w 1246536"/>
              <a:gd name="connsiteY47" fmla="*/ 125778 h 285083"/>
              <a:gd name="connsiteX48" fmla="*/ 145971 w 1246536"/>
              <a:gd name="connsiteY48" fmla="*/ 254032 h 285083"/>
              <a:gd name="connsiteX49" fmla="*/ 110061 w 1246536"/>
              <a:gd name="connsiteY49" fmla="*/ 261652 h 285083"/>
              <a:gd name="connsiteX50" fmla="*/ 97774 w 1246536"/>
              <a:gd name="connsiteY50" fmla="*/ 222837 h 285083"/>
              <a:gd name="connsiteX51" fmla="*/ 47863 w 1246536"/>
              <a:gd name="connsiteY51" fmla="*/ 233458 h 285083"/>
              <a:gd name="connsiteX52" fmla="*/ 35576 w 1246536"/>
              <a:gd name="connsiteY52" fmla="*/ 277511 h 285083"/>
              <a:gd name="connsiteX53" fmla="*/ 0 w 1246536"/>
              <a:gd name="connsiteY53" fmla="*/ 285083 h 285083"/>
              <a:gd name="connsiteX54" fmla="*/ 42053 w 1246536"/>
              <a:gd name="connsiteY54" fmla="*/ 138970 h 285083"/>
              <a:gd name="connsiteX55" fmla="*/ 88440 w 1246536"/>
              <a:gd name="connsiteY55" fmla="*/ 193929 h 285083"/>
              <a:gd name="connsiteX56" fmla="*/ 72819 w 1246536"/>
              <a:gd name="connsiteY56" fmla="*/ 144923 h 285083"/>
              <a:gd name="connsiteX57" fmla="*/ 57198 w 1246536"/>
              <a:gd name="connsiteY57" fmla="*/ 200597 h 285083"/>
              <a:gd name="connsiteX58" fmla="*/ 88488 w 1246536"/>
              <a:gd name="connsiteY58" fmla="*/ 193929 h 285083"/>
              <a:gd name="connsiteX59" fmla="*/ 214646 w 1246536"/>
              <a:gd name="connsiteY59" fmla="*/ 242173 h 285083"/>
              <a:gd name="connsiteX60" fmla="*/ 148733 w 1246536"/>
              <a:gd name="connsiteY60" fmla="*/ 199930 h 285083"/>
              <a:gd name="connsiteX61" fmla="*/ 183738 w 1246536"/>
              <a:gd name="connsiteY61" fmla="*/ 192500 h 285083"/>
              <a:gd name="connsiteX62" fmla="*/ 215408 w 1246536"/>
              <a:gd name="connsiteY62" fmla="*/ 212408 h 285083"/>
              <a:gd name="connsiteX63" fmla="*/ 239030 w 1246536"/>
              <a:gd name="connsiteY63" fmla="*/ 195310 h 285083"/>
              <a:gd name="connsiteX64" fmla="*/ 227886 w 1246536"/>
              <a:gd name="connsiteY64" fmla="*/ 187166 h 285083"/>
              <a:gd name="connsiteX65" fmla="*/ 183975 w 1246536"/>
              <a:gd name="connsiteY65" fmla="*/ 184452 h 285083"/>
              <a:gd name="connsiteX66" fmla="*/ 154210 w 1246536"/>
              <a:gd name="connsiteY66" fmla="*/ 153210 h 285083"/>
              <a:gd name="connsiteX67" fmla="*/ 207645 w 1246536"/>
              <a:gd name="connsiteY67" fmla="*/ 101013 h 285083"/>
              <a:gd name="connsiteX68" fmla="*/ 268891 w 1246536"/>
              <a:gd name="connsiteY68" fmla="*/ 138017 h 285083"/>
              <a:gd name="connsiteX69" fmla="*/ 234077 w 1246536"/>
              <a:gd name="connsiteY69" fmla="*/ 145399 h 285083"/>
              <a:gd name="connsiteX70" fmla="*/ 208217 w 1246536"/>
              <a:gd name="connsiteY70" fmla="*/ 129873 h 285083"/>
              <a:gd name="connsiteX71" fmla="*/ 189215 w 1246536"/>
              <a:gd name="connsiteY71" fmla="*/ 145018 h 285083"/>
              <a:gd name="connsiteX72" fmla="*/ 199454 w 1246536"/>
              <a:gd name="connsiteY72" fmla="*/ 152352 h 285083"/>
              <a:gd name="connsiteX73" fmla="*/ 242078 w 1246536"/>
              <a:gd name="connsiteY73" fmla="*/ 154400 h 285083"/>
              <a:gd name="connsiteX74" fmla="*/ 273891 w 1246536"/>
              <a:gd name="connsiteY74" fmla="*/ 186357 h 285083"/>
              <a:gd name="connsiteX75" fmla="*/ 214694 w 1246536"/>
              <a:gd name="connsiteY75" fmla="*/ 242125 h 285083"/>
              <a:gd name="connsiteX76" fmla="*/ 283702 w 1246536"/>
              <a:gd name="connsiteY76" fmla="*/ 156115 h 285083"/>
              <a:gd name="connsiteX77" fmla="*/ 353330 w 1246536"/>
              <a:gd name="connsiteY77" fmla="*/ 70104 h 285083"/>
              <a:gd name="connsiteX78" fmla="*/ 419767 w 1246536"/>
              <a:gd name="connsiteY78" fmla="*/ 111633 h 285083"/>
              <a:gd name="connsiteX79" fmla="*/ 384953 w 1246536"/>
              <a:gd name="connsiteY79" fmla="*/ 119015 h 285083"/>
              <a:gd name="connsiteX80" fmla="*/ 353473 w 1246536"/>
              <a:gd name="connsiteY80" fmla="*/ 102156 h 285083"/>
              <a:gd name="connsiteX81" fmla="*/ 318659 w 1246536"/>
              <a:gd name="connsiteY81" fmla="*/ 148638 h 285083"/>
              <a:gd name="connsiteX82" fmla="*/ 353473 w 1246536"/>
              <a:gd name="connsiteY82" fmla="*/ 180546 h 285083"/>
              <a:gd name="connsiteX83" fmla="*/ 384953 w 1246536"/>
              <a:gd name="connsiteY83" fmla="*/ 150114 h 285083"/>
              <a:gd name="connsiteX84" fmla="*/ 419767 w 1246536"/>
              <a:gd name="connsiteY84" fmla="*/ 142732 h 285083"/>
              <a:gd name="connsiteX85" fmla="*/ 353330 w 1246536"/>
              <a:gd name="connsiteY85" fmla="*/ 212693 h 285083"/>
              <a:gd name="connsiteX86" fmla="*/ 283702 w 1246536"/>
              <a:gd name="connsiteY86" fmla="*/ 156115 h 285083"/>
              <a:gd name="connsiteX87" fmla="*/ 436340 w 1246536"/>
              <a:gd name="connsiteY87" fmla="*/ 55150 h 285083"/>
              <a:gd name="connsiteX88" fmla="*/ 540782 w 1246536"/>
              <a:gd name="connsiteY88" fmla="*/ 32956 h 285083"/>
              <a:gd name="connsiteX89" fmla="*/ 540782 w 1246536"/>
              <a:gd name="connsiteY89" fmla="*/ 63865 h 285083"/>
              <a:gd name="connsiteX90" fmla="*/ 470440 w 1246536"/>
              <a:gd name="connsiteY90" fmla="*/ 78819 h 285083"/>
              <a:gd name="connsiteX91" fmla="*/ 470440 w 1246536"/>
              <a:gd name="connsiteY91" fmla="*/ 101775 h 285083"/>
              <a:gd name="connsiteX92" fmla="*/ 531495 w 1246536"/>
              <a:gd name="connsiteY92" fmla="*/ 88821 h 285083"/>
              <a:gd name="connsiteX93" fmla="*/ 531495 w 1246536"/>
              <a:gd name="connsiteY93" fmla="*/ 118015 h 285083"/>
              <a:gd name="connsiteX94" fmla="*/ 470440 w 1246536"/>
              <a:gd name="connsiteY94" fmla="*/ 131016 h 285083"/>
              <a:gd name="connsiteX95" fmla="*/ 470440 w 1246536"/>
              <a:gd name="connsiteY95" fmla="*/ 154162 h 285083"/>
              <a:gd name="connsiteX96" fmla="*/ 540782 w 1246536"/>
              <a:gd name="connsiteY96" fmla="*/ 139208 h 285083"/>
              <a:gd name="connsiteX97" fmla="*/ 540782 w 1246536"/>
              <a:gd name="connsiteY97" fmla="*/ 170117 h 285083"/>
              <a:gd name="connsiteX98" fmla="*/ 436340 w 1246536"/>
              <a:gd name="connsiteY98" fmla="*/ 192310 h 285083"/>
              <a:gd name="connsiteX99" fmla="*/ 436340 w 1246536"/>
              <a:gd name="connsiteY99" fmla="*/ 55150 h 285083"/>
              <a:gd name="connsiteX100" fmla="*/ 561308 w 1246536"/>
              <a:gd name="connsiteY100" fmla="*/ 28623 h 285083"/>
              <a:gd name="connsiteX101" fmla="*/ 625173 w 1246536"/>
              <a:gd name="connsiteY101" fmla="*/ 15049 h 285083"/>
              <a:gd name="connsiteX102" fmla="*/ 662035 w 1246536"/>
              <a:gd name="connsiteY102" fmla="*/ 133112 h 285083"/>
              <a:gd name="connsiteX103" fmla="*/ 662035 w 1246536"/>
              <a:gd name="connsiteY103" fmla="*/ 7239 h 285083"/>
              <a:gd name="connsiteX104" fmla="*/ 695897 w 1246536"/>
              <a:gd name="connsiteY104" fmla="*/ 48 h 285083"/>
              <a:gd name="connsiteX105" fmla="*/ 695897 w 1246536"/>
              <a:gd name="connsiteY105" fmla="*/ 137208 h 285083"/>
              <a:gd name="connsiteX106" fmla="*/ 632032 w 1246536"/>
              <a:gd name="connsiteY106" fmla="*/ 150781 h 285083"/>
              <a:gd name="connsiteX107" fmla="*/ 595170 w 1246536"/>
              <a:gd name="connsiteY107" fmla="*/ 32718 h 285083"/>
              <a:gd name="connsiteX108" fmla="*/ 595170 w 1246536"/>
              <a:gd name="connsiteY108" fmla="*/ 158591 h 285083"/>
              <a:gd name="connsiteX109" fmla="*/ 561308 w 1246536"/>
              <a:gd name="connsiteY109" fmla="*/ 165783 h 285083"/>
              <a:gd name="connsiteX110" fmla="*/ 561308 w 1246536"/>
              <a:gd name="connsiteY110" fmla="*/ 28623 h 2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246536" h="285083">
                <a:moveTo>
                  <a:pt x="718995" y="0"/>
                </a:moveTo>
                <a:lnTo>
                  <a:pt x="769239" y="10668"/>
                </a:lnTo>
                <a:cubicBezTo>
                  <a:pt x="805149" y="18288"/>
                  <a:pt x="842391" y="35766"/>
                  <a:pt x="842391" y="94726"/>
                </a:cubicBezTo>
                <a:cubicBezTo>
                  <a:pt x="842391" y="153876"/>
                  <a:pt x="805149" y="155496"/>
                  <a:pt x="769239" y="147876"/>
                </a:cubicBezTo>
                <a:lnTo>
                  <a:pt x="718995" y="137208"/>
                </a:lnTo>
                <a:lnTo>
                  <a:pt x="718995" y="48"/>
                </a:lnTo>
                <a:close/>
                <a:moveTo>
                  <a:pt x="769239" y="116729"/>
                </a:moveTo>
                <a:cubicBezTo>
                  <a:pt x="791766" y="121539"/>
                  <a:pt x="808530" y="124301"/>
                  <a:pt x="808530" y="87535"/>
                </a:cubicBezTo>
                <a:cubicBezTo>
                  <a:pt x="808530" y="50768"/>
                  <a:pt x="791623" y="46387"/>
                  <a:pt x="769239" y="41624"/>
                </a:cubicBezTo>
                <a:lnTo>
                  <a:pt x="752856" y="38148"/>
                </a:lnTo>
                <a:lnTo>
                  <a:pt x="752856" y="113252"/>
                </a:lnTo>
                <a:cubicBezTo>
                  <a:pt x="752856" y="113252"/>
                  <a:pt x="769239" y="116729"/>
                  <a:pt x="769239" y="116729"/>
                </a:cubicBezTo>
                <a:close/>
                <a:moveTo>
                  <a:pt x="947024" y="48482"/>
                </a:moveTo>
                <a:lnTo>
                  <a:pt x="947024" y="79391"/>
                </a:lnTo>
                <a:cubicBezTo>
                  <a:pt x="947024" y="79391"/>
                  <a:pt x="917067" y="73009"/>
                  <a:pt x="917067" y="73009"/>
                </a:cubicBezTo>
                <a:lnTo>
                  <a:pt x="917067" y="148114"/>
                </a:lnTo>
                <a:cubicBezTo>
                  <a:pt x="917067" y="148114"/>
                  <a:pt x="947024" y="154496"/>
                  <a:pt x="947024" y="154496"/>
                </a:cubicBezTo>
                <a:lnTo>
                  <a:pt x="947024" y="185642"/>
                </a:lnTo>
                <a:cubicBezTo>
                  <a:pt x="947024" y="185642"/>
                  <a:pt x="853393" y="165735"/>
                  <a:pt x="853393" y="165735"/>
                </a:cubicBezTo>
                <a:lnTo>
                  <a:pt x="853393" y="134588"/>
                </a:lnTo>
                <a:cubicBezTo>
                  <a:pt x="853393" y="134588"/>
                  <a:pt x="883349" y="140970"/>
                  <a:pt x="883349" y="140970"/>
                </a:cubicBezTo>
                <a:lnTo>
                  <a:pt x="883349" y="65865"/>
                </a:lnTo>
                <a:cubicBezTo>
                  <a:pt x="883349" y="65865"/>
                  <a:pt x="853393" y="59484"/>
                  <a:pt x="853393" y="59484"/>
                </a:cubicBezTo>
                <a:lnTo>
                  <a:pt x="853393" y="28575"/>
                </a:lnTo>
                <a:cubicBezTo>
                  <a:pt x="853393" y="28575"/>
                  <a:pt x="947024" y="48482"/>
                  <a:pt x="947024" y="48482"/>
                </a:cubicBezTo>
                <a:close/>
                <a:moveTo>
                  <a:pt x="1026319" y="62627"/>
                </a:moveTo>
                <a:cubicBezTo>
                  <a:pt x="1068944" y="71676"/>
                  <a:pt x="1094994" y="107966"/>
                  <a:pt x="1094994" y="148447"/>
                </a:cubicBezTo>
                <a:cubicBezTo>
                  <a:pt x="1094994" y="189119"/>
                  <a:pt x="1068944" y="214313"/>
                  <a:pt x="1026319" y="205264"/>
                </a:cubicBezTo>
                <a:cubicBezTo>
                  <a:pt x="983504" y="196167"/>
                  <a:pt x="957263" y="159829"/>
                  <a:pt x="957263" y="119205"/>
                </a:cubicBezTo>
                <a:cubicBezTo>
                  <a:pt x="957263" y="78724"/>
                  <a:pt x="983504" y="53578"/>
                  <a:pt x="1026319" y="62675"/>
                </a:cubicBezTo>
                <a:moveTo>
                  <a:pt x="1026319" y="173117"/>
                </a:moveTo>
                <a:cubicBezTo>
                  <a:pt x="1049036" y="177927"/>
                  <a:pt x="1060180" y="165926"/>
                  <a:pt x="1060180" y="141018"/>
                </a:cubicBezTo>
                <a:cubicBezTo>
                  <a:pt x="1060180" y="116110"/>
                  <a:pt x="1048846" y="99489"/>
                  <a:pt x="1026319" y="94726"/>
                </a:cubicBezTo>
                <a:cubicBezTo>
                  <a:pt x="1003602" y="89916"/>
                  <a:pt x="992267" y="101870"/>
                  <a:pt x="992267" y="126587"/>
                </a:cubicBezTo>
                <a:cubicBezTo>
                  <a:pt x="992267" y="151495"/>
                  <a:pt x="1003649" y="168307"/>
                  <a:pt x="1026319" y="173117"/>
                </a:cubicBezTo>
                <a:moveTo>
                  <a:pt x="1111949" y="83534"/>
                </a:moveTo>
                <a:lnTo>
                  <a:pt x="1175814" y="97107"/>
                </a:lnTo>
                <a:lnTo>
                  <a:pt x="1212675" y="230791"/>
                </a:lnTo>
                <a:lnTo>
                  <a:pt x="1212675" y="104918"/>
                </a:lnTo>
                <a:cubicBezTo>
                  <a:pt x="1212675" y="104918"/>
                  <a:pt x="1246537" y="112109"/>
                  <a:pt x="1246537" y="112109"/>
                </a:cubicBezTo>
                <a:lnTo>
                  <a:pt x="1246537" y="249269"/>
                </a:lnTo>
                <a:cubicBezTo>
                  <a:pt x="1246537" y="249269"/>
                  <a:pt x="1182672" y="235696"/>
                  <a:pt x="1182672" y="235696"/>
                </a:cubicBezTo>
                <a:lnTo>
                  <a:pt x="1145810" y="102013"/>
                </a:lnTo>
                <a:lnTo>
                  <a:pt x="1145810" y="227886"/>
                </a:lnTo>
                <a:cubicBezTo>
                  <a:pt x="1145810" y="227886"/>
                  <a:pt x="1111949" y="220694"/>
                  <a:pt x="1111949" y="220694"/>
                </a:cubicBezTo>
                <a:lnTo>
                  <a:pt x="1111949" y="83534"/>
                </a:lnTo>
                <a:close/>
                <a:moveTo>
                  <a:pt x="42101" y="138970"/>
                </a:moveTo>
                <a:lnTo>
                  <a:pt x="104108" y="125778"/>
                </a:lnTo>
                <a:lnTo>
                  <a:pt x="145971" y="254032"/>
                </a:lnTo>
                <a:lnTo>
                  <a:pt x="110061" y="261652"/>
                </a:lnTo>
                <a:lnTo>
                  <a:pt x="97774" y="222837"/>
                </a:lnTo>
                <a:lnTo>
                  <a:pt x="47863" y="233458"/>
                </a:lnTo>
                <a:lnTo>
                  <a:pt x="35576" y="277511"/>
                </a:lnTo>
                <a:lnTo>
                  <a:pt x="0" y="285083"/>
                </a:lnTo>
                <a:lnTo>
                  <a:pt x="42053" y="138970"/>
                </a:lnTo>
                <a:close/>
                <a:moveTo>
                  <a:pt x="88440" y="193929"/>
                </a:moveTo>
                <a:lnTo>
                  <a:pt x="72819" y="144923"/>
                </a:lnTo>
                <a:lnTo>
                  <a:pt x="57198" y="200597"/>
                </a:lnTo>
                <a:lnTo>
                  <a:pt x="88488" y="193929"/>
                </a:lnTo>
                <a:close/>
                <a:moveTo>
                  <a:pt x="214646" y="242173"/>
                </a:moveTo>
                <a:cubicBezTo>
                  <a:pt x="168307" y="252031"/>
                  <a:pt x="148733" y="235553"/>
                  <a:pt x="148733" y="199930"/>
                </a:cubicBezTo>
                <a:lnTo>
                  <a:pt x="183738" y="192500"/>
                </a:lnTo>
                <a:cubicBezTo>
                  <a:pt x="183738" y="211979"/>
                  <a:pt x="190977" y="217599"/>
                  <a:pt x="215408" y="212408"/>
                </a:cubicBezTo>
                <a:cubicBezTo>
                  <a:pt x="231982" y="208883"/>
                  <a:pt x="239030" y="203883"/>
                  <a:pt x="239030" y="195310"/>
                </a:cubicBezTo>
                <a:cubicBezTo>
                  <a:pt x="239030" y="190452"/>
                  <a:pt x="235315" y="187547"/>
                  <a:pt x="227886" y="187166"/>
                </a:cubicBezTo>
                <a:lnTo>
                  <a:pt x="183975" y="184452"/>
                </a:lnTo>
                <a:cubicBezTo>
                  <a:pt x="161258" y="182880"/>
                  <a:pt x="154210" y="170545"/>
                  <a:pt x="154210" y="153210"/>
                </a:cubicBezTo>
                <a:cubicBezTo>
                  <a:pt x="154210" y="126540"/>
                  <a:pt x="173212" y="108299"/>
                  <a:pt x="207645" y="101013"/>
                </a:cubicBezTo>
                <a:cubicBezTo>
                  <a:pt x="248603" y="92297"/>
                  <a:pt x="268891" y="108252"/>
                  <a:pt x="268891" y="138017"/>
                </a:cubicBezTo>
                <a:lnTo>
                  <a:pt x="234077" y="145399"/>
                </a:lnTo>
                <a:cubicBezTo>
                  <a:pt x="234077" y="130635"/>
                  <a:pt x="226076" y="126111"/>
                  <a:pt x="208217" y="129873"/>
                </a:cubicBezTo>
                <a:cubicBezTo>
                  <a:pt x="195739" y="132540"/>
                  <a:pt x="189215" y="137208"/>
                  <a:pt x="189215" y="145018"/>
                </a:cubicBezTo>
                <a:cubicBezTo>
                  <a:pt x="189215" y="148923"/>
                  <a:pt x="191262" y="151781"/>
                  <a:pt x="199454" y="152352"/>
                </a:cubicBezTo>
                <a:lnTo>
                  <a:pt x="242078" y="154400"/>
                </a:lnTo>
                <a:cubicBezTo>
                  <a:pt x="263843" y="155400"/>
                  <a:pt x="273891" y="166306"/>
                  <a:pt x="273891" y="186357"/>
                </a:cubicBezTo>
                <a:cubicBezTo>
                  <a:pt x="273891" y="212408"/>
                  <a:pt x="256747" y="233172"/>
                  <a:pt x="214694" y="242125"/>
                </a:cubicBezTo>
                <a:moveTo>
                  <a:pt x="283702" y="156115"/>
                </a:moveTo>
                <a:cubicBezTo>
                  <a:pt x="283702" y="115633"/>
                  <a:pt x="310325" y="79248"/>
                  <a:pt x="353330" y="70104"/>
                </a:cubicBezTo>
                <a:cubicBezTo>
                  <a:pt x="390906" y="62103"/>
                  <a:pt x="415862" y="78010"/>
                  <a:pt x="419767" y="111633"/>
                </a:cubicBezTo>
                <a:lnTo>
                  <a:pt x="384953" y="119015"/>
                </a:lnTo>
                <a:cubicBezTo>
                  <a:pt x="382143" y="104823"/>
                  <a:pt x="370047" y="98631"/>
                  <a:pt x="353473" y="102156"/>
                </a:cubicBezTo>
                <a:cubicBezTo>
                  <a:pt x="333185" y="106490"/>
                  <a:pt x="318659" y="121634"/>
                  <a:pt x="318659" y="148638"/>
                </a:cubicBezTo>
                <a:cubicBezTo>
                  <a:pt x="318659" y="175879"/>
                  <a:pt x="333185" y="184833"/>
                  <a:pt x="353473" y="180546"/>
                </a:cubicBezTo>
                <a:cubicBezTo>
                  <a:pt x="370047" y="177022"/>
                  <a:pt x="382143" y="165497"/>
                  <a:pt x="384953" y="150114"/>
                </a:cubicBezTo>
                <a:lnTo>
                  <a:pt x="419767" y="142732"/>
                </a:lnTo>
                <a:cubicBezTo>
                  <a:pt x="415862" y="178213"/>
                  <a:pt x="390906" y="204692"/>
                  <a:pt x="353330" y="212693"/>
                </a:cubicBezTo>
                <a:cubicBezTo>
                  <a:pt x="310325" y="221837"/>
                  <a:pt x="283702" y="196739"/>
                  <a:pt x="283702" y="156115"/>
                </a:cubicBezTo>
                <a:moveTo>
                  <a:pt x="436340" y="55150"/>
                </a:moveTo>
                <a:lnTo>
                  <a:pt x="540782" y="32956"/>
                </a:lnTo>
                <a:lnTo>
                  <a:pt x="540782" y="63865"/>
                </a:lnTo>
                <a:cubicBezTo>
                  <a:pt x="540782" y="63865"/>
                  <a:pt x="470440" y="78819"/>
                  <a:pt x="470440" y="78819"/>
                </a:cubicBezTo>
                <a:lnTo>
                  <a:pt x="470440" y="101775"/>
                </a:lnTo>
                <a:cubicBezTo>
                  <a:pt x="470440" y="101775"/>
                  <a:pt x="531495" y="88821"/>
                  <a:pt x="531495" y="88821"/>
                </a:cubicBezTo>
                <a:lnTo>
                  <a:pt x="531495" y="118015"/>
                </a:lnTo>
                <a:cubicBezTo>
                  <a:pt x="531495" y="118015"/>
                  <a:pt x="470440" y="131016"/>
                  <a:pt x="470440" y="131016"/>
                </a:cubicBezTo>
                <a:lnTo>
                  <a:pt x="470440" y="154162"/>
                </a:lnTo>
                <a:cubicBezTo>
                  <a:pt x="470440" y="154162"/>
                  <a:pt x="540782" y="139208"/>
                  <a:pt x="540782" y="139208"/>
                </a:cubicBezTo>
                <a:lnTo>
                  <a:pt x="540782" y="170117"/>
                </a:lnTo>
                <a:cubicBezTo>
                  <a:pt x="540782" y="170117"/>
                  <a:pt x="436340" y="192310"/>
                  <a:pt x="436340" y="192310"/>
                </a:cubicBezTo>
                <a:lnTo>
                  <a:pt x="436340" y="55150"/>
                </a:lnTo>
                <a:close/>
                <a:moveTo>
                  <a:pt x="561308" y="28623"/>
                </a:moveTo>
                <a:lnTo>
                  <a:pt x="625173" y="15049"/>
                </a:lnTo>
                <a:lnTo>
                  <a:pt x="662035" y="133112"/>
                </a:lnTo>
                <a:lnTo>
                  <a:pt x="662035" y="7239"/>
                </a:lnTo>
                <a:cubicBezTo>
                  <a:pt x="662035" y="7239"/>
                  <a:pt x="695897" y="48"/>
                  <a:pt x="695897" y="48"/>
                </a:cubicBezTo>
                <a:lnTo>
                  <a:pt x="695897" y="137208"/>
                </a:lnTo>
                <a:cubicBezTo>
                  <a:pt x="695897" y="137208"/>
                  <a:pt x="632032" y="150781"/>
                  <a:pt x="632032" y="150781"/>
                </a:cubicBezTo>
                <a:lnTo>
                  <a:pt x="595170" y="32718"/>
                </a:lnTo>
                <a:lnTo>
                  <a:pt x="595170" y="158591"/>
                </a:lnTo>
                <a:cubicBezTo>
                  <a:pt x="595170" y="158591"/>
                  <a:pt x="561308" y="165783"/>
                  <a:pt x="561308" y="165783"/>
                </a:cubicBezTo>
                <a:lnTo>
                  <a:pt x="561308" y="28623"/>
                </a:lnTo>
                <a:close/>
              </a:path>
            </a:pathLst>
          </a:custGeom>
          <a:solidFill>
            <a:srgbClr val="FFFFFF"/>
          </a:solidFill>
          <a:ln w="4763" cap="flat">
            <a:noFill/>
            <a:prstDash val="solid"/>
            <a:miter/>
          </a:ln>
        </p:spPr>
        <p:txBody>
          <a:bodyPr rtlCol="0" anchor="ctr"/>
          <a:lstStyle/>
          <a:p>
            <a:endParaRPr lang="en-AU" sz="2400"/>
          </a:p>
        </p:txBody>
      </p:sp>
      <p:grpSp>
        <p:nvGrpSpPr>
          <p:cNvPr id="20" name="Graphic 3">
            <a:extLst>
              <a:ext uri="{FF2B5EF4-FFF2-40B4-BE49-F238E27FC236}">
                <a16:creationId xmlns:a16="http://schemas.microsoft.com/office/drawing/2014/main" id="{11580F78-9730-E8CF-5F00-5083728E0E3D}"/>
              </a:ext>
            </a:extLst>
          </p:cNvPr>
          <p:cNvGrpSpPr/>
          <p:nvPr/>
        </p:nvGrpSpPr>
        <p:grpSpPr>
          <a:xfrm>
            <a:off x="504367" y="6134354"/>
            <a:ext cx="1260601" cy="228663"/>
            <a:chOff x="217360" y="4600765"/>
            <a:chExt cx="945451" cy="171497"/>
          </a:xfrm>
          <a:solidFill>
            <a:srgbClr val="FFFFFF"/>
          </a:solidFill>
        </p:grpSpPr>
        <p:grpSp>
          <p:nvGrpSpPr>
            <p:cNvPr id="21" name="Graphic 3">
              <a:extLst>
                <a:ext uri="{FF2B5EF4-FFF2-40B4-BE49-F238E27FC236}">
                  <a16:creationId xmlns:a16="http://schemas.microsoft.com/office/drawing/2014/main" id="{034EE8A3-A127-9A71-99DC-9A0E6F91654D}"/>
                </a:ext>
              </a:extLst>
            </p:cNvPr>
            <p:cNvGrpSpPr/>
            <p:nvPr/>
          </p:nvGrpSpPr>
          <p:grpSpPr>
            <a:xfrm>
              <a:off x="604408" y="4600765"/>
              <a:ext cx="171354" cy="171354"/>
              <a:chOff x="604408" y="4600765"/>
              <a:chExt cx="171354" cy="171354"/>
            </a:xfrm>
            <a:solidFill>
              <a:srgbClr val="FFFFFF"/>
            </a:solidFill>
          </p:grpSpPr>
          <p:sp>
            <p:nvSpPr>
              <p:cNvPr id="22" name="Freeform: Shape 21">
                <a:extLst>
                  <a:ext uri="{FF2B5EF4-FFF2-40B4-BE49-F238E27FC236}">
                    <a16:creationId xmlns:a16="http://schemas.microsoft.com/office/drawing/2014/main" id="{0D5749F5-CE41-31DE-FF35-61FA298CA95A}"/>
                  </a:ext>
                </a:extLst>
              </p:cNvPr>
              <p:cNvSpPr/>
              <p:nvPr/>
            </p:nvSpPr>
            <p:spPr>
              <a:xfrm>
                <a:off x="604408" y="4600765"/>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67 h 171354"/>
                  <a:gd name="connsiteX6" fmla="*/ 6620 w 171354"/>
                  <a:gd name="connsiteY6" fmla="*/ 85725 h 171354"/>
                  <a:gd name="connsiteX7" fmla="*/ 85677 w 171354"/>
                  <a:gd name="connsiteY7" fmla="*/ 164783 h 171354"/>
                  <a:gd name="connsiteX8" fmla="*/ 164735 w 171354"/>
                  <a:gd name="connsiteY8" fmla="*/ 85725 h 171354"/>
                  <a:gd name="connsiteX9" fmla="*/ 85677 w 171354"/>
                  <a:gd name="connsiteY9" fmla="*/ 6667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67"/>
                    </a:moveTo>
                    <a:cubicBezTo>
                      <a:pt x="42100" y="6667"/>
                      <a:pt x="6620" y="42148"/>
                      <a:pt x="6620" y="85725"/>
                    </a:cubicBezTo>
                    <a:cubicBezTo>
                      <a:pt x="6620" y="129302"/>
                      <a:pt x="42100" y="164783"/>
                      <a:pt x="85677" y="164783"/>
                    </a:cubicBezTo>
                    <a:cubicBezTo>
                      <a:pt x="129254" y="164783"/>
                      <a:pt x="164735" y="129302"/>
                      <a:pt x="164735" y="85725"/>
                    </a:cubicBezTo>
                    <a:cubicBezTo>
                      <a:pt x="164735" y="42148"/>
                      <a:pt x="129254" y="6667"/>
                      <a:pt x="85677" y="6667"/>
                    </a:cubicBezTo>
                    <a:close/>
                  </a:path>
                </a:pathLst>
              </a:custGeom>
              <a:solidFill>
                <a:srgbClr val="FFFFFF"/>
              </a:solidFill>
              <a:ln w="4763" cap="flat">
                <a:noFill/>
                <a:prstDash val="solid"/>
                <a:miter/>
              </a:ln>
            </p:spPr>
            <p:txBody>
              <a:bodyPr rtlCol="0" anchor="ctr"/>
              <a:lstStyle/>
              <a:p>
                <a:endParaRPr lang="en-AU" sz="2400"/>
              </a:p>
            </p:txBody>
          </p:sp>
          <p:sp>
            <p:nvSpPr>
              <p:cNvPr id="23" name="Freeform: Shape 22">
                <a:extLst>
                  <a:ext uri="{FF2B5EF4-FFF2-40B4-BE49-F238E27FC236}">
                    <a16:creationId xmlns:a16="http://schemas.microsoft.com/office/drawing/2014/main" id="{044BA208-EA2B-AEB2-6DA2-25482C2C6D12}"/>
                  </a:ext>
                </a:extLst>
              </p:cNvPr>
              <p:cNvSpPr/>
              <p:nvPr/>
            </p:nvSpPr>
            <p:spPr>
              <a:xfrm>
                <a:off x="637460" y="4634007"/>
                <a:ext cx="105203" cy="104965"/>
              </a:xfrm>
              <a:custGeom>
                <a:avLst/>
                <a:gdLst>
                  <a:gd name="connsiteX0" fmla="*/ 28384 w 105203"/>
                  <a:gd name="connsiteY0" fmla="*/ 0 h 104965"/>
                  <a:gd name="connsiteX1" fmla="*/ 76819 w 105203"/>
                  <a:gd name="connsiteY1" fmla="*/ 0 h 104965"/>
                  <a:gd name="connsiteX2" fmla="*/ 105204 w 105203"/>
                  <a:gd name="connsiteY2" fmla="*/ 28385 h 104965"/>
                  <a:gd name="connsiteX3" fmla="*/ 105204 w 105203"/>
                  <a:gd name="connsiteY3" fmla="*/ 76581 h 104965"/>
                  <a:gd name="connsiteX4" fmla="*/ 76819 w 105203"/>
                  <a:gd name="connsiteY4" fmla="*/ 104966 h 104965"/>
                  <a:gd name="connsiteX5" fmla="*/ 28384 w 105203"/>
                  <a:gd name="connsiteY5" fmla="*/ 104966 h 104965"/>
                  <a:gd name="connsiteX6" fmla="*/ 0 w 105203"/>
                  <a:gd name="connsiteY6" fmla="*/ 76581 h 104965"/>
                  <a:gd name="connsiteX7" fmla="*/ 0 w 105203"/>
                  <a:gd name="connsiteY7" fmla="*/ 28385 h 104965"/>
                  <a:gd name="connsiteX8" fmla="*/ 28384 w 105203"/>
                  <a:gd name="connsiteY8" fmla="*/ 0 h 104965"/>
                  <a:gd name="connsiteX9" fmla="*/ 28384 w 105203"/>
                  <a:gd name="connsiteY9" fmla="*/ 0 h 104965"/>
                  <a:gd name="connsiteX10" fmla="*/ 80867 w 105203"/>
                  <a:gd name="connsiteY10" fmla="*/ 18336 h 104965"/>
                  <a:gd name="connsiteX11" fmla="*/ 80867 w 105203"/>
                  <a:gd name="connsiteY11" fmla="*/ 18336 h 104965"/>
                  <a:gd name="connsiteX12" fmla="*/ 86916 w 105203"/>
                  <a:gd name="connsiteY12" fmla="*/ 24384 h 104965"/>
                  <a:gd name="connsiteX13" fmla="*/ 86916 w 105203"/>
                  <a:gd name="connsiteY13" fmla="*/ 24384 h 104965"/>
                  <a:gd name="connsiteX14" fmla="*/ 80867 w 105203"/>
                  <a:gd name="connsiteY14" fmla="*/ 30432 h 104965"/>
                  <a:gd name="connsiteX15" fmla="*/ 80867 w 105203"/>
                  <a:gd name="connsiteY15" fmla="*/ 30432 h 104965"/>
                  <a:gd name="connsiteX16" fmla="*/ 74819 w 105203"/>
                  <a:gd name="connsiteY16" fmla="*/ 24384 h 104965"/>
                  <a:gd name="connsiteX17" fmla="*/ 74819 w 105203"/>
                  <a:gd name="connsiteY17" fmla="*/ 24384 h 104965"/>
                  <a:gd name="connsiteX18" fmla="*/ 80867 w 105203"/>
                  <a:gd name="connsiteY18" fmla="*/ 18336 h 104965"/>
                  <a:gd name="connsiteX19" fmla="*/ 80867 w 105203"/>
                  <a:gd name="connsiteY19" fmla="*/ 18336 h 104965"/>
                  <a:gd name="connsiteX20" fmla="*/ 52483 w 105203"/>
                  <a:gd name="connsiteY20" fmla="*/ 23860 h 104965"/>
                  <a:gd name="connsiteX21" fmla="*/ 52721 w 105203"/>
                  <a:gd name="connsiteY21" fmla="*/ 23860 h 104965"/>
                  <a:gd name="connsiteX22" fmla="*/ 81343 w 105203"/>
                  <a:gd name="connsiteY22" fmla="*/ 52483 h 104965"/>
                  <a:gd name="connsiteX23" fmla="*/ 81343 w 105203"/>
                  <a:gd name="connsiteY23" fmla="*/ 52483 h 104965"/>
                  <a:gd name="connsiteX24" fmla="*/ 52721 w 105203"/>
                  <a:gd name="connsiteY24" fmla="*/ 81105 h 104965"/>
                  <a:gd name="connsiteX25" fmla="*/ 52483 w 105203"/>
                  <a:gd name="connsiteY25" fmla="*/ 81105 h 104965"/>
                  <a:gd name="connsiteX26" fmla="*/ 24098 w 105203"/>
                  <a:gd name="connsiteY26" fmla="*/ 52483 h 104965"/>
                  <a:gd name="connsiteX27" fmla="*/ 24098 w 105203"/>
                  <a:gd name="connsiteY27" fmla="*/ 52483 h 104965"/>
                  <a:gd name="connsiteX28" fmla="*/ 52483 w 105203"/>
                  <a:gd name="connsiteY28" fmla="*/ 23860 h 104965"/>
                  <a:gd name="connsiteX29" fmla="*/ 52483 w 105203"/>
                  <a:gd name="connsiteY29" fmla="*/ 23860 h 104965"/>
                  <a:gd name="connsiteX30" fmla="*/ 52483 w 105203"/>
                  <a:gd name="connsiteY30" fmla="*/ 33623 h 104965"/>
                  <a:gd name="connsiteX31" fmla="*/ 52721 w 105203"/>
                  <a:gd name="connsiteY31" fmla="*/ 33623 h 104965"/>
                  <a:gd name="connsiteX32" fmla="*/ 71533 w 105203"/>
                  <a:gd name="connsiteY32" fmla="*/ 52435 h 104965"/>
                  <a:gd name="connsiteX33" fmla="*/ 71533 w 105203"/>
                  <a:gd name="connsiteY33" fmla="*/ 52435 h 104965"/>
                  <a:gd name="connsiteX34" fmla="*/ 52721 w 105203"/>
                  <a:gd name="connsiteY34" fmla="*/ 71533 h 104965"/>
                  <a:gd name="connsiteX35" fmla="*/ 52483 w 105203"/>
                  <a:gd name="connsiteY35" fmla="*/ 71533 h 104965"/>
                  <a:gd name="connsiteX36" fmla="*/ 33671 w 105203"/>
                  <a:gd name="connsiteY36" fmla="*/ 52435 h 104965"/>
                  <a:gd name="connsiteX37" fmla="*/ 33671 w 105203"/>
                  <a:gd name="connsiteY37" fmla="*/ 52435 h 104965"/>
                  <a:gd name="connsiteX38" fmla="*/ 52483 w 105203"/>
                  <a:gd name="connsiteY38" fmla="*/ 33623 h 104965"/>
                  <a:gd name="connsiteX39" fmla="*/ 52483 w 105203"/>
                  <a:gd name="connsiteY39" fmla="*/ 33623 h 104965"/>
                  <a:gd name="connsiteX40" fmla="*/ 28623 w 105203"/>
                  <a:gd name="connsiteY40" fmla="*/ 9049 h 104965"/>
                  <a:gd name="connsiteX41" fmla="*/ 76581 w 105203"/>
                  <a:gd name="connsiteY41" fmla="*/ 9049 h 104965"/>
                  <a:gd name="connsiteX42" fmla="*/ 96155 w 105203"/>
                  <a:gd name="connsiteY42" fmla="*/ 28623 h 104965"/>
                  <a:gd name="connsiteX43" fmla="*/ 96155 w 105203"/>
                  <a:gd name="connsiteY43" fmla="*/ 76343 h 104965"/>
                  <a:gd name="connsiteX44" fmla="*/ 76581 w 105203"/>
                  <a:gd name="connsiteY44" fmla="*/ 95917 h 104965"/>
                  <a:gd name="connsiteX45" fmla="*/ 28623 w 105203"/>
                  <a:gd name="connsiteY45" fmla="*/ 95917 h 104965"/>
                  <a:gd name="connsiteX46" fmla="*/ 9049 w 105203"/>
                  <a:gd name="connsiteY46" fmla="*/ 76343 h 104965"/>
                  <a:gd name="connsiteX47" fmla="*/ 9049 w 105203"/>
                  <a:gd name="connsiteY47" fmla="*/ 28623 h 104965"/>
                  <a:gd name="connsiteX48" fmla="*/ 28623 w 105203"/>
                  <a:gd name="connsiteY48" fmla="*/ 9049 h 104965"/>
                  <a:gd name="connsiteX49" fmla="*/ 28623 w 105203"/>
                  <a:gd name="connsiteY49" fmla="*/ 9049 h 104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05203" h="104965">
                    <a:moveTo>
                      <a:pt x="28384" y="0"/>
                    </a:moveTo>
                    <a:lnTo>
                      <a:pt x="76819" y="0"/>
                    </a:lnTo>
                    <a:cubicBezTo>
                      <a:pt x="92392" y="0"/>
                      <a:pt x="105204" y="12811"/>
                      <a:pt x="105204" y="28385"/>
                    </a:cubicBezTo>
                    <a:lnTo>
                      <a:pt x="105204" y="76581"/>
                    </a:lnTo>
                    <a:cubicBezTo>
                      <a:pt x="105204" y="92154"/>
                      <a:pt x="92392" y="104966"/>
                      <a:pt x="76819" y="104966"/>
                    </a:cubicBezTo>
                    <a:lnTo>
                      <a:pt x="28384" y="104966"/>
                    </a:lnTo>
                    <a:cubicBezTo>
                      <a:pt x="12811" y="104966"/>
                      <a:pt x="0" y="92154"/>
                      <a:pt x="0" y="76581"/>
                    </a:cubicBezTo>
                    <a:lnTo>
                      <a:pt x="0" y="28385"/>
                    </a:lnTo>
                    <a:cubicBezTo>
                      <a:pt x="0" y="12811"/>
                      <a:pt x="12811" y="0"/>
                      <a:pt x="28384" y="0"/>
                    </a:cubicBezTo>
                    <a:lnTo>
                      <a:pt x="28384" y="0"/>
                    </a:lnTo>
                    <a:close/>
                    <a:moveTo>
                      <a:pt x="80867" y="18336"/>
                    </a:moveTo>
                    <a:lnTo>
                      <a:pt x="80867" y="18336"/>
                    </a:lnTo>
                    <a:cubicBezTo>
                      <a:pt x="84153" y="18336"/>
                      <a:pt x="86916" y="21098"/>
                      <a:pt x="86916" y="24384"/>
                    </a:cubicBezTo>
                    <a:lnTo>
                      <a:pt x="86916" y="24384"/>
                    </a:lnTo>
                    <a:cubicBezTo>
                      <a:pt x="86916" y="27670"/>
                      <a:pt x="84153" y="30432"/>
                      <a:pt x="80867" y="30432"/>
                    </a:cubicBezTo>
                    <a:lnTo>
                      <a:pt x="80867" y="30432"/>
                    </a:lnTo>
                    <a:cubicBezTo>
                      <a:pt x="77343" y="30432"/>
                      <a:pt x="74819" y="27670"/>
                      <a:pt x="74819" y="24384"/>
                    </a:cubicBezTo>
                    <a:lnTo>
                      <a:pt x="74819" y="24384"/>
                    </a:lnTo>
                    <a:cubicBezTo>
                      <a:pt x="74819" y="21098"/>
                      <a:pt x="77343" y="18336"/>
                      <a:pt x="80867" y="18336"/>
                    </a:cubicBezTo>
                    <a:lnTo>
                      <a:pt x="80867" y="18336"/>
                    </a:lnTo>
                    <a:close/>
                    <a:moveTo>
                      <a:pt x="52483" y="23860"/>
                    </a:moveTo>
                    <a:lnTo>
                      <a:pt x="52721" y="23860"/>
                    </a:lnTo>
                    <a:cubicBezTo>
                      <a:pt x="68294" y="23860"/>
                      <a:pt x="81343" y="36909"/>
                      <a:pt x="81343" y="52483"/>
                    </a:cubicBezTo>
                    <a:lnTo>
                      <a:pt x="81343" y="52483"/>
                    </a:lnTo>
                    <a:cubicBezTo>
                      <a:pt x="81343" y="68294"/>
                      <a:pt x="68294" y="81105"/>
                      <a:pt x="52721" y="81105"/>
                    </a:cubicBezTo>
                    <a:lnTo>
                      <a:pt x="52483" y="81105"/>
                    </a:lnTo>
                    <a:cubicBezTo>
                      <a:pt x="36909" y="81105"/>
                      <a:pt x="24098" y="68294"/>
                      <a:pt x="24098" y="52483"/>
                    </a:cubicBezTo>
                    <a:lnTo>
                      <a:pt x="24098" y="52483"/>
                    </a:lnTo>
                    <a:cubicBezTo>
                      <a:pt x="24098" y="36909"/>
                      <a:pt x="36909" y="23860"/>
                      <a:pt x="52483" y="23860"/>
                    </a:cubicBezTo>
                    <a:lnTo>
                      <a:pt x="52483" y="23860"/>
                    </a:lnTo>
                    <a:close/>
                    <a:moveTo>
                      <a:pt x="52483" y="33623"/>
                    </a:moveTo>
                    <a:lnTo>
                      <a:pt x="52721" y="33623"/>
                    </a:lnTo>
                    <a:cubicBezTo>
                      <a:pt x="63008" y="33623"/>
                      <a:pt x="71533" y="42148"/>
                      <a:pt x="71533" y="52435"/>
                    </a:cubicBezTo>
                    <a:lnTo>
                      <a:pt x="71533" y="52435"/>
                    </a:lnTo>
                    <a:cubicBezTo>
                      <a:pt x="71533" y="62960"/>
                      <a:pt x="63008" y="71533"/>
                      <a:pt x="52721" y="71533"/>
                    </a:cubicBezTo>
                    <a:lnTo>
                      <a:pt x="52483" y="71533"/>
                    </a:lnTo>
                    <a:cubicBezTo>
                      <a:pt x="42196" y="71533"/>
                      <a:pt x="33671" y="63008"/>
                      <a:pt x="33671" y="52435"/>
                    </a:cubicBezTo>
                    <a:lnTo>
                      <a:pt x="33671" y="52435"/>
                    </a:lnTo>
                    <a:cubicBezTo>
                      <a:pt x="33671" y="42148"/>
                      <a:pt x="42196" y="33623"/>
                      <a:pt x="52483" y="33623"/>
                    </a:cubicBezTo>
                    <a:lnTo>
                      <a:pt x="52483" y="33623"/>
                    </a:lnTo>
                    <a:close/>
                    <a:moveTo>
                      <a:pt x="28623" y="9049"/>
                    </a:moveTo>
                    <a:lnTo>
                      <a:pt x="76581" y="9049"/>
                    </a:lnTo>
                    <a:cubicBezTo>
                      <a:pt x="87392" y="9049"/>
                      <a:pt x="96155" y="17812"/>
                      <a:pt x="96155" y="28623"/>
                    </a:cubicBezTo>
                    <a:lnTo>
                      <a:pt x="96155" y="76343"/>
                    </a:lnTo>
                    <a:cubicBezTo>
                      <a:pt x="96155" y="87154"/>
                      <a:pt x="87392" y="95917"/>
                      <a:pt x="76581" y="95917"/>
                    </a:cubicBezTo>
                    <a:lnTo>
                      <a:pt x="28623" y="95917"/>
                    </a:lnTo>
                    <a:cubicBezTo>
                      <a:pt x="17812" y="95917"/>
                      <a:pt x="9049" y="87154"/>
                      <a:pt x="9049" y="76343"/>
                    </a:cubicBezTo>
                    <a:lnTo>
                      <a:pt x="9049" y="28623"/>
                    </a:lnTo>
                    <a:cubicBezTo>
                      <a:pt x="9049" y="17812"/>
                      <a:pt x="17812" y="9049"/>
                      <a:pt x="28623" y="9049"/>
                    </a:cubicBezTo>
                    <a:lnTo>
                      <a:pt x="28623" y="9049"/>
                    </a:lnTo>
                    <a:close/>
                  </a:path>
                </a:pathLst>
              </a:custGeom>
              <a:solidFill>
                <a:srgbClr val="FFFFFF"/>
              </a:solidFill>
              <a:ln w="4763" cap="flat">
                <a:noFill/>
                <a:prstDash val="solid"/>
                <a:miter/>
              </a:ln>
            </p:spPr>
            <p:txBody>
              <a:bodyPr rtlCol="0" anchor="ctr"/>
              <a:lstStyle/>
              <a:p>
                <a:endParaRPr lang="en-AU" sz="2400"/>
              </a:p>
            </p:txBody>
          </p:sp>
        </p:grpSp>
        <p:grpSp>
          <p:nvGrpSpPr>
            <p:cNvPr id="24" name="Graphic 3">
              <a:extLst>
                <a:ext uri="{FF2B5EF4-FFF2-40B4-BE49-F238E27FC236}">
                  <a16:creationId xmlns:a16="http://schemas.microsoft.com/office/drawing/2014/main" id="{1E38CE80-668F-33FD-4068-4CE84CB701AD}"/>
                </a:ext>
              </a:extLst>
            </p:cNvPr>
            <p:cNvGrpSpPr/>
            <p:nvPr/>
          </p:nvGrpSpPr>
          <p:grpSpPr>
            <a:xfrm>
              <a:off x="217360" y="4600908"/>
              <a:ext cx="171354" cy="171354"/>
              <a:chOff x="217360" y="4600908"/>
              <a:chExt cx="171354" cy="171354"/>
            </a:xfrm>
            <a:solidFill>
              <a:srgbClr val="FFFFFF"/>
            </a:solidFill>
          </p:grpSpPr>
          <p:sp>
            <p:nvSpPr>
              <p:cNvPr id="25" name="Freeform: Shape 24">
                <a:extLst>
                  <a:ext uri="{FF2B5EF4-FFF2-40B4-BE49-F238E27FC236}">
                    <a16:creationId xmlns:a16="http://schemas.microsoft.com/office/drawing/2014/main" id="{DC5C4339-27F3-3A60-4691-313A45B4636F}"/>
                  </a:ext>
                </a:extLst>
              </p:cNvPr>
              <p:cNvSpPr/>
              <p:nvPr/>
            </p:nvSpPr>
            <p:spPr>
              <a:xfrm>
                <a:off x="217360" y="4600908"/>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20 h 171354"/>
                  <a:gd name="connsiteX6" fmla="*/ 6620 w 171354"/>
                  <a:gd name="connsiteY6" fmla="*/ 85677 h 171354"/>
                  <a:gd name="connsiteX7" fmla="*/ 85677 w 171354"/>
                  <a:gd name="connsiteY7" fmla="*/ 164735 h 171354"/>
                  <a:gd name="connsiteX8" fmla="*/ 164735 w 171354"/>
                  <a:gd name="connsiteY8" fmla="*/ 85677 h 171354"/>
                  <a:gd name="connsiteX9" fmla="*/ 85677 w 171354"/>
                  <a:gd name="connsiteY9" fmla="*/ 6620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20"/>
                    </a:moveTo>
                    <a:cubicBezTo>
                      <a:pt x="42101" y="6620"/>
                      <a:pt x="6620" y="42101"/>
                      <a:pt x="6620" y="85677"/>
                    </a:cubicBezTo>
                    <a:cubicBezTo>
                      <a:pt x="6620" y="129254"/>
                      <a:pt x="42101" y="164735"/>
                      <a:pt x="85677" y="164735"/>
                    </a:cubicBezTo>
                    <a:cubicBezTo>
                      <a:pt x="129254" y="164735"/>
                      <a:pt x="164735" y="129254"/>
                      <a:pt x="164735" y="85677"/>
                    </a:cubicBezTo>
                    <a:cubicBezTo>
                      <a:pt x="164735" y="42101"/>
                      <a:pt x="129254" y="6620"/>
                      <a:pt x="85677" y="6620"/>
                    </a:cubicBezTo>
                    <a:close/>
                  </a:path>
                </a:pathLst>
              </a:custGeom>
              <a:solidFill>
                <a:srgbClr val="FFFFFF"/>
              </a:solidFill>
              <a:ln w="4763" cap="flat">
                <a:noFill/>
                <a:prstDash val="solid"/>
                <a:miter/>
              </a:ln>
            </p:spPr>
            <p:txBody>
              <a:bodyPr rtlCol="0" anchor="ctr"/>
              <a:lstStyle/>
              <a:p>
                <a:endParaRPr lang="en-AU" sz="2400"/>
              </a:p>
            </p:txBody>
          </p:sp>
          <p:sp>
            <p:nvSpPr>
              <p:cNvPr id="26" name="Freeform: Shape 25">
                <a:extLst>
                  <a:ext uri="{FF2B5EF4-FFF2-40B4-BE49-F238E27FC236}">
                    <a16:creationId xmlns:a16="http://schemas.microsoft.com/office/drawing/2014/main" id="{4E0AF755-8025-9045-AFC0-345262DD6301}"/>
                  </a:ext>
                </a:extLst>
              </p:cNvPr>
              <p:cNvSpPr/>
              <p:nvPr/>
            </p:nvSpPr>
            <p:spPr>
              <a:xfrm>
                <a:off x="265223" y="4643008"/>
                <a:ext cx="75580" cy="76009"/>
              </a:xfrm>
              <a:custGeom>
                <a:avLst/>
                <a:gdLst>
                  <a:gd name="connsiteX0" fmla="*/ 1524 w 75580"/>
                  <a:gd name="connsiteY0" fmla="*/ 25527 h 76009"/>
                  <a:gd name="connsiteX1" fmla="*/ 16526 w 75580"/>
                  <a:gd name="connsiteY1" fmla="*/ 25527 h 76009"/>
                  <a:gd name="connsiteX2" fmla="*/ 16526 w 75580"/>
                  <a:gd name="connsiteY2" fmla="*/ 75914 h 76009"/>
                  <a:gd name="connsiteX3" fmla="*/ 1524 w 75580"/>
                  <a:gd name="connsiteY3" fmla="*/ 75914 h 76009"/>
                  <a:gd name="connsiteX4" fmla="*/ 1524 w 75580"/>
                  <a:gd name="connsiteY4" fmla="*/ 25527 h 76009"/>
                  <a:gd name="connsiteX5" fmla="*/ 8906 w 75580"/>
                  <a:gd name="connsiteY5" fmla="*/ 0 h 76009"/>
                  <a:gd name="connsiteX6" fmla="*/ 18002 w 75580"/>
                  <a:gd name="connsiteY6" fmla="*/ 9096 h 76009"/>
                  <a:gd name="connsiteX7" fmla="*/ 8906 w 75580"/>
                  <a:gd name="connsiteY7" fmla="*/ 18193 h 76009"/>
                  <a:gd name="connsiteX8" fmla="*/ 0 w 75580"/>
                  <a:gd name="connsiteY8" fmla="*/ 9096 h 76009"/>
                  <a:gd name="connsiteX9" fmla="*/ 8906 w 75580"/>
                  <a:gd name="connsiteY9" fmla="*/ 0 h 76009"/>
                  <a:gd name="connsiteX10" fmla="*/ 8906 w 75580"/>
                  <a:gd name="connsiteY10" fmla="*/ 0 h 76009"/>
                  <a:gd name="connsiteX11" fmla="*/ 25384 w 75580"/>
                  <a:gd name="connsiteY11" fmla="*/ 25527 h 76009"/>
                  <a:gd name="connsiteX12" fmla="*/ 40195 w 75580"/>
                  <a:gd name="connsiteY12" fmla="*/ 25527 h 76009"/>
                  <a:gd name="connsiteX13" fmla="*/ 40195 w 75580"/>
                  <a:gd name="connsiteY13" fmla="*/ 32575 h 76009"/>
                  <a:gd name="connsiteX14" fmla="*/ 54435 w 75580"/>
                  <a:gd name="connsiteY14" fmla="*/ 25003 h 76009"/>
                  <a:gd name="connsiteX15" fmla="*/ 58531 w 75580"/>
                  <a:gd name="connsiteY15" fmla="*/ 25003 h 76009"/>
                  <a:gd name="connsiteX16" fmla="*/ 75581 w 75580"/>
                  <a:gd name="connsiteY16" fmla="*/ 42053 h 76009"/>
                  <a:gd name="connsiteX17" fmla="*/ 75581 w 75580"/>
                  <a:gd name="connsiteY17" fmla="*/ 75962 h 76009"/>
                  <a:gd name="connsiteX18" fmla="*/ 60769 w 75580"/>
                  <a:gd name="connsiteY18" fmla="*/ 75962 h 76009"/>
                  <a:gd name="connsiteX19" fmla="*/ 60769 w 75580"/>
                  <a:gd name="connsiteY19" fmla="*/ 71342 h 76009"/>
                  <a:gd name="connsiteX20" fmla="*/ 60769 w 75580"/>
                  <a:gd name="connsiteY20" fmla="*/ 71342 h 76009"/>
                  <a:gd name="connsiteX21" fmla="*/ 60769 w 75580"/>
                  <a:gd name="connsiteY21" fmla="*/ 48768 h 76009"/>
                  <a:gd name="connsiteX22" fmla="*/ 60769 w 75580"/>
                  <a:gd name="connsiteY22" fmla="*/ 48768 h 76009"/>
                  <a:gd name="connsiteX23" fmla="*/ 50959 w 75580"/>
                  <a:gd name="connsiteY23" fmla="*/ 38576 h 76009"/>
                  <a:gd name="connsiteX24" fmla="*/ 50959 w 75580"/>
                  <a:gd name="connsiteY24" fmla="*/ 38576 h 76009"/>
                  <a:gd name="connsiteX25" fmla="*/ 40195 w 75580"/>
                  <a:gd name="connsiteY25" fmla="*/ 48768 h 76009"/>
                  <a:gd name="connsiteX26" fmla="*/ 40195 w 75580"/>
                  <a:gd name="connsiteY26" fmla="*/ 48768 h 76009"/>
                  <a:gd name="connsiteX27" fmla="*/ 40195 w 75580"/>
                  <a:gd name="connsiteY27" fmla="*/ 76009 h 76009"/>
                  <a:gd name="connsiteX28" fmla="*/ 25384 w 75580"/>
                  <a:gd name="connsiteY28" fmla="*/ 76009 h 76009"/>
                  <a:gd name="connsiteX29" fmla="*/ 25384 w 75580"/>
                  <a:gd name="connsiteY29" fmla="*/ 25622 h 76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75580" h="76009">
                    <a:moveTo>
                      <a:pt x="1524" y="25527"/>
                    </a:moveTo>
                    <a:lnTo>
                      <a:pt x="16526" y="25527"/>
                    </a:lnTo>
                    <a:lnTo>
                      <a:pt x="16526" y="75914"/>
                    </a:lnTo>
                    <a:lnTo>
                      <a:pt x="1524" y="75914"/>
                    </a:lnTo>
                    <a:lnTo>
                      <a:pt x="1524" y="25527"/>
                    </a:lnTo>
                    <a:close/>
                    <a:moveTo>
                      <a:pt x="8906" y="0"/>
                    </a:moveTo>
                    <a:cubicBezTo>
                      <a:pt x="13907" y="0"/>
                      <a:pt x="18002" y="4096"/>
                      <a:pt x="18002" y="9096"/>
                    </a:cubicBezTo>
                    <a:cubicBezTo>
                      <a:pt x="18002" y="14097"/>
                      <a:pt x="13907" y="18193"/>
                      <a:pt x="8906" y="18193"/>
                    </a:cubicBezTo>
                    <a:cubicBezTo>
                      <a:pt x="3905" y="18193"/>
                      <a:pt x="0" y="14097"/>
                      <a:pt x="0" y="9096"/>
                    </a:cubicBezTo>
                    <a:cubicBezTo>
                      <a:pt x="0" y="4096"/>
                      <a:pt x="3905" y="0"/>
                      <a:pt x="8906" y="0"/>
                    </a:cubicBezTo>
                    <a:lnTo>
                      <a:pt x="8906" y="0"/>
                    </a:lnTo>
                    <a:close/>
                    <a:moveTo>
                      <a:pt x="25384" y="25527"/>
                    </a:moveTo>
                    <a:lnTo>
                      <a:pt x="40195" y="25527"/>
                    </a:lnTo>
                    <a:lnTo>
                      <a:pt x="40195" y="32575"/>
                    </a:lnTo>
                    <a:cubicBezTo>
                      <a:pt x="43339" y="27956"/>
                      <a:pt x="48530" y="25003"/>
                      <a:pt x="54435" y="25003"/>
                    </a:cubicBezTo>
                    <a:lnTo>
                      <a:pt x="58531" y="25003"/>
                    </a:lnTo>
                    <a:cubicBezTo>
                      <a:pt x="67961" y="25003"/>
                      <a:pt x="75581" y="32766"/>
                      <a:pt x="75581" y="42053"/>
                    </a:cubicBezTo>
                    <a:lnTo>
                      <a:pt x="75581" y="75962"/>
                    </a:lnTo>
                    <a:lnTo>
                      <a:pt x="60769" y="75962"/>
                    </a:lnTo>
                    <a:lnTo>
                      <a:pt x="60769" y="71342"/>
                    </a:lnTo>
                    <a:lnTo>
                      <a:pt x="60769" y="71342"/>
                    </a:lnTo>
                    <a:lnTo>
                      <a:pt x="60769" y="48768"/>
                    </a:lnTo>
                    <a:lnTo>
                      <a:pt x="60769" y="48768"/>
                    </a:lnTo>
                    <a:cubicBezTo>
                      <a:pt x="60579" y="43005"/>
                      <a:pt x="56674" y="38576"/>
                      <a:pt x="50959" y="38576"/>
                    </a:cubicBezTo>
                    <a:lnTo>
                      <a:pt x="50959" y="38576"/>
                    </a:lnTo>
                    <a:cubicBezTo>
                      <a:pt x="45196" y="38576"/>
                      <a:pt x="40386" y="43005"/>
                      <a:pt x="40195" y="48768"/>
                    </a:cubicBezTo>
                    <a:lnTo>
                      <a:pt x="40195" y="48768"/>
                    </a:lnTo>
                    <a:lnTo>
                      <a:pt x="40195" y="76009"/>
                    </a:lnTo>
                    <a:lnTo>
                      <a:pt x="25384" y="76009"/>
                    </a:lnTo>
                    <a:lnTo>
                      <a:pt x="25384" y="25622"/>
                    </a:lnTo>
                    <a:close/>
                  </a:path>
                </a:pathLst>
              </a:custGeom>
              <a:solidFill>
                <a:srgbClr val="FFFFFF"/>
              </a:solidFill>
              <a:ln w="4763" cap="flat">
                <a:noFill/>
                <a:prstDash val="solid"/>
                <a:miter/>
              </a:ln>
            </p:spPr>
            <p:txBody>
              <a:bodyPr rtlCol="0" anchor="ctr"/>
              <a:lstStyle/>
              <a:p>
                <a:endParaRPr lang="en-AU" sz="2400"/>
              </a:p>
            </p:txBody>
          </p:sp>
        </p:grpSp>
        <p:grpSp>
          <p:nvGrpSpPr>
            <p:cNvPr id="27" name="Graphic 3">
              <a:extLst>
                <a:ext uri="{FF2B5EF4-FFF2-40B4-BE49-F238E27FC236}">
                  <a16:creationId xmlns:a16="http://schemas.microsoft.com/office/drawing/2014/main" id="{4AF81122-B682-3D4F-1692-03A9A1D0D0D9}"/>
                </a:ext>
              </a:extLst>
            </p:cNvPr>
            <p:cNvGrpSpPr/>
            <p:nvPr/>
          </p:nvGrpSpPr>
          <p:grpSpPr>
            <a:xfrm>
              <a:off x="991457" y="4600908"/>
              <a:ext cx="171354" cy="171354"/>
              <a:chOff x="991457" y="4600908"/>
              <a:chExt cx="171354" cy="171354"/>
            </a:xfrm>
            <a:solidFill>
              <a:srgbClr val="FFFFFF"/>
            </a:solidFill>
          </p:grpSpPr>
          <p:sp>
            <p:nvSpPr>
              <p:cNvPr id="28" name="Freeform: Shape 27">
                <a:extLst>
                  <a:ext uri="{FF2B5EF4-FFF2-40B4-BE49-F238E27FC236}">
                    <a16:creationId xmlns:a16="http://schemas.microsoft.com/office/drawing/2014/main" id="{C107F021-466F-02E9-8D53-CF6B99842509}"/>
                  </a:ext>
                </a:extLst>
              </p:cNvPr>
              <p:cNvSpPr/>
              <p:nvPr/>
            </p:nvSpPr>
            <p:spPr>
              <a:xfrm>
                <a:off x="991457" y="4600908"/>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20 h 171354"/>
                  <a:gd name="connsiteX6" fmla="*/ 6620 w 171354"/>
                  <a:gd name="connsiteY6" fmla="*/ 85677 h 171354"/>
                  <a:gd name="connsiteX7" fmla="*/ 85677 w 171354"/>
                  <a:gd name="connsiteY7" fmla="*/ 164735 h 171354"/>
                  <a:gd name="connsiteX8" fmla="*/ 164735 w 171354"/>
                  <a:gd name="connsiteY8" fmla="*/ 85677 h 171354"/>
                  <a:gd name="connsiteX9" fmla="*/ 85677 w 171354"/>
                  <a:gd name="connsiteY9" fmla="*/ 6620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20"/>
                    </a:moveTo>
                    <a:cubicBezTo>
                      <a:pt x="42101" y="6620"/>
                      <a:pt x="6620" y="42101"/>
                      <a:pt x="6620" y="85677"/>
                    </a:cubicBezTo>
                    <a:cubicBezTo>
                      <a:pt x="6620" y="129254"/>
                      <a:pt x="42101" y="164735"/>
                      <a:pt x="85677" y="164735"/>
                    </a:cubicBezTo>
                    <a:cubicBezTo>
                      <a:pt x="129254" y="164735"/>
                      <a:pt x="164735" y="129254"/>
                      <a:pt x="164735" y="85677"/>
                    </a:cubicBezTo>
                    <a:cubicBezTo>
                      <a:pt x="164735" y="42101"/>
                      <a:pt x="129254" y="6620"/>
                      <a:pt x="85677" y="6620"/>
                    </a:cubicBezTo>
                    <a:close/>
                  </a:path>
                </a:pathLst>
              </a:custGeom>
              <a:solidFill>
                <a:srgbClr val="FFFFFF"/>
              </a:solidFill>
              <a:ln w="4763" cap="flat">
                <a:noFill/>
                <a:prstDash val="solid"/>
                <a:miter/>
              </a:ln>
            </p:spPr>
            <p:txBody>
              <a:bodyPr rtlCol="0" anchor="ctr"/>
              <a:lstStyle/>
              <a:p>
                <a:endParaRPr lang="en-AU" sz="2400"/>
              </a:p>
            </p:txBody>
          </p:sp>
          <p:sp>
            <p:nvSpPr>
              <p:cNvPr id="29" name="Freeform: Shape 28">
                <a:extLst>
                  <a:ext uri="{FF2B5EF4-FFF2-40B4-BE49-F238E27FC236}">
                    <a16:creationId xmlns:a16="http://schemas.microsoft.com/office/drawing/2014/main" id="{0A6EAA11-2208-EDD8-E640-9C795B4DAED8}"/>
                  </a:ext>
                </a:extLst>
              </p:cNvPr>
              <p:cNvSpPr/>
              <p:nvPr/>
            </p:nvSpPr>
            <p:spPr>
              <a:xfrm>
                <a:off x="1026509" y="4650581"/>
                <a:ext cx="101441" cy="71723"/>
              </a:xfrm>
              <a:custGeom>
                <a:avLst/>
                <a:gdLst>
                  <a:gd name="connsiteX0" fmla="*/ 100251 w 101441"/>
                  <a:gd name="connsiteY0" fmla="*/ 15764 h 71723"/>
                  <a:gd name="connsiteX1" fmla="*/ 81105 w 101441"/>
                  <a:gd name="connsiteY1" fmla="*/ 1191 h 71723"/>
                  <a:gd name="connsiteX2" fmla="*/ 50721 w 101441"/>
                  <a:gd name="connsiteY2" fmla="*/ 0 h 71723"/>
                  <a:gd name="connsiteX3" fmla="*/ 20336 w 101441"/>
                  <a:gd name="connsiteY3" fmla="*/ 1191 h 71723"/>
                  <a:gd name="connsiteX4" fmla="*/ 1000 w 101441"/>
                  <a:gd name="connsiteY4" fmla="*/ 15764 h 71723"/>
                  <a:gd name="connsiteX5" fmla="*/ 0 w 101441"/>
                  <a:gd name="connsiteY5" fmla="*/ 35862 h 71723"/>
                  <a:gd name="connsiteX6" fmla="*/ 1000 w 101441"/>
                  <a:gd name="connsiteY6" fmla="*/ 55959 h 71723"/>
                  <a:gd name="connsiteX7" fmla="*/ 20336 w 101441"/>
                  <a:gd name="connsiteY7" fmla="*/ 70533 h 71723"/>
                  <a:gd name="connsiteX8" fmla="*/ 50721 w 101441"/>
                  <a:gd name="connsiteY8" fmla="*/ 71723 h 71723"/>
                  <a:gd name="connsiteX9" fmla="*/ 81105 w 101441"/>
                  <a:gd name="connsiteY9" fmla="*/ 70533 h 71723"/>
                  <a:gd name="connsiteX10" fmla="*/ 100251 w 101441"/>
                  <a:gd name="connsiteY10" fmla="*/ 55959 h 71723"/>
                  <a:gd name="connsiteX11" fmla="*/ 101441 w 101441"/>
                  <a:gd name="connsiteY11" fmla="*/ 35862 h 71723"/>
                  <a:gd name="connsiteX12" fmla="*/ 100251 w 101441"/>
                  <a:gd name="connsiteY12" fmla="*/ 15764 h 71723"/>
                  <a:gd name="connsiteX13" fmla="*/ 40481 w 101441"/>
                  <a:gd name="connsiteY13" fmla="*/ 51292 h 71723"/>
                  <a:gd name="connsiteX14" fmla="*/ 40481 w 101441"/>
                  <a:gd name="connsiteY14" fmla="*/ 20717 h 71723"/>
                  <a:gd name="connsiteX15" fmla="*/ 66913 w 101441"/>
                  <a:gd name="connsiteY15" fmla="*/ 35909 h 71723"/>
                  <a:gd name="connsiteX16" fmla="*/ 40481 w 101441"/>
                  <a:gd name="connsiteY16" fmla="*/ 51292 h 71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1441" h="71723">
                    <a:moveTo>
                      <a:pt x="100251" y="15764"/>
                    </a:moveTo>
                    <a:cubicBezTo>
                      <a:pt x="98679" y="4143"/>
                      <a:pt x="92774" y="2143"/>
                      <a:pt x="81105" y="1191"/>
                    </a:cubicBezTo>
                    <a:cubicBezTo>
                      <a:pt x="71057" y="381"/>
                      <a:pt x="59627" y="0"/>
                      <a:pt x="50721" y="0"/>
                    </a:cubicBezTo>
                    <a:cubicBezTo>
                      <a:pt x="41815" y="0"/>
                      <a:pt x="30194" y="381"/>
                      <a:pt x="20336" y="1191"/>
                    </a:cubicBezTo>
                    <a:cubicBezTo>
                      <a:pt x="8715" y="2191"/>
                      <a:pt x="2572" y="4143"/>
                      <a:pt x="1000" y="15764"/>
                    </a:cubicBezTo>
                    <a:cubicBezTo>
                      <a:pt x="429" y="21098"/>
                      <a:pt x="0" y="28384"/>
                      <a:pt x="0" y="35862"/>
                    </a:cubicBezTo>
                    <a:cubicBezTo>
                      <a:pt x="0" y="43339"/>
                      <a:pt x="381" y="50864"/>
                      <a:pt x="1000" y="55959"/>
                    </a:cubicBezTo>
                    <a:cubicBezTo>
                      <a:pt x="2572" y="67818"/>
                      <a:pt x="8715" y="69580"/>
                      <a:pt x="20336" y="70533"/>
                    </a:cubicBezTo>
                    <a:cubicBezTo>
                      <a:pt x="30194" y="71533"/>
                      <a:pt x="41815" y="71723"/>
                      <a:pt x="50721" y="71723"/>
                    </a:cubicBezTo>
                    <a:cubicBezTo>
                      <a:pt x="59627" y="71723"/>
                      <a:pt x="71057" y="71533"/>
                      <a:pt x="81105" y="70533"/>
                    </a:cubicBezTo>
                    <a:cubicBezTo>
                      <a:pt x="92726" y="69532"/>
                      <a:pt x="98679" y="67770"/>
                      <a:pt x="100251" y="55959"/>
                    </a:cubicBezTo>
                    <a:cubicBezTo>
                      <a:pt x="101060" y="50816"/>
                      <a:pt x="101441" y="43339"/>
                      <a:pt x="101441" y="35862"/>
                    </a:cubicBezTo>
                    <a:cubicBezTo>
                      <a:pt x="101441" y="28384"/>
                      <a:pt x="101060" y="21050"/>
                      <a:pt x="100251" y="15764"/>
                    </a:cubicBezTo>
                    <a:close/>
                    <a:moveTo>
                      <a:pt x="40481" y="51292"/>
                    </a:moveTo>
                    <a:lnTo>
                      <a:pt x="40481" y="20717"/>
                    </a:lnTo>
                    <a:lnTo>
                      <a:pt x="66913" y="35909"/>
                    </a:lnTo>
                    <a:lnTo>
                      <a:pt x="40481" y="51292"/>
                    </a:lnTo>
                    <a:close/>
                  </a:path>
                </a:pathLst>
              </a:custGeom>
              <a:solidFill>
                <a:srgbClr val="FFFFFF"/>
              </a:solidFill>
              <a:ln w="4763" cap="flat">
                <a:noFill/>
                <a:prstDash val="solid"/>
                <a:miter/>
              </a:ln>
            </p:spPr>
            <p:txBody>
              <a:bodyPr rtlCol="0" anchor="ctr"/>
              <a:lstStyle/>
              <a:p>
                <a:endParaRPr lang="en-AU" sz="2400"/>
              </a:p>
            </p:txBody>
          </p:sp>
        </p:grpSp>
      </p:grpSp>
      <p:sp>
        <p:nvSpPr>
          <p:cNvPr id="30" name="TextBox 29">
            <a:extLst>
              <a:ext uri="{FF2B5EF4-FFF2-40B4-BE49-F238E27FC236}">
                <a16:creationId xmlns:a16="http://schemas.microsoft.com/office/drawing/2014/main" id="{86AA1CEC-8694-F371-4526-F602B1F47D9A}"/>
              </a:ext>
            </a:extLst>
          </p:cNvPr>
          <p:cNvSpPr txBox="1"/>
          <p:nvPr/>
        </p:nvSpPr>
        <p:spPr>
          <a:xfrm>
            <a:off x="391446" y="6479165"/>
            <a:ext cx="4192500" cy="256545"/>
          </a:xfrm>
          <a:prstGeom prst="rect">
            <a:avLst/>
          </a:prstGeom>
          <a:noFill/>
        </p:spPr>
        <p:txBody>
          <a:bodyPr wrap="square" rtlCol="0">
            <a:spAutoFit/>
          </a:bodyPr>
          <a:lstStyle/>
          <a:p>
            <a:r>
              <a:rPr lang="en-US" sz="1067" b="0" i="0">
                <a:solidFill>
                  <a:schemeClr val="bg1"/>
                </a:solidFill>
                <a:effectLst/>
                <a:latin typeface="Aptos" panose="020B0004020202020204" pitchFamily="34" charset="0"/>
              </a:rPr>
              <a:t>Copyright </a:t>
            </a:r>
            <a:r>
              <a:rPr lang="en-US" sz="1067" b="0" i="0">
                <a:solidFill>
                  <a:schemeClr val="bg1"/>
                </a:solidFill>
                <a:effectLst/>
                <a:latin typeface="Aptos" panose="020B0004020202020204" pitchFamily="34" charset="0"/>
                <a:cs typeface="Aptos" panose="020B0004020202020204" pitchFamily="34" charset="0"/>
              </a:rPr>
              <a:t>© </a:t>
            </a:r>
            <a:r>
              <a:rPr lang="en-US" sz="1067" b="0" i="0">
                <a:solidFill>
                  <a:schemeClr val="bg1"/>
                </a:solidFill>
                <a:effectLst/>
                <a:latin typeface="Aptos" panose="020B0004020202020204" pitchFamily="34" charset="0"/>
              </a:rPr>
              <a:t>2025 Ascendion. All Rights Reserved.</a:t>
            </a:r>
            <a:endParaRPr lang="en-US" sz="1067" b="0" i="0">
              <a:solidFill>
                <a:schemeClr val="bg1"/>
              </a:solidFill>
              <a:latin typeface="Aptos" panose="020B0004020202020204" pitchFamily="34" charset="0"/>
            </a:endParaRPr>
          </a:p>
        </p:txBody>
      </p:sp>
      <p:sp>
        <p:nvSpPr>
          <p:cNvPr id="32" name="TextBox 31">
            <a:extLst>
              <a:ext uri="{FF2B5EF4-FFF2-40B4-BE49-F238E27FC236}">
                <a16:creationId xmlns:a16="http://schemas.microsoft.com/office/drawing/2014/main" id="{AFC12F17-3943-472C-84D7-BB4FCD6677D0}"/>
              </a:ext>
            </a:extLst>
          </p:cNvPr>
          <p:cNvSpPr txBox="1"/>
          <p:nvPr/>
        </p:nvSpPr>
        <p:spPr>
          <a:xfrm>
            <a:off x="391446" y="3735572"/>
            <a:ext cx="5204649" cy="2143536"/>
          </a:xfrm>
          <a:prstGeom prst="rect">
            <a:avLst/>
          </a:prstGeom>
          <a:noFill/>
        </p:spPr>
        <p:txBody>
          <a:bodyPr wrap="square">
            <a:spAutoFit/>
          </a:bodyPr>
          <a:lstStyle/>
          <a:p>
            <a:r>
              <a:rPr lang="en-US" sz="1333"/>
              <a:t>Ascendion is a global, leading provider of AI-first software engineering services, delivering transformative solutions across North America, APAC, and Europe. Our headquarters are located in New Jersey. We combine technology and talent to deliver tech debt relief, improve engineering productivity solutions, and accelerate time to value, driving our clients’ digital journeys with efficiency and velocity. Guided by our “Engineering to the power of AI” [EngineeringAI] methodology, we integrate AI into software engineering, enterprise operations, and talent orchestration, to address critical challenges of trust, speed, and capital.</a:t>
            </a:r>
          </a:p>
        </p:txBody>
      </p:sp>
      <p:sp>
        <p:nvSpPr>
          <p:cNvPr id="33" name="Google Shape;10;p2">
            <a:extLst>
              <a:ext uri="{FF2B5EF4-FFF2-40B4-BE49-F238E27FC236}">
                <a16:creationId xmlns:a16="http://schemas.microsoft.com/office/drawing/2014/main" id="{D543CF40-CA6C-AB12-3735-CF8AC652A545}"/>
              </a:ext>
            </a:extLst>
          </p:cNvPr>
          <p:cNvSpPr txBox="1">
            <a:spLocks noGrp="1"/>
          </p:cNvSpPr>
          <p:nvPr>
            <p:ph type="ctrTitle" hasCustomPrompt="1"/>
          </p:nvPr>
        </p:nvSpPr>
        <p:spPr>
          <a:xfrm>
            <a:off x="415610" y="2930237"/>
            <a:ext cx="4610203" cy="689187"/>
          </a:xfrm>
          <a:prstGeom prst="rect">
            <a:avLst/>
          </a:prstGeom>
        </p:spPr>
        <p:txBody>
          <a:bodyPr spcFirstLastPara="1" wrap="square" lIns="90000" tIns="90000" rIns="90000" bIns="36000" anchor="b" anchorCtr="0">
            <a:noAutofit/>
          </a:bodyPr>
          <a:lstStyle>
            <a:lvl1pPr lvl="0" algn="l">
              <a:spcBef>
                <a:spcPts val="0"/>
              </a:spcBef>
              <a:spcAft>
                <a:spcPts val="0"/>
              </a:spcAft>
              <a:buSzPts val="5200"/>
              <a:buNone/>
              <a:defRPr sz="3733" b="1">
                <a:solidFill>
                  <a:schemeClr val="tx1"/>
                </a:solidFill>
                <a:latin typeface="PP Neue Machina Plain Ultrabold" pitchFamily="50" charset="0"/>
              </a:defRPr>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r>
              <a:rPr lang="en-IN"/>
              <a:t>Thank you</a:t>
            </a:r>
            <a:endParaRPr/>
          </a:p>
        </p:txBody>
      </p:sp>
      <p:sp>
        <p:nvSpPr>
          <p:cNvPr id="2" name="TextBox 1">
            <a:hlinkClick r:id="rId2"/>
            <a:extLst>
              <a:ext uri="{FF2B5EF4-FFF2-40B4-BE49-F238E27FC236}">
                <a16:creationId xmlns:a16="http://schemas.microsoft.com/office/drawing/2014/main" id="{FCB6268C-7BFD-7174-3262-BF7E977DFFF6}"/>
              </a:ext>
            </a:extLst>
          </p:cNvPr>
          <p:cNvSpPr txBox="1"/>
          <p:nvPr/>
        </p:nvSpPr>
        <p:spPr>
          <a:xfrm>
            <a:off x="433253" y="6024096"/>
            <a:ext cx="388809" cy="461665"/>
          </a:xfrm>
          <a:prstGeom prst="rect">
            <a:avLst/>
          </a:prstGeom>
          <a:noFill/>
        </p:spPr>
        <p:txBody>
          <a:bodyPr wrap="square" rtlCol="0">
            <a:spAutoFit/>
          </a:bodyPr>
          <a:lstStyle/>
          <a:p>
            <a:endParaRPr lang="en-US" sz="2400"/>
          </a:p>
        </p:txBody>
      </p:sp>
      <p:sp>
        <p:nvSpPr>
          <p:cNvPr id="3" name="TextBox 2">
            <a:hlinkClick r:id="rId3"/>
            <a:extLst>
              <a:ext uri="{FF2B5EF4-FFF2-40B4-BE49-F238E27FC236}">
                <a16:creationId xmlns:a16="http://schemas.microsoft.com/office/drawing/2014/main" id="{E7D88A0C-42EA-27EE-A189-6C2DAC5FE10D}"/>
              </a:ext>
            </a:extLst>
          </p:cNvPr>
          <p:cNvSpPr txBox="1"/>
          <p:nvPr/>
        </p:nvSpPr>
        <p:spPr>
          <a:xfrm>
            <a:off x="1018095" y="6058582"/>
            <a:ext cx="184731" cy="461665"/>
          </a:xfrm>
          <a:prstGeom prst="rect">
            <a:avLst/>
          </a:prstGeom>
          <a:noFill/>
        </p:spPr>
        <p:txBody>
          <a:bodyPr wrap="none" rtlCol="0">
            <a:spAutoFit/>
          </a:bodyPr>
          <a:lstStyle/>
          <a:p>
            <a:endParaRPr lang="en-US" sz="2400"/>
          </a:p>
        </p:txBody>
      </p:sp>
      <p:sp>
        <p:nvSpPr>
          <p:cNvPr id="4" name="TextBox 3">
            <a:hlinkClick r:id="rId4"/>
            <a:extLst>
              <a:ext uri="{FF2B5EF4-FFF2-40B4-BE49-F238E27FC236}">
                <a16:creationId xmlns:a16="http://schemas.microsoft.com/office/drawing/2014/main" id="{A038F965-9CDE-D68B-D1E9-68FD3F808279}"/>
              </a:ext>
            </a:extLst>
          </p:cNvPr>
          <p:cNvSpPr txBox="1"/>
          <p:nvPr/>
        </p:nvSpPr>
        <p:spPr>
          <a:xfrm>
            <a:off x="1551214" y="6058581"/>
            <a:ext cx="184731" cy="461665"/>
          </a:xfrm>
          <a:prstGeom prst="rect">
            <a:avLst/>
          </a:prstGeom>
          <a:noFill/>
        </p:spPr>
        <p:txBody>
          <a:bodyPr wrap="none" rtlCol="0">
            <a:spAutoFit/>
          </a:bodyPr>
          <a:lstStyle/>
          <a:p>
            <a:endParaRPr lang="en-US" sz="2400"/>
          </a:p>
        </p:txBody>
      </p:sp>
    </p:spTree>
    <p:extLst>
      <p:ext uri="{BB962C8B-B14F-4D97-AF65-F5344CB8AC3E}">
        <p14:creationId xmlns:p14="http://schemas.microsoft.com/office/powerpoint/2010/main" val="1617385105"/>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preserve="1">
  <p:cSld name="1_Title slide">
    <p:bg>
      <p:bgPr>
        <a:solidFill>
          <a:schemeClr val="bg1">
            <a:lumMod val="95000"/>
          </a:schemeClr>
        </a:solidFill>
        <a:effectLst/>
      </p:bgPr>
    </p:bg>
    <p:spTree>
      <p:nvGrpSpPr>
        <p:cNvPr id="1" name="Shape 9"/>
        <p:cNvGrpSpPr/>
        <p:nvPr/>
      </p:nvGrpSpPr>
      <p:grpSpPr>
        <a:xfrm>
          <a:off x="0" y="0"/>
          <a:ext cx="0" cy="0"/>
          <a:chOff x="0" y="0"/>
          <a:chExt cx="0" cy="0"/>
        </a:xfrm>
      </p:grpSpPr>
      <p:sp>
        <p:nvSpPr>
          <p:cNvPr id="2" name="Picture Placeholder 2">
            <a:extLst>
              <a:ext uri="{FF2B5EF4-FFF2-40B4-BE49-F238E27FC236}">
                <a16:creationId xmlns:a16="http://schemas.microsoft.com/office/drawing/2014/main" id="{E24EB988-1B3E-4E16-DFC4-94BCB32833AA}"/>
              </a:ext>
            </a:extLst>
          </p:cNvPr>
          <p:cNvSpPr>
            <a:spLocks noGrp="1"/>
          </p:cNvSpPr>
          <p:nvPr>
            <p:ph type="pic" sz="quarter" idx="13" hasCustomPrompt="1"/>
          </p:nvPr>
        </p:nvSpPr>
        <p:spPr>
          <a:xfrm>
            <a:off x="6062134" y="-18627"/>
            <a:ext cx="6130501" cy="5987839"/>
          </a:xfrm>
          <a:custGeom>
            <a:avLst/>
            <a:gdLst>
              <a:gd name="connsiteX0" fmla="*/ 0 w 9144000"/>
              <a:gd name="connsiteY0" fmla="*/ 0 h 4442826"/>
              <a:gd name="connsiteX1" fmla="*/ 9144000 w 9144000"/>
              <a:gd name="connsiteY1" fmla="*/ 0 h 4442826"/>
              <a:gd name="connsiteX2" fmla="*/ 9144000 w 9144000"/>
              <a:gd name="connsiteY2" fmla="*/ 4442826 h 4442826"/>
              <a:gd name="connsiteX3" fmla="*/ 0 w 9144000"/>
              <a:gd name="connsiteY3" fmla="*/ 4442826 h 4442826"/>
              <a:gd name="connsiteX4" fmla="*/ 0 w 9144000"/>
              <a:gd name="connsiteY4" fmla="*/ 0 h 4442826"/>
              <a:gd name="connsiteX0" fmla="*/ 0 w 9151620"/>
              <a:gd name="connsiteY0" fmla="*/ 0 h 4458066"/>
              <a:gd name="connsiteX1" fmla="*/ 9144000 w 9151620"/>
              <a:gd name="connsiteY1" fmla="*/ 0 h 4458066"/>
              <a:gd name="connsiteX2" fmla="*/ 9151620 w 9151620"/>
              <a:gd name="connsiteY2" fmla="*/ 4458066 h 4458066"/>
              <a:gd name="connsiteX3" fmla="*/ 0 w 9151620"/>
              <a:gd name="connsiteY3" fmla="*/ 4442826 h 4458066"/>
              <a:gd name="connsiteX4" fmla="*/ 0 w 9151620"/>
              <a:gd name="connsiteY4"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0 w 9151620"/>
              <a:gd name="connsiteY4" fmla="*/ 4442826 h 4458066"/>
              <a:gd name="connsiteX5" fmla="*/ 0 w 9151620"/>
              <a:gd name="connsiteY5"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7551420 w 9151620"/>
              <a:gd name="connsiteY4" fmla="*/ 4436111 h 4458066"/>
              <a:gd name="connsiteX5" fmla="*/ 0 w 9151620"/>
              <a:gd name="connsiteY5" fmla="*/ 4442826 h 4458066"/>
              <a:gd name="connsiteX6" fmla="*/ 0 w 9151620"/>
              <a:gd name="connsiteY6"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82940 w 9151620"/>
              <a:gd name="connsiteY4" fmla="*/ 443611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60080 w 9151620"/>
              <a:gd name="connsiteY4" fmla="*/ 430657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1420 w 9151620"/>
              <a:gd name="connsiteY5" fmla="*/ 4436111 h 4462781"/>
              <a:gd name="connsiteX6" fmla="*/ 0 w 9151620"/>
              <a:gd name="connsiteY6" fmla="*/ 4442826 h 4462781"/>
              <a:gd name="connsiteX7" fmla="*/ 0 w 9151620"/>
              <a:gd name="connsiteY7" fmla="*/ 0 h 4462781"/>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6182 w 9151620"/>
              <a:gd name="connsiteY5" fmla="*/ 4462304 h 4462781"/>
              <a:gd name="connsiteX6" fmla="*/ 0 w 9151620"/>
              <a:gd name="connsiteY6" fmla="*/ 4442826 h 4462781"/>
              <a:gd name="connsiteX7" fmla="*/ 0 w 9151620"/>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56182 w 9144476"/>
              <a:gd name="connsiteY5" fmla="*/ 4462304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41895 w 9144476"/>
              <a:gd name="connsiteY5" fmla="*/ 4452779 h 4462781"/>
              <a:gd name="connsiteX6" fmla="*/ 4584700 w 9144476"/>
              <a:gd name="connsiteY6" fmla="*/ 4455526 h 4462781"/>
              <a:gd name="connsiteX7" fmla="*/ 0 w 9144476"/>
              <a:gd name="connsiteY7" fmla="*/ 0 h 4462781"/>
              <a:gd name="connsiteX0" fmla="*/ 0 w 4597876"/>
              <a:gd name="connsiteY0" fmla="*/ 0 h 4475481"/>
              <a:gd name="connsiteX1" fmla="*/ 4597400 w 4597876"/>
              <a:gd name="connsiteY1" fmla="*/ 12700 h 4475481"/>
              <a:gd name="connsiteX2" fmla="*/ 4597876 w 4597876"/>
              <a:gd name="connsiteY2" fmla="*/ 4470766 h 4475481"/>
              <a:gd name="connsiteX3" fmla="*/ 4406900 w 4597876"/>
              <a:gd name="connsiteY3" fmla="*/ 4475481 h 4475481"/>
              <a:gd name="connsiteX4" fmla="*/ 3713480 w 4597876"/>
              <a:gd name="connsiteY4" fmla="*/ 4319271 h 4475481"/>
              <a:gd name="connsiteX5" fmla="*/ 2995295 w 4597876"/>
              <a:gd name="connsiteY5" fmla="*/ 4465479 h 4475481"/>
              <a:gd name="connsiteX6" fmla="*/ 38100 w 4597876"/>
              <a:gd name="connsiteY6" fmla="*/ 4468226 h 4475481"/>
              <a:gd name="connsiteX7" fmla="*/ 0 w 4597876"/>
              <a:gd name="connsiteY7" fmla="*/ 0 h 4475481"/>
              <a:gd name="connsiteX0" fmla="*/ 0 w 4597876"/>
              <a:gd name="connsiteY0" fmla="*/ 0 h 4490879"/>
              <a:gd name="connsiteX1" fmla="*/ 4597400 w 4597876"/>
              <a:gd name="connsiteY1" fmla="*/ 12700 h 4490879"/>
              <a:gd name="connsiteX2" fmla="*/ 4597876 w 4597876"/>
              <a:gd name="connsiteY2" fmla="*/ 4470766 h 4490879"/>
              <a:gd name="connsiteX3" fmla="*/ 4406900 w 4597876"/>
              <a:gd name="connsiteY3" fmla="*/ 4475481 h 4490879"/>
              <a:gd name="connsiteX4" fmla="*/ 3713480 w 4597876"/>
              <a:gd name="connsiteY4" fmla="*/ 4319271 h 4490879"/>
              <a:gd name="connsiteX5" fmla="*/ 3020695 w 4597876"/>
              <a:gd name="connsiteY5" fmla="*/ 4490879 h 4490879"/>
              <a:gd name="connsiteX6" fmla="*/ 38100 w 4597876"/>
              <a:gd name="connsiteY6" fmla="*/ 4468226 h 4490879"/>
              <a:gd name="connsiteX7" fmla="*/ 0 w 4597876"/>
              <a:gd name="connsiteY7" fmla="*/ 0 h 4490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97876" h="4490879">
                <a:moveTo>
                  <a:pt x="0" y="0"/>
                </a:moveTo>
                <a:lnTo>
                  <a:pt x="4597400" y="12700"/>
                </a:lnTo>
                <a:cubicBezTo>
                  <a:pt x="4597559" y="1498722"/>
                  <a:pt x="4597717" y="2984744"/>
                  <a:pt x="4597876" y="4470766"/>
                </a:cubicBezTo>
                <a:lnTo>
                  <a:pt x="4406900" y="4475481"/>
                </a:lnTo>
                <a:lnTo>
                  <a:pt x="3713480" y="4319271"/>
                </a:lnTo>
                <a:lnTo>
                  <a:pt x="3020695" y="4490879"/>
                </a:lnTo>
                <a:lnTo>
                  <a:pt x="38100" y="4468226"/>
                </a:lnTo>
                <a:lnTo>
                  <a:pt x="0" y="0"/>
                </a:lnTo>
                <a:close/>
              </a:path>
            </a:pathLst>
          </a:custGeom>
          <a:noFill/>
        </p:spPr>
        <p:txBody>
          <a:bodyPr/>
          <a:lstStyle>
            <a:lvl1pPr marL="152396" indent="0">
              <a:buNone/>
              <a:defRPr/>
            </a:lvl1pPr>
          </a:lstStyle>
          <a:p>
            <a:r>
              <a:rPr lang="en-IN"/>
              <a:t> </a:t>
            </a:r>
            <a:endParaRPr lang="en-AU"/>
          </a:p>
        </p:txBody>
      </p:sp>
      <p:sp>
        <p:nvSpPr>
          <p:cNvPr id="13" name="Freeform: Shape 12">
            <a:extLst>
              <a:ext uri="{FF2B5EF4-FFF2-40B4-BE49-F238E27FC236}">
                <a16:creationId xmlns:a16="http://schemas.microsoft.com/office/drawing/2014/main" id="{DCFA8F1A-438C-2D31-EC45-A4CCF4206F40}"/>
              </a:ext>
            </a:extLst>
          </p:cNvPr>
          <p:cNvSpPr/>
          <p:nvPr/>
        </p:nvSpPr>
        <p:spPr>
          <a:xfrm>
            <a:off x="0" y="5740400"/>
            <a:ext cx="12192000" cy="1143000"/>
          </a:xfrm>
          <a:custGeom>
            <a:avLst/>
            <a:gdLst>
              <a:gd name="connsiteX0" fmla="*/ 0 w 9144000"/>
              <a:gd name="connsiteY0" fmla="*/ 857250 h 857250"/>
              <a:gd name="connsiteX1" fmla="*/ 0 w 9144000"/>
              <a:gd name="connsiteY1" fmla="*/ 149828 h 857250"/>
              <a:gd name="connsiteX2" fmla="*/ 7540609 w 9144000"/>
              <a:gd name="connsiteY2" fmla="*/ 149828 h 857250"/>
              <a:gd name="connsiteX3" fmla="*/ 8245698 w 9144000"/>
              <a:gd name="connsiteY3" fmla="*/ 0 h 857250"/>
              <a:gd name="connsiteX4" fmla="*/ 8933831 w 9144000"/>
              <a:gd name="connsiteY4" fmla="*/ 149828 h 857250"/>
              <a:gd name="connsiteX5" fmla="*/ 9144000 w 9144000"/>
              <a:gd name="connsiteY5" fmla="*/ 149828 h 857250"/>
              <a:gd name="connsiteX6" fmla="*/ 9144000 w 9144000"/>
              <a:gd name="connsiteY6" fmla="*/ 857250 h 857250"/>
              <a:gd name="connsiteX7" fmla="*/ 0 w 9144000"/>
              <a:gd name="connsiteY7" fmla="*/ 85725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857250">
                <a:moveTo>
                  <a:pt x="0" y="857250"/>
                </a:moveTo>
                <a:lnTo>
                  <a:pt x="0" y="149828"/>
                </a:lnTo>
                <a:lnTo>
                  <a:pt x="7540609" y="149828"/>
                </a:lnTo>
                <a:lnTo>
                  <a:pt x="8245698" y="0"/>
                </a:lnTo>
                <a:lnTo>
                  <a:pt x="8933831" y="149828"/>
                </a:lnTo>
                <a:lnTo>
                  <a:pt x="9144000" y="149828"/>
                </a:lnTo>
                <a:lnTo>
                  <a:pt x="9144000" y="857250"/>
                </a:lnTo>
                <a:lnTo>
                  <a:pt x="0" y="857250"/>
                </a:lnTo>
                <a:close/>
              </a:path>
            </a:pathLst>
          </a:custGeom>
          <a:gradFill>
            <a:gsLst>
              <a:gs pos="0">
                <a:srgbClr val="5BC1A0"/>
              </a:gs>
              <a:gs pos="50000">
                <a:srgbClr val="2E9376"/>
              </a:gs>
              <a:gs pos="100000">
                <a:srgbClr val="01654D"/>
              </a:gs>
            </a:gsLst>
            <a:lin ang="0" scaled="1"/>
          </a:gradFill>
          <a:ln w="8132" cap="flat">
            <a:noFill/>
            <a:prstDash val="solid"/>
            <a:miter/>
          </a:ln>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marL="0" lvl="0" defTabSz="1219170" eaLnBrk="1" latinLnBrk="0" hangingPunct="1"/>
            <a:endParaRPr lang="en-AU" sz="2400" kern="1200">
              <a:solidFill>
                <a:schemeClr val="tx1"/>
              </a:solidFill>
              <a:latin typeface="+mn-lt"/>
              <a:ea typeface="+mn-ea"/>
              <a:cs typeface="+mn-cs"/>
            </a:endParaRPr>
          </a:p>
        </p:txBody>
      </p:sp>
      <p:sp>
        <p:nvSpPr>
          <p:cNvPr id="14" name="Freeform: Shape 13">
            <a:extLst>
              <a:ext uri="{FF2B5EF4-FFF2-40B4-BE49-F238E27FC236}">
                <a16:creationId xmlns:a16="http://schemas.microsoft.com/office/drawing/2014/main" id="{6332EFC7-40EB-E5E0-6D5B-205A7815463F}"/>
              </a:ext>
            </a:extLst>
          </p:cNvPr>
          <p:cNvSpPr/>
          <p:nvPr/>
        </p:nvSpPr>
        <p:spPr>
          <a:xfrm>
            <a:off x="10054144" y="5922074"/>
            <a:ext cx="1662048" cy="380111"/>
          </a:xfrm>
          <a:custGeom>
            <a:avLst/>
            <a:gdLst>
              <a:gd name="connsiteX0" fmla="*/ 718995 w 1246536"/>
              <a:gd name="connsiteY0" fmla="*/ 0 h 285083"/>
              <a:gd name="connsiteX1" fmla="*/ 769239 w 1246536"/>
              <a:gd name="connsiteY1" fmla="*/ 10668 h 285083"/>
              <a:gd name="connsiteX2" fmla="*/ 842391 w 1246536"/>
              <a:gd name="connsiteY2" fmla="*/ 94726 h 285083"/>
              <a:gd name="connsiteX3" fmla="*/ 769239 w 1246536"/>
              <a:gd name="connsiteY3" fmla="*/ 147876 h 285083"/>
              <a:gd name="connsiteX4" fmla="*/ 718995 w 1246536"/>
              <a:gd name="connsiteY4" fmla="*/ 137208 h 285083"/>
              <a:gd name="connsiteX5" fmla="*/ 718995 w 1246536"/>
              <a:gd name="connsiteY5" fmla="*/ 48 h 285083"/>
              <a:gd name="connsiteX6" fmla="*/ 769239 w 1246536"/>
              <a:gd name="connsiteY6" fmla="*/ 116729 h 285083"/>
              <a:gd name="connsiteX7" fmla="*/ 808530 w 1246536"/>
              <a:gd name="connsiteY7" fmla="*/ 87535 h 285083"/>
              <a:gd name="connsiteX8" fmla="*/ 769239 w 1246536"/>
              <a:gd name="connsiteY8" fmla="*/ 41624 h 285083"/>
              <a:gd name="connsiteX9" fmla="*/ 752856 w 1246536"/>
              <a:gd name="connsiteY9" fmla="*/ 38148 h 285083"/>
              <a:gd name="connsiteX10" fmla="*/ 752856 w 1246536"/>
              <a:gd name="connsiteY10" fmla="*/ 113252 h 285083"/>
              <a:gd name="connsiteX11" fmla="*/ 769239 w 1246536"/>
              <a:gd name="connsiteY11" fmla="*/ 116729 h 285083"/>
              <a:gd name="connsiteX12" fmla="*/ 947024 w 1246536"/>
              <a:gd name="connsiteY12" fmla="*/ 48482 h 285083"/>
              <a:gd name="connsiteX13" fmla="*/ 947024 w 1246536"/>
              <a:gd name="connsiteY13" fmla="*/ 79391 h 285083"/>
              <a:gd name="connsiteX14" fmla="*/ 917067 w 1246536"/>
              <a:gd name="connsiteY14" fmla="*/ 73009 h 285083"/>
              <a:gd name="connsiteX15" fmla="*/ 917067 w 1246536"/>
              <a:gd name="connsiteY15" fmla="*/ 148114 h 285083"/>
              <a:gd name="connsiteX16" fmla="*/ 947024 w 1246536"/>
              <a:gd name="connsiteY16" fmla="*/ 154496 h 285083"/>
              <a:gd name="connsiteX17" fmla="*/ 947024 w 1246536"/>
              <a:gd name="connsiteY17" fmla="*/ 185642 h 285083"/>
              <a:gd name="connsiteX18" fmla="*/ 853393 w 1246536"/>
              <a:gd name="connsiteY18" fmla="*/ 165735 h 285083"/>
              <a:gd name="connsiteX19" fmla="*/ 853393 w 1246536"/>
              <a:gd name="connsiteY19" fmla="*/ 134588 h 285083"/>
              <a:gd name="connsiteX20" fmla="*/ 883349 w 1246536"/>
              <a:gd name="connsiteY20" fmla="*/ 140970 h 285083"/>
              <a:gd name="connsiteX21" fmla="*/ 883349 w 1246536"/>
              <a:gd name="connsiteY21" fmla="*/ 65865 h 285083"/>
              <a:gd name="connsiteX22" fmla="*/ 853393 w 1246536"/>
              <a:gd name="connsiteY22" fmla="*/ 59484 h 285083"/>
              <a:gd name="connsiteX23" fmla="*/ 853393 w 1246536"/>
              <a:gd name="connsiteY23" fmla="*/ 28575 h 285083"/>
              <a:gd name="connsiteX24" fmla="*/ 947024 w 1246536"/>
              <a:gd name="connsiteY24" fmla="*/ 48482 h 285083"/>
              <a:gd name="connsiteX25" fmla="*/ 1026319 w 1246536"/>
              <a:gd name="connsiteY25" fmla="*/ 62627 h 285083"/>
              <a:gd name="connsiteX26" fmla="*/ 1094994 w 1246536"/>
              <a:gd name="connsiteY26" fmla="*/ 148447 h 285083"/>
              <a:gd name="connsiteX27" fmla="*/ 1026319 w 1246536"/>
              <a:gd name="connsiteY27" fmla="*/ 205264 h 285083"/>
              <a:gd name="connsiteX28" fmla="*/ 957263 w 1246536"/>
              <a:gd name="connsiteY28" fmla="*/ 119205 h 285083"/>
              <a:gd name="connsiteX29" fmla="*/ 1026319 w 1246536"/>
              <a:gd name="connsiteY29" fmla="*/ 62675 h 285083"/>
              <a:gd name="connsiteX30" fmla="*/ 1026319 w 1246536"/>
              <a:gd name="connsiteY30" fmla="*/ 173117 h 285083"/>
              <a:gd name="connsiteX31" fmla="*/ 1060180 w 1246536"/>
              <a:gd name="connsiteY31" fmla="*/ 141018 h 285083"/>
              <a:gd name="connsiteX32" fmla="*/ 1026319 w 1246536"/>
              <a:gd name="connsiteY32" fmla="*/ 94726 h 285083"/>
              <a:gd name="connsiteX33" fmla="*/ 992267 w 1246536"/>
              <a:gd name="connsiteY33" fmla="*/ 126587 h 285083"/>
              <a:gd name="connsiteX34" fmla="*/ 1026319 w 1246536"/>
              <a:gd name="connsiteY34" fmla="*/ 173117 h 285083"/>
              <a:gd name="connsiteX35" fmla="*/ 1111949 w 1246536"/>
              <a:gd name="connsiteY35" fmla="*/ 83534 h 285083"/>
              <a:gd name="connsiteX36" fmla="*/ 1175814 w 1246536"/>
              <a:gd name="connsiteY36" fmla="*/ 97107 h 285083"/>
              <a:gd name="connsiteX37" fmla="*/ 1212675 w 1246536"/>
              <a:gd name="connsiteY37" fmla="*/ 230791 h 285083"/>
              <a:gd name="connsiteX38" fmla="*/ 1212675 w 1246536"/>
              <a:gd name="connsiteY38" fmla="*/ 104918 h 285083"/>
              <a:gd name="connsiteX39" fmla="*/ 1246537 w 1246536"/>
              <a:gd name="connsiteY39" fmla="*/ 112109 h 285083"/>
              <a:gd name="connsiteX40" fmla="*/ 1246537 w 1246536"/>
              <a:gd name="connsiteY40" fmla="*/ 249269 h 285083"/>
              <a:gd name="connsiteX41" fmla="*/ 1182672 w 1246536"/>
              <a:gd name="connsiteY41" fmla="*/ 235696 h 285083"/>
              <a:gd name="connsiteX42" fmla="*/ 1145810 w 1246536"/>
              <a:gd name="connsiteY42" fmla="*/ 102013 h 285083"/>
              <a:gd name="connsiteX43" fmla="*/ 1145810 w 1246536"/>
              <a:gd name="connsiteY43" fmla="*/ 227886 h 285083"/>
              <a:gd name="connsiteX44" fmla="*/ 1111949 w 1246536"/>
              <a:gd name="connsiteY44" fmla="*/ 220694 h 285083"/>
              <a:gd name="connsiteX45" fmla="*/ 1111949 w 1246536"/>
              <a:gd name="connsiteY45" fmla="*/ 83534 h 285083"/>
              <a:gd name="connsiteX46" fmla="*/ 42101 w 1246536"/>
              <a:gd name="connsiteY46" fmla="*/ 138970 h 285083"/>
              <a:gd name="connsiteX47" fmla="*/ 104108 w 1246536"/>
              <a:gd name="connsiteY47" fmla="*/ 125778 h 285083"/>
              <a:gd name="connsiteX48" fmla="*/ 145971 w 1246536"/>
              <a:gd name="connsiteY48" fmla="*/ 254032 h 285083"/>
              <a:gd name="connsiteX49" fmla="*/ 110061 w 1246536"/>
              <a:gd name="connsiteY49" fmla="*/ 261652 h 285083"/>
              <a:gd name="connsiteX50" fmla="*/ 97774 w 1246536"/>
              <a:gd name="connsiteY50" fmla="*/ 222837 h 285083"/>
              <a:gd name="connsiteX51" fmla="*/ 47863 w 1246536"/>
              <a:gd name="connsiteY51" fmla="*/ 233458 h 285083"/>
              <a:gd name="connsiteX52" fmla="*/ 35576 w 1246536"/>
              <a:gd name="connsiteY52" fmla="*/ 277511 h 285083"/>
              <a:gd name="connsiteX53" fmla="*/ 0 w 1246536"/>
              <a:gd name="connsiteY53" fmla="*/ 285083 h 285083"/>
              <a:gd name="connsiteX54" fmla="*/ 42053 w 1246536"/>
              <a:gd name="connsiteY54" fmla="*/ 138970 h 285083"/>
              <a:gd name="connsiteX55" fmla="*/ 88440 w 1246536"/>
              <a:gd name="connsiteY55" fmla="*/ 193929 h 285083"/>
              <a:gd name="connsiteX56" fmla="*/ 72819 w 1246536"/>
              <a:gd name="connsiteY56" fmla="*/ 144923 h 285083"/>
              <a:gd name="connsiteX57" fmla="*/ 57198 w 1246536"/>
              <a:gd name="connsiteY57" fmla="*/ 200597 h 285083"/>
              <a:gd name="connsiteX58" fmla="*/ 88488 w 1246536"/>
              <a:gd name="connsiteY58" fmla="*/ 193929 h 285083"/>
              <a:gd name="connsiteX59" fmla="*/ 214646 w 1246536"/>
              <a:gd name="connsiteY59" fmla="*/ 242173 h 285083"/>
              <a:gd name="connsiteX60" fmla="*/ 148733 w 1246536"/>
              <a:gd name="connsiteY60" fmla="*/ 199930 h 285083"/>
              <a:gd name="connsiteX61" fmla="*/ 183738 w 1246536"/>
              <a:gd name="connsiteY61" fmla="*/ 192500 h 285083"/>
              <a:gd name="connsiteX62" fmla="*/ 215408 w 1246536"/>
              <a:gd name="connsiteY62" fmla="*/ 212408 h 285083"/>
              <a:gd name="connsiteX63" fmla="*/ 239030 w 1246536"/>
              <a:gd name="connsiteY63" fmla="*/ 195310 h 285083"/>
              <a:gd name="connsiteX64" fmla="*/ 227886 w 1246536"/>
              <a:gd name="connsiteY64" fmla="*/ 187166 h 285083"/>
              <a:gd name="connsiteX65" fmla="*/ 183975 w 1246536"/>
              <a:gd name="connsiteY65" fmla="*/ 184452 h 285083"/>
              <a:gd name="connsiteX66" fmla="*/ 154210 w 1246536"/>
              <a:gd name="connsiteY66" fmla="*/ 153210 h 285083"/>
              <a:gd name="connsiteX67" fmla="*/ 207645 w 1246536"/>
              <a:gd name="connsiteY67" fmla="*/ 101013 h 285083"/>
              <a:gd name="connsiteX68" fmla="*/ 268891 w 1246536"/>
              <a:gd name="connsiteY68" fmla="*/ 138017 h 285083"/>
              <a:gd name="connsiteX69" fmla="*/ 234077 w 1246536"/>
              <a:gd name="connsiteY69" fmla="*/ 145399 h 285083"/>
              <a:gd name="connsiteX70" fmla="*/ 208217 w 1246536"/>
              <a:gd name="connsiteY70" fmla="*/ 129873 h 285083"/>
              <a:gd name="connsiteX71" fmla="*/ 189215 w 1246536"/>
              <a:gd name="connsiteY71" fmla="*/ 145018 h 285083"/>
              <a:gd name="connsiteX72" fmla="*/ 199454 w 1246536"/>
              <a:gd name="connsiteY72" fmla="*/ 152352 h 285083"/>
              <a:gd name="connsiteX73" fmla="*/ 242078 w 1246536"/>
              <a:gd name="connsiteY73" fmla="*/ 154400 h 285083"/>
              <a:gd name="connsiteX74" fmla="*/ 273891 w 1246536"/>
              <a:gd name="connsiteY74" fmla="*/ 186357 h 285083"/>
              <a:gd name="connsiteX75" fmla="*/ 214694 w 1246536"/>
              <a:gd name="connsiteY75" fmla="*/ 242125 h 285083"/>
              <a:gd name="connsiteX76" fmla="*/ 283702 w 1246536"/>
              <a:gd name="connsiteY76" fmla="*/ 156115 h 285083"/>
              <a:gd name="connsiteX77" fmla="*/ 353330 w 1246536"/>
              <a:gd name="connsiteY77" fmla="*/ 70104 h 285083"/>
              <a:gd name="connsiteX78" fmla="*/ 419767 w 1246536"/>
              <a:gd name="connsiteY78" fmla="*/ 111633 h 285083"/>
              <a:gd name="connsiteX79" fmla="*/ 384953 w 1246536"/>
              <a:gd name="connsiteY79" fmla="*/ 119015 h 285083"/>
              <a:gd name="connsiteX80" fmla="*/ 353473 w 1246536"/>
              <a:gd name="connsiteY80" fmla="*/ 102156 h 285083"/>
              <a:gd name="connsiteX81" fmla="*/ 318659 w 1246536"/>
              <a:gd name="connsiteY81" fmla="*/ 148638 h 285083"/>
              <a:gd name="connsiteX82" fmla="*/ 353473 w 1246536"/>
              <a:gd name="connsiteY82" fmla="*/ 180546 h 285083"/>
              <a:gd name="connsiteX83" fmla="*/ 384953 w 1246536"/>
              <a:gd name="connsiteY83" fmla="*/ 150114 h 285083"/>
              <a:gd name="connsiteX84" fmla="*/ 419767 w 1246536"/>
              <a:gd name="connsiteY84" fmla="*/ 142732 h 285083"/>
              <a:gd name="connsiteX85" fmla="*/ 353330 w 1246536"/>
              <a:gd name="connsiteY85" fmla="*/ 212693 h 285083"/>
              <a:gd name="connsiteX86" fmla="*/ 283702 w 1246536"/>
              <a:gd name="connsiteY86" fmla="*/ 156115 h 285083"/>
              <a:gd name="connsiteX87" fmla="*/ 436340 w 1246536"/>
              <a:gd name="connsiteY87" fmla="*/ 55150 h 285083"/>
              <a:gd name="connsiteX88" fmla="*/ 540782 w 1246536"/>
              <a:gd name="connsiteY88" fmla="*/ 32956 h 285083"/>
              <a:gd name="connsiteX89" fmla="*/ 540782 w 1246536"/>
              <a:gd name="connsiteY89" fmla="*/ 63865 h 285083"/>
              <a:gd name="connsiteX90" fmla="*/ 470440 w 1246536"/>
              <a:gd name="connsiteY90" fmla="*/ 78819 h 285083"/>
              <a:gd name="connsiteX91" fmla="*/ 470440 w 1246536"/>
              <a:gd name="connsiteY91" fmla="*/ 101775 h 285083"/>
              <a:gd name="connsiteX92" fmla="*/ 531495 w 1246536"/>
              <a:gd name="connsiteY92" fmla="*/ 88821 h 285083"/>
              <a:gd name="connsiteX93" fmla="*/ 531495 w 1246536"/>
              <a:gd name="connsiteY93" fmla="*/ 118015 h 285083"/>
              <a:gd name="connsiteX94" fmla="*/ 470440 w 1246536"/>
              <a:gd name="connsiteY94" fmla="*/ 131016 h 285083"/>
              <a:gd name="connsiteX95" fmla="*/ 470440 w 1246536"/>
              <a:gd name="connsiteY95" fmla="*/ 154162 h 285083"/>
              <a:gd name="connsiteX96" fmla="*/ 540782 w 1246536"/>
              <a:gd name="connsiteY96" fmla="*/ 139208 h 285083"/>
              <a:gd name="connsiteX97" fmla="*/ 540782 w 1246536"/>
              <a:gd name="connsiteY97" fmla="*/ 170117 h 285083"/>
              <a:gd name="connsiteX98" fmla="*/ 436340 w 1246536"/>
              <a:gd name="connsiteY98" fmla="*/ 192310 h 285083"/>
              <a:gd name="connsiteX99" fmla="*/ 436340 w 1246536"/>
              <a:gd name="connsiteY99" fmla="*/ 55150 h 285083"/>
              <a:gd name="connsiteX100" fmla="*/ 561308 w 1246536"/>
              <a:gd name="connsiteY100" fmla="*/ 28623 h 285083"/>
              <a:gd name="connsiteX101" fmla="*/ 625173 w 1246536"/>
              <a:gd name="connsiteY101" fmla="*/ 15049 h 285083"/>
              <a:gd name="connsiteX102" fmla="*/ 662035 w 1246536"/>
              <a:gd name="connsiteY102" fmla="*/ 133112 h 285083"/>
              <a:gd name="connsiteX103" fmla="*/ 662035 w 1246536"/>
              <a:gd name="connsiteY103" fmla="*/ 7239 h 285083"/>
              <a:gd name="connsiteX104" fmla="*/ 695897 w 1246536"/>
              <a:gd name="connsiteY104" fmla="*/ 48 h 285083"/>
              <a:gd name="connsiteX105" fmla="*/ 695897 w 1246536"/>
              <a:gd name="connsiteY105" fmla="*/ 137208 h 285083"/>
              <a:gd name="connsiteX106" fmla="*/ 632032 w 1246536"/>
              <a:gd name="connsiteY106" fmla="*/ 150781 h 285083"/>
              <a:gd name="connsiteX107" fmla="*/ 595170 w 1246536"/>
              <a:gd name="connsiteY107" fmla="*/ 32718 h 285083"/>
              <a:gd name="connsiteX108" fmla="*/ 595170 w 1246536"/>
              <a:gd name="connsiteY108" fmla="*/ 158591 h 285083"/>
              <a:gd name="connsiteX109" fmla="*/ 561308 w 1246536"/>
              <a:gd name="connsiteY109" fmla="*/ 165783 h 285083"/>
              <a:gd name="connsiteX110" fmla="*/ 561308 w 1246536"/>
              <a:gd name="connsiteY110" fmla="*/ 28623 h 2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246536" h="285083">
                <a:moveTo>
                  <a:pt x="718995" y="0"/>
                </a:moveTo>
                <a:lnTo>
                  <a:pt x="769239" y="10668"/>
                </a:lnTo>
                <a:cubicBezTo>
                  <a:pt x="805149" y="18288"/>
                  <a:pt x="842391" y="35766"/>
                  <a:pt x="842391" y="94726"/>
                </a:cubicBezTo>
                <a:cubicBezTo>
                  <a:pt x="842391" y="153876"/>
                  <a:pt x="805149" y="155496"/>
                  <a:pt x="769239" y="147876"/>
                </a:cubicBezTo>
                <a:lnTo>
                  <a:pt x="718995" y="137208"/>
                </a:lnTo>
                <a:lnTo>
                  <a:pt x="718995" y="48"/>
                </a:lnTo>
                <a:close/>
                <a:moveTo>
                  <a:pt x="769239" y="116729"/>
                </a:moveTo>
                <a:cubicBezTo>
                  <a:pt x="791766" y="121539"/>
                  <a:pt x="808530" y="124301"/>
                  <a:pt x="808530" y="87535"/>
                </a:cubicBezTo>
                <a:cubicBezTo>
                  <a:pt x="808530" y="50768"/>
                  <a:pt x="791623" y="46387"/>
                  <a:pt x="769239" y="41624"/>
                </a:cubicBezTo>
                <a:lnTo>
                  <a:pt x="752856" y="38148"/>
                </a:lnTo>
                <a:lnTo>
                  <a:pt x="752856" y="113252"/>
                </a:lnTo>
                <a:cubicBezTo>
                  <a:pt x="752856" y="113252"/>
                  <a:pt x="769239" y="116729"/>
                  <a:pt x="769239" y="116729"/>
                </a:cubicBezTo>
                <a:close/>
                <a:moveTo>
                  <a:pt x="947024" y="48482"/>
                </a:moveTo>
                <a:lnTo>
                  <a:pt x="947024" y="79391"/>
                </a:lnTo>
                <a:cubicBezTo>
                  <a:pt x="947024" y="79391"/>
                  <a:pt x="917067" y="73009"/>
                  <a:pt x="917067" y="73009"/>
                </a:cubicBezTo>
                <a:lnTo>
                  <a:pt x="917067" y="148114"/>
                </a:lnTo>
                <a:cubicBezTo>
                  <a:pt x="917067" y="148114"/>
                  <a:pt x="947024" y="154496"/>
                  <a:pt x="947024" y="154496"/>
                </a:cubicBezTo>
                <a:lnTo>
                  <a:pt x="947024" y="185642"/>
                </a:lnTo>
                <a:cubicBezTo>
                  <a:pt x="947024" y="185642"/>
                  <a:pt x="853393" y="165735"/>
                  <a:pt x="853393" y="165735"/>
                </a:cubicBezTo>
                <a:lnTo>
                  <a:pt x="853393" y="134588"/>
                </a:lnTo>
                <a:cubicBezTo>
                  <a:pt x="853393" y="134588"/>
                  <a:pt x="883349" y="140970"/>
                  <a:pt x="883349" y="140970"/>
                </a:cubicBezTo>
                <a:lnTo>
                  <a:pt x="883349" y="65865"/>
                </a:lnTo>
                <a:cubicBezTo>
                  <a:pt x="883349" y="65865"/>
                  <a:pt x="853393" y="59484"/>
                  <a:pt x="853393" y="59484"/>
                </a:cubicBezTo>
                <a:lnTo>
                  <a:pt x="853393" y="28575"/>
                </a:lnTo>
                <a:cubicBezTo>
                  <a:pt x="853393" y="28575"/>
                  <a:pt x="947024" y="48482"/>
                  <a:pt x="947024" y="48482"/>
                </a:cubicBezTo>
                <a:close/>
                <a:moveTo>
                  <a:pt x="1026319" y="62627"/>
                </a:moveTo>
                <a:cubicBezTo>
                  <a:pt x="1068944" y="71676"/>
                  <a:pt x="1094994" y="107966"/>
                  <a:pt x="1094994" y="148447"/>
                </a:cubicBezTo>
                <a:cubicBezTo>
                  <a:pt x="1094994" y="189119"/>
                  <a:pt x="1068944" y="214313"/>
                  <a:pt x="1026319" y="205264"/>
                </a:cubicBezTo>
                <a:cubicBezTo>
                  <a:pt x="983504" y="196167"/>
                  <a:pt x="957263" y="159829"/>
                  <a:pt x="957263" y="119205"/>
                </a:cubicBezTo>
                <a:cubicBezTo>
                  <a:pt x="957263" y="78724"/>
                  <a:pt x="983504" y="53578"/>
                  <a:pt x="1026319" y="62675"/>
                </a:cubicBezTo>
                <a:moveTo>
                  <a:pt x="1026319" y="173117"/>
                </a:moveTo>
                <a:cubicBezTo>
                  <a:pt x="1049036" y="177927"/>
                  <a:pt x="1060180" y="165926"/>
                  <a:pt x="1060180" y="141018"/>
                </a:cubicBezTo>
                <a:cubicBezTo>
                  <a:pt x="1060180" y="116110"/>
                  <a:pt x="1048846" y="99489"/>
                  <a:pt x="1026319" y="94726"/>
                </a:cubicBezTo>
                <a:cubicBezTo>
                  <a:pt x="1003602" y="89916"/>
                  <a:pt x="992267" y="101870"/>
                  <a:pt x="992267" y="126587"/>
                </a:cubicBezTo>
                <a:cubicBezTo>
                  <a:pt x="992267" y="151495"/>
                  <a:pt x="1003649" y="168307"/>
                  <a:pt x="1026319" y="173117"/>
                </a:cubicBezTo>
                <a:moveTo>
                  <a:pt x="1111949" y="83534"/>
                </a:moveTo>
                <a:lnTo>
                  <a:pt x="1175814" y="97107"/>
                </a:lnTo>
                <a:lnTo>
                  <a:pt x="1212675" y="230791"/>
                </a:lnTo>
                <a:lnTo>
                  <a:pt x="1212675" y="104918"/>
                </a:lnTo>
                <a:cubicBezTo>
                  <a:pt x="1212675" y="104918"/>
                  <a:pt x="1246537" y="112109"/>
                  <a:pt x="1246537" y="112109"/>
                </a:cubicBezTo>
                <a:lnTo>
                  <a:pt x="1246537" y="249269"/>
                </a:lnTo>
                <a:cubicBezTo>
                  <a:pt x="1246537" y="249269"/>
                  <a:pt x="1182672" y="235696"/>
                  <a:pt x="1182672" y="235696"/>
                </a:cubicBezTo>
                <a:lnTo>
                  <a:pt x="1145810" y="102013"/>
                </a:lnTo>
                <a:lnTo>
                  <a:pt x="1145810" y="227886"/>
                </a:lnTo>
                <a:cubicBezTo>
                  <a:pt x="1145810" y="227886"/>
                  <a:pt x="1111949" y="220694"/>
                  <a:pt x="1111949" y="220694"/>
                </a:cubicBezTo>
                <a:lnTo>
                  <a:pt x="1111949" y="83534"/>
                </a:lnTo>
                <a:close/>
                <a:moveTo>
                  <a:pt x="42101" y="138970"/>
                </a:moveTo>
                <a:lnTo>
                  <a:pt x="104108" y="125778"/>
                </a:lnTo>
                <a:lnTo>
                  <a:pt x="145971" y="254032"/>
                </a:lnTo>
                <a:lnTo>
                  <a:pt x="110061" y="261652"/>
                </a:lnTo>
                <a:lnTo>
                  <a:pt x="97774" y="222837"/>
                </a:lnTo>
                <a:lnTo>
                  <a:pt x="47863" y="233458"/>
                </a:lnTo>
                <a:lnTo>
                  <a:pt x="35576" y="277511"/>
                </a:lnTo>
                <a:lnTo>
                  <a:pt x="0" y="285083"/>
                </a:lnTo>
                <a:lnTo>
                  <a:pt x="42053" y="138970"/>
                </a:lnTo>
                <a:close/>
                <a:moveTo>
                  <a:pt x="88440" y="193929"/>
                </a:moveTo>
                <a:lnTo>
                  <a:pt x="72819" y="144923"/>
                </a:lnTo>
                <a:lnTo>
                  <a:pt x="57198" y="200597"/>
                </a:lnTo>
                <a:lnTo>
                  <a:pt x="88488" y="193929"/>
                </a:lnTo>
                <a:close/>
                <a:moveTo>
                  <a:pt x="214646" y="242173"/>
                </a:moveTo>
                <a:cubicBezTo>
                  <a:pt x="168307" y="252031"/>
                  <a:pt x="148733" y="235553"/>
                  <a:pt x="148733" y="199930"/>
                </a:cubicBezTo>
                <a:lnTo>
                  <a:pt x="183738" y="192500"/>
                </a:lnTo>
                <a:cubicBezTo>
                  <a:pt x="183738" y="211979"/>
                  <a:pt x="190977" y="217599"/>
                  <a:pt x="215408" y="212408"/>
                </a:cubicBezTo>
                <a:cubicBezTo>
                  <a:pt x="231982" y="208883"/>
                  <a:pt x="239030" y="203883"/>
                  <a:pt x="239030" y="195310"/>
                </a:cubicBezTo>
                <a:cubicBezTo>
                  <a:pt x="239030" y="190452"/>
                  <a:pt x="235315" y="187547"/>
                  <a:pt x="227886" y="187166"/>
                </a:cubicBezTo>
                <a:lnTo>
                  <a:pt x="183975" y="184452"/>
                </a:lnTo>
                <a:cubicBezTo>
                  <a:pt x="161258" y="182880"/>
                  <a:pt x="154210" y="170545"/>
                  <a:pt x="154210" y="153210"/>
                </a:cubicBezTo>
                <a:cubicBezTo>
                  <a:pt x="154210" y="126540"/>
                  <a:pt x="173212" y="108299"/>
                  <a:pt x="207645" y="101013"/>
                </a:cubicBezTo>
                <a:cubicBezTo>
                  <a:pt x="248603" y="92297"/>
                  <a:pt x="268891" y="108252"/>
                  <a:pt x="268891" y="138017"/>
                </a:cubicBezTo>
                <a:lnTo>
                  <a:pt x="234077" y="145399"/>
                </a:lnTo>
                <a:cubicBezTo>
                  <a:pt x="234077" y="130635"/>
                  <a:pt x="226076" y="126111"/>
                  <a:pt x="208217" y="129873"/>
                </a:cubicBezTo>
                <a:cubicBezTo>
                  <a:pt x="195739" y="132540"/>
                  <a:pt x="189215" y="137208"/>
                  <a:pt x="189215" y="145018"/>
                </a:cubicBezTo>
                <a:cubicBezTo>
                  <a:pt x="189215" y="148923"/>
                  <a:pt x="191262" y="151781"/>
                  <a:pt x="199454" y="152352"/>
                </a:cubicBezTo>
                <a:lnTo>
                  <a:pt x="242078" y="154400"/>
                </a:lnTo>
                <a:cubicBezTo>
                  <a:pt x="263843" y="155400"/>
                  <a:pt x="273891" y="166306"/>
                  <a:pt x="273891" y="186357"/>
                </a:cubicBezTo>
                <a:cubicBezTo>
                  <a:pt x="273891" y="212408"/>
                  <a:pt x="256747" y="233172"/>
                  <a:pt x="214694" y="242125"/>
                </a:cubicBezTo>
                <a:moveTo>
                  <a:pt x="283702" y="156115"/>
                </a:moveTo>
                <a:cubicBezTo>
                  <a:pt x="283702" y="115633"/>
                  <a:pt x="310325" y="79248"/>
                  <a:pt x="353330" y="70104"/>
                </a:cubicBezTo>
                <a:cubicBezTo>
                  <a:pt x="390906" y="62103"/>
                  <a:pt x="415862" y="78010"/>
                  <a:pt x="419767" y="111633"/>
                </a:cubicBezTo>
                <a:lnTo>
                  <a:pt x="384953" y="119015"/>
                </a:lnTo>
                <a:cubicBezTo>
                  <a:pt x="382143" y="104823"/>
                  <a:pt x="370047" y="98631"/>
                  <a:pt x="353473" y="102156"/>
                </a:cubicBezTo>
                <a:cubicBezTo>
                  <a:pt x="333185" y="106490"/>
                  <a:pt x="318659" y="121634"/>
                  <a:pt x="318659" y="148638"/>
                </a:cubicBezTo>
                <a:cubicBezTo>
                  <a:pt x="318659" y="175879"/>
                  <a:pt x="333185" y="184833"/>
                  <a:pt x="353473" y="180546"/>
                </a:cubicBezTo>
                <a:cubicBezTo>
                  <a:pt x="370047" y="177022"/>
                  <a:pt x="382143" y="165497"/>
                  <a:pt x="384953" y="150114"/>
                </a:cubicBezTo>
                <a:lnTo>
                  <a:pt x="419767" y="142732"/>
                </a:lnTo>
                <a:cubicBezTo>
                  <a:pt x="415862" y="178213"/>
                  <a:pt x="390906" y="204692"/>
                  <a:pt x="353330" y="212693"/>
                </a:cubicBezTo>
                <a:cubicBezTo>
                  <a:pt x="310325" y="221837"/>
                  <a:pt x="283702" y="196739"/>
                  <a:pt x="283702" y="156115"/>
                </a:cubicBezTo>
                <a:moveTo>
                  <a:pt x="436340" y="55150"/>
                </a:moveTo>
                <a:lnTo>
                  <a:pt x="540782" y="32956"/>
                </a:lnTo>
                <a:lnTo>
                  <a:pt x="540782" y="63865"/>
                </a:lnTo>
                <a:cubicBezTo>
                  <a:pt x="540782" y="63865"/>
                  <a:pt x="470440" y="78819"/>
                  <a:pt x="470440" y="78819"/>
                </a:cubicBezTo>
                <a:lnTo>
                  <a:pt x="470440" y="101775"/>
                </a:lnTo>
                <a:cubicBezTo>
                  <a:pt x="470440" y="101775"/>
                  <a:pt x="531495" y="88821"/>
                  <a:pt x="531495" y="88821"/>
                </a:cubicBezTo>
                <a:lnTo>
                  <a:pt x="531495" y="118015"/>
                </a:lnTo>
                <a:cubicBezTo>
                  <a:pt x="531495" y="118015"/>
                  <a:pt x="470440" y="131016"/>
                  <a:pt x="470440" y="131016"/>
                </a:cubicBezTo>
                <a:lnTo>
                  <a:pt x="470440" y="154162"/>
                </a:lnTo>
                <a:cubicBezTo>
                  <a:pt x="470440" y="154162"/>
                  <a:pt x="540782" y="139208"/>
                  <a:pt x="540782" y="139208"/>
                </a:cubicBezTo>
                <a:lnTo>
                  <a:pt x="540782" y="170117"/>
                </a:lnTo>
                <a:cubicBezTo>
                  <a:pt x="540782" y="170117"/>
                  <a:pt x="436340" y="192310"/>
                  <a:pt x="436340" y="192310"/>
                </a:cubicBezTo>
                <a:lnTo>
                  <a:pt x="436340" y="55150"/>
                </a:lnTo>
                <a:close/>
                <a:moveTo>
                  <a:pt x="561308" y="28623"/>
                </a:moveTo>
                <a:lnTo>
                  <a:pt x="625173" y="15049"/>
                </a:lnTo>
                <a:lnTo>
                  <a:pt x="662035" y="133112"/>
                </a:lnTo>
                <a:lnTo>
                  <a:pt x="662035" y="7239"/>
                </a:lnTo>
                <a:cubicBezTo>
                  <a:pt x="662035" y="7239"/>
                  <a:pt x="695897" y="48"/>
                  <a:pt x="695897" y="48"/>
                </a:cubicBezTo>
                <a:lnTo>
                  <a:pt x="695897" y="137208"/>
                </a:lnTo>
                <a:cubicBezTo>
                  <a:pt x="695897" y="137208"/>
                  <a:pt x="632032" y="150781"/>
                  <a:pt x="632032" y="150781"/>
                </a:cubicBezTo>
                <a:lnTo>
                  <a:pt x="595170" y="32718"/>
                </a:lnTo>
                <a:lnTo>
                  <a:pt x="595170" y="158591"/>
                </a:lnTo>
                <a:cubicBezTo>
                  <a:pt x="595170" y="158591"/>
                  <a:pt x="561308" y="165783"/>
                  <a:pt x="561308" y="165783"/>
                </a:cubicBezTo>
                <a:lnTo>
                  <a:pt x="561308" y="28623"/>
                </a:lnTo>
                <a:close/>
              </a:path>
            </a:pathLst>
          </a:custGeom>
          <a:solidFill>
            <a:srgbClr val="FFFFFF"/>
          </a:solidFill>
          <a:ln w="4763" cap="flat">
            <a:noFill/>
            <a:prstDash val="solid"/>
            <a:miter/>
          </a:ln>
        </p:spPr>
        <p:txBody>
          <a:bodyPr rtlCol="0" anchor="ctr"/>
          <a:lstStyle/>
          <a:p>
            <a:endParaRPr lang="en-AU" sz="2400"/>
          </a:p>
        </p:txBody>
      </p:sp>
      <p:sp>
        <p:nvSpPr>
          <p:cNvPr id="33" name="Google Shape;10;p2">
            <a:extLst>
              <a:ext uri="{FF2B5EF4-FFF2-40B4-BE49-F238E27FC236}">
                <a16:creationId xmlns:a16="http://schemas.microsoft.com/office/drawing/2014/main" id="{D543CF40-CA6C-AB12-3735-CF8AC652A545}"/>
              </a:ext>
            </a:extLst>
          </p:cNvPr>
          <p:cNvSpPr txBox="1">
            <a:spLocks noGrp="1"/>
          </p:cNvSpPr>
          <p:nvPr>
            <p:ph type="ctrTitle" hasCustomPrompt="1"/>
          </p:nvPr>
        </p:nvSpPr>
        <p:spPr>
          <a:xfrm>
            <a:off x="415610" y="2930237"/>
            <a:ext cx="4610203" cy="689187"/>
          </a:xfrm>
          <a:prstGeom prst="rect">
            <a:avLst/>
          </a:prstGeom>
        </p:spPr>
        <p:txBody>
          <a:bodyPr spcFirstLastPara="1" wrap="square" lIns="90000" tIns="90000" rIns="90000" bIns="36000" anchor="b" anchorCtr="0">
            <a:noAutofit/>
          </a:bodyPr>
          <a:lstStyle>
            <a:lvl1pPr lvl="0" algn="l">
              <a:spcBef>
                <a:spcPts val="0"/>
              </a:spcBef>
              <a:spcAft>
                <a:spcPts val="0"/>
              </a:spcAft>
              <a:buSzPts val="5200"/>
              <a:buNone/>
              <a:defRPr sz="3733" b="1">
                <a:solidFill>
                  <a:schemeClr val="tx1"/>
                </a:solidFill>
                <a:latin typeface="PP Neue Machina Plain Ultrabold" pitchFamily="50" charset="0"/>
              </a:defRPr>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r>
              <a:rPr lang="en-IN"/>
              <a:t>Section Title</a:t>
            </a:r>
            <a:endParaRPr/>
          </a:p>
        </p:txBody>
      </p:sp>
      <p:sp>
        <p:nvSpPr>
          <p:cNvPr id="16" name="Text Placeholder 15">
            <a:extLst>
              <a:ext uri="{FF2B5EF4-FFF2-40B4-BE49-F238E27FC236}">
                <a16:creationId xmlns:a16="http://schemas.microsoft.com/office/drawing/2014/main" id="{17A7E5E8-BE49-EF88-3BBF-34F70B616301}"/>
              </a:ext>
            </a:extLst>
          </p:cNvPr>
          <p:cNvSpPr>
            <a:spLocks noGrp="1"/>
          </p:cNvSpPr>
          <p:nvPr>
            <p:ph type="body" sz="quarter" idx="14" hasCustomPrompt="1"/>
          </p:nvPr>
        </p:nvSpPr>
        <p:spPr>
          <a:xfrm>
            <a:off x="505885" y="1986280"/>
            <a:ext cx="1763183" cy="689187"/>
          </a:xfrm>
          <a:noFill/>
        </p:spPr>
        <p:txBody>
          <a:bodyPr anchor="ctr">
            <a:noAutofit/>
          </a:bodyPr>
          <a:lstStyle>
            <a:lvl1pPr marL="0" indent="0" algn="l">
              <a:buNone/>
              <a:defRPr sz="7200" b="1">
                <a:solidFill>
                  <a:schemeClr val="accent1"/>
                </a:solidFill>
              </a:defRPr>
            </a:lvl1pPr>
          </a:lstStyle>
          <a:p>
            <a:pPr lvl="0"/>
            <a:r>
              <a:rPr lang="en-IN"/>
              <a:t>01</a:t>
            </a:r>
            <a:endParaRPr lang="en-AU"/>
          </a:p>
        </p:txBody>
      </p:sp>
    </p:spTree>
    <p:extLst>
      <p:ext uri="{BB962C8B-B14F-4D97-AF65-F5344CB8AC3E}">
        <p14:creationId xmlns:p14="http://schemas.microsoft.com/office/powerpoint/2010/main" val="4001729483"/>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lide" preserve="1">
  <p:cSld name="1_Title slide">
    <p:bg>
      <p:bgPr>
        <a:solidFill>
          <a:schemeClr val="bg1">
            <a:lumMod val="95000"/>
          </a:schemeClr>
        </a:solidFill>
        <a:effectLst/>
      </p:bgPr>
    </p:bg>
    <p:spTree>
      <p:nvGrpSpPr>
        <p:cNvPr id="1" name="Shape 9"/>
        <p:cNvGrpSpPr/>
        <p:nvPr/>
      </p:nvGrpSpPr>
      <p:grpSpPr>
        <a:xfrm>
          <a:off x="0" y="0"/>
          <a:ext cx="0" cy="0"/>
          <a:chOff x="0" y="0"/>
          <a:chExt cx="0" cy="0"/>
        </a:xfrm>
      </p:grpSpPr>
      <p:sp>
        <p:nvSpPr>
          <p:cNvPr id="3" name="Picture Placeholder 2">
            <a:extLst>
              <a:ext uri="{FF2B5EF4-FFF2-40B4-BE49-F238E27FC236}">
                <a16:creationId xmlns:a16="http://schemas.microsoft.com/office/drawing/2014/main" id="{8716AEA7-9F8A-D525-41AE-E30521ED8164}"/>
              </a:ext>
            </a:extLst>
          </p:cNvPr>
          <p:cNvSpPr>
            <a:spLocks noGrp="1"/>
          </p:cNvSpPr>
          <p:nvPr>
            <p:ph type="pic" sz="quarter" idx="13" hasCustomPrompt="1"/>
          </p:nvPr>
        </p:nvSpPr>
        <p:spPr>
          <a:xfrm>
            <a:off x="-10879" y="-1694"/>
            <a:ext cx="12203513" cy="5950375"/>
          </a:xfrm>
          <a:custGeom>
            <a:avLst/>
            <a:gdLst>
              <a:gd name="connsiteX0" fmla="*/ 0 w 9144000"/>
              <a:gd name="connsiteY0" fmla="*/ 0 h 4442826"/>
              <a:gd name="connsiteX1" fmla="*/ 9144000 w 9144000"/>
              <a:gd name="connsiteY1" fmla="*/ 0 h 4442826"/>
              <a:gd name="connsiteX2" fmla="*/ 9144000 w 9144000"/>
              <a:gd name="connsiteY2" fmla="*/ 4442826 h 4442826"/>
              <a:gd name="connsiteX3" fmla="*/ 0 w 9144000"/>
              <a:gd name="connsiteY3" fmla="*/ 4442826 h 4442826"/>
              <a:gd name="connsiteX4" fmla="*/ 0 w 9144000"/>
              <a:gd name="connsiteY4" fmla="*/ 0 h 4442826"/>
              <a:gd name="connsiteX0" fmla="*/ 0 w 9151620"/>
              <a:gd name="connsiteY0" fmla="*/ 0 h 4458066"/>
              <a:gd name="connsiteX1" fmla="*/ 9144000 w 9151620"/>
              <a:gd name="connsiteY1" fmla="*/ 0 h 4458066"/>
              <a:gd name="connsiteX2" fmla="*/ 9151620 w 9151620"/>
              <a:gd name="connsiteY2" fmla="*/ 4458066 h 4458066"/>
              <a:gd name="connsiteX3" fmla="*/ 0 w 9151620"/>
              <a:gd name="connsiteY3" fmla="*/ 4442826 h 4458066"/>
              <a:gd name="connsiteX4" fmla="*/ 0 w 9151620"/>
              <a:gd name="connsiteY4"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0 w 9151620"/>
              <a:gd name="connsiteY4" fmla="*/ 4442826 h 4458066"/>
              <a:gd name="connsiteX5" fmla="*/ 0 w 9151620"/>
              <a:gd name="connsiteY5"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7551420 w 9151620"/>
              <a:gd name="connsiteY4" fmla="*/ 4436111 h 4458066"/>
              <a:gd name="connsiteX5" fmla="*/ 0 w 9151620"/>
              <a:gd name="connsiteY5" fmla="*/ 4442826 h 4458066"/>
              <a:gd name="connsiteX6" fmla="*/ 0 w 9151620"/>
              <a:gd name="connsiteY6"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82940 w 9151620"/>
              <a:gd name="connsiteY4" fmla="*/ 443611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60080 w 9151620"/>
              <a:gd name="connsiteY4" fmla="*/ 430657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1420 w 9151620"/>
              <a:gd name="connsiteY5" fmla="*/ 4436111 h 4462781"/>
              <a:gd name="connsiteX6" fmla="*/ 0 w 9151620"/>
              <a:gd name="connsiteY6" fmla="*/ 4442826 h 4462781"/>
              <a:gd name="connsiteX7" fmla="*/ 0 w 9151620"/>
              <a:gd name="connsiteY7" fmla="*/ 0 h 4462781"/>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6182 w 9151620"/>
              <a:gd name="connsiteY5" fmla="*/ 4462304 h 4462781"/>
              <a:gd name="connsiteX6" fmla="*/ 0 w 9151620"/>
              <a:gd name="connsiteY6" fmla="*/ 4442826 h 4462781"/>
              <a:gd name="connsiteX7" fmla="*/ 0 w 9151620"/>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56182 w 9144476"/>
              <a:gd name="connsiteY5" fmla="*/ 4462304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51131 w 9144476"/>
              <a:gd name="connsiteY5" fmla="*/ 4462015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51131 w 9144476"/>
              <a:gd name="connsiteY5" fmla="*/ 4462015 h 4462781"/>
              <a:gd name="connsiteX6" fmla="*/ 18473 w 9144476"/>
              <a:gd name="connsiteY6" fmla="*/ 4461299 h 4462781"/>
              <a:gd name="connsiteX7" fmla="*/ 0 w 9144476"/>
              <a:gd name="connsiteY7" fmla="*/ 0 h 4462781"/>
              <a:gd name="connsiteX0" fmla="*/ 8159 w 9152635"/>
              <a:gd name="connsiteY0" fmla="*/ 0 h 4462781"/>
              <a:gd name="connsiteX1" fmla="*/ 9152159 w 9152635"/>
              <a:gd name="connsiteY1" fmla="*/ 0 h 4462781"/>
              <a:gd name="connsiteX2" fmla="*/ 9152635 w 9152635"/>
              <a:gd name="connsiteY2" fmla="*/ 4458066 h 4462781"/>
              <a:gd name="connsiteX3" fmla="*/ 8961659 w 9152635"/>
              <a:gd name="connsiteY3" fmla="*/ 4462781 h 4462781"/>
              <a:gd name="connsiteX4" fmla="*/ 8268239 w 9152635"/>
              <a:gd name="connsiteY4" fmla="*/ 4306571 h 4462781"/>
              <a:gd name="connsiteX5" fmla="*/ 7559290 w 9152635"/>
              <a:gd name="connsiteY5" fmla="*/ 4462015 h 4462781"/>
              <a:gd name="connsiteX6" fmla="*/ 1232 w 9152635"/>
              <a:gd name="connsiteY6" fmla="*/ 4461299 h 4462781"/>
              <a:gd name="connsiteX7" fmla="*/ 8159 w 9152635"/>
              <a:gd name="connsiteY7" fmla="*/ 0 h 4462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52635" h="4462781">
                <a:moveTo>
                  <a:pt x="8159" y="0"/>
                </a:moveTo>
                <a:lnTo>
                  <a:pt x="9152159" y="0"/>
                </a:lnTo>
                <a:cubicBezTo>
                  <a:pt x="9152318" y="1486022"/>
                  <a:pt x="9152476" y="2972044"/>
                  <a:pt x="9152635" y="4458066"/>
                </a:cubicBezTo>
                <a:lnTo>
                  <a:pt x="8961659" y="4462781"/>
                </a:lnTo>
                <a:lnTo>
                  <a:pt x="8268239" y="4306571"/>
                </a:lnTo>
                <a:lnTo>
                  <a:pt x="7559290" y="4462015"/>
                </a:lnTo>
                <a:lnTo>
                  <a:pt x="1232" y="4461299"/>
                </a:lnTo>
                <a:cubicBezTo>
                  <a:pt x="-4926" y="2974199"/>
                  <a:pt x="14317" y="1487100"/>
                  <a:pt x="8159" y="0"/>
                </a:cubicBezTo>
                <a:close/>
              </a:path>
            </a:pathLst>
          </a:custGeom>
          <a:noFill/>
        </p:spPr>
        <p:txBody>
          <a:bodyPr/>
          <a:lstStyle>
            <a:lvl1pPr marL="152396" indent="0">
              <a:buNone/>
              <a:defRPr/>
            </a:lvl1pPr>
          </a:lstStyle>
          <a:p>
            <a:r>
              <a:rPr lang="en-IN"/>
              <a:t> </a:t>
            </a:r>
            <a:endParaRPr lang="en-AU"/>
          </a:p>
        </p:txBody>
      </p:sp>
      <p:sp>
        <p:nvSpPr>
          <p:cNvPr id="13" name="Freeform: Shape 12">
            <a:extLst>
              <a:ext uri="{FF2B5EF4-FFF2-40B4-BE49-F238E27FC236}">
                <a16:creationId xmlns:a16="http://schemas.microsoft.com/office/drawing/2014/main" id="{DCFA8F1A-438C-2D31-EC45-A4CCF4206F40}"/>
              </a:ext>
            </a:extLst>
          </p:cNvPr>
          <p:cNvSpPr/>
          <p:nvPr/>
        </p:nvSpPr>
        <p:spPr>
          <a:xfrm>
            <a:off x="0" y="5740400"/>
            <a:ext cx="12192000" cy="1143000"/>
          </a:xfrm>
          <a:custGeom>
            <a:avLst/>
            <a:gdLst>
              <a:gd name="connsiteX0" fmla="*/ 0 w 9144000"/>
              <a:gd name="connsiteY0" fmla="*/ 857250 h 857250"/>
              <a:gd name="connsiteX1" fmla="*/ 0 w 9144000"/>
              <a:gd name="connsiteY1" fmla="*/ 149828 h 857250"/>
              <a:gd name="connsiteX2" fmla="*/ 7540609 w 9144000"/>
              <a:gd name="connsiteY2" fmla="*/ 149828 h 857250"/>
              <a:gd name="connsiteX3" fmla="*/ 8245698 w 9144000"/>
              <a:gd name="connsiteY3" fmla="*/ 0 h 857250"/>
              <a:gd name="connsiteX4" fmla="*/ 8933831 w 9144000"/>
              <a:gd name="connsiteY4" fmla="*/ 149828 h 857250"/>
              <a:gd name="connsiteX5" fmla="*/ 9144000 w 9144000"/>
              <a:gd name="connsiteY5" fmla="*/ 149828 h 857250"/>
              <a:gd name="connsiteX6" fmla="*/ 9144000 w 9144000"/>
              <a:gd name="connsiteY6" fmla="*/ 857250 h 857250"/>
              <a:gd name="connsiteX7" fmla="*/ 0 w 9144000"/>
              <a:gd name="connsiteY7" fmla="*/ 85725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857250">
                <a:moveTo>
                  <a:pt x="0" y="857250"/>
                </a:moveTo>
                <a:lnTo>
                  <a:pt x="0" y="149828"/>
                </a:lnTo>
                <a:lnTo>
                  <a:pt x="7540609" y="149828"/>
                </a:lnTo>
                <a:lnTo>
                  <a:pt x="8245698" y="0"/>
                </a:lnTo>
                <a:lnTo>
                  <a:pt x="8933831" y="149828"/>
                </a:lnTo>
                <a:lnTo>
                  <a:pt x="9144000" y="149828"/>
                </a:lnTo>
                <a:lnTo>
                  <a:pt x="9144000" y="857250"/>
                </a:lnTo>
                <a:lnTo>
                  <a:pt x="0" y="857250"/>
                </a:lnTo>
                <a:close/>
              </a:path>
            </a:pathLst>
          </a:custGeom>
          <a:gradFill>
            <a:gsLst>
              <a:gs pos="0">
                <a:srgbClr val="5BC1A0"/>
              </a:gs>
              <a:gs pos="50000">
                <a:srgbClr val="2E9376"/>
              </a:gs>
              <a:gs pos="100000">
                <a:srgbClr val="01654D"/>
              </a:gs>
            </a:gsLst>
            <a:lin ang="0" scaled="1"/>
          </a:gradFill>
          <a:ln w="8132" cap="flat">
            <a:noFill/>
            <a:prstDash val="solid"/>
            <a:miter/>
          </a:ln>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marL="0" lvl="0" defTabSz="1219170" eaLnBrk="1" latinLnBrk="0" hangingPunct="1"/>
            <a:endParaRPr lang="en-AU" sz="2400" kern="1200">
              <a:solidFill>
                <a:schemeClr val="tx1"/>
              </a:solidFill>
              <a:latin typeface="+mn-lt"/>
              <a:ea typeface="+mn-ea"/>
              <a:cs typeface="+mn-cs"/>
            </a:endParaRPr>
          </a:p>
        </p:txBody>
      </p:sp>
      <p:sp>
        <p:nvSpPr>
          <p:cNvPr id="14" name="Freeform: Shape 13">
            <a:extLst>
              <a:ext uri="{FF2B5EF4-FFF2-40B4-BE49-F238E27FC236}">
                <a16:creationId xmlns:a16="http://schemas.microsoft.com/office/drawing/2014/main" id="{6332EFC7-40EB-E5E0-6D5B-205A7815463F}"/>
              </a:ext>
            </a:extLst>
          </p:cNvPr>
          <p:cNvSpPr/>
          <p:nvPr/>
        </p:nvSpPr>
        <p:spPr>
          <a:xfrm>
            <a:off x="10054144" y="5922074"/>
            <a:ext cx="1662048" cy="380111"/>
          </a:xfrm>
          <a:custGeom>
            <a:avLst/>
            <a:gdLst>
              <a:gd name="connsiteX0" fmla="*/ 718995 w 1246536"/>
              <a:gd name="connsiteY0" fmla="*/ 0 h 285083"/>
              <a:gd name="connsiteX1" fmla="*/ 769239 w 1246536"/>
              <a:gd name="connsiteY1" fmla="*/ 10668 h 285083"/>
              <a:gd name="connsiteX2" fmla="*/ 842391 w 1246536"/>
              <a:gd name="connsiteY2" fmla="*/ 94726 h 285083"/>
              <a:gd name="connsiteX3" fmla="*/ 769239 w 1246536"/>
              <a:gd name="connsiteY3" fmla="*/ 147876 h 285083"/>
              <a:gd name="connsiteX4" fmla="*/ 718995 w 1246536"/>
              <a:gd name="connsiteY4" fmla="*/ 137208 h 285083"/>
              <a:gd name="connsiteX5" fmla="*/ 718995 w 1246536"/>
              <a:gd name="connsiteY5" fmla="*/ 48 h 285083"/>
              <a:gd name="connsiteX6" fmla="*/ 769239 w 1246536"/>
              <a:gd name="connsiteY6" fmla="*/ 116729 h 285083"/>
              <a:gd name="connsiteX7" fmla="*/ 808530 w 1246536"/>
              <a:gd name="connsiteY7" fmla="*/ 87535 h 285083"/>
              <a:gd name="connsiteX8" fmla="*/ 769239 w 1246536"/>
              <a:gd name="connsiteY8" fmla="*/ 41624 h 285083"/>
              <a:gd name="connsiteX9" fmla="*/ 752856 w 1246536"/>
              <a:gd name="connsiteY9" fmla="*/ 38148 h 285083"/>
              <a:gd name="connsiteX10" fmla="*/ 752856 w 1246536"/>
              <a:gd name="connsiteY10" fmla="*/ 113252 h 285083"/>
              <a:gd name="connsiteX11" fmla="*/ 769239 w 1246536"/>
              <a:gd name="connsiteY11" fmla="*/ 116729 h 285083"/>
              <a:gd name="connsiteX12" fmla="*/ 947024 w 1246536"/>
              <a:gd name="connsiteY12" fmla="*/ 48482 h 285083"/>
              <a:gd name="connsiteX13" fmla="*/ 947024 w 1246536"/>
              <a:gd name="connsiteY13" fmla="*/ 79391 h 285083"/>
              <a:gd name="connsiteX14" fmla="*/ 917067 w 1246536"/>
              <a:gd name="connsiteY14" fmla="*/ 73009 h 285083"/>
              <a:gd name="connsiteX15" fmla="*/ 917067 w 1246536"/>
              <a:gd name="connsiteY15" fmla="*/ 148114 h 285083"/>
              <a:gd name="connsiteX16" fmla="*/ 947024 w 1246536"/>
              <a:gd name="connsiteY16" fmla="*/ 154496 h 285083"/>
              <a:gd name="connsiteX17" fmla="*/ 947024 w 1246536"/>
              <a:gd name="connsiteY17" fmla="*/ 185642 h 285083"/>
              <a:gd name="connsiteX18" fmla="*/ 853393 w 1246536"/>
              <a:gd name="connsiteY18" fmla="*/ 165735 h 285083"/>
              <a:gd name="connsiteX19" fmla="*/ 853393 w 1246536"/>
              <a:gd name="connsiteY19" fmla="*/ 134588 h 285083"/>
              <a:gd name="connsiteX20" fmla="*/ 883349 w 1246536"/>
              <a:gd name="connsiteY20" fmla="*/ 140970 h 285083"/>
              <a:gd name="connsiteX21" fmla="*/ 883349 w 1246536"/>
              <a:gd name="connsiteY21" fmla="*/ 65865 h 285083"/>
              <a:gd name="connsiteX22" fmla="*/ 853393 w 1246536"/>
              <a:gd name="connsiteY22" fmla="*/ 59484 h 285083"/>
              <a:gd name="connsiteX23" fmla="*/ 853393 w 1246536"/>
              <a:gd name="connsiteY23" fmla="*/ 28575 h 285083"/>
              <a:gd name="connsiteX24" fmla="*/ 947024 w 1246536"/>
              <a:gd name="connsiteY24" fmla="*/ 48482 h 285083"/>
              <a:gd name="connsiteX25" fmla="*/ 1026319 w 1246536"/>
              <a:gd name="connsiteY25" fmla="*/ 62627 h 285083"/>
              <a:gd name="connsiteX26" fmla="*/ 1094994 w 1246536"/>
              <a:gd name="connsiteY26" fmla="*/ 148447 h 285083"/>
              <a:gd name="connsiteX27" fmla="*/ 1026319 w 1246536"/>
              <a:gd name="connsiteY27" fmla="*/ 205264 h 285083"/>
              <a:gd name="connsiteX28" fmla="*/ 957263 w 1246536"/>
              <a:gd name="connsiteY28" fmla="*/ 119205 h 285083"/>
              <a:gd name="connsiteX29" fmla="*/ 1026319 w 1246536"/>
              <a:gd name="connsiteY29" fmla="*/ 62675 h 285083"/>
              <a:gd name="connsiteX30" fmla="*/ 1026319 w 1246536"/>
              <a:gd name="connsiteY30" fmla="*/ 173117 h 285083"/>
              <a:gd name="connsiteX31" fmla="*/ 1060180 w 1246536"/>
              <a:gd name="connsiteY31" fmla="*/ 141018 h 285083"/>
              <a:gd name="connsiteX32" fmla="*/ 1026319 w 1246536"/>
              <a:gd name="connsiteY32" fmla="*/ 94726 h 285083"/>
              <a:gd name="connsiteX33" fmla="*/ 992267 w 1246536"/>
              <a:gd name="connsiteY33" fmla="*/ 126587 h 285083"/>
              <a:gd name="connsiteX34" fmla="*/ 1026319 w 1246536"/>
              <a:gd name="connsiteY34" fmla="*/ 173117 h 285083"/>
              <a:gd name="connsiteX35" fmla="*/ 1111949 w 1246536"/>
              <a:gd name="connsiteY35" fmla="*/ 83534 h 285083"/>
              <a:gd name="connsiteX36" fmla="*/ 1175814 w 1246536"/>
              <a:gd name="connsiteY36" fmla="*/ 97107 h 285083"/>
              <a:gd name="connsiteX37" fmla="*/ 1212675 w 1246536"/>
              <a:gd name="connsiteY37" fmla="*/ 230791 h 285083"/>
              <a:gd name="connsiteX38" fmla="*/ 1212675 w 1246536"/>
              <a:gd name="connsiteY38" fmla="*/ 104918 h 285083"/>
              <a:gd name="connsiteX39" fmla="*/ 1246537 w 1246536"/>
              <a:gd name="connsiteY39" fmla="*/ 112109 h 285083"/>
              <a:gd name="connsiteX40" fmla="*/ 1246537 w 1246536"/>
              <a:gd name="connsiteY40" fmla="*/ 249269 h 285083"/>
              <a:gd name="connsiteX41" fmla="*/ 1182672 w 1246536"/>
              <a:gd name="connsiteY41" fmla="*/ 235696 h 285083"/>
              <a:gd name="connsiteX42" fmla="*/ 1145810 w 1246536"/>
              <a:gd name="connsiteY42" fmla="*/ 102013 h 285083"/>
              <a:gd name="connsiteX43" fmla="*/ 1145810 w 1246536"/>
              <a:gd name="connsiteY43" fmla="*/ 227886 h 285083"/>
              <a:gd name="connsiteX44" fmla="*/ 1111949 w 1246536"/>
              <a:gd name="connsiteY44" fmla="*/ 220694 h 285083"/>
              <a:gd name="connsiteX45" fmla="*/ 1111949 w 1246536"/>
              <a:gd name="connsiteY45" fmla="*/ 83534 h 285083"/>
              <a:gd name="connsiteX46" fmla="*/ 42101 w 1246536"/>
              <a:gd name="connsiteY46" fmla="*/ 138970 h 285083"/>
              <a:gd name="connsiteX47" fmla="*/ 104108 w 1246536"/>
              <a:gd name="connsiteY47" fmla="*/ 125778 h 285083"/>
              <a:gd name="connsiteX48" fmla="*/ 145971 w 1246536"/>
              <a:gd name="connsiteY48" fmla="*/ 254032 h 285083"/>
              <a:gd name="connsiteX49" fmla="*/ 110061 w 1246536"/>
              <a:gd name="connsiteY49" fmla="*/ 261652 h 285083"/>
              <a:gd name="connsiteX50" fmla="*/ 97774 w 1246536"/>
              <a:gd name="connsiteY50" fmla="*/ 222837 h 285083"/>
              <a:gd name="connsiteX51" fmla="*/ 47863 w 1246536"/>
              <a:gd name="connsiteY51" fmla="*/ 233458 h 285083"/>
              <a:gd name="connsiteX52" fmla="*/ 35576 w 1246536"/>
              <a:gd name="connsiteY52" fmla="*/ 277511 h 285083"/>
              <a:gd name="connsiteX53" fmla="*/ 0 w 1246536"/>
              <a:gd name="connsiteY53" fmla="*/ 285083 h 285083"/>
              <a:gd name="connsiteX54" fmla="*/ 42053 w 1246536"/>
              <a:gd name="connsiteY54" fmla="*/ 138970 h 285083"/>
              <a:gd name="connsiteX55" fmla="*/ 88440 w 1246536"/>
              <a:gd name="connsiteY55" fmla="*/ 193929 h 285083"/>
              <a:gd name="connsiteX56" fmla="*/ 72819 w 1246536"/>
              <a:gd name="connsiteY56" fmla="*/ 144923 h 285083"/>
              <a:gd name="connsiteX57" fmla="*/ 57198 w 1246536"/>
              <a:gd name="connsiteY57" fmla="*/ 200597 h 285083"/>
              <a:gd name="connsiteX58" fmla="*/ 88488 w 1246536"/>
              <a:gd name="connsiteY58" fmla="*/ 193929 h 285083"/>
              <a:gd name="connsiteX59" fmla="*/ 214646 w 1246536"/>
              <a:gd name="connsiteY59" fmla="*/ 242173 h 285083"/>
              <a:gd name="connsiteX60" fmla="*/ 148733 w 1246536"/>
              <a:gd name="connsiteY60" fmla="*/ 199930 h 285083"/>
              <a:gd name="connsiteX61" fmla="*/ 183738 w 1246536"/>
              <a:gd name="connsiteY61" fmla="*/ 192500 h 285083"/>
              <a:gd name="connsiteX62" fmla="*/ 215408 w 1246536"/>
              <a:gd name="connsiteY62" fmla="*/ 212408 h 285083"/>
              <a:gd name="connsiteX63" fmla="*/ 239030 w 1246536"/>
              <a:gd name="connsiteY63" fmla="*/ 195310 h 285083"/>
              <a:gd name="connsiteX64" fmla="*/ 227886 w 1246536"/>
              <a:gd name="connsiteY64" fmla="*/ 187166 h 285083"/>
              <a:gd name="connsiteX65" fmla="*/ 183975 w 1246536"/>
              <a:gd name="connsiteY65" fmla="*/ 184452 h 285083"/>
              <a:gd name="connsiteX66" fmla="*/ 154210 w 1246536"/>
              <a:gd name="connsiteY66" fmla="*/ 153210 h 285083"/>
              <a:gd name="connsiteX67" fmla="*/ 207645 w 1246536"/>
              <a:gd name="connsiteY67" fmla="*/ 101013 h 285083"/>
              <a:gd name="connsiteX68" fmla="*/ 268891 w 1246536"/>
              <a:gd name="connsiteY68" fmla="*/ 138017 h 285083"/>
              <a:gd name="connsiteX69" fmla="*/ 234077 w 1246536"/>
              <a:gd name="connsiteY69" fmla="*/ 145399 h 285083"/>
              <a:gd name="connsiteX70" fmla="*/ 208217 w 1246536"/>
              <a:gd name="connsiteY70" fmla="*/ 129873 h 285083"/>
              <a:gd name="connsiteX71" fmla="*/ 189215 w 1246536"/>
              <a:gd name="connsiteY71" fmla="*/ 145018 h 285083"/>
              <a:gd name="connsiteX72" fmla="*/ 199454 w 1246536"/>
              <a:gd name="connsiteY72" fmla="*/ 152352 h 285083"/>
              <a:gd name="connsiteX73" fmla="*/ 242078 w 1246536"/>
              <a:gd name="connsiteY73" fmla="*/ 154400 h 285083"/>
              <a:gd name="connsiteX74" fmla="*/ 273891 w 1246536"/>
              <a:gd name="connsiteY74" fmla="*/ 186357 h 285083"/>
              <a:gd name="connsiteX75" fmla="*/ 214694 w 1246536"/>
              <a:gd name="connsiteY75" fmla="*/ 242125 h 285083"/>
              <a:gd name="connsiteX76" fmla="*/ 283702 w 1246536"/>
              <a:gd name="connsiteY76" fmla="*/ 156115 h 285083"/>
              <a:gd name="connsiteX77" fmla="*/ 353330 w 1246536"/>
              <a:gd name="connsiteY77" fmla="*/ 70104 h 285083"/>
              <a:gd name="connsiteX78" fmla="*/ 419767 w 1246536"/>
              <a:gd name="connsiteY78" fmla="*/ 111633 h 285083"/>
              <a:gd name="connsiteX79" fmla="*/ 384953 w 1246536"/>
              <a:gd name="connsiteY79" fmla="*/ 119015 h 285083"/>
              <a:gd name="connsiteX80" fmla="*/ 353473 w 1246536"/>
              <a:gd name="connsiteY80" fmla="*/ 102156 h 285083"/>
              <a:gd name="connsiteX81" fmla="*/ 318659 w 1246536"/>
              <a:gd name="connsiteY81" fmla="*/ 148638 h 285083"/>
              <a:gd name="connsiteX82" fmla="*/ 353473 w 1246536"/>
              <a:gd name="connsiteY82" fmla="*/ 180546 h 285083"/>
              <a:gd name="connsiteX83" fmla="*/ 384953 w 1246536"/>
              <a:gd name="connsiteY83" fmla="*/ 150114 h 285083"/>
              <a:gd name="connsiteX84" fmla="*/ 419767 w 1246536"/>
              <a:gd name="connsiteY84" fmla="*/ 142732 h 285083"/>
              <a:gd name="connsiteX85" fmla="*/ 353330 w 1246536"/>
              <a:gd name="connsiteY85" fmla="*/ 212693 h 285083"/>
              <a:gd name="connsiteX86" fmla="*/ 283702 w 1246536"/>
              <a:gd name="connsiteY86" fmla="*/ 156115 h 285083"/>
              <a:gd name="connsiteX87" fmla="*/ 436340 w 1246536"/>
              <a:gd name="connsiteY87" fmla="*/ 55150 h 285083"/>
              <a:gd name="connsiteX88" fmla="*/ 540782 w 1246536"/>
              <a:gd name="connsiteY88" fmla="*/ 32956 h 285083"/>
              <a:gd name="connsiteX89" fmla="*/ 540782 w 1246536"/>
              <a:gd name="connsiteY89" fmla="*/ 63865 h 285083"/>
              <a:gd name="connsiteX90" fmla="*/ 470440 w 1246536"/>
              <a:gd name="connsiteY90" fmla="*/ 78819 h 285083"/>
              <a:gd name="connsiteX91" fmla="*/ 470440 w 1246536"/>
              <a:gd name="connsiteY91" fmla="*/ 101775 h 285083"/>
              <a:gd name="connsiteX92" fmla="*/ 531495 w 1246536"/>
              <a:gd name="connsiteY92" fmla="*/ 88821 h 285083"/>
              <a:gd name="connsiteX93" fmla="*/ 531495 w 1246536"/>
              <a:gd name="connsiteY93" fmla="*/ 118015 h 285083"/>
              <a:gd name="connsiteX94" fmla="*/ 470440 w 1246536"/>
              <a:gd name="connsiteY94" fmla="*/ 131016 h 285083"/>
              <a:gd name="connsiteX95" fmla="*/ 470440 w 1246536"/>
              <a:gd name="connsiteY95" fmla="*/ 154162 h 285083"/>
              <a:gd name="connsiteX96" fmla="*/ 540782 w 1246536"/>
              <a:gd name="connsiteY96" fmla="*/ 139208 h 285083"/>
              <a:gd name="connsiteX97" fmla="*/ 540782 w 1246536"/>
              <a:gd name="connsiteY97" fmla="*/ 170117 h 285083"/>
              <a:gd name="connsiteX98" fmla="*/ 436340 w 1246536"/>
              <a:gd name="connsiteY98" fmla="*/ 192310 h 285083"/>
              <a:gd name="connsiteX99" fmla="*/ 436340 w 1246536"/>
              <a:gd name="connsiteY99" fmla="*/ 55150 h 285083"/>
              <a:gd name="connsiteX100" fmla="*/ 561308 w 1246536"/>
              <a:gd name="connsiteY100" fmla="*/ 28623 h 285083"/>
              <a:gd name="connsiteX101" fmla="*/ 625173 w 1246536"/>
              <a:gd name="connsiteY101" fmla="*/ 15049 h 285083"/>
              <a:gd name="connsiteX102" fmla="*/ 662035 w 1246536"/>
              <a:gd name="connsiteY102" fmla="*/ 133112 h 285083"/>
              <a:gd name="connsiteX103" fmla="*/ 662035 w 1246536"/>
              <a:gd name="connsiteY103" fmla="*/ 7239 h 285083"/>
              <a:gd name="connsiteX104" fmla="*/ 695897 w 1246536"/>
              <a:gd name="connsiteY104" fmla="*/ 48 h 285083"/>
              <a:gd name="connsiteX105" fmla="*/ 695897 w 1246536"/>
              <a:gd name="connsiteY105" fmla="*/ 137208 h 285083"/>
              <a:gd name="connsiteX106" fmla="*/ 632032 w 1246536"/>
              <a:gd name="connsiteY106" fmla="*/ 150781 h 285083"/>
              <a:gd name="connsiteX107" fmla="*/ 595170 w 1246536"/>
              <a:gd name="connsiteY107" fmla="*/ 32718 h 285083"/>
              <a:gd name="connsiteX108" fmla="*/ 595170 w 1246536"/>
              <a:gd name="connsiteY108" fmla="*/ 158591 h 285083"/>
              <a:gd name="connsiteX109" fmla="*/ 561308 w 1246536"/>
              <a:gd name="connsiteY109" fmla="*/ 165783 h 285083"/>
              <a:gd name="connsiteX110" fmla="*/ 561308 w 1246536"/>
              <a:gd name="connsiteY110" fmla="*/ 28623 h 2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246536" h="285083">
                <a:moveTo>
                  <a:pt x="718995" y="0"/>
                </a:moveTo>
                <a:lnTo>
                  <a:pt x="769239" y="10668"/>
                </a:lnTo>
                <a:cubicBezTo>
                  <a:pt x="805149" y="18288"/>
                  <a:pt x="842391" y="35766"/>
                  <a:pt x="842391" y="94726"/>
                </a:cubicBezTo>
                <a:cubicBezTo>
                  <a:pt x="842391" y="153876"/>
                  <a:pt x="805149" y="155496"/>
                  <a:pt x="769239" y="147876"/>
                </a:cubicBezTo>
                <a:lnTo>
                  <a:pt x="718995" y="137208"/>
                </a:lnTo>
                <a:lnTo>
                  <a:pt x="718995" y="48"/>
                </a:lnTo>
                <a:close/>
                <a:moveTo>
                  <a:pt x="769239" y="116729"/>
                </a:moveTo>
                <a:cubicBezTo>
                  <a:pt x="791766" y="121539"/>
                  <a:pt x="808530" y="124301"/>
                  <a:pt x="808530" y="87535"/>
                </a:cubicBezTo>
                <a:cubicBezTo>
                  <a:pt x="808530" y="50768"/>
                  <a:pt x="791623" y="46387"/>
                  <a:pt x="769239" y="41624"/>
                </a:cubicBezTo>
                <a:lnTo>
                  <a:pt x="752856" y="38148"/>
                </a:lnTo>
                <a:lnTo>
                  <a:pt x="752856" y="113252"/>
                </a:lnTo>
                <a:cubicBezTo>
                  <a:pt x="752856" y="113252"/>
                  <a:pt x="769239" y="116729"/>
                  <a:pt x="769239" y="116729"/>
                </a:cubicBezTo>
                <a:close/>
                <a:moveTo>
                  <a:pt x="947024" y="48482"/>
                </a:moveTo>
                <a:lnTo>
                  <a:pt x="947024" y="79391"/>
                </a:lnTo>
                <a:cubicBezTo>
                  <a:pt x="947024" y="79391"/>
                  <a:pt x="917067" y="73009"/>
                  <a:pt x="917067" y="73009"/>
                </a:cubicBezTo>
                <a:lnTo>
                  <a:pt x="917067" y="148114"/>
                </a:lnTo>
                <a:cubicBezTo>
                  <a:pt x="917067" y="148114"/>
                  <a:pt x="947024" y="154496"/>
                  <a:pt x="947024" y="154496"/>
                </a:cubicBezTo>
                <a:lnTo>
                  <a:pt x="947024" y="185642"/>
                </a:lnTo>
                <a:cubicBezTo>
                  <a:pt x="947024" y="185642"/>
                  <a:pt x="853393" y="165735"/>
                  <a:pt x="853393" y="165735"/>
                </a:cubicBezTo>
                <a:lnTo>
                  <a:pt x="853393" y="134588"/>
                </a:lnTo>
                <a:cubicBezTo>
                  <a:pt x="853393" y="134588"/>
                  <a:pt x="883349" y="140970"/>
                  <a:pt x="883349" y="140970"/>
                </a:cubicBezTo>
                <a:lnTo>
                  <a:pt x="883349" y="65865"/>
                </a:lnTo>
                <a:cubicBezTo>
                  <a:pt x="883349" y="65865"/>
                  <a:pt x="853393" y="59484"/>
                  <a:pt x="853393" y="59484"/>
                </a:cubicBezTo>
                <a:lnTo>
                  <a:pt x="853393" y="28575"/>
                </a:lnTo>
                <a:cubicBezTo>
                  <a:pt x="853393" y="28575"/>
                  <a:pt x="947024" y="48482"/>
                  <a:pt x="947024" y="48482"/>
                </a:cubicBezTo>
                <a:close/>
                <a:moveTo>
                  <a:pt x="1026319" y="62627"/>
                </a:moveTo>
                <a:cubicBezTo>
                  <a:pt x="1068944" y="71676"/>
                  <a:pt x="1094994" y="107966"/>
                  <a:pt x="1094994" y="148447"/>
                </a:cubicBezTo>
                <a:cubicBezTo>
                  <a:pt x="1094994" y="189119"/>
                  <a:pt x="1068944" y="214313"/>
                  <a:pt x="1026319" y="205264"/>
                </a:cubicBezTo>
                <a:cubicBezTo>
                  <a:pt x="983504" y="196167"/>
                  <a:pt x="957263" y="159829"/>
                  <a:pt x="957263" y="119205"/>
                </a:cubicBezTo>
                <a:cubicBezTo>
                  <a:pt x="957263" y="78724"/>
                  <a:pt x="983504" y="53578"/>
                  <a:pt x="1026319" y="62675"/>
                </a:cubicBezTo>
                <a:moveTo>
                  <a:pt x="1026319" y="173117"/>
                </a:moveTo>
                <a:cubicBezTo>
                  <a:pt x="1049036" y="177927"/>
                  <a:pt x="1060180" y="165926"/>
                  <a:pt x="1060180" y="141018"/>
                </a:cubicBezTo>
                <a:cubicBezTo>
                  <a:pt x="1060180" y="116110"/>
                  <a:pt x="1048846" y="99489"/>
                  <a:pt x="1026319" y="94726"/>
                </a:cubicBezTo>
                <a:cubicBezTo>
                  <a:pt x="1003602" y="89916"/>
                  <a:pt x="992267" y="101870"/>
                  <a:pt x="992267" y="126587"/>
                </a:cubicBezTo>
                <a:cubicBezTo>
                  <a:pt x="992267" y="151495"/>
                  <a:pt x="1003649" y="168307"/>
                  <a:pt x="1026319" y="173117"/>
                </a:cubicBezTo>
                <a:moveTo>
                  <a:pt x="1111949" y="83534"/>
                </a:moveTo>
                <a:lnTo>
                  <a:pt x="1175814" y="97107"/>
                </a:lnTo>
                <a:lnTo>
                  <a:pt x="1212675" y="230791"/>
                </a:lnTo>
                <a:lnTo>
                  <a:pt x="1212675" y="104918"/>
                </a:lnTo>
                <a:cubicBezTo>
                  <a:pt x="1212675" y="104918"/>
                  <a:pt x="1246537" y="112109"/>
                  <a:pt x="1246537" y="112109"/>
                </a:cubicBezTo>
                <a:lnTo>
                  <a:pt x="1246537" y="249269"/>
                </a:lnTo>
                <a:cubicBezTo>
                  <a:pt x="1246537" y="249269"/>
                  <a:pt x="1182672" y="235696"/>
                  <a:pt x="1182672" y="235696"/>
                </a:cubicBezTo>
                <a:lnTo>
                  <a:pt x="1145810" y="102013"/>
                </a:lnTo>
                <a:lnTo>
                  <a:pt x="1145810" y="227886"/>
                </a:lnTo>
                <a:cubicBezTo>
                  <a:pt x="1145810" y="227886"/>
                  <a:pt x="1111949" y="220694"/>
                  <a:pt x="1111949" y="220694"/>
                </a:cubicBezTo>
                <a:lnTo>
                  <a:pt x="1111949" y="83534"/>
                </a:lnTo>
                <a:close/>
                <a:moveTo>
                  <a:pt x="42101" y="138970"/>
                </a:moveTo>
                <a:lnTo>
                  <a:pt x="104108" y="125778"/>
                </a:lnTo>
                <a:lnTo>
                  <a:pt x="145971" y="254032"/>
                </a:lnTo>
                <a:lnTo>
                  <a:pt x="110061" y="261652"/>
                </a:lnTo>
                <a:lnTo>
                  <a:pt x="97774" y="222837"/>
                </a:lnTo>
                <a:lnTo>
                  <a:pt x="47863" y="233458"/>
                </a:lnTo>
                <a:lnTo>
                  <a:pt x="35576" y="277511"/>
                </a:lnTo>
                <a:lnTo>
                  <a:pt x="0" y="285083"/>
                </a:lnTo>
                <a:lnTo>
                  <a:pt x="42053" y="138970"/>
                </a:lnTo>
                <a:close/>
                <a:moveTo>
                  <a:pt x="88440" y="193929"/>
                </a:moveTo>
                <a:lnTo>
                  <a:pt x="72819" y="144923"/>
                </a:lnTo>
                <a:lnTo>
                  <a:pt x="57198" y="200597"/>
                </a:lnTo>
                <a:lnTo>
                  <a:pt x="88488" y="193929"/>
                </a:lnTo>
                <a:close/>
                <a:moveTo>
                  <a:pt x="214646" y="242173"/>
                </a:moveTo>
                <a:cubicBezTo>
                  <a:pt x="168307" y="252031"/>
                  <a:pt x="148733" y="235553"/>
                  <a:pt x="148733" y="199930"/>
                </a:cubicBezTo>
                <a:lnTo>
                  <a:pt x="183738" y="192500"/>
                </a:lnTo>
                <a:cubicBezTo>
                  <a:pt x="183738" y="211979"/>
                  <a:pt x="190977" y="217599"/>
                  <a:pt x="215408" y="212408"/>
                </a:cubicBezTo>
                <a:cubicBezTo>
                  <a:pt x="231982" y="208883"/>
                  <a:pt x="239030" y="203883"/>
                  <a:pt x="239030" y="195310"/>
                </a:cubicBezTo>
                <a:cubicBezTo>
                  <a:pt x="239030" y="190452"/>
                  <a:pt x="235315" y="187547"/>
                  <a:pt x="227886" y="187166"/>
                </a:cubicBezTo>
                <a:lnTo>
                  <a:pt x="183975" y="184452"/>
                </a:lnTo>
                <a:cubicBezTo>
                  <a:pt x="161258" y="182880"/>
                  <a:pt x="154210" y="170545"/>
                  <a:pt x="154210" y="153210"/>
                </a:cubicBezTo>
                <a:cubicBezTo>
                  <a:pt x="154210" y="126540"/>
                  <a:pt x="173212" y="108299"/>
                  <a:pt x="207645" y="101013"/>
                </a:cubicBezTo>
                <a:cubicBezTo>
                  <a:pt x="248603" y="92297"/>
                  <a:pt x="268891" y="108252"/>
                  <a:pt x="268891" y="138017"/>
                </a:cubicBezTo>
                <a:lnTo>
                  <a:pt x="234077" y="145399"/>
                </a:lnTo>
                <a:cubicBezTo>
                  <a:pt x="234077" y="130635"/>
                  <a:pt x="226076" y="126111"/>
                  <a:pt x="208217" y="129873"/>
                </a:cubicBezTo>
                <a:cubicBezTo>
                  <a:pt x="195739" y="132540"/>
                  <a:pt x="189215" y="137208"/>
                  <a:pt x="189215" y="145018"/>
                </a:cubicBezTo>
                <a:cubicBezTo>
                  <a:pt x="189215" y="148923"/>
                  <a:pt x="191262" y="151781"/>
                  <a:pt x="199454" y="152352"/>
                </a:cubicBezTo>
                <a:lnTo>
                  <a:pt x="242078" y="154400"/>
                </a:lnTo>
                <a:cubicBezTo>
                  <a:pt x="263843" y="155400"/>
                  <a:pt x="273891" y="166306"/>
                  <a:pt x="273891" y="186357"/>
                </a:cubicBezTo>
                <a:cubicBezTo>
                  <a:pt x="273891" y="212408"/>
                  <a:pt x="256747" y="233172"/>
                  <a:pt x="214694" y="242125"/>
                </a:cubicBezTo>
                <a:moveTo>
                  <a:pt x="283702" y="156115"/>
                </a:moveTo>
                <a:cubicBezTo>
                  <a:pt x="283702" y="115633"/>
                  <a:pt x="310325" y="79248"/>
                  <a:pt x="353330" y="70104"/>
                </a:cubicBezTo>
                <a:cubicBezTo>
                  <a:pt x="390906" y="62103"/>
                  <a:pt x="415862" y="78010"/>
                  <a:pt x="419767" y="111633"/>
                </a:cubicBezTo>
                <a:lnTo>
                  <a:pt x="384953" y="119015"/>
                </a:lnTo>
                <a:cubicBezTo>
                  <a:pt x="382143" y="104823"/>
                  <a:pt x="370047" y="98631"/>
                  <a:pt x="353473" y="102156"/>
                </a:cubicBezTo>
                <a:cubicBezTo>
                  <a:pt x="333185" y="106490"/>
                  <a:pt x="318659" y="121634"/>
                  <a:pt x="318659" y="148638"/>
                </a:cubicBezTo>
                <a:cubicBezTo>
                  <a:pt x="318659" y="175879"/>
                  <a:pt x="333185" y="184833"/>
                  <a:pt x="353473" y="180546"/>
                </a:cubicBezTo>
                <a:cubicBezTo>
                  <a:pt x="370047" y="177022"/>
                  <a:pt x="382143" y="165497"/>
                  <a:pt x="384953" y="150114"/>
                </a:cubicBezTo>
                <a:lnTo>
                  <a:pt x="419767" y="142732"/>
                </a:lnTo>
                <a:cubicBezTo>
                  <a:pt x="415862" y="178213"/>
                  <a:pt x="390906" y="204692"/>
                  <a:pt x="353330" y="212693"/>
                </a:cubicBezTo>
                <a:cubicBezTo>
                  <a:pt x="310325" y="221837"/>
                  <a:pt x="283702" y="196739"/>
                  <a:pt x="283702" y="156115"/>
                </a:cubicBezTo>
                <a:moveTo>
                  <a:pt x="436340" y="55150"/>
                </a:moveTo>
                <a:lnTo>
                  <a:pt x="540782" y="32956"/>
                </a:lnTo>
                <a:lnTo>
                  <a:pt x="540782" y="63865"/>
                </a:lnTo>
                <a:cubicBezTo>
                  <a:pt x="540782" y="63865"/>
                  <a:pt x="470440" y="78819"/>
                  <a:pt x="470440" y="78819"/>
                </a:cubicBezTo>
                <a:lnTo>
                  <a:pt x="470440" y="101775"/>
                </a:lnTo>
                <a:cubicBezTo>
                  <a:pt x="470440" y="101775"/>
                  <a:pt x="531495" y="88821"/>
                  <a:pt x="531495" y="88821"/>
                </a:cubicBezTo>
                <a:lnTo>
                  <a:pt x="531495" y="118015"/>
                </a:lnTo>
                <a:cubicBezTo>
                  <a:pt x="531495" y="118015"/>
                  <a:pt x="470440" y="131016"/>
                  <a:pt x="470440" y="131016"/>
                </a:cubicBezTo>
                <a:lnTo>
                  <a:pt x="470440" y="154162"/>
                </a:lnTo>
                <a:cubicBezTo>
                  <a:pt x="470440" y="154162"/>
                  <a:pt x="540782" y="139208"/>
                  <a:pt x="540782" y="139208"/>
                </a:cubicBezTo>
                <a:lnTo>
                  <a:pt x="540782" y="170117"/>
                </a:lnTo>
                <a:cubicBezTo>
                  <a:pt x="540782" y="170117"/>
                  <a:pt x="436340" y="192310"/>
                  <a:pt x="436340" y="192310"/>
                </a:cubicBezTo>
                <a:lnTo>
                  <a:pt x="436340" y="55150"/>
                </a:lnTo>
                <a:close/>
                <a:moveTo>
                  <a:pt x="561308" y="28623"/>
                </a:moveTo>
                <a:lnTo>
                  <a:pt x="625173" y="15049"/>
                </a:lnTo>
                <a:lnTo>
                  <a:pt x="662035" y="133112"/>
                </a:lnTo>
                <a:lnTo>
                  <a:pt x="662035" y="7239"/>
                </a:lnTo>
                <a:cubicBezTo>
                  <a:pt x="662035" y="7239"/>
                  <a:pt x="695897" y="48"/>
                  <a:pt x="695897" y="48"/>
                </a:cubicBezTo>
                <a:lnTo>
                  <a:pt x="695897" y="137208"/>
                </a:lnTo>
                <a:cubicBezTo>
                  <a:pt x="695897" y="137208"/>
                  <a:pt x="632032" y="150781"/>
                  <a:pt x="632032" y="150781"/>
                </a:cubicBezTo>
                <a:lnTo>
                  <a:pt x="595170" y="32718"/>
                </a:lnTo>
                <a:lnTo>
                  <a:pt x="595170" y="158591"/>
                </a:lnTo>
                <a:cubicBezTo>
                  <a:pt x="595170" y="158591"/>
                  <a:pt x="561308" y="165783"/>
                  <a:pt x="561308" y="165783"/>
                </a:cubicBezTo>
                <a:lnTo>
                  <a:pt x="561308" y="28623"/>
                </a:lnTo>
                <a:close/>
              </a:path>
            </a:pathLst>
          </a:custGeom>
          <a:solidFill>
            <a:srgbClr val="FFFFFF"/>
          </a:solidFill>
          <a:ln w="4763" cap="flat">
            <a:noFill/>
            <a:prstDash val="solid"/>
            <a:miter/>
          </a:ln>
        </p:spPr>
        <p:txBody>
          <a:bodyPr rtlCol="0" anchor="ctr"/>
          <a:lstStyle/>
          <a:p>
            <a:endParaRPr lang="en-AU" sz="2400"/>
          </a:p>
        </p:txBody>
      </p:sp>
      <p:sp>
        <p:nvSpPr>
          <p:cNvPr id="33" name="Google Shape;10;p2">
            <a:extLst>
              <a:ext uri="{FF2B5EF4-FFF2-40B4-BE49-F238E27FC236}">
                <a16:creationId xmlns:a16="http://schemas.microsoft.com/office/drawing/2014/main" id="{D543CF40-CA6C-AB12-3735-CF8AC652A545}"/>
              </a:ext>
            </a:extLst>
          </p:cNvPr>
          <p:cNvSpPr txBox="1">
            <a:spLocks noGrp="1"/>
          </p:cNvSpPr>
          <p:nvPr>
            <p:ph type="ctrTitle" hasCustomPrompt="1"/>
          </p:nvPr>
        </p:nvSpPr>
        <p:spPr>
          <a:xfrm>
            <a:off x="415610" y="2930237"/>
            <a:ext cx="4610203" cy="689187"/>
          </a:xfrm>
          <a:prstGeom prst="rect">
            <a:avLst/>
          </a:prstGeom>
        </p:spPr>
        <p:txBody>
          <a:bodyPr spcFirstLastPara="1" wrap="square" lIns="90000" tIns="90000" rIns="90000" bIns="36000" anchor="b" anchorCtr="0">
            <a:noAutofit/>
          </a:bodyPr>
          <a:lstStyle>
            <a:lvl1pPr lvl="0" algn="l">
              <a:spcBef>
                <a:spcPts val="0"/>
              </a:spcBef>
              <a:spcAft>
                <a:spcPts val="0"/>
              </a:spcAft>
              <a:buSzPts val="5200"/>
              <a:buNone/>
              <a:defRPr sz="3733" b="1">
                <a:solidFill>
                  <a:schemeClr val="tx1"/>
                </a:solidFill>
                <a:latin typeface="PP Neue Machina Plain Ultrabold" pitchFamily="50" charset="0"/>
              </a:defRPr>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r>
              <a:rPr lang="en-IN"/>
              <a:t>Section Title</a:t>
            </a:r>
            <a:endParaRPr/>
          </a:p>
        </p:txBody>
      </p:sp>
      <p:sp>
        <p:nvSpPr>
          <p:cNvPr id="16" name="Text Placeholder 15">
            <a:extLst>
              <a:ext uri="{FF2B5EF4-FFF2-40B4-BE49-F238E27FC236}">
                <a16:creationId xmlns:a16="http://schemas.microsoft.com/office/drawing/2014/main" id="{17A7E5E8-BE49-EF88-3BBF-34F70B616301}"/>
              </a:ext>
            </a:extLst>
          </p:cNvPr>
          <p:cNvSpPr>
            <a:spLocks noGrp="1"/>
          </p:cNvSpPr>
          <p:nvPr>
            <p:ph type="body" sz="quarter" idx="14" hasCustomPrompt="1"/>
          </p:nvPr>
        </p:nvSpPr>
        <p:spPr>
          <a:xfrm>
            <a:off x="505885" y="1986280"/>
            <a:ext cx="1763183" cy="689187"/>
          </a:xfrm>
          <a:noFill/>
        </p:spPr>
        <p:txBody>
          <a:bodyPr anchor="ctr">
            <a:noAutofit/>
          </a:bodyPr>
          <a:lstStyle>
            <a:lvl1pPr marL="0" indent="0" algn="l">
              <a:buNone/>
              <a:defRPr sz="7200" b="1">
                <a:solidFill>
                  <a:schemeClr val="accent1"/>
                </a:solidFill>
              </a:defRPr>
            </a:lvl1pPr>
          </a:lstStyle>
          <a:p>
            <a:pPr lvl="0"/>
            <a:r>
              <a:rPr lang="en-IN"/>
              <a:t>01</a:t>
            </a:r>
            <a:endParaRPr lang="en-AU"/>
          </a:p>
        </p:txBody>
      </p:sp>
    </p:spTree>
    <p:extLst>
      <p:ext uri="{BB962C8B-B14F-4D97-AF65-F5344CB8AC3E}">
        <p14:creationId xmlns:p14="http://schemas.microsoft.com/office/powerpoint/2010/main" val="487408348"/>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slide" preserve="1">
  <p:cSld name="1_Title slide">
    <p:bg>
      <p:bgPr>
        <a:solidFill>
          <a:schemeClr val="bg1">
            <a:lumMod val="95000"/>
          </a:schemeClr>
        </a:solidFill>
        <a:effectLst/>
      </p:bgPr>
    </p:bg>
    <p:spTree>
      <p:nvGrpSpPr>
        <p:cNvPr id="1" name="Shape 9"/>
        <p:cNvGrpSpPr/>
        <p:nvPr/>
      </p:nvGrpSpPr>
      <p:grpSpPr>
        <a:xfrm>
          <a:off x="0" y="0"/>
          <a:ext cx="0" cy="0"/>
          <a:chOff x="0" y="0"/>
          <a:chExt cx="0" cy="0"/>
        </a:xfrm>
      </p:grpSpPr>
      <p:sp>
        <p:nvSpPr>
          <p:cNvPr id="2" name="Picture Placeholder 2">
            <a:extLst>
              <a:ext uri="{FF2B5EF4-FFF2-40B4-BE49-F238E27FC236}">
                <a16:creationId xmlns:a16="http://schemas.microsoft.com/office/drawing/2014/main" id="{E24EB988-1B3E-4E16-DFC4-94BCB32833AA}"/>
              </a:ext>
            </a:extLst>
          </p:cNvPr>
          <p:cNvSpPr>
            <a:spLocks noGrp="1"/>
          </p:cNvSpPr>
          <p:nvPr>
            <p:ph type="pic" sz="quarter" idx="13" hasCustomPrompt="1"/>
          </p:nvPr>
        </p:nvSpPr>
        <p:spPr>
          <a:xfrm>
            <a:off x="0" y="250401"/>
            <a:ext cx="12192635" cy="5950375"/>
          </a:xfrm>
          <a:custGeom>
            <a:avLst/>
            <a:gdLst>
              <a:gd name="connsiteX0" fmla="*/ 0 w 9144000"/>
              <a:gd name="connsiteY0" fmla="*/ 0 h 4442826"/>
              <a:gd name="connsiteX1" fmla="*/ 9144000 w 9144000"/>
              <a:gd name="connsiteY1" fmla="*/ 0 h 4442826"/>
              <a:gd name="connsiteX2" fmla="*/ 9144000 w 9144000"/>
              <a:gd name="connsiteY2" fmla="*/ 4442826 h 4442826"/>
              <a:gd name="connsiteX3" fmla="*/ 0 w 9144000"/>
              <a:gd name="connsiteY3" fmla="*/ 4442826 h 4442826"/>
              <a:gd name="connsiteX4" fmla="*/ 0 w 9144000"/>
              <a:gd name="connsiteY4" fmla="*/ 0 h 4442826"/>
              <a:gd name="connsiteX0" fmla="*/ 0 w 9151620"/>
              <a:gd name="connsiteY0" fmla="*/ 0 h 4458066"/>
              <a:gd name="connsiteX1" fmla="*/ 9144000 w 9151620"/>
              <a:gd name="connsiteY1" fmla="*/ 0 h 4458066"/>
              <a:gd name="connsiteX2" fmla="*/ 9151620 w 9151620"/>
              <a:gd name="connsiteY2" fmla="*/ 4458066 h 4458066"/>
              <a:gd name="connsiteX3" fmla="*/ 0 w 9151620"/>
              <a:gd name="connsiteY3" fmla="*/ 4442826 h 4458066"/>
              <a:gd name="connsiteX4" fmla="*/ 0 w 9151620"/>
              <a:gd name="connsiteY4"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0 w 9151620"/>
              <a:gd name="connsiteY4" fmla="*/ 4442826 h 4458066"/>
              <a:gd name="connsiteX5" fmla="*/ 0 w 9151620"/>
              <a:gd name="connsiteY5"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7551420 w 9151620"/>
              <a:gd name="connsiteY4" fmla="*/ 4436111 h 4458066"/>
              <a:gd name="connsiteX5" fmla="*/ 0 w 9151620"/>
              <a:gd name="connsiteY5" fmla="*/ 4442826 h 4458066"/>
              <a:gd name="connsiteX6" fmla="*/ 0 w 9151620"/>
              <a:gd name="connsiteY6"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82940 w 9151620"/>
              <a:gd name="connsiteY4" fmla="*/ 443611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60080 w 9151620"/>
              <a:gd name="connsiteY4" fmla="*/ 430657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1420 w 9151620"/>
              <a:gd name="connsiteY5" fmla="*/ 4436111 h 4462781"/>
              <a:gd name="connsiteX6" fmla="*/ 0 w 9151620"/>
              <a:gd name="connsiteY6" fmla="*/ 4442826 h 4462781"/>
              <a:gd name="connsiteX7" fmla="*/ 0 w 9151620"/>
              <a:gd name="connsiteY7" fmla="*/ 0 h 4462781"/>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6182 w 9151620"/>
              <a:gd name="connsiteY5" fmla="*/ 4462304 h 4462781"/>
              <a:gd name="connsiteX6" fmla="*/ 0 w 9151620"/>
              <a:gd name="connsiteY6" fmla="*/ 4442826 h 4462781"/>
              <a:gd name="connsiteX7" fmla="*/ 0 w 9151620"/>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56182 w 9144476"/>
              <a:gd name="connsiteY5" fmla="*/ 4462304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476" h="4462781">
                <a:moveTo>
                  <a:pt x="0" y="0"/>
                </a:moveTo>
                <a:lnTo>
                  <a:pt x="9144000" y="0"/>
                </a:lnTo>
                <a:cubicBezTo>
                  <a:pt x="9144159" y="1486022"/>
                  <a:pt x="9144317" y="2972044"/>
                  <a:pt x="9144476" y="4458066"/>
                </a:cubicBezTo>
                <a:lnTo>
                  <a:pt x="8953500" y="4462781"/>
                </a:lnTo>
                <a:lnTo>
                  <a:pt x="8260080" y="4306571"/>
                </a:lnTo>
                <a:lnTo>
                  <a:pt x="7541895" y="4452779"/>
                </a:lnTo>
                <a:lnTo>
                  <a:pt x="0" y="4442826"/>
                </a:lnTo>
                <a:lnTo>
                  <a:pt x="0" y="0"/>
                </a:lnTo>
                <a:close/>
              </a:path>
            </a:pathLst>
          </a:custGeom>
          <a:noFill/>
        </p:spPr>
        <p:txBody>
          <a:bodyPr/>
          <a:lstStyle>
            <a:lvl1pPr marL="152396" indent="0">
              <a:buNone/>
              <a:defRPr/>
            </a:lvl1pPr>
          </a:lstStyle>
          <a:p>
            <a:r>
              <a:rPr lang="en-IN"/>
              <a:t> </a:t>
            </a:r>
            <a:endParaRPr lang="en-AU"/>
          </a:p>
        </p:txBody>
      </p:sp>
      <p:sp>
        <p:nvSpPr>
          <p:cNvPr id="13" name="Freeform: Shape 12">
            <a:extLst>
              <a:ext uri="{FF2B5EF4-FFF2-40B4-BE49-F238E27FC236}">
                <a16:creationId xmlns:a16="http://schemas.microsoft.com/office/drawing/2014/main" id="{DCFA8F1A-438C-2D31-EC45-A4CCF4206F40}"/>
              </a:ext>
            </a:extLst>
          </p:cNvPr>
          <p:cNvSpPr/>
          <p:nvPr/>
        </p:nvSpPr>
        <p:spPr>
          <a:xfrm>
            <a:off x="0" y="5740400"/>
            <a:ext cx="12192000" cy="1143000"/>
          </a:xfrm>
          <a:custGeom>
            <a:avLst/>
            <a:gdLst>
              <a:gd name="connsiteX0" fmla="*/ 0 w 9144000"/>
              <a:gd name="connsiteY0" fmla="*/ 857250 h 857250"/>
              <a:gd name="connsiteX1" fmla="*/ 0 w 9144000"/>
              <a:gd name="connsiteY1" fmla="*/ 149828 h 857250"/>
              <a:gd name="connsiteX2" fmla="*/ 7540609 w 9144000"/>
              <a:gd name="connsiteY2" fmla="*/ 149828 h 857250"/>
              <a:gd name="connsiteX3" fmla="*/ 8245698 w 9144000"/>
              <a:gd name="connsiteY3" fmla="*/ 0 h 857250"/>
              <a:gd name="connsiteX4" fmla="*/ 8933831 w 9144000"/>
              <a:gd name="connsiteY4" fmla="*/ 149828 h 857250"/>
              <a:gd name="connsiteX5" fmla="*/ 9144000 w 9144000"/>
              <a:gd name="connsiteY5" fmla="*/ 149828 h 857250"/>
              <a:gd name="connsiteX6" fmla="*/ 9144000 w 9144000"/>
              <a:gd name="connsiteY6" fmla="*/ 857250 h 857250"/>
              <a:gd name="connsiteX7" fmla="*/ 0 w 9144000"/>
              <a:gd name="connsiteY7" fmla="*/ 85725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857250">
                <a:moveTo>
                  <a:pt x="0" y="857250"/>
                </a:moveTo>
                <a:lnTo>
                  <a:pt x="0" y="149828"/>
                </a:lnTo>
                <a:lnTo>
                  <a:pt x="7540609" y="149828"/>
                </a:lnTo>
                <a:lnTo>
                  <a:pt x="8245698" y="0"/>
                </a:lnTo>
                <a:lnTo>
                  <a:pt x="8933831" y="149828"/>
                </a:lnTo>
                <a:lnTo>
                  <a:pt x="9144000" y="149828"/>
                </a:lnTo>
                <a:lnTo>
                  <a:pt x="9144000" y="857250"/>
                </a:lnTo>
                <a:lnTo>
                  <a:pt x="0" y="857250"/>
                </a:lnTo>
                <a:close/>
              </a:path>
            </a:pathLst>
          </a:custGeom>
          <a:gradFill>
            <a:gsLst>
              <a:gs pos="0">
                <a:srgbClr val="5BC1A0"/>
              </a:gs>
              <a:gs pos="50000">
                <a:srgbClr val="2E9376"/>
              </a:gs>
              <a:gs pos="100000">
                <a:srgbClr val="01654D"/>
              </a:gs>
            </a:gsLst>
            <a:lin ang="0" scaled="1"/>
          </a:gradFill>
          <a:ln w="8132" cap="flat">
            <a:noFill/>
            <a:prstDash val="solid"/>
            <a:miter/>
          </a:ln>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marL="0" lvl="0" defTabSz="1219170" eaLnBrk="1" latinLnBrk="0" hangingPunct="1"/>
            <a:endParaRPr lang="en-AU" sz="2400" kern="1200">
              <a:solidFill>
                <a:schemeClr val="tx1"/>
              </a:solidFill>
              <a:latin typeface="+mn-lt"/>
              <a:ea typeface="+mn-ea"/>
              <a:cs typeface="+mn-cs"/>
            </a:endParaRPr>
          </a:p>
        </p:txBody>
      </p:sp>
      <p:sp>
        <p:nvSpPr>
          <p:cNvPr id="14" name="Freeform: Shape 13">
            <a:extLst>
              <a:ext uri="{FF2B5EF4-FFF2-40B4-BE49-F238E27FC236}">
                <a16:creationId xmlns:a16="http://schemas.microsoft.com/office/drawing/2014/main" id="{6332EFC7-40EB-E5E0-6D5B-205A7815463F}"/>
              </a:ext>
            </a:extLst>
          </p:cNvPr>
          <p:cNvSpPr/>
          <p:nvPr/>
        </p:nvSpPr>
        <p:spPr>
          <a:xfrm>
            <a:off x="10054144" y="5922074"/>
            <a:ext cx="1662048" cy="380111"/>
          </a:xfrm>
          <a:custGeom>
            <a:avLst/>
            <a:gdLst>
              <a:gd name="connsiteX0" fmla="*/ 718995 w 1246536"/>
              <a:gd name="connsiteY0" fmla="*/ 0 h 285083"/>
              <a:gd name="connsiteX1" fmla="*/ 769239 w 1246536"/>
              <a:gd name="connsiteY1" fmla="*/ 10668 h 285083"/>
              <a:gd name="connsiteX2" fmla="*/ 842391 w 1246536"/>
              <a:gd name="connsiteY2" fmla="*/ 94726 h 285083"/>
              <a:gd name="connsiteX3" fmla="*/ 769239 w 1246536"/>
              <a:gd name="connsiteY3" fmla="*/ 147876 h 285083"/>
              <a:gd name="connsiteX4" fmla="*/ 718995 w 1246536"/>
              <a:gd name="connsiteY4" fmla="*/ 137208 h 285083"/>
              <a:gd name="connsiteX5" fmla="*/ 718995 w 1246536"/>
              <a:gd name="connsiteY5" fmla="*/ 48 h 285083"/>
              <a:gd name="connsiteX6" fmla="*/ 769239 w 1246536"/>
              <a:gd name="connsiteY6" fmla="*/ 116729 h 285083"/>
              <a:gd name="connsiteX7" fmla="*/ 808530 w 1246536"/>
              <a:gd name="connsiteY7" fmla="*/ 87535 h 285083"/>
              <a:gd name="connsiteX8" fmla="*/ 769239 w 1246536"/>
              <a:gd name="connsiteY8" fmla="*/ 41624 h 285083"/>
              <a:gd name="connsiteX9" fmla="*/ 752856 w 1246536"/>
              <a:gd name="connsiteY9" fmla="*/ 38148 h 285083"/>
              <a:gd name="connsiteX10" fmla="*/ 752856 w 1246536"/>
              <a:gd name="connsiteY10" fmla="*/ 113252 h 285083"/>
              <a:gd name="connsiteX11" fmla="*/ 769239 w 1246536"/>
              <a:gd name="connsiteY11" fmla="*/ 116729 h 285083"/>
              <a:gd name="connsiteX12" fmla="*/ 947024 w 1246536"/>
              <a:gd name="connsiteY12" fmla="*/ 48482 h 285083"/>
              <a:gd name="connsiteX13" fmla="*/ 947024 w 1246536"/>
              <a:gd name="connsiteY13" fmla="*/ 79391 h 285083"/>
              <a:gd name="connsiteX14" fmla="*/ 917067 w 1246536"/>
              <a:gd name="connsiteY14" fmla="*/ 73009 h 285083"/>
              <a:gd name="connsiteX15" fmla="*/ 917067 w 1246536"/>
              <a:gd name="connsiteY15" fmla="*/ 148114 h 285083"/>
              <a:gd name="connsiteX16" fmla="*/ 947024 w 1246536"/>
              <a:gd name="connsiteY16" fmla="*/ 154496 h 285083"/>
              <a:gd name="connsiteX17" fmla="*/ 947024 w 1246536"/>
              <a:gd name="connsiteY17" fmla="*/ 185642 h 285083"/>
              <a:gd name="connsiteX18" fmla="*/ 853393 w 1246536"/>
              <a:gd name="connsiteY18" fmla="*/ 165735 h 285083"/>
              <a:gd name="connsiteX19" fmla="*/ 853393 w 1246536"/>
              <a:gd name="connsiteY19" fmla="*/ 134588 h 285083"/>
              <a:gd name="connsiteX20" fmla="*/ 883349 w 1246536"/>
              <a:gd name="connsiteY20" fmla="*/ 140970 h 285083"/>
              <a:gd name="connsiteX21" fmla="*/ 883349 w 1246536"/>
              <a:gd name="connsiteY21" fmla="*/ 65865 h 285083"/>
              <a:gd name="connsiteX22" fmla="*/ 853393 w 1246536"/>
              <a:gd name="connsiteY22" fmla="*/ 59484 h 285083"/>
              <a:gd name="connsiteX23" fmla="*/ 853393 w 1246536"/>
              <a:gd name="connsiteY23" fmla="*/ 28575 h 285083"/>
              <a:gd name="connsiteX24" fmla="*/ 947024 w 1246536"/>
              <a:gd name="connsiteY24" fmla="*/ 48482 h 285083"/>
              <a:gd name="connsiteX25" fmla="*/ 1026319 w 1246536"/>
              <a:gd name="connsiteY25" fmla="*/ 62627 h 285083"/>
              <a:gd name="connsiteX26" fmla="*/ 1094994 w 1246536"/>
              <a:gd name="connsiteY26" fmla="*/ 148447 h 285083"/>
              <a:gd name="connsiteX27" fmla="*/ 1026319 w 1246536"/>
              <a:gd name="connsiteY27" fmla="*/ 205264 h 285083"/>
              <a:gd name="connsiteX28" fmla="*/ 957263 w 1246536"/>
              <a:gd name="connsiteY28" fmla="*/ 119205 h 285083"/>
              <a:gd name="connsiteX29" fmla="*/ 1026319 w 1246536"/>
              <a:gd name="connsiteY29" fmla="*/ 62675 h 285083"/>
              <a:gd name="connsiteX30" fmla="*/ 1026319 w 1246536"/>
              <a:gd name="connsiteY30" fmla="*/ 173117 h 285083"/>
              <a:gd name="connsiteX31" fmla="*/ 1060180 w 1246536"/>
              <a:gd name="connsiteY31" fmla="*/ 141018 h 285083"/>
              <a:gd name="connsiteX32" fmla="*/ 1026319 w 1246536"/>
              <a:gd name="connsiteY32" fmla="*/ 94726 h 285083"/>
              <a:gd name="connsiteX33" fmla="*/ 992267 w 1246536"/>
              <a:gd name="connsiteY33" fmla="*/ 126587 h 285083"/>
              <a:gd name="connsiteX34" fmla="*/ 1026319 w 1246536"/>
              <a:gd name="connsiteY34" fmla="*/ 173117 h 285083"/>
              <a:gd name="connsiteX35" fmla="*/ 1111949 w 1246536"/>
              <a:gd name="connsiteY35" fmla="*/ 83534 h 285083"/>
              <a:gd name="connsiteX36" fmla="*/ 1175814 w 1246536"/>
              <a:gd name="connsiteY36" fmla="*/ 97107 h 285083"/>
              <a:gd name="connsiteX37" fmla="*/ 1212675 w 1246536"/>
              <a:gd name="connsiteY37" fmla="*/ 230791 h 285083"/>
              <a:gd name="connsiteX38" fmla="*/ 1212675 w 1246536"/>
              <a:gd name="connsiteY38" fmla="*/ 104918 h 285083"/>
              <a:gd name="connsiteX39" fmla="*/ 1246537 w 1246536"/>
              <a:gd name="connsiteY39" fmla="*/ 112109 h 285083"/>
              <a:gd name="connsiteX40" fmla="*/ 1246537 w 1246536"/>
              <a:gd name="connsiteY40" fmla="*/ 249269 h 285083"/>
              <a:gd name="connsiteX41" fmla="*/ 1182672 w 1246536"/>
              <a:gd name="connsiteY41" fmla="*/ 235696 h 285083"/>
              <a:gd name="connsiteX42" fmla="*/ 1145810 w 1246536"/>
              <a:gd name="connsiteY42" fmla="*/ 102013 h 285083"/>
              <a:gd name="connsiteX43" fmla="*/ 1145810 w 1246536"/>
              <a:gd name="connsiteY43" fmla="*/ 227886 h 285083"/>
              <a:gd name="connsiteX44" fmla="*/ 1111949 w 1246536"/>
              <a:gd name="connsiteY44" fmla="*/ 220694 h 285083"/>
              <a:gd name="connsiteX45" fmla="*/ 1111949 w 1246536"/>
              <a:gd name="connsiteY45" fmla="*/ 83534 h 285083"/>
              <a:gd name="connsiteX46" fmla="*/ 42101 w 1246536"/>
              <a:gd name="connsiteY46" fmla="*/ 138970 h 285083"/>
              <a:gd name="connsiteX47" fmla="*/ 104108 w 1246536"/>
              <a:gd name="connsiteY47" fmla="*/ 125778 h 285083"/>
              <a:gd name="connsiteX48" fmla="*/ 145971 w 1246536"/>
              <a:gd name="connsiteY48" fmla="*/ 254032 h 285083"/>
              <a:gd name="connsiteX49" fmla="*/ 110061 w 1246536"/>
              <a:gd name="connsiteY49" fmla="*/ 261652 h 285083"/>
              <a:gd name="connsiteX50" fmla="*/ 97774 w 1246536"/>
              <a:gd name="connsiteY50" fmla="*/ 222837 h 285083"/>
              <a:gd name="connsiteX51" fmla="*/ 47863 w 1246536"/>
              <a:gd name="connsiteY51" fmla="*/ 233458 h 285083"/>
              <a:gd name="connsiteX52" fmla="*/ 35576 w 1246536"/>
              <a:gd name="connsiteY52" fmla="*/ 277511 h 285083"/>
              <a:gd name="connsiteX53" fmla="*/ 0 w 1246536"/>
              <a:gd name="connsiteY53" fmla="*/ 285083 h 285083"/>
              <a:gd name="connsiteX54" fmla="*/ 42053 w 1246536"/>
              <a:gd name="connsiteY54" fmla="*/ 138970 h 285083"/>
              <a:gd name="connsiteX55" fmla="*/ 88440 w 1246536"/>
              <a:gd name="connsiteY55" fmla="*/ 193929 h 285083"/>
              <a:gd name="connsiteX56" fmla="*/ 72819 w 1246536"/>
              <a:gd name="connsiteY56" fmla="*/ 144923 h 285083"/>
              <a:gd name="connsiteX57" fmla="*/ 57198 w 1246536"/>
              <a:gd name="connsiteY57" fmla="*/ 200597 h 285083"/>
              <a:gd name="connsiteX58" fmla="*/ 88488 w 1246536"/>
              <a:gd name="connsiteY58" fmla="*/ 193929 h 285083"/>
              <a:gd name="connsiteX59" fmla="*/ 214646 w 1246536"/>
              <a:gd name="connsiteY59" fmla="*/ 242173 h 285083"/>
              <a:gd name="connsiteX60" fmla="*/ 148733 w 1246536"/>
              <a:gd name="connsiteY60" fmla="*/ 199930 h 285083"/>
              <a:gd name="connsiteX61" fmla="*/ 183738 w 1246536"/>
              <a:gd name="connsiteY61" fmla="*/ 192500 h 285083"/>
              <a:gd name="connsiteX62" fmla="*/ 215408 w 1246536"/>
              <a:gd name="connsiteY62" fmla="*/ 212408 h 285083"/>
              <a:gd name="connsiteX63" fmla="*/ 239030 w 1246536"/>
              <a:gd name="connsiteY63" fmla="*/ 195310 h 285083"/>
              <a:gd name="connsiteX64" fmla="*/ 227886 w 1246536"/>
              <a:gd name="connsiteY64" fmla="*/ 187166 h 285083"/>
              <a:gd name="connsiteX65" fmla="*/ 183975 w 1246536"/>
              <a:gd name="connsiteY65" fmla="*/ 184452 h 285083"/>
              <a:gd name="connsiteX66" fmla="*/ 154210 w 1246536"/>
              <a:gd name="connsiteY66" fmla="*/ 153210 h 285083"/>
              <a:gd name="connsiteX67" fmla="*/ 207645 w 1246536"/>
              <a:gd name="connsiteY67" fmla="*/ 101013 h 285083"/>
              <a:gd name="connsiteX68" fmla="*/ 268891 w 1246536"/>
              <a:gd name="connsiteY68" fmla="*/ 138017 h 285083"/>
              <a:gd name="connsiteX69" fmla="*/ 234077 w 1246536"/>
              <a:gd name="connsiteY69" fmla="*/ 145399 h 285083"/>
              <a:gd name="connsiteX70" fmla="*/ 208217 w 1246536"/>
              <a:gd name="connsiteY70" fmla="*/ 129873 h 285083"/>
              <a:gd name="connsiteX71" fmla="*/ 189215 w 1246536"/>
              <a:gd name="connsiteY71" fmla="*/ 145018 h 285083"/>
              <a:gd name="connsiteX72" fmla="*/ 199454 w 1246536"/>
              <a:gd name="connsiteY72" fmla="*/ 152352 h 285083"/>
              <a:gd name="connsiteX73" fmla="*/ 242078 w 1246536"/>
              <a:gd name="connsiteY73" fmla="*/ 154400 h 285083"/>
              <a:gd name="connsiteX74" fmla="*/ 273891 w 1246536"/>
              <a:gd name="connsiteY74" fmla="*/ 186357 h 285083"/>
              <a:gd name="connsiteX75" fmla="*/ 214694 w 1246536"/>
              <a:gd name="connsiteY75" fmla="*/ 242125 h 285083"/>
              <a:gd name="connsiteX76" fmla="*/ 283702 w 1246536"/>
              <a:gd name="connsiteY76" fmla="*/ 156115 h 285083"/>
              <a:gd name="connsiteX77" fmla="*/ 353330 w 1246536"/>
              <a:gd name="connsiteY77" fmla="*/ 70104 h 285083"/>
              <a:gd name="connsiteX78" fmla="*/ 419767 w 1246536"/>
              <a:gd name="connsiteY78" fmla="*/ 111633 h 285083"/>
              <a:gd name="connsiteX79" fmla="*/ 384953 w 1246536"/>
              <a:gd name="connsiteY79" fmla="*/ 119015 h 285083"/>
              <a:gd name="connsiteX80" fmla="*/ 353473 w 1246536"/>
              <a:gd name="connsiteY80" fmla="*/ 102156 h 285083"/>
              <a:gd name="connsiteX81" fmla="*/ 318659 w 1246536"/>
              <a:gd name="connsiteY81" fmla="*/ 148638 h 285083"/>
              <a:gd name="connsiteX82" fmla="*/ 353473 w 1246536"/>
              <a:gd name="connsiteY82" fmla="*/ 180546 h 285083"/>
              <a:gd name="connsiteX83" fmla="*/ 384953 w 1246536"/>
              <a:gd name="connsiteY83" fmla="*/ 150114 h 285083"/>
              <a:gd name="connsiteX84" fmla="*/ 419767 w 1246536"/>
              <a:gd name="connsiteY84" fmla="*/ 142732 h 285083"/>
              <a:gd name="connsiteX85" fmla="*/ 353330 w 1246536"/>
              <a:gd name="connsiteY85" fmla="*/ 212693 h 285083"/>
              <a:gd name="connsiteX86" fmla="*/ 283702 w 1246536"/>
              <a:gd name="connsiteY86" fmla="*/ 156115 h 285083"/>
              <a:gd name="connsiteX87" fmla="*/ 436340 w 1246536"/>
              <a:gd name="connsiteY87" fmla="*/ 55150 h 285083"/>
              <a:gd name="connsiteX88" fmla="*/ 540782 w 1246536"/>
              <a:gd name="connsiteY88" fmla="*/ 32956 h 285083"/>
              <a:gd name="connsiteX89" fmla="*/ 540782 w 1246536"/>
              <a:gd name="connsiteY89" fmla="*/ 63865 h 285083"/>
              <a:gd name="connsiteX90" fmla="*/ 470440 w 1246536"/>
              <a:gd name="connsiteY90" fmla="*/ 78819 h 285083"/>
              <a:gd name="connsiteX91" fmla="*/ 470440 w 1246536"/>
              <a:gd name="connsiteY91" fmla="*/ 101775 h 285083"/>
              <a:gd name="connsiteX92" fmla="*/ 531495 w 1246536"/>
              <a:gd name="connsiteY92" fmla="*/ 88821 h 285083"/>
              <a:gd name="connsiteX93" fmla="*/ 531495 w 1246536"/>
              <a:gd name="connsiteY93" fmla="*/ 118015 h 285083"/>
              <a:gd name="connsiteX94" fmla="*/ 470440 w 1246536"/>
              <a:gd name="connsiteY94" fmla="*/ 131016 h 285083"/>
              <a:gd name="connsiteX95" fmla="*/ 470440 w 1246536"/>
              <a:gd name="connsiteY95" fmla="*/ 154162 h 285083"/>
              <a:gd name="connsiteX96" fmla="*/ 540782 w 1246536"/>
              <a:gd name="connsiteY96" fmla="*/ 139208 h 285083"/>
              <a:gd name="connsiteX97" fmla="*/ 540782 w 1246536"/>
              <a:gd name="connsiteY97" fmla="*/ 170117 h 285083"/>
              <a:gd name="connsiteX98" fmla="*/ 436340 w 1246536"/>
              <a:gd name="connsiteY98" fmla="*/ 192310 h 285083"/>
              <a:gd name="connsiteX99" fmla="*/ 436340 w 1246536"/>
              <a:gd name="connsiteY99" fmla="*/ 55150 h 285083"/>
              <a:gd name="connsiteX100" fmla="*/ 561308 w 1246536"/>
              <a:gd name="connsiteY100" fmla="*/ 28623 h 285083"/>
              <a:gd name="connsiteX101" fmla="*/ 625173 w 1246536"/>
              <a:gd name="connsiteY101" fmla="*/ 15049 h 285083"/>
              <a:gd name="connsiteX102" fmla="*/ 662035 w 1246536"/>
              <a:gd name="connsiteY102" fmla="*/ 133112 h 285083"/>
              <a:gd name="connsiteX103" fmla="*/ 662035 w 1246536"/>
              <a:gd name="connsiteY103" fmla="*/ 7239 h 285083"/>
              <a:gd name="connsiteX104" fmla="*/ 695897 w 1246536"/>
              <a:gd name="connsiteY104" fmla="*/ 48 h 285083"/>
              <a:gd name="connsiteX105" fmla="*/ 695897 w 1246536"/>
              <a:gd name="connsiteY105" fmla="*/ 137208 h 285083"/>
              <a:gd name="connsiteX106" fmla="*/ 632032 w 1246536"/>
              <a:gd name="connsiteY106" fmla="*/ 150781 h 285083"/>
              <a:gd name="connsiteX107" fmla="*/ 595170 w 1246536"/>
              <a:gd name="connsiteY107" fmla="*/ 32718 h 285083"/>
              <a:gd name="connsiteX108" fmla="*/ 595170 w 1246536"/>
              <a:gd name="connsiteY108" fmla="*/ 158591 h 285083"/>
              <a:gd name="connsiteX109" fmla="*/ 561308 w 1246536"/>
              <a:gd name="connsiteY109" fmla="*/ 165783 h 285083"/>
              <a:gd name="connsiteX110" fmla="*/ 561308 w 1246536"/>
              <a:gd name="connsiteY110" fmla="*/ 28623 h 2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246536" h="285083">
                <a:moveTo>
                  <a:pt x="718995" y="0"/>
                </a:moveTo>
                <a:lnTo>
                  <a:pt x="769239" y="10668"/>
                </a:lnTo>
                <a:cubicBezTo>
                  <a:pt x="805149" y="18288"/>
                  <a:pt x="842391" y="35766"/>
                  <a:pt x="842391" y="94726"/>
                </a:cubicBezTo>
                <a:cubicBezTo>
                  <a:pt x="842391" y="153876"/>
                  <a:pt x="805149" y="155496"/>
                  <a:pt x="769239" y="147876"/>
                </a:cubicBezTo>
                <a:lnTo>
                  <a:pt x="718995" y="137208"/>
                </a:lnTo>
                <a:lnTo>
                  <a:pt x="718995" y="48"/>
                </a:lnTo>
                <a:close/>
                <a:moveTo>
                  <a:pt x="769239" y="116729"/>
                </a:moveTo>
                <a:cubicBezTo>
                  <a:pt x="791766" y="121539"/>
                  <a:pt x="808530" y="124301"/>
                  <a:pt x="808530" y="87535"/>
                </a:cubicBezTo>
                <a:cubicBezTo>
                  <a:pt x="808530" y="50768"/>
                  <a:pt x="791623" y="46387"/>
                  <a:pt x="769239" y="41624"/>
                </a:cubicBezTo>
                <a:lnTo>
                  <a:pt x="752856" y="38148"/>
                </a:lnTo>
                <a:lnTo>
                  <a:pt x="752856" y="113252"/>
                </a:lnTo>
                <a:cubicBezTo>
                  <a:pt x="752856" y="113252"/>
                  <a:pt x="769239" y="116729"/>
                  <a:pt x="769239" y="116729"/>
                </a:cubicBezTo>
                <a:close/>
                <a:moveTo>
                  <a:pt x="947024" y="48482"/>
                </a:moveTo>
                <a:lnTo>
                  <a:pt x="947024" y="79391"/>
                </a:lnTo>
                <a:cubicBezTo>
                  <a:pt x="947024" y="79391"/>
                  <a:pt x="917067" y="73009"/>
                  <a:pt x="917067" y="73009"/>
                </a:cubicBezTo>
                <a:lnTo>
                  <a:pt x="917067" y="148114"/>
                </a:lnTo>
                <a:cubicBezTo>
                  <a:pt x="917067" y="148114"/>
                  <a:pt x="947024" y="154496"/>
                  <a:pt x="947024" y="154496"/>
                </a:cubicBezTo>
                <a:lnTo>
                  <a:pt x="947024" y="185642"/>
                </a:lnTo>
                <a:cubicBezTo>
                  <a:pt x="947024" y="185642"/>
                  <a:pt x="853393" y="165735"/>
                  <a:pt x="853393" y="165735"/>
                </a:cubicBezTo>
                <a:lnTo>
                  <a:pt x="853393" y="134588"/>
                </a:lnTo>
                <a:cubicBezTo>
                  <a:pt x="853393" y="134588"/>
                  <a:pt x="883349" y="140970"/>
                  <a:pt x="883349" y="140970"/>
                </a:cubicBezTo>
                <a:lnTo>
                  <a:pt x="883349" y="65865"/>
                </a:lnTo>
                <a:cubicBezTo>
                  <a:pt x="883349" y="65865"/>
                  <a:pt x="853393" y="59484"/>
                  <a:pt x="853393" y="59484"/>
                </a:cubicBezTo>
                <a:lnTo>
                  <a:pt x="853393" y="28575"/>
                </a:lnTo>
                <a:cubicBezTo>
                  <a:pt x="853393" y="28575"/>
                  <a:pt x="947024" y="48482"/>
                  <a:pt x="947024" y="48482"/>
                </a:cubicBezTo>
                <a:close/>
                <a:moveTo>
                  <a:pt x="1026319" y="62627"/>
                </a:moveTo>
                <a:cubicBezTo>
                  <a:pt x="1068944" y="71676"/>
                  <a:pt x="1094994" y="107966"/>
                  <a:pt x="1094994" y="148447"/>
                </a:cubicBezTo>
                <a:cubicBezTo>
                  <a:pt x="1094994" y="189119"/>
                  <a:pt x="1068944" y="214313"/>
                  <a:pt x="1026319" y="205264"/>
                </a:cubicBezTo>
                <a:cubicBezTo>
                  <a:pt x="983504" y="196167"/>
                  <a:pt x="957263" y="159829"/>
                  <a:pt x="957263" y="119205"/>
                </a:cubicBezTo>
                <a:cubicBezTo>
                  <a:pt x="957263" y="78724"/>
                  <a:pt x="983504" y="53578"/>
                  <a:pt x="1026319" y="62675"/>
                </a:cubicBezTo>
                <a:moveTo>
                  <a:pt x="1026319" y="173117"/>
                </a:moveTo>
                <a:cubicBezTo>
                  <a:pt x="1049036" y="177927"/>
                  <a:pt x="1060180" y="165926"/>
                  <a:pt x="1060180" y="141018"/>
                </a:cubicBezTo>
                <a:cubicBezTo>
                  <a:pt x="1060180" y="116110"/>
                  <a:pt x="1048846" y="99489"/>
                  <a:pt x="1026319" y="94726"/>
                </a:cubicBezTo>
                <a:cubicBezTo>
                  <a:pt x="1003602" y="89916"/>
                  <a:pt x="992267" y="101870"/>
                  <a:pt x="992267" y="126587"/>
                </a:cubicBezTo>
                <a:cubicBezTo>
                  <a:pt x="992267" y="151495"/>
                  <a:pt x="1003649" y="168307"/>
                  <a:pt x="1026319" y="173117"/>
                </a:cubicBezTo>
                <a:moveTo>
                  <a:pt x="1111949" y="83534"/>
                </a:moveTo>
                <a:lnTo>
                  <a:pt x="1175814" y="97107"/>
                </a:lnTo>
                <a:lnTo>
                  <a:pt x="1212675" y="230791"/>
                </a:lnTo>
                <a:lnTo>
                  <a:pt x="1212675" y="104918"/>
                </a:lnTo>
                <a:cubicBezTo>
                  <a:pt x="1212675" y="104918"/>
                  <a:pt x="1246537" y="112109"/>
                  <a:pt x="1246537" y="112109"/>
                </a:cubicBezTo>
                <a:lnTo>
                  <a:pt x="1246537" y="249269"/>
                </a:lnTo>
                <a:cubicBezTo>
                  <a:pt x="1246537" y="249269"/>
                  <a:pt x="1182672" y="235696"/>
                  <a:pt x="1182672" y="235696"/>
                </a:cubicBezTo>
                <a:lnTo>
                  <a:pt x="1145810" y="102013"/>
                </a:lnTo>
                <a:lnTo>
                  <a:pt x="1145810" y="227886"/>
                </a:lnTo>
                <a:cubicBezTo>
                  <a:pt x="1145810" y="227886"/>
                  <a:pt x="1111949" y="220694"/>
                  <a:pt x="1111949" y="220694"/>
                </a:cubicBezTo>
                <a:lnTo>
                  <a:pt x="1111949" y="83534"/>
                </a:lnTo>
                <a:close/>
                <a:moveTo>
                  <a:pt x="42101" y="138970"/>
                </a:moveTo>
                <a:lnTo>
                  <a:pt x="104108" y="125778"/>
                </a:lnTo>
                <a:lnTo>
                  <a:pt x="145971" y="254032"/>
                </a:lnTo>
                <a:lnTo>
                  <a:pt x="110061" y="261652"/>
                </a:lnTo>
                <a:lnTo>
                  <a:pt x="97774" y="222837"/>
                </a:lnTo>
                <a:lnTo>
                  <a:pt x="47863" y="233458"/>
                </a:lnTo>
                <a:lnTo>
                  <a:pt x="35576" y="277511"/>
                </a:lnTo>
                <a:lnTo>
                  <a:pt x="0" y="285083"/>
                </a:lnTo>
                <a:lnTo>
                  <a:pt x="42053" y="138970"/>
                </a:lnTo>
                <a:close/>
                <a:moveTo>
                  <a:pt x="88440" y="193929"/>
                </a:moveTo>
                <a:lnTo>
                  <a:pt x="72819" y="144923"/>
                </a:lnTo>
                <a:lnTo>
                  <a:pt x="57198" y="200597"/>
                </a:lnTo>
                <a:lnTo>
                  <a:pt x="88488" y="193929"/>
                </a:lnTo>
                <a:close/>
                <a:moveTo>
                  <a:pt x="214646" y="242173"/>
                </a:moveTo>
                <a:cubicBezTo>
                  <a:pt x="168307" y="252031"/>
                  <a:pt x="148733" y="235553"/>
                  <a:pt x="148733" y="199930"/>
                </a:cubicBezTo>
                <a:lnTo>
                  <a:pt x="183738" y="192500"/>
                </a:lnTo>
                <a:cubicBezTo>
                  <a:pt x="183738" y="211979"/>
                  <a:pt x="190977" y="217599"/>
                  <a:pt x="215408" y="212408"/>
                </a:cubicBezTo>
                <a:cubicBezTo>
                  <a:pt x="231982" y="208883"/>
                  <a:pt x="239030" y="203883"/>
                  <a:pt x="239030" y="195310"/>
                </a:cubicBezTo>
                <a:cubicBezTo>
                  <a:pt x="239030" y="190452"/>
                  <a:pt x="235315" y="187547"/>
                  <a:pt x="227886" y="187166"/>
                </a:cubicBezTo>
                <a:lnTo>
                  <a:pt x="183975" y="184452"/>
                </a:lnTo>
                <a:cubicBezTo>
                  <a:pt x="161258" y="182880"/>
                  <a:pt x="154210" y="170545"/>
                  <a:pt x="154210" y="153210"/>
                </a:cubicBezTo>
                <a:cubicBezTo>
                  <a:pt x="154210" y="126540"/>
                  <a:pt x="173212" y="108299"/>
                  <a:pt x="207645" y="101013"/>
                </a:cubicBezTo>
                <a:cubicBezTo>
                  <a:pt x="248603" y="92297"/>
                  <a:pt x="268891" y="108252"/>
                  <a:pt x="268891" y="138017"/>
                </a:cubicBezTo>
                <a:lnTo>
                  <a:pt x="234077" y="145399"/>
                </a:lnTo>
                <a:cubicBezTo>
                  <a:pt x="234077" y="130635"/>
                  <a:pt x="226076" y="126111"/>
                  <a:pt x="208217" y="129873"/>
                </a:cubicBezTo>
                <a:cubicBezTo>
                  <a:pt x="195739" y="132540"/>
                  <a:pt x="189215" y="137208"/>
                  <a:pt x="189215" y="145018"/>
                </a:cubicBezTo>
                <a:cubicBezTo>
                  <a:pt x="189215" y="148923"/>
                  <a:pt x="191262" y="151781"/>
                  <a:pt x="199454" y="152352"/>
                </a:cubicBezTo>
                <a:lnTo>
                  <a:pt x="242078" y="154400"/>
                </a:lnTo>
                <a:cubicBezTo>
                  <a:pt x="263843" y="155400"/>
                  <a:pt x="273891" y="166306"/>
                  <a:pt x="273891" y="186357"/>
                </a:cubicBezTo>
                <a:cubicBezTo>
                  <a:pt x="273891" y="212408"/>
                  <a:pt x="256747" y="233172"/>
                  <a:pt x="214694" y="242125"/>
                </a:cubicBezTo>
                <a:moveTo>
                  <a:pt x="283702" y="156115"/>
                </a:moveTo>
                <a:cubicBezTo>
                  <a:pt x="283702" y="115633"/>
                  <a:pt x="310325" y="79248"/>
                  <a:pt x="353330" y="70104"/>
                </a:cubicBezTo>
                <a:cubicBezTo>
                  <a:pt x="390906" y="62103"/>
                  <a:pt x="415862" y="78010"/>
                  <a:pt x="419767" y="111633"/>
                </a:cubicBezTo>
                <a:lnTo>
                  <a:pt x="384953" y="119015"/>
                </a:lnTo>
                <a:cubicBezTo>
                  <a:pt x="382143" y="104823"/>
                  <a:pt x="370047" y="98631"/>
                  <a:pt x="353473" y="102156"/>
                </a:cubicBezTo>
                <a:cubicBezTo>
                  <a:pt x="333185" y="106490"/>
                  <a:pt x="318659" y="121634"/>
                  <a:pt x="318659" y="148638"/>
                </a:cubicBezTo>
                <a:cubicBezTo>
                  <a:pt x="318659" y="175879"/>
                  <a:pt x="333185" y="184833"/>
                  <a:pt x="353473" y="180546"/>
                </a:cubicBezTo>
                <a:cubicBezTo>
                  <a:pt x="370047" y="177022"/>
                  <a:pt x="382143" y="165497"/>
                  <a:pt x="384953" y="150114"/>
                </a:cubicBezTo>
                <a:lnTo>
                  <a:pt x="419767" y="142732"/>
                </a:lnTo>
                <a:cubicBezTo>
                  <a:pt x="415862" y="178213"/>
                  <a:pt x="390906" y="204692"/>
                  <a:pt x="353330" y="212693"/>
                </a:cubicBezTo>
                <a:cubicBezTo>
                  <a:pt x="310325" y="221837"/>
                  <a:pt x="283702" y="196739"/>
                  <a:pt x="283702" y="156115"/>
                </a:cubicBezTo>
                <a:moveTo>
                  <a:pt x="436340" y="55150"/>
                </a:moveTo>
                <a:lnTo>
                  <a:pt x="540782" y="32956"/>
                </a:lnTo>
                <a:lnTo>
                  <a:pt x="540782" y="63865"/>
                </a:lnTo>
                <a:cubicBezTo>
                  <a:pt x="540782" y="63865"/>
                  <a:pt x="470440" y="78819"/>
                  <a:pt x="470440" y="78819"/>
                </a:cubicBezTo>
                <a:lnTo>
                  <a:pt x="470440" y="101775"/>
                </a:lnTo>
                <a:cubicBezTo>
                  <a:pt x="470440" y="101775"/>
                  <a:pt x="531495" y="88821"/>
                  <a:pt x="531495" y="88821"/>
                </a:cubicBezTo>
                <a:lnTo>
                  <a:pt x="531495" y="118015"/>
                </a:lnTo>
                <a:cubicBezTo>
                  <a:pt x="531495" y="118015"/>
                  <a:pt x="470440" y="131016"/>
                  <a:pt x="470440" y="131016"/>
                </a:cubicBezTo>
                <a:lnTo>
                  <a:pt x="470440" y="154162"/>
                </a:lnTo>
                <a:cubicBezTo>
                  <a:pt x="470440" y="154162"/>
                  <a:pt x="540782" y="139208"/>
                  <a:pt x="540782" y="139208"/>
                </a:cubicBezTo>
                <a:lnTo>
                  <a:pt x="540782" y="170117"/>
                </a:lnTo>
                <a:cubicBezTo>
                  <a:pt x="540782" y="170117"/>
                  <a:pt x="436340" y="192310"/>
                  <a:pt x="436340" y="192310"/>
                </a:cubicBezTo>
                <a:lnTo>
                  <a:pt x="436340" y="55150"/>
                </a:lnTo>
                <a:close/>
                <a:moveTo>
                  <a:pt x="561308" y="28623"/>
                </a:moveTo>
                <a:lnTo>
                  <a:pt x="625173" y="15049"/>
                </a:lnTo>
                <a:lnTo>
                  <a:pt x="662035" y="133112"/>
                </a:lnTo>
                <a:lnTo>
                  <a:pt x="662035" y="7239"/>
                </a:lnTo>
                <a:cubicBezTo>
                  <a:pt x="662035" y="7239"/>
                  <a:pt x="695897" y="48"/>
                  <a:pt x="695897" y="48"/>
                </a:cubicBezTo>
                <a:lnTo>
                  <a:pt x="695897" y="137208"/>
                </a:lnTo>
                <a:cubicBezTo>
                  <a:pt x="695897" y="137208"/>
                  <a:pt x="632032" y="150781"/>
                  <a:pt x="632032" y="150781"/>
                </a:cubicBezTo>
                <a:lnTo>
                  <a:pt x="595170" y="32718"/>
                </a:lnTo>
                <a:lnTo>
                  <a:pt x="595170" y="158591"/>
                </a:lnTo>
                <a:cubicBezTo>
                  <a:pt x="595170" y="158591"/>
                  <a:pt x="561308" y="165783"/>
                  <a:pt x="561308" y="165783"/>
                </a:cubicBezTo>
                <a:lnTo>
                  <a:pt x="561308" y="28623"/>
                </a:lnTo>
                <a:close/>
              </a:path>
            </a:pathLst>
          </a:custGeom>
          <a:solidFill>
            <a:srgbClr val="FFFFFF"/>
          </a:solidFill>
          <a:ln w="4763" cap="flat">
            <a:noFill/>
            <a:prstDash val="solid"/>
            <a:miter/>
          </a:ln>
        </p:spPr>
        <p:txBody>
          <a:bodyPr rtlCol="0" anchor="ctr"/>
          <a:lstStyle/>
          <a:p>
            <a:endParaRPr lang="en-AU" sz="2400"/>
          </a:p>
        </p:txBody>
      </p:sp>
      <p:grpSp>
        <p:nvGrpSpPr>
          <p:cNvPr id="20" name="Graphic 3">
            <a:extLst>
              <a:ext uri="{FF2B5EF4-FFF2-40B4-BE49-F238E27FC236}">
                <a16:creationId xmlns:a16="http://schemas.microsoft.com/office/drawing/2014/main" id="{11580F78-9730-E8CF-5F00-5083728E0E3D}"/>
              </a:ext>
            </a:extLst>
          </p:cNvPr>
          <p:cNvGrpSpPr/>
          <p:nvPr/>
        </p:nvGrpSpPr>
        <p:grpSpPr>
          <a:xfrm>
            <a:off x="504367" y="6134354"/>
            <a:ext cx="1260601" cy="228663"/>
            <a:chOff x="217360" y="4600765"/>
            <a:chExt cx="945451" cy="171497"/>
          </a:xfrm>
          <a:solidFill>
            <a:srgbClr val="FFFFFF"/>
          </a:solidFill>
        </p:grpSpPr>
        <p:grpSp>
          <p:nvGrpSpPr>
            <p:cNvPr id="21" name="Graphic 3">
              <a:extLst>
                <a:ext uri="{FF2B5EF4-FFF2-40B4-BE49-F238E27FC236}">
                  <a16:creationId xmlns:a16="http://schemas.microsoft.com/office/drawing/2014/main" id="{034EE8A3-A127-9A71-99DC-9A0E6F91654D}"/>
                </a:ext>
              </a:extLst>
            </p:cNvPr>
            <p:cNvGrpSpPr/>
            <p:nvPr/>
          </p:nvGrpSpPr>
          <p:grpSpPr>
            <a:xfrm>
              <a:off x="604408" y="4600765"/>
              <a:ext cx="171354" cy="171354"/>
              <a:chOff x="604408" y="4600765"/>
              <a:chExt cx="171354" cy="171354"/>
            </a:xfrm>
            <a:solidFill>
              <a:srgbClr val="FFFFFF"/>
            </a:solidFill>
          </p:grpSpPr>
          <p:sp>
            <p:nvSpPr>
              <p:cNvPr id="22" name="Freeform: Shape 21">
                <a:extLst>
                  <a:ext uri="{FF2B5EF4-FFF2-40B4-BE49-F238E27FC236}">
                    <a16:creationId xmlns:a16="http://schemas.microsoft.com/office/drawing/2014/main" id="{0D5749F5-CE41-31DE-FF35-61FA298CA95A}"/>
                  </a:ext>
                </a:extLst>
              </p:cNvPr>
              <p:cNvSpPr/>
              <p:nvPr/>
            </p:nvSpPr>
            <p:spPr>
              <a:xfrm>
                <a:off x="604408" y="4600765"/>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67 h 171354"/>
                  <a:gd name="connsiteX6" fmla="*/ 6620 w 171354"/>
                  <a:gd name="connsiteY6" fmla="*/ 85725 h 171354"/>
                  <a:gd name="connsiteX7" fmla="*/ 85677 w 171354"/>
                  <a:gd name="connsiteY7" fmla="*/ 164783 h 171354"/>
                  <a:gd name="connsiteX8" fmla="*/ 164735 w 171354"/>
                  <a:gd name="connsiteY8" fmla="*/ 85725 h 171354"/>
                  <a:gd name="connsiteX9" fmla="*/ 85677 w 171354"/>
                  <a:gd name="connsiteY9" fmla="*/ 6667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67"/>
                    </a:moveTo>
                    <a:cubicBezTo>
                      <a:pt x="42100" y="6667"/>
                      <a:pt x="6620" y="42148"/>
                      <a:pt x="6620" y="85725"/>
                    </a:cubicBezTo>
                    <a:cubicBezTo>
                      <a:pt x="6620" y="129302"/>
                      <a:pt x="42100" y="164783"/>
                      <a:pt x="85677" y="164783"/>
                    </a:cubicBezTo>
                    <a:cubicBezTo>
                      <a:pt x="129254" y="164783"/>
                      <a:pt x="164735" y="129302"/>
                      <a:pt x="164735" y="85725"/>
                    </a:cubicBezTo>
                    <a:cubicBezTo>
                      <a:pt x="164735" y="42148"/>
                      <a:pt x="129254" y="6667"/>
                      <a:pt x="85677" y="6667"/>
                    </a:cubicBezTo>
                    <a:close/>
                  </a:path>
                </a:pathLst>
              </a:custGeom>
              <a:solidFill>
                <a:srgbClr val="FFFFFF"/>
              </a:solidFill>
              <a:ln w="4763" cap="flat">
                <a:noFill/>
                <a:prstDash val="solid"/>
                <a:miter/>
              </a:ln>
            </p:spPr>
            <p:txBody>
              <a:bodyPr rtlCol="0" anchor="ctr"/>
              <a:lstStyle/>
              <a:p>
                <a:endParaRPr lang="en-AU" sz="2400"/>
              </a:p>
            </p:txBody>
          </p:sp>
          <p:sp>
            <p:nvSpPr>
              <p:cNvPr id="23" name="Freeform: Shape 22">
                <a:extLst>
                  <a:ext uri="{FF2B5EF4-FFF2-40B4-BE49-F238E27FC236}">
                    <a16:creationId xmlns:a16="http://schemas.microsoft.com/office/drawing/2014/main" id="{044BA208-EA2B-AEB2-6DA2-25482C2C6D12}"/>
                  </a:ext>
                </a:extLst>
              </p:cNvPr>
              <p:cNvSpPr/>
              <p:nvPr/>
            </p:nvSpPr>
            <p:spPr>
              <a:xfrm>
                <a:off x="637460" y="4634007"/>
                <a:ext cx="105203" cy="104965"/>
              </a:xfrm>
              <a:custGeom>
                <a:avLst/>
                <a:gdLst>
                  <a:gd name="connsiteX0" fmla="*/ 28384 w 105203"/>
                  <a:gd name="connsiteY0" fmla="*/ 0 h 104965"/>
                  <a:gd name="connsiteX1" fmla="*/ 76819 w 105203"/>
                  <a:gd name="connsiteY1" fmla="*/ 0 h 104965"/>
                  <a:gd name="connsiteX2" fmla="*/ 105204 w 105203"/>
                  <a:gd name="connsiteY2" fmla="*/ 28385 h 104965"/>
                  <a:gd name="connsiteX3" fmla="*/ 105204 w 105203"/>
                  <a:gd name="connsiteY3" fmla="*/ 76581 h 104965"/>
                  <a:gd name="connsiteX4" fmla="*/ 76819 w 105203"/>
                  <a:gd name="connsiteY4" fmla="*/ 104966 h 104965"/>
                  <a:gd name="connsiteX5" fmla="*/ 28384 w 105203"/>
                  <a:gd name="connsiteY5" fmla="*/ 104966 h 104965"/>
                  <a:gd name="connsiteX6" fmla="*/ 0 w 105203"/>
                  <a:gd name="connsiteY6" fmla="*/ 76581 h 104965"/>
                  <a:gd name="connsiteX7" fmla="*/ 0 w 105203"/>
                  <a:gd name="connsiteY7" fmla="*/ 28385 h 104965"/>
                  <a:gd name="connsiteX8" fmla="*/ 28384 w 105203"/>
                  <a:gd name="connsiteY8" fmla="*/ 0 h 104965"/>
                  <a:gd name="connsiteX9" fmla="*/ 28384 w 105203"/>
                  <a:gd name="connsiteY9" fmla="*/ 0 h 104965"/>
                  <a:gd name="connsiteX10" fmla="*/ 80867 w 105203"/>
                  <a:gd name="connsiteY10" fmla="*/ 18336 h 104965"/>
                  <a:gd name="connsiteX11" fmla="*/ 80867 w 105203"/>
                  <a:gd name="connsiteY11" fmla="*/ 18336 h 104965"/>
                  <a:gd name="connsiteX12" fmla="*/ 86916 w 105203"/>
                  <a:gd name="connsiteY12" fmla="*/ 24384 h 104965"/>
                  <a:gd name="connsiteX13" fmla="*/ 86916 w 105203"/>
                  <a:gd name="connsiteY13" fmla="*/ 24384 h 104965"/>
                  <a:gd name="connsiteX14" fmla="*/ 80867 w 105203"/>
                  <a:gd name="connsiteY14" fmla="*/ 30432 h 104965"/>
                  <a:gd name="connsiteX15" fmla="*/ 80867 w 105203"/>
                  <a:gd name="connsiteY15" fmla="*/ 30432 h 104965"/>
                  <a:gd name="connsiteX16" fmla="*/ 74819 w 105203"/>
                  <a:gd name="connsiteY16" fmla="*/ 24384 h 104965"/>
                  <a:gd name="connsiteX17" fmla="*/ 74819 w 105203"/>
                  <a:gd name="connsiteY17" fmla="*/ 24384 h 104965"/>
                  <a:gd name="connsiteX18" fmla="*/ 80867 w 105203"/>
                  <a:gd name="connsiteY18" fmla="*/ 18336 h 104965"/>
                  <a:gd name="connsiteX19" fmla="*/ 80867 w 105203"/>
                  <a:gd name="connsiteY19" fmla="*/ 18336 h 104965"/>
                  <a:gd name="connsiteX20" fmla="*/ 52483 w 105203"/>
                  <a:gd name="connsiteY20" fmla="*/ 23860 h 104965"/>
                  <a:gd name="connsiteX21" fmla="*/ 52721 w 105203"/>
                  <a:gd name="connsiteY21" fmla="*/ 23860 h 104965"/>
                  <a:gd name="connsiteX22" fmla="*/ 81343 w 105203"/>
                  <a:gd name="connsiteY22" fmla="*/ 52483 h 104965"/>
                  <a:gd name="connsiteX23" fmla="*/ 81343 w 105203"/>
                  <a:gd name="connsiteY23" fmla="*/ 52483 h 104965"/>
                  <a:gd name="connsiteX24" fmla="*/ 52721 w 105203"/>
                  <a:gd name="connsiteY24" fmla="*/ 81105 h 104965"/>
                  <a:gd name="connsiteX25" fmla="*/ 52483 w 105203"/>
                  <a:gd name="connsiteY25" fmla="*/ 81105 h 104965"/>
                  <a:gd name="connsiteX26" fmla="*/ 24098 w 105203"/>
                  <a:gd name="connsiteY26" fmla="*/ 52483 h 104965"/>
                  <a:gd name="connsiteX27" fmla="*/ 24098 w 105203"/>
                  <a:gd name="connsiteY27" fmla="*/ 52483 h 104965"/>
                  <a:gd name="connsiteX28" fmla="*/ 52483 w 105203"/>
                  <a:gd name="connsiteY28" fmla="*/ 23860 h 104965"/>
                  <a:gd name="connsiteX29" fmla="*/ 52483 w 105203"/>
                  <a:gd name="connsiteY29" fmla="*/ 23860 h 104965"/>
                  <a:gd name="connsiteX30" fmla="*/ 52483 w 105203"/>
                  <a:gd name="connsiteY30" fmla="*/ 33623 h 104965"/>
                  <a:gd name="connsiteX31" fmla="*/ 52721 w 105203"/>
                  <a:gd name="connsiteY31" fmla="*/ 33623 h 104965"/>
                  <a:gd name="connsiteX32" fmla="*/ 71533 w 105203"/>
                  <a:gd name="connsiteY32" fmla="*/ 52435 h 104965"/>
                  <a:gd name="connsiteX33" fmla="*/ 71533 w 105203"/>
                  <a:gd name="connsiteY33" fmla="*/ 52435 h 104965"/>
                  <a:gd name="connsiteX34" fmla="*/ 52721 w 105203"/>
                  <a:gd name="connsiteY34" fmla="*/ 71533 h 104965"/>
                  <a:gd name="connsiteX35" fmla="*/ 52483 w 105203"/>
                  <a:gd name="connsiteY35" fmla="*/ 71533 h 104965"/>
                  <a:gd name="connsiteX36" fmla="*/ 33671 w 105203"/>
                  <a:gd name="connsiteY36" fmla="*/ 52435 h 104965"/>
                  <a:gd name="connsiteX37" fmla="*/ 33671 w 105203"/>
                  <a:gd name="connsiteY37" fmla="*/ 52435 h 104965"/>
                  <a:gd name="connsiteX38" fmla="*/ 52483 w 105203"/>
                  <a:gd name="connsiteY38" fmla="*/ 33623 h 104965"/>
                  <a:gd name="connsiteX39" fmla="*/ 52483 w 105203"/>
                  <a:gd name="connsiteY39" fmla="*/ 33623 h 104965"/>
                  <a:gd name="connsiteX40" fmla="*/ 28623 w 105203"/>
                  <a:gd name="connsiteY40" fmla="*/ 9049 h 104965"/>
                  <a:gd name="connsiteX41" fmla="*/ 76581 w 105203"/>
                  <a:gd name="connsiteY41" fmla="*/ 9049 h 104965"/>
                  <a:gd name="connsiteX42" fmla="*/ 96155 w 105203"/>
                  <a:gd name="connsiteY42" fmla="*/ 28623 h 104965"/>
                  <a:gd name="connsiteX43" fmla="*/ 96155 w 105203"/>
                  <a:gd name="connsiteY43" fmla="*/ 76343 h 104965"/>
                  <a:gd name="connsiteX44" fmla="*/ 76581 w 105203"/>
                  <a:gd name="connsiteY44" fmla="*/ 95917 h 104965"/>
                  <a:gd name="connsiteX45" fmla="*/ 28623 w 105203"/>
                  <a:gd name="connsiteY45" fmla="*/ 95917 h 104965"/>
                  <a:gd name="connsiteX46" fmla="*/ 9049 w 105203"/>
                  <a:gd name="connsiteY46" fmla="*/ 76343 h 104965"/>
                  <a:gd name="connsiteX47" fmla="*/ 9049 w 105203"/>
                  <a:gd name="connsiteY47" fmla="*/ 28623 h 104965"/>
                  <a:gd name="connsiteX48" fmla="*/ 28623 w 105203"/>
                  <a:gd name="connsiteY48" fmla="*/ 9049 h 104965"/>
                  <a:gd name="connsiteX49" fmla="*/ 28623 w 105203"/>
                  <a:gd name="connsiteY49" fmla="*/ 9049 h 104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05203" h="104965">
                    <a:moveTo>
                      <a:pt x="28384" y="0"/>
                    </a:moveTo>
                    <a:lnTo>
                      <a:pt x="76819" y="0"/>
                    </a:lnTo>
                    <a:cubicBezTo>
                      <a:pt x="92392" y="0"/>
                      <a:pt x="105204" y="12811"/>
                      <a:pt x="105204" y="28385"/>
                    </a:cubicBezTo>
                    <a:lnTo>
                      <a:pt x="105204" y="76581"/>
                    </a:lnTo>
                    <a:cubicBezTo>
                      <a:pt x="105204" y="92154"/>
                      <a:pt x="92392" y="104966"/>
                      <a:pt x="76819" y="104966"/>
                    </a:cubicBezTo>
                    <a:lnTo>
                      <a:pt x="28384" y="104966"/>
                    </a:lnTo>
                    <a:cubicBezTo>
                      <a:pt x="12811" y="104966"/>
                      <a:pt x="0" y="92154"/>
                      <a:pt x="0" y="76581"/>
                    </a:cubicBezTo>
                    <a:lnTo>
                      <a:pt x="0" y="28385"/>
                    </a:lnTo>
                    <a:cubicBezTo>
                      <a:pt x="0" y="12811"/>
                      <a:pt x="12811" y="0"/>
                      <a:pt x="28384" y="0"/>
                    </a:cubicBezTo>
                    <a:lnTo>
                      <a:pt x="28384" y="0"/>
                    </a:lnTo>
                    <a:close/>
                    <a:moveTo>
                      <a:pt x="80867" y="18336"/>
                    </a:moveTo>
                    <a:lnTo>
                      <a:pt x="80867" y="18336"/>
                    </a:lnTo>
                    <a:cubicBezTo>
                      <a:pt x="84153" y="18336"/>
                      <a:pt x="86916" y="21098"/>
                      <a:pt x="86916" y="24384"/>
                    </a:cubicBezTo>
                    <a:lnTo>
                      <a:pt x="86916" y="24384"/>
                    </a:lnTo>
                    <a:cubicBezTo>
                      <a:pt x="86916" y="27670"/>
                      <a:pt x="84153" y="30432"/>
                      <a:pt x="80867" y="30432"/>
                    </a:cubicBezTo>
                    <a:lnTo>
                      <a:pt x="80867" y="30432"/>
                    </a:lnTo>
                    <a:cubicBezTo>
                      <a:pt x="77343" y="30432"/>
                      <a:pt x="74819" y="27670"/>
                      <a:pt x="74819" y="24384"/>
                    </a:cubicBezTo>
                    <a:lnTo>
                      <a:pt x="74819" y="24384"/>
                    </a:lnTo>
                    <a:cubicBezTo>
                      <a:pt x="74819" y="21098"/>
                      <a:pt x="77343" y="18336"/>
                      <a:pt x="80867" y="18336"/>
                    </a:cubicBezTo>
                    <a:lnTo>
                      <a:pt x="80867" y="18336"/>
                    </a:lnTo>
                    <a:close/>
                    <a:moveTo>
                      <a:pt x="52483" y="23860"/>
                    </a:moveTo>
                    <a:lnTo>
                      <a:pt x="52721" y="23860"/>
                    </a:lnTo>
                    <a:cubicBezTo>
                      <a:pt x="68294" y="23860"/>
                      <a:pt x="81343" y="36909"/>
                      <a:pt x="81343" y="52483"/>
                    </a:cubicBezTo>
                    <a:lnTo>
                      <a:pt x="81343" y="52483"/>
                    </a:lnTo>
                    <a:cubicBezTo>
                      <a:pt x="81343" y="68294"/>
                      <a:pt x="68294" y="81105"/>
                      <a:pt x="52721" y="81105"/>
                    </a:cubicBezTo>
                    <a:lnTo>
                      <a:pt x="52483" y="81105"/>
                    </a:lnTo>
                    <a:cubicBezTo>
                      <a:pt x="36909" y="81105"/>
                      <a:pt x="24098" y="68294"/>
                      <a:pt x="24098" y="52483"/>
                    </a:cubicBezTo>
                    <a:lnTo>
                      <a:pt x="24098" y="52483"/>
                    </a:lnTo>
                    <a:cubicBezTo>
                      <a:pt x="24098" y="36909"/>
                      <a:pt x="36909" y="23860"/>
                      <a:pt x="52483" y="23860"/>
                    </a:cubicBezTo>
                    <a:lnTo>
                      <a:pt x="52483" y="23860"/>
                    </a:lnTo>
                    <a:close/>
                    <a:moveTo>
                      <a:pt x="52483" y="33623"/>
                    </a:moveTo>
                    <a:lnTo>
                      <a:pt x="52721" y="33623"/>
                    </a:lnTo>
                    <a:cubicBezTo>
                      <a:pt x="63008" y="33623"/>
                      <a:pt x="71533" y="42148"/>
                      <a:pt x="71533" y="52435"/>
                    </a:cubicBezTo>
                    <a:lnTo>
                      <a:pt x="71533" y="52435"/>
                    </a:lnTo>
                    <a:cubicBezTo>
                      <a:pt x="71533" y="62960"/>
                      <a:pt x="63008" y="71533"/>
                      <a:pt x="52721" y="71533"/>
                    </a:cubicBezTo>
                    <a:lnTo>
                      <a:pt x="52483" y="71533"/>
                    </a:lnTo>
                    <a:cubicBezTo>
                      <a:pt x="42196" y="71533"/>
                      <a:pt x="33671" y="63008"/>
                      <a:pt x="33671" y="52435"/>
                    </a:cubicBezTo>
                    <a:lnTo>
                      <a:pt x="33671" y="52435"/>
                    </a:lnTo>
                    <a:cubicBezTo>
                      <a:pt x="33671" y="42148"/>
                      <a:pt x="42196" y="33623"/>
                      <a:pt x="52483" y="33623"/>
                    </a:cubicBezTo>
                    <a:lnTo>
                      <a:pt x="52483" y="33623"/>
                    </a:lnTo>
                    <a:close/>
                    <a:moveTo>
                      <a:pt x="28623" y="9049"/>
                    </a:moveTo>
                    <a:lnTo>
                      <a:pt x="76581" y="9049"/>
                    </a:lnTo>
                    <a:cubicBezTo>
                      <a:pt x="87392" y="9049"/>
                      <a:pt x="96155" y="17812"/>
                      <a:pt x="96155" y="28623"/>
                    </a:cubicBezTo>
                    <a:lnTo>
                      <a:pt x="96155" y="76343"/>
                    </a:lnTo>
                    <a:cubicBezTo>
                      <a:pt x="96155" y="87154"/>
                      <a:pt x="87392" y="95917"/>
                      <a:pt x="76581" y="95917"/>
                    </a:cubicBezTo>
                    <a:lnTo>
                      <a:pt x="28623" y="95917"/>
                    </a:lnTo>
                    <a:cubicBezTo>
                      <a:pt x="17812" y="95917"/>
                      <a:pt x="9049" y="87154"/>
                      <a:pt x="9049" y="76343"/>
                    </a:cubicBezTo>
                    <a:lnTo>
                      <a:pt x="9049" y="28623"/>
                    </a:lnTo>
                    <a:cubicBezTo>
                      <a:pt x="9049" y="17812"/>
                      <a:pt x="17812" y="9049"/>
                      <a:pt x="28623" y="9049"/>
                    </a:cubicBezTo>
                    <a:lnTo>
                      <a:pt x="28623" y="9049"/>
                    </a:lnTo>
                    <a:close/>
                  </a:path>
                </a:pathLst>
              </a:custGeom>
              <a:solidFill>
                <a:srgbClr val="FFFFFF"/>
              </a:solidFill>
              <a:ln w="4763" cap="flat">
                <a:noFill/>
                <a:prstDash val="solid"/>
                <a:miter/>
              </a:ln>
            </p:spPr>
            <p:txBody>
              <a:bodyPr rtlCol="0" anchor="ctr"/>
              <a:lstStyle/>
              <a:p>
                <a:endParaRPr lang="en-AU" sz="2400"/>
              </a:p>
            </p:txBody>
          </p:sp>
        </p:grpSp>
        <p:grpSp>
          <p:nvGrpSpPr>
            <p:cNvPr id="24" name="Graphic 3">
              <a:extLst>
                <a:ext uri="{FF2B5EF4-FFF2-40B4-BE49-F238E27FC236}">
                  <a16:creationId xmlns:a16="http://schemas.microsoft.com/office/drawing/2014/main" id="{1E38CE80-668F-33FD-4068-4CE84CB701AD}"/>
                </a:ext>
              </a:extLst>
            </p:cNvPr>
            <p:cNvGrpSpPr/>
            <p:nvPr/>
          </p:nvGrpSpPr>
          <p:grpSpPr>
            <a:xfrm>
              <a:off x="217360" y="4600908"/>
              <a:ext cx="171354" cy="171354"/>
              <a:chOff x="217360" y="4600908"/>
              <a:chExt cx="171354" cy="171354"/>
            </a:xfrm>
            <a:solidFill>
              <a:srgbClr val="FFFFFF"/>
            </a:solidFill>
          </p:grpSpPr>
          <p:sp>
            <p:nvSpPr>
              <p:cNvPr id="25" name="Freeform: Shape 24">
                <a:extLst>
                  <a:ext uri="{FF2B5EF4-FFF2-40B4-BE49-F238E27FC236}">
                    <a16:creationId xmlns:a16="http://schemas.microsoft.com/office/drawing/2014/main" id="{DC5C4339-27F3-3A60-4691-313A45B4636F}"/>
                  </a:ext>
                </a:extLst>
              </p:cNvPr>
              <p:cNvSpPr/>
              <p:nvPr/>
            </p:nvSpPr>
            <p:spPr>
              <a:xfrm>
                <a:off x="217360" y="4600908"/>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20 h 171354"/>
                  <a:gd name="connsiteX6" fmla="*/ 6620 w 171354"/>
                  <a:gd name="connsiteY6" fmla="*/ 85677 h 171354"/>
                  <a:gd name="connsiteX7" fmla="*/ 85677 w 171354"/>
                  <a:gd name="connsiteY7" fmla="*/ 164735 h 171354"/>
                  <a:gd name="connsiteX8" fmla="*/ 164735 w 171354"/>
                  <a:gd name="connsiteY8" fmla="*/ 85677 h 171354"/>
                  <a:gd name="connsiteX9" fmla="*/ 85677 w 171354"/>
                  <a:gd name="connsiteY9" fmla="*/ 6620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20"/>
                    </a:moveTo>
                    <a:cubicBezTo>
                      <a:pt x="42101" y="6620"/>
                      <a:pt x="6620" y="42101"/>
                      <a:pt x="6620" y="85677"/>
                    </a:cubicBezTo>
                    <a:cubicBezTo>
                      <a:pt x="6620" y="129254"/>
                      <a:pt x="42101" y="164735"/>
                      <a:pt x="85677" y="164735"/>
                    </a:cubicBezTo>
                    <a:cubicBezTo>
                      <a:pt x="129254" y="164735"/>
                      <a:pt x="164735" y="129254"/>
                      <a:pt x="164735" y="85677"/>
                    </a:cubicBezTo>
                    <a:cubicBezTo>
                      <a:pt x="164735" y="42101"/>
                      <a:pt x="129254" y="6620"/>
                      <a:pt x="85677" y="6620"/>
                    </a:cubicBezTo>
                    <a:close/>
                  </a:path>
                </a:pathLst>
              </a:custGeom>
              <a:solidFill>
                <a:srgbClr val="FFFFFF"/>
              </a:solidFill>
              <a:ln w="4763" cap="flat">
                <a:noFill/>
                <a:prstDash val="solid"/>
                <a:miter/>
              </a:ln>
            </p:spPr>
            <p:txBody>
              <a:bodyPr rtlCol="0" anchor="ctr"/>
              <a:lstStyle/>
              <a:p>
                <a:endParaRPr lang="en-AU" sz="2400"/>
              </a:p>
            </p:txBody>
          </p:sp>
          <p:sp>
            <p:nvSpPr>
              <p:cNvPr id="26" name="Freeform: Shape 25">
                <a:extLst>
                  <a:ext uri="{FF2B5EF4-FFF2-40B4-BE49-F238E27FC236}">
                    <a16:creationId xmlns:a16="http://schemas.microsoft.com/office/drawing/2014/main" id="{4E0AF755-8025-9045-AFC0-345262DD6301}"/>
                  </a:ext>
                </a:extLst>
              </p:cNvPr>
              <p:cNvSpPr/>
              <p:nvPr/>
            </p:nvSpPr>
            <p:spPr>
              <a:xfrm>
                <a:off x="265223" y="4643008"/>
                <a:ext cx="75580" cy="76009"/>
              </a:xfrm>
              <a:custGeom>
                <a:avLst/>
                <a:gdLst>
                  <a:gd name="connsiteX0" fmla="*/ 1524 w 75580"/>
                  <a:gd name="connsiteY0" fmla="*/ 25527 h 76009"/>
                  <a:gd name="connsiteX1" fmla="*/ 16526 w 75580"/>
                  <a:gd name="connsiteY1" fmla="*/ 25527 h 76009"/>
                  <a:gd name="connsiteX2" fmla="*/ 16526 w 75580"/>
                  <a:gd name="connsiteY2" fmla="*/ 75914 h 76009"/>
                  <a:gd name="connsiteX3" fmla="*/ 1524 w 75580"/>
                  <a:gd name="connsiteY3" fmla="*/ 75914 h 76009"/>
                  <a:gd name="connsiteX4" fmla="*/ 1524 w 75580"/>
                  <a:gd name="connsiteY4" fmla="*/ 25527 h 76009"/>
                  <a:gd name="connsiteX5" fmla="*/ 8906 w 75580"/>
                  <a:gd name="connsiteY5" fmla="*/ 0 h 76009"/>
                  <a:gd name="connsiteX6" fmla="*/ 18002 w 75580"/>
                  <a:gd name="connsiteY6" fmla="*/ 9096 h 76009"/>
                  <a:gd name="connsiteX7" fmla="*/ 8906 w 75580"/>
                  <a:gd name="connsiteY7" fmla="*/ 18193 h 76009"/>
                  <a:gd name="connsiteX8" fmla="*/ 0 w 75580"/>
                  <a:gd name="connsiteY8" fmla="*/ 9096 h 76009"/>
                  <a:gd name="connsiteX9" fmla="*/ 8906 w 75580"/>
                  <a:gd name="connsiteY9" fmla="*/ 0 h 76009"/>
                  <a:gd name="connsiteX10" fmla="*/ 8906 w 75580"/>
                  <a:gd name="connsiteY10" fmla="*/ 0 h 76009"/>
                  <a:gd name="connsiteX11" fmla="*/ 25384 w 75580"/>
                  <a:gd name="connsiteY11" fmla="*/ 25527 h 76009"/>
                  <a:gd name="connsiteX12" fmla="*/ 40195 w 75580"/>
                  <a:gd name="connsiteY12" fmla="*/ 25527 h 76009"/>
                  <a:gd name="connsiteX13" fmla="*/ 40195 w 75580"/>
                  <a:gd name="connsiteY13" fmla="*/ 32575 h 76009"/>
                  <a:gd name="connsiteX14" fmla="*/ 54435 w 75580"/>
                  <a:gd name="connsiteY14" fmla="*/ 25003 h 76009"/>
                  <a:gd name="connsiteX15" fmla="*/ 58531 w 75580"/>
                  <a:gd name="connsiteY15" fmla="*/ 25003 h 76009"/>
                  <a:gd name="connsiteX16" fmla="*/ 75581 w 75580"/>
                  <a:gd name="connsiteY16" fmla="*/ 42053 h 76009"/>
                  <a:gd name="connsiteX17" fmla="*/ 75581 w 75580"/>
                  <a:gd name="connsiteY17" fmla="*/ 75962 h 76009"/>
                  <a:gd name="connsiteX18" fmla="*/ 60769 w 75580"/>
                  <a:gd name="connsiteY18" fmla="*/ 75962 h 76009"/>
                  <a:gd name="connsiteX19" fmla="*/ 60769 w 75580"/>
                  <a:gd name="connsiteY19" fmla="*/ 71342 h 76009"/>
                  <a:gd name="connsiteX20" fmla="*/ 60769 w 75580"/>
                  <a:gd name="connsiteY20" fmla="*/ 71342 h 76009"/>
                  <a:gd name="connsiteX21" fmla="*/ 60769 w 75580"/>
                  <a:gd name="connsiteY21" fmla="*/ 48768 h 76009"/>
                  <a:gd name="connsiteX22" fmla="*/ 60769 w 75580"/>
                  <a:gd name="connsiteY22" fmla="*/ 48768 h 76009"/>
                  <a:gd name="connsiteX23" fmla="*/ 50959 w 75580"/>
                  <a:gd name="connsiteY23" fmla="*/ 38576 h 76009"/>
                  <a:gd name="connsiteX24" fmla="*/ 50959 w 75580"/>
                  <a:gd name="connsiteY24" fmla="*/ 38576 h 76009"/>
                  <a:gd name="connsiteX25" fmla="*/ 40195 w 75580"/>
                  <a:gd name="connsiteY25" fmla="*/ 48768 h 76009"/>
                  <a:gd name="connsiteX26" fmla="*/ 40195 w 75580"/>
                  <a:gd name="connsiteY26" fmla="*/ 48768 h 76009"/>
                  <a:gd name="connsiteX27" fmla="*/ 40195 w 75580"/>
                  <a:gd name="connsiteY27" fmla="*/ 76009 h 76009"/>
                  <a:gd name="connsiteX28" fmla="*/ 25384 w 75580"/>
                  <a:gd name="connsiteY28" fmla="*/ 76009 h 76009"/>
                  <a:gd name="connsiteX29" fmla="*/ 25384 w 75580"/>
                  <a:gd name="connsiteY29" fmla="*/ 25622 h 76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75580" h="76009">
                    <a:moveTo>
                      <a:pt x="1524" y="25527"/>
                    </a:moveTo>
                    <a:lnTo>
                      <a:pt x="16526" y="25527"/>
                    </a:lnTo>
                    <a:lnTo>
                      <a:pt x="16526" y="75914"/>
                    </a:lnTo>
                    <a:lnTo>
                      <a:pt x="1524" y="75914"/>
                    </a:lnTo>
                    <a:lnTo>
                      <a:pt x="1524" y="25527"/>
                    </a:lnTo>
                    <a:close/>
                    <a:moveTo>
                      <a:pt x="8906" y="0"/>
                    </a:moveTo>
                    <a:cubicBezTo>
                      <a:pt x="13907" y="0"/>
                      <a:pt x="18002" y="4096"/>
                      <a:pt x="18002" y="9096"/>
                    </a:cubicBezTo>
                    <a:cubicBezTo>
                      <a:pt x="18002" y="14097"/>
                      <a:pt x="13907" y="18193"/>
                      <a:pt x="8906" y="18193"/>
                    </a:cubicBezTo>
                    <a:cubicBezTo>
                      <a:pt x="3905" y="18193"/>
                      <a:pt x="0" y="14097"/>
                      <a:pt x="0" y="9096"/>
                    </a:cubicBezTo>
                    <a:cubicBezTo>
                      <a:pt x="0" y="4096"/>
                      <a:pt x="3905" y="0"/>
                      <a:pt x="8906" y="0"/>
                    </a:cubicBezTo>
                    <a:lnTo>
                      <a:pt x="8906" y="0"/>
                    </a:lnTo>
                    <a:close/>
                    <a:moveTo>
                      <a:pt x="25384" y="25527"/>
                    </a:moveTo>
                    <a:lnTo>
                      <a:pt x="40195" y="25527"/>
                    </a:lnTo>
                    <a:lnTo>
                      <a:pt x="40195" y="32575"/>
                    </a:lnTo>
                    <a:cubicBezTo>
                      <a:pt x="43339" y="27956"/>
                      <a:pt x="48530" y="25003"/>
                      <a:pt x="54435" y="25003"/>
                    </a:cubicBezTo>
                    <a:lnTo>
                      <a:pt x="58531" y="25003"/>
                    </a:lnTo>
                    <a:cubicBezTo>
                      <a:pt x="67961" y="25003"/>
                      <a:pt x="75581" y="32766"/>
                      <a:pt x="75581" y="42053"/>
                    </a:cubicBezTo>
                    <a:lnTo>
                      <a:pt x="75581" y="75962"/>
                    </a:lnTo>
                    <a:lnTo>
                      <a:pt x="60769" y="75962"/>
                    </a:lnTo>
                    <a:lnTo>
                      <a:pt x="60769" y="71342"/>
                    </a:lnTo>
                    <a:lnTo>
                      <a:pt x="60769" y="71342"/>
                    </a:lnTo>
                    <a:lnTo>
                      <a:pt x="60769" y="48768"/>
                    </a:lnTo>
                    <a:lnTo>
                      <a:pt x="60769" y="48768"/>
                    </a:lnTo>
                    <a:cubicBezTo>
                      <a:pt x="60579" y="43005"/>
                      <a:pt x="56674" y="38576"/>
                      <a:pt x="50959" y="38576"/>
                    </a:cubicBezTo>
                    <a:lnTo>
                      <a:pt x="50959" y="38576"/>
                    </a:lnTo>
                    <a:cubicBezTo>
                      <a:pt x="45196" y="38576"/>
                      <a:pt x="40386" y="43005"/>
                      <a:pt x="40195" y="48768"/>
                    </a:cubicBezTo>
                    <a:lnTo>
                      <a:pt x="40195" y="48768"/>
                    </a:lnTo>
                    <a:lnTo>
                      <a:pt x="40195" y="76009"/>
                    </a:lnTo>
                    <a:lnTo>
                      <a:pt x="25384" y="76009"/>
                    </a:lnTo>
                    <a:lnTo>
                      <a:pt x="25384" y="25622"/>
                    </a:lnTo>
                    <a:close/>
                  </a:path>
                </a:pathLst>
              </a:custGeom>
              <a:solidFill>
                <a:srgbClr val="FFFFFF"/>
              </a:solidFill>
              <a:ln w="4763" cap="flat">
                <a:noFill/>
                <a:prstDash val="solid"/>
                <a:miter/>
              </a:ln>
            </p:spPr>
            <p:txBody>
              <a:bodyPr rtlCol="0" anchor="ctr"/>
              <a:lstStyle/>
              <a:p>
                <a:endParaRPr lang="en-AU" sz="2400"/>
              </a:p>
            </p:txBody>
          </p:sp>
        </p:grpSp>
        <p:grpSp>
          <p:nvGrpSpPr>
            <p:cNvPr id="27" name="Graphic 3">
              <a:extLst>
                <a:ext uri="{FF2B5EF4-FFF2-40B4-BE49-F238E27FC236}">
                  <a16:creationId xmlns:a16="http://schemas.microsoft.com/office/drawing/2014/main" id="{4AF81122-B682-3D4F-1692-03A9A1D0D0D9}"/>
                </a:ext>
              </a:extLst>
            </p:cNvPr>
            <p:cNvGrpSpPr/>
            <p:nvPr/>
          </p:nvGrpSpPr>
          <p:grpSpPr>
            <a:xfrm>
              <a:off x="991457" y="4600908"/>
              <a:ext cx="171354" cy="171354"/>
              <a:chOff x="991457" y="4600908"/>
              <a:chExt cx="171354" cy="171354"/>
            </a:xfrm>
            <a:solidFill>
              <a:srgbClr val="FFFFFF"/>
            </a:solidFill>
          </p:grpSpPr>
          <p:sp>
            <p:nvSpPr>
              <p:cNvPr id="28" name="Freeform: Shape 27">
                <a:extLst>
                  <a:ext uri="{FF2B5EF4-FFF2-40B4-BE49-F238E27FC236}">
                    <a16:creationId xmlns:a16="http://schemas.microsoft.com/office/drawing/2014/main" id="{C107F021-466F-02E9-8D53-CF6B99842509}"/>
                  </a:ext>
                </a:extLst>
              </p:cNvPr>
              <p:cNvSpPr/>
              <p:nvPr/>
            </p:nvSpPr>
            <p:spPr>
              <a:xfrm>
                <a:off x="991457" y="4600908"/>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20 h 171354"/>
                  <a:gd name="connsiteX6" fmla="*/ 6620 w 171354"/>
                  <a:gd name="connsiteY6" fmla="*/ 85677 h 171354"/>
                  <a:gd name="connsiteX7" fmla="*/ 85677 w 171354"/>
                  <a:gd name="connsiteY7" fmla="*/ 164735 h 171354"/>
                  <a:gd name="connsiteX8" fmla="*/ 164735 w 171354"/>
                  <a:gd name="connsiteY8" fmla="*/ 85677 h 171354"/>
                  <a:gd name="connsiteX9" fmla="*/ 85677 w 171354"/>
                  <a:gd name="connsiteY9" fmla="*/ 6620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20"/>
                    </a:moveTo>
                    <a:cubicBezTo>
                      <a:pt x="42101" y="6620"/>
                      <a:pt x="6620" y="42101"/>
                      <a:pt x="6620" y="85677"/>
                    </a:cubicBezTo>
                    <a:cubicBezTo>
                      <a:pt x="6620" y="129254"/>
                      <a:pt x="42101" y="164735"/>
                      <a:pt x="85677" y="164735"/>
                    </a:cubicBezTo>
                    <a:cubicBezTo>
                      <a:pt x="129254" y="164735"/>
                      <a:pt x="164735" y="129254"/>
                      <a:pt x="164735" y="85677"/>
                    </a:cubicBezTo>
                    <a:cubicBezTo>
                      <a:pt x="164735" y="42101"/>
                      <a:pt x="129254" y="6620"/>
                      <a:pt x="85677" y="6620"/>
                    </a:cubicBezTo>
                    <a:close/>
                  </a:path>
                </a:pathLst>
              </a:custGeom>
              <a:solidFill>
                <a:srgbClr val="FFFFFF"/>
              </a:solidFill>
              <a:ln w="4763" cap="flat">
                <a:noFill/>
                <a:prstDash val="solid"/>
                <a:miter/>
              </a:ln>
            </p:spPr>
            <p:txBody>
              <a:bodyPr rtlCol="0" anchor="ctr"/>
              <a:lstStyle/>
              <a:p>
                <a:endParaRPr lang="en-AU" sz="2400"/>
              </a:p>
            </p:txBody>
          </p:sp>
          <p:sp>
            <p:nvSpPr>
              <p:cNvPr id="29" name="Freeform: Shape 28">
                <a:extLst>
                  <a:ext uri="{FF2B5EF4-FFF2-40B4-BE49-F238E27FC236}">
                    <a16:creationId xmlns:a16="http://schemas.microsoft.com/office/drawing/2014/main" id="{0A6EAA11-2208-EDD8-E640-9C795B4DAED8}"/>
                  </a:ext>
                </a:extLst>
              </p:cNvPr>
              <p:cNvSpPr/>
              <p:nvPr/>
            </p:nvSpPr>
            <p:spPr>
              <a:xfrm>
                <a:off x="1026509" y="4650581"/>
                <a:ext cx="101441" cy="71723"/>
              </a:xfrm>
              <a:custGeom>
                <a:avLst/>
                <a:gdLst>
                  <a:gd name="connsiteX0" fmla="*/ 100251 w 101441"/>
                  <a:gd name="connsiteY0" fmla="*/ 15764 h 71723"/>
                  <a:gd name="connsiteX1" fmla="*/ 81105 w 101441"/>
                  <a:gd name="connsiteY1" fmla="*/ 1191 h 71723"/>
                  <a:gd name="connsiteX2" fmla="*/ 50721 w 101441"/>
                  <a:gd name="connsiteY2" fmla="*/ 0 h 71723"/>
                  <a:gd name="connsiteX3" fmla="*/ 20336 w 101441"/>
                  <a:gd name="connsiteY3" fmla="*/ 1191 h 71723"/>
                  <a:gd name="connsiteX4" fmla="*/ 1000 w 101441"/>
                  <a:gd name="connsiteY4" fmla="*/ 15764 h 71723"/>
                  <a:gd name="connsiteX5" fmla="*/ 0 w 101441"/>
                  <a:gd name="connsiteY5" fmla="*/ 35862 h 71723"/>
                  <a:gd name="connsiteX6" fmla="*/ 1000 w 101441"/>
                  <a:gd name="connsiteY6" fmla="*/ 55959 h 71723"/>
                  <a:gd name="connsiteX7" fmla="*/ 20336 w 101441"/>
                  <a:gd name="connsiteY7" fmla="*/ 70533 h 71723"/>
                  <a:gd name="connsiteX8" fmla="*/ 50721 w 101441"/>
                  <a:gd name="connsiteY8" fmla="*/ 71723 h 71723"/>
                  <a:gd name="connsiteX9" fmla="*/ 81105 w 101441"/>
                  <a:gd name="connsiteY9" fmla="*/ 70533 h 71723"/>
                  <a:gd name="connsiteX10" fmla="*/ 100251 w 101441"/>
                  <a:gd name="connsiteY10" fmla="*/ 55959 h 71723"/>
                  <a:gd name="connsiteX11" fmla="*/ 101441 w 101441"/>
                  <a:gd name="connsiteY11" fmla="*/ 35862 h 71723"/>
                  <a:gd name="connsiteX12" fmla="*/ 100251 w 101441"/>
                  <a:gd name="connsiteY12" fmla="*/ 15764 h 71723"/>
                  <a:gd name="connsiteX13" fmla="*/ 40481 w 101441"/>
                  <a:gd name="connsiteY13" fmla="*/ 51292 h 71723"/>
                  <a:gd name="connsiteX14" fmla="*/ 40481 w 101441"/>
                  <a:gd name="connsiteY14" fmla="*/ 20717 h 71723"/>
                  <a:gd name="connsiteX15" fmla="*/ 66913 w 101441"/>
                  <a:gd name="connsiteY15" fmla="*/ 35909 h 71723"/>
                  <a:gd name="connsiteX16" fmla="*/ 40481 w 101441"/>
                  <a:gd name="connsiteY16" fmla="*/ 51292 h 71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1441" h="71723">
                    <a:moveTo>
                      <a:pt x="100251" y="15764"/>
                    </a:moveTo>
                    <a:cubicBezTo>
                      <a:pt x="98679" y="4143"/>
                      <a:pt x="92774" y="2143"/>
                      <a:pt x="81105" y="1191"/>
                    </a:cubicBezTo>
                    <a:cubicBezTo>
                      <a:pt x="71057" y="381"/>
                      <a:pt x="59627" y="0"/>
                      <a:pt x="50721" y="0"/>
                    </a:cubicBezTo>
                    <a:cubicBezTo>
                      <a:pt x="41815" y="0"/>
                      <a:pt x="30194" y="381"/>
                      <a:pt x="20336" y="1191"/>
                    </a:cubicBezTo>
                    <a:cubicBezTo>
                      <a:pt x="8715" y="2191"/>
                      <a:pt x="2572" y="4143"/>
                      <a:pt x="1000" y="15764"/>
                    </a:cubicBezTo>
                    <a:cubicBezTo>
                      <a:pt x="429" y="21098"/>
                      <a:pt x="0" y="28384"/>
                      <a:pt x="0" y="35862"/>
                    </a:cubicBezTo>
                    <a:cubicBezTo>
                      <a:pt x="0" y="43339"/>
                      <a:pt x="381" y="50864"/>
                      <a:pt x="1000" y="55959"/>
                    </a:cubicBezTo>
                    <a:cubicBezTo>
                      <a:pt x="2572" y="67818"/>
                      <a:pt x="8715" y="69580"/>
                      <a:pt x="20336" y="70533"/>
                    </a:cubicBezTo>
                    <a:cubicBezTo>
                      <a:pt x="30194" y="71533"/>
                      <a:pt x="41815" y="71723"/>
                      <a:pt x="50721" y="71723"/>
                    </a:cubicBezTo>
                    <a:cubicBezTo>
                      <a:pt x="59627" y="71723"/>
                      <a:pt x="71057" y="71533"/>
                      <a:pt x="81105" y="70533"/>
                    </a:cubicBezTo>
                    <a:cubicBezTo>
                      <a:pt x="92726" y="69532"/>
                      <a:pt x="98679" y="67770"/>
                      <a:pt x="100251" y="55959"/>
                    </a:cubicBezTo>
                    <a:cubicBezTo>
                      <a:pt x="101060" y="50816"/>
                      <a:pt x="101441" y="43339"/>
                      <a:pt x="101441" y="35862"/>
                    </a:cubicBezTo>
                    <a:cubicBezTo>
                      <a:pt x="101441" y="28384"/>
                      <a:pt x="101060" y="21050"/>
                      <a:pt x="100251" y="15764"/>
                    </a:cubicBezTo>
                    <a:close/>
                    <a:moveTo>
                      <a:pt x="40481" y="51292"/>
                    </a:moveTo>
                    <a:lnTo>
                      <a:pt x="40481" y="20717"/>
                    </a:lnTo>
                    <a:lnTo>
                      <a:pt x="66913" y="35909"/>
                    </a:lnTo>
                    <a:lnTo>
                      <a:pt x="40481" y="51292"/>
                    </a:lnTo>
                    <a:close/>
                  </a:path>
                </a:pathLst>
              </a:custGeom>
              <a:solidFill>
                <a:srgbClr val="FFFFFF"/>
              </a:solidFill>
              <a:ln w="4763" cap="flat">
                <a:noFill/>
                <a:prstDash val="solid"/>
                <a:miter/>
              </a:ln>
            </p:spPr>
            <p:txBody>
              <a:bodyPr rtlCol="0" anchor="ctr"/>
              <a:lstStyle/>
              <a:p>
                <a:endParaRPr lang="en-AU" sz="2400"/>
              </a:p>
            </p:txBody>
          </p:sp>
        </p:grpSp>
      </p:grpSp>
      <p:sp>
        <p:nvSpPr>
          <p:cNvPr id="30" name="TextBox 29">
            <a:extLst>
              <a:ext uri="{FF2B5EF4-FFF2-40B4-BE49-F238E27FC236}">
                <a16:creationId xmlns:a16="http://schemas.microsoft.com/office/drawing/2014/main" id="{86AA1CEC-8694-F371-4526-F602B1F47D9A}"/>
              </a:ext>
            </a:extLst>
          </p:cNvPr>
          <p:cNvSpPr txBox="1"/>
          <p:nvPr/>
        </p:nvSpPr>
        <p:spPr>
          <a:xfrm>
            <a:off x="391446" y="6479165"/>
            <a:ext cx="4192500" cy="256545"/>
          </a:xfrm>
          <a:prstGeom prst="rect">
            <a:avLst/>
          </a:prstGeom>
          <a:noFill/>
        </p:spPr>
        <p:txBody>
          <a:bodyPr wrap="square" rtlCol="0">
            <a:spAutoFit/>
          </a:bodyPr>
          <a:lstStyle/>
          <a:p>
            <a:r>
              <a:rPr lang="en-US" sz="1067" b="0" i="0">
                <a:solidFill>
                  <a:schemeClr val="bg1"/>
                </a:solidFill>
                <a:effectLst/>
                <a:latin typeface="Aptos" panose="020B0004020202020204" pitchFamily="34" charset="0"/>
              </a:rPr>
              <a:t>Copyright </a:t>
            </a:r>
            <a:r>
              <a:rPr lang="en-US" sz="1067" b="0" i="0">
                <a:solidFill>
                  <a:schemeClr val="bg1"/>
                </a:solidFill>
                <a:effectLst/>
                <a:latin typeface="Aptos" panose="020B0004020202020204" pitchFamily="34" charset="0"/>
                <a:cs typeface="Aptos" panose="020B0004020202020204" pitchFamily="34" charset="0"/>
              </a:rPr>
              <a:t>© </a:t>
            </a:r>
            <a:r>
              <a:rPr lang="en-US" sz="1067" b="0" i="0">
                <a:solidFill>
                  <a:schemeClr val="bg1"/>
                </a:solidFill>
                <a:effectLst/>
                <a:latin typeface="Aptos" panose="020B0004020202020204" pitchFamily="34" charset="0"/>
              </a:rPr>
              <a:t>2025 Ascendion. All Rights Reserved.</a:t>
            </a:r>
            <a:endParaRPr lang="en-US" sz="1067" b="0" i="0">
              <a:solidFill>
                <a:schemeClr val="bg1"/>
              </a:solidFill>
              <a:latin typeface="Aptos" panose="020B0004020202020204" pitchFamily="34" charset="0"/>
            </a:endParaRPr>
          </a:p>
        </p:txBody>
      </p:sp>
      <p:sp>
        <p:nvSpPr>
          <p:cNvPr id="33" name="Google Shape;10;p2">
            <a:extLst>
              <a:ext uri="{FF2B5EF4-FFF2-40B4-BE49-F238E27FC236}">
                <a16:creationId xmlns:a16="http://schemas.microsoft.com/office/drawing/2014/main" id="{D543CF40-CA6C-AB12-3735-CF8AC652A545}"/>
              </a:ext>
            </a:extLst>
          </p:cNvPr>
          <p:cNvSpPr txBox="1">
            <a:spLocks noGrp="1"/>
          </p:cNvSpPr>
          <p:nvPr>
            <p:ph type="ctrTitle" hasCustomPrompt="1"/>
          </p:nvPr>
        </p:nvSpPr>
        <p:spPr>
          <a:xfrm>
            <a:off x="415610" y="2930237"/>
            <a:ext cx="4610203" cy="689187"/>
          </a:xfrm>
          <a:prstGeom prst="rect">
            <a:avLst/>
          </a:prstGeom>
        </p:spPr>
        <p:txBody>
          <a:bodyPr spcFirstLastPara="1" wrap="square" lIns="90000" tIns="90000" rIns="90000" bIns="36000" anchor="b" anchorCtr="0">
            <a:noAutofit/>
          </a:bodyPr>
          <a:lstStyle>
            <a:lvl1pPr lvl="0" algn="l">
              <a:spcBef>
                <a:spcPts val="0"/>
              </a:spcBef>
              <a:spcAft>
                <a:spcPts val="0"/>
              </a:spcAft>
              <a:buSzPts val="5200"/>
              <a:buNone/>
              <a:defRPr sz="3733" b="1">
                <a:solidFill>
                  <a:schemeClr val="tx1"/>
                </a:solidFill>
                <a:latin typeface="PP Neue Machina Plain Ultrabold" pitchFamily="50" charset="0"/>
              </a:defRPr>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r>
              <a:rPr lang="en-IN"/>
              <a:t>Thank you</a:t>
            </a:r>
            <a:endParaRPr/>
          </a:p>
        </p:txBody>
      </p:sp>
      <p:sp>
        <p:nvSpPr>
          <p:cNvPr id="8" name="Text Placeholder 7">
            <a:extLst>
              <a:ext uri="{FF2B5EF4-FFF2-40B4-BE49-F238E27FC236}">
                <a16:creationId xmlns:a16="http://schemas.microsoft.com/office/drawing/2014/main" id="{F48DF92D-D776-F4E2-FF72-58314D512B69}"/>
              </a:ext>
            </a:extLst>
          </p:cNvPr>
          <p:cNvSpPr>
            <a:spLocks noGrp="1"/>
          </p:cNvSpPr>
          <p:nvPr>
            <p:ph type="body" sz="quarter" idx="14" hasCustomPrompt="1"/>
          </p:nvPr>
        </p:nvSpPr>
        <p:spPr>
          <a:xfrm>
            <a:off x="415611" y="3755384"/>
            <a:ext cx="5168120" cy="1767328"/>
          </a:xfrm>
          <a:noFill/>
        </p:spPr>
        <p:txBody>
          <a:bodyPr wrap="square" lIns="90000" tIns="46800" rIns="90000" bIns="46800">
            <a:noAutofit/>
          </a:bodyPr>
          <a:lstStyle>
            <a:lvl1pPr marL="0" indent="0">
              <a:buNone/>
              <a:defRPr lang="en-US" sz="1333" u="none" strike="noStrike" cap="none" dirty="0">
                <a:solidFill>
                  <a:srgbClr val="000000"/>
                </a:solidFill>
                <a:ea typeface="Aptos" panose="020B0004020202020204" pitchFamily="34" charset="0"/>
                <a:sym typeface="Aptos" panose="020B0004020202020204" pitchFamily="34" charset="0"/>
              </a:defRPr>
            </a:lvl1pPr>
          </a:lstStyle>
          <a:p>
            <a:pPr marR="0" lvl="0">
              <a:spcBef>
                <a:spcPts val="0"/>
              </a:spcBef>
              <a:spcAft>
                <a:spcPts val="0"/>
              </a:spcAft>
              <a:buClr>
                <a:srgbClr val="000000"/>
              </a:buClr>
            </a:pPr>
            <a:r>
              <a:rPr lang="en-US" sz="1333" b="0" err="1">
                <a:solidFill>
                  <a:schemeClr val="tx1"/>
                </a:solidFill>
              </a:rPr>
              <a:t>Ascendion</a:t>
            </a:r>
            <a:r>
              <a:rPr lang="en-US" sz="1333" b="0">
                <a:solidFill>
                  <a:schemeClr val="tx1"/>
                </a:solidFill>
              </a:rPr>
              <a:t> is a global, leading provider of AI-first software engineering services, delivering transformative solutions across North America, APAC, and Europe. Our headquarters are located in New Jersey. We combine technology and talent to deliver tech debt relief, improve engineering productivity solutions, and accelerate time to value, driving our clients’ digital journeys with efficiency and velocity. Guided by our “Engineering to the power of AI” [</a:t>
            </a:r>
            <a:r>
              <a:rPr lang="en-US" sz="1333" b="0" err="1">
                <a:solidFill>
                  <a:schemeClr val="tx1"/>
                </a:solidFill>
              </a:rPr>
              <a:t>EngineeringAI</a:t>
            </a:r>
            <a:r>
              <a:rPr lang="en-US" sz="1333" b="0">
                <a:solidFill>
                  <a:schemeClr val="tx1"/>
                </a:solidFill>
              </a:rPr>
              <a:t>] methodology, we integrate AI into software engineering, enterprise operations, and talent orchestration, to address critical challenges of trust, speed, and capital.</a:t>
            </a:r>
          </a:p>
        </p:txBody>
      </p:sp>
      <p:sp>
        <p:nvSpPr>
          <p:cNvPr id="3" name="TextBox 2">
            <a:hlinkClick r:id="rId2"/>
            <a:extLst>
              <a:ext uri="{FF2B5EF4-FFF2-40B4-BE49-F238E27FC236}">
                <a16:creationId xmlns:a16="http://schemas.microsoft.com/office/drawing/2014/main" id="{F63F846B-28F0-8866-9328-3EA8E4234521}"/>
              </a:ext>
            </a:extLst>
          </p:cNvPr>
          <p:cNvSpPr txBox="1"/>
          <p:nvPr/>
        </p:nvSpPr>
        <p:spPr>
          <a:xfrm>
            <a:off x="433253" y="6024096"/>
            <a:ext cx="388809" cy="461665"/>
          </a:xfrm>
          <a:prstGeom prst="rect">
            <a:avLst/>
          </a:prstGeom>
          <a:noFill/>
        </p:spPr>
        <p:txBody>
          <a:bodyPr wrap="square" rtlCol="0">
            <a:spAutoFit/>
          </a:bodyPr>
          <a:lstStyle/>
          <a:p>
            <a:endParaRPr lang="en-US" sz="2400"/>
          </a:p>
        </p:txBody>
      </p:sp>
      <p:sp>
        <p:nvSpPr>
          <p:cNvPr id="4" name="TextBox 3">
            <a:hlinkClick r:id="rId3"/>
            <a:extLst>
              <a:ext uri="{FF2B5EF4-FFF2-40B4-BE49-F238E27FC236}">
                <a16:creationId xmlns:a16="http://schemas.microsoft.com/office/drawing/2014/main" id="{4E3F5FE5-F97D-170D-6EA2-D06A4105BC09}"/>
              </a:ext>
            </a:extLst>
          </p:cNvPr>
          <p:cNvSpPr txBox="1"/>
          <p:nvPr/>
        </p:nvSpPr>
        <p:spPr>
          <a:xfrm>
            <a:off x="1018095" y="6058582"/>
            <a:ext cx="184731" cy="461665"/>
          </a:xfrm>
          <a:prstGeom prst="rect">
            <a:avLst/>
          </a:prstGeom>
          <a:noFill/>
        </p:spPr>
        <p:txBody>
          <a:bodyPr wrap="none" rtlCol="0">
            <a:spAutoFit/>
          </a:bodyPr>
          <a:lstStyle/>
          <a:p>
            <a:endParaRPr lang="en-US" sz="2400"/>
          </a:p>
        </p:txBody>
      </p:sp>
      <p:sp>
        <p:nvSpPr>
          <p:cNvPr id="5" name="TextBox 4">
            <a:hlinkClick r:id="rId4"/>
            <a:extLst>
              <a:ext uri="{FF2B5EF4-FFF2-40B4-BE49-F238E27FC236}">
                <a16:creationId xmlns:a16="http://schemas.microsoft.com/office/drawing/2014/main" id="{28B143BC-42F6-CCCD-50D1-464CD026AF16}"/>
              </a:ext>
            </a:extLst>
          </p:cNvPr>
          <p:cNvSpPr txBox="1"/>
          <p:nvPr/>
        </p:nvSpPr>
        <p:spPr>
          <a:xfrm>
            <a:off x="1551214" y="6058581"/>
            <a:ext cx="184731" cy="461665"/>
          </a:xfrm>
          <a:prstGeom prst="rect">
            <a:avLst/>
          </a:prstGeom>
          <a:noFill/>
        </p:spPr>
        <p:txBody>
          <a:bodyPr wrap="none" rtlCol="0">
            <a:spAutoFit/>
          </a:bodyPr>
          <a:lstStyle/>
          <a:p>
            <a:endParaRPr lang="en-US" sz="2400"/>
          </a:p>
        </p:txBody>
      </p:sp>
    </p:spTree>
    <p:extLst>
      <p:ext uri="{BB962C8B-B14F-4D97-AF65-F5344CB8AC3E}">
        <p14:creationId xmlns:p14="http://schemas.microsoft.com/office/powerpoint/2010/main" val="3091569641"/>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slide" preserve="1">
  <p:cSld name="1_Title slide">
    <p:bg>
      <p:bgPr>
        <a:solidFill>
          <a:schemeClr val="bg1">
            <a:lumMod val="95000"/>
          </a:schemeClr>
        </a:solidFill>
        <a:effectLst/>
      </p:bgPr>
    </p:bg>
    <p:spTree>
      <p:nvGrpSpPr>
        <p:cNvPr id="1" name="Shape 9"/>
        <p:cNvGrpSpPr/>
        <p:nvPr/>
      </p:nvGrpSpPr>
      <p:grpSpPr>
        <a:xfrm>
          <a:off x="0" y="0"/>
          <a:ext cx="0" cy="0"/>
          <a:chOff x="0" y="0"/>
          <a:chExt cx="0" cy="0"/>
        </a:xfrm>
      </p:grpSpPr>
      <p:grpSp>
        <p:nvGrpSpPr>
          <p:cNvPr id="10" name="Group 9">
            <a:extLst>
              <a:ext uri="{FF2B5EF4-FFF2-40B4-BE49-F238E27FC236}">
                <a16:creationId xmlns:a16="http://schemas.microsoft.com/office/drawing/2014/main" id="{C8694848-DBB5-CC33-BFFD-ABB9B9448869}"/>
              </a:ext>
            </a:extLst>
          </p:cNvPr>
          <p:cNvGrpSpPr/>
          <p:nvPr/>
        </p:nvGrpSpPr>
        <p:grpSpPr>
          <a:xfrm>
            <a:off x="-25401" y="4318000"/>
            <a:ext cx="12217400" cy="2540000"/>
            <a:chOff x="-19051" y="3238500"/>
            <a:chExt cx="9163050" cy="1905000"/>
          </a:xfrm>
        </p:grpSpPr>
        <p:sp>
          <p:nvSpPr>
            <p:cNvPr id="6" name="Freeform: Shape 5">
              <a:extLst>
                <a:ext uri="{FF2B5EF4-FFF2-40B4-BE49-F238E27FC236}">
                  <a16:creationId xmlns:a16="http://schemas.microsoft.com/office/drawing/2014/main" id="{C49332EC-B95E-5892-C870-8CD1804B7887}"/>
                </a:ext>
              </a:extLst>
            </p:cNvPr>
            <p:cNvSpPr/>
            <p:nvPr/>
          </p:nvSpPr>
          <p:spPr>
            <a:xfrm>
              <a:off x="-19051" y="3238500"/>
              <a:ext cx="9163050" cy="1905000"/>
            </a:xfrm>
            <a:custGeom>
              <a:avLst/>
              <a:gdLst>
                <a:gd name="connsiteX0" fmla="*/ 0 w 5829300"/>
                <a:gd name="connsiteY0" fmla="*/ 1905000 h 1905000"/>
                <a:gd name="connsiteX1" fmla="*/ 0 w 5829300"/>
                <a:gd name="connsiteY1" fmla="*/ 134493 h 1905000"/>
                <a:gd name="connsiteX2" fmla="*/ 4285393 w 5829300"/>
                <a:gd name="connsiteY2" fmla="*/ 134493 h 1905000"/>
                <a:gd name="connsiteX3" fmla="*/ 4915853 w 5829300"/>
                <a:gd name="connsiteY3" fmla="*/ 0 h 1905000"/>
                <a:gd name="connsiteX4" fmla="*/ 5541740 w 5829300"/>
                <a:gd name="connsiteY4" fmla="*/ 134493 h 1905000"/>
                <a:gd name="connsiteX5" fmla="*/ 5829300 w 5829300"/>
                <a:gd name="connsiteY5" fmla="*/ 134493 h 1905000"/>
                <a:gd name="connsiteX6" fmla="*/ 5829300 w 5829300"/>
                <a:gd name="connsiteY6" fmla="*/ 1905000 h 1905000"/>
                <a:gd name="connsiteX7" fmla="*/ 0 w 5829300"/>
                <a:gd name="connsiteY7" fmla="*/ 1905000 h 1905000"/>
                <a:gd name="connsiteX0" fmla="*/ 3324225 w 9153525"/>
                <a:gd name="connsiteY0" fmla="*/ 1905000 h 1905000"/>
                <a:gd name="connsiteX1" fmla="*/ 0 w 9153525"/>
                <a:gd name="connsiteY1" fmla="*/ 153543 h 1905000"/>
                <a:gd name="connsiteX2" fmla="*/ 7609618 w 9153525"/>
                <a:gd name="connsiteY2" fmla="*/ 134493 h 1905000"/>
                <a:gd name="connsiteX3" fmla="*/ 8240078 w 9153525"/>
                <a:gd name="connsiteY3" fmla="*/ 0 h 1905000"/>
                <a:gd name="connsiteX4" fmla="*/ 8865965 w 9153525"/>
                <a:gd name="connsiteY4" fmla="*/ 134493 h 1905000"/>
                <a:gd name="connsiteX5" fmla="*/ 9153525 w 9153525"/>
                <a:gd name="connsiteY5" fmla="*/ 134493 h 1905000"/>
                <a:gd name="connsiteX6" fmla="*/ 9153525 w 9153525"/>
                <a:gd name="connsiteY6" fmla="*/ 1905000 h 1905000"/>
                <a:gd name="connsiteX7" fmla="*/ 3324225 w 9153525"/>
                <a:gd name="connsiteY7" fmla="*/ 1905000 h 1905000"/>
                <a:gd name="connsiteX0" fmla="*/ 0 w 9163050"/>
                <a:gd name="connsiteY0" fmla="*/ 1895475 h 1905000"/>
                <a:gd name="connsiteX1" fmla="*/ 9525 w 9163050"/>
                <a:gd name="connsiteY1" fmla="*/ 153543 h 1905000"/>
                <a:gd name="connsiteX2" fmla="*/ 7619143 w 9163050"/>
                <a:gd name="connsiteY2" fmla="*/ 134493 h 1905000"/>
                <a:gd name="connsiteX3" fmla="*/ 8249603 w 9163050"/>
                <a:gd name="connsiteY3" fmla="*/ 0 h 1905000"/>
                <a:gd name="connsiteX4" fmla="*/ 8875490 w 9163050"/>
                <a:gd name="connsiteY4" fmla="*/ 134493 h 1905000"/>
                <a:gd name="connsiteX5" fmla="*/ 9163050 w 9163050"/>
                <a:gd name="connsiteY5" fmla="*/ 134493 h 1905000"/>
                <a:gd name="connsiteX6" fmla="*/ 9163050 w 9163050"/>
                <a:gd name="connsiteY6" fmla="*/ 1905000 h 1905000"/>
                <a:gd name="connsiteX7" fmla="*/ 0 w 9163050"/>
                <a:gd name="connsiteY7" fmla="*/ 1895475 h 1905000"/>
                <a:gd name="connsiteX0" fmla="*/ 0 w 9163050"/>
                <a:gd name="connsiteY0" fmla="*/ 1902619 h 1905000"/>
                <a:gd name="connsiteX1" fmla="*/ 9525 w 9163050"/>
                <a:gd name="connsiteY1" fmla="*/ 153543 h 1905000"/>
                <a:gd name="connsiteX2" fmla="*/ 7619143 w 9163050"/>
                <a:gd name="connsiteY2" fmla="*/ 134493 h 1905000"/>
                <a:gd name="connsiteX3" fmla="*/ 8249603 w 9163050"/>
                <a:gd name="connsiteY3" fmla="*/ 0 h 1905000"/>
                <a:gd name="connsiteX4" fmla="*/ 8875490 w 9163050"/>
                <a:gd name="connsiteY4" fmla="*/ 134493 h 1905000"/>
                <a:gd name="connsiteX5" fmla="*/ 9163050 w 9163050"/>
                <a:gd name="connsiteY5" fmla="*/ 134493 h 1905000"/>
                <a:gd name="connsiteX6" fmla="*/ 9163050 w 9163050"/>
                <a:gd name="connsiteY6" fmla="*/ 1905000 h 1905000"/>
                <a:gd name="connsiteX7" fmla="*/ 0 w 9163050"/>
                <a:gd name="connsiteY7" fmla="*/ 1902619 h 190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63050" h="1905000">
                  <a:moveTo>
                    <a:pt x="0" y="1902619"/>
                  </a:moveTo>
                  <a:lnTo>
                    <a:pt x="9525" y="153543"/>
                  </a:lnTo>
                  <a:lnTo>
                    <a:pt x="7619143" y="134493"/>
                  </a:lnTo>
                  <a:lnTo>
                    <a:pt x="8249603" y="0"/>
                  </a:lnTo>
                  <a:lnTo>
                    <a:pt x="8875490" y="134493"/>
                  </a:lnTo>
                  <a:lnTo>
                    <a:pt x="9163050" y="134493"/>
                  </a:lnTo>
                  <a:lnTo>
                    <a:pt x="9163050" y="1905000"/>
                  </a:lnTo>
                  <a:lnTo>
                    <a:pt x="0" y="1902619"/>
                  </a:lnTo>
                  <a:close/>
                </a:path>
              </a:pathLst>
            </a:custGeom>
            <a:gradFill>
              <a:gsLst>
                <a:gs pos="0">
                  <a:srgbClr val="5BC1A0"/>
                </a:gs>
                <a:gs pos="50000">
                  <a:srgbClr val="2E9376"/>
                </a:gs>
                <a:gs pos="100000">
                  <a:srgbClr val="01654D"/>
                </a:gs>
              </a:gsLst>
              <a:lin ang="0" scaled="1"/>
            </a:gradFill>
            <a:ln w="81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lvl="0" defTabSz="1219170" eaLnBrk="1" latinLnBrk="0" hangingPunct="1"/>
              <a:endParaRPr lang="en-AU" sz="2400" kern="1200">
                <a:solidFill>
                  <a:schemeClr val="tx1"/>
                </a:solidFill>
                <a:latin typeface="+mn-lt"/>
                <a:ea typeface="+mn-ea"/>
                <a:cs typeface="+mn-cs"/>
              </a:endParaRPr>
            </a:p>
          </p:txBody>
        </p:sp>
        <p:grpSp>
          <p:nvGrpSpPr>
            <p:cNvPr id="20" name="Graphic 3">
              <a:extLst>
                <a:ext uri="{FF2B5EF4-FFF2-40B4-BE49-F238E27FC236}">
                  <a16:creationId xmlns:a16="http://schemas.microsoft.com/office/drawing/2014/main" id="{11580F78-9730-E8CF-5F00-5083728E0E3D}"/>
                </a:ext>
              </a:extLst>
            </p:cNvPr>
            <p:cNvGrpSpPr/>
            <p:nvPr/>
          </p:nvGrpSpPr>
          <p:grpSpPr>
            <a:xfrm>
              <a:off x="378275" y="4315015"/>
              <a:ext cx="945451" cy="171497"/>
              <a:chOff x="217360" y="4600765"/>
              <a:chExt cx="945451" cy="171497"/>
            </a:xfrm>
            <a:solidFill>
              <a:srgbClr val="FFFFFF"/>
            </a:solidFill>
          </p:grpSpPr>
          <p:grpSp>
            <p:nvGrpSpPr>
              <p:cNvPr id="21" name="Graphic 3">
                <a:extLst>
                  <a:ext uri="{FF2B5EF4-FFF2-40B4-BE49-F238E27FC236}">
                    <a16:creationId xmlns:a16="http://schemas.microsoft.com/office/drawing/2014/main" id="{034EE8A3-A127-9A71-99DC-9A0E6F91654D}"/>
                  </a:ext>
                </a:extLst>
              </p:cNvPr>
              <p:cNvGrpSpPr/>
              <p:nvPr/>
            </p:nvGrpSpPr>
            <p:grpSpPr>
              <a:xfrm>
                <a:off x="604408" y="4600765"/>
                <a:ext cx="171354" cy="171354"/>
                <a:chOff x="604408" y="4600765"/>
                <a:chExt cx="171354" cy="171354"/>
              </a:xfrm>
              <a:solidFill>
                <a:srgbClr val="FFFFFF"/>
              </a:solidFill>
            </p:grpSpPr>
            <p:sp>
              <p:nvSpPr>
                <p:cNvPr id="22" name="Freeform: Shape 21">
                  <a:extLst>
                    <a:ext uri="{FF2B5EF4-FFF2-40B4-BE49-F238E27FC236}">
                      <a16:creationId xmlns:a16="http://schemas.microsoft.com/office/drawing/2014/main" id="{0D5749F5-CE41-31DE-FF35-61FA298CA95A}"/>
                    </a:ext>
                  </a:extLst>
                </p:cNvPr>
                <p:cNvSpPr/>
                <p:nvPr/>
              </p:nvSpPr>
              <p:spPr>
                <a:xfrm>
                  <a:off x="604408" y="4600765"/>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67 h 171354"/>
                    <a:gd name="connsiteX6" fmla="*/ 6620 w 171354"/>
                    <a:gd name="connsiteY6" fmla="*/ 85725 h 171354"/>
                    <a:gd name="connsiteX7" fmla="*/ 85677 w 171354"/>
                    <a:gd name="connsiteY7" fmla="*/ 164783 h 171354"/>
                    <a:gd name="connsiteX8" fmla="*/ 164735 w 171354"/>
                    <a:gd name="connsiteY8" fmla="*/ 85725 h 171354"/>
                    <a:gd name="connsiteX9" fmla="*/ 85677 w 171354"/>
                    <a:gd name="connsiteY9" fmla="*/ 6667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67"/>
                      </a:moveTo>
                      <a:cubicBezTo>
                        <a:pt x="42100" y="6667"/>
                        <a:pt x="6620" y="42148"/>
                        <a:pt x="6620" y="85725"/>
                      </a:cubicBezTo>
                      <a:cubicBezTo>
                        <a:pt x="6620" y="129302"/>
                        <a:pt x="42100" y="164783"/>
                        <a:pt x="85677" y="164783"/>
                      </a:cubicBezTo>
                      <a:cubicBezTo>
                        <a:pt x="129254" y="164783"/>
                        <a:pt x="164735" y="129302"/>
                        <a:pt x="164735" y="85725"/>
                      </a:cubicBezTo>
                      <a:cubicBezTo>
                        <a:pt x="164735" y="42148"/>
                        <a:pt x="129254" y="6667"/>
                        <a:pt x="85677" y="6667"/>
                      </a:cubicBezTo>
                      <a:close/>
                    </a:path>
                  </a:pathLst>
                </a:custGeom>
                <a:solidFill>
                  <a:srgbClr val="FFFFFF"/>
                </a:solidFill>
                <a:ln w="4763" cap="flat">
                  <a:noFill/>
                  <a:prstDash val="solid"/>
                  <a:miter/>
                </a:ln>
              </p:spPr>
              <p:txBody>
                <a:bodyPr rtlCol="0" anchor="ctr"/>
                <a:lstStyle/>
                <a:p>
                  <a:endParaRPr lang="en-AU" sz="2400"/>
                </a:p>
              </p:txBody>
            </p:sp>
            <p:sp>
              <p:nvSpPr>
                <p:cNvPr id="23" name="Freeform: Shape 22">
                  <a:extLst>
                    <a:ext uri="{FF2B5EF4-FFF2-40B4-BE49-F238E27FC236}">
                      <a16:creationId xmlns:a16="http://schemas.microsoft.com/office/drawing/2014/main" id="{044BA208-EA2B-AEB2-6DA2-25482C2C6D12}"/>
                    </a:ext>
                  </a:extLst>
                </p:cNvPr>
                <p:cNvSpPr/>
                <p:nvPr/>
              </p:nvSpPr>
              <p:spPr>
                <a:xfrm>
                  <a:off x="637460" y="4634007"/>
                  <a:ext cx="105203" cy="104965"/>
                </a:xfrm>
                <a:custGeom>
                  <a:avLst/>
                  <a:gdLst>
                    <a:gd name="connsiteX0" fmla="*/ 28384 w 105203"/>
                    <a:gd name="connsiteY0" fmla="*/ 0 h 104965"/>
                    <a:gd name="connsiteX1" fmla="*/ 76819 w 105203"/>
                    <a:gd name="connsiteY1" fmla="*/ 0 h 104965"/>
                    <a:gd name="connsiteX2" fmla="*/ 105204 w 105203"/>
                    <a:gd name="connsiteY2" fmla="*/ 28385 h 104965"/>
                    <a:gd name="connsiteX3" fmla="*/ 105204 w 105203"/>
                    <a:gd name="connsiteY3" fmla="*/ 76581 h 104965"/>
                    <a:gd name="connsiteX4" fmla="*/ 76819 w 105203"/>
                    <a:gd name="connsiteY4" fmla="*/ 104966 h 104965"/>
                    <a:gd name="connsiteX5" fmla="*/ 28384 w 105203"/>
                    <a:gd name="connsiteY5" fmla="*/ 104966 h 104965"/>
                    <a:gd name="connsiteX6" fmla="*/ 0 w 105203"/>
                    <a:gd name="connsiteY6" fmla="*/ 76581 h 104965"/>
                    <a:gd name="connsiteX7" fmla="*/ 0 w 105203"/>
                    <a:gd name="connsiteY7" fmla="*/ 28385 h 104965"/>
                    <a:gd name="connsiteX8" fmla="*/ 28384 w 105203"/>
                    <a:gd name="connsiteY8" fmla="*/ 0 h 104965"/>
                    <a:gd name="connsiteX9" fmla="*/ 28384 w 105203"/>
                    <a:gd name="connsiteY9" fmla="*/ 0 h 104965"/>
                    <a:gd name="connsiteX10" fmla="*/ 80867 w 105203"/>
                    <a:gd name="connsiteY10" fmla="*/ 18336 h 104965"/>
                    <a:gd name="connsiteX11" fmla="*/ 80867 w 105203"/>
                    <a:gd name="connsiteY11" fmla="*/ 18336 h 104965"/>
                    <a:gd name="connsiteX12" fmla="*/ 86916 w 105203"/>
                    <a:gd name="connsiteY12" fmla="*/ 24384 h 104965"/>
                    <a:gd name="connsiteX13" fmla="*/ 86916 w 105203"/>
                    <a:gd name="connsiteY13" fmla="*/ 24384 h 104965"/>
                    <a:gd name="connsiteX14" fmla="*/ 80867 w 105203"/>
                    <a:gd name="connsiteY14" fmla="*/ 30432 h 104965"/>
                    <a:gd name="connsiteX15" fmla="*/ 80867 w 105203"/>
                    <a:gd name="connsiteY15" fmla="*/ 30432 h 104965"/>
                    <a:gd name="connsiteX16" fmla="*/ 74819 w 105203"/>
                    <a:gd name="connsiteY16" fmla="*/ 24384 h 104965"/>
                    <a:gd name="connsiteX17" fmla="*/ 74819 w 105203"/>
                    <a:gd name="connsiteY17" fmla="*/ 24384 h 104965"/>
                    <a:gd name="connsiteX18" fmla="*/ 80867 w 105203"/>
                    <a:gd name="connsiteY18" fmla="*/ 18336 h 104965"/>
                    <a:gd name="connsiteX19" fmla="*/ 80867 w 105203"/>
                    <a:gd name="connsiteY19" fmla="*/ 18336 h 104965"/>
                    <a:gd name="connsiteX20" fmla="*/ 52483 w 105203"/>
                    <a:gd name="connsiteY20" fmla="*/ 23860 h 104965"/>
                    <a:gd name="connsiteX21" fmla="*/ 52721 w 105203"/>
                    <a:gd name="connsiteY21" fmla="*/ 23860 h 104965"/>
                    <a:gd name="connsiteX22" fmla="*/ 81343 w 105203"/>
                    <a:gd name="connsiteY22" fmla="*/ 52483 h 104965"/>
                    <a:gd name="connsiteX23" fmla="*/ 81343 w 105203"/>
                    <a:gd name="connsiteY23" fmla="*/ 52483 h 104965"/>
                    <a:gd name="connsiteX24" fmla="*/ 52721 w 105203"/>
                    <a:gd name="connsiteY24" fmla="*/ 81105 h 104965"/>
                    <a:gd name="connsiteX25" fmla="*/ 52483 w 105203"/>
                    <a:gd name="connsiteY25" fmla="*/ 81105 h 104965"/>
                    <a:gd name="connsiteX26" fmla="*/ 24098 w 105203"/>
                    <a:gd name="connsiteY26" fmla="*/ 52483 h 104965"/>
                    <a:gd name="connsiteX27" fmla="*/ 24098 w 105203"/>
                    <a:gd name="connsiteY27" fmla="*/ 52483 h 104965"/>
                    <a:gd name="connsiteX28" fmla="*/ 52483 w 105203"/>
                    <a:gd name="connsiteY28" fmla="*/ 23860 h 104965"/>
                    <a:gd name="connsiteX29" fmla="*/ 52483 w 105203"/>
                    <a:gd name="connsiteY29" fmla="*/ 23860 h 104965"/>
                    <a:gd name="connsiteX30" fmla="*/ 52483 w 105203"/>
                    <a:gd name="connsiteY30" fmla="*/ 33623 h 104965"/>
                    <a:gd name="connsiteX31" fmla="*/ 52721 w 105203"/>
                    <a:gd name="connsiteY31" fmla="*/ 33623 h 104965"/>
                    <a:gd name="connsiteX32" fmla="*/ 71533 w 105203"/>
                    <a:gd name="connsiteY32" fmla="*/ 52435 h 104965"/>
                    <a:gd name="connsiteX33" fmla="*/ 71533 w 105203"/>
                    <a:gd name="connsiteY33" fmla="*/ 52435 h 104965"/>
                    <a:gd name="connsiteX34" fmla="*/ 52721 w 105203"/>
                    <a:gd name="connsiteY34" fmla="*/ 71533 h 104965"/>
                    <a:gd name="connsiteX35" fmla="*/ 52483 w 105203"/>
                    <a:gd name="connsiteY35" fmla="*/ 71533 h 104965"/>
                    <a:gd name="connsiteX36" fmla="*/ 33671 w 105203"/>
                    <a:gd name="connsiteY36" fmla="*/ 52435 h 104965"/>
                    <a:gd name="connsiteX37" fmla="*/ 33671 w 105203"/>
                    <a:gd name="connsiteY37" fmla="*/ 52435 h 104965"/>
                    <a:gd name="connsiteX38" fmla="*/ 52483 w 105203"/>
                    <a:gd name="connsiteY38" fmla="*/ 33623 h 104965"/>
                    <a:gd name="connsiteX39" fmla="*/ 52483 w 105203"/>
                    <a:gd name="connsiteY39" fmla="*/ 33623 h 104965"/>
                    <a:gd name="connsiteX40" fmla="*/ 28623 w 105203"/>
                    <a:gd name="connsiteY40" fmla="*/ 9049 h 104965"/>
                    <a:gd name="connsiteX41" fmla="*/ 76581 w 105203"/>
                    <a:gd name="connsiteY41" fmla="*/ 9049 h 104965"/>
                    <a:gd name="connsiteX42" fmla="*/ 96155 w 105203"/>
                    <a:gd name="connsiteY42" fmla="*/ 28623 h 104965"/>
                    <a:gd name="connsiteX43" fmla="*/ 96155 w 105203"/>
                    <a:gd name="connsiteY43" fmla="*/ 76343 h 104965"/>
                    <a:gd name="connsiteX44" fmla="*/ 76581 w 105203"/>
                    <a:gd name="connsiteY44" fmla="*/ 95917 h 104965"/>
                    <a:gd name="connsiteX45" fmla="*/ 28623 w 105203"/>
                    <a:gd name="connsiteY45" fmla="*/ 95917 h 104965"/>
                    <a:gd name="connsiteX46" fmla="*/ 9049 w 105203"/>
                    <a:gd name="connsiteY46" fmla="*/ 76343 h 104965"/>
                    <a:gd name="connsiteX47" fmla="*/ 9049 w 105203"/>
                    <a:gd name="connsiteY47" fmla="*/ 28623 h 104965"/>
                    <a:gd name="connsiteX48" fmla="*/ 28623 w 105203"/>
                    <a:gd name="connsiteY48" fmla="*/ 9049 h 104965"/>
                    <a:gd name="connsiteX49" fmla="*/ 28623 w 105203"/>
                    <a:gd name="connsiteY49" fmla="*/ 9049 h 104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05203" h="104965">
                      <a:moveTo>
                        <a:pt x="28384" y="0"/>
                      </a:moveTo>
                      <a:lnTo>
                        <a:pt x="76819" y="0"/>
                      </a:lnTo>
                      <a:cubicBezTo>
                        <a:pt x="92392" y="0"/>
                        <a:pt x="105204" y="12811"/>
                        <a:pt x="105204" y="28385"/>
                      </a:cubicBezTo>
                      <a:lnTo>
                        <a:pt x="105204" y="76581"/>
                      </a:lnTo>
                      <a:cubicBezTo>
                        <a:pt x="105204" y="92154"/>
                        <a:pt x="92392" y="104966"/>
                        <a:pt x="76819" y="104966"/>
                      </a:cubicBezTo>
                      <a:lnTo>
                        <a:pt x="28384" y="104966"/>
                      </a:lnTo>
                      <a:cubicBezTo>
                        <a:pt x="12811" y="104966"/>
                        <a:pt x="0" y="92154"/>
                        <a:pt x="0" y="76581"/>
                      </a:cubicBezTo>
                      <a:lnTo>
                        <a:pt x="0" y="28385"/>
                      </a:lnTo>
                      <a:cubicBezTo>
                        <a:pt x="0" y="12811"/>
                        <a:pt x="12811" y="0"/>
                        <a:pt x="28384" y="0"/>
                      </a:cubicBezTo>
                      <a:lnTo>
                        <a:pt x="28384" y="0"/>
                      </a:lnTo>
                      <a:close/>
                      <a:moveTo>
                        <a:pt x="80867" y="18336"/>
                      </a:moveTo>
                      <a:lnTo>
                        <a:pt x="80867" y="18336"/>
                      </a:lnTo>
                      <a:cubicBezTo>
                        <a:pt x="84153" y="18336"/>
                        <a:pt x="86916" y="21098"/>
                        <a:pt x="86916" y="24384"/>
                      </a:cubicBezTo>
                      <a:lnTo>
                        <a:pt x="86916" y="24384"/>
                      </a:lnTo>
                      <a:cubicBezTo>
                        <a:pt x="86916" y="27670"/>
                        <a:pt x="84153" y="30432"/>
                        <a:pt x="80867" y="30432"/>
                      </a:cubicBezTo>
                      <a:lnTo>
                        <a:pt x="80867" y="30432"/>
                      </a:lnTo>
                      <a:cubicBezTo>
                        <a:pt x="77343" y="30432"/>
                        <a:pt x="74819" y="27670"/>
                        <a:pt x="74819" y="24384"/>
                      </a:cubicBezTo>
                      <a:lnTo>
                        <a:pt x="74819" y="24384"/>
                      </a:lnTo>
                      <a:cubicBezTo>
                        <a:pt x="74819" y="21098"/>
                        <a:pt x="77343" y="18336"/>
                        <a:pt x="80867" y="18336"/>
                      </a:cubicBezTo>
                      <a:lnTo>
                        <a:pt x="80867" y="18336"/>
                      </a:lnTo>
                      <a:close/>
                      <a:moveTo>
                        <a:pt x="52483" y="23860"/>
                      </a:moveTo>
                      <a:lnTo>
                        <a:pt x="52721" y="23860"/>
                      </a:lnTo>
                      <a:cubicBezTo>
                        <a:pt x="68294" y="23860"/>
                        <a:pt x="81343" y="36909"/>
                        <a:pt x="81343" y="52483"/>
                      </a:cubicBezTo>
                      <a:lnTo>
                        <a:pt x="81343" y="52483"/>
                      </a:lnTo>
                      <a:cubicBezTo>
                        <a:pt x="81343" y="68294"/>
                        <a:pt x="68294" y="81105"/>
                        <a:pt x="52721" y="81105"/>
                      </a:cubicBezTo>
                      <a:lnTo>
                        <a:pt x="52483" y="81105"/>
                      </a:lnTo>
                      <a:cubicBezTo>
                        <a:pt x="36909" y="81105"/>
                        <a:pt x="24098" y="68294"/>
                        <a:pt x="24098" y="52483"/>
                      </a:cubicBezTo>
                      <a:lnTo>
                        <a:pt x="24098" y="52483"/>
                      </a:lnTo>
                      <a:cubicBezTo>
                        <a:pt x="24098" y="36909"/>
                        <a:pt x="36909" y="23860"/>
                        <a:pt x="52483" y="23860"/>
                      </a:cubicBezTo>
                      <a:lnTo>
                        <a:pt x="52483" y="23860"/>
                      </a:lnTo>
                      <a:close/>
                      <a:moveTo>
                        <a:pt x="52483" y="33623"/>
                      </a:moveTo>
                      <a:lnTo>
                        <a:pt x="52721" y="33623"/>
                      </a:lnTo>
                      <a:cubicBezTo>
                        <a:pt x="63008" y="33623"/>
                        <a:pt x="71533" y="42148"/>
                        <a:pt x="71533" y="52435"/>
                      </a:cubicBezTo>
                      <a:lnTo>
                        <a:pt x="71533" y="52435"/>
                      </a:lnTo>
                      <a:cubicBezTo>
                        <a:pt x="71533" y="62960"/>
                        <a:pt x="63008" y="71533"/>
                        <a:pt x="52721" y="71533"/>
                      </a:cubicBezTo>
                      <a:lnTo>
                        <a:pt x="52483" y="71533"/>
                      </a:lnTo>
                      <a:cubicBezTo>
                        <a:pt x="42196" y="71533"/>
                        <a:pt x="33671" y="63008"/>
                        <a:pt x="33671" y="52435"/>
                      </a:cubicBezTo>
                      <a:lnTo>
                        <a:pt x="33671" y="52435"/>
                      </a:lnTo>
                      <a:cubicBezTo>
                        <a:pt x="33671" y="42148"/>
                        <a:pt x="42196" y="33623"/>
                        <a:pt x="52483" y="33623"/>
                      </a:cubicBezTo>
                      <a:lnTo>
                        <a:pt x="52483" y="33623"/>
                      </a:lnTo>
                      <a:close/>
                      <a:moveTo>
                        <a:pt x="28623" y="9049"/>
                      </a:moveTo>
                      <a:lnTo>
                        <a:pt x="76581" y="9049"/>
                      </a:lnTo>
                      <a:cubicBezTo>
                        <a:pt x="87392" y="9049"/>
                        <a:pt x="96155" y="17812"/>
                        <a:pt x="96155" y="28623"/>
                      </a:cubicBezTo>
                      <a:lnTo>
                        <a:pt x="96155" y="76343"/>
                      </a:lnTo>
                      <a:cubicBezTo>
                        <a:pt x="96155" y="87154"/>
                        <a:pt x="87392" y="95917"/>
                        <a:pt x="76581" y="95917"/>
                      </a:cubicBezTo>
                      <a:lnTo>
                        <a:pt x="28623" y="95917"/>
                      </a:lnTo>
                      <a:cubicBezTo>
                        <a:pt x="17812" y="95917"/>
                        <a:pt x="9049" y="87154"/>
                        <a:pt x="9049" y="76343"/>
                      </a:cubicBezTo>
                      <a:lnTo>
                        <a:pt x="9049" y="28623"/>
                      </a:lnTo>
                      <a:cubicBezTo>
                        <a:pt x="9049" y="17812"/>
                        <a:pt x="17812" y="9049"/>
                        <a:pt x="28623" y="9049"/>
                      </a:cubicBezTo>
                      <a:lnTo>
                        <a:pt x="28623" y="9049"/>
                      </a:lnTo>
                      <a:close/>
                    </a:path>
                  </a:pathLst>
                </a:custGeom>
                <a:solidFill>
                  <a:srgbClr val="FFFFFF"/>
                </a:solidFill>
                <a:ln w="4763" cap="flat">
                  <a:noFill/>
                  <a:prstDash val="solid"/>
                  <a:miter/>
                </a:ln>
              </p:spPr>
              <p:txBody>
                <a:bodyPr rtlCol="0" anchor="ctr"/>
                <a:lstStyle/>
                <a:p>
                  <a:endParaRPr lang="en-AU" sz="2400"/>
                </a:p>
              </p:txBody>
            </p:sp>
          </p:grpSp>
          <p:grpSp>
            <p:nvGrpSpPr>
              <p:cNvPr id="24" name="Graphic 3">
                <a:extLst>
                  <a:ext uri="{FF2B5EF4-FFF2-40B4-BE49-F238E27FC236}">
                    <a16:creationId xmlns:a16="http://schemas.microsoft.com/office/drawing/2014/main" id="{1E38CE80-668F-33FD-4068-4CE84CB701AD}"/>
                  </a:ext>
                </a:extLst>
              </p:cNvPr>
              <p:cNvGrpSpPr/>
              <p:nvPr/>
            </p:nvGrpSpPr>
            <p:grpSpPr>
              <a:xfrm>
                <a:off x="217360" y="4600908"/>
                <a:ext cx="171354" cy="171354"/>
                <a:chOff x="217360" y="4600908"/>
                <a:chExt cx="171354" cy="171354"/>
              </a:xfrm>
              <a:solidFill>
                <a:srgbClr val="FFFFFF"/>
              </a:solidFill>
            </p:grpSpPr>
            <p:sp>
              <p:nvSpPr>
                <p:cNvPr id="25" name="Freeform: Shape 24">
                  <a:extLst>
                    <a:ext uri="{FF2B5EF4-FFF2-40B4-BE49-F238E27FC236}">
                      <a16:creationId xmlns:a16="http://schemas.microsoft.com/office/drawing/2014/main" id="{DC5C4339-27F3-3A60-4691-313A45B4636F}"/>
                    </a:ext>
                  </a:extLst>
                </p:cNvPr>
                <p:cNvSpPr/>
                <p:nvPr/>
              </p:nvSpPr>
              <p:spPr>
                <a:xfrm>
                  <a:off x="217360" y="4600908"/>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20 h 171354"/>
                    <a:gd name="connsiteX6" fmla="*/ 6620 w 171354"/>
                    <a:gd name="connsiteY6" fmla="*/ 85677 h 171354"/>
                    <a:gd name="connsiteX7" fmla="*/ 85677 w 171354"/>
                    <a:gd name="connsiteY7" fmla="*/ 164735 h 171354"/>
                    <a:gd name="connsiteX8" fmla="*/ 164735 w 171354"/>
                    <a:gd name="connsiteY8" fmla="*/ 85677 h 171354"/>
                    <a:gd name="connsiteX9" fmla="*/ 85677 w 171354"/>
                    <a:gd name="connsiteY9" fmla="*/ 6620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20"/>
                      </a:moveTo>
                      <a:cubicBezTo>
                        <a:pt x="42101" y="6620"/>
                        <a:pt x="6620" y="42101"/>
                        <a:pt x="6620" y="85677"/>
                      </a:cubicBezTo>
                      <a:cubicBezTo>
                        <a:pt x="6620" y="129254"/>
                        <a:pt x="42101" y="164735"/>
                        <a:pt x="85677" y="164735"/>
                      </a:cubicBezTo>
                      <a:cubicBezTo>
                        <a:pt x="129254" y="164735"/>
                        <a:pt x="164735" y="129254"/>
                        <a:pt x="164735" y="85677"/>
                      </a:cubicBezTo>
                      <a:cubicBezTo>
                        <a:pt x="164735" y="42101"/>
                        <a:pt x="129254" y="6620"/>
                        <a:pt x="85677" y="6620"/>
                      </a:cubicBezTo>
                      <a:close/>
                    </a:path>
                  </a:pathLst>
                </a:custGeom>
                <a:solidFill>
                  <a:srgbClr val="FFFFFF"/>
                </a:solidFill>
                <a:ln w="4763" cap="flat">
                  <a:noFill/>
                  <a:prstDash val="solid"/>
                  <a:miter/>
                </a:ln>
              </p:spPr>
              <p:txBody>
                <a:bodyPr rtlCol="0" anchor="ctr"/>
                <a:lstStyle/>
                <a:p>
                  <a:endParaRPr lang="en-AU" sz="2400"/>
                </a:p>
              </p:txBody>
            </p:sp>
            <p:sp>
              <p:nvSpPr>
                <p:cNvPr id="26" name="Freeform: Shape 25">
                  <a:extLst>
                    <a:ext uri="{FF2B5EF4-FFF2-40B4-BE49-F238E27FC236}">
                      <a16:creationId xmlns:a16="http://schemas.microsoft.com/office/drawing/2014/main" id="{4E0AF755-8025-9045-AFC0-345262DD6301}"/>
                    </a:ext>
                  </a:extLst>
                </p:cNvPr>
                <p:cNvSpPr/>
                <p:nvPr/>
              </p:nvSpPr>
              <p:spPr>
                <a:xfrm>
                  <a:off x="265223" y="4643008"/>
                  <a:ext cx="75580" cy="76009"/>
                </a:xfrm>
                <a:custGeom>
                  <a:avLst/>
                  <a:gdLst>
                    <a:gd name="connsiteX0" fmla="*/ 1524 w 75580"/>
                    <a:gd name="connsiteY0" fmla="*/ 25527 h 76009"/>
                    <a:gd name="connsiteX1" fmla="*/ 16526 w 75580"/>
                    <a:gd name="connsiteY1" fmla="*/ 25527 h 76009"/>
                    <a:gd name="connsiteX2" fmla="*/ 16526 w 75580"/>
                    <a:gd name="connsiteY2" fmla="*/ 75914 h 76009"/>
                    <a:gd name="connsiteX3" fmla="*/ 1524 w 75580"/>
                    <a:gd name="connsiteY3" fmla="*/ 75914 h 76009"/>
                    <a:gd name="connsiteX4" fmla="*/ 1524 w 75580"/>
                    <a:gd name="connsiteY4" fmla="*/ 25527 h 76009"/>
                    <a:gd name="connsiteX5" fmla="*/ 8906 w 75580"/>
                    <a:gd name="connsiteY5" fmla="*/ 0 h 76009"/>
                    <a:gd name="connsiteX6" fmla="*/ 18002 w 75580"/>
                    <a:gd name="connsiteY6" fmla="*/ 9096 h 76009"/>
                    <a:gd name="connsiteX7" fmla="*/ 8906 w 75580"/>
                    <a:gd name="connsiteY7" fmla="*/ 18193 h 76009"/>
                    <a:gd name="connsiteX8" fmla="*/ 0 w 75580"/>
                    <a:gd name="connsiteY8" fmla="*/ 9096 h 76009"/>
                    <a:gd name="connsiteX9" fmla="*/ 8906 w 75580"/>
                    <a:gd name="connsiteY9" fmla="*/ 0 h 76009"/>
                    <a:gd name="connsiteX10" fmla="*/ 8906 w 75580"/>
                    <a:gd name="connsiteY10" fmla="*/ 0 h 76009"/>
                    <a:gd name="connsiteX11" fmla="*/ 25384 w 75580"/>
                    <a:gd name="connsiteY11" fmla="*/ 25527 h 76009"/>
                    <a:gd name="connsiteX12" fmla="*/ 40195 w 75580"/>
                    <a:gd name="connsiteY12" fmla="*/ 25527 h 76009"/>
                    <a:gd name="connsiteX13" fmla="*/ 40195 w 75580"/>
                    <a:gd name="connsiteY13" fmla="*/ 32575 h 76009"/>
                    <a:gd name="connsiteX14" fmla="*/ 54435 w 75580"/>
                    <a:gd name="connsiteY14" fmla="*/ 25003 h 76009"/>
                    <a:gd name="connsiteX15" fmla="*/ 58531 w 75580"/>
                    <a:gd name="connsiteY15" fmla="*/ 25003 h 76009"/>
                    <a:gd name="connsiteX16" fmla="*/ 75581 w 75580"/>
                    <a:gd name="connsiteY16" fmla="*/ 42053 h 76009"/>
                    <a:gd name="connsiteX17" fmla="*/ 75581 w 75580"/>
                    <a:gd name="connsiteY17" fmla="*/ 75962 h 76009"/>
                    <a:gd name="connsiteX18" fmla="*/ 60769 w 75580"/>
                    <a:gd name="connsiteY18" fmla="*/ 75962 h 76009"/>
                    <a:gd name="connsiteX19" fmla="*/ 60769 w 75580"/>
                    <a:gd name="connsiteY19" fmla="*/ 71342 h 76009"/>
                    <a:gd name="connsiteX20" fmla="*/ 60769 w 75580"/>
                    <a:gd name="connsiteY20" fmla="*/ 71342 h 76009"/>
                    <a:gd name="connsiteX21" fmla="*/ 60769 w 75580"/>
                    <a:gd name="connsiteY21" fmla="*/ 48768 h 76009"/>
                    <a:gd name="connsiteX22" fmla="*/ 60769 w 75580"/>
                    <a:gd name="connsiteY22" fmla="*/ 48768 h 76009"/>
                    <a:gd name="connsiteX23" fmla="*/ 50959 w 75580"/>
                    <a:gd name="connsiteY23" fmla="*/ 38576 h 76009"/>
                    <a:gd name="connsiteX24" fmla="*/ 50959 w 75580"/>
                    <a:gd name="connsiteY24" fmla="*/ 38576 h 76009"/>
                    <a:gd name="connsiteX25" fmla="*/ 40195 w 75580"/>
                    <a:gd name="connsiteY25" fmla="*/ 48768 h 76009"/>
                    <a:gd name="connsiteX26" fmla="*/ 40195 w 75580"/>
                    <a:gd name="connsiteY26" fmla="*/ 48768 h 76009"/>
                    <a:gd name="connsiteX27" fmla="*/ 40195 w 75580"/>
                    <a:gd name="connsiteY27" fmla="*/ 76009 h 76009"/>
                    <a:gd name="connsiteX28" fmla="*/ 25384 w 75580"/>
                    <a:gd name="connsiteY28" fmla="*/ 76009 h 76009"/>
                    <a:gd name="connsiteX29" fmla="*/ 25384 w 75580"/>
                    <a:gd name="connsiteY29" fmla="*/ 25622 h 76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75580" h="76009">
                      <a:moveTo>
                        <a:pt x="1524" y="25527"/>
                      </a:moveTo>
                      <a:lnTo>
                        <a:pt x="16526" y="25527"/>
                      </a:lnTo>
                      <a:lnTo>
                        <a:pt x="16526" y="75914"/>
                      </a:lnTo>
                      <a:lnTo>
                        <a:pt x="1524" y="75914"/>
                      </a:lnTo>
                      <a:lnTo>
                        <a:pt x="1524" y="25527"/>
                      </a:lnTo>
                      <a:close/>
                      <a:moveTo>
                        <a:pt x="8906" y="0"/>
                      </a:moveTo>
                      <a:cubicBezTo>
                        <a:pt x="13907" y="0"/>
                        <a:pt x="18002" y="4096"/>
                        <a:pt x="18002" y="9096"/>
                      </a:cubicBezTo>
                      <a:cubicBezTo>
                        <a:pt x="18002" y="14097"/>
                        <a:pt x="13907" y="18193"/>
                        <a:pt x="8906" y="18193"/>
                      </a:cubicBezTo>
                      <a:cubicBezTo>
                        <a:pt x="3905" y="18193"/>
                        <a:pt x="0" y="14097"/>
                        <a:pt x="0" y="9096"/>
                      </a:cubicBezTo>
                      <a:cubicBezTo>
                        <a:pt x="0" y="4096"/>
                        <a:pt x="3905" y="0"/>
                        <a:pt x="8906" y="0"/>
                      </a:cubicBezTo>
                      <a:lnTo>
                        <a:pt x="8906" y="0"/>
                      </a:lnTo>
                      <a:close/>
                      <a:moveTo>
                        <a:pt x="25384" y="25527"/>
                      </a:moveTo>
                      <a:lnTo>
                        <a:pt x="40195" y="25527"/>
                      </a:lnTo>
                      <a:lnTo>
                        <a:pt x="40195" y="32575"/>
                      </a:lnTo>
                      <a:cubicBezTo>
                        <a:pt x="43339" y="27956"/>
                        <a:pt x="48530" y="25003"/>
                        <a:pt x="54435" y="25003"/>
                      </a:cubicBezTo>
                      <a:lnTo>
                        <a:pt x="58531" y="25003"/>
                      </a:lnTo>
                      <a:cubicBezTo>
                        <a:pt x="67961" y="25003"/>
                        <a:pt x="75581" y="32766"/>
                        <a:pt x="75581" y="42053"/>
                      </a:cubicBezTo>
                      <a:lnTo>
                        <a:pt x="75581" y="75962"/>
                      </a:lnTo>
                      <a:lnTo>
                        <a:pt x="60769" y="75962"/>
                      </a:lnTo>
                      <a:lnTo>
                        <a:pt x="60769" y="71342"/>
                      </a:lnTo>
                      <a:lnTo>
                        <a:pt x="60769" y="71342"/>
                      </a:lnTo>
                      <a:lnTo>
                        <a:pt x="60769" y="48768"/>
                      </a:lnTo>
                      <a:lnTo>
                        <a:pt x="60769" y="48768"/>
                      </a:lnTo>
                      <a:cubicBezTo>
                        <a:pt x="60579" y="43005"/>
                        <a:pt x="56674" y="38576"/>
                        <a:pt x="50959" y="38576"/>
                      </a:cubicBezTo>
                      <a:lnTo>
                        <a:pt x="50959" y="38576"/>
                      </a:lnTo>
                      <a:cubicBezTo>
                        <a:pt x="45196" y="38576"/>
                        <a:pt x="40386" y="43005"/>
                        <a:pt x="40195" y="48768"/>
                      </a:cubicBezTo>
                      <a:lnTo>
                        <a:pt x="40195" y="48768"/>
                      </a:lnTo>
                      <a:lnTo>
                        <a:pt x="40195" y="76009"/>
                      </a:lnTo>
                      <a:lnTo>
                        <a:pt x="25384" y="76009"/>
                      </a:lnTo>
                      <a:lnTo>
                        <a:pt x="25384" y="25622"/>
                      </a:lnTo>
                      <a:close/>
                    </a:path>
                  </a:pathLst>
                </a:custGeom>
                <a:solidFill>
                  <a:srgbClr val="FFFFFF"/>
                </a:solidFill>
                <a:ln w="4763" cap="flat">
                  <a:noFill/>
                  <a:prstDash val="solid"/>
                  <a:miter/>
                </a:ln>
              </p:spPr>
              <p:txBody>
                <a:bodyPr rtlCol="0" anchor="ctr"/>
                <a:lstStyle/>
                <a:p>
                  <a:endParaRPr lang="en-AU" sz="2400"/>
                </a:p>
              </p:txBody>
            </p:sp>
          </p:grpSp>
          <p:grpSp>
            <p:nvGrpSpPr>
              <p:cNvPr id="27" name="Graphic 3">
                <a:extLst>
                  <a:ext uri="{FF2B5EF4-FFF2-40B4-BE49-F238E27FC236}">
                    <a16:creationId xmlns:a16="http://schemas.microsoft.com/office/drawing/2014/main" id="{4AF81122-B682-3D4F-1692-03A9A1D0D0D9}"/>
                  </a:ext>
                </a:extLst>
              </p:cNvPr>
              <p:cNvGrpSpPr/>
              <p:nvPr/>
            </p:nvGrpSpPr>
            <p:grpSpPr>
              <a:xfrm>
                <a:off x="991457" y="4600908"/>
                <a:ext cx="171354" cy="171354"/>
                <a:chOff x="991457" y="4600908"/>
                <a:chExt cx="171354" cy="171354"/>
              </a:xfrm>
              <a:solidFill>
                <a:srgbClr val="FFFFFF"/>
              </a:solidFill>
            </p:grpSpPr>
            <p:sp>
              <p:nvSpPr>
                <p:cNvPr id="28" name="Freeform: Shape 27">
                  <a:extLst>
                    <a:ext uri="{FF2B5EF4-FFF2-40B4-BE49-F238E27FC236}">
                      <a16:creationId xmlns:a16="http://schemas.microsoft.com/office/drawing/2014/main" id="{C107F021-466F-02E9-8D53-CF6B99842509}"/>
                    </a:ext>
                  </a:extLst>
                </p:cNvPr>
                <p:cNvSpPr/>
                <p:nvPr/>
              </p:nvSpPr>
              <p:spPr>
                <a:xfrm>
                  <a:off x="991457" y="4600908"/>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20 h 171354"/>
                    <a:gd name="connsiteX6" fmla="*/ 6620 w 171354"/>
                    <a:gd name="connsiteY6" fmla="*/ 85677 h 171354"/>
                    <a:gd name="connsiteX7" fmla="*/ 85677 w 171354"/>
                    <a:gd name="connsiteY7" fmla="*/ 164735 h 171354"/>
                    <a:gd name="connsiteX8" fmla="*/ 164735 w 171354"/>
                    <a:gd name="connsiteY8" fmla="*/ 85677 h 171354"/>
                    <a:gd name="connsiteX9" fmla="*/ 85677 w 171354"/>
                    <a:gd name="connsiteY9" fmla="*/ 6620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20"/>
                      </a:moveTo>
                      <a:cubicBezTo>
                        <a:pt x="42101" y="6620"/>
                        <a:pt x="6620" y="42101"/>
                        <a:pt x="6620" y="85677"/>
                      </a:cubicBezTo>
                      <a:cubicBezTo>
                        <a:pt x="6620" y="129254"/>
                        <a:pt x="42101" y="164735"/>
                        <a:pt x="85677" y="164735"/>
                      </a:cubicBezTo>
                      <a:cubicBezTo>
                        <a:pt x="129254" y="164735"/>
                        <a:pt x="164735" y="129254"/>
                        <a:pt x="164735" y="85677"/>
                      </a:cubicBezTo>
                      <a:cubicBezTo>
                        <a:pt x="164735" y="42101"/>
                        <a:pt x="129254" y="6620"/>
                        <a:pt x="85677" y="6620"/>
                      </a:cubicBezTo>
                      <a:close/>
                    </a:path>
                  </a:pathLst>
                </a:custGeom>
                <a:solidFill>
                  <a:srgbClr val="FFFFFF"/>
                </a:solidFill>
                <a:ln w="4763" cap="flat">
                  <a:noFill/>
                  <a:prstDash val="solid"/>
                  <a:miter/>
                </a:ln>
              </p:spPr>
              <p:txBody>
                <a:bodyPr rtlCol="0" anchor="ctr"/>
                <a:lstStyle/>
                <a:p>
                  <a:endParaRPr lang="en-AU" sz="2400"/>
                </a:p>
              </p:txBody>
            </p:sp>
            <p:sp>
              <p:nvSpPr>
                <p:cNvPr id="29" name="Freeform: Shape 28">
                  <a:extLst>
                    <a:ext uri="{FF2B5EF4-FFF2-40B4-BE49-F238E27FC236}">
                      <a16:creationId xmlns:a16="http://schemas.microsoft.com/office/drawing/2014/main" id="{0A6EAA11-2208-EDD8-E640-9C795B4DAED8}"/>
                    </a:ext>
                  </a:extLst>
                </p:cNvPr>
                <p:cNvSpPr/>
                <p:nvPr/>
              </p:nvSpPr>
              <p:spPr>
                <a:xfrm>
                  <a:off x="1026509" y="4650581"/>
                  <a:ext cx="101441" cy="71723"/>
                </a:xfrm>
                <a:custGeom>
                  <a:avLst/>
                  <a:gdLst>
                    <a:gd name="connsiteX0" fmla="*/ 100251 w 101441"/>
                    <a:gd name="connsiteY0" fmla="*/ 15764 h 71723"/>
                    <a:gd name="connsiteX1" fmla="*/ 81105 w 101441"/>
                    <a:gd name="connsiteY1" fmla="*/ 1191 h 71723"/>
                    <a:gd name="connsiteX2" fmla="*/ 50721 w 101441"/>
                    <a:gd name="connsiteY2" fmla="*/ 0 h 71723"/>
                    <a:gd name="connsiteX3" fmla="*/ 20336 w 101441"/>
                    <a:gd name="connsiteY3" fmla="*/ 1191 h 71723"/>
                    <a:gd name="connsiteX4" fmla="*/ 1000 w 101441"/>
                    <a:gd name="connsiteY4" fmla="*/ 15764 h 71723"/>
                    <a:gd name="connsiteX5" fmla="*/ 0 w 101441"/>
                    <a:gd name="connsiteY5" fmla="*/ 35862 h 71723"/>
                    <a:gd name="connsiteX6" fmla="*/ 1000 w 101441"/>
                    <a:gd name="connsiteY6" fmla="*/ 55959 h 71723"/>
                    <a:gd name="connsiteX7" fmla="*/ 20336 w 101441"/>
                    <a:gd name="connsiteY7" fmla="*/ 70533 h 71723"/>
                    <a:gd name="connsiteX8" fmla="*/ 50721 w 101441"/>
                    <a:gd name="connsiteY8" fmla="*/ 71723 h 71723"/>
                    <a:gd name="connsiteX9" fmla="*/ 81105 w 101441"/>
                    <a:gd name="connsiteY9" fmla="*/ 70533 h 71723"/>
                    <a:gd name="connsiteX10" fmla="*/ 100251 w 101441"/>
                    <a:gd name="connsiteY10" fmla="*/ 55959 h 71723"/>
                    <a:gd name="connsiteX11" fmla="*/ 101441 w 101441"/>
                    <a:gd name="connsiteY11" fmla="*/ 35862 h 71723"/>
                    <a:gd name="connsiteX12" fmla="*/ 100251 w 101441"/>
                    <a:gd name="connsiteY12" fmla="*/ 15764 h 71723"/>
                    <a:gd name="connsiteX13" fmla="*/ 40481 w 101441"/>
                    <a:gd name="connsiteY13" fmla="*/ 51292 h 71723"/>
                    <a:gd name="connsiteX14" fmla="*/ 40481 w 101441"/>
                    <a:gd name="connsiteY14" fmla="*/ 20717 h 71723"/>
                    <a:gd name="connsiteX15" fmla="*/ 66913 w 101441"/>
                    <a:gd name="connsiteY15" fmla="*/ 35909 h 71723"/>
                    <a:gd name="connsiteX16" fmla="*/ 40481 w 101441"/>
                    <a:gd name="connsiteY16" fmla="*/ 51292 h 71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1441" h="71723">
                      <a:moveTo>
                        <a:pt x="100251" y="15764"/>
                      </a:moveTo>
                      <a:cubicBezTo>
                        <a:pt x="98679" y="4143"/>
                        <a:pt x="92774" y="2143"/>
                        <a:pt x="81105" y="1191"/>
                      </a:cubicBezTo>
                      <a:cubicBezTo>
                        <a:pt x="71057" y="381"/>
                        <a:pt x="59627" y="0"/>
                        <a:pt x="50721" y="0"/>
                      </a:cubicBezTo>
                      <a:cubicBezTo>
                        <a:pt x="41815" y="0"/>
                        <a:pt x="30194" y="381"/>
                        <a:pt x="20336" y="1191"/>
                      </a:cubicBezTo>
                      <a:cubicBezTo>
                        <a:pt x="8715" y="2191"/>
                        <a:pt x="2572" y="4143"/>
                        <a:pt x="1000" y="15764"/>
                      </a:cubicBezTo>
                      <a:cubicBezTo>
                        <a:pt x="429" y="21098"/>
                        <a:pt x="0" y="28384"/>
                        <a:pt x="0" y="35862"/>
                      </a:cubicBezTo>
                      <a:cubicBezTo>
                        <a:pt x="0" y="43339"/>
                        <a:pt x="381" y="50864"/>
                        <a:pt x="1000" y="55959"/>
                      </a:cubicBezTo>
                      <a:cubicBezTo>
                        <a:pt x="2572" y="67818"/>
                        <a:pt x="8715" y="69580"/>
                        <a:pt x="20336" y="70533"/>
                      </a:cubicBezTo>
                      <a:cubicBezTo>
                        <a:pt x="30194" y="71533"/>
                        <a:pt x="41815" y="71723"/>
                        <a:pt x="50721" y="71723"/>
                      </a:cubicBezTo>
                      <a:cubicBezTo>
                        <a:pt x="59627" y="71723"/>
                        <a:pt x="71057" y="71533"/>
                        <a:pt x="81105" y="70533"/>
                      </a:cubicBezTo>
                      <a:cubicBezTo>
                        <a:pt x="92726" y="69532"/>
                        <a:pt x="98679" y="67770"/>
                        <a:pt x="100251" y="55959"/>
                      </a:cubicBezTo>
                      <a:cubicBezTo>
                        <a:pt x="101060" y="50816"/>
                        <a:pt x="101441" y="43339"/>
                        <a:pt x="101441" y="35862"/>
                      </a:cubicBezTo>
                      <a:cubicBezTo>
                        <a:pt x="101441" y="28384"/>
                        <a:pt x="101060" y="21050"/>
                        <a:pt x="100251" y="15764"/>
                      </a:cubicBezTo>
                      <a:close/>
                      <a:moveTo>
                        <a:pt x="40481" y="51292"/>
                      </a:moveTo>
                      <a:lnTo>
                        <a:pt x="40481" y="20717"/>
                      </a:lnTo>
                      <a:lnTo>
                        <a:pt x="66913" y="35909"/>
                      </a:lnTo>
                      <a:lnTo>
                        <a:pt x="40481" y="51292"/>
                      </a:lnTo>
                      <a:close/>
                    </a:path>
                  </a:pathLst>
                </a:custGeom>
                <a:solidFill>
                  <a:srgbClr val="FFFFFF"/>
                </a:solidFill>
                <a:ln w="4763" cap="flat">
                  <a:noFill/>
                  <a:prstDash val="solid"/>
                  <a:miter/>
                </a:ln>
              </p:spPr>
              <p:txBody>
                <a:bodyPr rtlCol="0" anchor="ctr"/>
                <a:lstStyle/>
                <a:p>
                  <a:endParaRPr lang="en-AU" sz="2400"/>
                </a:p>
              </p:txBody>
            </p:sp>
          </p:grpSp>
        </p:grpSp>
        <p:sp>
          <p:nvSpPr>
            <p:cNvPr id="30" name="TextBox 29">
              <a:extLst>
                <a:ext uri="{FF2B5EF4-FFF2-40B4-BE49-F238E27FC236}">
                  <a16:creationId xmlns:a16="http://schemas.microsoft.com/office/drawing/2014/main" id="{86AA1CEC-8694-F371-4526-F602B1F47D9A}"/>
                </a:ext>
              </a:extLst>
            </p:cNvPr>
            <p:cNvSpPr txBox="1"/>
            <p:nvPr/>
          </p:nvSpPr>
          <p:spPr>
            <a:xfrm>
              <a:off x="293584" y="4573623"/>
              <a:ext cx="2365091" cy="192409"/>
            </a:xfrm>
            <a:prstGeom prst="rect">
              <a:avLst/>
            </a:prstGeom>
            <a:noFill/>
          </p:spPr>
          <p:txBody>
            <a:bodyPr wrap="square" rtlCol="0">
              <a:spAutoFit/>
            </a:bodyPr>
            <a:lstStyle/>
            <a:p>
              <a:r>
                <a:rPr lang="en-US" sz="1067" b="0" i="0">
                  <a:solidFill>
                    <a:schemeClr val="bg1"/>
                  </a:solidFill>
                  <a:effectLst/>
                  <a:latin typeface="Aptos" panose="020B0004020202020204" pitchFamily="34" charset="0"/>
                </a:rPr>
                <a:t>Copyright </a:t>
              </a:r>
              <a:r>
                <a:rPr lang="en-US" sz="1067" b="0" i="0">
                  <a:solidFill>
                    <a:schemeClr val="bg1"/>
                  </a:solidFill>
                  <a:effectLst/>
                  <a:latin typeface="Aptos" panose="020B0004020202020204" pitchFamily="34" charset="0"/>
                  <a:cs typeface="Aptos" panose="020B0004020202020204" pitchFamily="34" charset="0"/>
                </a:rPr>
                <a:t>© </a:t>
              </a:r>
              <a:r>
                <a:rPr lang="en-US" sz="1067" b="0" i="0">
                  <a:solidFill>
                    <a:schemeClr val="bg1"/>
                  </a:solidFill>
                  <a:effectLst/>
                  <a:latin typeface="Aptos" panose="020B0004020202020204" pitchFamily="34" charset="0"/>
                </a:rPr>
                <a:t>2025 Ascendion. All Rights Reserved.</a:t>
              </a:r>
              <a:endParaRPr lang="en-US" sz="1067" b="0" i="0">
                <a:solidFill>
                  <a:schemeClr val="bg1"/>
                </a:solidFill>
                <a:latin typeface="Aptos" panose="020B0004020202020204" pitchFamily="34" charset="0"/>
              </a:endParaRPr>
            </a:p>
          </p:txBody>
        </p:sp>
        <p:sp>
          <p:nvSpPr>
            <p:cNvPr id="7" name="Freeform: Shape 6">
              <a:extLst>
                <a:ext uri="{FF2B5EF4-FFF2-40B4-BE49-F238E27FC236}">
                  <a16:creationId xmlns:a16="http://schemas.microsoft.com/office/drawing/2014/main" id="{062A0499-A8C5-48B9-4332-0E2E556AADE8}"/>
                </a:ext>
              </a:extLst>
            </p:cNvPr>
            <p:cNvSpPr/>
            <p:nvPr/>
          </p:nvSpPr>
          <p:spPr>
            <a:xfrm>
              <a:off x="7594568" y="3364420"/>
              <a:ext cx="1126807" cy="257746"/>
            </a:xfrm>
            <a:custGeom>
              <a:avLst/>
              <a:gdLst>
                <a:gd name="connsiteX0" fmla="*/ 649986 w 1126807"/>
                <a:gd name="connsiteY0" fmla="*/ 95 h 257746"/>
                <a:gd name="connsiteX1" fmla="*/ 695421 w 1126807"/>
                <a:gd name="connsiteY1" fmla="*/ 9715 h 257746"/>
                <a:gd name="connsiteX2" fmla="*/ 761524 w 1126807"/>
                <a:gd name="connsiteY2" fmla="*/ 85725 h 257746"/>
                <a:gd name="connsiteX3" fmla="*/ 695421 w 1126807"/>
                <a:gd name="connsiteY3" fmla="*/ 133731 h 257746"/>
                <a:gd name="connsiteX4" fmla="*/ 649986 w 1126807"/>
                <a:gd name="connsiteY4" fmla="*/ 124111 h 257746"/>
                <a:gd name="connsiteX5" fmla="*/ 649986 w 1126807"/>
                <a:gd name="connsiteY5" fmla="*/ 95 h 257746"/>
                <a:gd name="connsiteX6" fmla="*/ 695421 w 1126807"/>
                <a:gd name="connsiteY6" fmla="*/ 105537 h 257746"/>
                <a:gd name="connsiteX7" fmla="*/ 730949 w 1126807"/>
                <a:gd name="connsiteY7" fmla="*/ 79153 h 257746"/>
                <a:gd name="connsiteX8" fmla="*/ 695421 w 1126807"/>
                <a:gd name="connsiteY8" fmla="*/ 37624 h 257746"/>
                <a:gd name="connsiteX9" fmla="*/ 680656 w 1126807"/>
                <a:gd name="connsiteY9" fmla="*/ 34481 h 257746"/>
                <a:gd name="connsiteX10" fmla="*/ 680656 w 1126807"/>
                <a:gd name="connsiteY10" fmla="*/ 102394 h 257746"/>
                <a:gd name="connsiteX11" fmla="*/ 695421 w 1126807"/>
                <a:gd name="connsiteY11" fmla="*/ 105537 h 257746"/>
                <a:gd name="connsiteX12" fmla="*/ 856107 w 1126807"/>
                <a:gd name="connsiteY12" fmla="*/ 43910 h 257746"/>
                <a:gd name="connsiteX13" fmla="*/ 856107 w 1126807"/>
                <a:gd name="connsiteY13" fmla="*/ 71914 h 257746"/>
                <a:gd name="connsiteX14" fmla="*/ 829056 w 1126807"/>
                <a:gd name="connsiteY14" fmla="*/ 66199 h 257746"/>
                <a:gd name="connsiteX15" fmla="*/ 829056 w 1126807"/>
                <a:gd name="connsiteY15" fmla="*/ 134112 h 257746"/>
                <a:gd name="connsiteX16" fmla="*/ 856107 w 1126807"/>
                <a:gd name="connsiteY16" fmla="*/ 139827 h 257746"/>
                <a:gd name="connsiteX17" fmla="*/ 856107 w 1126807"/>
                <a:gd name="connsiteY17" fmla="*/ 168021 h 257746"/>
                <a:gd name="connsiteX18" fmla="*/ 771430 w 1126807"/>
                <a:gd name="connsiteY18" fmla="*/ 150019 h 257746"/>
                <a:gd name="connsiteX19" fmla="*/ 771430 w 1126807"/>
                <a:gd name="connsiteY19" fmla="*/ 121920 h 257746"/>
                <a:gd name="connsiteX20" fmla="*/ 798576 w 1126807"/>
                <a:gd name="connsiteY20" fmla="*/ 127635 h 257746"/>
                <a:gd name="connsiteX21" fmla="*/ 798576 w 1126807"/>
                <a:gd name="connsiteY21" fmla="*/ 59722 h 257746"/>
                <a:gd name="connsiteX22" fmla="*/ 771430 w 1126807"/>
                <a:gd name="connsiteY22" fmla="*/ 54007 h 257746"/>
                <a:gd name="connsiteX23" fmla="*/ 771430 w 1126807"/>
                <a:gd name="connsiteY23" fmla="*/ 26003 h 257746"/>
                <a:gd name="connsiteX24" fmla="*/ 856107 w 1126807"/>
                <a:gd name="connsiteY24" fmla="*/ 44006 h 257746"/>
                <a:gd name="connsiteX25" fmla="*/ 927830 w 1126807"/>
                <a:gd name="connsiteY25" fmla="*/ 56674 h 257746"/>
                <a:gd name="connsiteX26" fmla="*/ 989934 w 1126807"/>
                <a:gd name="connsiteY26" fmla="*/ 134207 h 257746"/>
                <a:gd name="connsiteX27" fmla="*/ 927830 w 1126807"/>
                <a:gd name="connsiteY27" fmla="*/ 185547 h 257746"/>
                <a:gd name="connsiteX28" fmla="*/ 865442 w 1126807"/>
                <a:gd name="connsiteY28" fmla="*/ 107728 h 257746"/>
                <a:gd name="connsiteX29" fmla="*/ 927830 w 1126807"/>
                <a:gd name="connsiteY29" fmla="*/ 56578 h 257746"/>
                <a:gd name="connsiteX30" fmla="*/ 927830 w 1126807"/>
                <a:gd name="connsiteY30" fmla="*/ 156591 h 257746"/>
                <a:gd name="connsiteX31" fmla="*/ 958406 w 1126807"/>
                <a:gd name="connsiteY31" fmla="*/ 127540 h 257746"/>
                <a:gd name="connsiteX32" fmla="*/ 927830 w 1126807"/>
                <a:gd name="connsiteY32" fmla="*/ 85630 h 257746"/>
                <a:gd name="connsiteX33" fmla="*/ 897065 w 1126807"/>
                <a:gd name="connsiteY33" fmla="*/ 114395 h 257746"/>
                <a:gd name="connsiteX34" fmla="*/ 927830 w 1126807"/>
                <a:gd name="connsiteY34" fmla="*/ 156496 h 257746"/>
                <a:gd name="connsiteX35" fmla="*/ 1005173 w 1126807"/>
                <a:gd name="connsiteY35" fmla="*/ 75533 h 257746"/>
                <a:gd name="connsiteX36" fmla="*/ 1062895 w 1126807"/>
                <a:gd name="connsiteY36" fmla="*/ 87821 h 257746"/>
                <a:gd name="connsiteX37" fmla="*/ 1096232 w 1126807"/>
                <a:gd name="connsiteY37" fmla="*/ 208693 h 257746"/>
                <a:gd name="connsiteX38" fmla="*/ 1096232 w 1126807"/>
                <a:gd name="connsiteY38" fmla="*/ 94869 h 257746"/>
                <a:gd name="connsiteX39" fmla="*/ 1126808 w 1126807"/>
                <a:gd name="connsiteY39" fmla="*/ 101346 h 257746"/>
                <a:gd name="connsiteX40" fmla="*/ 1126808 w 1126807"/>
                <a:gd name="connsiteY40" fmla="*/ 225362 h 257746"/>
                <a:gd name="connsiteX41" fmla="*/ 1069086 w 1126807"/>
                <a:gd name="connsiteY41" fmla="*/ 213074 h 257746"/>
                <a:gd name="connsiteX42" fmla="*/ 1035749 w 1126807"/>
                <a:gd name="connsiteY42" fmla="*/ 92202 h 257746"/>
                <a:gd name="connsiteX43" fmla="*/ 1035749 w 1126807"/>
                <a:gd name="connsiteY43" fmla="*/ 206026 h 257746"/>
                <a:gd name="connsiteX44" fmla="*/ 1005173 w 1126807"/>
                <a:gd name="connsiteY44" fmla="*/ 199549 h 257746"/>
                <a:gd name="connsiteX45" fmla="*/ 1005173 w 1126807"/>
                <a:gd name="connsiteY45" fmla="*/ 75533 h 257746"/>
                <a:gd name="connsiteX46" fmla="*/ 38005 w 1126807"/>
                <a:gd name="connsiteY46" fmla="*/ 125730 h 257746"/>
                <a:gd name="connsiteX47" fmla="*/ 94012 w 1126807"/>
                <a:gd name="connsiteY47" fmla="*/ 113824 h 257746"/>
                <a:gd name="connsiteX48" fmla="*/ 131921 w 1126807"/>
                <a:gd name="connsiteY48" fmla="*/ 229743 h 257746"/>
                <a:gd name="connsiteX49" fmla="*/ 99441 w 1126807"/>
                <a:gd name="connsiteY49" fmla="*/ 236601 h 257746"/>
                <a:gd name="connsiteX50" fmla="*/ 88297 w 1126807"/>
                <a:gd name="connsiteY50" fmla="*/ 201454 h 257746"/>
                <a:gd name="connsiteX51" fmla="*/ 43244 w 1126807"/>
                <a:gd name="connsiteY51" fmla="*/ 211074 h 257746"/>
                <a:gd name="connsiteX52" fmla="*/ 32099 w 1126807"/>
                <a:gd name="connsiteY52" fmla="*/ 250889 h 257746"/>
                <a:gd name="connsiteX53" fmla="*/ 0 w 1126807"/>
                <a:gd name="connsiteY53" fmla="*/ 257746 h 257746"/>
                <a:gd name="connsiteX54" fmla="*/ 38005 w 1126807"/>
                <a:gd name="connsiteY54" fmla="*/ 125635 h 257746"/>
                <a:gd name="connsiteX55" fmla="*/ 79915 w 1126807"/>
                <a:gd name="connsiteY55" fmla="*/ 175355 h 257746"/>
                <a:gd name="connsiteX56" fmla="*/ 65818 w 1126807"/>
                <a:gd name="connsiteY56" fmla="*/ 131064 h 257746"/>
                <a:gd name="connsiteX57" fmla="*/ 51721 w 1126807"/>
                <a:gd name="connsiteY57" fmla="*/ 181356 h 257746"/>
                <a:gd name="connsiteX58" fmla="*/ 80010 w 1126807"/>
                <a:gd name="connsiteY58" fmla="*/ 175355 h 257746"/>
                <a:gd name="connsiteX59" fmla="*/ 194025 w 1126807"/>
                <a:gd name="connsiteY59" fmla="*/ 218980 h 257746"/>
                <a:gd name="connsiteX60" fmla="*/ 134493 w 1126807"/>
                <a:gd name="connsiteY60" fmla="*/ 180785 h 257746"/>
                <a:gd name="connsiteX61" fmla="*/ 166116 w 1126807"/>
                <a:gd name="connsiteY61" fmla="*/ 174022 h 257746"/>
                <a:gd name="connsiteX62" fmla="*/ 194691 w 1126807"/>
                <a:gd name="connsiteY62" fmla="*/ 192024 h 257746"/>
                <a:gd name="connsiteX63" fmla="*/ 216027 w 1126807"/>
                <a:gd name="connsiteY63" fmla="*/ 176594 h 257746"/>
                <a:gd name="connsiteX64" fmla="*/ 205931 w 1126807"/>
                <a:gd name="connsiteY64" fmla="*/ 169259 h 257746"/>
                <a:gd name="connsiteX65" fmla="*/ 166211 w 1126807"/>
                <a:gd name="connsiteY65" fmla="*/ 166783 h 257746"/>
                <a:gd name="connsiteX66" fmla="*/ 139256 w 1126807"/>
                <a:gd name="connsiteY66" fmla="*/ 138589 h 257746"/>
                <a:gd name="connsiteX67" fmla="*/ 187547 w 1126807"/>
                <a:gd name="connsiteY67" fmla="*/ 91345 h 257746"/>
                <a:gd name="connsiteX68" fmla="*/ 242888 w 1126807"/>
                <a:gd name="connsiteY68" fmla="*/ 124777 h 257746"/>
                <a:gd name="connsiteX69" fmla="*/ 211455 w 1126807"/>
                <a:gd name="connsiteY69" fmla="*/ 131445 h 257746"/>
                <a:gd name="connsiteX70" fmla="*/ 188024 w 1126807"/>
                <a:gd name="connsiteY70" fmla="*/ 117443 h 257746"/>
                <a:gd name="connsiteX71" fmla="*/ 170879 w 1126807"/>
                <a:gd name="connsiteY71" fmla="*/ 131159 h 257746"/>
                <a:gd name="connsiteX72" fmla="*/ 180118 w 1126807"/>
                <a:gd name="connsiteY72" fmla="*/ 137827 h 257746"/>
                <a:gd name="connsiteX73" fmla="*/ 218694 w 1126807"/>
                <a:gd name="connsiteY73" fmla="*/ 139636 h 257746"/>
                <a:gd name="connsiteX74" fmla="*/ 247460 w 1126807"/>
                <a:gd name="connsiteY74" fmla="*/ 168497 h 257746"/>
                <a:gd name="connsiteX75" fmla="*/ 193929 w 1126807"/>
                <a:gd name="connsiteY75" fmla="*/ 218885 h 257746"/>
                <a:gd name="connsiteX76" fmla="*/ 256413 w 1126807"/>
                <a:gd name="connsiteY76" fmla="*/ 141161 h 257746"/>
                <a:gd name="connsiteX77" fmla="*/ 319373 w 1126807"/>
                <a:gd name="connsiteY77" fmla="*/ 63436 h 257746"/>
                <a:gd name="connsiteX78" fmla="*/ 379476 w 1126807"/>
                <a:gd name="connsiteY78" fmla="*/ 100965 h 257746"/>
                <a:gd name="connsiteX79" fmla="*/ 348044 w 1126807"/>
                <a:gd name="connsiteY79" fmla="*/ 107633 h 257746"/>
                <a:gd name="connsiteX80" fmla="*/ 319564 w 1126807"/>
                <a:gd name="connsiteY80" fmla="*/ 92393 h 257746"/>
                <a:gd name="connsiteX81" fmla="*/ 288131 w 1126807"/>
                <a:gd name="connsiteY81" fmla="*/ 134398 h 257746"/>
                <a:gd name="connsiteX82" fmla="*/ 319564 w 1126807"/>
                <a:gd name="connsiteY82" fmla="*/ 163259 h 257746"/>
                <a:gd name="connsiteX83" fmla="*/ 348044 w 1126807"/>
                <a:gd name="connsiteY83" fmla="*/ 135731 h 257746"/>
                <a:gd name="connsiteX84" fmla="*/ 379476 w 1126807"/>
                <a:gd name="connsiteY84" fmla="*/ 129064 h 257746"/>
                <a:gd name="connsiteX85" fmla="*/ 319373 w 1126807"/>
                <a:gd name="connsiteY85" fmla="*/ 192310 h 257746"/>
                <a:gd name="connsiteX86" fmla="*/ 256413 w 1126807"/>
                <a:gd name="connsiteY86" fmla="*/ 141161 h 257746"/>
                <a:gd name="connsiteX87" fmla="*/ 394430 w 1126807"/>
                <a:gd name="connsiteY87" fmla="*/ 49911 h 257746"/>
                <a:gd name="connsiteX88" fmla="*/ 488823 w 1126807"/>
                <a:gd name="connsiteY88" fmla="*/ 29813 h 257746"/>
                <a:gd name="connsiteX89" fmla="*/ 488823 w 1126807"/>
                <a:gd name="connsiteY89" fmla="*/ 57817 h 257746"/>
                <a:gd name="connsiteX90" fmla="*/ 425196 w 1126807"/>
                <a:gd name="connsiteY90" fmla="*/ 71342 h 257746"/>
                <a:gd name="connsiteX91" fmla="*/ 425196 w 1126807"/>
                <a:gd name="connsiteY91" fmla="*/ 92107 h 257746"/>
                <a:gd name="connsiteX92" fmla="*/ 480441 w 1126807"/>
                <a:gd name="connsiteY92" fmla="*/ 80391 h 257746"/>
                <a:gd name="connsiteX93" fmla="*/ 480441 w 1126807"/>
                <a:gd name="connsiteY93" fmla="*/ 106775 h 257746"/>
                <a:gd name="connsiteX94" fmla="*/ 425196 w 1126807"/>
                <a:gd name="connsiteY94" fmla="*/ 118491 h 257746"/>
                <a:gd name="connsiteX95" fmla="*/ 425196 w 1126807"/>
                <a:gd name="connsiteY95" fmla="*/ 139446 h 257746"/>
                <a:gd name="connsiteX96" fmla="*/ 488823 w 1126807"/>
                <a:gd name="connsiteY96" fmla="*/ 125921 h 257746"/>
                <a:gd name="connsiteX97" fmla="*/ 488823 w 1126807"/>
                <a:gd name="connsiteY97" fmla="*/ 153924 h 257746"/>
                <a:gd name="connsiteX98" fmla="*/ 394430 w 1126807"/>
                <a:gd name="connsiteY98" fmla="*/ 174022 h 257746"/>
                <a:gd name="connsiteX99" fmla="*/ 394430 w 1126807"/>
                <a:gd name="connsiteY99" fmla="*/ 50006 h 257746"/>
                <a:gd name="connsiteX100" fmla="*/ 507397 w 1126807"/>
                <a:gd name="connsiteY100" fmla="*/ 25908 h 257746"/>
                <a:gd name="connsiteX101" fmla="*/ 565118 w 1126807"/>
                <a:gd name="connsiteY101" fmla="*/ 13621 h 257746"/>
                <a:gd name="connsiteX102" fmla="*/ 598456 w 1126807"/>
                <a:gd name="connsiteY102" fmla="*/ 120301 h 257746"/>
                <a:gd name="connsiteX103" fmla="*/ 598456 w 1126807"/>
                <a:gd name="connsiteY103" fmla="*/ 6477 h 257746"/>
                <a:gd name="connsiteX104" fmla="*/ 629126 w 1126807"/>
                <a:gd name="connsiteY104" fmla="*/ 0 h 257746"/>
                <a:gd name="connsiteX105" fmla="*/ 629126 w 1126807"/>
                <a:gd name="connsiteY105" fmla="*/ 124015 h 257746"/>
                <a:gd name="connsiteX106" fmla="*/ 571405 w 1126807"/>
                <a:gd name="connsiteY106" fmla="*/ 136303 h 257746"/>
                <a:gd name="connsiteX107" fmla="*/ 538067 w 1126807"/>
                <a:gd name="connsiteY107" fmla="*/ 29623 h 257746"/>
                <a:gd name="connsiteX108" fmla="*/ 538067 w 1126807"/>
                <a:gd name="connsiteY108" fmla="*/ 143447 h 257746"/>
                <a:gd name="connsiteX109" fmla="*/ 507397 w 1126807"/>
                <a:gd name="connsiteY109" fmla="*/ 149923 h 257746"/>
                <a:gd name="connsiteX110" fmla="*/ 507397 w 1126807"/>
                <a:gd name="connsiteY110" fmla="*/ 25908 h 257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126807" h="257746">
                  <a:moveTo>
                    <a:pt x="649986" y="95"/>
                  </a:moveTo>
                  <a:lnTo>
                    <a:pt x="695421" y="9715"/>
                  </a:lnTo>
                  <a:cubicBezTo>
                    <a:pt x="727901" y="16573"/>
                    <a:pt x="761524" y="32385"/>
                    <a:pt x="761524" y="85725"/>
                  </a:cubicBezTo>
                  <a:cubicBezTo>
                    <a:pt x="761524" y="139160"/>
                    <a:pt x="727901" y="140684"/>
                    <a:pt x="695421" y="133731"/>
                  </a:cubicBezTo>
                  <a:lnTo>
                    <a:pt x="649986" y="124111"/>
                  </a:lnTo>
                  <a:lnTo>
                    <a:pt x="649986" y="95"/>
                  </a:lnTo>
                  <a:close/>
                  <a:moveTo>
                    <a:pt x="695421" y="105537"/>
                  </a:moveTo>
                  <a:cubicBezTo>
                    <a:pt x="715804" y="109823"/>
                    <a:pt x="730949" y="112395"/>
                    <a:pt x="730949" y="79153"/>
                  </a:cubicBezTo>
                  <a:cubicBezTo>
                    <a:pt x="730949" y="45911"/>
                    <a:pt x="715614" y="41910"/>
                    <a:pt x="695421" y="37624"/>
                  </a:cubicBezTo>
                  <a:lnTo>
                    <a:pt x="680656" y="34481"/>
                  </a:lnTo>
                  <a:lnTo>
                    <a:pt x="680656" y="102394"/>
                  </a:lnTo>
                  <a:cubicBezTo>
                    <a:pt x="680656" y="102394"/>
                    <a:pt x="695421" y="105537"/>
                    <a:pt x="695421" y="105537"/>
                  </a:cubicBezTo>
                  <a:close/>
                  <a:moveTo>
                    <a:pt x="856107" y="43910"/>
                  </a:moveTo>
                  <a:lnTo>
                    <a:pt x="856107" y="71914"/>
                  </a:lnTo>
                  <a:cubicBezTo>
                    <a:pt x="856107" y="71914"/>
                    <a:pt x="829056" y="66199"/>
                    <a:pt x="829056" y="66199"/>
                  </a:cubicBezTo>
                  <a:lnTo>
                    <a:pt x="829056" y="134112"/>
                  </a:lnTo>
                  <a:cubicBezTo>
                    <a:pt x="829056" y="134112"/>
                    <a:pt x="856107" y="139827"/>
                    <a:pt x="856107" y="139827"/>
                  </a:cubicBezTo>
                  <a:lnTo>
                    <a:pt x="856107" y="168021"/>
                  </a:lnTo>
                  <a:cubicBezTo>
                    <a:pt x="856107" y="168021"/>
                    <a:pt x="771430" y="150019"/>
                    <a:pt x="771430" y="150019"/>
                  </a:cubicBezTo>
                  <a:lnTo>
                    <a:pt x="771430" y="121920"/>
                  </a:lnTo>
                  <a:cubicBezTo>
                    <a:pt x="771430" y="121920"/>
                    <a:pt x="798576" y="127635"/>
                    <a:pt x="798576" y="127635"/>
                  </a:cubicBezTo>
                  <a:lnTo>
                    <a:pt x="798576" y="59722"/>
                  </a:lnTo>
                  <a:cubicBezTo>
                    <a:pt x="798576" y="59722"/>
                    <a:pt x="771430" y="54007"/>
                    <a:pt x="771430" y="54007"/>
                  </a:cubicBezTo>
                  <a:lnTo>
                    <a:pt x="771430" y="26003"/>
                  </a:lnTo>
                  <a:cubicBezTo>
                    <a:pt x="771430" y="26003"/>
                    <a:pt x="856107" y="44006"/>
                    <a:pt x="856107" y="44006"/>
                  </a:cubicBezTo>
                  <a:close/>
                  <a:moveTo>
                    <a:pt x="927830" y="56674"/>
                  </a:moveTo>
                  <a:cubicBezTo>
                    <a:pt x="966406" y="64865"/>
                    <a:pt x="989934" y="97631"/>
                    <a:pt x="989934" y="134207"/>
                  </a:cubicBezTo>
                  <a:cubicBezTo>
                    <a:pt x="989934" y="170974"/>
                    <a:pt x="966406" y="193739"/>
                    <a:pt x="927830" y="185547"/>
                  </a:cubicBezTo>
                  <a:cubicBezTo>
                    <a:pt x="889159" y="177356"/>
                    <a:pt x="865442" y="144494"/>
                    <a:pt x="865442" y="107728"/>
                  </a:cubicBezTo>
                  <a:cubicBezTo>
                    <a:pt x="865442" y="71152"/>
                    <a:pt x="889159" y="48387"/>
                    <a:pt x="927830" y="56578"/>
                  </a:cubicBezTo>
                  <a:moveTo>
                    <a:pt x="927830" y="156591"/>
                  </a:moveTo>
                  <a:cubicBezTo>
                    <a:pt x="948405" y="160973"/>
                    <a:pt x="958406" y="150114"/>
                    <a:pt x="958406" y="127540"/>
                  </a:cubicBezTo>
                  <a:cubicBezTo>
                    <a:pt x="958406" y="104965"/>
                    <a:pt x="948119" y="90011"/>
                    <a:pt x="927830" y="85630"/>
                  </a:cubicBezTo>
                  <a:cubicBezTo>
                    <a:pt x="907257" y="81248"/>
                    <a:pt x="897065" y="92107"/>
                    <a:pt x="897065" y="114395"/>
                  </a:cubicBezTo>
                  <a:cubicBezTo>
                    <a:pt x="897065" y="136684"/>
                    <a:pt x="907352" y="152114"/>
                    <a:pt x="927830" y="156496"/>
                  </a:cubicBezTo>
                  <a:moveTo>
                    <a:pt x="1005173" y="75533"/>
                  </a:moveTo>
                  <a:lnTo>
                    <a:pt x="1062895" y="87821"/>
                  </a:lnTo>
                  <a:lnTo>
                    <a:pt x="1096232" y="208693"/>
                  </a:lnTo>
                  <a:lnTo>
                    <a:pt x="1096232" y="94869"/>
                  </a:lnTo>
                  <a:cubicBezTo>
                    <a:pt x="1096232" y="94869"/>
                    <a:pt x="1126808" y="101346"/>
                    <a:pt x="1126808" y="101346"/>
                  </a:cubicBezTo>
                  <a:lnTo>
                    <a:pt x="1126808" y="225362"/>
                  </a:lnTo>
                  <a:cubicBezTo>
                    <a:pt x="1126808" y="225362"/>
                    <a:pt x="1069086" y="213074"/>
                    <a:pt x="1069086" y="213074"/>
                  </a:cubicBezTo>
                  <a:lnTo>
                    <a:pt x="1035749" y="92202"/>
                  </a:lnTo>
                  <a:lnTo>
                    <a:pt x="1035749" y="206026"/>
                  </a:lnTo>
                  <a:cubicBezTo>
                    <a:pt x="1035749" y="206026"/>
                    <a:pt x="1005173" y="199549"/>
                    <a:pt x="1005173" y="199549"/>
                  </a:cubicBezTo>
                  <a:lnTo>
                    <a:pt x="1005173" y="75533"/>
                  </a:lnTo>
                  <a:close/>
                  <a:moveTo>
                    <a:pt x="38005" y="125730"/>
                  </a:moveTo>
                  <a:lnTo>
                    <a:pt x="94012" y="113824"/>
                  </a:lnTo>
                  <a:lnTo>
                    <a:pt x="131921" y="229743"/>
                  </a:lnTo>
                  <a:lnTo>
                    <a:pt x="99441" y="236601"/>
                  </a:lnTo>
                  <a:lnTo>
                    <a:pt x="88297" y="201454"/>
                  </a:lnTo>
                  <a:lnTo>
                    <a:pt x="43244" y="211074"/>
                  </a:lnTo>
                  <a:lnTo>
                    <a:pt x="32099" y="250889"/>
                  </a:lnTo>
                  <a:lnTo>
                    <a:pt x="0" y="257746"/>
                  </a:lnTo>
                  <a:lnTo>
                    <a:pt x="38005" y="125635"/>
                  </a:lnTo>
                  <a:close/>
                  <a:moveTo>
                    <a:pt x="79915" y="175355"/>
                  </a:moveTo>
                  <a:lnTo>
                    <a:pt x="65818" y="131064"/>
                  </a:lnTo>
                  <a:lnTo>
                    <a:pt x="51721" y="181356"/>
                  </a:lnTo>
                  <a:lnTo>
                    <a:pt x="80010" y="175355"/>
                  </a:lnTo>
                  <a:close/>
                  <a:moveTo>
                    <a:pt x="194025" y="218980"/>
                  </a:moveTo>
                  <a:cubicBezTo>
                    <a:pt x="152114" y="227838"/>
                    <a:pt x="134493" y="212979"/>
                    <a:pt x="134493" y="180785"/>
                  </a:cubicBezTo>
                  <a:lnTo>
                    <a:pt x="166116" y="174022"/>
                  </a:lnTo>
                  <a:cubicBezTo>
                    <a:pt x="166116" y="191643"/>
                    <a:pt x="172688" y="196691"/>
                    <a:pt x="194691" y="192024"/>
                  </a:cubicBezTo>
                  <a:cubicBezTo>
                    <a:pt x="209645" y="188881"/>
                    <a:pt x="216027" y="184309"/>
                    <a:pt x="216027" y="176594"/>
                  </a:cubicBezTo>
                  <a:cubicBezTo>
                    <a:pt x="216027" y="172212"/>
                    <a:pt x="212693" y="169545"/>
                    <a:pt x="205931" y="169259"/>
                  </a:cubicBezTo>
                  <a:lnTo>
                    <a:pt x="166211" y="166783"/>
                  </a:lnTo>
                  <a:cubicBezTo>
                    <a:pt x="145637" y="165354"/>
                    <a:pt x="139256" y="154210"/>
                    <a:pt x="139256" y="138589"/>
                  </a:cubicBezTo>
                  <a:cubicBezTo>
                    <a:pt x="139256" y="114490"/>
                    <a:pt x="156401" y="98012"/>
                    <a:pt x="187547" y="91345"/>
                  </a:cubicBezTo>
                  <a:cubicBezTo>
                    <a:pt x="224600" y="83439"/>
                    <a:pt x="242888" y="97917"/>
                    <a:pt x="242888" y="124777"/>
                  </a:cubicBezTo>
                  <a:lnTo>
                    <a:pt x="211455" y="131445"/>
                  </a:lnTo>
                  <a:cubicBezTo>
                    <a:pt x="211455" y="118110"/>
                    <a:pt x="204216" y="114014"/>
                    <a:pt x="188024" y="117443"/>
                  </a:cubicBezTo>
                  <a:cubicBezTo>
                    <a:pt x="176784" y="119824"/>
                    <a:pt x="170879" y="124111"/>
                    <a:pt x="170879" y="131159"/>
                  </a:cubicBezTo>
                  <a:cubicBezTo>
                    <a:pt x="170879" y="134684"/>
                    <a:pt x="172688" y="137255"/>
                    <a:pt x="180118" y="137827"/>
                  </a:cubicBezTo>
                  <a:lnTo>
                    <a:pt x="218694" y="139636"/>
                  </a:lnTo>
                  <a:cubicBezTo>
                    <a:pt x="238411" y="140589"/>
                    <a:pt x="247460" y="150400"/>
                    <a:pt x="247460" y="168497"/>
                  </a:cubicBezTo>
                  <a:cubicBezTo>
                    <a:pt x="247460" y="192024"/>
                    <a:pt x="231934" y="210788"/>
                    <a:pt x="193929" y="218885"/>
                  </a:cubicBezTo>
                  <a:moveTo>
                    <a:pt x="256413" y="141161"/>
                  </a:moveTo>
                  <a:cubicBezTo>
                    <a:pt x="256413" y="104585"/>
                    <a:pt x="280511" y="71628"/>
                    <a:pt x="319373" y="63436"/>
                  </a:cubicBezTo>
                  <a:cubicBezTo>
                    <a:pt x="353378" y="56198"/>
                    <a:pt x="375952" y="70580"/>
                    <a:pt x="379476" y="100965"/>
                  </a:cubicBezTo>
                  <a:lnTo>
                    <a:pt x="348044" y="107633"/>
                  </a:lnTo>
                  <a:cubicBezTo>
                    <a:pt x="345472" y="94774"/>
                    <a:pt x="334613" y="89249"/>
                    <a:pt x="319564" y="92393"/>
                  </a:cubicBezTo>
                  <a:cubicBezTo>
                    <a:pt x="301181" y="96298"/>
                    <a:pt x="288131" y="110014"/>
                    <a:pt x="288131" y="134398"/>
                  </a:cubicBezTo>
                  <a:cubicBezTo>
                    <a:pt x="288131" y="159068"/>
                    <a:pt x="301276" y="167164"/>
                    <a:pt x="319564" y="163259"/>
                  </a:cubicBezTo>
                  <a:cubicBezTo>
                    <a:pt x="334518" y="160115"/>
                    <a:pt x="345472" y="149638"/>
                    <a:pt x="348044" y="135731"/>
                  </a:cubicBezTo>
                  <a:lnTo>
                    <a:pt x="379476" y="129064"/>
                  </a:lnTo>
                  <a:cubicBezTo>
                    <a:pt x="375952" y="161163"/>
                    <a:pt x="353378" y="185071"/>
                    <a:pt x="319373" y="192310"/>
                  </a:cubicBezTo>
                  <a:cubicBezTo>
                    <a:pt x="280511" y="200596"/>
                    <a:pt x="256413" y="177927"/>
                    <a:pt x="256413" y="141161"/>
                  </a:cubicBezTo>
                  <a:moveTo>
                    <a:pt x="394430" y="49911"/>
                  </a:moveTo>
                  <a:lnTo>
                    <a:pt x="488823" y="29813"/>
                  </a:lnTo>
                  <a:lnTo>
                    <a:pt x="488823" y="57817"/>
                  </a:lnTo>
                  <a:cubicBezTo>
                    <a:pt x="488823" y="57817"/>
                    <a:pt x="425196" y="71342"/>
                    <a:pt x="425196" y="71342"/>
                  </a:cubicBezTo>
                  <a:lnTo>
                    <a:pt x="425196" y="92107"/>
                  </a:lnTo>
                  <a:cubicBezTo>
                    <a:pt x="425196" y="92107"/>
                    <a:pt x="480441" y="80391"/>
                    <a:pt x="480441" y="80391"/>
                  </a:cubicBezTo>
                  <a:lnTo>
                    <a:pt x="480441" y="106775"/>
                  </a:lnTo>
                  <a:cubicBezTo>
                    <a:pt x="480441" y="106775"/>
                    <a:pt x="425196" y="118491"/>
                    <a:pt x="425196" y="118491"/>
                  </a:cubicBezTo>
                  <a:lnTo>
                    <a:pt x="425196" y="139446"/>
                  </a:lnTo>
                  <a:cubicBezTo>
                    <a:pt x="425196" y="139446"/>
                    <a:pt x="488823" y="125921"/>
                    <a:pt x="488823" y="125921"/>
                  </a:cubicBezTo>
                  <a:lnTo>
                    <a:pt x="488823" y="153924"/>
                  </a:lnTo>
                  <a:cubicBezTo>
                    <a:pt x="488823" y="153924"/>
                    <a:pt x="394430" y="174022"/>
                    <a:pt x="394430" y="174022"/>
                  </a:cubicBezTo>
                  <a:lnTo>
                    <a:pt x="394430" y="50006"/>
                  </a:lnTo>
                  <a:close/>
                  <a:moveTo>
                    <a:pt x="507397" y="25908"/>
                  </a:moveTo>
                  <a:lnTo>
                    <a:pt x="565118" y="13621"/>
                  </a:lnTo>
                  <a:lnTo>
                    <a:pt x="598456" y="120301"/>
                  </a:lnTo>
                  <a:lnTo>
                    <a:pt x="598456" y="6477"/>
                  </a:lnTo>
                  <a:cubicBezTo>
                    <a:pt x="598456" y="6477"/>
                    <a:pt x="629126" y="0"/>
                    <a:pt x="629126" y="0"/>
                  </a:cubicBezTo>
                  <a:lnTo>
                    <a:pt x="629126" y="124015"/>
                  </a:lnTo>
                  <a:cubicBezTo>
                    <a:pt x="629126" y="124015"/>
                    <a:pt x="571405" y="136303"/>
                    <a:pt x="571405" y="136303"/>
                  </a:cubicBezTo>
                  <a:lnTo>
                    <a:pt x="538067" y="29623"/>
                  </a:lnTo>
                  <a:lnTo>
                    <a:pt x="538067" y="143447"/>
                  </a:lnTo>
                  <a:cubicBezTo>
                    <a:pt x="538067" y="143447"/>
                    <a:pt x="507397" y="149923"/>
                    <a:pt x="507397" y="149923"/>
                  </a:cubicBezTo>
                  <a:lnTo>
                    <a:pt x="507397" y="25908"/>
                  </a:lnTo>
                  <a:close/>
                </a:path>
              </a:pathLst>
            </a:custGeom>
            <a:solidFill>
              <a:srgbClr val="FFFFFF"/>
            </a:solidFill>
            <a:ln w="9525" cap="flat">
              <a:noFill/>
              <a:prstDash val="solid"/>
              <a:miter/>
            </a:ln>
          </p:spPr>
          <p:txBody>
            <a:bodyPr rtlCol="0" anchor="ctr"/>
            <a:lstStyle/>
            <a:p>
              <a:endParaRPr lang="en-AU" sz="2400"/>
            </a:p>
          </p:txBody>
        </p:sp>
        <p:sp>
          <p:nvSpPr>
            <p:cNvPr id="9" name="TextBox 8">
              <a:extLst>
                <a:ext uri="{FF2B5EF4-FFF2-40B4-BE49-F238E27FC236}">
                  <a16:creationId xmlns:a16="http://schemas.microsoft.com/office/drawing/2014/main" id="{4C022F62-B967-ACD0-F1C1-4BCF678F8D51}"/>
                </a:ext>
              </a:extLst>
            </p:cNvPr>
            <p:cNvSpPr txBox="1"/>
            <p:nvPr/>
          </p:nvSpPr>
          <p:spPr>
            <a:xfrm>
              <a:off x="3337075" y="3521839"/>
              <a:ext cx="4139489" cy="1585530"/>
            </a:xfrm>
            <a:prstGeom prst="rect">
              <a:avLst/>
            </a:prstGeom>
            <a:noFill/>
          </p:spPr>
          <p:txBody>
            <a:bodyPr wrap="square">
              <a:spAutoFit/>
            </a:bodyPr>
            <a:lstStyle/>
            <a:p>
              <a:pPr>
                <a:lnSpc>
                  <a:spcPct val="110000"/>
                </a:lnSpc>
              </a:pPr>
              <a:r>
                <a:rPr lang="en-US" sz="1333">
                  <a:solidFill>
                    <a:schemeClr val="bg1"/>
                  </a:solidFill>
                </a:rPr>
                <a:t>Ascendion is a global, leading provider of AI-first software engineering services, delivering transformative solutions across North America, APAC, and Europe. Our headquarters are located in New Jersey. We combine technology and talent to deliver tech debt relief, improve engineering productivity solutions, and accelerate time to value, driving our clients’ digital journeys with efficiency and velocity. Guided by our “Engineering to the power of AI” [EngineeringAI] methodology, we integrate AI into software engineering, enterprise operations, and talent orchestration, to address critical challenges of trust, speed, and capital.</a:t>
              </a:r>
            </a:p>
          </p:txBody>
        </p:sp>
      </p:grpSp>
      <p:sp>
        <p:nvSpPr>
          <p:cNvPr id="33" name="Google Shape;10;p2">
            <a:extLst>
              <a:ext uri="{FF2B5EF4-FFF2-40B4-BE49-F238E27FC236}">
                <a16:creationId xmlns:a16="http://schemas.microsoft.com/office/drawing/2014/main" id="{D543CF40-CA6C-AB12-3735-CF8AC652A545}"/>
              </a:ext>
            </a:extLst>
          </p:cNvPr>
          <p:cNvSpPr txBox="1">
            <a:spLocks noGrp="1"/>
          </p:cNvSpPr>
          <p:nvPr>
            <p:ph type="ctrTitle" hasCustomPrompt="1"/>
          </p:nvPr>
        </p:nvSpPr>
        <p:spPr>
          <a:xfrm>
            <a:off x="415611" y="4670137"/>
            <a:ext cx="3749989" cy="689187"/>
          </a:xfrm>
          <a:prstGeom prst="rect">
            <a:avLst/>
          </a:prstGeom>
        </p:spPr>
        <p:txBody>
          <a:bodyPr spcFirstLastPara="1" wrap="square" lIns="90000" tIns="90000" rIns="90000" bIns="36000" anchor="b" anchorCtr="0">
            <a:noAutofit/>
          </a:bodyPr>
          <a:lstStyle>
            <a:lvl1pPr lvl="0" algn="l">
              <a:spcBef>
                <a:spcPts val="0"/>
              </a:spcBef>
              <a:spcAft>
                <a:spcPts val="0"/>
              </a:spcAft>
              <a:buSzPts val="5200"/>
              <a:buNone/>
              <a:defRPr sz="3733" b="1">
                <a:solidFill>
                  <a:schemeClr val="bg1"/>
                </a:solidFill>
                <a:latin typeface="PP Neue Machina Plain Ultrabold" pitchFamily="50" charset="0"/>
              </a:defRPr>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r>
              <a:rPr lang="en-IN"/>
              <a:t>Thank you</a:t>
            </a:r>
            <a:endParaRPr/>
          </a:p>
        </p:txBody>
      </p:sp>
      <p:sp>
        <p:nvSpPr>
          <p:cNvPr id="11" name="Picture Placeholder 2">
            <a:extLst>
              <a:ext uri="{FF2B5EF4-FFF2-40B4-BE49-F238E27FC236}">
                <a16:creationId xmlns:a16="http://schemas.microsoft.com/office/drawing/2014/main" id="{D2F337A4-198A-6BD9-9FCE-CF4ABECA365B}"/>
              </a:ext>
            </a:extLst>
          </p:cNvPr>
          <p:cNvSpPr>
            <a:spLocks noGrp="1"/>
          </p:cNvSpPr>
          <p:nvPr>
            <p:ph type="pic" sz="quarter" idx="13" hasCustomPrompt="1"/>
          </p:nvPr>
        </p:nvSpPr>
        <p:spPr>
          <a:xfrm>
            <a:off x="-9746" y="-1693"/>
            <a:ext cx="12201751" cy="4529944"/>
          </a:xfrm>
          <a:custGeom>
            <a:avLst/>
            <a:gdLst>
              <a:gd name="connsiteX0" fmla="*/ 0 w 9144000"/>
              <a:gd name="connsiteY0" fmla="*/ 0 h 4442826"/>
              <a:gd name="connsiteX1" fmla="*/ 9144000 w 9144000"/>
              <a:gd name="connsiteY1" fmla="*/ 0 h 4442826"/>
              <a:gd name="connsiteX2" fmla="*/ 9144000 w 9144000"/>
              <a:gd name="connsiteY2" fmla="*/ 4442826 h 4442826"/>
              <a:gd name="connsiteX3" fmla="*/ 0 w 9144000"/>
              <a:gd name="connsiteY3" fmla="*/ 4442826 h 4442826"/>
              <a:gd name="connsiteX4" fmla="*/ 0 w 9144000"/>
              <a:gd name="connsiteY4" fmla="*/ 0 h 4442826"/>
              <a:gd name="connsiteX0" fmla="*/ 0 w 9151620"/>
              <a:gd name="connsiteY0" fmla="*/ 0 h 4458066"/>
              <a:gd name="connsiteX1" fmla="*/ 9144000 w 9151620"/>
              <a:gd name="connsiteY1" fmla="*/ 0 h 4458066"/>
              <a:gd name="connsiteX2" fmla="*/ 9151620 w 9151620"/>
              <a:gd name="connsiteY2" fmla="*/ 4458066 h 4458066"/>
              <a:gd name="connsiteX3" fmla="*/ 0 w 9151620"/>
              <a:gd name="connsiteY3" fmla="*/ 4442826 h 4458066"/>
              <a:gd name="connsiteX4" fmla="*/ 0 w 9151620"/>
              <a:gd name="connsiteY4"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0 w 9151620"/>
              <a:gd name="connsiteY4" fmla="*/ 4442826 h 4458066"/>
              <a:gd name="connsiteX5" fmla="*/ 0 w 9151620"/>
              <a:gd name="connsiteY5"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7551420 w 9151620"/>
              <a:gd name="connsiteY4" fmla="*/ 4436111 h 4458066"/>
              <a:gd name="connsiteX5" fmla="*/ 0 w 9151620"/>
              <a:gd name="connsiteY5" fmla="*/ 4442826 h 4458066"/>
              <a:gd name="connsiteX6" fmla="*/ 0 w 9151620"/>
              <a:gd name="connsiteY6"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82940 w 9151620"/>
              <a:gd name="connsiteY4" fmla="*/ 443611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60080 w 9151620"/>
              <a:gd name="connsiteY4" fmla="*/ 430657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1420 w 9151620"/>
              <a:gd name="connsiteY5" fmla="*/ 4436111 h 4462781"/>
              <a:gd name="connsiteX6" fmla="*/ 0 w 9151620"/>
              <a:gd name="connsiteY6" fmla="*/ 4442826 h 4462781"/>
              <a:gd name="connsiteX7" fmla="*/ 0 w 9151620"/>
              <a:gd name="connsiteY7" fmla="*/ 0 h 4462781"/>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6182 w 9151620"/>
              <a:gd name="connsiteY5" fmla="*/ 4462304 h 4462781"/>
              <a:gd name="connsiteX6" fmla="*/ 0 w 9151620"/>
              <a:gd name="connsiteY6" fmla="*/ 4442826 h 4462781"/>
              <a:gd name="connsiteX7" fmla="*/ 0 w 9151620"/>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56182 w 9144476"/>
              <a:gd name="connsiteY5" fmla="*/ 4462304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54001"/>
              <a:gd name="connsiteY0" fmla="*/ 0 h 4462781"/>
              <a:gd name="connsiteX1" fmla="*/ 9144000 w 9154001"/>
              <a:gd name="connsiteY1" fmla="*/ 0 h 4462781"/>
              <a:gd name="connsiteX2" fmla="*/ 9154001 w 9154001"/>
              <a:gd name="connsiteY2" fmla="*/ 3362691 h 4462781"/>
              <a:gd name="connsiteX3" fmla="*/ 8953500 w 9154001"/>
              <a:gd name="connsiteY3" fmla="*/ 4462781 h 4462781"/>
              <a:gd name="connsiteX4" fmla="*/ 8260080 w 9154001"/>
              <a:gd name="connsiteY4" fmla="*/ 4306571 h 4462781"/>
              <a:gd name="connsiteX5" fmla="*/ 7541895 w 9154001"/>
              <a:gd name="connsiteY5" fmla="*/ 4452779 h 4462781"/>
              <a:gd name="connsiteX6" fmla="*/ 0 w 9154001"/>
              <a:gd name="connsiteY6" fmla="*/ 4442826 h 4462781"/>
              <a:gd name="connsiteX7" fmla="*/ 0 w 9154001"/>
              <a:gd name="connsiteY7" fmla="*/ 0 h 4462781"/>
              <a:gd name="connsiteX0" fmla="*/ 0 w 9154001"/>
              <a:gd name="connsiteY0" fmla="*/ 0 h 4462781"/>
              <a:gd name="connsiteX1" fmla="*/ 9144000 w 9154001"/>
              <a:gd name="connsiteY1" fmla="*/ 0 h 4462781"/>
              <a:gd name="connsiteX2" fmla="*/ 9154001 w 9154001"/>
              <a:gd name="connsiteY2" fmla="*/ 3362691 h 4462781"/>
              <a:gd name="connsiteX3" fmla="*/ 8953500 w 9154001"/>
              <a:gd name="connsiteY3" fmla="*/ 4462781 h 4462781"/>
              <a:gd name="connsiteX4" fmla="*/ 8260080 w 9154001"/>
              <a:gd name="connsiteY4" fmla="*/ 4306571 h 4462781"/>
              <a:gd name="connsiteX5" fmla="*/ 7541895 w 9154001"/>
              <a:gd name="connsiteY5" fmla="*/ 4452779 h 4462781"/>
              <a:gd name="connsiteX6" fmla="*/ 9525 w 9154001"/>
              <a:gd name="connsiteY6" fmla="*/ 3376026 h 4462781"/>
              <a:gd name="connsiteX7" fmla="*/ 0 w 9154001"/>
              <a:gd name="connsiteY7" fmla="*/ 0 h 4462781"/>
              <a:gd name="connsiteX0" fmla="*/ 0 w 9154001"/>
              <a:gd name="connsiteY0" fmla="*/ 0 h 4452779"/>
              <a:gd name="connsiteX1" fmla="*/ 9144000 w 9154001"/>
              <a:gd name="connsiteY1" fmla="*/ 0 h 4452779"/>
              <a:gd name="connsiteX2" fmla="*/ 9154001 w 9154001"/>
              <a:gd name="connsiteY2" fmla="*/ 3362691 h 4452779"/>
              <a:gd name="connsiteX3" fmla="*/ 8858250 w 9154001"/>
              <a:gd name="connsiteY3" fmla="*/ 3395981 h 4452779"/>
              <a:gd name="connsiteX4" fmla="*/ 8260080 w 9154001"/>
              <a:gd name="connsiteY4" fmla="*/ 4306571 h 4452779"/>
              <a:gd name="connsiteX5" fmla="*/ 7541895 w 9154001"/>
              <a:gd name="connsiteY5" fmla="*/ 4452779 h 4452779"/>
              <a:gd name="connsiteX6" fmla="*/ 9525 w 9154001"/>
              <a:gd name="connsiteY6" fmla="*/ 3376026 h 4452779"/>
              <a:gd name="connsiteX7" fmla="*/ 0 w 9154001"/>
              <a:gd name="connsiteY7" fmla="*/ 0 h 4452779"/>
              <a:gd name="connsiteX0" fmla="*/ 0 w 9154001"/>
              <a:gd name="connsiteY0" fmla="*/ 0 h 4452779"/>
              <a:gd name="connsiteX1" fmla="*/ 9144000 w 9154001"/>
              <a:gd name="connsiteY1" fmla="*/ 0 h 4452779"/>
              <a:gd name="connsiteX2" fmla="*/ 9154001 w 9154001"/>
              <a:gd name="connsiteY2" fmla="*/ 3362691 h 4452779"/>
              <a:gd name="connsiteX3" fmla="*/ 8858250 w 9154001"/>
              <a:gd name="connsiteY3" fmla="*/ 3395981 h 4452779"/>
              <a:gd name="connsiteX4" fmla="*/ 8231505 w 9154001"/>
              <a:gd name="connsiteY4" fmla="*/ 3230246 h 4452779"/>
              <a:gd name="connsiteX5" fmla="*/ 7541895 w 9154001"/>
              <a:gd name="connsiteY5" fmla="*/ 4452779 h 4452779"/>
              <a:gd name="connsiteX6" fmla="*/ 9525 w 9154001"/>
              <a:gd name="connsiteY6" fmla="*/ 3376026 h 4452779"/>
              <a:gd name="connsiteX7" fmla="*/ 0 w 9154001"/>
              <a:gd name="connsiteY7" fmla="*/ 0 h 4452779"/>
              <a:gd name="connsiteX0" fmla="*/ 0 w 9154001"/>
              <a:gd name="connsiteY0" fmla="*/ 0 h 3395981"/>
              <a:gd name="connsiteX1" fmla="*/ 9144000 w 9154001"/>
              <a:gd name="connsiteY1" fmla="*/ 0 h 3395981"/>
              <a:gd name="connsiteX2" fmla="*/ 9154001 w 9154001"/>
              <a:gd name="connsiteY2" fmla="*/ 3362691 h 3395981"/>
              <a:gd name="connsiteX3" fmla="*/ 8858250 w 9154001"/>
              <a:gd name="connsiteY3" fmla="*/ 3395981 h 3395981"/>
              <a:gd name="connsiteX4" fmla="*/ 8231505 w 9154001"/>
              <a:gd name="connsiteY4" fmla="*/ 3230246 h 3395981"/>
              <a:gd name="connsiteX5" fmla="*/ 7627620 w 9154001"/>
              <a:gd name="connsiteY5" fmla="*/ 3366929 h 3395981"/>
              <a:gd name="connsiteX6" fmla="*/ 9525 w 9154001"/>
              <a:gd name="connsiteY6" fmla="*/ 3376026 h 3395981"/>
              <a:gd name="connsiteX7" fmla="*/ 0 w 9154001"/>
              <a:gd name="connsiteY7" fmla="*/ 0 h 3395981"/>
              <a:gd name="connsiteX0" fmla="*/ 0 w 9154001"/>
              <a:gd name="connsiteY0" fmla="*/ 0 h 3395981"/>
              <a:gd name="connsiteX1" fmla="*/ 9144000 w 9154001"/>
              <a:gd name="connsiteY1" fmla="*/ 0 h 3395981"/>
              <a:gd name="connsiteX2" fmla="*/ 9154001 w 9154001"/>
              <a:gd name="connsiteY2" fmla="*/ 3372216 h 3395981"/>
              <a:gd name="connsiteX3" fmla="*/ 8858250 w 9154001"/>
              <a:gd name="connsiteY3" fmla="*/ 3395981 h 3395981"/>
              <a:gd name="connsiteX4" fmla="*/ 8231505 w 9154001"/>
              <a:gd name="connsiteY4" fmla="*/ 3230246 h 3395981"/>
              <a:gd name="connsiteX5" fmla="*/ 7627620 w 9154001"/>
              <a:gd name="connsiteY5" fmla="*/ 3366929 h 3395981"/>
              <a:gd name="connsiteX6" fmla="*/ 9525 w 9154001"/>
              <a:gd name="connsiteY6" fmla="*/ 3376026 h 3395981"/>
              <a:gd name="connsiteX7" fmla="*/ 0 w 9154001"/>
              <a:gd name="connsiteY7" fmla="*/ 0 h 3395981"/>
              <a:gd name="connsiteX0" fmla="*/ 0 w 9144004"/>
              <a:gd name="connsiteY0" fmla="*/ 0 h 3395981"/>
              <a:gd name="connsiteX1" fmla="*/ 9144000 w 9144004"/>
              <a:gd name="connsiteY1" fmla="*/ 0 h 3395981"/>
              <a:gd name="connsiteX2" fmla="*/ 9139713 w 9144004"/>
              <a:gd name="connsiteY2" fmla="*/ 3372216 h 3395981"/>
              <a:gd name="connsiteX3" fmla="*/ 8858250 w 9144004"/>
              <a:gd name="connsiteY3" fmla="*/ 3395981 h 3395981"/>
              <a:gd name="connsiteX4" fmla="*/ 8231505 w 9144004"/>
              <a:gd name="connsiteY4" fmla="*/ 3230246 h 3395981"/>
              <a:gd name="connsiteX5" fmla="*/ 7627620 w 9144004"/>
              <a:gd name="connsiteY5" fmla="*/ 3366929 h 3395981"/>
              <a:gd name="connsiteX6" fmla="*/ 9525 w 9144004"/>
              <a:gd name="connsiteY6" fmla="*/ 3376026 h 3395981"/>
              <a:gd name="connsiteX7" fmla="*/ 0 w 9144004"/>
              <a:gd name="connsiteY7" fmla="*/ 0 h 3395981"/>
              <a:gd name="connsiteX0" fmla="*/ 0 w 9144004"/>
              <a:gd name="connsiteY0" fmla="*/ 0 h 3391219"/>
              <a:gd name="connsiteX1" fmla="*/ 9144000 w 9144004"/>
              <a:gd name="connsiteY1" fmla="*/ 0 h 3391219"/>
              <a:gd name="connsiteX2" fmla="*/ 9139713 w 9144004"/>
              <a:gd name="connsiteY2" fmla="*/ 3372216 h 3391219"/>
              <a:gd name="connsiteX3" fmla="*/ 8882062 w 9144004"/>
              <a:gd name="connsiteY3" fmla="*/ 3391219 h 3391219"/>
              <a:gd name="connsiteX4" fmla="*/ 8231505 w 9144004"/>
              <a:gd name="connsiteY4" fmla="*/ 3230246 h 3391219"/>
              <a:gd name="connsiteX5" fmla="*/ 7627620 w 9144004"/>
              <a:gd name="connsiteY5" fmla="*/ 3366929 h 3391219"/>
              <a:gd name="connsiteX6" fmla="*/ 9525 w 9144004"/>
              <a:gd name="connsiteY6" fmla="*/ 3376026 h 3391219"/>
              <a:gd name="connsiteX7" fmla="*/ 0 w 9144004"/>
              <a:gd name="connsiteY7" fmla="*/ 0 h 3391219"/>
              <a:gd name="connsiteX0" fmla="*/ 0 w 9144004"/>
              <a:gd name="connsiteY0" fmla="*/ 0 h 3395076"/>
              <a:gd name="connsiteX1" fmla="*/ 9144000 w 9144004"/>
              <a:gd name="connsiteY1" fmla="*/ 0 h 3395076"/>
              <a:gd name="connsiteX2" fmla="*/ 9139713 w 9144004"/>
              <a:gd name="connsiteY2" fmla="*/ 3372216 h 3395076"/>
              <a:gd name="connsiteX3" fmla="*/ 8882062 w 9144004"/>
              <a:gd name="connsiteY3" fmla="*/ 3391219 h 3395076"/>
              <a:gd name="connsiteX4" fmla="*/ 8231505 w 9144004"/>
              <a:gd name="connsiteY4" fmla="*/ 3230246 h 3395076"/>
              <a:gd name="connsiteX5" fmla="*/ 7627620 w 9144004"/>
              <a:gd name="connsiteY5" fmla="*/ 3366929 h 3395076"/>
              <a:gd name="connsiteX6" fmla="*/ 4763 w 9144004"/>
              <a:gd name="connsiteY6" fmla="*/ 3395076 h 3395076"/>
              <a:gd name="connsiteX7" fmla="*/ 0 w 9144004"/>
              <a:gd name="connsiteY7" fmla="*/ 0 h 3395076"/>
              <a:gd name="connsiteX0" fmla="*/ 0 w 9144004"/>
              <a:gd name="connsiteY0" fmla="*/ 0 h 3395504"/>
              <a:gd name="connsiteX1" fmla="*/ 9144000 w 9144004"/>
              <a:gd name="connsiteY1" fmla="*/ 0 h 3395504"/>
              <a:gd name="connsiteX2" fmla="*/ 9139713 w 9144004"/>
              <a:gd name="connsiteY2" fmla="*/ 3372216 h 3395504"/>
              <a:gd name="connsiteX3" fmla="*/ 8882062 w 9144004"/>
              <a:gd name="connsiteY3" fmla="*/ 3391219 h 3395504"/>
              <a:gd name="connsiteX4" fmla="*/ 8231505 w 9144004"/>
              <a:gd name="connsiteY4" fmla="*/ 3230246 h 3395504"/>
              <a:gd name="connsiteX5" fmla="*/ 7656195 w 9144004"/>
              <a:gd name="connsiteY5" fmla="*/ 3395504 h 3395504"/>
              <a:gd name="connsiteX6" fmla="*/ 4763 w 9144004"/>
              <a:gd name="connsiteY6" fmla="*/ 3395076 h 3395504"/>
              <a:gd name="connsiteX7" fmla="*/ 0 w 9144004"/>
              <a:gd name="connsiteY7" fmla="*/ 0 h 3395504"/>
              <a:gd name="connsiteX0" fmla="*/ 0 w 9144004"/>
              <a:gd name="connsiteY0" fmla="*/ 0 h 3395504"/>
              <a:gd name="connsiteX1" fmla="*/ 9144000 w 9144004"/>
              <a:gd name="connsiteY1" fmla="*/ 0 h 3395504"/>
              <a:gd name="connsiteX2" fmla="*/ 9139713 w 9144004"/>
              <a:gd name="connsiteY2" fmla="*/ 3372216 h 3395504"/>
              <a:gd name="connsiteX3" fmla="*/ 8882062 w 9144004"/>
              <a:gd name="connsiteY3" fmla="*/ 3391219 h 3395504"/>
              <a:gd name="connsiteX4" fmla="*/ 8233886 w 9144004"/>
              <a:gd name="connsiteY4" fmla="*/ 3239771 h 3395504"/>
              <a:gd name="connsiteX5" fmla="*/ 7656195 w 9144004"/>
              <a:gd name="connsiteY5" fmla="*/ 3395504 h 3395504"/>
              <a:gd name="connsiteX6" fmla="*/ 4763 w 9144004"/>
              <a:gd name="connsiteY6" fmla="*/ 3395076 h 3395504"/>
              <a:gd name="connsiteX7" fmla="*/ 0 w 9144004"/>
              <a:gd name="connsiteY7" fmla="*/ 0 h 3395504"/>
              <a:gd name="connsiteX0" fmla="*/ 7309 w 9151313"/>
              <a:gd name="connsiteY0" fmla="*/ 0 h 3397458"/>
              <a:gd name="connsiteX1" fmla="*/ 9151309 w 9151313"/>
              <a:gd name="connsiteY1" fmla="*/ 0 h 3397458"/>
              <a:gd name="connsiteX2" fmla="*/ 9147022 w 9151313"/>
              <a:gd name="connsiteY2" fmla="*/ 3372216 h 3397458"/>
              <a:gd name="connsiteX3" fmla="*/ 8889371 w 9151313"/>
              <a:gd name="connsiteY3" fmla="*/ 3391219 h 3397458"/>
              <a:gd name="connsiteX4" fmla="*/ 8241195 w 9151313"/>
              <a:gd name="connsiteY4" fmla="*/ 3239771 h 3397458"/>
              <a:gd name="connsiteX5" fmla="*/ 7663504 w 9151313"/>
              <a:gd name="connsiteY5" fmla="*/ 3395504 h 3397458"/>
              <a:gd name="connsiteX6" fmla="*/ 166 w 9151313"/>
              <a:gd name="connsiteY6" fmla="*/ 3397458 h 3397458"/>
              <a:gd name="connsiteX7" fmla="*/ 7309 w 9151313"/>
              <a:gd name="connsiteY7" fmla="*/ 0 h 3397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51313" h="3397458">
                <a:moveTo>
                  <a:pt x="7309" y="0"/>
                </a:moveTo>
                <a:lnTo>
                  <a:pt x="9151309" y="0"/>
                </a:lnTo>
                <a:cubicBezTo>
                  <a:pt x="9151468" y="1486022"/>
                  <a:pt x="9146863" y="1886194"/>
                  <a:pt x="9147022" y="3372216"/>
                </a:cubicBezTo>
                <a:lnTo>
                  <a:pt x="8889371" y="3391219"/>
                </a:lnTo>
                <a:lnTo>
                  <a:pt x="8241195" y="3239771"/>
                </a:lnTo>
                <a:lnTo>
                  <a:pt x="7663504" y="3395504"/>
                </a:lnTo>
                <a:lnTo>
                  <a:pt x="166" y="3397458"/>
                </a:lnTo>
                <a:cubicBezTo>
                  <a:pt x="-1422" y="2265766"/>
                  <a:pt x="8897" y="1131692"/>
                  <a:pt x="7309" y="0"/>
                </a:cubicBezTo>
                <a:close/>
              </a:path>
            </a:pathLst>
          </a:custGeom>
          <a:noFill/>
        </p:spPr>
        <p:txBody>
          <a:bodyPr/>
          <a:lstStyle>
            <a:lvl1pPr marL="152396" indent="0">
              <a:buNone/>
              <a:defRPr/>
            </a:lvl1pPr>
          </a:lstStyle>
          <a:p>
            <a:r>
              <a:rPr lang="en-IN"/>
              <a:t> </a:t>
            </a:r>
            <a:endParaRPr lang="en-AU"/>
          </a:p>
        </p:txBody>
      </p:sp>
      <p:sp>
        <p:nvSpPr>
          <p:cNvPr id="2" name="TextBox 1">
            <a:hlinkClick r:id="rId2"/>
            <a:extLst>
              <a:ext uri="{FF2B5EF4-FFF2-40B4-BE49-F238E27FC236}">
                <a16:creationId xmlns:a16="http://schemas.microsoft.com/office/drawing/2014/main" id="{190201DC-5F24-6420-68C6-50B3CF7CB395}"/>
              </a:ext>
            </a:extLst>
          </p:cNvPr>
          <p:cNvSpPr txBox="1"/>
          <p:nvPr/>
        </p:nvSpPr>
        <p:spPr>
          <a:xfrm>
            <a:off x="430977" y="5671352"/>
            <a:ext cx="388809" cy="461665"/>
          </a:xfrm>
          <a:prstGeom prst="rect">
            <a:avLst/>
          </a:prstGeom>
          <a:noFill/>
        </p:spPr>
        <p:txBody>
          <a:bodyPr wrap="square" rtlCol="0">
            <a:spAutoFit/>
          </a:bodyPr>
          <a:lstStyle/>
          <a:p>
            <a:endParaRPr lang="en-US" sz="2400"/>
          </a:p>
        </p:txBody>
      </p:sp>
      <p:sp>
        <p:nvSpPr>
          <p:cNvPr id="3" name="TextBox 2">
            <a:hlinkClick r:id="rId3"/>
            <a:extLst>
              <a:ext uri="{FF2B5EF4-FFF2-40B4-BE49-F238E27FC236}">
                <a16:creationId xmlns:a16="http://schemas.microsoft.com/office/drawing/2014/main" id="{F4EF365B-F9EB-1574-A258-BC653F1E2F07}"/>
              </a:ext>
            </a:extLst>
          </p:cNvPr>
          <p:cNvSpPr txBox="1"/>
          <p:nvPr/>
        </p:nvSpPr>
        <p:spPr>
          <a:xfrm>
            <a:off x="1015819" y="5705838"/>
            <a:ext cx="184731" cy="461665"/>
          </a:xfrm>
          <a:prstGeom prst="rect">
            <a:avLst/>
          </a:prstGeom>
          <a:noFill/>
        </p:spPr>
        <p:txBody>
          <a:bodyPr wrap="none" rtlCol="0">
            <a:spAutoFit/>
          </a:bodyPr>
          <a:lstStyle/>
          <a:p>
            <a:endParaRPr lang="en-US" sz="2400"/>
          </a:p>
        </p:txBody>
      </p:sp>
      <p:sp>
        <p:nvSpPr>
          <p:cNvPr id="4" name="TextBox 3">
            <a:hlinkClick r:id="rId4"/>
            <a:extLst>
              <a:ext uri="{FF2B5EF4-FFF2-40B4-BE49-F238E27FC236}">
                <a16:creationId xmlns:a16="http://schemas.microsoft.com/office/drawing/2014/main" id="{1B6CCD81-F1BE-B482-7C6F-B16F054CE17E}"/>
              </a:ext>
            </a:extLst>
          </p:cNvPr>
          <p:cNvSpPr txBox="1"/>
          <p:nvPr/>
        </p:nvSpPr>
        <p:spPr>
          <a:xfrm>
            <a:off x="1548938" y="5705837"/>
            <a:ext cx="184731" cy="461665"/>
          </a:xfrm>
          <a:prstGeom prst="rect">
            <a:avLst/>
          </a:prstGeom>
          <a:noFill/>
        </p:spPr>
        <p:txBody>
          <a:bodyPr wrap="none" rtlCol="0">
            <a:spAutoFit/>
          </a:bodyPr>
          <a:lstStyle/>
          <a:p>
            <a:endParaRPr lang="en-US" sz="2400"/>
          </a:p>
        </p:txBody>
      </p:sp>
    </p:spTree>
    <p:extLst>
      <p:ext uri="{BB962C8B-B14F-4D97-AF65-F5344CB8AC3E}">
        <p14:creationId xmlns:p14="http://schemas.microsoft.com/office/powerpoint/2010/main" val="2748006604"/>
      </p:ext>
    </p:extLst>
  </p:cSld>
  <p:clrMapOvr>
    <a:masterClrMapping/>
  </p:clrMapOvr>
  <p:extLst>
    <p:ext uri="{DCECCB84-F9BA-43D5-87BE-67443E8EF086}">
      <p15:sldGuideLst xmlns:p15="http://schemas.microsoft.com/office/powerpoint/2012/main">
        <p15:guide id="1" orient="horz" pos="2130">
          <p15:clr>
            <a:srgbClr val="FBAE40"/>
          </p15:clr>
        </p15:guide>
        <p15:guide id="2" pos="288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lide">
  <p:cSld name="1_Title slide">
    <p:bg>
      <p:bgPr>
        <a:solidFill>
          <a:schemeClr val="bg1">
            <a:lumMod val="95000"/>
          </a:schemeClr>
        </a:solidFill>
        <a:effectLst/>
      </p:bgPr>
    </p:bg>
    <p:spTree>
      <p:nvGrpSpPr>
        <p:cNvPr id="1" name="Shape 9"/>
        <p:cNvGrpSpPr/>
        <p:nvPr/>
      </p:nvGrpSpPr>
      <p:grpSpPr>
        <a:xfrm>
          <a:off x="0" y="0"/>
          <a:ext cx="0" cy="0"/>
          <a:chOff x="0" y="0"/>
          <a:chExt cx="0" cy="0"/>
        </a:xfrm>
      </p:grpSpPr>
    </p:spTree>
    <p:extLst>
      <p:ext uri="{BB962C8B-B14F-4D97-AF65-F5344CB8AC3E}">
        <p14:creationId xmlns:p14="http://schemas.microsoft.com/office/powerpoint/2010/main" val="2219941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tatement (Light)">
  <p:cSld name="Statement (Light)">
    <p:bg>
      <p:bgPr>
        <a:solidFill>
          <a:schemeClr val="lt1"/>
        </a:solidFill>
        <a:effectLst/>
      </p:bgPr>
    </p:bg>
    <p:spTree>
      <p:nvGrpSpPr>
        <p:cNvPr id="1" name="Shape 328"/>
        <p:cNvGrpSpPr/>
        <p:nvPr/>
      </p:nvGrpSpPr>
      <p:grpSpPr>
        <a:xfrm>
          <a:off x="0" y="0"/>
          <a:ext cx="0" cy="0"/>
          <a:chOff x="0" y="0"/>
          <a:chExt cx="0" cy="0"/>
        </a:xfrm>
      </p:grpSpPr>
      <p:sp>
        <p:nvSpPr>
          <p:cNvPr id="329" name="Google Shape;329;p24"/>
          <p:cNvSpPr txBox="1">
            <a:spLocks noGrp="1"/>
          </p:cNvSpPr>
          <p:nvPr>
            <p:ph type="ctrTitle"/>
          </p:nvPr>
        </p:nvSpPr>
        <p:spPr>
          <a:xfrm>
            <a:off x="387927" y="2408669"/>
            <a:ext cx="11432598" cy="204066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800"/>
              <a:buFont typeface="Arial"/>
              <a:buNone/>
              <a:defRPr sz="4800">
                <a:solidFill>
                  <a:schemeClr val="dk1"/>
                </a:solidFill>
                <a:latin typeface="+mj-lt"/>
                <a:ea typeface="Myriad Pro" panose="020B0503030403020204" pitchFamily="34" charset="0"/>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30" name="Google Shape;330;p24"/>
          <p:cNvSpPr txBox="1"/>
          <p:nvPr/>
        </p:nvSpPr>
        <p:spPr>
          <a:xfrm>
            <a:off x="4890182" y="6633772"/>
            <a:ext cx="2411636" cy="222326"/>
          </a:xfrm>
          <a:prstGeom prst="rect">
            <a:avLst/>
          </a:prstGeom>
          <a:noFill/>
          <a:ln>
            <a:noFill/>
          </a:ln>
        </p:spPr>
        <p:txBody>
          <a:bodyPr spcFirstLastPara="1" wrap="square" lIns="91425" tIns="45700" rIns="91425" bIns="45700" anchor="t" anchorCtr="0">
            <a:normAutofit/>
          </a:bodyPr>
          <a:lstStyle/>
          <a:p>
            <a:pPr marL="0" marR="0" lvl="0" indent="0" algn="ctr" rtl="0">
              <a:lnSpc>
                <a:spcPct val="90000"/>
              </a:lnSpc>
              <a:spcBef>
                <a:spcPts val="0"/>
              </a:spcBef>
              <a:spcAft>
                <a:spcPts val="0"/>
              </a:spcAft>
              <a:buClr>
                <a:schemeClr val="dk1"/>
              </a:buClr>
              <a:buSzPts val="800"/>
              <a:buFont typeface="Arial"/>
              <a:buNone/>
            </a:pPr>
            <a:r>
              <a:rPr lang="en-IN" sz="800" err="1">
                <a:solidFill>
                  <a:schemeClr val="dk1"/>
                </a:solidFill>
                <a:latin typeface="Myriad Pro" panose="020B0503030403020204" pitchFamily="34" charset="0"/>
                <a:ea typeface="Arial"/>
                <a:cs typeface="Arial"/>
                <a:sym typeface="Arial"/>
              </a:rPr>
              <a:t>Ascendion</a:t>
            </a:r>
            <a:r>
              <a:rPr lang="en-IN" sz="800">
                <a:solidFill>
                  <a:schemeClr val="dk1"/>
                </a:solidFill>
                <a:latin typeface="Myriad Pro" panose="020B0503030403020204" pitchFamily="34" charset="0"/>
                <a:ea typeface="Arial"/>
                <a:cs typeface="Arial"/>
                <a:sym typeface="Arial"/>
              </a:rPr>
              <a:t> Confidential</a:t>
            </a:r>
            <a:endParaRPr>
              <a:latin typeface="Myriad Pro" panose="020B0503030403020204" pitchFamily="34" charset="0"/>
            </a:endParaRPr>
          </a:p>
        </p:txBody>
      </p:sp>
      <p:grpSp>
        <p:nvGrpSpPr>
          <p:cNvPr id="331" name="Google Shape;331;p24"/>
          <p:cNvGrpSpPr/>
          <p:nvPr/>
        </p:nvGrpSpPr>
        <p:grpSpPr>
          <a:xfrm>
            <a:off x="0" y="6457234"/>
            <a:ext cx="12190038" cy="310561"/>
            <a:chOff x="0" y="6457234"/>
            <a:chExt cx="12190038" cy="310561"/>
          </a:xfrm>
        </p:grpSpPr>
        <p:sp>
          <p:nvSpPr>
            <p:cNvPr id="332" name="Google Shape;332;p24"/>
            <p:cNvSpPr/>
            <p:nvPr/>
          </p:nvSpPr>
          <p:spPr>
            <a:xfrm>
              <a:off x="0" y="6457234"/>
              <a:ext cx="12190038" cy="170257"/>
            </a:xfrm>
            <a:custGeom>
              <a:avLst/>
              <a:gdLst/>
              <a:ahLst/>
              <a:cxnLst/>
              <a:rect l="l" t="t" r="r" b="b"/>
              <a:pathLst>
                <a:path w="12190038" h="170257" extrusionOk="0">
                  <a:moveTo>
                    <a:pt x="12190038" y="161210"/>
                  </a:moveTo>
                  <a:lnTo>
                    <a:pt x="12188267" y="170195"/>
                  </a:lnTo>
                  <a:lnTo>
                    <a:pt x="11819153" y="169815"/>
                  </a:lnTo>
                  <a:lnTo>
                    <a:pt x="11088330" y="11895"/>
                  </a:lnTo>
                  <a:lnTo>
                    <a:pt x="10337133" y="170258"/>
                  </a:lnTo>
                  <a:lnTo>
                    <a:pt x="0" y="170131"/>
                  </a:lnTo>
                  <a:lnTo>
                    <a:pt x="1772" y="161147"/>
                  </a:lnTo>
                  <a:lnTo>
                    <a:pt x="10322201" y="161337"/>
                  </a:lnTo>
                  <a:lnTo>
                    <a:pt x="11091304" y="0"/>
                  </a:lnTo>
                  <a:lnTo>
                    <a:pt x="11831048" y="160894"/>
                  </a:lnTo>
                  <a:lnTo>
                    <a:pt x="12190038" y="16121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Myriad Pro" panose="020B0503030403020204" pitchFamily="34" charset="0"/>
                <a:ea typeface="Arial"/>
                <a:cs typeface="Arial"/>
                <a:sym typeface="Arial"/>
              </a:endParaRPr>
            </a:p>
          </p:txBody>
        </p:sp>
        <p:sp>
          <p:nvSpPr>
            <p:cNvPr id="333" name="Google Shape;333;p24"/>
            <p:cNvSpPr/>
            <p:nvPr/>
          </p:nvSpPr>
          <p:spPr>
            <a:xfrm>
              <a:off x="10982610" y="6567656"/>
              <a:ext cx="190376" cy="200139"/>
            </a:xfrm>
            <a:prstGeom prst="rect">
              <a:avLst/>
            </a:prstGeom>
            <a:noFill/>
            <a:ln>
              <a:noFill/>
            </a:ln>
          </p:spPr>
        </p:sp>
      </p:grpSp>
      <p:sp>
        <p:nvSpPr>
          <p:cNvPr id="334" name="Google Shape;334;p24"/>
          <p:cNvSpPr/>
          <p:nvPr/>
        </p:nvSpPr>
        <p:spPr>
          <a:xfrm>
            <a:off x="0" y="0"/>
            <a:ext cx="12192000" cy="45719"/>
          </a:xfrm>
          <a:prstGeom prst="rect">
            <a:avLst/>
          </a:prstGeom>
          <a:solidFill>
            <a:srgbClr val="6160D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yriad Pro" panose="020B0503030403020204" pitchFamily="34" charset="0"/>
              <a:ea typeface="Arial"/>
              <a:cs typeface="Arial"/>
              <a:sym typeface="Arial"/>
            </a:endParaRPr>
          </a:p>
        </p:txBody>
      </p:sp>
      <p:sp>
        <p:nvSpPr>
          <p:cNvPr id="335" name="Google Shape;335;p24"/>
          <p:cNvSpPr txBox="1"/>
          <p:nvPr/>
        </p:nvSpPr>
        <p:spPr>
          <a:xfrm>
            <a:off x="387350" y="6616629"/>
            <a:ext cx="787532" cy="22613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fld id="{00000000-1234-1234-1234-123412341234}" type="slidenum">
              <a:rPr lang="en-IN" sz="800">
                <a:solidFill>
                  <a:schemeClr val="dk1"/>
                </a:solidFill>
                <a:latin typeface="Century Gothic"/>
                <a:ea typeface="Century Gothic"/>
                <a:cs typeface="Century Gothic"/>
                <a:sym typeface="Century Gothic"/>
              </a:rPr>
              <a:t>‹#›</a:t>
            </a:fld>
            <a:endParaRPr sz="800">
              <a:solidFill>
                <a:schemeClr val="dk1"/>
              </a:solidFill>
              <a:latin typeface="Century Gothic"/>
              <a:ea typeface="Century Gothic"/>
              <a:cs typeface="Century Gothic"/>
              <a:sym typeface="Century Gothic"/>
            </a:endParaRPr>
          </a:p>
        </p:txBody>
      </p:sp>
      <p:pic>
        <p:nvPicPr>
          <p:cNvPr id="2" name="Graphic 1">
            <a:extLst>
              <a:ext uri="{FF2B5EF4-FFF2-40B4-BE49-F238E27FC236}">
                <a16:creationId xmlns:a16="http://schemas.microsoft.com/office/drawing/2014/main" id="{1D4B27CF-8FDD-D585-0AFB-7265CA64434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96386" y="6552416"/>
            <a:ext cx="190376" cy="200139"/>
          </a:xfrm>
          <a:prstGeom prst="rect">
            <a:avLst/>
          </a:prstGeom>
        </p:spPr>
      </p:pic>
    </p:spTree>
    <p:extLst>
      <p:ext uri="{BB962C8B-B14F-4D97-AF65-F5344CB8AC3E}">
        <p14:creationId xmlns:p14="http://schemas.microsoft.com/office/powerpoint/2010/main" val="306938803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Only Title">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78190E0F-C32E-FD4C-1886-AE3328217426}"/>
              </a:ext>
            </a:extLst>
          </p:cNvPr>
          <p:cNvSpPr>
            <a:spLocks noGrp="1"/>
          </p:cNvSpPr>
          <p:nvPr>
            <p:ph type="title"/>
          </p:nvPr>
        </p:nvSpPr>
        <p:spPr>
          <a:xfrm>
            <a:off x="515937" y="394087"/>
            <a:ext cx="11160121" cy="430887"/>
          </a:xfrm>
          <a:prstGeom prst="rect">
            <a:avLst/>
          </a:prstGeom>
        </p:spPr>
        <p:txBody>
          <a:bodyPr vert="horz" lIns="0" tIns="0" rIns="0" bIns="0" rtlCol="0" anchor="t">
            <a:spAutoFit/>
          </a:bodyPr>
          <a:lstStyle/>
          <a:p>
            <a:r>
              <a:rPr lang="en-GB"/>
              <a:t>Click to edit Master title style</a:t>
            </a:r>
            <a:endParaRPr lang="en-US"/>
          </a:p>
        </p:txBody>
      </p:sp>
    </p:spTree>
    <p:extLst>
      <p:ext uri="{BB962C8B-B14F-4D97-AF65-F5344CB8AC3E}">
        <p14:creationId xmlns:p14="http://schemas.microsoft.com/office/powerpoint/2010/main" val="11117435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One content (Light)" userDrawn="1">
  <p:cSld name="One content (Light)">
    <p:spTree>
      <p:nvGrpSpPr>
        <p:cNvPr id="1" name="Shape 59"/>
        <p:cNvGrpSpPr/>
        <p:nvPr/>
      </p:nvGrpSpPr>
      <p:grpSpPr>
        <a:xfrm>
          <a:off x="0" y="0"/>
          <a:ext cx="0" cy="0"/>
          <a:chOff x="0" y="0"/>
          <a:chExt cx="0" cy="0"/>
        </a:xfrm>
      </p:grpSpPr>
      <p:sp>
        <p:nvSpPr>
          <p:cNvPr id="61" name="Google Shape;61;p8"/>
          <p:cNvSpPr txBox="1">
            <a:spLocks noGrp="1"/>
          </p:cNvSpPr>
          <p:nvPr>
            <p:ph type="ctrTitle"/>
          </p:nvPr>
        </p:nvSpPr>
        <p:spPr>
          <a:xfrm>
            <a:off x="387927" y="223688"/>
            <a:ext cx="11396086" cy="102552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3600"/>
              <a:buFont typeface="Arial"/>
              <a:buNone/>
              <a:defRPr sz="3600">
                <a:solidFill>
                  <a:schemeClr val="dk1"/>
                </a:solidFill>
                <a:latin typeface="+mj-lt"/>
                <a:ea typeface="Myriad Pro" panose="020B0503030403020204" pitchFamily="34" charset="0"/>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8"/>
          <p:cNvSpPr txBox="1"/>
          <p:nvPr/>
        </p:nvSpPr>
        <p:spPr>
          <a:xfrm>
            <a:off x="4879863" y="6633772"/>
            <a:ext cx="2411636" cy="222326"/>
          </a:xfrm>
          <a:prstGeom prst="rect">
            <a:avLst/>
          </a:prstGeom>
          <a:noFill/>
          <a:ln>
            <a:noFill/>
          </a:ln>
        </p:spPr>
        <p:txBody>
          <a:bodyPr spcFirstLastPara="1" wrap="square" lIns="91425" tIns="45700" rIns="91425" bIns="45700" anchor="t" anchorCtr="0">
            <a:normAutofit/>
          </a:bodyPr>
          <a:lstStyle/>
          <a:p>
            <a:pPr marL="0" marR="0" lvl="0" indent="0" algn="ctr" rtl="0">
              <a:lnSpc>
                <a:spcPct val="90000"/>
              </a:lnSpc>
              <a:spcBef>
                <a:spcPts val="0"/>
              </a:spcBef>
              <a:spcAft>
                <a:spcPts val="0"/>
              </a:spcAft>
              <a:buClr>
                <a:schemeClr val="dk1"/>
              </a:buClr>
              <a:buSzPts val="800"/>
              <a:buFont typeface="Arial"/>
              <a:buNone/>
            </a:pPr>
            <a:r>
              <a:rPr lang="en-IN" sz="800" err="1">
                <a:solidFill>
                  <a:schemeClr val="dk1"/>
                </a:solidFill>
                <a:latin typeface="Myriad Pro" panose="020B0503030403020204" pitchFamily="34" charset="0"/>
                <a:ea typeface="Arial"/>
                <a:cs typeface="Arial"/>
                <a:sym typeface="Arial"/>
              </a:rPr>
              <a:t>Ascendion</a:t>
            </a:r>
            <a:r>
              <a:rPr lang="en-IN" sz="800">
                <a:solidFill>
                  <a:schemeClr val="dk1"/>
                </a:solidFill>
                <a:latin typeface="Myriad Pro" panose="020B0503030403020204" pitchFamily="34" charset="0"/>
                <a:ea typeface="Arial"/>
                <a:cs typeface="Arial"/>
                <a:sym typeface="Arial"/>
              </a:rPr>
              <a:t> Confidential</a:t>
            </a:r>
            <a:endParaRPr>
              <a:latin typeface="Myriad Pro" panose="020B0503030403020204" pitchFamily="34" charset="0"/>
            </a:endParaRPr>
          </a:p>
        </p:txBody>
      </p:sp>
      <p:grpSp>
        <p:nvGrpSpPr>
          <p:cNvPr id="63" name="Google Shape;63;p8"/>
          <p:cNvGrpSpPr/>
          <p:nvPr/>
        </p:nvGrpSpPr>
        <p:grpSpPr>
          <a:xfrm>
            <a:off x="0" y="6457234"/>
            <a:ext cx="12190038" cy="310561"/>
            <a:chOff x="0" y="6457234"/>
            <a:chExt cx="12190038" cy="310561"/>
          </a:xfrm>
        </p:grpSpPr>
        <p:sp>
          <p:nvSpPr>
            <p:cNvPr id="64" name="Google Shape;64;p8"/>
            <p:cNvSpPr/>
            <p:nvPr/>
          </p:nvSpPr>
          <p:spPr>
            <a:xfrm>
              <a:off x="0" y="6457234"/>
              <a:ext cx="12190038" cy="170257"/>
            </a:xfrm>
            <a:custGeom>
              <a:avLst/>
              <a:gdLst/>
              <a:ahLst/>
              <a:cxnLst/>
              <a:rect l="l" t="t" r="r" b="b"/>
              <a:pathLst>
                <a:path w="12190038" h="170257" extrusionOk="0">
                  <a:moveTo>
                    <a:pt x="12190038" y="161210"/>
                  </a:moveTo>
                  <a:lnTo>
                    <a:pt x="12188267" y="170195"/>
                  </a:lnTo>
                  <a:lnTo>
                    <a:pt x="11819153" y="169815"/>
                  </a:lnTo>
                  <a:lnTo>
                    <a:pt x="11088330" y="11895"/>
                  </a:lnTo>
                  <a:lnTo>
                    <a:pt x="10337133" y="170258"/>
                  </a:lnTo>
                  <a:lnTo>
                    <a:pt x="0" y="170131"/>
                  </a:lnTo>
                  <a:lnTo>
                    <a:pt x="1772" y="161147"/>
                  </a:lnTo>
                  <a:lnTo>
                    <a:pt x="10322201" y="161337"/>
                  </a:lnTo>
                  <a:lnTo>
                    <a:pt x="11091304" y="0"/>
                  </a:lnTo>
                  <a:lnTo>
                    <a:pt x="11831048" y="160894"/>
                  </a:lnTo>
                  <a:lnTo>
                    <a:pt x="12190038" y="16121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Myriad Pro" panose="020B0503030403020204" pitchFamily="34" charset="0"/>
                <a:ea typeface="Arial"/>
                <a:cs typeface="Arial"/>
                <a:sym typeface="Arial"/>
              </a:endParaRPr>
            </a:p>
          </p:txBody>
        </p:sp>
        <p:sp>
          <p:nvSpPr>
            <p:cNvPr id="65" name="Google Shape;65;p8"/>
            <p:cNvSpPr/>
            <p:nvPr/>
          </p:nvSpPr>
          <p:spPr>
            <a:xfrm>
              <a:off x="10982610" y="6567656"/>
              <a:ext cx="190376" cy="200139"/>
            </a:xfrm>
            <a:prstGeom prst="rect">
              <a:avLst/>
            </a:prstGeom>
            <a:noFill/>
            <a:ln>
              <a:noFill/>
            </a:ln>
          </p:spPr>
        </p:sp>
      </p:grpSp>
      <p:sp>
        <p:nvSpPr>
          <p:cNvPr id="66" name="Google Shape;66;p8"/>
          <p:cNvSpPr txBox="1"/>
          <p:nvPr/>
        </p:nvSpPr>
        <p:spPr>
          <a:xfrm>
            <a:off x="387350" y="6616629"/>
            <a:ext cx="787532" cy="22613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fld id="{00000000-1234-1234-1234-123412341234}" type="slidenum">
              <a:rPr lang="en-IN" sz="800">
                <a:solidFill>
                  <a:schemeClr val="dk1"/>
                </a:solidFill>
                <a:latin typeface="Century Gothic"/>
                <a:ea typeface="Century Gothic"/>
                <a:cs typeface="Century Gothic"/>
                <a:sym typeface="Century Gothic"/>
              </a:rPr>
              <a:t>‹#›</a:t>
            </a:fld>
            <a:endParaRPr sz="800">
              <a:solidFill>
                <a:schemeClr val="dk1"/>
              </a:solidFill>
              <a:latin typeface="Century Gothic"/>
              <a:ea typeface="Century Gothic"/>
              <a:cs typeface="Century Gothic"/>
              <a:sym typeface="Century Gothic"/>
            </a:endParaRPr>
          </a:p>
        </p:txBody>
      </p:sp>
      <p:sp>
        <p:nvSpPr>
          <p:cNvPr id="67" name="Google Shape;67;p8"/>
          <p:cNvSpPr/>
          <p:nvPr/>
        </p:nvSpPr>
        <p:spPr>
          <a:xfrm>
            <a:off x="0" y="0"/>
            <a:ext cx="12192000" cy="45719"/>
          </a:xfrm>
          <a:prstGeom prst="rect">
            <a:avLst/>
          </a:prstGeom>
          <a:solidFill>
            <a:srgbClr val="F50F7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yriad Pro" panose="020B0503030403020204" pitchFamily="34" charset="0"/>
              <a:ea typeface="Arial"/>
              <a:cs typeface="Arial"/>
              <a:sym typeface="Arial"/>
            </a:endParaRPr>
          </a:p>
        </p:txBody>
      </p:sp>
      <p:pic>
        <p:nvPicPr>
          <p:cNvPr id="2" name="Graphic 1">
            <a:extLst>
              <a:ext uri="{FF2B5EF4-FFF2-40B4-BE49-F238E27FC236}">
                <a16:creationId xmlns:a16="http://schemas.microsoft.com/office/drawing/2014/main" id="{A058F3C4-32D8-2D7F-B784-C0FB5EC1413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96386" y="6552416"/>
            <a:ext cx="190376" cy="200139"/>
          </a:xfrm>
          <a:prstGeom prst="rect">
            <a:avLst/>
          </a:prstGeom>
        </p:spPr>
      </p:pic>
      <p:sp>
        <p:nvSpPr>
          <p:cNvPr id="5" name="Text Placeholder 4">
            <a:extLst>
              <a:ext uri="{FF2B5EF4-FFF2-40B4-BE49-F238E27FC236}">
                <a16:creationId xmlns:a16="http://schemas.microsoft.com/office/drawing/2014/main" id="{0E7D7E70-9691-47A9-6E2A-734E881E2DFA}"/>
              </a:ext>
            </a:extLst>
          </p:cNvPr>
          <p:cNvSpPr>
            <a:spLocks noGrp="1"/>
          </p:cNvSpPr>
          <p:nvPr>
            <p:ph type="body" sz="quarter" idx="10"/>
          </p:nvPr>
        </p:nvSpPr>
        <p:spPr>
          <a:xfrm>
            <a:off x="387350" y="1465382"/>
            <a:ext cx="11396086" cy="4414837"/>
          </a:xfrm>
        </p:spPr>
        <p:txBody>
          <a:bodyPr>
            <a:normAutofit/>
          </a:bodyPr>
          <a:lstStyle>
            <a:lvl1pPr>
              <a:defRPr sz="1400"/>
            </a:lvl1pPr>
          </a:lstStyle>
          <a:p>
            <a:pPr lvl="0"/>
            <a:endParaRPr lang="en-IN"/>
          </a:p>
        </p:txBody>
      </p:sp>
    </p:spTree>
    <p:extLst>
      <p:ext uri="{BB962C8B-B14F-4D97-AF65-F5344CB8AC3E}">
        <p14:creationId xmlns:p14="http://schemas.microsoft.com/office/powerpoint/2010/main" val="1383440443"/>
      </p:ext>
    </p:extLst>
  </p:cSld>
  <p:clrMapOvr>
    <a:masterClrMapping/>
  </p:clrMapOvr>
  <p:extLst>
    <p:ext uri="{DCECCB84-F9BA-43D5-87BE-67443E8EF086}">
      <p15:sldGuideLst xmlns:p15="http://schemas.microsoft.com/office/powerpoint/2012/main">
        <p15:guide id="1" orient="horz" pos="2160">
          <p15:clr>
            <a:srgbClr val="FBAE40"/>
          </p15:clr>
        </p15:guide>
        <p15:guide id="2" pos="7423">
          <p15:clr>
            <a:srgbClr val="FBAE40"/>
          </p15:clr>
        </p15:guide>
        <p15:guide id="3" pos="23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with image">
  <p:cSld name="Title with image">
    <p:spTree>
      <p:nvGrpSpPr>
        <p:cNvPr id="1" name="Shape 15"/>
        <p:cNvGrpSpPr/>
        <p:nvPr/>
      </p:nvGrpSpPr>
      <p:grpSpPr>
        <a:xfrm>
          <a:off x="0" y="0"/>
          <a:ext cx="0" cy="0"/>
          <a:chOff x="0" y="0"/>
          <a:chExt cx="0" cy="0"/>
        </a:xfrm>
      </p:grpSpPr>
      <p:sp>
        <p:nvSpPr>
          <p:cNvPr id="16" name="Google Shape;16;p2"/>
          <p:cNvSpPr>
            <a:spLocks noGrp="1"/>
          </p:cNvSpPr>
          <p:nvPr>
            <p:ph type="pic" idx="2"/>
          </p:nvPr>
        </p:nvSpPr>
        <p:spPr>
          <a:xfrm>
            <a:off x="0" y="0"/>
            <a:ext cx="12192000" cy="6858000"/>
          </a:xfrm>
          <a:prstGeom prst="rect">
            <a:avLst/>
          </a:prstGeom>
          <a:noFill/>
          <a:ln>
            <a:noFill/>
          </a:ln>
        </p:spPr>
      </p:sp>
      <p:sp>
        <p:nvSpPr>
          <p:cNvPr id="17" name="Google Shape;17;p2"/>
          <p:cNvSpPr txBox="1">
            <a:spLocks noGrp="1"/>
          </p:cNvSpPr>
          <p:nvPr>
            <p:ph type="ctrTitle"/>
          </p:nvPr>
        </p:nvSpPr>
        <p:spPr>
          <a:xfrm>
            <a:off x="387927" y="2772928"/>
            <a:ext cx="9144000" cy="102552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3600"/>
              <a:buFont typeface="Arial"/>
              <a:buNone/>
              <a:defRPr sz="3600">
                <a:latin typeface="PP Neue Machina" panose="00000500000000000000" pitchFamily="50" charset="0"/>
                <a:ea typeface="PP Neue Machina" panose="00000500000000000000" pitchFamily="50" charset="0"/>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8" name="Google Shape;18;p2"/>
          <p:cNvSpPr txBox="1">
            <a:spLocks noGrp="1"/>
          </p:cNvSpPr>
          <p:nvPr>
            <p:ph type="subTitle" idx="1"/>
          </p:nvPr>
        </p:nvSpPr>
        <p:spPr>
          <a:xfrm>
            <a:off x="387927" y="3971492"/>
            <a:ext cx="9144000" cy="49890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chemeClr val="dk1"/>
              </a:buClr>
              <a:buSzPts val="2000"/>
              <a:buNone/>
              <a:defRPr sz="2000">
                <a:latin typeface="Century Gothic"/>
                <a:ea typeface="Century Gothic"/>
                <a:cs typeface="Century Gothic"/>
                <a:sym typeface="Century Gothic"/>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r>
              <a:rPr lang="en-US"/>
              <a:t>Click to edit Master subtitle style</a:t>
            </a:r>
            <a:endParaRPr/>
          </a:p>
        </p:txBody>
      </p:sp>
    </p:spTree>
    <p:extLst>
      <p:ext uri="{BB962C8B-B14F-4D97-AF65-F5344CB8AC3E}">
        <p14:creationId xmlns:p14="http://schemas.microsoft.com/office/powerpoint/2010/main" val="1101654247"/>
      </p:ext>
    </p:extLst>
  </p:cSld>
  <p:clrMapOvr>
    <a:masterClrMapping/>
  </p:clrMapOvr>
  <p:extLst>
    <p:ext uri="{DCECCB84-F9BA-43D5-87BE-67443E8EF086}">
      <p15:sldGuideLst xmlns:p15="http://schemas.microsoft.com/office/powerpoint/2012/main">
        <p15:guide id="1" orient="horz" pos="2160">
          <p15:clr>
            <a:srgbClr val="FBAE40"/>
          </p15:clr>
        </p15:guide>
        <p15:guide id="2" pos="302">
          <p15:clr>
            <a:srgbClr val="FBAE40"/>
          </p15:clr>
        </p15:guide>
        <p15:guide id="3" pos="3940">
          <p15:clr>
            <a:srgbClr val="FBAE40"/>
          </p15:clr>
        </p15:guide>
        <p15:guide id="4" pos="7355">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Content">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1949B20-CE4F-2CE3-7EBD-9F382E2320AD}"/>
              </a:ext>
            </a:extLst>
          </p:cNvPr>
          <p:cNvSpPr>
            <a:spLocks noGrp="1"/>
          </p:cNvSpPr>
          <p:nvPr>
            <p:ph type="body" sz="quarter" idx="10"/>
          </p:nvPr>
        </p:nvSpPr>
        <p:spPr>
          <a:xfrm>
            <a:off x="505884" y="1604434"/>
            <a:ext cx="11159067" cy="4627033"/>
          </a:xfrm>
        </p:spPr>
        <p:txBody>
          <a:bodyPr/>
          <a:lstStyle>
            <a:lvl1pPr>
              <a:defRPr>
                <a:latin typeface="Verdana" panose="020B0604030504040204" pitchFamily="34" charset="0"/>
                <a:ea typeface="Verdana" panose="020B0604030504040204" pitchFamily="34" charset="0"/>
                <a:cs typeface="Verdana" panose="020B0604030504040204" pitchFamily="34" charset="0"/>
              </a:defRPr>
            </a:lvl1pPr>
            <a:lvl2pPr>
              <a:defRPr>
                <a:latin typeface="Verdana" panose="020B0604030504040204" pitchFamily="34" charset="0"/>
                <a:ea typeface="Verdana" panose="020B0604030504040204" pitchFamily="34" charset="0"/>
                <a:cs typeface="Verdana" panose="020B0604030504040204" pitchFamily="34" charset="0"/>
              </a:defRPr>
            </a:lvl2pPr>
            <a:lvl3pPr>
              <a:defRPr>
                <a:latin typeface="Verdana" panose="020B0604030504040204" pitchFamily="34" charset="0"/>
                <a:ea typeface="Verdana" panose="020B0604030504040204" pitchFamily="34" charset="0"/>
                <a:cs typeface="Verdana" panose="020B0604030504040204" pitchFamily="34" charset="0"/>
              </a:defRPr>
            </a:lvl3pPr>
            <a:lvl4pPr>
              <a:defRPr>
                <a:latin typeface="Verdana" panose="020B0604030504040204" pitchFamily="34" charset="0"/>
                <a:ea typeface="Verdana" panose="020B0604030504040204" pitchFamily="34" charset="0"/>
                <a:cs typeface="Verdana" panose="020B0604030504040204" pitchFamily="34" charset="0"/>
              </a:defRPr>
            </a:lvl4pPr>
            <a:lvl5pPr>
              <a:defRPr>
                <a:latin typeface="Verdana" panose="020B0604030504040204" pitchFamily="34" charset="0"/>
                <a:ea typeface="Verdana" panose="020B0604030504040204" pitchFamily="34" charset="0"/>
                <a:cs typeface="Verdana" panose="020B060403050404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Title Placeholder 1">
            <a:extLst>
              <a:ext uri="{FF2B5EF4-FFF2-40B4-BE49-F238E27FC236}">
                <a16:creationId xmlns:a16="http://schemas.microsoft.com/office/drawing/2014/main" id="{8A1DDE92-DA1C-8399-049A-66BFF7CE613C}"/>
              </a:ext>
            </a:extLst>
          </p:cNvPr>
          <p:cNvSpPr>
            <a:spLocks noGrp="1"/>
          </p:cNvSpPr>
          <p:nvPr>
            <p:ph type="title"/>
          </p:nvPr>
        </p:nvSpPr>
        <p:spPr>
          <a:xfrm>
            <a:off x="515937" y="394087"/>
            <a:ext cx="11160121" cy="430887"/>
          </a:xfrm>
          <a:prstGeom prst="rect">
            <a:avLst/>
          </a:prstGeom>
        </p:spPr>
        <p:txBody>
          <a:bodyPr vert="horz" lIns="0" tIns="0" rIns="0" bIns="0" rtlCol="0" anchor="t">
            <a:spAutoFit/>
          </a:bodyPr>
          <a:lstStyle/>
          <a:p>
            <a:r>
              <a:rPr lang="en-GB"/>
              <a:t>Click to edit Master title style</a:t>
            </a:r>
            <a:endParaRPr lang="en-US"/>
          </a:p>
        </p:txBody>
      </p:sp>
    </p:spTree>
    <p:extLst>
      <p:ext uri="{BB962C8B-B14F-4D97-AF65-F5344CB8AC3E}">
        <p14:creationId xmlns:p14="http://schemas.microsoft.com/office/powerpoint/2010/main" val="5421240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89AFEFB-CFB0-3C09-5A99-8882AAEFE884}"/>
              </a:ext>
            </a:extLst>
          </p:cNvPr>
          <p:cNvSpPr>
            <a:spLocks noGrp="1"/>
          </p:cNvSpPr>
          <p:nvPr>
            <p:ph type="title"/>
          </p:nvPr>
        </p:nvSpPr>
        <p:spPr>
          <a:xfrm>
            <a:off x="515937" y="394087"/>
            <a:ext cx="11160121" cy="430887"/>
          </a:xfrm>
          <a:prstGeom prst="rect">
            <a:avLst/>
          </a:prstGeom>
        </p:spPr>
        <p:txBody>
          <a:bodyPr vert="horz" lIns="0" tIns="0" rIns="0" bIns="0" rtlCol="0" anchor="t">
            <a:spAutoFit/>
          </a:bodyPr>
          <a:lstStyle/>
          <a:p>
            <a:r>
              <a:rPr lang="en-GB"/>
              <a:t>Click to edit Master title style</a:t>
            </a:r>
            <a:endParaRPr lang="en-US"/>
          </a:p>
        </p:txBody>
      </p:sp>
    </p:spTree>
    <p:extLst>
      <p:ext uri="{BB962C8B-B14F-4D97-AF65-F5344CB8AC3E}">
        <p14:creationId xmlns:p14="http://schemas.microsoft.com/office/powerpoint/2010/main" val="4918765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lank" type="blank" preserve="1">
  <p:cSld name="Blank">
    <p:spTree>
      <p:nvGrpSpPr>
        <p:cNvPr id="1" name="Shape 48"/>
        <p:cNvGrpSpPr/>
        <p:nvPr/>
      </p:nvGrpSpPr>
      <p:grpSpPr>
        <a:xfrm>
          <a:off x="0" y="0"/>
          <a:ext cx="0" cy="0"/>
          <a:chOff x="0" y="0"/>
          <a:chExt cx="0" cy="0"/>
        </a:xfrm>
      </p:grpSpPr>
    </p:spTree>
    <p:extLst>
      <p:ext uri="{BB962C8B-B14F-4D97-AF65-F5344CB8AC3E}">
        <p14:creationId xmlns:p14="http://schemas.microsoft.com/office/powerpoint/2010/main" val="34941200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 - Case Study Template - Ligh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A6A9094-A25C-C476-ADF7-5818D23514A1}"/>
              </a:ext>
            </a:extLst>
          </p:cNvPr>
          <p:cNvSpPr/>
          <p:nvPr userDrawn="1"/>
        </p:nvSpPr>
        <p:spPr>
          <a:xfrm>
            <a:off x="0" y="2813116"/>
            <a:ext cx="2071688" cy="3574984"/>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de-DE" sz="1400" b="0" i="0">
              <a:latin typeface="Aptos" panose="020B0004020202020204" pitchFamily="34" charset="0"/>
            </a:endParaRPr>
          </a:p>
        </p:txBody>
      </p:sp>
      <p:sp>
        <p:nvSpPr>
          <p:cNvPr id="3" name="Rectangle 2">
            <a:extLst>
              <a:ext uri="{FF2B5EF4-FFF2-40B4-BE49-F238E27FC236}">
                <a16:creationId xmlns:a16="http://schemas.microsoft.com/office/drawing/2014/main" id="{8FC091E0-9FAF-4FE5-D106-FA3E43B76942}"/>
              </a:ext>
            </a:extLst>
          </p:cNvPr>
          <p:cNvSpPr/>
          <p:nvPr userDrawn="1"/>
        </p:nvSpPr>
        <p:spPr>
          <a:xfrm>
            <a:off x="2071688" y="1625370"/>
            <a:ext cx="10120312" cy="6161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0" b="0" i="0">
              <a:solidFill>
                <a:schemeClr val="bg1"/>
              </a:solidFill>
              <a:latin typeface="Aptos" panose="020B0004020202020204" pitchFamily="34" charset="0"/>
            </a:endParaRPr>
          </a:p>
        </p:txBody>
      </p:sp>
      <p:sp>
        <p:nvSpPr>
          <p:cNvPr id="13" name="Picture Placeholder 12">
            <a:extLst>
              <a:ext uri="{FF2B5EF4-FFF2-40B4-BE49-F238E27FC236}">
                <a16:creationId xmlns:a16="http://schemas.microsoft.com/office/drawing/2014/main" id="{6D9BE2CB-078E-195D-BC0F-19DCEDE5A835}"/>
              </a:ext>
            </a:extLst>
          </p:cNvPr>
          <p:cNvSpPr>
            <a:spLocks noGrp="1"/>
          </p:cNvSpPr>
          <p:nvPr>
            <p:ph type="pic" sz="quarter" idx="10"/>
          </p:nvPr>
        </p:nvSpPr>
        <p:spPr>
          <a:xfrm>
            <a:off x="0" y="1"/>
            <a:ext cx="2071688" cy="2813116"/>
          </a:xfrm>
          <a:prstGeom prst="rect">
            <a:avLst/>
          </a:prstGeom>
          <a:solidFill>
            <a:schemeClr val="bg2">
              <a:lumMod val="20000"/>
              <a:lumOff val="80000"/>
            </a:schemeClr>
          </a:solidFill>
        </p:spPr>
        <p:txBody>
          <a:bodyPr wrap="square" anchor="ctr">
            <a:noAutofit/>
          </a:bodyPr>
          <a:lstStyle>
            <a:lvl1pPr marL="0" indent="0" algn="ctr">
              <a:buNone/>
              <a:defRPr b="0" i="0">
                <a:latin typeface="Aptos" panose="020B0004020202020204" pitchFamily="34" charset="0"/>
              </a:defRPr>
            </a:lvl1pPr>
          </a:lstStyle>
          <a:p>
            <a:r>
              <a:rPr lang="en-GB"/>
              <a:t>Click icon to add picture</a:t>
            </a:r>
            <a:endParaRPr lang="de-DE"/>
          </a:p>
        </p:txBody>
      </p:sp>
      <p:sp>
        <p:nvSpPr>
          <p:cNvPr id="18" name="Content Placeholder 2">
            <a:extLst>
              <a:ext uri="{FF2B5EF4-FFF2-40B4-BE49-F238E27FC236}">
                <a16:creationId xmlns:a16="http://schemas.microsoft.com/office/drawing/2014/main" id="{1E8C6222-4482-5FB1-2AE4-5A8F512E1392}"/>
              </a:ext>
            </a:extLst>
          </p:cNvPr>
          <p:cNvSpPr>
            <a:spLocks noGrp="1"/>
          </p:cNvSpPr>
          <p:nvPr>
            <p:ph sz="half" idx="28"/>
          </p:nvPr>
        </p:nvSpPr>
        <p:spPr>
          <a:xfrm>
            <a:off x="2153085" y="2362985"/>
            <a:ext cx="2859217" cy="3868483"/>
          </a:xfrm>
        </p:spPr>
        <p:txBody>
          <a:bodyPr wrap="square">
            <a:normAutofit/>
          </a:bodyPr>
          <a:lstStyle>
            <a:lvl1pPr>
              <a:defRPr sz="1400" b="0" i="0">
                <a:solidFill>
                  <a:schemeClr val="tx1"/>
                </a:solidFill>
                <a:latin typeface="Aptos" panose="020B0004020202020204" pitchFamily="34" charset="0"/>
                <a:cs typeface="Aptos" panose="020B0004020202020204" pitchFamily="34" charset="0"/>
              </a:defRPr>
            </a:lvl1pPr>
            <a:lvl2pPr>
              <a:defRPr sz="1400" b="0" i="0">
                <a:solidFill>
                  <a:schemeClr val="tx1"/>
                </a:solidFill>
                <a:latin typeface="Aptos" panose="020B0004020202020204" pitchFamily="34" charset="0"/>
                <a:cs typeface="Aptos" panose="020B000402020202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GB"/>
              <a:t>Click to edit Master text styles</a:t>
            </a:r>
          </a:p>
          <a:p>
            <a:pPr lvl="1"/>
            <a:r>
              <a:rPr lang="en-GB"/>
              <a:t>Second level</a:t>
            </a:r>
          </a:p>
        </p:txBody>
      </p:sp>
      <p:sp>
        <p:nvSpPr>
          <p:cNvPr id="21" name="Text Placeholder 20">
            <a:extLst>
              <a:ext uri="{FF2B5EF4-FFF2-40B4-BE49-F238E27FC236}">
                <a16:creationId xmlns:a16="http://schemas.microsoft.com/office/drawing/2014/main" id="{3ABF10A2-C9DA-5DAE-C7DB-0602BB4D5EE0}"/>
              </a:ext>
            </a:extLst>
          </p:cNvPr>
          <p:cNvSpPr>
            <a:spLocks noGrp="1"/>
          </p:cNvSpPr>
          <p:nvPr>
            <p:ph type="body" sz="quarter" idx="30"/>
          </p:nvPr>
        </p:nvSpPr>
        <p:spPr>
          <a:xfrm>
            <a:off x="139492" y="4637127"/>
            <a:ext cx="1724025" cy="350647"/>
          </a:xfrm>
        </p:spPr>
        <p:txBody>
          <a:bodyPr wrap="square">
            <a:normAutofit/>
          </a:bodyPr>
          <a:lstStyle>
            <a:lvl1pPr marL="0" indent="0">
              <a:buNone/>
              <a:defRPr sz="1200" b="0" i="0">
                <a:solidFill>
                  <a:schemeClr val="bg1"/>
                </a:solidFill>
                <a:latin typeface="Aptos" panose="020B0004020202020204" pitchFamily="34" charset="0"/>
              </a:defRPr>
            </a:lvl1pPr>
          </a:lstStyle>
          <a:p>
            <a:pPr lvl="0"/>
            <a:r>
              <a:rPr lang="en-GB"/>
              <a:t>Click to edit Master text styles</a:t>
            </a:r>
          </a:p>
        </p:txBody>
      </p:sp>
      <p:sp>
        <p:nvSpPr>
          <p:cNvPr id="28" name="TextBox 27">
            <a:extLst>
              <a:ext uri="{FF2B5EF4-FFF2-40B4-BE49-F238E27FC236}">
                <a16:creationId xmlns:a16="http://schemas.microsoft.com/office/drawing/2014/main" id="{5B26B514-4B29-D25C-E426-090F0CCDED2B}"/>
              </a:ext>
            </a:extLst>
          </p:cNvPr>
          <p:cNvSpPr txBox="1"/>
          <p:nvPr userDrawn="1"/>
        </p:nvSpPr>
        <p:spPr>
          <a:xfrm>
            <a:off x="139492" y="4423027"/>
            <a:ext cx="1250067" cy="184666"/>
          </a:xfrm>
          <a:prstGeom prst="rect">
            <a:avLst/>
          </a:prstGeom>
          <a:noFill/>
        </p:spPr>
        <p:txBody>
          <a:bodyPr wrap="square" lIns="0" tIns="0" rIns="0" bIns="0">
            <a:spAutoFit/>
          </a:bodyPr>
          <a:lstStyle/>
          <a:p>
            <a:pPr algn="l"/>
            <a:r>
              <a:rPr lang="en-US" sz="1200" b="1" i="0">
                <a:solidFill>
                  <a:schemeClr val="bg1"/>
                </a:solidFill>
                <a:latin typeface="Verdana" panose="020B0604030504040204" pitchFamily="34" charset="0"/>
                <a:ea typeface="Verdana" panose="020B0604030504040204" pitchFamily="34" charset="0"/>
                <a:cs typeface="Verdana" panose="020B0604030504040204" pitchFamily="34" charset="0"/>
              </a:rPr>
              <a:t>Industry:</a:t>
            </a:r>
          </a:p>
        </p:txBody>
      </p:sp>
      <p:sp>
        <p:nvSpPr>
          <p:cNvPr id="29" name="TextBox 28">
            <a:extLst>
              <a:ext uri="{FF2B5EF4-FFF2-40B4-BE49-F238E27FC236}">
                <a16:creationId xmlns:a16="http://schemas.microsoft.com/office/drawing/2014/main" id="{457D9ADA-1122-CD1D-3A8A-07F0E1EEE9EB}"/>
              </a:ext>
            </a:extLst>
          </p:cNvPr>
          <p:cNvSpPr txBox="1"/>
          <p:nvPr userDrawn="1"/>
        </p:nvSpPr>
        <p:spPr>
          <a:xfrm>
            <a:off x="139492" y="5027517"/>
            <a:ext cx="1827567" cy="184666"/>
          </a:xfrm>
          <a:prstGeom prst="rect">
            <a:avLst/>
          </a:prstGeom>
          <a:noFill/>
        </p:spPr>
        <p:txBody>
          <a:bodyPr wrap="square" lIns="0" tIns="0" rIns="0" bIns="0">
            <a:spAutoFit/>
          </a:bodyPr>
          <a:lstStyle/>
          <a:p>
            <a:pPr algn="l"/>
            <a:r>
              <a:rPr lang="en-US" sz="1200" b="1" i="0">
                <a:solidFill>
                  <a:schemeClr val="bg1"/>
                </a:solidFill>
                <a:latin typeface="Verdana" panose="020B0604030504040204" pitchFamily="34" charset="0"/>
                <a:ea typeface="Verdana" panose="020B0604030504040204" pitchFamily="34" charset="0"/>
                <a:cs typeface="Verdana" panose="020B0604030504040204" pitchFamily="34" charset="0"/>
              </a:rPr>
              <a:t>Core Business:</a:t>
            </a:r>
          </a:p>
        </p:txBody>
      </p:sp>
      <p:sp>
        <p:nvSpPr>
          <p:cNvPr id="33" name="TextBox 32">
            <a:extLst>
              <a:ext uri="{FF2B5EF4-FFF2-40B4-BE49-F238E27FC236}">
                <a16:creationId xmlns:a16="http://schemas.microsoft.com/office/drawing/2014/main" id="{63B28BD4-B927-D5D7-3E8E-3B8E9CDB9CE1}"/>
              </a:ext>
            </a:extLst>
          </p:cNvPr>
          <p:cNvSpPr txBox="1"/>
          <p:nvPr userDrawn="1"/>
        </p:nvSpPr>
        <p:spPr>
          <a:xfrm>
            <a:off x="2267385" y="1799321"/>
            <a:ext cx="2160356" cy="246221"/>
          </a:xfrm>
          <a:prstGeom prst="rect">
            <a:avLst/>
          </a:prstGeom>
          <a:noFill/>
        </p:spPr>
        <p:txBody>
          <a:bodyPr wrap="square" lIns="0" tIns="0" rIns="0" bIns="0" anchor="ctr">
            <a:spAutoFit/>
          </a:bodyPr>
          <a:lstStyle/>
          <a:p>
            <a:pPr algn="l"/>
            <a:r>
              <a:rPr lang="en-US" sz="1600" b="1">
                <a:solidFill>
                  <a:schemeClr val="bg1"/>
                </a:solidFill>
                <a:latin typeface="Verdana" panose="020B0604030504040204" pitchFamily="34" charset="0"/>
                <a:ea typeface="Verdana" panose="020B0604030504040204" pitchFamily="34" charset="0"/>
                <a:cs typeface="Verdana" panose="020B0604030504040204" pitchFamily="34" charset="0"/>
              </a:rPr>
              <a:t>Business Problem</a:t>
            </a:r>
          </a:p>
        </p:txBody>
      </p:sp>
      <p:sp>
        <p:nvSpPr>
          <p:cNvPr id="34" name="TextBox 33">
            <a:extLst>
              <a:ext uri="{FF2B5EF4-FFF2-40B4-BE49-F238E27FC236}">
                <a16:creationId xmlns:a16="http://schemas.microsoft.com/office/drawing/2014/main" id="{422F0849-857F-20D1-6423-0570268546AD}"/>
              </a:ext>
            </a:extLst>
          </p:cNvPr>
          <p:cNvSpPr txBox="1"/>
          <p:nvPr userDrawn="1"/>
        </p:nvSpPr>
        <p:spPr>
          <a:xfrm>
            <a:off x="5209534" y="1799322"/>
            <a:ext cx="2524766" cy="246221"/>
          </a:xfrm>
          <a:prstGeom prst="rect">
            <a:avLst/>
          </a:prstGeom>
          <a:noFill/>
        </p:spPr>
        <p:txBody>
          <a:bodyPr wrap="square" lIns="0" tIns="0" rIns="0" bIns="0" anchor="ctr">
            <a:spAutoFit/>
          </a:bodyPr>
          <a:lstStyle/>
          <a:p>
            <a:pPr algn="l"/>
            <a:r>
              <a:rPr lang="en-US" sz="1600" b="1">
                <a:solidFill>
                  <a:schemeClr val="bg1"/>
                </a:solidFill>
                <a:latin typeface="Verdana" panose="020B0604030504040204" pitchFamily="34" charset="0"/>
                <a:ea typeface="Verdana" panose="020B0604030504040204" pitchFamily="34" charset="0"/>
                <a:cs typeface="Verdana" panose="020B0604030504040204" pitchFamily="34" charset="0"/>
              </a:rPr>
              <a:t>Ascendion Solution</a:t>
            </a:r>
          </a:p>
        </p:txBody>
      </p:sp>
      <p:grpSp>
        <p:nvGrpSpPr>
          <p:cNvPr id="14" name="Group 13">
            <a:extLst>
              <a:ext uri="{FF2B5EF4-FFF2-40B4-BE49-F238E27FC236}">
                <a16:creationId xmlns:a16="http://schemas.microsoft.com/office/drawing/2014/main" id="{4C0A1CE8-E014-EA9F-C34B-BE5A8E282ECC}"/>
              </a:ext>
            </a:extLst>
          </p:cNvPr>
          <p:cNvGrpSpPr/>
          <p:nvPr userDrawn="1"/>
        </p:nvGrpSpPr>
        <p:grpSpPr>
          <a:xfrm>
            <a:off x="5082023" y="1737765"/>
            <a:ext cx="3879816" cy="385584"/>
            <a:chOff x="5082023" y="1737765"/>
            <a:chExt cx="3879816" cy="385584"/>
          </a:xfrm>
        </p:grpSpPr>
        <p:cxnSp>
          <p:nvCxnSpPr>
            <p:cNvPr id="20" name="Straight Connector 19">
              <a:extLst>
                <a:ext uri="{FF2B5EF4-FFF2-40B4-BE49-F238E27FC236}">
                  <a16:creationId xmlns:a16="http://schemas.microsoft.com/office/drawing/2014/main" id="{8F52324D-44E9-7A47-42C3-953653BD00DF}"/>
                </a:ext>
              </a:extLst>
            </p:cNvPr>
            <p:cNvCxnSpPr>
              <a:cxnSpLocks/>
            </p:cNvCxnSpPr>
            <p:nvPr userDrawn="1"/>
          </p:nvCxnSpPr>
          <p:spPr>
            <a:xfrm>
              <a:off x="8961839" y="1737765"/>
              <a:ext cx="0" cy="38558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DE24740-BF49-13A2-D93B-760FA193E090}"/>
                </a:ext>
              </a:extLst>
            </p:cNvPr>
            <p:cNvCxnSpPr>
              <a:cxnSpLocks/>
            </p:cNvCxnSpPr>
            <p:nvPr userDrawn="1"/>
          </p:nvCxnSpPr>
          <p:spPr>
            <a:xfrm>
              <a:off x="5082023" y="1737765"/>
              <a:ext cx="0" cy="38558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 name="Content Placeholder 2">
            <a:extLst>
              <a:ext uri="{FF2B5EF4-FFF2-40B4-BE49-F238E27FC236}">
                <a16:creationId xmlns:a16="http://schemas.microsoft.com/office/drawing/2014/main" id="{6FE8FD2C-FFE2-E8F7-2153-D79EBD4A283A}"/>
              </a:ext>
            </a:extLst>
          </p:cNvPr>
          <p:cNvSpPr>
            <a:spLocks noGrp="1"/>
          </p:cNvSpPr>
          <p:nvPr>
            <p:ph sz="half" idx="32"/>
          </p:nvPr>
        </p:nvSpPr>
        <p:spPr>
          <a:xfrm>
            <a:off x="5184134" y="2362985"/>
            <a:ext cx="3693166" cy="3868483"/>
          </a:xfrm>
        </p:spPr>
        <p:txBody>
          <a:bodyPr wrap="square">
            <a:normAutofit/>
          </a:bodyPr>
          <a:lstStyle>
            <a:lvl1pPr>
              <a:defRPr sz="1400" b="0" i="0">
                <a:solidFill>
                  <a:schemeClr val="tx1"/>
                </a:solidFill>
                <a:latin typeface="Aptos" panose="020B0004020202020204" pitchFamily="34" charset="0"/>
                <a:cs typeface="Aptos" panose="020B0004020202020204" pitchFamily="34" charset="0"/>
              </a:defRPr>
            </a:lvl1pPr>
            <a:lvl2pPr>
              <a:defRPr sz="1400" b="0" i="0">
                <a:solidFill>
                  <a:schemeClr val="tx1"/>
                </a:solidFill>
                <a:latin typeface="Aptos" panose="020B0004020202020204" pitchFamily="34" charset="0"/>
                <a:cs typeface="Aptos" panose="020B000402020202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GB"/>
              <a:t>Click to edit Master text styles</a:t>
            </a:r>
          </a:p>
          <a:p>
            <a:pPr lvl="1"/>
            <a:r>
              <a:rPr lang="en-GB"/>
              <a:t>Second level</a:t>
            </a:r>
          </a:p>
        </p:txBody>
      </p:sp>
      <p:sp>
        <p:nvSpPr>
          <p:cNvPr id="5" name="Content Placeholder 2">
            <a:extLst>
              <a:ext uri="{FF2B5EF4-FFF2-40B4-BE49-F238E27FC236}">
                <a16:creationId xmlns:a16="http://schemas.microsoft.com/office/drawing/2014/main" id="{4943A43A-EBDD-8F84-F264-07442277D8F0}"/>
              </a:ext>
            </a:extLst>
          </p:cNvPr>
          <p:cNvSpPr>
            <a:spLocks noGrp="1"/>
          </p:cNvSpPr>
          <p:nvPr>
            <p:ph sz="half" idx="33"/>
          </p:nvPr>
        </p:nvSpPr>
        <p:spPr>
          <a:xfrm>
            <a:off x="9091483" y="2362985"/>
            <a:ext cx="2859217" cy="3868483"/>
          </a:xfrm>
        </p:spPr>
        <p:txBody>
          <a:bodyPr wrap="square">
            <a:normAutofit/>
          </a:bodyPr>
          <a:lstStyle>
            <a:lvl1pPr>
              <a:defRPr sz="1400" b="0" i="0">
                <a:solidFill>
                  <a:schemeClr val="tx1"/>
                </a:solidFill>
                <a:latin typeface="Aptos" panose="020B0004020202020204" pitchFamily="34" charset="0"/>
                <a:cs typeface="Aptos" panose="020B0004020202020204" pitchFamily="34" charset="0"/>
              </a:defRPr>
            </a:lvl1pPr>
            <a:lvl2pPr>
              <a:defRPr sz="1400" b="0" i="0">
                <a:solidFill>
                  <a:schemeClr val="tx1"/>
                </a:solidFill>
                <a:latin typeface="Aptos" panose="020B0004020202020204" pitchFamily="34" charset="0"/>
                <a:cs typeface="Aptos" panose="020B000402020202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GB"/>
              <a:t>Click to edit Master text styles</a:t>
            </a:r>
          </a:p>
          <a:p>
            <a:pPr lvl="1"/>
            <a:r>
              <a:rPr lang="en-GB"/>
              <a:t>Second level</a:t>
            </a:r>
          </a:p>
        </p:txBody>
      </p:sp>
      <p:sp>
        <p:nvSpPr>
          <p:cNvPr id="15" name="TextBox 14">
            <a:extLst>
              <a:ext uri="{FF2B5EF4-FFF2-40B4-BE49-F238E27FC236}">
                <a16:creationId xmlns:a16="http://schemas.microsoft.com/office/drawing/2014/main" id="{B73689D8-C9B4-2D34-07F0-DB463189E114}"/>
              </a:ext>
            </a:extLst>
          </p:cNvPr>
          <p:cNvSpPr txBox="1"/>
          <p:nvPr userDrawn="1"/>
        </p:nvSpPr>
        <p:spPr>
          <a:xfrm>
            <a:off x="9434383" y="1799321"/>
            <a:ext cx="2074091" cy="246221"/>
          </a:xfrm>
          <a:prstGeom prst="rect">
            <a:avLst/>
          </a:prstGeom>
          <a:noFill/>
        </p:spPr>
        <p:txBody>
          <a:bodyPr wrap="square" lIns="0" tIns="0" rIns="0" bIns="0" anchor="ctr">
            <a:spAutoFit/>
          </a:bodyPr>
          <a:lstStyle/>
          <a:p>
            <a:pPr algn="l"/>
            <a:r>
              <a:rPr lang="en-US" sz="1600" b="1">
                <a:solidFill>
                  <a:schemeClr val="bg1"/>
                </a:solidFill>
                <a:latin typeface="Verdana" panose="020B0604030504040204" pitchFamily="34" charset="0"/>
                <a:ea typeface="Verdana" panose="020B0604030504040204" pitchFamily="34" charset="0"/>
                <a:cs typeface="Verdana" panose="020B0604030504040204" pitchFamily="34" charset="0"/>
              </a:rPr>
              <a:t>Client </a:t>
            </a:r>
            <a:r>
              <a:rPr lang="en-US" sz="1600" b="1" err="1">
                <a:solidFill>
                  <a:schemeClr val="bg1"/>
                </a:solidFill>
                <a:latin typeface="Verdana" panose="020B0604030504040204" pitchFamily="34" charset="0"/>
                <a:ea typeface="Verdana" panose="020B0604030504040204" pitchFamily="34" charset="0"/>
                <a:cs typeface="Verdana" panose="020B0604030504040204" pitchFamily="34" charset="0"/>
              </a:rPr>
              <a:t>Benifits</a:t>
            </a:r>
            <a:endParaRPr lang="en-US" sz="1600" b="1">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16" name="TextBox 15">
            <a:extLst>
              <a:ext uri="{FF2B5EF4-FFF2-40B4-BE49-F238E27FC236}">
                <a16:creationId xmlns:a16="http://schemas.microsoft.com/office/drawing/2014/main" id="{5E5B966B-1280-A9DA-8598-2560A332500B}"/>
              </a:ext>
            </a:extLst>
          </p:cNvPr>
          <p:cNvSpPr txBox="1"/>
          <p:nvPr userDrawn="1"/>
        </p:nvSpPr>
        <p:spPr>
          <a:xfrm>
            <a:off x="139492" y="5662523"/>
            <a:ext cx="1827567" cy="184666"/>
          </a:xfrm>
          <a:prstGeom prst="rect">
            <a:avLst/>
          </a:prstGeom>
          <a:noFill/>
        </p:spPr>
        <p:txBody>
          <a:bodyPr wrap="square" lIns="0" tIns="0" rIns="0" bIns="0">
            <a:spAutoFit/>
          </a:bodyPr>
          <a:lstStyle/>
          <a:p>
            <a:pPr algn="l"/>
            <a:r>
              <a:rPr lang="en-US" sz="1200" b="1" i="0">
                <a:solidFill>
                  <a:schemeClr val="bg1"/>
                </a:solidFill>
                <a:latin typeface="Verdana" panose="020B0604030504040204" pitchFamily="34" charset="0"/>
                <a:ea typeface="Verdana" panose="020B0604030504040204" pitchFamily="34" charset="0"/>
                <a:cs typeface="Verdana" panose="020B0604030504040204" pitchFamily="34" charset="0"/>
              </a:rPr>
              <a:t>Geo:</a:t>
            </a:r>
          </a:p>
        </p:txBody>
      </p:sp>
      <p:sp>
        <p:nvSpPr>
          <p:cNvPr id="24" name="Text Placeholder 20">
            <a:extLst>
              <a:ext uri="{FF2B5EF4-FFF2-40B4-BE49-F238E27FC236}">
                <a16:creationId xmlns:a16="http://schemas.microsoft.com/office/drawing/2014/main" id="{3B36562D-95D3-D0A4-CCA6-FA7F6904A36A}"/>
              </a:ext>
            </a:extLst>
          </p:cNvPr>
          <p:cNvSpPr>
            <a:spLocks noGrp="1"/>
          </p:cNvSpPr>
          <p:nvPr>
            <p:ph type="body" sz="quarter" idx="36"/>
          </p:nvPr>
        </p:nvSpPr>
        <p:spPr>
          <a:xfrm>
            <a:off x="139492" y="5253750"/>
            <a:ext cx="1724025" cy="350647"/>
          </a:xfrm>
        </p:spPr>
        <p:txBody>
          <a:bodyPr wrap="square">
            <a:normAutofit/>
          </a:bodyPr>
          <a:lstStyle>
            <a:lvl1pPr marL="0" indent="0">
              <a:buNone/>
              <a:defRPr sz="1200" b="0" i="0">
                <a:solidFill>
                  <a:schemeClr val="bg1"/>
                </a:solidFill>
                <a:latin typeface="Aptos" panose="020B0004020202020204" pitchFamily="34" charset="0"/>
              </a:defRPr>
            </a:lvl1pPr>
          </a:lstStyle>
          <a:p>
            <a:pPr lvl="0"/>
            <a:r>
              <a:rPr lang="en-GB"/>
              <a:t>Click to edit Master text styles</a:t>
            </a:r>
          </a:p>
        </p:txBody>
      </p:sp>
      <p:sp>
        <p:nvSpPr>
          <p:cNvPr id="25" name="Text Placeholder 20">
            <a:extLst>
              <a:ext uri="{FF2B5EF4-FFF2-40B4-BE49-F238E27FC236}">
                <a16:creationId xmlns:a16="http://schemas.microsoft.com/office/drawing/2014/main" id="{5979479E-8C44-825E-CA22-2ECE22F9D655}"/>
              </a:ext>
            </a:extLst>
          </p:cNvPr>
          <p:cNvSpPr>
            <a:spLocks noGrp="1"/>
          </p:cNvSpPr>
          <p:nvPr>
            <p:ph type="body" sz="quarter" idx="37"/>
          </p:nvPr>
        </p:nvSpPr>
        <p:spPr>
          <a:xfrm>
            <a:off x="139492" y="5897753"/>
            <a:ext cx="1724025" cy="350647"/>
          </a:xfrm>
        </p:spPr>
        <p:txBody>
          <a:bodyPr wrap="square">
            <a:normAutofit/>
          </a:bodyPr>
          <a:lstStyle>
            <a:lvl1pPr marL="0" indent="0">
              <a:buNone/>
              <a:defRPr sz="1200" b="0" i="0">
                <a:solidFill>
                  <a:schemeClr val="bg1"/>
                </a:solidFill>
                <a:latin typeface="Aptos" panose="020B0004020202020204" pitchFamily="34" charset="0"/>
              </a:defRPr>
            </a:lvl1pPr>
          </a:lstStyle>
          <a:p>
            <a:pPr lvl="0"/>
            <a:r>
              <a:rPr lang="en-GB"/>
              <a:t>Click to edit Master text styles</a:t>
            </a:r>
          </a:p>
        </p:txBody>
      </p:sp>
      <p:sp>
        <p:nvSpPr>
          <p:cNvPr id="11" name="Title 1">
            <a:extLst>
              <a:ext uri="{FF2B5EF4-FFF2-40B4-BE49-F238E27FC236}">
                <a16:creationId xmlns:a16="http://schemas.microsoft.com/office/drawing/2014/main" id="{0773BCE4-316C-2824-8669-331C25E93F9D}"/>
              </a:ext>
            </a:extLst>
          </p:cNvPr>
          <p:cNvSpPr>
            <a:spLocks noGrp="1"/>
          </p:cNvSpPr>
          <p:nvPr>
            <p:ph type="title" hasCustomPrompt="1"/>
          </p:nvPr>
        </p:nvSpPr>
        <p:spPr>
          <a:xfrm>
            <a:off x="2241628" y="394087"/>
            <a:ext cx="9445985" cy="965200"/>
          </a:xfrm>
        </p:spPr>
        <p:txBody>
          <a:bodyPr>
            <a:noAutofit/>
          </a:bodyPr>
          <a:lstStyle/>
          <a:p>
            <a:r>
              <a:rPr lang="en-US"/>
              <a:t>Click To Edit Master Title Style</a:t>
            </a:r>
            <a:endParaRPr lang="en-AU"/>
          </a:p>
        </p:txBody>
      </p:sp>
      <p:sp>
        <p:nvSpPr>
          <p:cNvPr id="4" name="TextBox 3">
            <a:extLst>
              <a:ext uri="{FF2B5EF4-FFF2-40B4-BE49-F238E27FC236}">
                <a16:creationId xmlns:a16="http://schemas.microsoft.com/office/drawing/2014/main" id="{2B0E784C-5043-428D-DC33-634365C56E4F}"/>
              </a:ext>
            </a:extLst>
          </p:cNvPr>
          <p:cNvSpPr txBox="1"/>
          <p:nvPr userDrawn="1"/>
        </p:nvSpPr>
        <p:spPr>
          <a:xfrm>
            <a:off x="139492" y="2852936"/>
            <a:ext cx="1702008" cy="184666"/>
          </a:xfrm>
          <a:prstGeom prst="rect">
            <a:avLst/>
          </a:prstGeom>
          <a:noFill/>
        </p:spPr>
        <p:txBody>
          <a:bodyPr wrap="square" lIns="0" tIns="0" rIns="0" bIns="0">
            <a:spAutoFit/>
          </a:bodyPr>
          <a:lstStyle/>
          <a:p>
            <a:pPr algn="l"/>
            <a:r>
              <a:rPr lang="en-US" sz="1200" b="1" i="0">
                <a:solidFill>
                  <a:schemeClr val="bg1"/>
                </a:solidFill>
                <a:latin typeface="Verdana" panose="020B0604030504040204" pitchFamily="34" charset="0"/>
                <a:ea typeface="Verdana" panose="020B0604030504040204" pitchFamily="34" charset="0"/>
                <a:cs typeface="Verdana" panose="020B0604030504040204" pitchFamily="34" charset="0"/>
              </a:rPr>
              <a:t>About the client:</a:t>
            </a:r>
          </a:p>
        </p:txBody>
      </p:sp>
      <p:sp>
        <p:nvSpPr>
          <p:cNvPr id="7" name="Text Placeholder 20">
            <a:extLst>
              <a:ext uri="{FF2B5EF4-FFF2-40B4-BE49-F238E27FC236}">
                <a16:creationId xmlns:a16="http://schemas.microsoft.com/office/drawing/2014/main" id="{9F235FC0-4E27-D968-58A3-F9EAFA92D967}"/>
              </a:ext>
            </a:extLst>
          </p:cNvPr>
          <p:cNvSpPr>
            <a:spLocks noGrp="1"/>
          </p:cNvSpPr>
          <p:nvPr>
            <p:ph type="body" sz="quarter" idx="38"/>
          </p:nvPr>
        </p:nvSpPr>
        <p:spPr>
          <a:xfrm>
            <a:off x="139492" y="3068960"/>
            <a:ext cx="1724025" cy="1337940"/>
          </a:xfrm>
        </p:spPr>
        <p:txBody>
          <a:bodyPr wrap="square">
            <a:normAutofit/>
          </a:bodyPr>
          <a:lstStyle>
            <a:lvl1pPr marL="0" indent="0">
              <a:buNone/>
              <a:defRPr sz="1200" b="0" i="0">
                <a:solidFill>
                  <a:schemeClr val="bg1"/>
                </a:solidFill>
                <a:latin typeface="Aptos" panose="020B0004020202020204" pitchFamily="34" charset="0"/>
              </a:defRPr>
            </a:lvl1pPr>
          </a:lstStyle>
          <a:p>
            <a:pPr lvl="0"/>
            <a:r>
              <a:rPr lang="en-GB"/>
              <a:t>Click to edit Master text styles</a:t>
            </a:r>
          </a:p>
        </p:txBody>
      </p:sp>
      <p:grpSp>
        <p:nvGrpSpPr>
          <p:cNvPr id="17" name="Group 16">
            <a:extLst>
              <a:ext uri="{FF2B5EF4-FFF2-40B4-BE49-F238E27FC236}">
                <a16:creationId xmlns:a16="http://schemas.microsoft.com/office/drawing/2014/main" id="{01D73FCF-34CD-7A47-56EC-55C24F57E5EA}"/>
              </a:ext>
            </a:extLst>
          </p:cNvPr>
          <p:cNvGrpSpPr/>
          <p:nvPr userDrawn="1"/>
        </p:nvGrpSpPr>
        <p:grpSpPr>
          <a:xfrm>
            <a:off x="5082023" y="2315096"/>
            <a:ext cx="3879816" cy="4085704"/>
            <a:chOff x="5082023" y="1737765"/>
            <a:chExt cx="3879816" cy="385584"/>
          </a:xfrm>
        </p:grpSpPr>
        <p:cxnSp>
          <p:nvCxnSpPr>
            <p:cNvPr id="19" name="Straight Connector 18">
              <a:extLst>
                <a:ext uri="{FF2B5EF4-FFF2-40B4-BE49-F238E27FC236}">
                  <a16:creationId xmlns:a16="http://schemas.microsoft.com/office/drawing/2014/main" id="{5DF3B407-BDE4-335A-5A8C-1E0B8BF216D8}"/>
                </a:ext>
              </a:extLst>
            </p:cNvPr>
            <p:cNvCxnSpPr>
              <a:cxnSpLocks/>
            </p:cNvCxnSpPr>
            <p:nvPr userDrawn="1"/>
          </p:nvCxnSpPr>
          <p:spPr>
            <a:xfrm>
              <a:off x="8961839" y="1737765"/>
              <a:ext cx="0" cy="3855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D466F1C-B3D4-533E-3981-AEB2F79776A1}"/>
                </a:ext>
              </a:extLst>
            </p:cNvPr>
            <p:cNvCxnSpPr>
              <a:cxnSpLocks/>
            </p:cNvCxnSpPr>
            <p:nvPr userDrawn="1"/>
          </p:nvCxnSpPr>
          <p:spPr>
            <a:xfrm>
              <a:off x="5082023" y="1737765"/>
              <a:ext cx="0" cy="3855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559384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 - Case Study Template - Light">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6D9BE2CB-078E-195D-BC0F-19DCEDE5A835}"/>
              </a:ext>
            </a:extLst>
          </p:cNvPr>
          <p:cNvSpPr>
            <a:spLocks noGrp="1"/>
          </p:cNvSpPr>
          <p:nvPr>
            <p:ph type="pic" sz="quarter" idx="10"/>
          </p:nvPr>
        </p:nvSpPr>
        <p:spPr>
          <a:xfrm>
            <a:off x="7895065" y="1613446"/>
            <a:ext cx="4296937" cy="4598596"/>
          </a:xfrm>
          <a:prstGeom prst="rect">
            <a:avLst/>
          </a:prstGeom>
          <a:solidFill>
            <a:schemeClr val="bg2">
              <a:lumMod val="20000"/>
              <a:lumOff val="80000"/>
            </a:schemeClr>
          </a:solidFill>
        </p:spPr>
        <p:txBody>
          <a:bodyPr wrap="square" anchor="ctr">
            <a:noAutofit/>
          </a:bodyPr>
          <a:lstStyle>
            <a:lvl1pPr marL="0" indent="0" algn="ctr">
              <a:buNone/>
              <a:defRPr b="0" i="0">
                <a:latin typeface="Verdana" panose="020B0604030504040204" pitchFamily="34" charset="0"/>
                <a:ea typeface="Verdana" panose="020B0604030504040204" pitchFamily="34" charset="0"/>
                <a:cs typeface="Verdana" panose="020B0604030504040204" pitchFamily="34" charset="0"/>
              </a:defRPr>
            </a:lvl1pPr>
          </a:lstStyle>
          <a:p>
            <a:r>
              <a:rPr lang="en-GB"/>
              <a:t>Click icon to add picture</a:t>
            </a:r>
            <a:endParaRPr lang="de-DE"/>
          </a:p>
        </p:txBody>
      </p:sp>
      <p:sp>
        <p:nvSpPr>
          <p:cNvPr id="9" name="Rectangle 8">
            <a:extLst>
              <a:ext uri="{FF2B5EF4-FFF2-40B4-BE49-F238E27FC236}">
                <a16:creationId xmlns:a16="http://schemas.microsoft.com/office/drawing/2014/main" id="{D74601F4-528F-F337-00F9-6759A7127E8E}"/>
              </a:ext>
            </a:extLst>
          </p:cNvPr>
          <p:cNvSpPr/>
          <p:nvPr userDrawn="1"/>
        </p:nvSpPr>
        <p:spPr>
          <a:xfrm>
            <a:off x="515937" y="1603637"/>
            <a:ext cx="7011136" cy="379141"/>
          </a:xfrm>
          <a:prstGeom prst="rect">
            <a:avLst/>
          </a:prstGeom>
          <a:solidFill>
            <a:schemeClr val="accent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400" b="0" i="0">
              <a:latin typeface="Verdana" panose="020B0604030504040204" pitchFamily="34" charset="0"/>
              <a:ea typeface="Verdana" panose="020B0604030504040204" pitchFamily="34" charset="0"/>
              <a:cs typeface="Verdana" panose="020B0604030504040204" pitchFamily="34" charset="0"/>
            </a:endParaRPr>
          </a:p>
        </p:txBody>
      </p:sp>
      <p:sp>
        <p:nvSpPr>
          <p:cNvPr id="10" name="Rectangle 9">
            <a:extLst>
              <a:ext uri="{FF2B5EF4-FFF2-40B4-BE49-F238E27FC236}">
                <a16:creationId xmlns:a16="http://schemas.microsoft.com/office/drawing/2014/main" id="{EF055DE9-65C3-3EB8-D8BF-E2BFF444B64E}"/>
              </a:ext>
            </a:extLst>
          </p:cNvPr>
          <p:cNvSpPr/>
          <p:nvPr userDrawn="1"/>
        </p:nvSpPr>
        <p:spPr>
          <a:xfrm>
            <a:off x="515938" y="3827168"/>
            <a:ext cx="3230873" cy="379141"/>
          </a:xfrm>
          <a:prstGeom prst="rect">
            <a:avLst/>
          </a:prstGeom>
          <a:solidFill>
            <a:schemeClr val="accent1"/>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400" b="0" i="0">
              <a:latin typeface="Verdana" panose="020B0604030504040204" pitchFamily="34" charset="0"/>
              <a:ea typeface="Verdana" panose="020B0604030504040204" pitchFamily="34" charset="0"/>
              <a:cs typeface="Verdana" panose="020B0604030504040204" pitchFamily="34" charset="0"/>
            </a:endParaRPr>
          </a:p>
        </p:txBody>
      </p:sp>
      <p:sp>
        <p:nvSpPr>
          <p:cNvPr id="11" name="Rectangle 10">
            <a:extLst>
              <a:ext uri="{FF2B5EF4-FFF2-40B4-BE49-F238E27FC236}">
                <a16:creationId xmlns:a16="http://schemas.microsoft.com/office/drawing/2014/main" id="{2230974A-A07E-A5F1-A9BD-7A4B30E3891D}"/>
              </a:ext>
            </a:extLst>
          </p:cNvPr>
          <p:cNvSpPr/>
          <p:nvPr userDrawn="1"/>
        </p:nvSpPr>
        <p:spPr>
          <a:xfrm>
            <a:off x="4296201" y="3827168"/>
            <a:ext cx="3230873" cy="379141"/>
          </a:xfrm>
          <a:prstGeom prst="rect">
            <a:avLst/>
          </a:prstGeom>
          <a:solidFill>
            <a:schemeClr val="accent4"/>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400" b="0" i="0">
              <a:latin typeface="Verdana" panose="020B0604030504040204" pitchFamily="34" charset="0"/>
              <a:ea typeface="Verdana" panose="020B0604030504040204" pitchFamily="34" charset="0"/>
              <a:cs typeface="Verdana" panose="020B0604030504040204" pitchFamily="34" charset="0"/>
            </a:endParaRPr>
          </a:p>
        </p:txBody>
      </p:sp>
      <p:sp>
        <p:nvSpPr>
          <p:cNvPr id="33" name="TextBox 32">
            <a:extLst>
              <a:ext uri="{FF2B5EF4-FFF2-40B4-BE49-F238E27FC236}">
                <a16:creationId xmlns:a16="http://schemas.microsoft.com/office/drawing/2014/main" id="{63B28BD4-B927-D5D7-3E8E-3B8E9CDB9CE1}"/>
              </a:ext>
            </a:extLst>
          </p:cNvPr>
          <p:cNvSpPr txBox="1"/>
          <p:nvPr userDrawn="1"/>
        </p:nvSpPr>
        <p:spPr>
          <a:xfrm>
            <a:off x="636258" y="1613446"/>
            <a:ext cx="2990231" cy="369332"/>
          </a:xfrm>
          <a:prstGeom prst="rect">
            <a:avLst/>
          </a:prstGeom>
          <a:noFill/>
        </p:spPr>
        <p:txBody>
          <a:bodyPr wrap="square" lIns="0" tIns="0" rIns="0" bIns="0" anchor="ctr">
            <a:normAutofit/>
          </a:bodyPr>
          <a:lstStyle/>
          <a:p>
            <a:pPr algn="l"/>
            <a:r>
              <a:rPr lang="en-US" sz="1600">
                <a:solidFill>
                  <a:schemeClr val="bg1"/>
                </a:solidFill>
                <a:latin typeface="Verdana" panose="020B0604030504040204" pitchFamily="34" charset="0"/>
                <a:ea typeface="Verdana" panose="020B0604030504040204" pitchFamily="34" charset="0"/>
                <a:cs typeface="Verdana" panose="020B0604030504040204" pitchFamily="34" charset="0"/>
              </a:rPr>
              <a:t>The Challenge</a:t>
            </a:r>
          </a:p>
        </p:txBody>
      </p:sp>
      <p:sp>
        <p:nvSpPr>
          <p:cNvPr id="12" name="TextBox 11">
            <a:extLst>
              <a:ext uri="{FF2B5EF4-FFF2-40B4-BE49-F238E27FC236}">
                <a16:creationId xmlns:a16="http://schemas.microsoft.com/office/drawing/2014/main" id="{08D1FA6B-2360-0121-7292-A1CDE1A23140}"/>
              </a:ext>
            </a:extLst>
          </p:cNvPr>
          <p:cNvSpPr txBox="1"/>
          <p:nvPr userDrawn="1"/>
        </p:nvSpPr>
        <p:spPr>
          <a:xfrm>
            <a:off x="636258" y="3827169"/>
            <a:ext cx="2990231" cy="369332"/>
          </a:xfrm>
          <a:prstGeom prst="rect">
            <a:avLst/>
          </a:prstGeom>
          <a:noFill/>
        </p:spPr>
        <p:txBody>
          <a:bodyPr wrap="square" lIns="0" tIns="0" rIns="0" bIns="0" anchor="ctr">
            <a:normAutofit/>
          </a:bodyPr>
          <a:lstStyle/>
          <a:p>
            <a:pPr algn="l"/>
            <a:r>
              <a:rPr lang="en-US" sz="1600">
                <a:solidFill>
                  <a:schemeClr val="tx1"/>
                </a:solidFill>
                <a:latin typeface="Verdana" panose="020B0604030504040204" pitchFamily="34" charset="0"/>
                <a:ea typeface="Verdana" panose="020B0604030504040204" pitchFamily="34" charset="0"/>
                <a:cs typeface="Verdana" panose="020B0604030504040204" pitchFamily="34" charset="0"/>
              </a:rPr>
              <a:t>The Solution</a:t>
            </a:r>
          </a:p>
        </p:txBody>
      </p:sp>
      <p:sp>
        <p:nvSpPr>
          <p:cNvPr id="14" name="TextBox 13">
            <a:extLst>
              <a:ext uri="{FF2B5EF4-FFF2-40B4-BE49-F238E27FC236}">
                <a16:creationId xmlns:a16="http://schemas.microsoft.com/office/drawing/2014/main" id="{E8A8D9C9-402E-E931-BA12-3C00810128F6}"/>
              </a:ext>
            </a:extLst>
          </p:cNvPr>
          <p:cNvSpPr txBox="1"/>
          <p:nvPr userDrawn="1"/>
        </p:nvSpPr>
        <p:spPr>
          <a:xfrm>
            <a:off x="4416522" y="3836977"/>
            <a:ext cx="2990231" cy="369332"/>
          </a:xfrm>
          <a:prstGeom prst="rect">
            <a:avLst/>
          </a:prstGeom>
          <a:noFill/>
        </p:spPr>
        <p:txBody>
          <a:bodyPr wrap="square" lIns="0" tIns="0" rIns="0" bIns="0" anchor="ctr">
            <a:normAutofit/>
          </a:bodyPr>
          <a:lstStyle/>
          <a:p>
            <a:pPr algn="l"/>
            <a:r>
              <a:rPr lang="en-US" sz="1600">
                <a:solidFill>
                  <a:schemeClr val="bg1"/>
                </a:solidFill>
                <a:latin typeface="Verdana" panose="020B0604030504040204" pitchFamily="34" charset="0"/>
                <a:ea typeface="Verdana" panose="020B0604030504040204" pitchFamily="34" charset="0"/>
                <a:cs typeface="Verdana" panose="020B0604030504040204" pitchFamily="34" charset="0"/>
              </a:rPr>
              <a:t>Business Impact</a:t>
            </a:r>
          </a:p>
        </p:txBody>
      </p:sp>
      <p:sp>
        <p:nvSpPr>
          <p:cNvPr id="20" name="Content Placeholder 2">
            <a:extLst>
              <a:ext uri="{FF2B5EF4-FFF2-40B4-BE49-F238E27FC236}">
                <a16:creationId xmlns:a16="http://schemas.microsoft.com/office/drawing/2014/main" id="{4B07B6CE-3309-07D1-52B1-7F1448FF875F}"/>
              </a:ext>
            </a:extLst>
          </p:cNvPr>
          <p:cNvSpPr>
            <a:spLocks noGrp="1"/>
          </p:cNvSpPr>
          <p:nvPr>
            <p:ph sz="half" idx="28"/>
          </p:nvPr>
        </p:nvSpPr>
        <p:spPr>
          <a:xfrm>
            <a:off x="515933" y="2172350"/>
            <a:ext cx="7011136" cy="1462461"/>
          </a:xfrm>
        </p:spPr>
        <p:txBody>
          <a:bodyPr wrap="square">
            <a:normAutofit/>
          </a:bodyPr>
          <a:lstStyle>
            <a:lvl1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GB"/>
              <a:t>Click to edit Master text styles</a:t>
            </a:r>
          </a:p>
          <a:p>
            <a:pPr lvl="1"/>
            <a:r>
              <a:rPr lang="en-GB"/>
              <a:t>Second level</a:t>
            </a:r>
          </a:p>
        </p:txBody>
      </p:sp>
      <p:sp>
        <p:nvSpPr>
          <p:cNvPr id="26" name="Content Placeholder 2">
            <a:extLst>
              <a:ext uri="{FF2B5EF4-FFF2-40B4-BE49-F238E27FC236}">
                <a16:creationId xmlns:a16="http://schemas.microsoft.com/office/drawing/2014/main" id="{30FC2570-2B4A-0849-BB7F-453DC1B0B2A8}"/>
              </a:ext>
            </a:extLst>
          </p:cNvPr>
          <p:cNvSpPr>
            <a:spLocks noGrp="1"/>
          </p:cNvSpPr>
          <p:nvPr>
            <p:ph sz="half" idx="29"/>
          </p:nvPr>
        </p:nvSpPr>
        <p:spPr>
          <a:xfrm>
            <a:off x="515934" y="4398667"/>
            <a:ext cx="3230873" cy="1813375"/>
          </a:xfrm>
        </p:spPr>
        <p:txBody>
          <a:bodyPr wrap="square">
            <a:normAutofit/>
          </a:bodyPr>
          <a:lstStyle>
            <a:lvl1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GB"/>
              <a:t>Click to edit Master text styles</a:t>
            </a:r>
          </a:p>
          <a:p>
            <a:pPr lvl="1"/>
            <a:r>
              <a:rPr lang="en-GB"/>
              <a:t>Second level</a:t>
            </a:r>
          </a:p>
        </p:txBody>
      </p:sp>
      <p:sp>
        <p:nvSpPr>
          <p:cNvPr id="27" name="Content Placeholder 2">
            <a:extLst>
              <a:ext uri="{FF2B5EF4-FFF2-40B4-BE49-F238E27FC236}">
                <a16:creationId xmlns:a16="http://schemas.microsoft.com/office/drawing/2014/main" id="{915EB2C9-7B59-46AC-C4E8-243BB8DEA0BE}"/>
              </a:ext>
            </a:extLst>
          </p:cNvPr>
          <p:cNvSpPr>
            <a:spLocks noGrp="1"/>
          </p:cNvSpPr>
          <p:nvPr>
            <p:ph sz="half" idx="30"/>
          </p:nvPr>
        </p:nvSpPr>
        <p:spPr>
          <a:xfrm>
            <a:off x="4296201" y="4398667"/>
            <a:ext cx="3230873" cy="1813375"/>
          </a:xfrm>
        </p:spPr>
        <p:txBody>
          <a:bodyPr wrap="square">
            <a:normAutofit/>
          </a:bodyPr>
          <a:lstStyle>
            <a:lvl1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GB"/>
              <a:t>Click to edit Master text styles</a:t>
            </a:r>
          </a:p>
          <a:p>
            <a:pPr lvl="1"/>
            <a:r>
              <a:rPr lang="en-GB"/>
              <a:t>Second level</a:t>
            </a:r>
          </a:p>
        </p:txBody>
      </p:sp>
      <p:sp>
        <p:nvSpPr>
          <p:cNvPr id="3" name="Title 1">
            <a:extLst>
              <a:ext uri="{FF2B5EF4-FFF2-40B4-BE49-F238E27FC236}">
                <a16:creationId xmlns:a16="http://schemas.microsoft.com/office/drawing/2014/main" id="{A95EDC12-290F-485B-9E72-9551694D7FB0}"/>
              </a:ext>
            </a:extLst>
          </p:cNvPr>
          <p:cNvSpPr>
            <a:spLocks noGrp="1"/>
          </p:cNvSpPr>
          <p:nvPr>
            <p:ph type="title" hasCustomPrompt="1"/>
          </p:nvPr>
        </p:nvSpPr>
        <p:spPr>
          <a:xfrm>
            <a:off x="515937" y="394087"/>
            <a:ext cx="11171676" cy="430887"/>
          </a:xfrm>
        </p:spPr>
        <p:txBody>
          <a:bodyPr>
            <a:spAutoFit/>
          </a:bodyPr>
          <a:lstStyle/>
          <a:p>
            <a:r>
              <a:rPr lang="en-US"/>
              <a:t>Click To Edit Master Title Style</a:t>
            </a:r>
            <a:endParaRPr lang="en-AU"/>
          </a:p>
        </p:txBody>
      </p:sp>
    </p:spTree>
    <p:extLst>
      <p:ext uri="{BB962C8B-B14F-4D97-AF65-F5344CB8AC3E}">
        <p14:creationId xmlns:p14="http://schemas.microsoft.com/office/powerpoint/2010/main" val="338924707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Header Only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D5C5E-A17F-962C-C2C4-ED4C1F590332}"/>
              </a:ext>
            </a:extLst>
          </p:cNvPr>
          <p:cNvSpPr>
            <a:spLocks noGrp="1"/>
          </p:cNvSpPr>
          <p:nvPr>
            <p:ph type="title"/>
          </p:nvPr>
        </p:nvSpPr>
        <p:spPr>
          <a:xfrm>
            <a:off x="515938" y="522809"/>
            <a:ext cx="11160122" cy="1167879"/>
          </a:xfrm>
          <a:prstGeom prst="rect">
            <a:avLst/>
          </a:prstGeom>
        </p:spPr>
        <p:txBody>
          <a:bodyPr/>
          <a:lstStyle>
            <a:lvl1pPr>
              <a:defRPr>
                <a:latin typeface="PP Neue Machina Plain" pitchFamily="2" charset="0"/>
              </a:defRPr>
            </a:lvl1pPr>
          </a:lstStyle>
          <a:p>
            <a:r>
              <a:rPr lang="en-GB"/>
              <a:t>Click to edit Master title style</a:t>
            </a:r>
            <a:endParaRPr lang="en-US"/>
          </a:p>
        </p:txBody>
      </p:sp>
    </p:spTree>
    <p:extLst>
      <p:ext uri="{BB962C8B-B14F-4D97-AF65-F5344CB8AC3E}">
        <p14:creationId xmlns:p14="http://schemas.microsoft.com/office/powerpoint/2010/main" val="653151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ection Break - Light 3">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75112EDC-DAF7-DBF0-7077-B794FA880B20}"/>
              </a:ext>
            </a:extLst>
          </p:cNvPr>
          <p:cNvSpPr>
            <a:spLocks noGrp="1"/>
          </p:cNvSpPr>
          <p:nvPr>
            <p:ph type="sldNum" sz="quarter" idx="12"/>
          </p:nvPr>
        </p:nvSpPr>
        <p:spPr>
          <a:xfrm>
            <a:off x="11224727" y="6439098"/>
            <a:ext cx="451335" cy="246221"/>
          </a:xfrm>
          <a:prstGeom prst="rect">
            <a:avLst/>
          </a:prstGeom>
        </p:spPr>
        <p:txBody>
          <a:bodyPr/>
          <a:lstStyle>
            <a:lvl1pPr marL="0" algn="r" defTabSz="914400" rtl="0" eaLnBrk="1" latinLnBrk="0" hangingPunct="1">
              <a:defRPr lang="en-US" sz="1000" kern="1200" smtClean="0">
                <a:solidFill>
                  <a:schemeClr val="bg1"/>
                </a:solidFill>
                <a:latin typeface="PP Neue Machina Plain Italic" pitchFamily="2" charset="77"/>
                <a:ea typeface="+mn-ea"/>
                <a:cs typeface="+mn-cs"/>
              </a:defRPr>
            </a:lvl1pPr>
          </a:lstStyle>
          <a:p>
            <a:fld id="{9CDEAEEA-57A4-2B4C-97F1-470A50FBE2D0}" type="slidenum">
              <a:rPr lang="en-US" smtClean="0"/>
              <a:t>‹#›</a:t>
            </a:fld>
            <a:endParaRPr lang="en-US"/>
          </a:p>
        </p:txBody>
      </p:sp>
      <p:sp>
        <p:nvSpPr>
          <p:cNvPr id="11" name="Title 1">
            <a:extLst>
              <a:ext uri="{FF2B5EF4-FFF2-40B4-BE49-F238E27FC236}">
                <a16:creationId xmlns:a16="http://schemas.microsoft.com/office/drawing/2014/main" id="{DA185B72-7A52-6AF9-9A73-CC5DC5AEBDB4}"/>
              </a:ext>
            </a:extLst>
          </p:cNvPr>
          <p:cNvSpPr>
            <a:spLocks noGrp="1"/>
          </p:cNvSpPr>
          <p:nvPr>
            <p:ph type="title" hasCustomPrompt="1"/>
          </p:nvPr>
        </p:nvSpPr>
        <p:spPr>
          <a:xfrm flipH="1">
            <a:off x="5791198" y="2955636"/>
            <a:ext cx="5547887" cy="2855114"/>
          </a:xfrm>
          <a:prstGeom prst="rect">
            <a:avLst/>
          </a:prstGeom>
        </p:spPr>
        <p:txBody>
          <a:bodyPr>
            <a:normAutofit/>
          </a:bodyPr>
          <a:lstStyle>
            <a:lvl1pPr>
              <a:defRPr>
                <a:solidFill>
                  <a:schemeClr val="bg1"/>
                </a:solidFill>
                <a:latin typeface="PP Neue Machina Plain" pitchFamily="2" charset="0"/>
              </a:defRPr>
            </a:lvl1pPr>
          </a:lstStyle>
          <a:p>
            <a:r>
              <a:rPr lang="en-US"/>
              <a:t>Click To Edit Master Title Style</a:t>
            </a:r>
          </a:p>
        </p:txBody>
      </p:sp>
    </p:spTree>
    <p:extLst>
      <p:ext uri="{BB962C8B-B14F-4D97-AF65-F5344CB8AC3E}">
        <p14:creationId xmlns:p14="http://schemas.microsoft.com/office/powerpoint/2010/main" val="437668279"/>
      </p:ext>
    </p:extLst>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One Content - Light_used">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13AE9919-8BE1-9B8D-8546-E7527B31B533}"/>
              </a:ext>
            </a:extLst>
          </p:cNvPr>
          <p:cNvSpPr>
            <a:spLocks noGrp="1"/>
          </p:cNvSpPr>
          <p:nvPr>
            <p:ph type="title" hasCustomPrompt="1"/>
          </p:nvPr>
        </p:nvSpPr>
        <p:spPr>
          <a:xfrm>
            <a:off x="555626" y="232992"/>
            <a:ext cx="10361757" cy="567109"/>
          </a:xfrm>
          <a:prstGeom prst="rect">
            <a:avLst/>
          </a:prstGeom>
        </p:spPr>
        <p:txBody>
          <a:bodyPr vert="horz" lIns="0" tIns="0" rIns="0" bIns="0" rtlCol="0" anchor="t">
            <a:noAutofit/>
          </a:bodyPr>
          <a:lstStyle>
            <a:lvl1pPr>
              <a:defRPr sz="3000">
                <a:latin typeface="PP Neue Machina Plain Italic" panose="020B0604020202020204" charset="0"/>
              </a:defRPr>
            </a:lvl1pPr>
          </a:lstStyle>
          <a:p>
            <a:r>
              <a:rPr lang="en-US"/>
              <a:t>Click To Edit Master Title Style</a:t>
            </a:r>
          </a:p>
        </p:txBody>
      </p:sp>
      <p:sp>
        <p:nvSpPr>
          <p:cNvPr id="4" name="Content Placeholder 3">
            <a:extLst>
              <a:ext uri="{FF2B5EF4-FFF2-40B4-BE49-F238E27FC236}">
                <a16:creationId xmlns:a16="http://schemas.microsoft.com/office/drawing/2014/main" id="{27962594-0612-4734-B801-D3A8ACEC8AD4}"/>
              </a:ext>
            </a:extLst>
          </p:cNvPr>
          <p:cNvSpPr>
            <a:spLocks noGrp="1"/>
          </p:cNvSpPr>
          <p:nvPr>
            <p:ph sz="quarter" idx="15"/>
          </p:nvPr>
        </p:nvSpPr>
        <p:spPr>
          <a:xfrm>
            <a:off x="555626" y="1839914"/>
            <a:ext cx="11120439" cy="43307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Graphic 24">
            <a:extLst>
              <a:ext uri="{FF2B5EF4-FFF2-40B4-BE49-F238E27FC236}">
                <a16:creationId xmlns:a16="http://schemas.microsoft.com/office/drawing/2014/main" id="{6E1E8192-4301-9E2C-0BEC-A3F968017D70}"/>
              </a:ext>
            </a:extLst>
          </p:cNvPr>
          <p:cNvSpPr/>
          <p:nvPr userDrawn="1"/>
        </p:nvSpPr>
        <p:spPr>
          <a:xfrm>
            <a:off x="0" y="0"/>
            <a:ext cx="121768" cy="1959429"/>
          </a:xfrm>
          <a:custGeom>
            <a:avLst/>
            <a:gdLst>
              <a:gd name="connsiteX0" fmla="*/ 0 w 190722"/>
              <a:gd name="connsiteY0" fmla="*/ 0 h 3068991"/>
              <a:gd name="connsiteX1" fmla="*/ 0 w 190722"/>
              <a:gd name="connsiteY1" fmla="*/ 3068992 h 3068991"/>
              <a:gd name="connsiteX2" fmla="*/ 190722 w 190722"/>
              <a:gd name="connsiteY2" fmla="*/ 2669273 h 3068991"/>
              <a:gd name="connsiteX3" fmla="*/ 0 w 190722"/>
              <a:gd name="connsiteY3" fmla="*/ 0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0" y="0"/>
                </a:moveTo>
                <a:lnTo>
                  <a:pt x="0" y="3068992"/>
                </a:lnTo>
                <a:cubicBezTo>
                  <a:pt x="63644" y="2935822"/>
                  <a:pt x="127078" y="2802442"/>
                  <a:pt x="190722" y="2669273"/>
                </a:cubicBezTo>
                <a:cubicBezTo>
                  <a:pt x="127078" y="1779515"/>
                  <a:pt x="63644" y="889758"/>
                  <a:pt x="0" y="0"/>
                </a:cubicBezTo>
                <a:close/>
              </a:path>
            </a:pathLst>
          </a:custGeom>
          <a:solidFill>
            <a:schemeClr val="accent1"/>
          </a:solidFill>
          <a:ln w="20108" cap="flat">
            <a:noFill/>
            <a:prstDash val="solid"/>
            <a:miter/>
          </a:ln>
        </p:spPr>
        <p:txBody>
          <a:bodyPr rtlCol="0" anchor="ctr"/>
          <a:lstStyle/>
          <a:p>
            <a:endParaRPr lang="en-US" sz="1400"/>
          </a:p>
        </p:txBody>
      </p:sp>
      <p:sp>
        <p:nvSpPr>
          <p:cNvPr id="6" name="Graphic 26">
            <a:extLst>
              <a:ext uri="{FF2B5EF4-FFF2-40B4-BE49-F238E27FC236}">
                <a16:creationId xmlns:a16="http://schemas.microsoft.com/office/drawing/2014/main" id="{C7044421-654C-898B-E43A-07F00E643171}"/>
              </a:ext>
            </a:extLst>
          </p:cNvPr>
          <p:cNvSpPr/>
          <p:nvPr userDrawn="1"/>
        </p:nvSpPr>
        <p:spPr>
          <a:xfrm>
            <a:off x="12070232" y="5008132"/>
            <a:ext cx="121768" cy="1959429"/>
          </a:xfrm>
          <a:custGeom>
            <a:avLst/>
            <a:gdLst>
              <a:gd name="connsiteX0" fmla="*/ 190722 w 190722"/>
              <a:gd name="connsiteY0" fmla="*/ 3068992 h 3068991"/>
              <a:gd name="connsiteX1" fmla="*/ 190722 w 190722"/>
              <a:gd name="connsiteY1" fmla="*/ 0 h 3068991"/>
              <a:gd name="connsiteX2" fmla="*/ 0 w 190722"/>
              <a:gd name="connsiteY2" fmla="*/ 399719 h 3068991"/>
              <a:gd name="connsiteX3" fmla="*/ 190722 w 190722"/>
              <a:gd name="connsiteY3" fmla="*/ 3068992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190722" y="3068992"/>
                </a:moveTo>
                <a:lnTo>
                  <a:pt x="190722" y="0"/>
                </a:lnTo>
                <a:cubicBezTo>
                  <a:pt x="127078" y="133170"/>
                  <a:pt x="63644" y="266549"/>
                  <a:pt x="0" y="399719"/>
                </a:cubicBezTo>
                <a:cubicBezTo>
                  <a:pt x="63644" y="1289476"/>
                  <a:pt x="127078" y="2179234"/>
                  <a:pt x="190722" y="3068992"/>
                </a:cubicBezTo>
                <a:close/>
              </a:path>
            </a:pathLst>
          </a:custGeom>
          <a:solidFill>
            <a:schemeClr val="accent1"/>
          </a:solidFill>
          <a:ln w="20108" cap="flat">
            <a:noFill/>
            <a:prstDash val="solid"/>
            <a:miter/>
          </a:ln>
        </p:spPr>
        <p:txBody>
          <a:bodyPr rtlCol="0" anchor="ctr"/>
          <a:lstStyle/>
          <a:p>
            <a:endParaRPr lang="en-US" sz="1400"/>
          </a:p>
        </p:txBody>
      </p:sp>
      <p:pic>
        <p:nvPicPr>
          <p:cNvPr id="9" name="Graphic 8">
            <a:extLst>
              <a:ext uri="{FF2B5EF4-FFF2-40B4-BE49-F238E27FC236}">
                <a16:creationId xmlns:a16="http://schemas.microsoft.com/office/drawing/2014/main" id="{451ED5CD-E0BA-AFA1-4E70-2639686FDDE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1339089" y="108515"/>
            <a:ext cx="673947" cy="871200"/>
          </a:xfrm>
          <a:prstGeom prst="rect">
            <a:avLst/>
          </a:prstGeom>
        </p:spPr>
      </p:pic>
    </p:spTree>
    <p:extLst>
      <p:ext uri="{BB962C8B-B14F-4D97-AF65-F5344CB8AC3E}">
        <p14:creationId xmlns:p14="http://schemas.microsoft.com/office/powerpoint/2010/main" val="752389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F44E4-26F1-9FE4-8F65-0078B5BF2EF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191140A-93A6-6DD2-7B86-5BC57B0B0E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206A090-501A-E8D8-4DAA-649D25D50D89}"/>
              </a:ext>
            </a:extLst>
          </p:cNvPr>
          <p:cNvSpPr>
            <a:spLocks noGrp="1"/>
          </p:cNvSpPr>
          <p:nvPr>
            <p:ph type="dt" sz="half" idx="10"/>
          </p:nvPr>
        </p:nvSpPr>
        <p:spPr/>
        <p:txBody>
          <a:bodyPr/>
          <a:lstStyle/>
          <a:p>
            <a:fld id="{A6C04EF3-5FF9-4ACE-BC3C-8DFDE9012084}" type="datetimeFigureOut">
              <a:rPr lang="en-IN" smtClean="0"/>
              <a:t>18-03-2026</a:t>
            </a:fld>
            <a:endParaRPr lang="en-IN"/>
          </a:p>
        </p:txBody>
      </p:sp>
      <p:sp>
        <p:nvSpPr>
          <p:cNvPr id="5" name="Footer Placeholder 4">
            <a:extLst>
              <a:ext uri="{FF2B5EF4-FFF2-40B4-BE49-F238E27FC236}">
                <a16:creationId xmlns:a16="http://schemas.microsoft.com/office/drawing/2014/main" id="{C7239976-A5C5-A93D-990B-6C965A2525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FD984A7-1015-5F69-E87E-21CD3D1E9955}"/>
              </a:ext>
            </a:extLst>
          </p:cNvPr>
          <p:cNvSpPr>
            <a:spLocks noGrp="1"/>
          </p:cNvSpPr>
          <p:nvPr>
            <p:ph type="sldNum" sz="quarter" idx="12"/>
          </p:nvPr>
        </p:nvSpPr>
        <p:spPr/>
        <p:txBody>
          <a:bodyPr/>
          <a:lstStyle/>
          <a:p>
            <a:fld id="{0DBB8376-9A29-4DB9-904C-0C045F07F6E8}" type="slidenum">
              <a:rPr lang="en-IN" smtClean="0"/>
              <a:t>‹#›</a:t>
            </a:fld>
            <a:endParaRPr lang="en-IN"/>
          </a:p>
        </p:txBody>
      </p:sp>
    </p:spTree>
    <p:extLst>
      <p:ext uri="{BB962C8B-B14F-4D97-AF65-F5344CB8AC3E}">
        <p14:creationId xmlns:p14="http://schemas.microsoft.com/office/powerpoint/2010/main" val="322923689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userDrawn="1">
  <p:cSld name="Title HALF IMAGE white">
    <p:spTree>
      <p:nvGrpSpPr>
        <p:cNvPr id="1" name=""/>
        <p:cNvGrpSpPr/>
        <p:nvPr/>
      </p:nvGrpSpPr>
      <p:grpSpPr>
        <a:xfrm>
          <a:off x="0" y="0"/>
          <a:ext cx="0" cy="0"/>
          <a:chOff x="0" y="0"/>
          <a:chExt cx="0" cy="0"/>
        </a:xfrm>
      </p:grpSpPr>
      <p:sp>
        <p:nvSpPr>
          <p:cNvPr id="33" name="Picture Placeholder 32">
            <a:extLst>
              <a:ext uri="{FF2B5EF4-FFF2-40B4-BE49-F238E27FC236}">
                <a16:creationId xmlns:a16="http://schemas.microsoft.com/office/drawing/2014/main" id="{01F54CCE-2A05-56EB-965D-AE06B1C43403}"/>
              </a:ext>
            </a:extLst>
          </p:cNvPr>
          <p:cNvSpPr>
            <a:spLocks noGrp="1"/>
          </p:cNvSpPr>
          <p:nvPr>
            <p:ph type="pic" sz="quarter" idx="13" hasCustomPrompt="1"/>
          </p:nvPr>
        </p:nvSpPr>
        <p:spPr>
          <a:xfrm>
            <a:off x="6096000" y="0"/>
            <a:ext cx="6096000" cy="6858000"/>
          </a:xfrm>
        </p:spPr>
        <p:txBody>
          <a:bodyPr>
            <a:noAutofit/>
          </a:bodyPr>
          <a:lstStyle>
            <a:lvl1pPr marL="0" indent="0">
              <a:buNone/>
              <a:defRPr/>
            </a:lvl1pPr>
          </a:lstStyle>
          <a:p>
            <a:r>
              <a:rPr lang="en-US"/>
              <a:t>Click icon to add image</a:t>
            </a:r>
          </a:p>
        </p:txBody>
      </p:sp>
      <p:sp>
        <p:nvSpPr>
          <p:cNvPr id="4" name="Title 1">
            <a:extLst>
              <a:ext uri="{FF2B5EF4-FFF2-40B4-BE49-F238E27FC236}">
                <a16:creationId xmlns:a16="http://schemas.microsoft.com/office/drawing/2014/main" id="{F02C194C-2167-463C-2D56-9EF334BEF112}"/>
              </a:ext>
            </a:extLst>
          </p:cNvPr>
          <p:cNvSpPr>
            <a:spLocks noGrp="1"/>
          </p:cNvSpPr>
          <p:nvPr>
            <p:ph type="ctrTitle"/>
          </p:nvPr>
        </p:nvSpPr>
        <p:spPr>
          <a:xfrm>
            <a:off x="501650" y="1803400"/>
            <a:ext cx="5358823" cy="2170147"/>
          </a:xfrm>
        </p:spPr>
        <p:txBody>
          <a:bodyPr anchor="b">
            <a:noAutofit/>
          </a:bodyPr>
          <a:lstStyle>
            <a:lvl1pPr algn="l">
              <a:defRPr sz="4800">
                <a:solidFill>
                  <a:schemeClr val="tx1"/>
                </a:solidFill>
              </a:defRPr>
            </a:lvl1pPr>
          </a:lstStyle>
          <a:p>
            <a:r>
              <a:rPr lang="en-US"/>
              <a:t>Click to edit Master title style</a:t>
            </a:r>
          </a:p>
        </p:txBody>
      </p:sp>
      <p:sp>
        <p:nvSpPr>
          <p:cNvPr id="5" name="Subtitle 2">
            <a:extLst>
              <a:ext uri="{FF2B5EF4-FFF2-40B4-BE49-F238E27FC236}">
                <a16:creationId xmlns:a16="http://schemas.microsoft.com/office/drawing/2014/main" id="{074F4C90-FB68-4591-7579-3DC050EF8679}"/>
              </a:ext>
            </a:extLst>
          </p:cNvPr>
          <p:cNvSpPr>
            <a:spLocks noGrp="1"/>
          </p:cNvSpPr>
          <p:nvPr>
            <p:ph type="subTitle" idx="1"/>
          </p:nvPr>
        </p:nvSpPr>
        <p:spPr>
          <a:xfrm>
            <a:off x="501650" y="4065623"/>
            <a:ext cx="5358824" cy="1655762"/>
          </a:xfrm>
        </p:spPr>
        <p:txBody>
          <a:bodyPr>
            <a:noAutofit/>
          </a:bodyPr>
          <a:lstStyle>
            <a:lvl1pPr marL="0" indent="0" algn="l">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Text Placeholder 4">
            <a:extLst>
              <a:ext uri="{FF2B5EF4-FFF2-40B4-BE49-F238E27FC236}">
                <a16:creationId xmlns:a16="http://schemas.microsoft.com/office/drawing/2014/main" id="{A2EF5E5F-34DB-85E8-6CEC-189B4E724A2E}"/>
              </a:ext>
            </a:extLst>
          </p:cNvPr>
          <p:cNvSpPr>
            <a:spLocks noGrp="1"/>
          </p:cNvSpPr>
          <p:nvPr>
            <p:ph type="body" sz="quarter" idx="14"/>
          </p:nvPr>
        </p:nvSpPr>
        <p:spPr>
          <a:xfrm>
            <a:off x="501650" y="5928527"/>
            <a:ext cx="5594350" cy="259548"/>
          </a:xfrm>
        </p:spPr>
        <p:txBody>
          <a:bodyPr anchor="b">
            <a:noAutofit/>
          </a:bodyPr>
          <a:lstStyle>
            <a:lvl1pPr marL="0" indent="0">
              <a:buNone/>
              <a:defRPr b="0" i="0">
                <a:latin typeface="PP Neue Machina Plain Italic" pitchFamily="2" charset="77"/>
              </a:defRPr>
            </a:lvl1pPr>
          </a:lstStyle>
          <a:p>
            <a:pPr lvl="0"/>
            <a:r>
              <a:rPr lang="en-US"/>
              <a:t>Click to edit Master text styles</a:t>
            </a:r>
          </a:p>
        </p:txBody>
      </p:sp>
      <p:pic>
        <p:nvPicPr>
          <p:cNvPr id="2" name="Graphic 1">
            <a:extLst>
              <a:ext uri="{FF2B5EF4-FFF2-40B4-BE49-F238E27FC236}">
                <a16:creationId xmlns:a16="http://schemas.microsoft.com/office/drawing/2014/main" id="{ADD9A8CD-3B41-5263-B917-086B4798864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1339088" y="102191"/>
            <a:ext cx="673947" cy="871200"/>
          </a:xfrm>
          <a:prstGeom prst="rect">
            <a:avLst/>
          </a:prstGeom>
        </p:spPr>
      </p:pic>
      <p:sp>
        <p:nvSpPr>
          <p:cNvPr id="3" name="Graphic 24">
            <a:extLst>
              <a:ext uri="{FF2B5EF4-FFF2-40B4-BE49-F238E27FC236}">
                <a16:creationId xmlns:a16="http://schemas.microsoft.com/office/drawing/2014/main" id="{846B7DF7-B8E6-19E4-04B8-1189A69B7B44}"/>
              </a:ext>
            </a:extLst>
          </p:cNvPr>
          <p:cNvSpPr/>
          <p:nvPr userDrawn="1"/>
        </p:nvSpPr>
        <p:spPr>
          <a:xfrm>
            <a:off x="0" y="0"/>
            <a:ext cx="121768" cy="1959429"/>
          </a:xfrm>
          <a:custGeom>
            <a:avLst/>
            <a:gdLst>
              <a:gd name="connsiteX0" fmla="*/ 0 w 190722"/>
              <a:gd name="connsiteY0" fmla="*/ 0 h 3068991"/>
              <a:gd name="connsiteX1" fmla="*/ 0 w 190722"/>
              <a:gd name="connsiteY1" fmla="*/ 3068992 h 3068991"/>
              <a:gd name="connsiteX2" fmla="*/ 190722 w 190722"/>
              <a:gd name="connsiteY2" fmla="*/ 2669273 h 3068991"/>
              <a:gd name="connsiteX3" fmla="*/ 0 w 190722"/>
              <a:gd name="connsiteY3" fmla="*/ 0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0" y="0"/>
                </a:moveTo>
                <a:lnTo>
                  <a:pt x="0" y="3068992"/>
                </a:lnTo>
                <a:cubicBezTo>
                  <a:pt x="63644" y="2935822"/>
                  <a:pt x="127078" y="2802442"/>
                  <a:pt x="190722" y="2669273"/>
                </a:cubicBezTo>
                <a:cubicBezTo>
                  <a:pt x="127078" y="1779515"/>
                  <a:pt x="63644" y="889758"/>
                  <a:pt x="0" y="0"/>
                </a:cubicBezTo>
                <a:close/>
              </a:path>
            </a:pathLst>
          </a:custGeom>
          <a:solidFill>
            <a:schemeClr val="accent1"/>
          </a:solidFill>
          <a:ln w="20108" cap="flat">
            <a:noFill/>
            <a:prstDash val="solid"/>
            <a:miter/>
          </a:ln>
        </p:spPr>
        <p:txBody>
          <a:bodyPr rtlCol="0" anchor="ctr"/>
          <a:lstStyle/>
          <a:p>
            <a:endParaRPr lang="en-US"/>
          </a:p>
        </p:txBody>
      </p:sp>
      <p:sp>
        <p:nvSpPr>
          <p:cNvPr id="6" name="Graphic 26">
            <a:extLst>
              <a:ext uri="{FF2B5EF4-FFF2-40B4-BE49-F238E27FC236}">
                <a16:creationId xmlns:a16="http://schemas.microsoft.com/office/drawing/2014/main" id="{0E4A48D2-E6DA-A08A-148D-8552C304B628}"/>
              </a:ext>
            </a:extLst>
          </p:cNvPr>
          <p:cNvSpPr/>
          <p:nvPr userDrawn="1"/>
        </p:nvSpPr>
        <p:spPr>
          <a:xfrm>
            <a:off x="12070232" y="5008131"/>
            <a:ext cx="121768" cy="1959429"/>
          </a:xfrm>
          <a:custGeom>
            <a:avLst/>
            <a:gdLst>
              <a:gd name="connsiteX0" fmla="*/ 190722 w 190722"/>
              <a:gd name="connsiteY0" fmla="*/ 3068992 h 3068991"/>
              <a:gd name="connsiteX1" fmla="*/ 190722 w 190722"/>
              <a:gd name="connsiteY1" fmla="*/ 0 h 3068991"/>
              <a:gd name="connsiteX2" fmla="*/ 0 w 190722"/>
              <a:gd name="connsiteY2" fmla="*/ 399719 h 3068991"/>
              <a:gd name="connsiteX3" fmla="*/ 190722 w 190722"/>
              <a:gd name="connsiteY3" fmla="*/ 3068992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190722" y="3068992"/>
                </a:moveTo>
                <a:lnTo>
                  <a:pt x="190722" y="0"/>
                </a:lnTo>
                <a:cubicBezTo>
                  <a:pt x="127078" y="133170"/>
                  <a:pt x="63644" y="266549"/>
                  <a:pt x="0" y="399719"/>
                </a:cubicBezTo>
                <a:cubicBezTo>
                  <a:pt x="63644" y="1289476"/>
                  <a:pt x="127078" y="2179234"/>
                  <a:pt x="190722" y="3068992"/>
                </a:cubicBezTo>
                <a:close/>
              </a:path>
            </a:pathLst>
          </a:custGeom>
          <a:solidFill>
            <a:schemeClr val="accent1"/>
          </a:solidFill>
          <a:ln w="20108" cap="flat">
            <a:noFill/>
            <a:prstDash val="solid"/>
            <a:miter/>
          </a:ln>
        </p:spPr>
        <p:txBody>
          <a:bodyPr rtlCol="0" anchor="ctr"/>
          <a:lstStyle/>
          <a:p>
            <a:endParaRPr lang="en-US"/>
          </a:p>
        </p:txBody>
      </p:sp>
    </p:spTree>
    <p:extLst>
      <p:ext uri="{BB962C8B-B14F-4D97-AF65-F5344CB8AC3E}">
        <p14:creationId xmlns:p14="http://schemas.microsoft.com/office/powerpoint/2010/main" val="231604856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EC667-99DC-634A-2810-66919E1E144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C1B93CA-5007-7D47-B576-F10CA8B68BD5}"/>
              </a:ext>
            </a:extLst>
          </p:cNvPr>
          <p:cNvSpPr>
            <a:spLocks noGrp="1"/>
          </p:cNvSpPr>
          <p:nvPr>
            <p:ph type="dt" sz="half" idx="10"/>
          </p:nvPr>
        </p:nvSpPr>
        <p:spPr/>
        <p:txBody>
          <a:bodyPr/>
          <a:lstStyle/>
          <a:p>
            <a:fld id="{301AC465-6564-4221-A771-EE21267BB4CA}" type="datetimeFigureOut">
              <a:rPr lang="en-US" smtClean="0"/>
              <a:t>3/18/2026</a:t>
            </a:fld>
            <a:endParaRPr lang="en-US"/>
          </a:p>
        </p:txBody>
      </p:sp>
      <p:sp>
        <p:nvSpPr>
          <p:cNvPr id="4" name="Footer Placeholder 3">
            <a:extLst>
              <a:ext uri="{FF2B5EF4-FFF2-40B4-BE49-F238E27FC236}">
                <a16:creationId xmlns:a16="http://schemas.microsoft.com/office/drawing/2014/main" id="{DEDD0A85-9D60-3674-177D-9759B1C1311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F87724E-CD78-CFC7-B279-C4B03E2C75D2}"/>
              </a:ext>
            </a:extLst>
          </p:cNvPr>
          <p:cNvSpPr>
            <a:spLocks noGrp="1"/>
          </p:cNvSpPr>
          <p:nvPr>
            <p:ph type="sldNum" sz="quarter" idx="12"/>
          </p:nvPr>
        </p:nvSpPr>
        <p:spPr/>
        <p:txBody>
          <a:bodyPr/>
          <a:lstStyle/>
          <a:p>
            <a:fld id="{FF06D66C-4B4C-47CA-8163-00AF330389CF}" type="slidenum">
              <a:rPr lang="en-US" smtClean="0"/>
              <a:t>‹#›</a:t>
            </a:fld>
            <a:endParaRPr lang="en-US"/>
          </a:p>
        </p:txBody>
      </p:sp>
    </p:spTree>
    <p:extLst>
      <p:ext uri="{BB962C8B-B14F-4D97-AF65-F5344CB8AC3E}">
        <p14:creationId xmlns:p14="http://schemas.microsoft.com/office/powerpoint/2010/main" val="286942257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Content">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1949B20-CE4F-2CE3-7EBD-9F382E2320AD}"/>
              </a:ext>
            </a:extLst>
          </p:cNvPr>
          <p:cNvSpPr>
            <a:spLocks noGrp="1"/>
          </p:cNvSpPr>
          <p:nvPr>
            <p:ph type="body" sz="quarter" idx="10"/>
          </p:nvPr>
        </p:nvSpPr>
        <p:spPr>
          <a:xfrm>
            <a:off x="505884" y="1604434"/>
            <a:ext cx="11159067" cy="4627033"/>
          </a:xfrm>
        </p:spPr>
        <p:txBody>
          <a:bodyPr/>
          <a:lstStyle>
            <a:lvl1pPr>
              <a:defRPr>
                <a:latin typeface="Verdana" panose="020B0604030504040204" pitchFamily="34" charset="0"/>
                <a:ea typeface="Verdana" panose="020B0604030504040204" pitchFamily="34" charset="0"/>
                <a:cs typeface="Verdana" panose="020B0604030504040204" pitchFamily="34" charset="0"/>
              </a:defRPr>
            </a:lvl1pPr>
            <a:lvl2pPr>
              <a:defRPr>
                <a:latin typeface="Verdana" panose="020B0604030504040204" pitchFamily="34" charset="0"/>
                <a:ea typeface="Verdana" panose="020B0604030504040204" pitchFamily="34" charset="0"/>
                <a:cs typeface="Verdana" panose="020B0604030504040204" pitchFamily="34" charset="0"/>
              </a:defRPr>
            </a:lvl2pPr>
            <a:lvl3pPr>
              <a:defRPr>
                <a:latin typeface="Verdana" panose="020B0604030504040204" pitchFamily="34" charset="0"/>
                <a:ea typeface="Verdana" panose="020B0604030504040204" pitchFamily="34" charset="0"/>
                <a:cs typeface="Verdana" panose="020B0604030504040204" pitchFamily="34" charset="0"/>
              </a:defRPr>
            </a:lvl3pPr>
            <a:lvl4pPr>
              <a:defRPr>
                <a:latin typeface="Verdana" panose="020B0604030504040204" pitchFamily="34" charset="0"/>
                <a:ea typeface="Verdana" panose="020B0604030504040204" pitchFamily="34" charset="0"/>
                <a:cs typeface="Verdana" panose="020B0604030504040204" pitchFamily="34" charset="0"/>
              </a:defRPr>
            </a:lvl4pPr>
            <a:lvl5pPr>
              <a:defRPr>
                <a:latin typeface="Verdana" panose="020B0604030504040204" pitchFamily="34" charset="0"/>
                <a:ea typeface="Verdana" panose="020B0604030504040204" pitchFamily="34" charset="0"/>
                <a:cs typeface="Verdana" panose="020B060403050404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2" name="Title Placeholder 1">
            <a:extLst>
              <a:ext uri="{FF2B5EF4-FFF2-40B4-BE49-F238E27FC236}">
                <a16:creationId xmlns:a16="http://schemas.microsoft.com/office/drawing/2014/main" id="{861BA56B-647E-0BF6-E953-B397FDB9129E}"/>
              </a:ext>
            </a:extLst>
          </p:cNvPr>
          <p:cNvSpPr>
            <a:spLocks noGrp="1"/>
          </p:cNvSpPr>
          <p:nvPr>
            <p:ph type="title"/>
          </p:nvPr>
        </p:nvSpPr>
        <p:spPr>
          <a:xfrm>
            <a:off x="515937" y="394087"/>
            <a:ext cx="11160121" cy="430887"/>
          </a:xfrm>
          <a:prstGeom prst="rect">
            <a:avLst/>
          </a:prstGeom>
        </p:spPr>
        <p:txBody>
          <a:bodyPr vert="horz" lIns="0" tIns="0" rIns="0" bIns="0" rtlCol="0" anchor="t">
            <a:spAutoFit/>
          </a:bodyPr>
          <a:lstStyle/>
          <a:p>
            <a:r>
              <a:rPr lang="en-GB"/>
              <a:t>Click to edit Master title style</a:t>
            </a:r>
            <a:endParaRPr lang="en-US"/>
          </a:p>
        </p:txBody>
      </p:sp>
    </p:spTree>
    <p:extLst>
      <p:ext uri="{BB962C8B-B14F-4D97-AF65-F5344CB8AC3E}">
        <p14:creationId xmlns:p14="http://schemas.microsoft.com/office/powerpoint/2010/main" val="89421748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78190E0F-C32E-FD4C-1886-AE3328217426}"/>
              </a:ext>
            </a:extLst>
          </p:cNvPr>
          <p:cNvSpPr>
            <a:spLocks noGrp="1"/>
          </p:cNvSpPr>
          <p:nvPr>
            <p:ph type="title"/>
          </p:nvPr>
        </p:nvSpPr>
        <p:spPr>
          <a:xfrm>
            <a:off x="515937" y="394087"/>
            <a:ext cx="11160121" cy="430887"/>
          </a:xfrm>
          <a:prstGeom prst="rect">
            <a:avLst/>
          </a:prstGeom>
        </p:spPr>
        <p:txBody>
          <a:bodyPr vert="horz" lIns="0" tIns="0" rIns="0" bIns="0" rtlCol="0" anchor="t">
            <a:spAutoFit/>
          </a:bodyPr>
          <a:lstStyle/>
          <a:p>
            <a:r>
              <a:rPr lang="en-GB"/>
              <a:t>Click to edit Master title style</a:t>
            </a:r>
            <a:endParaRPr lang="en-US"/>
          </a:p>
        </p:txBody>
      </p:sp>
    </p:spTree>
    <p:extLst>
      <p:ext uri="{BB962C8B-B14F-4D97-AF65-F5344CB8AC3E}">
        <p14:creationId xmlns:p14="http://schemas.microsoft.com/office/powerpoint/2010/main" val="320915512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lank" type="blank" preserve="1">
  <p:cSld name="Blank">
    <p:spTree>
      <p:nvGrpSpPr>
        <p:cNvPr id="1" name="Shape 48"/>
        <p:cNvGrpSpPr/>
        <p:nvPr/>
      </p:nvGrpSpPr>
      <p:grpSpPr>
        <a:xfrm>
          <a:off x="0" y="0"/>
          <a:ext cx="0" cy="0"/>
          <a:chOff x="0" y="0"/>
          <a:chExt cx="0" cy="0"/>
        </a:xfrm>
      </p:grpSpPr>
    </p:spTree>
    <p:extLst>
      <p:ext uri="{BB962C8B-B14F-4D97-AF65-F5344CB8AC3E}">
        <p14:creationId xmlns:p14="http://schemas.microsoft.com/office/powerpoint/2010/main" val="335136979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_Only Title">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78190E0F-C32E-FD4C-1886-AE3328217426}"/>
              </a:ext>
            </a:extLst>
          </p:cNvPr>
          <p:cNvSpPr>
            <a:spLocks noGrp="1"/>
          </p:cNvSpPr>
          <p:nvPr>
            <p:ph type="title"/>
          </p:nvPr>
        </p:nvSpPr>
        <p:spPr>
          <a:xfrm>
            <a:off x="515937" y="394087"/>
            <a:ext cx="11160121" cy="430887"/>
          </a:xfrm>
          <a:prstGeom prst="rect">
            <a:avLst/>
          </a:prstGeom>
        </p:spPr>
        <p:txBody>
          <a:bodyPr vert="horz" lIns="0" tIns="0" rIns="0" bIns="0" rtlCol="0" anchor="t">
            <a:spAutoFit/>
          </a:bodyPr>
          <a:lstStyle/>
          <a:p>
            <a:r>
              <a:rPr lang="en-GB"/>
              <a:t>Click to edit Master title style</a:t>
            </a:r>
            <a:endParaRPr lang="en-US"/>
          </a:p>
        </p:txBody>
      </p:sp>
    </p:spTree>
    <p:extLst>
      <p:ext uri="{BB962C8B-B14F-4D97-AF65-F5344CB8AC3E}">
        <p14:creationId xmlns:p14="http://schemas.microsoft.com/office/powerpoint/2010/main" val="106673473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_1 - Case Study Template - Ligh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A6A9094-A25C-C476-ADF7-5818D23514A1}"/>
              </a:ext>
            </a:extLst>
          </p:cNvPr>
          <p:cNvSpPr/>
          <p:nvPr/>
        </p:nvSpPr>
        <p:spPr>
          <a:xfrm>
            <a:off x="0" y="2813116"/>
            <a:ext cx="2071688" cy="3429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de-DE" sz="1400" b="0" i="0">
              <a:latin typeface="Aptos" panose="020B0004020202020204" pitchFamily="34" charset="0"/>
            </a:endParaRPr>
          </a:p>
        </p:txBody>
      </p:sp>
      <p:sp>
        <p:nvSpPr>
          <p:cNvPr id="3" name="Rectangle 2">
            <a:extLst>
              <a:ext uri="{FF2B5EF4-FFF2-40B4-BE49-F238E27FC236}">
                <a16:creationId xmlns:a16="http://schemas.microsoft.com/office/drawing/2014/main" id="{8FC091E0-9FAF-4FE5-D106-FA3E43B76942}"/>
              </a:ext>
            </a:extLst>
          </p:cNvPr>
          <p:cNvSpPr/>
          <p:nvPr/>
        </p:nvSpPr>
        <p:spPr>
          <a:xfrm>
            <a:off x="2071688" y="1141280"/>
            <a:ext cx="10120312" cy="616129"/>
          </a:xfrm>
          <a:prstGeom prst="rect">
            <a:avLst/>
          </a:prstGeom>
          <a:solidFill>
            <a:srgbClr val="0085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0" b="0" i="0">
              <a:solidFill>
                <a:schemeClr val="bg1"/>
              </a:solidFill>
              <a:latin typeface="Aptos" panose="020B0004020202020204" pitchFamily="34" charset="0"/>
            </a:endParaRPr>
          </a:p>
        </p:txBody>
      </p:sp>
      <p:sp>
        <p:nvSpPr>
          <p:cNvPr id="13" name="Picture Placeholder 12">
            <a:extLst>
              <a:ext uri="{FF2B5EF4-FFF2-40B4-BE49-F238E27FC236}">
                <a16:creationId xmlns:a16="http://schemas.microsoft.com/office/drawing/2014/main" id="{6D9BE2CB-078E-195D-BC0F-19DCEDE5A835}"/>
              </a:ext>
            </a:extLst>
          </p:cNvPr>
          <p:cNvSpPr>
            <a:spLocks noGrp="1"/>
          </p:cNvSpPr>
          <p:nvPr>
            <p:ph type="pic" sz="quarter" idx="10"/>
          </p:nvPr>
        </p:nvSpPr>
        <p:spPr>
          <a:xfrm>
            <a:off x="0" y="2"/>
            <a:ext cx="2071688" cy="2813116"/>
          </a:xfrm>
          <a:prstGeom prst="rect">
            <a:avLst/>
          </a:prstGeom>
          <a:solidFill>
            <a:schemeClr val="bg2">
              <a:lumMod val="20000"/>
              <a:lumOff val="80000"/>
            </a:schemeClr>
          </a:solidFill>
        </p:spPr>
        <p:txBody>
          <a:bodyPr wrap="square" anchor="ctr">
            <a:noAutofit/>
          </a:bodyPr>
          <a:lstStyle>
            <a:lvl1pPr marL="0" indent="0" algn="ctr">
              <a:buNone/>
              <a:defRPr b="0" i="0">
                <a:latin typeface="Aptos" panose="020B0004020202020204" pitchFamily="34" charset="0"/>
              </a:defRPr>
            </a:lvl1pPr>
          </a:lstStyle>
          <a:p>
            <a:r>
              <a:rPr lang="en-GB"/>
              <a:t>Click icon to add picture</a:t>
            </a:r>
            <a:endParaRPr lang="de-DE"/>
          </a:p>
        </p:txBody>
      </p:sp>
      <p:sp>
        <p:nvSpPr>
          <p:cNvPr id="18" name="Content Placeholder 2">
            <a:extLst>
              <a:ext uri="{FF2B5EF4-FFF2-40B4-BE49-F238E27FC236}">
                <a16:creationId xmlns:a16="http://schemas.microsoft.com/office/drawing/2014/main" id="{1E8C6222-4482-5FB1-2AE4-5A8F512E1392}"/>
              </a:ext>
            </a:extLst>
          </p:cNvPr>
          <p:cNvSpPr>
            <a:spLocks noGrp="1"/>
          </p:cNvSpPr>
          <p:nvPr>
            <p:ph sz="half" idx="28"/>
          </p:nvPr>
        </p:nvSpPr>
        <p:spPr>
          <a:xfrm>
            <a:off x="2157414" y="1801907"/>
            <a:ext cx="2786063" cy="4429563"/>
          </a:xfrm>
        </p:spPr>
        <p:txBody>
          <a:bodyPr wrap="square">
            <a:normAutofit/>
          </a:bodyPr>
          <a:lstStyle>
            <a:lvl1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GB"/>
              <a:t>Click to edit Master text styles</a:t>
            </a:r>
          </a:p>
          <a:p>
            <a:pPr lvl="1"/>
            <a:r>
              <a:rPr lang="en-GB"/>
              <a:t>Second level</a:t>
            </a:r>
          </a:p>
        </p:txBody>
      </p:sp>
      <p:sp>
        <p:nvSpPr>
          <p:cNvPr id="33" name="TextBox 32">
            <a:extLst>
              <a:ext uri="{FF2B5EF4-FFF2-40B4-BE49-F238E27FC236}">
                <a16:creationId xmlns:a16="http://schemas.microsoft.com/office/drawing/2014/main" id="{63B28BD4-B927-D5D7-3E8E-3B8E9CDB9CE1}"/>
              </a:ext>
            </a:extLst>
          </p:cNvPr>
          <p:cNvSpPr txBox="1"/>
          <p:nvPr/>
        </p:nvSpPr>
        <p:spPr>
          <a:xfrm>
            <a:off x="2267386" y="1253675"/>
            <a:ext cx="2160356" cy="369332"/>
          </a:xfrm>
          <a:prstGeom prst="rect">
            <a:avLst/>
          </a:prstGeom>
          <a:noFill/>
        </p:spPr>
        <p:txBody>
          <a:bodyPr wrap="square" lIns="0" tIns="0" rIns="0" bIns="0" anchor="ctr">
            <a:normAutofit/>
          </a:bodyPr>
          <a:lstStyle/>
          <a:p>
            <a:pPr algn="l"/>
            <a:r>
              <a:rPr lang="en-US" sz="1600" b="1">
                <a:solidFill>
                  <a:schemeClr val="bg1"/>
                </a:solidFill>
                <a:latin typeface="Verdana" panose="020B0604030504040204" pitchFamily="34" charset="0"/>
                <a:ea typeface="Verdana" panose="020B0604030504040204" pitchFamily="34" charset="0"/>
                <a:cs typeface="Verdana" panose="020B0604030504040204" pitchFamily="34" charset="0"/>
              </a:rPr>
              <a:t>Business Problem</a:t>
            </a:r>
          </a:p>
        </p:txBody>
      </p:sp>
      <p:sp>
        <p:nvSpPr>
          <p:cNvPr id="35" name="TextBox 34">
            <a:extLst>
              <a:ext uri="{FF2B5EF4-FFF2-40B4-BE49-F238E27FC236}">
                <a16:creationId xmlns:a16="http://schemas.microsoft.com/office/drawing/2014/main" id="{2D57DCEF-1560-9AF1-7A04-418461ED32AF}"/>
              </a:ext>
            </a:extLst>
          </p:cNvPr>
          <p:cNvSpPr txBox="1"/>
          <p:nvPr/>
        </p:nvSpPr>
        <p:spPr>
          <a:xfrm>
            <a:off x="9531735" y="1272587"/>
            <a:ext cx="2134599" cy="369332"/>
          </a:xfrm>
          <a:prstGeom prst="rect">
            <a:avLst/>
          </a:prstGeom>
          <a:noFill/>
        </p:spPr>
        <p:txBody>
          <a:bodyPr wrap="square" lIns="0" tIns="0" rIns="0" bIns="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rPr>
              <a:t>Client Benefits</a:t>
            </a:r>
          </a:p>
        </p:txBody>
      </p:sp>
      <p:cxnSp>
        <p:nvCxnSpPr>
          <p:cNvPr id="30" name="Straight Connector 29">
            <a:extLst>
              <a:ext uri="{FF2B5EF4-FFF2-40B4-BE49-F238E27FC236}">
                <a16:creationId xmlns:a16="http://schemas.microsoft.com/office/drawing/2014/main" id="{CDE24740-BF49-13A2-D93B-760FA193E090}"/>
              </a:ext>
            </a:extLst>
          </p:cNvPr>
          <p:cNvCxnSpPr>
            <a:cxnSpLocks/>
          </p:cNvCxnSpPr>
          <p:nvPr/>
        </p:nvCxnSpPr>
        <p:spPr>
          <a:xfrm>
            <a:off x="5018523" y="1253673"/>
            <a:ext cx="0" cy="38558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4943A43A-EBDD-8F84-F264-07442277D8F0}"/>
              </a:ext>
            </a:extLst>
          </p:cNvPr>
          <p:cNvSpPr>
            <a:spLocks noGrp="1"/>
          </p:cNvSpPr>
          <p:nvPr>
            <p:ph sz="half" idx="33"/>
          </p:nvPr>
        </p:nvSpPr>
        <p:spPr>
          <a:xfrm>
            <a:off x="5100639" y="1801907"/>
            <a:ext cx="4243387" cy="4429563"/>
          </a:xfrm>
        </p:spPr>
        <p:txBody>
          <a:bodyPr wrap="square">
            <a:normAutofit/>
          </a:bodyPr>
          <a:lstStyle>
            <a:lvl1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GB"/>
              <a:t>Click to edit Master text styles</a:t>
            </a:r>
          </a:p>
          <a:p>
            <a:pPr lvl="1"/>
            <a:r>
              <a:rPr lang="en-GB"/>
              <a:t>Second level</a:t>
            </a:r>
          </a:p>
        </p:txBody>
      </p:sp>
      <p:sp>
        <p:nvSpPr>
          <p:cNvPr id="9" name="Content Placeholder 2">
            <a:extLst>
              <a:ext uri="{FF2B5EF4-FFF2-40B4-BE49-F238E27FC236}">
                <a16:creationId xmlns:a16="http://schemas.microsoft.com/office/drawing/2014/main" id="{CEC79830-8908-1E07-2437-518AB0A44B50}"/>
              </a:ext>
            </a:extLst>
          </p:cNvPr>
          <p:cNvSpPr>
            <a:spLocks noGrp="1"/>
          </p:cNvSpPr>
          <p:nvPr>
            <p:ph sz="half" idx="34"/>
          </p:nvPr>
        </p:nvSpPr>
        <p:spPr>
          <a:xfrm>
            <a:off x="9501189" y="1801907"/>
            <a:ext cx="2571751" cy="4429563"/>
          </a:xfrm>
        </p:spPr>
        <p:txBody>
          <a:bodyPr wrap="square">
            <a:normAutofit/>
          </a:bodyPr>
          <a:lstStyle>
            <a:lvl1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GB"/>
              <a:t>Click to edit Master text styles</a:t>
            </a:r>
          </a:p>
          <a:p>
            <a:pPr lvl="1"/>
            <a:r>
              <a:rPr lang="en-GB"/>
              <a:t>Second level</a:t>
            </a:r>
          </a:p>
        </p:txBody>
      </p:sp>
      <p:cxnSp>
        <p:nvCxnSpPr>
          <p:cNvPr id="12" name="Straight Connector 11">
            <a:extLst>
              <a:ext uri="{FF2B5EF4-FFF2-40B4-BE49-F238E27FC236}">
                <a16:creationId xmlns:a16="http://schemas.microsoft.com/office/drawing/2014/main" id="{CE680F4E-05A8-E43C-4B6B-350DE6E011E3}"/>
              </a:ext>
            </a:extLst>
          </p:cNvPr>
          <p:cNvCxnSpPr>
            <a:cxnSpLocks/>
          </p:cNvCxnSpPr>
          <p:nvPr/>
        </p:nvCxnSpPr>
        <p:spPr>
          <a:xfrm>
            <a:off x="9381217" y="1249957"/>
            <a:ext cx="0" cy="38558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B73689D8-C9B4-2D34-07F0-DB463189E114}"/>
              </a:ext>
            </a:extLst>
          </p:cNvPr>
          <p:cNvSpPr txBox="1"/>
          <p:nvPr/>
        </p:nvSpPr>
        <p:spPr>
          <a:xfrm>
            <a:off x="5200651" y="1253675"/>
            <a:ext cx="2412099" cy="369332"/>
          </a:xfrm>
          <a:prstGeom prst="rect">
            <a:avLst/>
          </a:prstGeom>
          <a:noFill/>
        </p:spPr>
        <p:txBody>
          <a:bodyPr wrap="square" lIns="0" tIns="0" rIns="0" bIns="0" anchor="ctr">
            <a:normAutofit/>
          </a:bodyPr>
          <a:lstStyle/>
          <a:p>
            <a:pPr algn="l"/>
            <a:r>
              <a:rPr lang="en-US" sz="1600" b="1" err="1">
                <a:solidFill>
                  <a:schemeClr val="bg1"/>
                </a:solidFill>
                <a:latin typeface="Verdana" panose="020B0604030504040204" pitchFamily="34" charset="0"/>
                <a:ea typeface="Verdana" panose="020B0604030504040204" pitchFamily="34" charset="0"/>
                <a:cs typeface="Verdana" panose="020B0604030504040204" pitchFamily="34" charset="0"/>
              </a:rPr>
              <a:t>Ascendion’s</a:t>
            </a:r>
            <a:r>
              <a:rPr lang="en-US" sz="1600" b="1">
                <a:solidFill>
                  <a:schemeClr val="bg1"/>
                </a:solidFill>
                <a:latin typeface="Verdana" panose="020B0604030504040204" pitchFamily="34" charset="0"/>
                <a:ea typeface="Verdana" panose="020B0604030504040204" pitchFamily="34" charset="0"/>
                <a:cs typeface="Verdana" panose="020B0604030504040204" pitchFamily="34" charset="0"/>
              </a:rPr>
              <a:t> Solution</a:t>
            </a:r>
          </a:p>
        </p:txBody>
      </p:sp>
      <p:sp>
        <p:nvSpPr>
          <p:cNvPr id="11" name="Title 1">
            <a:extLst>
              <a:ext uri="{FF2B5EF4-FFF2-40B4-BE49-F238E27FC236}">
                <a16:creationId xmlns:a16="http://schemas.microsoft.com/office/drawing/2014/main" id="{0773BCE4-316C-2824-8669-331C25E93F9D}"/>
              </a:ext>
            </a:extLst>
          </p:cNvPr>
          <p:cNvSpPr>
            <a:spLocks noGrp="1"/>
          </p:cNvSpPr>
          <p:nvPr>
            <p:ph type="title" hasCustomPrompt="1"/>
          </p:nvPr>
        </p:nvSpPr>
        <p:spPr>
          <a:xfrm>
            <a:off x="2241629" y="219278"/>
            <a:ext cx="9445985" cy="451342"/>
          </a:xfrm>
        </p:spPr>
        <p:txBody>
          <a:bodyPr>
            <a:spAutoFit/>
          </a:bodyPr>
          <a:lstStyle/>
          <a:p>
            <a:r>
              <a:rPr lang="en-US"/>
              <a:t>Click To Edit Master Title Style</a:t>
            </a:r>
            <a:endParaRPr lang="en-AU"/>
          </a:p>
        </p:txBody>
      </p:sp>
      <p:grpSp>
        <p:nvGrpSpPr>
          <p:cNvPr id="8" name="Group 7">
            <a:extLst>
              <a:ext uri="{FF2B5EF4-FFF2-40B4-BE49-F238E27FC236}">
                <a16:creationId xmlns:a16="http://schemas.microsoft.com/office/drawing/2014/main" id="{3965D76F-2E4C-FDAE-FCF1-EEE18A3176A5}"/>
              </a:ext>
            </a:extLst>
          </p:cNvPr>
          <p:cNvGrpSpPr/>
          <p:nvPr userDrawn="1"/>
        </p:nvGrpSpPr>
        <p:grpSpPr>
          <a:xfrm>
            <a:off x="5018523" y="1775012"/>
            <a:ext cx="4362695" cy="4468627"/>
            <a:chOff x="5018523" y="2438400"/>
            <a:chExt cx="4362694" cy="389300"/>
          </a:xfrm>
        </p:grpSpPr>
        <p:cxnSp>
          <p:nvCxnSpPr>
            <p:cNvPr id="4" name="Straight Connector 3">
              <a:extLst>
                <a:ext uri="{FF2B5EF4-FFF2-40B4-BE49-F238E27FC236}">
                  <a16:creationId xmlns:a16="http://schemas.microsoft.com/office/drawing/2014/main" id="{223C57D4-5C85-F4FA-C49E-ED1DA689AFB2}"/>
                </a:ext>
              </a:extLst>
            </p:cNvPr>
            <p:cNvCxnSpPr>
              <a:cxnSpLocks/>
            </p:cNvCxnSpPr>
            <p:nvPr userDrawn="1"/>
          </p:nvCxnSpPr>
          <p:spPr>
            <a:xfrm>
              <a:off x="5018523" y="2442116"/>
              <a:ext cx="0" cy="385584"/>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ABC8B0CA-2B40-31D2-C112-BF3F37715F1D}"/>
                </a:ext>
              </a:extLst>
            </p:cNvPr>
            <p:cNvCxnSpPr>
              <a:cxnSpLocks/>
            </p:cNvCxnSpPr>
            <p:nvPr userDrawn="1"/>
          </p:nvCxnSpPr>
          <p:spPr>
            <a:xfrm>
              <a:off x="9381217" y="2438400"/>
              <a:ext cx="0" cy="385584"/>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grpSp>
      <p:sp>
        <p:nvSpPr>
          <p:cNvPr id="10" name="TextBox 9">
            <a:extLst>
              <a:ext uri="{FF2B5EF4-FFF2-40B4-BE49-F238E27FC236}">
                <a16:creationId xmlns:a16="http://schemas.microsoft.com/office/drawing/2014/main" id="{D92AE697-B6BA-7ED2-4A28-3D699CA66FB9}"/>
              </a:ext>
            </a:extLst>
          </p:cNvPr>
          <p:cNvSpPr txBox="1"/>
          <p:nvPr userDrawn="1"/>
        </p:nvSpPr>
        <p:spPr>
          <a:xfrm>
            <a:off x="76200" y="2814639"/>
            <a:ext cx="1695451" cy="369332"/>
          </a:xfrm>
          <a:prstGeom prst="rect">
            <a:avLst/>
          </a:prstGeom>
          <a:noFill/>
        </p:spPr>
        <p:txBody>
          <a:bodyPr wrap="square" lIns="0" tIns="0" rIns="0" bIns="0" anchor="ctr">
            <a:normAutofit/>
          </a:bodyPr>
          <a:lstStyle/>
          <a:p>
            <a:pPr algn="l"/>
            <a:r>
              <a:rPr lang="en-US" sz="1200" b="1">
                <a:solidFill>
                  <a:schemeClr val="bg1"/>
                </a:solidFill>
                <a:latin typeface="Verdana" panose="020B0604030504040204" pitchFamily="34" charset="0"/>
                <a:ea typeface="Verdana" panose="020B0604030504040204" pitchFamily="34" charset="0"/>
                <a:cs typeface="Verdana" panose="020B0604030504040204" pitchFamily="34" charset="0"/>
              </a:rPr>
              <a:t>About the Client:</a:t>
            </a:r>
          </a:p>
        </p:txBody>
      </p:sp>
    </p:spTree>
    <p:extLst>
      <p:ext uri="{BB962C8B-B14F-4D97-AF65-F5344CB8AC3E}">
        <p14:creationId xmlns:p14="http://schemas.microsoft.com/office/powerpoint/2010/main" val="277580759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1_Title+Content">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13AE9919-8BE1-9B8D-8546-E7527B31B533}"/>
              </a:ext>
            </a:extLst>
          </p:cNvPr>
          <p:cNvSpPr>
            <a:spLocks noGrp="1"/>
          </p:cNvSpPr>
          <p:nvPr>
            <p:ph type="title" hasCustomPrompt="1"/>
          </p:nvPr>
        </p:nvSpPr>
        <p:spPr>
          <a:xfrm>
            <a:off x="515937" y="389467"/>
            <a:ext cx="11170180" cy="965200"/>
          </a:xfrm>
          <a:prstGeom prst="rect">
            <a:avLst/>
          </a:prstGeom>
        </p:spPr>
        <p:txBody>
          <a:bodyPr vert="horz" lIns="0" tIns="0" rIns="0" bIns="0" rtlCol="0" anchor="t">
            <a:normAutofit/>
          </a:bodyPr>
          <a:lstStyle>
            <a:lvl1pPr>
              <a:defRPr b="1"/>
            </a:lvl1pPr>
          </a:lstStyle>
          <a:p>
            <a:r>
              <a:rPr lang="en-US"/>
              <a:t>Click To Edit Master Title Style</a:t>
            </a:r>
          </a:p>
        </p:txBody>
      </p:sp>
      <p:sp>
        <p:nvSpPr>
          <p:cNvPr id="3" name="Text Placeholder 2">
            <a:extLst>
              <a:ext uri="{FF2B5EF4-FFF2-40B4-BE49-F238E27FC236}">
                <a16:creationId xmlns:a16="http://schemas.microsoft.com/office/drawing/2014/main" id="{A1949B20-CE4F-2CE3-7EBD-9F382E2320AD}"/>
              </a:ext>
            </a:extLst>
          </p:cNvPr>
          <p:cNvSpPr>
            <a:spLocks noGrp="1"/>
          </p:cNvSpPr>
          <p:nvPr>
            <p:ph type="body" sz="quarter" idx="10"/>
          </p:nvPr>
        </p:nvSpPr>
        <p:spPr>
          <a:xfrm>
            <a:off x="505884" y="1604434"/>
            <a:ext cx="11159067" cy="462703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10625795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_Case Study Template">
    <p:spTree>
      <p:nvGrpSpPr>
        <p:cNvPr id="1" name=""/>
        <p:cNvGrpSpPr/>
        <p:nvPr/>
      </p:nvGrpSpPr>
      <p:grpSpPr>
        <a:xfrm>
          <a:off x="0" y="0"/>
          <a:ext cx="0" cy="0"/>
          <a:chOff x="0" y="0"/>
          <a:chExt cx="0" cy="0"/>
        </a:xfrm>
      </p:grpSpPr>
      <p:sp>
        <p:nvSpPr>
          <p:cNvPr id="8" name="Title Placeholder 1">
            <a:extLst>
              <a:ext uri="{FF2B5EF4-FFF2-40B4-BE49-F238E27FC236}">
                <a16:creationId xmlns:a16="http://schemas.microsoft.com/office/drawing/2014/main" id="{1D241DD7-699E-CE2D-3902-E0A9DDC26EB4}"/>
              </a:ext>
            </a:extLst>
          </p:cNvPr>
          <p:cNvSpPr>
            <a:spLocks noGrp="1"/>
          </p:cNvSpPr>
          <p:nvPr>
            <p:ph type="title" hasCustomPrompt="1"/>
          </p:nvPr>
        </p:nvSpPr>
        <p:spPr>
          <a:xfrm>
            <a:off x="2333162" y="424729"/>
            <a:ext cx="8815129" cy="492443"/>
          </a:xfrm>
          <a:prstGeom prst="rect">
            <a:avLst/>
          </a:prstGeom>
        </p:spPr>
        <p:txBody>
          <a:bodyPr vert="horz" wrap="square" lIns="0" tIns="0" rIns="0" bIns="0" rtlCol="0">
            <a:spAutoFit/>
          </a:bodyPr>
          <a:lstStyle>
            <a:lvl1pPr>
              <a:defRPr lang="en-US" sz="3200" b="0" i="0">
                <a:latin typeface="Calibri" panose="020F0502020204030204" pitchFamily="34" charset="0"/>
                <a:ea typeface="Calibri" panose="020F0502020204030204" pitchFamily="34" charset="0"/>
                <a:cs typeface="Calibri" panose="020F0502020204030204" pitchFamily="34" charset="0"/>
              </a:defRPr>
            </a:lvl1pPr>
          </a:lstStyle>
          <a:p>
            <a:pPr marL="0" lvl="0" indent="0">
              <a:spcBef>
                <a:spcPts val="1000"/>
              </a:spcBef>
              <a:buFont typeface="Arial" panose="020B0604020202020204" pitchFamily="34" charset="0"/>
            </a:pPr>
            <a:r>
              <a:rPr lang="en-US"/>
              <a:t>Click To Edit Master Title Style</a:t>
            </a:r>
          </a:p>
        </p:txBody>
      </p:sp>
      <p:sp>
        <p:nvSpPr>
          <p:cNvPr id="3" name="Rectangle 2">
            <a:extLst>
              <a:ext uri="{FF2B5EF4-FFF2-40B4-BE49-F238E27FC236}">
                <a16:creationId xmlns:a16="http://schemas.microsoft.com/office/drawing/2014/main" id="{8FC091E0-9FAF-4FE5-D106-FA3E43B76942}"/>
              </a:ext>
            </a:extLst>
          </p:cNvPr>
          <p:cNvSpPr/>
          <p:nvPr userDrawn="1"/>
        </p:nvSpPr>
        <p:spPr>
          <a:xfrm>
            <a:off x="2071688" y="1773468"/>
            <a:ext cx="10120312" cy="492443"/>
          </a:xfrm>
          <a:prstGeom prst="rect">
            <a:avLst/>
          </a:prstGeom>
          <a:gradFill flip="none" rotWithShape="1">
            <a:gsLst>
              <a:gs pos="0">
                <a:schemeClr val="accent1">
                  <a:shade val="30000"/>
                  <a:satMod val="115000"/>
                </a:schemeClr>
              </a:gs>
              <a:gs pos="50000">
                <a:schemeClr val="accent1">
                  <a:shade val="67500"/>
                  <a:satMod val="115000"/>
                  <a:alpha val="52000"/>
                </a:schemeClr>
              </a:gs>
              <a:gs pos="100000">
                <a:schemeClr val="accent1">
                  <a:shade val="100000"/>
                  <a:satMod val="115000"/>
                  <a:alpha val="40000"/>
                </a:schemeClr>
              </a:gs>
            </a:gsLst>
            <a:lin ang="0" scaled="1"/>
            <a:tileRect/>
          </a:gra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0" i="0">
              <a:latin typeface="Calibri" panose="020F0502020204030204" pitchFamily="34" charset="0"/>
              <a:cs typeface="Calibri" panose="020F0502020204030204" pitchFamily="34" charset="0"/>
            </a:endParaRPr>
          </a:p>
        </p:txBody>
      </p:sp>
      <p:sp>
        <p:nvSpPr>
          <p:cNvPr id="5" name="Rectangle 4">
            <a:extLst>
              <a:ext uri="{FF2B5EF4-FFF2-40B4-BE49-F238E27FC236}">
                <a16:creationId xmlns:a16="http://schemas.microsoft.com/office/drawing/2014/main" id="{1E1429BF-4FF9-111B-5611-10136F0A0AC7}"/>
              </a:ext>
            </a:extLst>
          </p:cNvPr>
          <p:cNvSpPr/>
          <p:nvPr userDrawn="1"/>
        </p:nvSpPr>
        <p:spPr>
          <a:xfrm>
            <a:off x="1" y="3429000"/>
            <a:ext cx="2071688" cy="3429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0" i="0">
              <a:latin typeface="Calibri" panose="020F0502020204030204" pitchFamily="34" charset="0"/>
              <a:cs typeface="Calibri" panose="020F0502020204030204" pitchFamily="34" charset="0"/>
            </a:endParaRPr>
          </a:p>
        </p:txBody>
      </p:sp>
      <p:sp>
        <p:nvSpPr>
          <p:cNvPr id="13" name="Picture Placeholder 12">
            <a:extLst>
              <a:ext uri="{FF2B5EF4-FFF2-40B4-BE49-F238E27FC236}">
                <a16:creationId xmlns:a16="http://schemas.microsoft.com/office/drawing/2014/main" id="{6D9BE2CB-078E-195D-BC0F-19DCEDE5A835}"/>
              </a:ext>
            </a:extLst>
          </p:cNvPr>
          <p:cNvSpPr>
            <a:spLocks noGrp="1"/>
          </p:cNvSpPr>
          <p:nvPr>
            <p:ph type="pic" sz="quarter" idx="10"/>
          </p:nvPr>
        </p:nvSpPr>
        <p:spPr>
          <a:xfrm>
            <a:off x="0" y="0"/>
            <a:ext cx="2071688" cy="3429000"/>
          </a:xfrm>
          <a:custGeom>
            <a:avLst/>
            <a:gdLst>
              <a:gd name="connsiteX0" fmla="*/ 1091652 w 2071688"/>
              <a:gd name="connsiteY0" fmla="*/ 0 h 3429000"/>
              <a:gd name="connsiteX1" fmla="*/ 2071688 w 2071688"/>
              <a:gd name="connsiteY1" fmla="*/ 0 h 3429000"/>
              <a:gd name="connsiteX2" fmla="*/ 2071688 w 2071688"/>
              <a:gd name="connsiteY2" fmla="*/ 3429000 h 3429000"/>
              <a:gd name="connsiteX3" fmla="*/ 0 w 2071688"/>
              <a:gd name="connsiteY3" fmla="*/ 3429000 h 3429000"/>
              <a:gd name="connsiteX4" fmla="*/ 0 w 2071688"/>
              <a:gd name="connsiteY4" fmla="*/ 242833 h 3429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1688" h="3429000">
                <a:moveTo>
                  <a:pt x="1091652" y="0"/>
                </a:moveTo>
                <a:lnTo>
                  <a:pt x="2071688" y="0"/>
                </a:lnTo>
                <a:lnTo>
                  <a:pt x="2071688" y="3429000"/>
                </a:lnTo>
                <a:lnTo>
                  <a:pt x="0" y="3429000"/>
                </a:lnTo>
                <a:lnTo>
                  <a:pt x="0" y="242833"/>
                </a:lnTo>
                <a:close/>
              </a:path>
            </a:pathLst>
          </a:custGeom>
          <a:solidFill>
            <a:schemeClr val="bg2">
              <a:lumMod val="20000"/>
              <a:lumOff val="80000"/>
            </a:schemeClr>
          </a:solidFill>
        </p:spPr>
        <p:txBody>
          <a:bodyPr wrap="square" anchor="ctr">
            <a:noAutofit/>
          </a:bodyPr>
          <a:lstStyle>
            <a:lvl1pPr marL="0" indent="0" algn="ctr">
              <a:buNone/>
              <a:defRPr b="0" i="0">
                <a:latin typeface="Calibri" panose="020F0502020204030204" pitchFamily="34" charset="0"/>
                <a:cs typeface="Calibri" panose="020F0502020204030204" pitchFamily="34" charset="0"/>
              </a:defRPr>
            </a:lvl1pPr>
          </a:lstStyle>
          <a:p>
            <a:r>
              <a:rPr lang="en-US"/>
              <a:t>Click icon to add picture</a:t>
            </a:r>
            <a:endParaRPr lang="de-DE"/>
          </a:p>
        </p:txBody>
      </p:sp>
      <p:pic>
        <p:nvPicPr>
          <p:cNvPr id="16" name="Picture 15">
            <a:extLst>
              <a:ext uri="{FF2B5EF4-FFF2-40B4-BE49-F238E27FC236}">
                <a16:creationId xmlns:a16="http://schemas.microsoft.com/office/drawing/2014/main" id="{A3D37AD0-DBE3-6007-DAF2-E12F1F4BF955}"/>
              </a:ext>
            </a:extLst>
          </p:cNvPr>
          <p:cNvPicPr>
            <a:picLocks noChangeAspect="1"/>
          </p:cNvPicPr>
          <p:nvPr userDrawn="1"/>
        </p:nvPicPr>
        <p:blipFill>
          <a:blip r:embed="rId2"/>
          <a:stretch>
            <a:fillRect/>
          </a:stretch>
        </p:blipFill>
        <p:spPr>
          <a:xfrm flipH="1">
            <a:off x="5089053" y="2342150"/>
            <a:ext cx="115380" cy="4175998"/>
          </a:xfrm>
          <a:prstGeom prst="rect">
            <a:avLst/>
          </a:prstGeom>
        </p:spPr>
      </p:pic>
      <p:pic>
        <p:nvPicPr>
          <p:cNvPr id="17" name="Picture 16">
            <a:extLst>
              <a:ext uri="{FF2B5EF4-FFF2-40B4-BE49-F238E27FC236}">
                <a16:creationId xmlns:a16="http://schemas.microsoft.com/office/drawing/2014/main" id="{1BA565B7-2EE5-67B0-C732-58C0B7C811D2}"/>
              </a:ext>
            </a:extLst>
          </p:cNvPr>
          <p:cNvPicPr>
            <a:picLocks noChangeAspect="1"/>
          </p:cNvPicPr>
          <p:nvPr userDrawn="1"/>
        </p:nvPicPr>
        <p:blipFill>
          <a:blip r:embed="rId2"/>
          <a:stretch>
            <a:fillRect/>
          </a:stretch>
        </p:blipFill>
        <p:spPr>
          <a:xfrm flipH="1">
            <a:off x="9216090" y="2342150"/>
            <a:ext cx="115380" cy="4175998"/>
          </a:xfrm>
          <a:prstGeom prst="rect">
            <a:avLst/>
          </a:prstGeom>
        </p:spPr>
      </p:pic>
      <p:sp>
        <p:nvSpPr>
          <p:cNvPr id="26" name="Content Placeholder 2">
            <a:extLst>
              <a:ext uri="{FF2B5EF4-FFF2-40B4-BE49-F238E27FC236}">
                <a16:creationId xmlns:a16="http://schemas.microsoft.com/office/drawing/2014/main" id="{B13E2EA6-779A-0B80-D9F4-FFD04550A2F4}"/>
              </a:ext>
            </a:extLst>
          </p:cNvPr>
          <p:cNvSpPr>
            <a:spLocks noGrp="1"/>
          </p:cNvSpPr>
          <p:nvPr>
            <p:ph sz="half" idx="1"/>
          </p:nvPr>
        </p:nvSpPr>
        <p:spPr>
          <a:xfrm>
            <a:off x="2161204" y="2342151"/>
            <a:ext cx="2858057" cy="4091119"/>
          </a:xfrm>
        </p:spPr>
        <p:txBody>
          <a:bodyPr>
            <a:noAutofit/>
          </a:bodyPr>
          <a:lstStyle>
            <a:lvl1pPr>
              <a:defRPr b="0" i="0">
                <a:solidFill>
                  <a:schemeClr val="tx1"/>
                </a:solidFill>
                <a:latin typeface="Calibri" panose="020F0502020204030204" pitchFamily="34" charset="0"/>
                <a:cs typeface="Calibri" panose="020F0502020204030204" pitchFamily="34" charset="0"/>
              </a:defRPr>
            </a:lvl1pPr>
            <a:lvl2pPr>
              <a:defRPr b="0" i="0">
                <a:solidFill>
                  <a:schemeClr val="tx1"/>
                </a:solidFill>
                <a:latin typeface="Calibri" panose="020F0502020204030204" pitchFamily="34" charset="0"/>
                <a:cs typeface="Calibri" panose="020F0502020204030204" pitchFamily="34" charset="0"/>
              </a:defRPr>
            </a:lvl2pPr>
            <a:lvl3pPr>
              <a:defRPr b="0" i="0">
                <a:solidFill>
                  <a:schemeClr val="tx1"/>
                </a:solidFill>
                <a:latin typeface="Calibri" panose="020F0502020204030204" pitchFamily="34" charset="0"/>
                <a:cs typeface="Calibri" panose="020F0502020204030204" pitchFamily="34" charset="0"/>
              </a:defRPr>
            </a:lvl3pPr>
            <a:lvl4pPr>
              <a:defRPr b="0" i="0">
                <a:solidFill>
                  <a:schemeClr val="tx1"/>
                </a:solidFill>
                <a:latin typeface="Avenir LT 45 Book" panose="020B0503020000020003" pitchFamily="34" charset="0"/>
                <a:cs typeface="Arial" panose="020B0604020202020204" pitchFamily="34" charset="0"/>
              </a:defRPr>
            </a:lvl4pPr>
            <a:lvl5pPr>
              <a:defRPr b="0" i="0">
                <a:solidFill>
                  <a:schemeClr val="tx1"/>
                </a:solidFill>
                <a:latin typeface="Avenir LT 45 Book" panose="020B0503020000020003"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p:txBody>
      </p:sp>
      <p:sp>
        <p:nvSpPr>
          <p:cNvPr id="27" name="Text Placeholder 2">
            <a:extLst>
              <a:ext uri="{FF2B5EF4-FFF2-40B4-BE49-F238E27FC236}">
                <a16:creationId xmlns:a16="http://schemas.microsoft.com/office/drawing/2014/main" id="{B9EB5A4D-A502-B419-E192-A8C8A9F60D59}"/>
              </a:ext>
            </a:extLst>
          </p:cNvPr>
          <p:cNvSpPr>
            <a:spLocks noGrp="1"/>
          </p:cNvSpPr>
          <p:nvPr>
            <p:ph type="body" idx="18" hasCustomPrompt="1"/>
          </p:nvPr>
        </p:nvSpPr>
        <p:spPr>
          <a:xfrm>
            <a:off x="2161205" y="1860714"/>
            <a:ext cx="2230676" cy="319913"/>
          </a:xfrm>
          <a:prstGeom prst="rect">
            <a:avLst/>
          </a:prstGeom>
        </p:spPr>
        <p:txBody>
          <a:bodyPr anchor="ctr">
            <a:noAutofit/>
          </a:bodyPr>
          <a:lstStyle>
            <a:lvl1pPr marL="0" indent="0">
              <a:buNone/>
              <a:defRPr lang="en-US" sz="1800" b="0" i="0" kern="1200" dirty="0">
                <a:solidFill>
                  <a:schemeClr val="bg1"/>
                </a:solidFill>
                <a:latin typeface="Calibri" panose="020F0502020204030204" pitchFamily="34" charset="0"/>
                <a:ea typeface="+mn-ea"/>
                <a:cs typeface="Calibri" panose="020F05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Text Here</a:t>
            </a:r>
          </a:p>
        </p:txBody>
      </p:sp>
      <p:sp>
        <p:nvSpPr>
          <p:cNvPr id="30" name="Content Placeholder 2">
            <a:extLst>
              <a:ext uri="{FF2B5EF4-FFF2-40B4-BE49-F238E27FC236}">
                <a16:creationId xmlns:a16="http://schemas.microsoft.com/office/drawing/2014/main" id="{65B72F91-9CA7-C78E-9DBA-7335C4DAC8A3}"/>
              </a:ext>
            </a:extLst>
          </p:cNvPr>
          <p:cNvSpPr>
            <a:spLocks noGrp="1"/>
          </p:cNvSpPr>
          <p:nvPr>
            <p:ph sz="half" idx="21"/>
          </p:nvPr>
        </p:nvSpPr>
        <p:spPr>
          <a:xfrm>
            <a:off x="5357191" y="2342150"/>
            <a:ext cx="3867886" cy="4091119"/>
          </a:xfrm>
        </p:spPr>
        <p:txBody>
          <a:bodyPr>
            <a:noAutofit/>
          </a:bodyPr>
          <a:lstStyle>
            <a:lvl1pPr>
              <a:defRPr b="0" i="0">
                <a:solidFill>
                  <a:schemeClr val="tx1"/>
                </a:solidFill>
                <a:latin typeface="Calibri" panose="020F0502020204030204" pitchFamily="34" charset="0"/>
                <a:cs typeface="Calibri" panose="020F0502020204030204" pitchFamily="34" charset="0"/>
              </a:defRPr>
            </a:lvl1pPr>
            <a:lvl2pPr>
              <a:defRPr b="0" i="0">
                <a:solidFill>
                  <a:schemeClr val="tx1"/>
                </a:solidFill>
                <a:latin typeface="Calibri" panose="020F0502020204030204" pitchFamily="34" charset="0"/>
                <a:cs typeface="Calibri" panose="020F0502020204030204" pitchFamily="34" charset="0"/>
              </a:defRPr>
            </a:lvl2pPr>
            <a:lvl3pPr>
              <a:defRPr b="0" i="0">
                <a:solidFill>
                  <a:schemeClr val="tx1"/>
                </a:solidFill>
                <a:latin typeface="Calibri" panose="020F0502020204030204" pitchFamily="34" charset="0"/>
                <a:cs typeface="Calibri" panose="020F0502020204030204" pitchFamily="34" charset="0"/>
              </a:defRPr>
            </a:lvl3pPr>
            <a:lvl4pPr>
              <a:defRPr b="0" i="0">
                <a:solidFill>
                  <a:schemeClr val="tx1"/>
                </a:solidFill>
                <a:latin typeface="Avenir LT 45 Book" panose="020B0503020000020003" pitchFamily="34" charset="0"/>
                <a:cs typeface="Arial" panose="020B0604020202020204" pitchFamily="34" charset="0"/>
              </a:defRPr>
            </a:lvl4pPr>
            <a:lvl5pPr>
              <a:defRPr b="0" i="0">
                <a:solidFill>
                  <a:schemeClr val="tx1"/>
                </a:solidFill>
                <a:latin typeface="Avenir LT 45 Book" panose="020B0503020000020003"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p:txBody>
      </p:sp>
      <p:sp>
        <p:nvSpPr>
          <p:cNvPr id="31" name="Text Placeholder 2">
            <a:extLst>
              <a:ext uri="{FF2B5EF4-FFF2-40B4-BE49-F238E27FC236}">
                <a16:creationId xmlns:a16="http://schemas.microsoft.com/office/drawing/2014/main" id="{D1E4BA00-E572-1462-60DC-29FACFD7072F}"/>
              </a:ext>
            </a:extLst>
          </p:cNvPr>
          <p:cNvSpPr>
            <a:spLocks noGrp="1"/>
          </p:cNvSpPr>
          <p:nvPr>
            <p:ph type="body" idx="22" hasCustomPrompt="1"/>
          </p:nvPr>
        </p:nvSpPr>
        <p:spPr>
          <a:xfrm>
            <a:off x="5357191" y="1860713"/>
            <a:ext cx="3863330" cy="319913"/>
          </a:xfrm>
          <a:prstGeom prst="rect">
            <a:avLst/>
          </a:prstGeom>
        </p:spPr>
        <p:txBody>
          <a:bodyPr anchor="ctr">
            <a:noAutofit/>
          </a:bodyPr>
          <a:lstStyle>
            <a:lvl1pPr marL="0" indent="0">
              <a:buNone/>
              <a:defRPr lang="en-US" sz="1800" b="0" i="0" kern="1200" dirty="0">
                <a:solidFill>
                  <a:schemeClr val="bg1"/>
                </a:solidFill>
                <a:latin typeface="Calibri" panose="020F0502020204030204" pitchFamily="34" charset="0"/>
                <a:ea typeface="+mn-ea"/>
                <a:cs typeface="Calibri" panose="020F05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Text Here</a:t>
            </a:r>
          </a:p>
        </p:txBody>
      </p:sp>
      <p:sp>
        <p:nvSpPr>
          <p:cNvPr id="32" name="Content Placeholder 2">
            <a:extLst>
              <a:ext uri="{FF2B5EF4-FFF2-40B4-BE49-F238E27FC236}">
                <a16:creationId xmlns:a16="http://schemas.microsoft.com/office/drawing/2014/main" id="{94064604-A050-353E-89CC-29625B05A1BD}"/>
              </a:ext>
            </a:extLst>
          </p:cNvPr>
          <p:cNvSpPr>
            <a:spLocks noGrp="1"/>
          </p:cNvSpPr>
          <p:nvPr>
            <p:ph sz="half" idx="23"/>
          </p:nvPr>
        </p:nvSpPr>
        <p:spPr>
          <a:xfrm>
            <a:off x="9401262" y="2342150"/>
            <a:ext cx="2235232" cy="4091119"/>
          </a:xfrm>
        </p:spPr>
        <p:txBody>
          <a:bodyPr>
            <a:noAutofit/>
          </a:bodyPr>
          <a:lstStyle>
            <a:lvl1pPr>
              <a:defRPr b="0" i="0">
                <a:solidFill>
                  <a:schemeClr val="tx1"/>
                </a:solidFill>
                <a:latin typeface="Calibri" panose="020F0502020204030204" pitchFamily="34" charset="0"/>
                <a:cs typeface="Calibri" panose="020F0502020204030204" pitchFamily="34" charset="0"/>
              </a:defRPr>
            </a:lvl1pPr>
            <a:lvl2pPr>
              <a:defRPr b="0" i="0">
                <a:solidFill>
                  <a:schemeClr val="tx1"/>
                </a:solidFill>
                <a:latin typeface="Calibri" panose="020F0502020204030204" pitchFamily="34" charset="0"/>
                <a:cs typeface="Calibri" panose="020F0502020204030204" pitchFamily="34" charset="0"/>
              </a:defRPr>
            </a:lvl2pPr>
            <a:lvl3pPr>
              <a:defRPr b="0" i="0">
                <a:solidFill>
                  <a:schemeClr val="tx1"/>
                </a:solidFill>
                <a:latin typeface="Calibri" panose="020F0502020204030204" pitchFamily="34" charset="0"/>
                <a:cs typeface="Calibri" panose="020F0502020204030204" pitchFamily="34" charset="0"/>
              </a:defRPr>
            </a:lvl3pPr>
            <a:lvl4pPr>
              <a:defRPr b="0" i="0">
                <a:solidFill>
                  <a:schemeClr val="tx1"/>
                </a:solidFill>
                <a:latin typeface="Avenir LT 45 Book" panose="020B0503020000020003" pitchFamily="34" charset="0"/>
                <a:cs typeface="Arial" panose="020B0604020202020204" pitchFamily="34" charset="0"/>
              </a:defRPr>
            </a:lvl4pPr>
            <a:lvl5pPr>
              <a:defRPr b="0" i="0">
                <a:solidFill>
                  <a:schemeClr val="tx1"/>
                </a:solidFill>
                <a:latin typeface="Avenir LT 45 Book" panose="020B0503020000020003"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p:txBody>
      </p:sp>
      <p:sp>
        <p:nvSpPr>
          <p:cNvPr id="33" name="Text Placeholder 2">
            <a:extLst>
              <a:ext uri="{FF2B5EF4-FFF2-40B4-BE49-F238E27FC236}">
                <a16:creationId xmlns:a16="http://schemas.microsoft.com/office/drawing/2014/main" id="{3028A61B-5F20-8224-72D5-5439D9F1EE5F}"/>
              </a:ext>
            </a:extLst>
          </p:cNvPr>
          <p:cNvSpPr>
            <a:spLocks noGrp="1"/>
          </p:cNvSpPr>
          <p:nvPr>
            <p:ph type="body" idx="24" hasCustomPrompt="1"/>
          </p:nvPr>
        </p:nvSpPr>
        <p:spPr>
          <a:xfrm>
            <a:off x="9401262" y="1860713"/>
            <a:ext cx="2230676" cy="319913"/>
          </a:xfrm>
          <a:prstGeom prst="rect">
            <a:avLst/>
          </a:prstGeom>
        </p:spPr>
        <p:txBody>
          <a:bodyPr anchor="ctr">
            <a:noAutofit/>
          </a:bodyPr>
          <a:lstStyle>
            <a:lvl1pPr marL="0" indent="0">
              <a:buNone/>
              <a:defRPr lang="en-US" sz="1800" b="0" i="0" kern="1200" dirty="0">
                <a:solidFill>
                  <a:schemeClr val="bg1"/>
                </a:solidFill>
                <a:latin typeface="Calibri" panose="020F0502020204030204" pitchFamily="34" charset="0"/>
                <a:ea typeface="+mn-ea"/>
                <a:cs typeface="Calibri" panose="020F05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Text Here</a:t>
            </a:r>
          </a:p>
        </p:txBody>
      </p:sp>
      <p:sp>
        <p:nvSpPr>
          <p:cNvPr id="34" name="Content Placeholder 2">
            <a:extLst>
              <a:ext uri="{FF2B5EF4-FFF2-40B4-BE49-F238E27FC236}">
                <a16:creationId xmlns:a16="http://schemas.microsoft.com/office/drawing/2014/main" id="{169400A2-8F91-3548-A27F-D368249BC92B}"/>
              </a:ext>
            </a:extLst>
          </p:cNvPr>
          <p:cNvSpPr>
            <a:spLocks noGrp="1"/>
          </p:cNvSpPr>
          <p:nvPr>
            <p:ph sz="half" idx="25" hasCustomPrompt="1"/>
          </p:nvPr>
        </p:nvSpPr>
        <p:spPr>
          <a:xfrm>
            <a:off x="125414" y="3533210"/>
            <a:ext cx="1784667" cy="3105715"/>
          </a:xfrm>
        </p:spPr>
        <p:txBody>
          <a:bodyPr>
            <a:noAutofit/>
          </a:bodyPr>
          <a:lstStyle>
            <a:lvl1pPr>
              <a:defRPr b="0" i="0">
                <a:solidFill>
                  <a:schemeClr val="bg1"/>
                </a:solidFill>
                <a:latin typeface="Calibri" panose="020F0502020204030204" pitchFamily="34" charset="0"/>
                <a:cs typeface="Calibri" panose="020F0502020204030204" pitchFamily="34" charset="0"/>
              </a:defRPr>
            </a:lvl1pPr>
            <a:lvl2pPr>
              <a:defRPr b="0" i="0">
                <a:solidFill>
                  <a:schemeClr val="bg1"/>
                </a:solidFill>
                <a:latin typeface="Avenir LT 45 Book" panose="020B0503020000020003" pitchFamily="34" charset="0"/>
                <a:cs typeface="Arial" panose="020B0604020202020204" pitchFamily="34" charset="0"/>
              </a:defRPr>
            </a:lvl2pPr>
            <a:lvl3pPr>
              <a:defRPr b="0" i="0">
                <a:solidFill>
                  <a:schemeClr val="bg1"/>
                </a:solidFill>
                <a:latin typeface="Avenir LT 45 Book" panose="020B0503020000020003" pitchFamily="34" charset="0"/>
                <a:cs typeface="Arial" panose="020B0604020202020204" pitchFamily="34" charset="0"/>
              </a:defRPr>
            </a:lvl3pPr>
            <a:lvl4pPr>
              <a:defRPr b="0" i="0">
                <a:solidFill>
                  <a:schemeClr val="bg1"/>
                </a:solidFill>
                <a:latin typeface="Avenir LT 45 Book" panose="020B0503020000020003" pitchFamily="34" charset="0"/>
                <a:cs typeface="Arial" panose="020B0604020202020204" pitchFamily="34" charset="0"/>
              </a:defRPr>
            </a:lvl4pPr>
            <a:lvl5pPr>
              <a:defRPr b="0" i="0">
                <a:solidFill>
                  <a:schemeClr val="bg1"/>
                </a:solidFill>
                <a:latin typeface="Avenir LT 45 Book" panose="020B0503020000020003" pitchFamily="34" charset="0"/>
                <a:cs typeface="Arial" panose="020B0604020202020204" pitchFamily="34" charset="0"/>
              </a:defRPr>
            </a:lvl5pPr>
          </a:lstStyle>
          <a:p>
            <a:pPr>
              <a:spcAft>
                <a:spcPts val="200"/>
              </a:spcAft>
              <a:defRPr/>
            </a:pPr>
            <a:r>
              <a:rPr kumimoji="0" lang="en-US" sz="1800" u="none" strike="noStrike" kern="1200" cap="none" spc="0" normalizeH="0" baseline="0" noProof="0">
                <a:ln>
                  <a:noFill/>
                </a:ln>
                <a:solidFill>
                  <a:srgbClr val="FFFFFF"/>
                </a:solidFill>
                <a:effectLst/>
                <a:uLnTx/>
                <a:uFillTx/>
                <a:latin typeface="Avenir Book" panose="02000503020000020003" pitchFamily="2" charset="0"/>
                <a:ea typeface="+mn-ea"/>
                <a:cs typeface="Arial" panose="020B0604020202020204" pitchFamily="34" charset="0"/>
              </a:rPr>
              <a:t>Industry, </a:t>
            </a:r>
          </a:p>
          <a:p>
            <a:pPr>
              <a:spcAft>
                <a:spcPts val="200"/>
              </a:spcAft>
              <a:defRPr/>
            </a:pPr>
            <a:r>
              <a:rPr kumimoji="0" lang="en-US" sz="1800" u="none" strike="noStrike" kern="1200" cap="none" spc="0" normalizeH="0" baseline="0" noProof="0">
                <a:ln>
                  <a:noFill/>
                </a:ln>
                <a:solidFill>
                  <a:srgbClr val="FFFFFF"/>
                </a:solidFill>
                <a:effectLst/>
                <a:uLnTx/>
                <a:uFillTx/>
                <a:latin typeface="Avenir Book" panose="02000503020000020003" pitchFamily="2" charset="0"/>
                <a:ea typeface="+mn-ea"/>
                <a:cs typeface="Arial" panose="020B0604020202020204" pitchFamily="34" charset="0"/>
              </a:rPr>
              <a:t>Core Business </a:t>
            </a:r>
          </a:p>
          <a:p>
            <a:pPr>
              <a:spcAft>
                <a:spcPts val="200"/>
              </a:spcAft>
              <a:defRPr/>
            </a:pPr>
            <a:r>
              <a:rPr kumimoji="0" lang="en-US" sz="1800" u="none" strike="noStrike" kern="1200" cap="none" spc="0" normalizeH="0" baseline="0" noProof="0">
                <a:ln>
                  <a:noFill/>
                </a:ln>
                <a:solidFill>
                  <a:srgbClr val="FFFFFF"/>
                </a:solidFill>
                <a:effectLst/>
                <a:uLnTx/>
                <a:uFillTx/>
                <a:latin typeface="Avenir Book" panose="02000503020000020003" pitchFamily="2" charset="0"/>
                <a:ea typeface="+mn-ea"/>
                <a:cs typeface="Arial" panose="020B0604020202020204" pitchFamily="34" charset="0"/>
              </a:rPr>
              <a:t> Presence</a:t>
            </a:r>
          </a:p>
        </p:txBody>
      </p:sp>
      <p:grpSp>
        <p:nvGrpSpPr>
          <p:cNvPr id="2" name="Group 1">
            <a:extLst>
              <a:ext uri="{FF2B5EF4-FFF2-40B4-BE49-F238E27FC236}">
                <a16:creationId xmlns:a16="http://schemas.microsoft.com/office/drawing/2014/main" id="{D0894D3C-EEA6-115D-7132-E0B7C91EAC4E}"/>
              </a:ext>
            </a:extLst>
          </p:cNvPr>
          <p:cNvGrpSpPr>
            <a:grpSpLocks/>
          </p:cNvGrpSpPr>
          <p:nvPr userDrawn="1"/>
        </p:nvGrpSpPr>
        <p:grpSpPr>
          <a:xfrm>
            <a:off x="5204432" y="1898834"/>
            <a:ext cx="4127037" cy="319913"/>
            <a:chOff x="3211856" y="2921653"/>
            <a:chExt cx="5768287" cy="3491180"/>
          </a:xfrm>
        </p:grpSpPr>
        <p:cxnSp>
          <p:nvCxnSpPr>
            <p:cNvPr id="7" name="Straight Connector 6">
              <a:extLst>
                <a:ext uri="{FF2B5EF4-FFF2-40B4-BE49-F238E27FC236}">
                  <a16:creationId xmlns:a16="http://schemas.microsoft.com/office/drawing/2014/main" id="{D1656985-BA1C-AB2D-5DF1-31BC90C2AC5C}"/>
                </a:ext>
              </a:extLst>
            </p:cNvPr>
            <p:cNvCxnSpPr>
              <a:cxnSpLocks/>
            </p:cNvCxnSpPr>
            <p:nvPr/>
          </p:nvCxnSpPr>
          <p:spPr>
            <a:xfrm>
              <a:off x="8980143" y="2921653"/>
              <a:ext cx="0" cy="3491180"/>
            </a:xfrm>
            <a:prstGeom prst="line">
              <a:avLst/>
            </a:prstGeom>
            <a:noFill/>
            <a:ln w="3175">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9" name="Straight Connector 8">
              <a:extLst>
                <a:ext uri="{FF2B5EF4-FFF2-40B4-BE49-F238E27FC236}">
                  <a16:creationId xmlns:a16="http://schemas.microsoft.com/office/drawing/2014/main" id="{0BCAD653-699A-F82B-D37A-1024FDCEC748}"/>
                </a:ext>
              </a:extLst>
            </p:cNvPr>
            <p:cNvCxnSpPr>
              <a:cxnSpLocks/>
            </p:cNvCxnSpPr>
            <p:nvPr/>
          </p:nvCxnSpPr>
          <p:spPr>
            <a:xfrm>
              <a:off x="3211856" y="2921653"/>
              <a:ext cx="0" cy="3491180"/>
            </a:xfrm>
            <a:prstGeom prst="line">
              <a:avLst/>
            </a:prstGeom>
            <a:noFill/>
            <a:ln w="3175">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cxnSp>
      </p:grpSp>
    </p:spTree>
    <p:extLst>
      <p:ext uri="{BB962C8B-B14F-4D97-AF65-F5344CB8AC3E}">
        <p14:creationId xmlns:p14="http://schemas.microsoft.com/office/powerpoint/2010/main" val="342106663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1 - Case Study Template - Ligh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A6A9094-A25C-C476-ADF7-5818D23514A1}"/>
              </a:ext>
            </a:extLst>
          </p:cNvPr>
          <p:cNvSpPr/>
          <p:nvPr userDrawn="1"/>
        </p:nvSpPr>
        <p:spPr>
          <a:xfrm>
            <a:off x="0" y="2813115"/>
            <a:ext cx="2071688" cy="349666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de-DE" sz="1400" b="0" i="0">
              <a:latin typeface="Aptos" panose="020B0004020202020204" pitchFamily="34" charset="0"/>
            </a:endParaRPr>
          </a:p>
        </p:txBody>
      </p:sp>
      <p:sp>
        <p:nvSpPr>
          <p:cNvPr id="3" name="Rectangle 2">
            <a:extLst>
              <a:ext uri="{FF2B5EF4-FFF2-40B4-BE49-F238E27FC236}">
                <a16:creationId xmlns:a16="http://schemas.microsoft.com/office/drawing/2014/main" id="{8FC091E0-9FAF-4FE5-D106-FA3E43B76942}"/>
              </a:ext>
            </a:extLst>
          </p:cNvPr>
          <p:cNvSpPr/>
          <p:nvPr userDrawn="1"/>
        </p:nvSpPr>
        <p:spPr>
          <a:xfrm>
            <a:off x="2071688" y="1625372"/>
            <a:ext cx="10120312" cy="616129"/>
          </a:xfrm>
          <a:prstGeom prst="rect">
            <a:avLst/>
          </a:prstGeom>
          <a:solidFill>
            <a:srgbClr val="0085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0" b="0" i="0">
              <a:solidFill>
                <a:schemeClr val="bg1"/>
              </a:solidFill>
              <a:latin typeface="Aptos" panose="020B0004020202020204" pitchFamily="34" charset="0"/>
            </a:endParaRPr>
          </a:p>
        </p:txBody>
      </p:sp>
      <p:sp>
        <p:nvSpPr>
          <p:cNvPr id="13" name="Picture Placeholder 12">
            <a:extLst>
              <a:ext uri="{FF2B5EF4-FFF2-40B4-BE49-F238E27FC236}">
                <a16:creationId xmlns:a16="http://schemas.microsoft.com/office/drawing/2014/main" id="{6D9BE2CB-078E-195D-BC0F-19DCEDE5A835}"/>
              </a:ext>
            </a:extLst>
          </p:cNvPr>
          <p:cNvSpPr>
            <a:spLocks noGrp="1"/>
          </p:cNvSpPr>
          <p:nvPr>
            <p:ph type="pic" sz="quarter" idx="10"/>
          </p:nvPr>
        </p:nvSpPr>
        <p:spPr>
          <a:xfrm>
            <a:off x="0" y="2"/>
            <a:ext cx="2071688" cy="2813116"/>
          </a:xfrm>
          <a:prstGeom prst="rect">
            <a:avLst/>
          </a:prstGeom>
          <a:solidFill>
            <a:schemeClr val="bg2">
              <a:lumMod val="20000"/>
              <a:lumOff val="80000"/>
            </a:schemeClr>
          </a:solidFill>
        </p:spPr>
        <p:txBody>
          <a:bodyPr wrap="square" anchor="ctr">
            <a:noAutofit/>
          </a:bodyPr>
          <a:lstStyle>
            <a:lvl1pPr marL="0" indent="0" algn="ctr">
              <a:buNone/>
              <a:defRPr b="0" i="0">
                <a:latin typeface="Aptos" panose="020B0004020202020204" pitchFamily="34" charset="0"/>
              </a:defRPr>
            </a:lvl1pPr>
          </a:lstStyle>
          <a:p>
            <a:endParaRPr lang="de-DE"/>
          </a:p>
        </p:txBody>
      </p:sp>
      <p:sp>
        <p:nvSpPr>
          <p:cNvPr id="18" name="Content Placeholder 2">
            <a:extLst>
              <a:ext uri="{FF2B5EF4-FFF2-40B4-BE49-F238E27FC236}">
                <a16:creationId xmlns:a16="http://schemas.microsoft.com/office/drawing/2014/main" id="{1E8C6222-4482-5FB1-2AE4-5A8F512E1392}"/>
              </a:ext>
            </a:extLst>
          </p:cNvPr>
          <p:cNvSpPr>
            <a:spLocks noGrp="1"/>
          </p:cNvSpPr>
          <p:nvPr>
            <p:ph sz="half" idx="28"/>
          </p:nvPr>
        </p:nvSpPr>
        <p:spPr>
          <a:xfrm>
            <a:off x="2267386" y="2362985"/>
            <a:ext cx="2134599" cy="3868483"/>
          </a:xfrm>
        </p:spPr>
        <p:txBody>
          <a:bodyPr wrap="square">
            <a:normAutofit/>
          </a:bodyPr>
          <a:lstStyle>
            <a:lvl1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US"/>
              <a:t>Click to edit Master text styles</a:t>
            </a:r>
          </a:p>
          <a:p>
            <a:pPr lvl="1"/>
            <a:r>
              <a:rPr lang="en-US"/>
              <a:t>Second level</a:t>
            </a:r>
          </a:p>
        </p:txBody>
      </p:sp>
      <p:sp>
        <p:nvSpPr>
          <p:cNvPr id="21" name="Text Placeholder 20">
            <a:extLst>
              <a:ext uri="{FF2B5EF4-FFF2-40B4-BE49-F238E27FC236}">
                <a16:creationId xmlns:a16="http://schemas.microsoft.com/office/drawing/2014/main" id="{3ABF10A2-C9DA-5DAE-C7DB-0602BB4D5EE0}"/>
              </a:ext>
            </a:extLst>
          </p:cNvPr>
          <p:cNvSpPr>
            <a:spLocks noGrp="1"/>
          </p:cNvSpPr>
          <p:nvPr>
            <p:ph type="body" sz="quarter" idx="30"/>
          </p:nvPr>
        </p:nvSpPr>
        <p:spPr>
          <a:xfrm>
            <a:off x="139493" y="3303627"/>
            <a:ext cx="1724025" cy="522401"/>
          </a:xfrm>
        </p:spPr>
        <p:txBody>
          <a:bodyPr wrap="square">
            <a:normAutofit/>
          </a:bodyPr>
          <a:lstStyle>
            <a:lvl1pPr marL="0" indent="0">
              <a:buNone/>
              <a:defRPr sz="1200" b="0" i="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Click to edit Master text styles</a:t>
            </a:r>
          </a:p>
        </p:txBody>
      </p:sp>
      <p:sp>
        <p:nvSpPr>
          <p:cNvPr id="28" name="TextBox 27">
            <a:extLst>
              <a:ext uri="{FF2B5EF4-FFF2-40B4-BE49-F238E27FC236}">
                <a16:creationId xmlns:a16="http://schemas.microsoft.com/office/drawing/2014/main" id="{5B26B514-4B29-D25C-E426-090F0CCDED2B}"/>
              </a:ext>
            </a:extLst>
          </p:cNvPr>
          <p:cNvSpPr txBox="1"/>
          <p:nvPr userDrawn="1"/>
        </p:nvSpPr>
        <p:spPr>
          <a:xfrm>
            <a:off x="139492" y="2987927"/>
            <a:ext cx="1250067" cy="369332"/>
          </a:xfrm>
          <a:prstGeom prst="rect">
            <a:avLst/>
          </a:prstGeom>
          <a:noFill/>
        </p:spPr>
        <p:txBody>
          <a:bodyPr wrap="square" lIns="0" tIns="0" rIns="0" bIns="0">
            <a:normAutofit/>
          </a:bodyPr>
          <a:lstStyle/>
          <a:p>
            <a:pPr algn="l"/>
            <a:r>
              <a:rPr lang="en-US" sz="1467" b="1">
                <a:solidFill>
                  <a:schemeClr val="bg1"/>
                </a:solidFill>
                <a:latin typeface="Century Gothic" panose="020B0502020202020204" pitchFamily="34" charset="0"/>
                <a:ea typeface="Verdana" panose="020B0604030504040204" pitchFamily="34" charset="0"/>
                <a:cs typeface="Verdana" panose="020B0604030504040204" pitchFamily="34" charset="0"/>
              </a:rPr>
              <a:t>Industry</a:t>
            </a:r>
          </a:p>
        </p:txBody>
      </p:sp>
      <p:sp>
        <p:nvSpPr>
          <p:cNvPr id="29" name="TextBox 28">
            <a:extLst>
              <a:ext uri="{FF2B5EF4-FFF2-40B4-BE49-F238E27FC236}">
                <a16:creationId xmlns:a16="http://schemas.microsoft.com/office/drawing/2014/main" id="{457D9ADA-1122-CD1D-3A8A-07F0E1EEE9EB}"/>
              </a:ext>
            </a:extLst>
          </p:cNvPr>
          <p:cNvSpPr txBox="1"/>
          <p:nvPr userDrawn="1"/>
        </p:nvSpPr>
        <p:spPr>
          <a:xfrm>
            <a:off x="139493" y="4151218"/>
            <a:ext cx="1827567" cy="369332"/>
          </a:xfrm>
          <a:prstGeom prst="rect">
            <a:avLst/>
          </a:prstGeom>
          <a:noFill/>
        </p:spPr>
        <p:txBody>
          <a:bodyPr wrap="square" lIns="0" tIns="0" rIns="0" bIns="0">
            <a:normAutofit/>
          </a:bodyPr>
          <a:lstStyle/>
          <a:p>
            <a:pPr algn="l"/>
            <a:r>
              <a:rPr lang="en-US" sz="1467" b="1">
                <a:solidFill>
                  <a:schemeClr val="bg1"/>
                </a:solidFill>
                <a:latin typeface="Century Gothic" panose="020B0502020202020204" pitchFamily="34" charset="0"/>
                <a:ea typeface="Verdana" panose="020B0604030504040204" pitchFamily="34" charset="0"/>
                <a:cs typeface="Verdana" panose="020B0604030504040204" pitchFamily="34" charset="0"/>
              </a:rPr>
              <a:t>Core Offering</a:t>
            </a:r>
          </a:p>
        </p:txBody>
      </p:sp>
      <p:sp>
        <p:nvSpPr>
          <p:cNvPr id="33" name="TextBox 32">
            <a:extLst>
              <a:ext uri="{FF2B5EF4-FFF2-40B4-BE49-F238E27FC236}">
                <a16:creationId xmlns:a16="http://schemas.microsoft.com/office/drawing/2014/main" id="{63B28BD4-B927-D5D7-3E8E-3B8E9CDB9CE1}"/>
              </a:ext>
            </a:extLst>
          </p:cNvPr>
          <p:cNvSpPr txBox="1"/>
          <p:nvPr userDrawn="1"/>
        </p:nvSpPr>
        <p:spPr>
          <a:xfrm>
            <a:off x="2267386" y="1748770"/>
            <a:ext cx="2160356" cy="369332"/>
          </a:xfrm>
          <a:prstGeom prst="rect">
            <a:avLst/>
          </a:prstGeom>
          <a:noFill/>
        </p:spPr>
        <p:txBody>
          <a:bodyPr wrap="square" lIns="0" tIns="0" rIns="0" bIns="0" anchor="ctr">
            <a:normAutofit/>
          </a:bodyPr>
          <a:lstStyle/>
          <a:p>
            <a:pPr algn="l"/>
            <a:r>
              <a:rPr lang="en-US" sz="1600" b="1">
                <a:solidFill>
                  <a:schemeClr val="bg1"/>
                </a:solidFill>
                <a:latin typeface="Century Gothic" panose="020B0502020202020204" pitchFamily="34" charset="0"/>
                <a:ea typeface="Verdana" panose="020B0604030504040204" pitchFamily="34" charset="0"/>
                <a:cs typeface="Verdana" panose="020B0604030504040204" pitchFamily="34" charset="0"/>
              </a:rPr>
              <a:t>The Need</a:t>
            </a:r>
          </a:p>
        </p:txBody>
      </p:sp>
      <p:sp>
        <p:nvSpPr>
          <p:cNvPr id="34" name="TextBox 33">
            <a:extLst>
              <a:ext uri="{FF2B5EF4-FFF2-40B4-BE49-F238E27FC236}">
                <a16:creationId xmlns:a16="http://schemas.microsoft.com/office/drawing/2014/main" id="{422F0849-857F-20D1-6423-0570268546AD}"/>
              </a:ext>
            </a:extLst>
          </p:cNvPr>
          <p:cNvSpPr txBox="1"/>
          <p:nvPr userDrawn="1"/>
        </p:nvSpPr>
        <p:spPr>
          <a:xfrm>
            <a:off x="4725025" y="1748770"/>
            <a:ext cx="2138055" cy="369332"/>
          </a:xfrm>
          <a:prstGeom prst="rect">
            <a:avLst/>
          </a:prstGeom>
          <a:noFill/>
        </p:spPr>
        <p:txBody>
          <a:bodyPr wrap="square" lIns="0" tIns="0" rIns="0" bIns="0" anchor="ctr">
            <a:normAutofit/>
          </a:bodyPr>
          <a:lstStyle/>
          <a:p>
            <a:pPr algn="l"/>
            <a:r>
              <a:rPr lang="en-US" sz="1600" b="1">
                <a:solidFill>
                  <a:schemeClr val="bg1"/>
                </a:solidFill>
                <a:latin typeface="Century Gothic" panose="020B0502020202020204" pitchFamily="34" charset="0"/>
                <a:ea typeface="Verdana" panose="020B0604030504040204" pitchFamily="34" charset="0"/>
                <a:cs typeface="Verdana" panose="020B0604030504040204" pitchFamily="34" charset="0"/>
              </a:rPr>
              <a:t>The Challenge</a:t>
            </a:r>
          </a:p>
        </p:txBody>
      </p:sp>
      <p:sp>
        <p:nvSpPr>
          <p:cNvPr id="35" name="TextBox 34">
            <a:extLst>
              <a:ext uri="{FF2B5EF4-FFF2-40B4-BE49-F238E27FC236}">
                <a16:creationId xmlns:a16="http://schemas.microsoft.com/office/drawing/2014/main" id="{2D57DCEF-1560-9AF1-7A04-418461ED32AF}"/>
              </a:ext>
            </a:extLst>
          </p:cNvPr>
          <p:cNvSpPr txBox="1"/>
          <p:nvPr userDrawn="1"/>
        </p:nvSpPr>
        <p:spPr>
          <a:xfrm>
            <a:off x="9531735" y="1748770"/>
            <a:ext cx="2134599" cy="369332"/>
          </a:xfrm>
          <a:prstGeom prst="rect">
            <a:avLst/>
          </a:prstGeom>
          <a:noFill/>
        </p:spPr>
        <p:txBody>
          <a:bodyPr wrap="square" lIns="0" tIns="0" rIns="0" bIns="0" anchor="ctr">
            <a:normAutofit/>
          </a:bodyPr>
          <a:lstStyle/>
          <a:p>
            <a:pPr algn="l"/>
            <a:r>
              <a:rPr lang="en-US" sz="1600" b="1">
                <a:solidFill>
                  <a:schemeClr val="bg1"/>
                </a:solidFill>
                <a:latin typeface="Century Gothic" panose="020B0502020202020204" pitchFamily="34" charset="0"/>
                <a:ea typeface="Verdana" panose="020B0604030504040204" pitchFamily="34" charset="0"/>
                <a:cs typeface="Verdana" panose="020B0604030504040204" pitchFamily="34" charset="0"/>
              </a:rPr>
              <a:t>Business Impact</a:t>
            </a:r>
          </a:p>
        </p:txBody>
      </p:sp>
      <p:cxnSp>
        <p:nvCxnSpPr>
          <p:cNvPr id="20" name="Straight Connector 19">
            <a:extLst>
              <a:ext uri="{FF2B5EF4-FFF2-40B4-BE49-F238E27FC236}">
                <a16:creationId xmlns:a16="http://schemas.microsoft.com/office/drawing/2014/main" id="{8F52324D-44E9-7A47-42C3-953653BD00DF}"/>
              </a:ext>
            </a:extLst>
          </p:cNvPr>
          <p:cNvCxnSpPr>
            <a:cxnSpLocks/>
          </p:cNvCxnSpPr>
          <p:nvPr userDrawn="1"/>
        </p:nvCxnSpPr>
        <p:spPr>
          <a:xfrm>
            <a:off x="7011720" y="1740643"/>
            <a:ext cx="0" cy="38558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DE24740-BF49-13A2-D93B-760FA193E090}"/>
              </a:ext>
            </a:extLst>
          </p:cNvPr>
          <p:cNvCxnSpPr>
            <a:cxnSpLocks/>
          </p:cNvCxnSpPr>
          <p:nvPr userDrawn="1"/>
        </p:nvCxnSpPr>
        <p:spPr>
          <a:xfrm>
            <a:off x="4576383" y="1740643"/>
            <a:ext cx="0" cy="38558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6FE8FD2C-FFE2-E8F7-2153-D79EBD4A283A}"/>
              </a:ext>
            </a:extLst>
          </p:cNvPr>
          <p:cNvSpPr>
            <a:spLocks noGrp="1"/>
          </p:cNvSpPr>
          <p:nvPr>
            <p:ph sz="half" idx="32"/>
          </p:nvPr>
        </p:nvSpPr>
        <p:spPr>
          <a:xfrm>
            <a:off x="4688835" y="2362985"/>
            <a:ext cx="2134599" cy="3868483"/>
          </a:xfrm>
        </p:spPr>
        <p:txBody>
          <a:bodyPr wrap="square">
            <a:normAutofit/>
          </a:bodyPr>
          <a:lstStyle>
            <a:lvl1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US"/>
              <a:t>Click to edit Master text styles</a:t>
            </a:r>
          </a:p>
          <a:p>
            <a:pPr lvl="1"/>
            <a:r>
              <a:rPr lang="en-US"/>
              <a:t>Second level</a:t>
            </a:r>
          </a:p>
        </p:txBody>
      </p:sp>
      <p:sp>
        <p:nvSpPr>
          <p:cNvPr id="5" name="Content Placeholder 2">
            <a:extLst>
              <a:ext uri="{FF2B5EF4-FFF2-40B4-BE49-F238E27FC236}">
                <a16:creationId xmlns:a16="http://schemas.microsoft.com/office/drawing/2014/main" id="{4943A43A-EBDD-8F84-F264-07442277D8F0}"/>
              </a:ext>
            </a:extLst>
          </p:cNvPr>
          <p:cNvSpPr>
            <a:spLocks noGrp="1"/>
          </p:cNvSpPr>
          <p:nvPr>
            <p:ph sz="half" idx="33"/>
          </p:nvPr>
        </p:nvSpPr>
        <p:spPr>
          <a:xfrm>
            <a:off x="7110285" y="2362985"/>
            <a:ext cx="2134599" cy="3868483"/>
          </a:xfrm>
        </p:spPr>
        <p:txBody>
          <a:bodyPr wrap="square">
            <a:normAutofit/>
          </a:bodyPr>
          <a:lstStyle>
            <a:lvl1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US"/>
              <a:t>Click to edit Master text styles</a:t>
            </a:r>
          </a:p>
          <a:p>
            <a:pPr lvl="1"/>
            <a:r>
              <a:rPr lang="en-US"/>
              <a:t>Second level</a:t>
            </a:r>
          </a:p>
        </p:txBody>
      </p:sp>
      <p:sp>
        <p:nvSpPr>
          <p:cNvPr id="9" name="Content Placeholder 2">
            <a:extLst>
              <a:ext uri="{FF2B5EF4-FFF2-40B4-BE49-F238E27FC236}">
                <a16:creationId xmlns:a16="http://schemas.microsoft.com/office/drawing/2014/main" id="{CEC79830-8908-1E07-2437-518AB0A44B50}"/>
              </a:ext>
            </a:extLst>
          </p:cNvPr>
          <p:cNvSpPr>
            <a:spLocks noGrp="1"/>
          </p:cNvSpPr>
          <p:nvPr>
            <p:ph sz="half" idx="34"/>
          </p:nvPr>
        </p:nvSpPr>
        <p:spPr>
          <a:xfrm>
            <a:off x="9531735" y="2362985"/>
            <a:ext cx="2134599" cy="3868483"/>
          </a:xfrm>
        </p:spPr>
        <p:txBody>
          <a:bodyPr wrap="square">
            <a:normAutofit/>
          </a:bodyPr>
          <a:lstStyle>
            <a:lvl1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US"/>
              <a:t>Click to edit Master text styles</a:t>
            </a:r>
          </a:p>
          <a:p>
            <a:pPr lvl="1"/>
            <a:r>
              <a:rPr lang="en-US"/>
              <a:t>Second level</a:t>
            </a:r>
          </a:p>
        </p:txBody>
      </p:sp>
      <p:cxnSp>
        <p:nvCxnSpPr>
          <p:cNvPr id="12" name="Straight Connector 11">
            <a:extLst>
              <a:ext uri="{FF2B5EF4-FFF2-40B4-BE49-F238E27FC236}">
                <a16:creationId xmlns:a16="http://schemas.microsoft.com/office/drawing/2014/main" id="{CE680F4E-05A8-E43C-4B6B-350DE6E011E3}"/>
              </a:ext>
            </a:extLst>
          </p:cNvPr>
          <p:cNvCxnSpPr>
            <a:cxnSpLocks/>
          </p:cNvCxnSpPr>
          <p:nvPr userDrawn="1"/>
        </p:nvCxnSpPr>
        <p:spPr>
          <a:xfrm>
            <a:off x="9383093" y="1740643"/>
            <a:ext cx="0" cy="38558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B73689D8-C9B4-2D34-07F0-DB463189E114}"/>
              </a:ext>
            </a:extLst>
          </p:cNvPr>
          <p:cNvSpPr txBox="1"/>
          <p:nvPr userDrawn="1"/>
        </p:nvSpPr>
        <p:spPr>
          <a:xfrm>
            <a:off x="7160361" y="1748770"/>
            <a:ext cx="2074091" cy="369332"/>
          </a:xfrm>
          <a:prstGeom prst="rect">
            <a:avLst/>
          </a:prstGeom>
          <a:noFill/>
        </p:spPr>
        <p:txBody>
          <a:bodyPr wrap="square" lIns="0" tIns="0" rIns="0" bIns="0" anchor="ctr">
            <a:normAutofit/>
          </a:bodyPr>
          <a:lstStyle/>
          <a:p>
            <a:pPr algn="l"/>
            <a:r>
              <a:rPr lang="en-US" sz="1600" b="1">
                <a:solidFill>
                  <a:schemeClr val="bg1"/>
                </a:solidFill>
                <a:latin typeface="Century Gothic" panose="020B0502020202020204" pitchFamily="34" charset="0"/>
                <a:ea typeface="Verdana" panose="020B0604030504040204" pitchFamily="34" charset="0"/>
                <a:cs typeface="Verdana" panose="020B0604030504040204" pitchFamily="34" charset="0"/>
              </a:rPr>
              <a:t>Solution</a:t>
            </a:r>
          </a:p>
        </p:txBody>
      </p:sp>
      <p:sp>
        <p:nvSpPr>
          <p:cNvPr id="16" name="TextBox 15">
            <a:extLst>
              <a:ext uri="{FF2B5EF4-FFF2-40B4-BE49-F238E27FC236}">
                <a16:creationId xmlns:a16="http://schemas.microsoft.com/office/drawing/2014/main" id="{5E5B966B-1280-A9DA-8598-2560A332500B}"/>
              </a:ext>
            </a:extLst>
          </p:cNvPr>
          <p:cNvSpPr txBox="1"/>
          <p:nvPr userDrawn="1"/>
        </p:nvSpPr>
        <p:spPr>
          <a:xfrm>
            <a:off x="139493" y="5230723"/>
            <a:ext cx="1827567" cy="369332"/>
          </a:xfrm>
          <a:prstGeom prst="rect">
            <a:avLst/>
          </a:prstGeom>
          <a:noFill/>
        </p:spPr>
        <p:txBody>
          <a:bodyPr wrap="square" lIns="0" tIns="0" rIns="0" bIns="0">
            <a:normAutofit/>
          </a:bodyPr>
          <a:lstStyle/>
          <a:p>
            <a:pPr algn="l"/>
            <a:r>
              <a:rPr lang="en-US" sz="1467" b="1">
                <a:solidFill>
                  <a:schemeClr val="bg1"/>
                </a:solidFill>
                <a:latin typeface="Century Gothic" panose="020B0502020202020204" pitchFamily="34" charset="0"/>
                <a:ea typeface="Verdana" panose="020B0604030504040204" pitchFamily="34" charset="0"/>
                <a:cs typeface="Verdana" panose="020B0604030504040204" pitchFamily="34" charset="0"/>
              </a:rPr>
              <a:t>Presence</a:t>
            </a:r>
          </a:p>
        </p:txBody>
      </p:sp>
      <p:sp>
        <p:nvSpPr>
          <p:cNvPr id="24" name="Text Placeholder 20">
            <a:extLst>
              <a:ext uri="{FF2B5EF4-FFF2-40B4-BE49-F238E27FC236}">
                <a16:creationId xmlns:a16="http://schemas.microsoft.com/office/drawing/2014/main" id="{3B36562D-95D3-D0A4-CCA6-FA7F6904A36A}"/>
              </a:ext>
            </a:extLst>
          </p:cNvPr>
          <p:cNvSpPr>
            <a:spLocks noGrp="1"/>
          </p:cNvSpPr>
          <p:nvPr>
            <p:ph type="body" sz="quarter" idx="36"/>
          </p:nvPr>
        </p:nvSpPr>
        <p:spPr>
          <a:xfrm>
            <a:off x="139493" y="4479052"/>
            <a:ext cx="1724025" cy="522401"/>
          </a:xfrm>
        </p:spPr>
        <p:txBody>
          <a:bodyPr wrap="square">
            <a:normAutofit/>
          </a:bodyPr>
          <a:lstStyle>
            <a:lvl1pPr marL="0" indent="0">
              <a:buNone/>
              <a:defRPr sz="1200" b="0" i="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Click to edit Master text styles</a:t>
            </a:r>
          </a:p>
        </p:txBody>
      </p:sp>
      <p:sp>
        <p:nvSpPr>
          <p:cNvPr id="25" name="Text Placeholder 20">
            <a:extLst>
              <a:ext uri="{FF2B5EF4-FFF2-40B4-BE49-F238E27FC236}">
                <a16:creationId xmlns:a16="http://schemas.microsoft.com/office/drawing/2014/main" id="{5979479E-8C44-825E-CA22-2ECE22F9D655}"/>
              </a:ext>
            </a:extLst>
          </p:cNvPr>
          <p:cNvSpPr>
            <a:spLocks noGrp="1"/>
          </p:cNvSpPr>
          <p:nvPr>
            <p:ph type="body" sz="quarter" idx="37"/>
          </p:nvPr>
        </p:nvSpPr>
        <p:spPr>
          <a:xfrm>
            <a:off x="139493" y="5567554"/>
            <a:ext cx="1724025" cy="522401"/>
          </a:xfrm>
        </p:spPr>
        <p:txBody>
          <a:bodyPr wrap="square">
            <a:normAutofit/>
          </a:bodyPr>
          <a:lstStyle>
            <a:lvl1pPr marL="0" indent="0">
              <a:buNone/>
              <a:defRPr sz="1200" b="0" i="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Click to edit Master text styles</a:t>
            </a:r>
          </a:p>
        </p:txBody>
      </p:sp>
      <p:sp>
        <p:nvSpPr>
          <p:cNvPr id="11" name="Title 1">
            <a:extLst>
              <a:ext uri="{FF2B5EF4-FFF2-40B4-BE49-F238E27FC236}">
                <a16:creationId xmlns:a16="http://schemas.microsoft.com/office/drawing/2014/main" id="{0773BCE4-316C-2824-8669-331C25E93F9D}"/>
              </a:ext>
            </a:extLst>
          </p:cNvPr>
          <p:cNvSpPr>
            <a:spLocks noGrp="1"/>
          </p:cNvSpPr>
          <p:nvPr>
            <p:ph type="title" hasCustomPrompt="1"/>
          </p:nvPr>
        </p:nvSpPr>
        <p:spPr>
          <a:xfrm>
            <a:off x="2241629" y="394087"/>
            <a:ext cx="9445985" cy="965200"/>
          </a:xfrm>
        </p:spPr>
        <p:txBody>
          <a:bodyPr>
            <a:noAutofit/>
          </a:bodyPr>
          <a:lstStyle>
            <a:lvl1pPr>
              <a:defRPr b="0" i="0">
                <a:latin typeface="PP Neue Machina Plain" pitchFamily="2" charset="77"/>
              </a:defRPr>
            </a:lvl1pPr>
          </a:lstStyle>
          <a:p>
            <a:r>
              <a:rPr lang="en-US"/>
              <a:t>Click To Edit Master Title Style</a:t>
            </a:r>
            <a:endParaRPr lang="en-AU"/>
          </a:p>
        </p:txBody>
      </p:sp>
    </p:spTree>
    <p:extLst>
      <p:ext uri="{BB962C8B-B14F-4D97-AF65-F5344CB8AC3E}">
        <p14:creationId xmlns:p14="http://schemas.microsoft.com/office/powerpoint/2010/main" val="246960423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slide">
  <p:cSld name="Title slide">
    <p:bg>
      <p:bgPr>
        <a:solidFill>
          <a:schemeClr val="bg1">
            <a:lumMod val="95000"/>
          </a:schemeClr>
        </a:solidFill>
        <a:effectLst/>
      </p:bgPr>
    </p:bg>
    <p:spTree>
      <p:nvGrpSpPr>
        <p:cNvPr id="1" name="Shape 9"/>
        <p:cNvGrpSpPr/>
        <p:nvPr/>
      </p:nvGrpSpPr>
      <p:grpSpPr>
        <a:xfrm>
          <a:off x="0" y="0"/>
          <a:ext cx="0" cy="0"/>
          <a:chOff x="0" y="0"/>
          <a:chExt cx="0" cy="0"/>
        </a:xfrm>
      </p:grpSpPr>
      <p:sp>
        <p:nvSpPr>
          <p:cNvPr id="2" name="Picture Placeholder 2">
            <a:extLst>
              <a:ext uri="{FF2B5EF4-FFF2-40B4-BE49-F238E27FC236}">
                <a16:creationId xmlns:a16="http://schemas.microsoft.com/office/drawing/2014/main" id="{E24EB988-1B3E-4E16-DFC4-94BCB32833AA}"/>
              </a:ext>
            </a:extLst>
          </p:cNvPr>
          <p:cNvSpPr>
            <a:spLocks noGrp="1"/>
          </p:cNvSpPr>
          <p:nvPr>
            <p:ph type="pic" sz="quarter" idx="13" hasCustomPrompt="1"/>
          </p:nvPr>
        </p:nvSpPr>
        <p:spPr>
          <a:xfrm>
            <a:off x="6062134" y="-18627"/>
            <a:ext cx="6130501" cy="5987839"/>
          </a:xfrm>
          <a:custGeom>
            <a:avLst/>
            <a:gdLst>
              <a:gd name="connsiteX0" fmla="*/ 0 w 9144000"/>
              <a:gd name="connsiteY0" fmla="*/ 0 h 4442826"/>
              <a:gd name="connsiteX1" fmla="*/ 9144000 w 9144000"/>
              <a:gd name="connsiteY1" fmla="*/ 0 h 4442826"/>
              <a:gd name="connsiteX2" fmla="*/ 9144000 w 9144000"/>
              <a:gd name="connsiteY2" fmla="*/ 4442826 h 4442826"/>
              <a:gd name="connsiteX3" fmla="*/ 0 w 9144000"/>
              <a:gd name="connsiteY3" fmla="*/ 4442826 h 4442826"/>
              <a:gd name="connsiteX4" fmla="*/ 0 w 9144000"/>
              <a:gd name="connsiteY4" fmla="*/ 0 h 4442826"/>
              <a:gd name="connsiteX0" fmla="*/ 0 w 9151620"/>
              <a:gd name="connsiteY0" fmla="*/ 0 h 4458066"/>
              <a:gd name="connsiteX1" fmla="*/ 9144000 w 9151620"/>
              <a:gd name="connsiteY1" fmla="*/ 0 h 4458066"/>
              <a:gd name="connsiteX2" fmla="*/ 9151620 w 9151620"/>
              <a:gd name="connsiteY2" fmla="*/ 4458066 h 4458066"/>
              <a:gd name="connsiteX3" fmla="*/ 0 w 9151620"/>
              <a:gd name="connsiteY3" fmla="*/ 4442826 h 4458066"/>
              <a:gd name="connsiteX4" fmla="*/ 0 w 9151620"/>
              <a:gd name="connsiteY4"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0 w 9151620"/>
              <a:gd name="connsiteY4" fmla="*/ 4442826 h 4458066"/>
              <a:gd name="connsiteX5" fmla="*/ 0 w 9151620"/>
              <a:gd name="connsiteY5"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7551420 w 9151620"/>
              <a:gd name="connsiteY4" fmla="*/ 4436111 h 4458066"/>
              <a:gd name="connsiteX5" fmla="*/ 0 w 9151620"/>
              <a:gd name="connsiteY5" fmla="*/ 4442826 h 4458066"/>
              <a:gd name="connsiteX6" fmla="*/ 0 w 9151620"/>
              <a:gd name="connsiteY6"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82940 w 9151620"/>
              <a:gd name="connsiteY4" fmla="*/ 443611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60080 w 9151620"/>
              <a:gd name="connsiteY4" fmla="*/ 430657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1420 w 9151620"/>
              <a:gd name="connsiteY5" fmla="*/ 4436111 h 4462781"/>
              <a:gd name="connsiteX6" fmla="*/ 0 w 9151620"/>
              <a:gd name="connsiteY6" fmla="*/ 4442826 h 4462781"/>
              <a:gd name="connsiteX7" fmla="*/ 0 w 9151620"/>
              <a:gd name="connsiteY7" fmla="*/ 0 h 4462781"/>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6182 w 9151620"/>
              <a:gd name="connsiteY5" fmla="*/ 4462304 h 4462781"/>
              <a:gd name="connsiteX6" fmla="*/ 0 w 9151620"/>
              <a:gd name="connsiteY6" fmla="*/ 4442826 h 4462781"/>
              <a:gd name="connsiteX7" fmla="*/ 0 w 9151620"/>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56182 w 9144476"/>
              <a:gd name="connsiteY5" fmla="*/ 4462304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41895 w 9144476"/>
              <a:gd name="connsiteY5" fmla="*/ 4452779 h 4462781"/>
              <a:gd name="connsiteX6" fmla="*/ 4584700 w 9144476"/>
              <a:gd name="connsiteY6" fmla="*/ 4455526 h 4462781"/>
              <a:gd name="connsiteX7" fmla="*/ 0 w 9144476"/>
              <a:gd name="connsiteY7" fmla="*/ 0 h 4462781"/>
              <a:gd name="connsiteX0" fmla="*/ 0 w 4597876"/>
              <a:gd name="connsiteY0" fmla="*/ 0 h 4475481"/>
              <a:gd name="connsiteX1" fmla="*/ 4597400 w 4597876"/>
              <a:gd name="connsiteY1" fmla="*/ 12700 h 4475481"/>
              <a:gd name="connsiteX2" fmla="*/ 4597876 w 4597876"/>
              <a:gd name="connsiteY2" fmla="*/ 4470766 h 4475481"/>
              <a:gd name="connsiteX3" fmla="*/ 4406900 w 4597876"/>
              <a:gd name="connsiteY3" fmla="*/ 4475481 h 4475481"/>
              <a:gd name="connsiteX4" fmla="*/ 3713480 w 4597876"/>
              <a:gd name="connsiteY4" fmla="*/ 4319271 h 4475481"/>
              <a:gd name="connsiteX5" fmla="*/ 2995295 w 4597876"/>
              <a:gd name="connsiteY5" fmla="*/ 4465479 h 4475481"/>
              <a:gd name="connsiteX6" fmla="*/ 38100 w 4597876"/>
              <a:gd name="connsiteY6" fmla="*/ 4468226 h 4475481"/>
              <a:gd name="connsiteX7" fmla="*/ 0 w 4597876"/>
              <a:gd name="connsiteY7" fmla="*/ 0 h 4475481"/>
              <a:gd name="connsiteX0" fmla="*/ 0 w 4597876"/>
              <a:gd name="connsiteY0" fmla="*/ 0 h 4490879"/>
              <a:gd name="connsiteX1" fmla="*/ 4597400 w 4597876"/>
              <a:gd name="connsiteY1" fmla="*/ 12700 h 4490879"/>
              <a:gd name="connsiteX2" fmla="*/ 4597876 w 4597876"/>
              <a:gd name="connsiteY2" fmla="*/ 4470766 h 4490879"/>
              <a:gd name="connsiteX3" fmla="*/ 4406900 w 4597876"/>
              <a:gd name="connsiteY3" fmla="*/ 4475481 h 4490879"/>
              <a:gd name="connsiteX4" fmla="*/ 3713480 w 4597876"/>
              <a:gd name="connsiteY4" fmla="*/ 4319271 h 4490879"/>
              <a:gd name="connsiteX5" fmla="*/ 3020695 w 4597876"/>
              <a:gd name="connsiteY5" fmla="*/ 4490879 h 4490879"/>
              <a:gd name="connsiteX6" fmla="*/ 38100 w 4597876"/>
              <a:gd name="connsiteY6" fmla="*/ 4468226 h 4490879"/>
              <a:gd name="connsiteX7" fmla="*/ 0 w 4597876"/>
              <a:gd name="connsiteY7" fmla="*/ 0 h 4490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97876" h="4490879">
                <a:moveTo>
                  <a:pt x="0" y="0"/>
                </a:moveTo>
                <a:lnTo>
                  <a:pt x="4597400" y="12700"/>
                </a:lnTo>
                <a:cubicBezTo>
                  <a:pt x="4597559" y="1498722"/>
                  <a:pt x="4597717" y="2984744"/>
                  <a:pt x="4597876" y="4470766"/>
                </a:cubicBezTo>
                <a:lnTo>
                  <a:pt x="4406900" y="4475481"/>
                </a:lnTo>
                <a:lnTo>
                  <a:pt x="3713480" y="4319271"/>
                </a:lnTo>
                <a:lnTo>
                  <a:pt x="3020695" y="4490879"/>
                </a:lnTo>
                <a:lnTo>
                  <a:pt x="38100" y="4468226"/>
                </a:lnTo>
                <a:lnTo>
                  <a:pt x="0" y="0"/>
                </a:lnTo>
                <a:close/>
              </a:path>
            </a:pathLst>
          </a:custGeom>
          <a:noFill/>
        </p:spPr>
        <p:txBody>
          <a:bodyPr/>
          <a:lstStyle>
            <a:lvl1pPr marL="152396" indent="0">
              <a:buNone/>
              <a:defRPr/>
            </a:lvl1pPr>
          </a:lstStyle>
          <a:p>
            <a:r>
              <a:rPr lang="en-IN"/>
              <a:t> </a:t>
            </a:r>
            <a:endParaRPr lang="en-AU"/>
          </a:p>
        </p:txBody>
      </p:sp>
      <p:sp>
        <p:nvSpPr>
          <p:cNvPr id="13" name="Freeform: Shape 12">
            <a:extLst>
              <a:ext uri="{FF2B5EF4-FFF2-40B4-BE49-F238E27FC236}">
                <a16:creationId xmlns:a16="http://schemas.microsoft.com/office/drawing/2014/main" id="{DCFA8F1A-438C-2D31-EC45-A4CCF4206F40}"/>
              </a:ext>
            </a:extLst>
          </p:cNvPr>
          <p:cNvSpPr/>
          <p:nvPr/>
        </p:nvSpPr>
        <p:spPr>
          <a:xfrm>
            <a:off x="0" y="5740400"/>
            <a:ext cx="12192000" cy="1143000"/>
          </a:xfrm>
          <a:custGeom>
            <a:avLst/>
            <a:gdLst>
              <a:gd name="connsiteX0" fmla="*/ 0 w 9144000"/>
              <a:gd name="connsiteY0" fmla="*/ 857250 h 857250"/>
              <a:gd name="connsiteX1" fmla="*/ 0 w 9144000"/>
              <a:gd name="connsiteY1" fmla="*/ 149828 h 857250"/>
              <a:gd name="connsiteX2" fmla="*/ 7540609 w 9144000"/>
              <a:gd name="connsiteY2" fmla="*/ 149828 h 857250"/>
              <a:gd name="connsiteX3" fmla="*/ 8245698 w 9144000"/>
              <a:gd name="connsiteY3" fmla="*/ 0 h 857250"/>
              <a:gd name="connsiteX4" fmla="*/ 8933831 w 9144000"/>
              <a:gd name="connsiteY4" fmla="*/ 149828 h 857250"/>
              <a:gd name="connsiteX5" fmla="*/ 9144000 w 9144000"/>
              <a:gd name="connsiteY5" fmla="*/ 149828 h 857250"/>
              <a:gd name="connsiteX6" fmla="*/ 9144000 w 9144000"/>
              <a:gd name="connsiteY6" fmla="*/ 857250 h 857250"/>
              <a:gd name="connsiteX7" fmla="*/ 0 w 9144000"/>
              <a:gd name="connsiteY7" fmla="*/ 85725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857250">
                <a:moveTo>
                  <a:pt x="0" y="857250"/>
                </a:moveTo>
                <a:lnTo>
                  <a:pt x="0" y="149828"/>
                </a:lnTo>
                <a:lnTo>
                  <a:pt x="7540609" y="149828"/>
                </a:lnTo>
                <a:lnTo>
                  <a:pt x="8245698" y="0"/>
                </a:lnTo>
                <a:lnTo>
                  <a:pt x="8933831" y="149828"/>
                </a:lnTo>
                <a:lnTo>
                  <a:pt x="9144000" y="149828"/>
                </a:lnTo>
                <a:lnTo>
                  <a:pt x="9144000" y="857250"/>
                </a:lnTo>
                <a:lnTo>
                  <a:pt x="0" y="857250"/>
                </a:lnTo>
                <a:close/>
              </a:path>
            </a:pathLst>
          </a:custGeom>
          <a:gradFill>
            <a:gsLst>
              <a:gs pos="0">
                <a:srgbClr val="5BC1A0"/>
              </a:gs>
              <a:gs pos="50000">
                <a:srgbClr val="2E9376"/>
              </a:gs>
              <a:gs pos="100000">
                <a:srgbClr val="01654D"/>
              </a:gs>
            </a:gsLst>
            <a:lin ang="0" scaled="1"/>
          </a:gradFill>
          <a:ln w="8132" cap="flat">
            <a:noFill/>
            <a:prstDash val="solid"/>
            <a:miter/>
          </a:ln>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marL="0" lvl="0" defTabSz="1219170" eaLnBrk="1" latinLnBrk="0" hangingPunct="1"/>
            <a:endParaRPr lang="en-AU" sz="2400" kern="1200">
              <a:solidFill>
                <a:schemeClr val="tx1"/>
              </a:solidFill>
              <a:latin typeface="+mn-lt"/>
              <a:ea typeface="+mn-ea"/>
              <a:cs typeface="+mn-cs"/>
            </a:endParaRPr>
          </a:p>
        </p:txBody>
      </p:sp>
      <p:sp>
        <p:nvSpPr>
          <p:cNvPr id="14" name="Freeform: Shape 13">
            <a:extLst>
              <a:ext uri="{FF2B5EF4-FFF2-40B4-BE49-F238E27FC236}">
                <a16:creationId xmlns:a16="http://schemas.microsoft.com/office/drawing/2014/main" id="{6332EFC7-40EB-E5E0-6D5B-205A7815463F}"/>
              </a:ext>
            </a:extLst>
          </p:cNvPr>
          <p:cNvSpPr/>
          <p:nvPr/>
        </p:nvSpPr>
        <p:spPr>
          <a:xfrm>
            <a:off x="10054144" y="5922074"/>
            <a:ext cx="1662048" cy="380111"/>
          </a:xfrm>
          <a:custGeom>
            <a:avLst/>
            <a:gdLst>
              <a:gd name="connsiteX0" fmla="*/ 718995 w 1246536"/>
              <a:gd name="connsiteY0" fmla="*/ 0 h 285083"/>
              <a:gd name="connsiteX1" fmla="*/ 769239 w 1246536"/>
              <a:gd name="connsiteY1" fmla="*/ 10668 h 285083"/>
              <a:gd name="connsiteX2" fmla="*/ 842391 w 1246536"/>
              <a:gd name="connsiteY2" fmla="*/ 94726 h 285083"/>
              <a:gd name="connsiteX3" fmla="*/ 769239 w 1246536"/>
              <a:gd name="connsiteY3" fmla="*/ 147876 h 285083"/>
              <a:gd name="connsiteX4" fmla="*/ 718995 w 1246536"/>
              <a:gd name="connsiteY4" fmla="*/ 137208 h 285083"/>
              <a:gd name="connsiteX5" fmla="*/ 718995 w 1246536"/>
              <a:gd name="connsiteY5" fmla="*/ 48 h 285083"/>
              <a:gd name="connsiteX6" fmla="*/ 769239 w 1246536"/>
              <a:gd name="connsiteY6" fmla="*/ 116729 h 285083"/>
              <a:gd name="connsiteX7" fmla="*/ 808530 w 1246536"/>
              <a:gd name="connsiteY7" fmla="*/ 87535 h 285083"/>
              <a:gd name="connsiteX8" fmla="*/ 769239 w 1246536"/>
              <a:gd name="connsiteY8" fmla="*/ 41624 h 285083"/>
              <a:gd name="connsiteX9" fmla="*/ 752856 w 1246536"/>
              <a:gd name="connsiteY9" fmla="*/ 38148 h 285083"/>
              <a:gd name="connsiteX10" fmla="*/ 752856 w 1246536"/>
              <a:gd name="connsiteY10" fmla="*/ 113252 h 285083"/>
              <a:gd name="connsiteX11" fmla="*/ 769239 w 1246536"/>
              <a:gd name="connsiteY11" fmla="*/ 116729 h 285083"/>
              <a:gd name="connsiteX12" fmla="*/ 947024 w 1246536"/>
              <a:gd name="connsiteY12" fmla="*/ 48482 h 285083"/>
              <a:gd name="connsiteX13" fmla="*/ 947024 w 1246536"/>
              <a:gd name="connsiteY13" fmla="*/ 79391 h 285083"/>
              <a:gd name="connsiteX14" fmla="*/ 917067 w 1246536"/>
              <a:gd name="connsiteY14" fmla="*/ 73009 h 285083"/>
              <a:gd name="connsiteX15" fmla="*/ 917067 w 1246536"/>
              <a:gd name="connsiteY15" fmla="*/ 148114 h 285083"/>
              <a:gd name="connsiteX16" fmla="*/ 947024 w 1246536"/>
              <a:gd name="connsiteY16" fmla="*/ 154496 h 285083"/>
              <a:gd name="connsiteX17" fmla="*/ 947024 w 1246536"/>
              <a:gd name="connsiteY17" fmla="*/ 185642 h 285083"/>
              <a:gd name="connsiteX18" fmla="*/ 853393 w 1246536"/>
              <a:gd name="connsiteY18" fmla="*/ 165735 h 285083"/>
              <a:gd name="connsiteX19" fmla="*/ 853393 w 1246536"/>
              <a:gd name="connsiteY19" fmla="*/ 134588 h 285083"/>
              <a:gd name="connsiteX20" fmla="*/ 883349 w 1246536"/>
              <a:gd name="connsiteY20" fmla="*/ 140970 h 285083"/>
              <a:gd name="connsiteX21" fmla="*/ 883349 w 1246536"/>
              <a:gd name="connsiteY21" fmla="*/ 65865 h 285083"/>
              <a:gd name="connsiteX22" fmla="*/ 853393 w 1246536"/>
              <a:gd name="connsiteY22" fmla="*/ 59484 h 285083"/>
              <a:gd name="connsiteX23" fmla="*/ 853393 w 1246536"/>
              <a:gd name="connsiteY23" fmla="*/ 28575 h 285083"/>
              <a:gd name="connsiteX24" fmla="*/ 947024 w 1246536"/>
              <a:gd name="connsiteY24" fmla="*/ 48482 h 285083"/>
              <a:gd name="connsiteX25" fmla="*/ 1026319 w 1246536"/>
              <a:gd name="connsiteY25" fmla="*/ 62627 h 285083"/>
              <a:gd name="connsiteX26" fmla="*/ 1094994 w 1246536"/>
              <a:gd name="connsiteY26" fmla="*/ 148447 h 285083"/>
              <a:gd name="connsiteX27" fmla="*/ 1026319 w 1246536"/>
              <a:gd name="connsiteY27" fmla="*/ 205264 h 285083"/>
              <a:gd name="connsiteX28" fmla="*/ 957263 w 1246536"/>
              <a:gd name="connsiteY28" fmla="*/ 119205 h 285083"/>
              <a:gd name="connsiteX29" fmla="*/ 1026319 w 1246536"/>
              <a:gd name="connsiteY29" fmla="*/ 62675 h 285083"/>
              <a:gd name="connsiteX30" fmla="*/ 1026319 w 1246536"/>
              <a:gd name="connsiteY30" fmla="*/ 173117 h 285083"/>
              <a:gd name="connsiteX31" fmla="*/ 1060180 w 1246536"/>
              <a:gd name="connsiteY31" fmla="*/ 141018 h 285083"/>
              <a:gd name="connsiteX32" fmla="*/ 1026319 w 1246536"/>
              <a:gd name="connsiteY32" fmla="*/ 94726 h 285083"/>
              <a:gd name="connsiteX33" fmla="*/ 992267 w 1246536"/>
              <a:gd name="connsiteY33" fmla="*/ 126587 h 285083"/>
              <a:gd name="connsiteX34" fmla="*/ 1026319 w 1246536"/>
              <a:gd name="connsiteY34" fmla="*/ 173117 h 285083"/>
              <a:gd name="connsiteX35" fmla="*/ 1111949 w 1246536"/>
              <a:gd name="connsiteY35" fmla="*/ 83534 h 285083"/>
              <a:gd name="connsiteX36" fmla="*/ 1175814 w 1246536"/>
              <a:gd name="connsiteY36" fmla="*/ 97107 h 285083"/>
              <a:gd name="connsiteX37" fmla="*/ 1212675 w 1246536"/>
              <a:gd name="connsiteY37" fmla="*/ 230791 h 285083"/>
              <a:gd name="connsiteX38" fmla="*/ 1212675 w 1246536"/>
              <a:gd name="connsiteY38" fmla="*/ 104918 h 285083"/>
              <a:gd name="connsiteX39" fmla="*/ 1246537 w 1246536"/>
              <a:gd name="connsiteY39" fmla="*/ 112109 h 285083"/>
              <a:gd name="connsiteX40" fmla="*/ 1246537 w 1246536"/>
              <a:gd name="connsiteY40" fmla="*/ 249269 h 285083"/>
              <a:gd name="connsiteX41" fmla="*/ 1182672 w 1246536"/>
              <a:gd name="connsiteY41" fmla="*/ 235696 h 285083"/>
              <a:gd name="connsiteX42" fmla="*/ 1145810 w 1246536"/>
              <a:gd name="connsiteY42" fmla="*/ 102013 h 285083"/>
              <a:gd name="connsiteX43" fmla="*/ 1145810 w 1246536"/>
              <a:gd name="connsiteY43" fmla="*/ 227886 h 285083"/>
              <a:gd name="connsiteX44" fmla="*/ 1111949 w 1246536"/>
              <a:gd name="connsiteY44" fmla="*/ 220694 h 285083"/>
              <a:gd name="connsiteX45" fmla="*/ 1111949 w 1246536"/>
              <a:gd name="connsiteY45" fmla="*/ 83534 h 285083"/>
              <a:gd name="connsiteX46" fmla="*/ 42101 w 1246536"/>
              <a:gd name="connsiteY46" fmla="*/ 138970 h 285083"/>
              <a:gd name="connsiteX47" fmla="*/ 104108 w 1246536"/>
              <a:gd name="connsiteY47" fmla="*/ 125778 h 285083"/>
              <a:gd name="connsiteX48" fmla="*/ 145971 w 1246536"/>
              <a:gd name="connsiteY48" fmla="*/ 254032 h 285083"/>
              <a:gd name="connsiteX49" fmla="*/ 110061 w 1246536"/>
              <a:gd name="connsiteY49" fmla="*/ 261652 h 285083"/>
              <a:gd name="connsiteX50" fmla="*/ 97774 w 1246536"/>
              <a:gd name="connsiteY50" fmla="*/ 222837 h 285083"/>
              <a:gd name="connsiteX51" fmla="*/ 47863 w 1246536"/>
              <a:gd name="connsiteY51" fmla="*/ 233458 h 285083"/>
              <a:gd name="connsiteX52" fmla="*/ 35576 w 1246536"/>
              <a:gd name="connsiteY52" fmla="*/ 277511 h 285083"/>
              <a:gd name="connsiteX53" fmla="*/ 0 w 1246536"/>
              <a:gd name="connsiteY53" fmla="*/ 285083 h 285083"/>
              <a:gd name="connsiteX54" fmla="*/ 42053 w 1246536"/>
              <a:gd name="connsiteY54" fmla="*/ 138970 h 285083"/>
              <a:gd name="connsiteX55" fmla="*/ 88440 w 1246536"/>
              <a:gd name="connsiteY55" fmla="*/ 193929 h 285083"/>
              <a:gd name="connsiteX56" fmla="*/ 72819 w 1246536"/>
              <a:gd name="connsiteY56" fmla="*/ 144923 h 285083"/>
              <a:gd name="connsiteX57" fmla="*/ 57198 w 1246536"/>
              <a:gd name="connsiteY57" fmla="*/ 200597 h 285083"/>
              <a:gd name="connsiteX58" fmla="*/ 88488 w 1246536"/>
              <a:gd name="connsiteY58" fmla="*/ 193929 h 285083"/>
              <a:gd name="connsiteX59" fmla="*/ 214646 w 1246536"/>
              <a:gd name="connsiteY59" fmla="*/ 242173 h 285083"/>
              <a:gd name="connsiteX60" fmla="*/ 148733 w 1246536"/>
              <a:gd name="connsiteY60" fmla="*/ 199930 h 285083"/>
              <a:gd name="connsiteX61" fmla="*/ 183738 w 1246536"/>
              <a:gd name="connsiteY61" fmla="*/ 192500 h 285083"/>
              <a:gd name="connsiteX62" fmla="*/ 215408 w 1246536"/>
              <a:gd name="connsiteY62" fmla="*/ 212408 h 285083"/>
              <a:gd name="connsiteX63" fmla="*/ 239030 w 1246536"/>
              <a:gd name="connsiteY63" fmla="*/ 195310 h 285083"/>
              <a:gd name="connsiteX64" fmla="*/ 227886 w 1246536"/>
              <a:gd name="connsiteY64" fmla="*/ 187166 h 285083"/>
              <a:gd name="connsiteX65" fmla="*/ 183975 w 1246536"/>
              <a:gd name="connsiteY65" fmla="*/ 184452 h 285083"/>
              <a:gd name="connsiteX66" fmla="*/ 154210 w 1246536"/>
              <a:gd name="connsiteY66" fmla="*/ 153210 h 285083"/>
              <a:gd name="connsiteX67" fmla="*/ 207645 w 1246536"/>
              <a:gd name="connsiteY67" fmla="*/ 101013 h 285083"/>
              <a:gd name="connsiteX68" fmla="*/ 268891 w 1246536"/>
              <a:gd name="connsiteY68" fmla="*/ 138017 h 285083"/>
              <a:gd name="connsiteX69" fmla="*/ 234077 w 1246536"/>
              <a:gd name="connsiteY69" fmla="*/ 145399 h 285083"/>
              <a:gd name="connsiteX70" fmla="*/ 208217 w 1246536"/>
              <a:gd name="connsiteY70" fmla="*/ 129873 h 285083"/>
              <a:gd name="connsiteX71" fmla="*/ 189215 w 1246536"/>
              <a:gd name="connsiteY71" fmla="*/ 145018 h 285083"/>
              <a:gd name="connsiteX72" fmla="*/ 199454 w 1246536"/>
              <a:gd name="connsiteY72" fmla="*/ 152352 h 285083"/>
              <a:gd name="connsiteX73" fmla="*/ 242078 w 1246536"/>
              <a:gd name="connsiteY73" fmla="*/ 154400 h 285083"/>
              <a:gd name="connsiteX74" fmla="*/ 273891 w 1246536"/>
              <a:gd name="connsiteY74" fmla="*/ 186357 h 285083"/>
              <a:gd name="connsiteX75" fmla="*/ 214694 w 1246536"/>
              <a:gd name="connsiteY75" fmla="*/ 242125 h 285083"/>
              <a:gd name="connsiteX76" fmla="*/ 283702 w 1246536"/>
              <a:gd name="connsiteY76" fmla="*/ 156115 h 285083"/>
              <a:gd name="connsiteX77" fmla="*/ 353330 w 1246536"/>
              <a:gd name="connsiteY77" fmla="*/ 70104 h 285083"/>
              <a:gd name="connsiteX78" fmla="*/ 419767 w 1246536"/>
              <a:gd name="connsiteY78" fmla="*/ 111633 h 285083"/>
              <a:gd name="connsiteX79" fmla="*/ 384953 w 1246536"/>
              <a:gd name="connsiteY79" fmla="*/ 119015 h 285083"/>
              <a:gd name="connsiteX80" fmla="*/ 353473 w 1246536"/>
              <a:gd name="connsiteY80" fmla="*/ 102156 h 285083"/>
              <a:gd name="connsiteX81" fmla="*/ 318659 w 1246536"/>
              <a:gd name="connsiteY81" fmla="*/ 148638 h 285083"/>
              <a:gd name="connsiteX82" fmla="*/ 353473 w 1246536"/>
              <a:gd name="connsiteY82" fmla="*/ 180546 h 285083"/>
              <a:gd name="connsiteX83" fmla="*/ 384953 w 1246536"/>
              <a:gd name="connsiteY83" fmla="*/ 150114 h 285083"/>
              <a:gd name="connsiteX84" fmla="*/ 419767 w 1246536"/>
              <a:gd name="connsiteY84" fmla="*/ 142732 h 285083"/>
              <a:gd name="connsiteX85" fmla="*/ 353330 w 1246536"/>
              <a:gd name="connsiteY85" fmla="*/ 212693 h 285083"/>
              <a:gd name="connsiteX86" fmla="*/ 283702 w 1246536"/>
              <a:gd name="connsiteY86" fmla="*/ 156115 h 285083"/>
              <a:gd name="connsiteX87" fmla="*/ 436340 w 1246536"/>
              <a:gd name="connsiteY87" fmla="*/ 55150 h 285083"/>
              <a:gd name="connsiteX88" fmla="*/ 540782 w 1246536"/>
              <a:gd name="connsiteY88" fmla="*/ 32956 h 285083"/>
              <a:gd name="connsiteX89" fmla="*/ 540782 w 1246536"/>
              <a:gd name="connsiteY89" fmla="*/ 63865 h 285083"/>
              <a:gd name="connsiteX90" fmla="*/ 470440 w 1246536"/>
              <a:gd name="connsiteY90" fmla="*/ 78819 h 285083"/>
              <a:gd name="connsiteX91" fmla="*/ 470440 w 1246536"/>
              <a:gd name="connsiteY91" fmla="*/ 101775 h 285083"/>
              <a:gd name="connsiteX92" fmla="*/ 531495 w 1246536"/>
              <a:gd name="connsiteY92" fmla="*/ 88821 h 285083"/>
              <a:gd name="connsiteX93" fmla="*/ 531495 w 1246536"/>
              <a:gd name="connsiteY93" fmla="*/ 118015 h 285083"/>
              <a:gd name="connsiteX94" fmla="*/ 470440 w 1246536"/>
              <a:gd name="connsiteY94" fmla="*/ 131016 h 285083"/>
              <a:gd name="connsiteX95" fmla="*/ 470440 w 1246536"/>
              <a:gd name="connsiteY95" fmla="*/ 154162 h 285083"/>
              <a:gd name="connsiteX96" fmla="*/ 540782 w 1246536"/>
              <a:gd name="connsiteY96" fmla="*/ 139208 h 285083"/>
              <a:gd name="connsiteX97" fmla="*/ 540782 w 1246536"/>
              <a:gd name="connsiteY97" fmla="*/ 170117 h 285083"/>
              <a:gd name="connsiteX98" fmla="*/ 436340 w 1246536"/>
              <a:gd name="connsiteY98" fmla="*/ 192310 h 285083"/>
              <a:gd name="connsiteX99" fmla="*/ 436340 w 1246536"/>
              <a:gd name="connsiteY99" fmla="*/ 55150 h 285083"/>
              <a:gd name="connsiteX100" fmla="*/ 561308 w 1246536"/>
              <a:gd name="connsiteY100" fmla="*/ 28623 h 285083"/>
              <a:gd name="connsiteX101" fmla="*/ 625173 w 1246536"/>
              <a:gd name="connsiteY101" fmla="*/ 15049 h 285083"/>
              <a:gd name="connsiteX102" fmla="*/ 662035 w 1246536"/>
              <a:gd name="connsiteY102" fmla="*/ 133112 h 285083"/>
              <a:gd name="connsiteX103" fmla="*/ 662035 w 1246536"/>
              <a:gd name="connsiteY103" fmla="*/ 7239 h 285083"/>
              <a:gd name="connsiteX104" fmla="*/ 695897 w 1246536"/>
              <a:gd name="connsiteY104" fmla="*/ 48 h 285083"/>
              <a:gd name="connsiteX105" fmla="*/ 695897 w 1246536"/>
              <a:gd name="connsiteY105" fmla="*/ 137208 h 285083"/>
              <a:gd name="connsiteX106" fmla="*/ 632032 w 1246536"/>
              <a:gd name="connsiteY106" fmla="*/ 150781 h 285083"/>
              <a:gd name="connsiteX107" fmla="*/ 595170 w 1246536"/>
              <a:gd name="connsiteY107" fmla="*/ 32718 h 285083"/>
              <a:gd name="connsiteX108" fmla="*/ 595170 w 1246536"/>
              <a:gd name="connsiteY108" fmla="*/ 158591 h 285083"/>
              <a:gd name="connsiteX109" fmla="*/ 561308 w 1246536"/>
              <a:gd name="connsiteY109" fmla="*/ 165783 h 285083"/>
              <a:gd name="connsiteX110" fmla="*/ 561308 w 1246536"/>
              <a:gd name="connsiteY110" fmla="*/ 28623 h 2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246536" h="285083">
                <a:moveTo>
                  <a:pt x="718995" y="0"/>
                </a:moveTo>
                <a:lnTo>
                  <a:pt x="769239" y="10668"/>
                </a:lnTo>
                <a:cubicBezTo>
                  <a:pt x="805149" y="18288"/>
                  <a:pt x="842391" y="35766"/>
                  <a:pt x="842391" y="94726"/>
                </a:cubicBezTo>
                <a:cubicBezTo>
                  <a:pt x="842391" y="153876"/>
                  <a:pt x="805149" y="155496"/>
                  <a:pt x="769239" y="147876"/>
                </a:cubicBezTo>
                <a:lnTo>
                  <a:pt x="718995" y="137208"/>
                </a:lnTo>
                <a:lnTo>
                  <a:pt x="718995" y="48"/>
                </a:lnTo>
                <a:close/>
                <a:moveTo>
                  <a:pt x="769239" y="116729"/>
                </a:moveTo>
                <a:cubicBezTo>
                  <a:pt x="791766" y="121539"/>
                  <a:pt x="808530" y="124301"/>
                  <a:pt x="808530" y="87535"/>
                </a:cubicBezTo>
                <a:cubicBezTo>
                  <a:pt x="808530" y="50768"/>
                  <a:pt x="791623" y="46387"/>
                  <a:pt x="769239" y="41624"/>
                </a:cubicBezTo>
                <a:lnTo>
                  <a:pt x="752856" y="38148"/>
                </a:lnTo>
                <a:lnTo>
                  <a:pt x="752856" y="113252"/>
                </a:lnTo>
                <a:cubicBezTo>
                  <a:pt x="752856" y="113252"/>
                  <a:pt x="769239" y="116729"/>
                  <a:pt x="769239" y="116729"/>
                </a:cubicBezTo>
                <a:close/>
                <a:moveTo>
                  <a:pt x="947024" y="48482"/>
                </a:moveTo>
                <a:lnTo>
                  <a:pt x="947024" y="79391"/>
                </a:lnTo>
                <a:cubicBezTo>
                  <a:pt x="947024" y="79391"/>
                  <a:pt x="917067" y="73009"/>
                  <a:pt x="917067" y="73009"/>
                </a:cubicBezTo>
                <a:lnTo>
                  <a:pt x="917067" y="148114"/>
                </a:lnTo>
                <a:cubicBezTo>
                  <a:pt x="917067" y="148114"/>
                  <a:pt x="947024" y="154496"/>
                  <a:pt x="947024" y="154496"/>
                </a:cubicBezTo>
                <a:lnTo>
                  <a:pt x="947024" y="185642"/>
                </a:lnTo>
                <a:cubicBezTo>
                  <a:pt x="947024" y="185642"/>
                  <a:pt x="853393" y="165735"/>
                  <a:pt x="853393" y="165735"/>
                </a:cubicBezTo>
                <a:lnTo>
                  <a:pt x="853393" y="134588"/>
                </a:lnTo>
                <a:cubicBezTo>
                  <a:pt x="853393" y="134588"/>
                  <a:pt x="883349" y="140970"/>
                  <a:pt x="883349" y="140970"/>
                </a:cubicBezTo>
                <a:lnTo>
                  <a:pt x="883349" y="65865"/>
                </a:lnTo>
                <a:cubicBezTo>
                  <a:pt x="883349" y="65865"/>
                  <a:pt x="853393" y="59484"/>
                  <a:pt x="853393" y="59484"/>
                </a:cubicBezTo>
                <a:lnTo>
                  <a:pt x="853393" y="28575"/>
                </a:lnTo>
                <a:cubicBezTo>
                  <a:pt x="853393" y="28575"/>
                  <a:pt x="947024" y="48482"/>
                  <a:pt x="947024" y="48482"/>
                </a:cubicBezTo>
                <a:close/>
                <a:moveTo>
                  <a:pt x="1026319" y="62627"/>
                </a:moveTo>
                <a:cubicBezTo>
                  <a:pt x="1068944" y="71676"/>
                  <a:pt x="1094994" y="107966"/>
                  <a:pt x="1094994" y="148447"/>
                </a:cubicBezTo>
                <a:cubicBezTo>
                  <a:pt x="1094994" y="189119"/>
                  <a:pt x="1068944" y="214313"/>
                  <a:pt x="1026319" y="205264"/>
                </a:cubicBezTo>
                <a:cubicBezTo>
                  <a:pt x="983504" y="196167"/>
                  <a:pt x="957263" y="159829"/>
                  <a:pt x="957263" y="119205"/>
                </a:cubicBezTo>
                <a:cubicBezTo>
                  <a:pt x="957263" y="78724"/>
                  <a:pt x="983504" y="53578"/>
                  <a:pt x="1026319" y="62675"/>
                </a:cubicBezTo>
                <a:moveTo>
                  <a:pt x="1026319" y="173117"/>
                </a:moveTo>
                <a:cubicBezTo>
                  <a:pt x="1049036" y="177927"/>
                  <a:pt x="1060180" y="165926"/>
                  <a:pt x="1060180" y="141018"/>
                </a:cubicBezTo>
                <a:cubicBezTo>
                  <a:pt x="1060180" y="116110"/>
                  <a:pt x="1048846" y="99489"/>
                  <a:pt x="1026319" y="94726"/>
                </a:cubicBezTo>
                <a:cubicBezTo>
                  <a:pt x="1003602" y="89916"/>
                  <a:pt x="992267" y="101870"/>
                  <a:pt x="992267" y="126587"/>
                </a:cubicBezTo>
                <a:cubicBezTo>
                  <a:pt x="992267" y="151495"/>
                  <a:pt x="1003649" y="168307"/>
                  <a:pt x="1026319" y="173117"/>
                </a:cubicBezTo>
                <a:moveTo>
                  <a:pt x="1111949" y="83534"/>
                </a:moveTo>
                <a:lnTo>
                  <a:pt x="1175814" y="97107"/>
                </a:lnTo>
                <a:lnTo>
                  <a:pt x="1212675" y="230791"/>
                </a:lnTo>
                <a:lnTo>
                  <a:pt x="1212675" y="104918"/>
                </a:lnTo>
                <a:cubicBezTo>
                  <a:pt x="1212675" y="104918"/>
                  <a:pt x="1246537" y="112109"/>
                  <a:pt x="1246537" y="112109"/>
                </a:cubicBezTo>
                <a:lnTo>
                  <a:pt x="1246537" y="249269"/>
                </a:lnTo>
                <a:cubicBezTo>
                  <a:pt x="1246537" y="249269"/>
                  <a:pt x="1182672" y="235696"/>
                  <a:pt x="1182672" y="235696"/>
                </a:cubicBezTo>
                <a:lnTo>
                  <a:pt x="1145810" y="102013"/>
                </a:lnTo>
                <a:lnTo>
                  <a:pt x="1145810" y="227886"/>
                </a:lnTo>
                <a:cubicBezTo>
                  <a:pt x="1145810" y="227886"/>
                  <a:pt x="1111949" y="220694"/>
                  <a:pt x="1111949" y="220694"/>
                </a:cubicBezTo>
                <a:lnTo>
                  <a:pt x="1111949" y="83534"/>
                </a:lnTo>
                <a:close/>
                <a:moveTo>
                  <a:pt x="42101" y="138970"/>
                </a:moveTo>
                <a:lnTo>
                  <a:pt x="104108" y="125778"/>
                </a:lnTo>
                <a:lnTo>
                  <a:pt x="145971" y="254032"/>
                </a:lnTo>
                <a:lnTo>
                  <a:pt x="110061" y="261652"/>
                </a:lnTo>
                <a:lnTo>
                  <a:pt x="97774" y="222837"/>
                </a:lnTo>
                <a:lnTo>
                  <a:pt x="47863" y="233458"/>
                </a:lnTo>
                <a:lnTo>
                  <a:pt x="35576" y="277511"/>
                </a:lnTo>
                <a:lnTo>
                  <a:pt x="0" y="285083"/>
                </a:lnTo>
                <a:lnTo>
                  <a:pt x="42053" y="138970"/>
                </a:lnTo>
                <a:close/>
                <a:moveTo>
                  <a:pt x="88440" y="193929"/>
                </a:moveTo>
                <a:lnTo>
                  <a:pt x="72819" y="144923"/>
                </a:lnTo>
                <a:lnTo>
                  <a:pt x="57198" y="200597"/>
                </a:lnTo>
                <a:lnTo>
                  <a:pt x="88488" y="193929"/>
                </a:lnTo>
                <a:close/>
                <a:moveTo>
                  <a:pt x="214646" y="242173"/>
                </a:moveTo>
                <a:cubicBezTo>
                  <a:pt x="168307" y="252031"/>
                  <a:pt x="148733" y="235553"/>
                  <a:pt x="148733" y="199930"/>
                </a:cubicBezTo>
                <a:lnTo>
                  <a:pt x="183738" y="192500"/>
                </a:lnTo>
                <a:cubicBezTo>
                  <a:pt x="183738" y="211979"/>
                  <a:pt x="190977" y="217599"/>
                  <a:pt x="215408" y="212408"/>
                </a:cubicBezTo>
                <a:cubicBezTo>
                  <a:pt x="231982" y="208883"/>
                  <a:pt x="239030" y="203883"/>
                  <a:pt x="239030" y="195310"/>
                </a:cubicBezTo>
                <a:cubicBezTo>
                  <a:pt x="239030" y="190452"/>
                  <a:pt x="235315" y="187547"/>
                  <a:pt x="227886" y="187166"/>
                </a:cubicBezTo>
                <a:lnTo>
                  <a:pt x="183975" y="184452"/>
                </a:lnTo>
                <a:cubicBezTo>
                  <a:pt x="161258" y="182880"/>
                  <a:pt x="154210" y="170545"/>
                  <a:pt x="154210" y="153210"/>
                </a:cubicBezTo>
                <a:cubicBezTo>
                  <a:pt x="154210" y="126540"/>
                  <a:pt x="173212" y="108299"/>
                  <a:pt x="207645" y="101013"/>
                </a:cubicBezTo>
                <a:cubicBezTo>
                  <a:pt x="248603" y="92297"/>
                  <a:pt x="268891" y="108252"/>
                  <a:pt x="268891" y="138017"/>
                </a:cubicBezTo>
                <a:lnTo>
                  <a:pt x="234077" y="145399"/>
                </a:lnTo>
                <a:cubicBezTo>
                  <a:pt x="234077" y="130635"/>
                  <a:pt x="226076" y="126111"/>
                  <a:pt x="208217" y="129873"/>
                </a:cubicBezTo>
                <a:cubicBezTo>
                  <a:pt x="195739" y="132540"/>
                  <a:pt x="189215" y="137208"/>
                  <a:pt x="189215" y="145018"/>
                </a:cubicBezTo>
                <a:cubicBezTo>
                  <a:pt x="189215" y="148923"/>
                  <a:pt x="191262" y="151781"/>
                  <a:pt x="199454" y="152352"/>
                </a:cubicBezTo>
                <a:lnTo>
                  <a:pt x="242078" y="154400"/>
                </a:lnTo>
                <a:cubicBezTo>
                  <a:pt x="263843" y="155400"/>
                  <a:pt x="273891" y="166306"/>
                  <a:pt x="273891" y="186357"/>
                </a:cubicBezTo>
                <a:cubicBezTo>
                  <a:pt x="273891" y="212408"/>
                  <a:pt x="256747" y="233172"/>
                  <a:pt x="214694" y="242125"/>
                </a:cubicBezTo>
                <a:moveTo>
                  <a:pt x="283702" y="156115"/>
                </a:moveTo>
                <a:cubicBezTo>
                  <a:pt x="283702" y="115633"/>
                  <a:pt x="310325" y="79248"/>
                  <a:pt x="353330" y="70104"/>
                </a:cubicBezTo>
                <a:cubicBezTo>
                  <a:pt x="390906" y="62103"/>
                  <a:pt x="415862" y="78010"/>
                  <a:pt x="419767" y="111633"/>
                </a:cubicBezTo>
                <a:lnTo>
                  <a:pt x="384953" y="119015"/>
                </a:lnTo>
                <a:cubicBezTo>
                  <a:pt x="382143" y="104823"/>
                  <a:pt x="370047" y="98631"/>
                  <a:pt x="353473" y="102156"/>
                </a:cubicBezTo>
                <a:cubicBezTo>
                  <a:pt x="333185" y="106490"/>
                  <a:pt x="318659" y="121634"/>
                  <a:pt x="318659" y="148638"/>
                </a:cubicBezTo>
                <a:cubicBezTo>
                  <a:pt x="318659" y="175879"/>
                  <a:pt x="333185" y="184833"/>
                  <a:pt x="353473" y="180546"/>
                </a:cubicBezTo>
                <a:cubicBezTo>
                  <a:pt x="370047" y="177022"/>
                  <a:pt x="382143" y="165497"/>
                  <a:pt x="384953" y="150114"/>
                </a:cubicBezTo>
                <a:lnTo>
                  <a:pt x="419767" y="142732"/>
                </a:lnTo>
                <a:cubicBezTo>
                  <a:pt x="415862" y="178213"/>
                  <a:pt x="390906" y="204692"/>
                  <a:pt x="353330" y="212693"/>
                </a:cubicBezTo>
                <a:cubicBezTo>
                  <a:pt x="310325" y="221837"/>
                  <a:pt x="283702" y="196739"/>
                  <a:pt x="283702" y="156115"/>
                </a:cubicBezTo>
                <a:moveTo>
                  <a:pt x="436340" y="55150"/>
                </a:moveTo>
                <a:lnTo>
                  <a:pt x="540782" y="32956"/>
                </a:lnTo>
                <a:lnTo>
                  <a:pt x="540782" y="63865"/>
                </a:lnTo>
                <a:cubicBezTo>
                  <a:pt x="540782" y="63865"/>
                  <a:pt x="470440" y="78819"/>
                  <a:pt x="470440" y="78819"/>
                </a:cubicBezTo>
                <a:lnTo>
                  <a:pt x="470440" y="101775"/>
                </a:lnTo>
                <a:cubicBezTo>
                  <a:pt x="470440" y="101775"/>
                  <a:pt x="531495" y="88821"/>
                  <a:pt x="531495" y="88821"/>
                </a:cubicBezTo>
                <a:lnTo>
                  <a:pt x="531495" y="118015"/>
                </a:lnTo>
                <a:cubicBezTo>
                  <a:pt x="531495" y="118015"/>
                  <a:pt x="470440" y="131016"/>
                  <a:pt x="470440" y="131016"/>
                </a:cubicBezTo>
                <a:lnTo>
                  <a:pt x="470440" y="154162"/>
                </a:lnTo>
                <a:cubicBezTo>
                  <a:pt x="470440" y="154162"/>
                  <a:pt x="540782" y="139208"/>
                  <a:pt x="540782" y="139208"/>
                </a:cubicBezTo>
                <a:lnTo>
                  <a:pt x="540782" y="170117"/>
                </a:lnTo>
                <a:cubicBezTo>
                  <a:pt x="540782" y="170117"/>
                  <a:pt x="436340" y="192310"/>
                  <a:pt x="436340" y="192310"/>
                </a:cubicBezTo>
                <a:lnTo>
                  <a:pt x="436340" y="55150"/>
                </a:lnTo>
                <a:close/>
                <a:moveTo>
                  <a:pt x="561308" y="28623"/>
                </a:moveTo>
                <a:lnTo>
                  <a:pt x="625173" y="15049"/>
                </a:lnTo>
                <a:lnTo>
                  <a:pt x="662035" y="133112"/>
                </a:lnTo>
                <a:lnTo>
                  <a:pt x="662035" y="7239"/>
                </a:lnTo>
                <a:cubicBezTo>
                  <a:pt x="662035" y="7239"/>
                  <a:pt x="695897" y="48"/>
                  <a:pt x="695897" y="48"/>
                </a:cubicBezTo>
                <a:lnTo>
                  <a:pt x="695897" y="137208"/>
                </a:lnTo>
                <a:cubicBezTo>
                  <a:pt x="695897" y="137208"/>
                  <a:pt x="632032" y="150781"/>
                  <a:pt x="632032" y="150781"/>
                </a:cubicBezTo>
                <a:lnTo>
                  <a:pt x="595170" y="32718"/>
                </a:lnTo>
                <a:lnTo>
                  <a:pt x="595170" y="158591"/>
                </a:lnTo>
                <a:cubicBezTo>
                  <a:pt x="595170" y="158591"/>
                  <a:pt x="561308" y="165783"/>
                  <a:pt x="561308" y="165783"/>
                </a:cubicBezTo>
                <a:lnTo>
                  <a:pt x="561308" y="28623"/>
                </a:lnTo>
                <a:close/>
              </a:path>
            </a:pathLst>
          </a:custGeom>
          <a:solidFill>
            <a:srgbClr val="FFFFFF"/>
          </a:solidFill>
          <a:ln w="4763" cap="flat">
            <a:noFill/>
            <a:prstDash val="solid"/>
            <a:miter/>
          </a:ln>
        </p:spPr>
        <p:txBody>
          <a:bodyPr rtlCol="0" anchor="ctr"/>
          <a:lstStyle/>
          <a:p>
            <a:endParaRPr lang="en-AU" sz="2400"/>
          </a:p>
        </p:txBody>
      </p:sp>
      <p:sp>
        <p:nvSpPr>
          <p:cNvPr id="33" name="Google Shape;10;p2">
            <a:extLst>
              <a:ext uri="{FF2B5EF4-FFF2-40B4-BE49-F238E27FC236}">
                <a16:creationId xmlns:a16="http://schemas.microsoft.com/office/drawing/2014/main" id="{D543CF40-CA6C-AB12-3735-CF8AC652A545}"/>
              </a:ext>
            </a:extLst>
          </p:cNvPr>
          <p:cNvSpPr txBox="1">
            <a:spLocks noGrp="1"/>
          </p:cNvSpPr>
          <p:nvPr>
            <p:ph type="ctrTitle" hasCustomPrompt="1"/>
          </p:nvPr>
        </p:nvSpPr>
        <p:spPr>
          <a:xfrm>
            <a:off x="415610" y="2930237"/>
            <a:ext cx="4610203" cy="689187"/>
          </a:xfrm>
          <a:prstGeom prst="rect">
            <a:avLst/>
          </a:prstGeom>
        </p:spPr>
        <p:txBody>
          <a:bodyPr spcFirstLastPara="1" wrap="square" lIns="90000" tIns="90000" rIns="90000" bIns="36000" anchor="b" anchorCtr="0">
            <a:noAutofit/>
          </a:bodyPr>
          <a:lstStyle>
            <a:lvl1pPr lvl="0" algn="l">
              <a:spcBef>
                <a:spcPts val="0"/>
              </a:spcBef>
              <a:spcAft>
                <a:spcPts val="0"/>
              </a:spcAft>
              <a:buSzPts val="5200"/>
              <a:buNone/>
              <a:defRPr sz="3733" b="1">
                <a:solidFill>
                  <a:schemeClr val="tx1"/>
                </a:solidFill>
                <a:latin typeface="PP Neue Machina Plain Ultrabold" pitchFamily="50" charset="0"/>
              </a:defRPr>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r>
              <a:rPr lang="en-IN"/>
              <a:t>Section Title</a:t>
            </a:r>
            <a:endParaRPr/>
          </a:p>
        </p:txBody>
      </p:sp>
      <p:sp>
        <p:nvSpPr>
          <p:cNvPr id="16" name="Text Placeholder 15">
            <a:extLst>
              <a:ext uri="{FF2B5EF4-FFF2-40B4-BE49-F238E27FC236}">
                <a16:creationId xmlns:a16="http://schemas.microsoft.com/office/drawing/2014/main" id="{17A7E5E8-BE49-EF88-3BBF-34F70B616301}"/>
              </a:ext>
            </a:extLst>
          </p:cNvPr>
          <p:cNvSpPr>
            <a:spLocks noGrp="1"/>
          </p:cNvSpPr>
          <p:nvPr>
            <p:ph type="body" sz="quarter" idx="14" hasCustomPrompt="1"/>
          </p:nvPr>
        </p:nvSpPr>
        <p:spPr>
          <a:xfrm>
            <a:off x="505885" y="1986280"/>
            <a:ext cx="1763183" cy="689187"/>
          </a:xfrm>
          <a:noFill/>
        </p:spPr>
        <p:txBody>
          <a:bodyPr anchor="ctr">
            <a:noAutofit/>
          </a:bodyPr>
          <a:lstStyle>
            <a:lvl1pPr marL="0" indent="0" algn="l">
              <a:buNone/>
              <a:defRPr sz="7200" b="1">
                <a:solidFill>
                  <a:schemeClr val="accent1"/>
                </a:solidFill>
              </a:defRPr>
            </a:lvl1pPr>
          </a:lstStyle>
          <a:p>
            <a:pPr lvl="0"/>
            <a:r>
              <a:rPr lang="en-IN"/>
              <a:t>01</a:t>
            </a:r>
            <a:endParaRPr lang="en-AU"/>
          </a:p>
        </p:txBody>
      </p:sp>
    </p:spTree>
    <p:extLst>
      <p:ext uri="{BB962C8B-B14F-4D97-AF65-F5344CB8AC3E}">
        <p14:creationId xmlns:p14="http://schemas.microsoft.com/office/powerpoint/2010/main" val="196014239"/>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3.sv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4.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image" Target="../media/image3.svg"/><Relationship Id="rId5" Type="http://schemas.openxmlformats.org/officeDocument/2006/relationships/slideLayout" Target="../slideLayouts/slideLayout28.xml"/><Relationship Id="rId10" Type="http://schemas.openxmlformats.org/officeDocument/2006/relationships/theme" Target="../theme/theme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DA2C381-613C-35D5-B071-866A31D29ABA}"/>
              </a:ext>
            </a:extLst>
          </p:cNvPr>
          <p:cNvSpPr>
            <a:spLocks noGrp="1"/>
          </p:cNvSpPr>
          <p:nvPr>
            <p:ph type="title"/>
          </p:nvPr>
        </p:nvSpPr>
        <p:spPr>
          <a:xfrm>
            <a:off x="515937" y="394087"/>
            <a:ext cx="11160123" cy="492443"/>
          </a:xfrm>
          <a:prstGeom prst="rect">
            <a:avLst/>
          </a:prstGeom>
        </p:spPr>
        <p:txBody>
          <a:bodyPr vert="horz" lIns="0" tIns="0" rIns="0" bIns="0" rtlCol="0" anchor="t">
            <a:sp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316248D-B3A3-056F-8479-0D6380B8D80E}"/>
              </a:ext>
            </a:extLst>
          </p:cNvPr>
          <p:cNvSpPr>
            <a:spLocks noGrp="1"/>
          </p:cNvSpPr>
          <p:nvPr>
            <p:ph type="body" idx="1"/>
          </p:nvPr>
        </p:nvSpPr>
        <p:spPr>
          <a:xfrm>
            <a:off x="515937" y="1625600"/>
            <a:ext cx="11160123" cy="4684184"/>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1027654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705" r:id="rId8"/>
    <p:sldLayoutId id="2147483706" r:id="rId9"/>
    <p:sldLayoutId id="2147483707" r:id="rId10"/>
    <p:sldLayoutId id="2147483708" r:id="rId11"/>
    <p:sldLayoutId id="2147483709" r:id="rId12"/>
  </p:sldLayoutIdLst>
  <p:hf hdr="0" ftr="0" dt="0"/>
  <p:txStyles>
    <p:titleStyle>
      <a:lvl1pPr algn="l" defTabSz="914377" rtl="0" eaLnBrk="1" latinLnBrk="0" hangingPunct="1">
        <a:lnSpc>
          <a:spcPct val="100000"/>
        </a:lnSpc>
        <a:spcBef>
          <a:spcPct val="0"/>
        </a:spcBef>
        <a:spcAft>
          <a:spcPts val="600"/>
        </a:spcAft>
        <a:buNone/>
        <a:defRPr sz="3200" b="1" i="0" kern="1200">
          <a:solidFill>
            <a:schemeClr val="tx1"/>
          </a:solidFill>
          <a:latin typeface="PP Neue Machina Plain Ultrabold" pitchFamily="2" charset="77"/>
          <a:ea typeface="+mj-ea"/>
          <a:cs typeface="+mj-cs"/>
        </a:defRPr>
      </a:lvl1pPr>
    </p:titleStyle>
    <p:bodyStyle>
      <a:lvl1pPr marL="228594" indent="-228594" algn="l" defTabSz="914377" rtl="0" eaLnBrk="1" latinLnBrk="0" hangingPunct="1">
        <a:lnSpc>
          <a:spcPct val="100000"/>
        </a:lnSpc>
        <a:spcBef>
          <a:spcPts val="1000"/>
        </a:spcBef>
        <a:spcAft>
          <a:spcPts val="600"/>
        </a:spcAft>
        <a:buFont typeface="Aptos" panose="020B0004020202020204" pitchFamily="34" charset="0"/>
        <a:buChar char="•"/>
        <a:defRPr sz="18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783" indent="-228594" algn="l" defTabSz="914377" rtl="0" eaLnBrk="1" latinLnBrk="0" hangingPunct="1">
        <a:lnSpc>
          <a:spcPct val="100000"/>
        </a:lnSpc>
        <a:spcBef>
          <a:spcPts val="500"/>
        </a:spcBef>
        <a:spcAft>
          <a:spcPts val="600"/>
        </a:spcAft>
        <a:buFont typeface="Aptos" panose="020B0004020202020204" pitchFamily="34" charset="0"/>
        <a:buChar char="•"/>
        <a:defRPr sz="16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2971" indent="-228594" algn="l" defTabSz="914377" rtl="0" eaLnBrk="1" latinLnBrk="0" hangingPunct="1">
        <a:lnSpc>
          <a:spcPct val="100000"/>
        </a:lnSpc>
        <a:spcBef>
          <a:spcPts val="500"/>
        </a:spcBef>
        <a:spcAft>
          <a:spcPts val="600"/>
        </a:spcAft>
        <a:buFont typeface="Aptos" panose="020B0004020202020204" pitchFamily="34" charset="0"/>
        <a:buChar char="•"/>
        <a:defRPr sz="14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160" indent="-228594" algn="l" defTabSz="914377" rtl="0" eaLnBrk="1" latinLnBrk="0" hangingPunct="1">
        <a:lnSpc>
          <a:spcPct val="90000"/>
        </a:lnSpc>
        <a:spcBef>
          <a:spcPts val="500"/>
        </a:spcBef>
        <a:buFont typeface="Aptos" panose="020B0004020202020204" pitchFamily="34" charset="0"/>
        <a:buChar char="•"/>
        <a:defRPr sz="1200" b="0" i="0" kern="1200">
          <a:solidFill>
            <a:schemeClr val="tx1"/>
          </a:solidFill>
          <a:latin typeface="Aptos" panose="020B0004020202020204" pitchFamily="34" charset="0"/>
          <a:ea typeface="+mn-ea"/>
          <a:cs typeface="Aptos" panose="020B0004020202020204" pitchFamily="34" charset="0"/>
        </a:defRPr>
      </a:lvl4pPr>
      <a:lvl5pPr marL="2057349" indent="-228594" algn="l" defTabSz="914377" rtl="0" eaLnBrk="1" latinLnBrk="0" hangingPunct="1">
        <a:lnSpc>
          <a:spcPct val="90000"/>
        </a:lnSpc>
        <a:spcBef>
          <a:spcPts val="500"/>
        </a:spcBef>
        <a:buFont typeface="Aptos" panose="020B0004020202020204" pitchFamily="34" charset="0"/>
        <a:buChar char="•"/>
        <a:defRPr sz="1200" b="0" i="0" kern="1200">
          <a:solidFill>
            <a:schemeClr val="tx1"/>
          </a:solidFill>
          <a:latin typeface="Aptos" panose="020B0004020202020204" pitchFamily="34" charset="0"/>
          <a:ea typeface="+mn-ea"/>
          <a:cs typeface="Aptos" panose="020B0004020202020204" pitchFamily="34" charset="0"/>
        </a:defRPr>
      </a:lvl5pPr>
      <a:lvl6pPr marL="2514537" indent="-228594" algn="l" defTabSz="914377" rtl="0" eaLnBrk="1" latinLnBrk="0" hangingPunct="1">
        <a:lnSpc>
          <a:spcPct val="90000"/>
        </a:lnSpc>
        <a:spcBef>
          <a:spcPts val="500"/>
        </a:spcBef>
        <a:buFont typeface="Aptos" panose="020B00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ptos" panose="020B00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ptos" panose="020B00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ptos" panose="020B00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981">
          <p15:clr>
            <a:srgbClr val="F26B43"/>
          </p15:clr>
        </p15:guide>
        <p15:guide id="2" pos="5521">
          <p15:clr>
            <a:srgbClr val="F26B43"/>
          </p15:clr>
        </p15:guide>
        <p15:guide id="3" pos="239">
          <p15:clr>
            <a:srgbClr val="F26B43"/>
          </p15:clr>
        </p15:guide>
        <p15:guide id="4" pos="7354">
          <p15:clr>
            <a:srgbClr val="F26B43"/>
          </p15:clr>
        </p15:guide>
        <p15:guide id="5" orient="horz" pos="3898">
          <p15:clr>
            <a:srgbClr val="F26B43"/>
          </p15:clr>
        </p15:guide>
        <p15:guide id="6" orient="horz" pos="758">
          <p15:clr>
            <a:srgbClr val="F26B43"/>
          </p15:clr>
        </p15:guide>
        <p15:guide id="7" pos="2868">
          <p15:clr>
            <a:srgbClr val="F26B43"/>
          </p15:clr>
        </p15:guide>
        <p15:guide id="8" orient="horz" pos="645">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DA2C381-613C-35D5-B071-866A31D29ABA}"/>
              </a:ext>
            </a:extLst>
          </p:cNvPr>
          <p:cNvSpPr>
            <a:spLocks noGrp="1"/>
          </p:cNvSpPr>
          <p:nvPr>
            <p:ph type="title"/>
          </p:nvPr>
        </p:nvSpPr>
        <p:spPr>
          <a:xfrm>
            <a:off x="515937" y="394087"/>
            <a:ext cx="11160121" cy="430887"/>
          </a:xfrm>
          <a:prstGeom prst="rect">
            <a:avLst/>
          </a:prstGeom>
        </p:spPr>
        <p:txBody>
          <a:bodyPr vert="horz" lIns="0" tIns="0" rIns="0" bIns="0" rtlCol="0" anchor="t">
            <a:sp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316248D-B3A3-056F-8479-0D6380B8D80E}"/>
              </a:ext>
            </a:extLst>
          </p:cNvPr>
          <p:cNvSpPr>
            <a:spLocks noGrp="1"/>
          </p:cNvSpPr>
          <p:nvPr>
            <p:ph type="body" idx="1"/>
          </p:nvPr>
        </p:nvSpPr>
        <p:spPr>
          <a:xfrm>
            <a:off x="515937" y="1625600"/>
            <a:ext cx="11160123" cy="4605867"/>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grpSp>
        <p:nvGrpSpPr>
          <p:cNvPr id="7" name="Graphic 4">
            <a:extLst>
              <a:ext uri="{FF2B5EF4-FFF2-40B4-BE49-F238E27FC236}">
                <a16:creationId xmlns:a16="http://schemas.microsoft.com/office/drawing/2014/main" id="{FC3011FE-129A-723F-0258-2C3653C963AD}"/>
              </a:ext>
            </a:extLst>
          </p:cNvPr>
          <p:cNvGrpSpPr/>
          <p:nvPr/>
        </p:nvGrpSpPr>
        <p:grpSpPr>
          <a:xfrm>
            <a:off x="10864851" y="6468533"/>
            <a:ext cx="186267" cy="203200"/>
            <a:chOff x="8176402" y="4885530"/>
            <a:chExt cx="135493" cy="143018"/>
          </a:xfrm>
        </p:grpSpPr>
        <p:sp>
          <p:nvSpPr>
            <p:cNvPr id="21" name="Freeform: Shape 20">
              <a:extLst>
                <a:ext uri="{FF2B5EF4-FFF2-40B4-BE49-F238E27FC236}">
                  <a16:creationId xmlns:a16="http://schemas.microsoft.com/office/drawing/2014/main" id="{FDD1C6C7-4F4F-56E8-A7C8-A48C7E8DA5B6}"/>
                </a:ext>
              </a:extLst>
            </p:cNvPr>
            <p:cNvSpPr/>
            <p:nvPr/>
          </p:nvSpPr>
          <p:spPr>
            <a:xfrm>
              <a:off x="8176402" y="4885530"/>
              <a:ext cx="67770" cy="143018"/>
            </a:xfrm>
            <a:custGeom>
              <a:avLst/>
              <a:gdLst>
                <a:gd name="connsiteX0" fmla="*/ 67771 w 67770"/>
                <a:gd name="connsiteY0" fmla="*/ 0 h 143018"/>
                <a:gd name="connsiteX1" fmla="*/ 38767 w 67770"/>
                <a:gd name="connsiteY1" fmla="*/ 6144 h 143018"/>
                <a:gd name="connsiteX2" fmla="*/ 0 w 67770"/>
                <a:gd name="connsiteY2" fmla="*/ 143018 h 143018"/>
                <a:gd name="connsiteX3" fmla="*/ 33147 w 67770"/>
                <a:gd name="connsiteY3" fmla="*/ 135970 h 143018"/>
                <a:gd name="connsiteX4" fmla="*/ 44768 w 67770"/>
                <a:gd name="connsiteY4" fmla="*/ 93869 h 143018"/>
                <a:gd name="connsiteX5" fmla="*/ 67771 w 67770"/>
                <a:gd name="connsiteY5" fmla="*/ 88964 h 143018"/>
                <a:gd name="connsiteX6" fmla="*/ 67771 w 67770"/>
                <a:gd name="connsiteY6" fmla="*/ 60341 h 143018"/>
                <a:gd name="connsiteX7" fmla="*/ 53293 w 67770"/>
                <a:gd name="connsiteY7" fmla="*/ 63389 h 143018"/>
                <a:gd name="connsiteX8" fmla="*/ 67771 w 67770"/>
                <a:gd name="connsiteY8" fmla="*/ 11097 h 143018"/>
                <a:gd name="connsiteX9" fmla="*/ 67771 w 67770"/>
                <a:gd name="connsiteY9" fmla="*/ 0 h 143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770" h="143018">
                  <a:moveTo>
                    <a:pt x="67771" y="0"/>
                  </a:moveTo>
                  <a:lnTo>
                    <a:pt x="38767" y="6144"/>
                  </a:lnTo>
                  <a:lnTo>
                    <a:pt x="0" y="143018"/>
                  </a:lnTo>
                  <a:lnTo>
                    <a:pt x="33147" y="135970"/>
                  </a:lnTo>
                  <a:lnTo>
                    <a:pt x="44768" y="93869"/>
                  </a:lnTo>
                  <a:lnTo>
                    <a:pt x="67771" y="88964"/>
                  </a:lnTo>
                  <a:lnTo>
                    <a:pt x="67771" y="60341"/>
                  </a:lnTo>
                  <a:lnTo>
                    <a:pt x="53293" y="63389"/>
                  </a:lnTo>
                  <a:lnTo>
                    <a:pt x="67771" y="11097"/>
                  </a:lnTo>
                  <a:lnTo>
                    <a:pt x="67771" y="0"/>
                  </a:lnTo>
                  <a:close/>
                </a:path>
              </a:pathLst>
            </a:custGeom>
            <a:solidFill>
              <a:srgbClr val="000000"/>
            </a:solidFill>
            <a:ln w="4763" cap="flat">
              <a:noFill/>
              <a:prstDash val="solid"/>
              <a:miter/>
            </a:ln>
          </p:spPr>
          <p:txBody>
            <a:bodyPr rtlCol="0" anchor="ctr"/>
            <a:lstStyle/>
            <a:p>
              <a:endParaRPr lang="en-AU" sz="2400"/>
            </a:p>
          </p:txBody>
        </p:sp>
        <p:sp>
          <p:nvSpPr>
            <p:cNvPr id="22" name="Freeform: Shape 21">
              <a:extLst>
                <a:ext uri="{FF2B5EF4-FFF2-40B4-BE49-F238E27FC236}">
                  <a16:creationId xmlns:a16="http://schemas.microsoft.com/office/drawing/2014/main" id="{DABD7C35-BA12-9F26-537D-75B82B7D3876}"/>
                </a:ext>
              </a:extLst>
            </p:cNvPr>
            <p:cNvSpPr/>
            <p:nvPr/>
          </p:nvSpPr>
          <p:spPr>
            <a:xfrm>
              <a:off x="8244173" y="4885530"/>
              <a:ext cx="67722" cy="143018"/>
            </a:xfrm>
            <a:custGeom>
              <a:avLst/>
              <a:gdLst>
                <a:gd name="connsiteX0" fmla="*/ 0 w 67722"/>
                <a:gd name="connsiteY0" fmla="*/ 0 h 143018"/>
                <a:gd name="connsiteX1" fmla="*/ 0 w 67722"/>
                <a:gd name="connsiteY1" fmla="*/ 11097 h 143018"/>
                <a:gd name="connsiteX2" fmla="*/ 14478 w 67722"/>
                <a:gd name="connsiteY2" fmla="*/ 63389 h 143018"/>
                <a:gd name="connsiteX3" fmla="*/ 0 w 67722"/>
                <a:gd name="connsiteY3" fmla="*/ 60341 h 143018"/>
                <a:gd name="connsiteX4" fmla="*/ 0 w 67722"/>
                <a:gd name="connsiteY4" fmla="*/ 88964 h 143018"/>
                <a:gd name="connsiteX5" fmla="*/ 22955 w 67722"/>
                <a:gd name="connsiteY5" fmla="*/ 93869 h 143018"/>
                <a:gd name="connsiteX6" fmla="*/ 34575 w 67722"/>
                <a:gd name="connsiteY6" fmla="*/ 135970 h 143018"/>
                <a:gd name="connsiteX7" fmla="*/ 67723 w 67722"/>
                <a:gd name="connsiteY7" fmla="*/ 143018 h 143018"/>
                <a:gd name="connsiteX8" fmla="*/ 28956 w 67722"/>
                <a:gd name="connsiteY8" fmla="*/ 6144 h 143018"/>
                <a:gd name="connsiteX9" fmla="*/ 0 w 67722"/>
                <a:gd name="connsiteY9" fmla="*/ 0 h 143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722" h="143018">
                  <a:moveTo>
                    <a:pt x="0" y="0"/>
                  </a:moveTo>
                  <a:lnTo>
                    <a:pt x="0" y="11097"/>
                  </a:lnTo>
                  <a:lnTo>
                    <a:pt x="14478" y="63389"/>
                  </a:lnTo>
                  <a:lnTo>
                    <a:pt x="0" y="60341"/>
                  </a:lnTo>
                  <a:lnTo>
                    <a:pt x="0" y="88964"/>
                  </a:lnTo>
                  <a:lnTo>
                    <a:pt x="22955" y="93869"/>
                  </a:lnTo>
                  <a:lnTo>
                    <a:pt x="34575" y="135970"/>
                  </a:lnTo>
                  <a:lnTo>
                    <a:pt x="67723" y="143018"/>
                  </a:lnTo>
                  <a:lnTo>
                    <a:pt x="28956" y="6144"/>
                  </a:lnTo>
                  <a:lnTo>
                    <a:pt x="0" y="0"/>
                  </a:lnTo>
                  <a:close/>
                </a:path>
              </a:pathLst>
            </a:custGeom>
            <a:solidFill>
              <a:srgbClr val="808080"/>
            </a:solidFill>
            <a:ln w="4763" cap="flat">
              <a:noFill/>
              <a:prstDash val="solid"/>
              <a:miter/>
            </a:ln>
          </p:spPr>
          <p:txBody>
            <a:bodyPr rtlCol="0" anchor="ctr"/>
            <a:lstStyle/>
            <a:p>
              <a:endParaRPr lang="en-AU" sz="2400"/>
            </a:p>
          </p:txBody>
        </p:sp>
      </p:grpSp>
      <p:sp>
        <p:nvSpPr>
          <p:cNvPr id="8" name="Slide Number Placeholder 18">
            <a:extLst>
              <a:ext uri="{FF2B5EF4-FFF2-40B4-BE49-F238E27FC236}">
                <a16:creationId xmlns:a16="http://schemas.microsoft.com/office/drawing/2014/main" id="{56348CC3-4D9E-3009-191A-52A4BBC22FD7}"/>
              </a:ext>
            </a:extLst>
          </p:cNvPr>
          <p:cNvSpPr txBox="1">
            <a:spLocks/>
          </p:cNvSpPr>
          <p:nvPr/>
        </p:nvSpPr>
        <p:spPr>
          <a:xfrm>
            <a:off x="1838618" y="6362699"/>
            <a:ext cx="419100" cy="246221"/>
          </a:xfrm>
          <a:prstGeom prst="rect">
            <a:avLst/>
          </a:prstGeom>
          <a:noFill/>
        </p:spPr>
        <p:txBody>
          <a:bodyPr wrap="square">
            <a:sp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ptos" panose="020B0004020202020204" pitchFamily="34" charset="0"/>
              <a:defRPr lang="en-AU" sz="800" b="0" i="0" u="none" strike="noStrike" cap="none" smtClean="0">
                <a:solidFill>
                  <a:srgbClr val="000000"/>
                </a:solidFill>
                <a:latin typeface="+mj-lt"/>
                <a:ea typeface="Aptos" panose="020B0004020202020204" pitchFamily="34" charset="0"/>
                <a:cs typeface="Aptos" panose="020B0004020202020204" pitchFamily="34" charset="0"/>
                <a:sym typeface="Aptos" panose="020B0004020202020204" pitchFamily="34" charset="0"/>
              </a:defRPr>
            </a:lvl1pPr>
            <a:lvl2pPr marR="0" lvl="1"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2pPr>
            <a:lvl3pPr marR="0" lvl="2"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3pPr>
            <a:lvl4pPr marR="0" lvl="3"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4pPr>
            <a:lvl5pPr marR="0" lvl="4"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5pPr>
            <a:lvl6pPr marR="0" lvl="5"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6pPr>
            <a:lvl7pPr marR="0" lvl="6"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7pPr>
            <a:lvl8pPr marR="0" lvl="7"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8pPr>
            <a:lvl9pPr marR="0" lvl="8"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9pPr>
          </a:lstStyle>
          <a:p>
            <a:fld id="{A2294E5B-DE56-4C0C-83A2-06393784158A}" type="slidenum">
              <a:rPr lang="en-AU" sz="1000" smtClean="0">
                <a:solidFill>
                  <a:schemeClr val="tx1"/>
                </a:solidFill>
                <a:latin typeface="Verdana" panose="020B0604030504040204" pitchFamily="34" charset="0"/>
                <a:ea typeface="Verdana" panose="020B0604030504040204" pitchFamily="34" charset="0"/>
                <a:cs typeface="Verdana" panose="020B0604030504040204" pitchFamily="34" charset="0"/>
              </a:rPr>
              <a:pPr/>
              <a:t>‹#›</a:t>
            </a:fld>
            <a:endParaRPr lang="en-AU" sz="100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
        <p:nvSpPr>
          <p:cNvPr id="9" name="TextBox 8">
            <a:extLst>
              <a:ext uri="{FF2B5EF4-FFF2-40B4-BE49-F238E27FC236}">
                <a16:creationId xmlns:a16="http://schemas.microsoft.com/office/drawing/2014/main" id="{BDB4E33F-C9AE-AD75-BA0B-87F4D61986B6}"/>
              </a:ext>
            </a:extLst>
          </p:cNvPr>
          <p:cNvSpPr txBox="1"/>
          <p:nvPr/>
        </p:nvSpPr>
        <p:spPr>
          <a:xfrm>
            <a:off x="274789" y="6362693"/>
            <a:ext cx="1663700" cy="246221"/>
          </a:xfrm>
          <a:prstGeom prst="rect">
            <a:avLst/>
          </a:prstGeom>
          <a:noFill/>
        </p:spPr>
        <p:txBody>
          <a:bodyPr wrap="square">
            <a:spAutoFit/>
          </a:bodyPr>
          <a:lstStyle/>
          <a:p>
            <a:pPr algn="l"/>
            <a:r>
              <a:rPr lang="en-US" sz="1000" b="0" i="0">
                <a:solidFill>
                  <a:schemeClr val="tx1"/>
                </a:solidFill>
                <a:latin typeface="Verdana" panose="020B0604030504040204" pitchFamily="34" charset="0"/>
                <a:ea typeface="Verdana" panose="020B0604030504040204" pitchFamily="34" charset="0"/>
                <a:cs typeface="Verdana" panose="020B0604030504040204" pitchFamily="34" charset="0"/>
              </a:rPr>
              <a:t>Ascendion Confidential</a:t>
            </a:r>
          </a:p>
        </p:txBody>
      </p:sp>
      <p:sp>
        <p:nvSpPr>
          <p:cNvPr id="4" name="Graphic 10">
            <a:extLst>
              <a:ext uri="{FF2B5EF4-FFF2-40B4-BE49-F238E27FC236}">
                <a16:creationId xmlns:a16="http://schemas.microsoft.com/office/drawing/2014/main" id="{34A157B6-58AF-33D6-96CC-D1BE31D6A076}"/>
              </a:ext>
            </a:extLst>
          </p:cNvPr>
          <p:cNvSpPr/>
          <p:nvPr/>
        </p:nvSpPr>
        <p:spPr>
          <a:xfrm>
            <a:off x="2356339" y="6337426"/>
            <a:ext cx="9835661" cy="179324"/>
          </a:xfrm>
          <a:custGeom>
            <a:avLst/>
            <a:gdLst>
              <a:gd name="connsiteX0" fmla="*/ 5829300 w 5829300"/>
              <a:gd name="connsiteY0" fmla="*/ 134493 h 134493"/>
              <a:gd name="connsiteX1" fmla="*/ 5541740 w 5829300"/>
              <a:gd name="connsiteY1" fmla="*/ 134493 h 134493"/>
              <a:gd name="connsiteX2" fmla="*/ 4915853 w 5829300"/>
              <a:gd name="connsiteY2" fmla="*/ 0 h 134493"/>
              <a:gd name="connsiteX3" fmla="*/ 4285393 w 5829300"/>
              <a:gd name="connsiteY3" fmla="*/ 134493 h 134493"/>
              <a:gd name="connsiteX4" fmla="*/ 0 w 5829300"/>
              <a:gd name="connsiteY4" fmla="*/ 134493 h 134493"/>
              <a:gd name="connsiteX0" fmla="*/ 7376746 w 7376746"/>
              <a:gd name="connsiteY0" fmla="*/ 134493 h 134493"/>
              <a:gd name="connsiteX1" fmla="*/ 7089186 w 7376746"/>
              <a:gd name="connsiteY1" fmla="*/ 134493 h 134493"/>
              <a:gd name="connsiteX2" fmla="*/ 6463299 w 7376746"/>
              <a:gd name="connsiteY2" fmla="*/ 0 h 134493"/>
              <a:gd name="connsiteX3" fmla="*/ 5832839 w 7376746"/>
              <a:gd name="connsiteY3" fmla="*/ 134493 h 134493"/>
              <a:gd name="connsiteX4" fmla="*/ 0 w 7376746"/>
              <a:gd name="connsiteY4" fmla="*/ 134493 h 1344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76746" h="134493">
                <a:moveTo>
                  <a:pt x="7376746" y="134493"/>
                </a:moveTo>
                <a:lnTo>
                  <a:pt x="7089186" y="134493"/>
                </a:lnTo>
                <a:lnTo>
                  <a:pt x="6463299" y="0"/>
                </a:lnTo>
                <a:lnTo>
                  <a:pt x="5832839" y="134493"/>
                </a:lnTo>
                <a:lnTo>
                  <a:pt x="0" y="134493"/>
                </a:lnTo>
              </a:path>
            </a:pathLst>
          </a:custGeom>
          <a:noFill/>
          <a:ln w="9525" cap="flat">
            <a:solidFill>
              <a:schemeClr val="tx1"/>
            </a:solidFill>
            <a:prstDash val="solid"/>
            <a:miter/>
          </a:ln>
        </p:spPr>
        <p:txBody>
          <a:bodyPr rtlCol="0" anchor="ctr"/>
          <a:lstStyle/>
          <a:p>
            <a:endParaRPr lang="en-US" sz="2400"/>
          </a:p>
        </p:txBody>
      </p:sp>
      <p:cxnSp>
        <p:nvCxnSpPr>
          <p:cNvPr id="13" name="Straight Connector 12">
            <a:extLst>
              <a:ext uri="{FF2B5EF4-FFF2-40B4-BE49-F238E27FC236}">
                <a16:creationId xmlns:a16="http://schemas.microsoft.com/office/drawing/2014/main" id="{8A8BB966-C387-C92B-FA58-18AA05DC5645}"/>
              </a:ext>
            </a:extLst>
          </p:cNvPr>
          <p:cNvCxnSpPr>
            <a:cxnSpLocks/>
          </p:cNvCxnSpPr>
          <p:nvPr/>
        </p:nvCxnSpPr>
        <p:spPr>
          <a:xfrm>
            <a:off x="0" y="6515100"/>
            <a:ext cx="304800" cy="0"/>
          </a:xfrm>
          <a:prstGeom prst="line">
            <a:avLst/>
          </a:prstGeom>
          <a:noFill/>
          <a:ln w="9525" cap="flat">
            <a:solidFill>
              <a:schemeClr val="tx1"/>
            </a:solidFill>
            <a:prstDash val="solid"/>
            <a:miter/>
          </a:ln>
        </p:spPr>
        <p:style>
          <a:lnRef idx="1">
            <a:schemeClr val="accent1"/>
          </a:lnRef>
          <a:fillRef idx="0">
            <a:schemeClr val="accent1"/>
          </a:fillRef>
          <a:effectRef idx="0">
            <a:schemeClr val="accent1"/>
          </a:effectRef>
          <a:fontRef idx="minor">
            <a:schemeClr val="tx1"/>
          </a:fontRef>
        </p:style>
      </p:cxnSp>
      <p:pic>
        <p:nvPicPr>
          <p:cNvPr id="6" name="Graphic 5">
            <a:extLst>
              <a:ext uri="{FF2B5EF4-FFF2-40B4-BE49-F238E27FC236}">
                <a16:creationId xmlns:a16="http://schemas.microsoft.com/office/drawing/2014/main" id="{FD9D7BDB-8CD6-FF8E-F8F1-745DD690CC53}"/>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1536700" y="1092200"/>
            <a:ext cx="1422400" cy="2870200"/>
          </a:xfrm>
          <a:prstGeom prst="rect">
            <a:avLst/>
          </a:prstGeom>
        </p:spPr>
      </p:pic>
      <p:pic>
        <p:nvPicPr>
          <p:cNvPr id="11" name="Picture 10" descr="A screenshot of a computer&#10;&#10;AI-generated content may be incorrect.">
            <a:extLst>
              <a:ext uri="{FF2B5EF4-FFF2-40B4-BE49-F238E27FC236}">
                <a16:creationId xmlns:a16="http://schemas.microsoft.com/office/drawing/2014/main" id="{B915B104-CF67-8593-1815-0DB440DCBFCB}"/>
              </a:ext>
            </a:extLst>
          </p:cNvPr>
          <p:cNvPicPr>
            <a:picLocks noChangeAspect="1"/>
          </p:cNvPicPr>
          <p:nvPr userDrawn="1"/>
        </p:nvPicPr>
        <p:blipFill>
          <a:blip r:embed="rId14"/>
          <a:srcRect t="68935" b="6661"/>
          <a:stretch/>
        </p:blipFill>
        <p:spPr>
          <a:xfrm>
            <a:off x="-1524000" y="4198301"/>
            <a:ext cx="1435100" cy="227459"/>
          </a:xfrm>
          <a:prstGeom prst="rect">
            <a:avLst/>
          </a:prstGeom>
        </p:spPr>
      </p:pic>
    </p:spTree>
    <p:extLst>
      <p:ext uri="{BB962C8B-B14F-4D97-AF65-F5344CB8AC3E}">
        <p14:creationId xmlns:p14="http://schemas.microsoft.com/office/powerpoint/2010/main" val="232493633"/>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704" r:id="rId11"/>
  </p:sldLayoutIdLst>
  <p:hf hdr="0" dt="0"/>
  <p:txStyles>
    <p:titleStyle>
      <a:lvl1pPr algn="l" defTabSz="914377" rtl="0" eaLnBrk="1" latinLnBrk="0" hangingPunct="1">
        <a:lnSpc>
          <a:spcPct val="100000"/>
        </a:lnSpc>
        <a:spcBef>
          <a:spcPct val="0"/>
        </a:spcBef>
        <a:spcAft>
          <a:spcPts val="600"/>
        </a:spcAft>
        <a:buNone/>
        <a:defRPr sz="2800" b="1" i="0" kern="1200">
          <a:solidFill>
            <a:schemeClr val="tx1"/>
          </a:solidFill>
          <a:latin typeface="PP Neue Machina Plain Ultrabold" pitchFamily="50" charset="0"/>
          <a:ea typeface="+mj-ea"/>
          <a:cs typeface="+mj-cs"/>
        </a:defRPr>
      </a:lvl1pPr>
    </p:titleStyle>
    <p:bodyStyle>
      <a:lvl1pPr marL="228594" indent="-228594" algn="l" defTabSz="914377" rtl="0" eaLnBrk="1" latinLnBrk="0" hangingPunct="1">
        <a:lnSpc>
          <a:spcPct val="100000"/>
        </a:lnSpc>
        <a:spcBef>
          <a:spcPts val="1000"/>
        </a:spcBef>
        <a:spcAft>
          <a:spcPts val="600"/>
        </a:spcAft>
        <a:buFont typeface="Aptos" panose="020B0004020202020204" pitchFamily="34" charset="0"/>
        <a:buChar char="•"/>
        <a:defRPr sz="1867"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783" indent="-228594" algn="l" defTabSz="914377" rtl="0" eaLnBrk="1" latinLnBrk="0" hangingPunct="1">
        <a:lnSpc>
          <a:spcPct val="100000"/>
        </a:lnSpc>
        <a:spcBef>
          <a:spcPts val="500"/>
        </a:spcBef>
        <a:spcAft>
          <a:spcPts val="600"/>
        </a:spcAft>
        <a:buFont typeface="Aptos" panose="020B0004020202020204" pitchFamily="34" charset="0"/>
        <a:buChar char="•"/>
        <a:defRPr sz="16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2971" indent="-228594" algn="l" defTabSz="914377" rtl="0" eaLnBrk="1" latinLnBrk="0" hangingPunct="1">
        <a:lnSpc>
          <a:spcPct val="100000"/>
        </a:lnSpc>
        <a:spcBef>
          <a:spcPts val="500"/>
        </a:spcBef>
        <a:spcAft>
          <a:spcPts val="600"/>
        </a:spcAft>
        <a:buFont typeface="Aptos" panose="020B0004020202020204" pitchFamily="34" charset="0"/>
        <a:buChar char="•"/>
        <a:defRPr sz="1333"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160" indent="-228594" algn="l" defTabSz="914377" rtl="0" eaLnBrk="1" latinLnBrk="0" hangingPunct="1">
        <a:lnSpc>
          <a:spcPct val="90000"/>
        </a:lnSpc>
        <a:spcBef>
          <a:spcPts val="500"/>
        </a:spcBef>
        <a:buFont typeface="Aptos" panose="020B0004020202020204" pitchFamily="34" charset="0"/>
        <a:buChar char="•"/>
        <a:defRPr sz="1200" b="0" i="0" kern="1200">
          <a:solidFill>
            <a:schemeClr val="tx1"/>
          </a:solidFill>
          <a:latin typeface="Aptos" panose="020B0004020202020204" pitchFamily="34" charset="0"/>
          <a:ea typeface="+mn-ea"/>
          <a:cs typeface="Aptos" panose="020B0004020202020204" pitchFamily="34" charset="0"/>
        </a:defRPr>
      </a:lvl4pPr>
      <a:lvl5pPr marL="2057349" indent="-228594" algn="l" defTabSz="914377" rtl="0" eaLnBrk="1" latinLnBrk="0" hangingPunct="1">
        <a:lnSpc>
          <a:spcPct val="90000"/>
        </a:lnSpc>
        <a:spcBef>
          <a:spcPts val="500"/>
        </a:spcBef>
        <a:buFont typeface="Aptos" panose="020B0004020202020204" pitchFamily="34" charset="0"/>
        <a:buChar char="•"/>
        <a:defRPr sz="1200" b="0" i="0" kern="1200">
          <a:solidFill>
            <a:schemeClr val="tx1"/>
          </a:solidFill>
          <a:latin typeface="Aptos" panose="020B0004020202020204" pitchFamily="34" charset="0"/>
          <a:ea typeface="+mn-ea"/>
          <a:cs typeface="Aptos" panose="020B0004020202020204" pitchFamily="34" charset="0"/>
        </a:defRPr>
      </a:lvl5pPr>
      <a:lvl6pPr marL="2514537" indent="-228594" algn="l" defTabSz="914377" rtl="0" eaLnBrk="1" latinLnBrk="0" hangingPunct="1">
        <a:lnSpc>
          <a:spcPct val="90000"/>
        </a:lnSpc>
        <a:spcBef>
          <a:spcPts val="500"/>
        </a:spcBef>
        <a:buFont typeface="Aptos" panose="020B00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ptos" panose="020B00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ptos" panose="020B00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ptos" panose="020B00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944">
          <p15:clr>
            <a:srgbClr val="F26B43"/>
          </p15:clr>
        </p15:guide>
        <p15:guide id="2" pos="5521">
          <p15:clr>
            <a:srgbClr val="F26B43"/>
          </p15:clr>
        </p15:guide>
        <p15:guide id="3" pos="239">
          <p15:clr>
            <a:srgbClr val="F26B43"/>
          </p15:clr>
        </p15:guide>
        <p15:guide id="4" pos="7354">
          <p15:clr>
            <a:srgbClr val="F26B43"/>
          </p15:clr>
        </p15:guide>
        <p15:guide id="5" orient="horz" pos="3898">
          <p15:clr>
            <a:srgbClr val="F26B43"/>
          </p15:clr>
        </p15:guide>
        <p15:guide id="6" orient="horz" pos="758">
          <p15:clr>
            <a:srgbClr val="F26B43"/>
          </p15:clr>
        </p15:guide>
        <p15:guide id="7" pos="2880">
          <p15:clr>
            <a:srgbClr val="F26B43"/>
          </p15:clr>
        </p15:guide>
        <p15:guide id="8" orient="horz" pos="645">
          <p15:clr>
            <a:srgbClr val="F26B43"/>
          </p15:clr>
        </p15:guide>
        <p15:guide id="9" orient="horz" pos="368">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DA2C381-613C-35D5-B071-866A31D29ABA}"/>
              </a:ext>
            </a:extLst>
          </p:cNvPr>
          <p:cNvSpPr>
            <a:spLocks noGrp="1"/>
          </p:cNvSpPr>
          <p:nvPr>
            <p:ph type="title"/>
          </p:nvPr>
        </p:nvSpPr>
        <p:spPr>
          <a:xfrm>
            <a:off x="515937" y="394087"/>
            <a:ext cx="11160121" cy="430887"/>
          </a:xfrm>
          <a:prstGeom prst="rect">
            <a:avLst/>
          </a:prstGeom>
        </p:spPr>
        <p:txBody>
          <a:bodyPr vert="horz" lIns="0" tIns="0" rIns="0" bIns="0" rtlCol="0" anchor="t">
            <a:sp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316248D-B3A3-056F-8479-0D6380B8D80E}"/>
              </a:ext>
            </a:extLst>
          </p:cNvPr>
          <p:cNvSpPr>
            <a:spLocks noGrp="1"/>
          </p:cNvSpPr>
          <p:nvPr>
            <p:ph type="body" idx="1"/>
          </p:nvPr>
        </p:nvSpPr>
        <p:spPr>
          <a:xfrm>
            <a:off x="515937" y="1625600"/>
            <a:ext cx="11160123" cy="4605867"/>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grpSp>
        <p:nvGrpSpPr>
          <p:cNvPr id="7" name="Graphic 4">
            <a:extLst>
              <a:ext uri="{FF2B5EF4-FFF2-40B4-BE49-F238E27FC236}">
                <a16:creationId xmlns:a16="http://schemas.microsoft.com/office/drawing/2014/main" id="{FC3011FE-129A-723F-0258-2C3653C963AD}"/>
              </a:ext>
            </a:extLst>
          </p:cNvPr>
          <p:cNvGrpSpPr/>
          <p:nvPr/>
        </p:nvGrpSpPr>
        <p:grpSpPr>
          <a:xfrm>
            <a:off x="10864851" y="6570133"/>
            <a:ext cx="186267" cy="203200"/>
            <a:chOff x="8176402" y="4885530"/>
            <a:chExt cx="135493" cy="143018"/>
          </a:xfrm>
        </p:grpSpPr>
        <p:sp>
          <p:nvSpPr>
            <p:cNvPr id="21" name="Freeform: Shape 20">
              <a:extLst>
                <a:ext uri="{FF2B5EF4-FFF2-40B4-BE49-F238E27FC236}">
                  <a16:creationId xmlns:a16="http://schemas.microsoft.com/office/drawing/2014/main" id="{FDD1C6C7-4F4F-56E8-A7C8-A48C7E8DA5B6}"/>
                </a:ext>
              </a:extLst>
            </p:cNvPr>
            <p:cNvSpPr/>
            <p:nvPr/>
          </p:nvSpPr>
          <p:spPr>
            <a:xfrm>
              <a:off x="8176402" y="4885530"/>
              <a:ext cx="67770" cy="143018"/>
            </a:xfrm>
            <a:custGeom>
              <a:avLst/>
              <a:gdLst>
                <a:gd name="connsiteX0" fmla="*/ 67771 w 67770"/>
                <a:gd name="connsiteY0" fmla="*/ 0 h 143018"/>
                <a:gd name="connsiteX1" fmla="*/ 38767 w 67770"/>
                <a:gd name="connsiteY1" fmla="*/ 6144 h 143018"/>
                <a:gd name="connsiteX2" fmla="*/ 0 w 67770"/>
                <a:gd name="connsiteY2" fmla="*/ 143018 h 143018"/>
                <a:gd name="connsiteX3" fmla="*/ 33147 w 67770"/>
                <a:gd name="connsiteY3" fmla="*/ 135970 h 143018"/>
                <a:gd name="connsiteX4" fmla="*/ 44768 w 67770"/>
                <a:gd name="connsiteY4" fmla="*/ 93869 h 143018"/>
                <a:gd name="connsiteX5" fmla="*/ 67771 w 67770"/>
                <a:gd name="connsiteY5" fmla="*/ 88964 h 143018"/>
                <a:gd name="connsiteX6" fmla="*/ 67771 w 67770"/>
                <a:gd name="connsiteY6" fmla="*/ 60341 h 143018"/>
                <a:gd name="connsiteX7" fmla="*/ 53293 w 67770"/>
                <a:gd name="connsiteY7" fmla="*/ 63389 h 143018"/>
                <a:gd name="connsiteX8" fmla="*/ 67771 w 67770"/>
                <a:gd name="connsiteY8" fmla="*/ 11097 h 143018"/>
                <a:gd name="connsiteX9" fmla="*/ 67771 w 67770"/>
                <a:gd name="connsiteY9" fmla="*/ 0 h 143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770" h="143018">
                  <a:moveTo>
                    <a:pt x="67771" y="0"/>
                  </a:moveTo>
                  <a:lnTo>
                    <a:pt x="38767" y="6144"/>
                  </a:lnTo>
                  <a:lnTo>
                    <a:pt x="0" y="143018"/>
                  </a:lnTo>
                  <a:lnTo>
                    <a:pt x="33147" y="135970"/>
                  </a:lnTo>
                  <a:lnTo>
                    <a:pt x="44768" y="93869"/>
                  </a:lnTo>
                  <a:lnTo>
                    <a:pt x="67771" y="88964"/>
                  </a:lnTo>
                  <a:lnTo>
                    <a:pt x="67771" y="60341"/>
                  </a:lnTo>
                  <a:lnTo>
                    <a:pt x="53293" y="63389"/>
                  </a:lnTo>
                  <a:lnTo>
                    <a:pt x="67771" y="11097"/>
                  </a:lnTo>
                  <a:lnTo>
                    <a:pt x="67771" y="0"/>
                  </a:lnTo>
                  <a:close/>
                </a:path>
              </a:pathLst>
            </a:custGeom>
            <a:solidFill>
              <a:srgbClr val="000000"/>
            </a:solidFill>
            <a:ln w="4763" cap="flat">
              <a:noFill/>
              <a:prstDash val="solid"/>
              <a:miter/>
            </a:ln>
          </p:spPr>
          <p:txBody>
            <a:bodyPr rtlCol="0" anchor="ctr"/>
            <a:lstStyle/>
            <a:p>
              <a:endParaRPr lang="en-AU" sz="2400"/>
            </a:p>
          </p:txBody>
        </p:sp>
        <p:sp>
          <p:nvSpPr>
            <p:cNvPr id="22" name="Freeform: Shape 21">
              <a:extLst>
                <a:ext uri="{FF2B5EF4-FFF2-40B4-BE49-F238E27FC236}">
                  <a16:creationId xmlns:a16="http://schemas.microsoft.com/office/drawing/2014/main" id="{DABD7C35-BA12-9F26-537D-75B82B7D3876}"/>
                </a:ext>
              </a:extLst>
            </p:cNvPr>
            <p:cNvSpPr/>
            <p:nvPr/>
          </p:nvSpPr>
          <p:spPr>
            <a:xfrm>
              <a:off x="8244173" y="4885530"/>
              <a:ext cx="67722" cy="143018"/>
            </a:xfrm>
            <a:custGeom>
              <a:avLst/>
              <a:gdLst>
                <a:gd name="connsiteX0" fmla="*/ 0 w 67722"/>
                <a:gd name="connsiteY0" fmla="*/ 0 h 143018"/>
                <a:gd name="connsiteX1" fmla="*/ 0 w 67722"/>
                <a:gd name="connsiteY1" fmla="*/ 11097 h 143018"/>
                <a:gd name="connsiteX2" fmla="*/ 14478 w 67722"/>
                <a:gd name="connsiteY2" fmla="*/ 63389 h 143018"/>
                <a:gd name="connsiteX3" fmla="*/ 0 w 67722"/>
                <a:gd name="connsiteY3" fmla="*/ 60341 h 143018"/>
                <a:gd name="connsiteX4" fmla="*/ 0 w 67722"/>
                <a:gd name="connsiteY4" fmla="*/ 88964 h 143018"/>
                <a:gd name="connsiteX5" fmla="*/ 22955 w 67722"/>
                <a:gd name="connsiteY5" fmla="*/ 93869 h 143018"/>
                <a:gd name="connsiteX6" fmla="*/ 34575 w 67722"/>
                <a:gd name="connsiteY6" fmla="*/ 135970 h 143018"/>
                <a:gd name="connsiteX7" fmla="*/ 67723 w 67722"/>
                <a:gd name="connsiteY7" fmla="*/ 143018 h 143018"/>
                <a:gd name="connsiteX8" fmla="*/ 28956 w 67722"/>
                <a:gd name="connsiteY8" fmla="*/ 6144 h 143018"/>
                <a:gd name="connsiteX9" fmla="*/ 0 w 67722"/>
                <a:gd name="connsiteY9" fmla="*/ 0 h 143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722" h="143018">
                  <a:moveTo>
                    <a:pt x="0" y="0"/>
                  </a:moveTo>
                  <a:lnTo>
                    <a:pt x="0" y="11097"/>
                  </a:lnTo>
                  <a:lnTo>
                    <a:pt x="14478" y="63389"/>
                  </a:lnTo>
                  <a:lnTo>
                    <a:pt x="0" y="60341"/>
                  </a:lnTo>
                  <a:lnTo>
                    <a:pt x="0" y="88964"/>
                  </a:lnTo>
                  <a:lnTo>
                    <a:pt x="22955" y="93869"/>
                  </a:lnTo>
                  <a:lnTo>
                    <a:pt x="34575" y="135970"/>
                  </a:lnTo>
                  <a:lnTo>
                    <a:pt x="67723" y="143018"/>
                  </a:lnTo>
                  <a:lnTo>
                    <a:pt x="28956" y="6144"/>
                  </a:lnTo>
                  <a:lnTo>
                    <a:pt x="0" y="0"/>
                  </a:lnTo>
                  <a:close/>
                </a:path>
              </a:pathLst>
            </a:custGeom>
            <a:solidFill>
              <a:srgbClr val="808080"/>
            </a:solidFill>
            <a:ln w="4763" cap="flat">
              <a:noFill/>
              <a:prstDash val="solid"/>
              <a:miter/>
            </a:ln>
          </p:spPr>
          <p:txBody>
            <a:bodyPr rtlCol="0" anchor="ctr"/>
            <a:lstStyle/>
            <a:p>
              <a:endParaRPr lang="en-AU" sz="2400"/>
            </a:p>
          </p:txBody>
        </p:sp>
      </p:grpSp>
      <p:sp>
        <p:nvSpPr>
          <p:cNvPr id="8" name="Slide Number Placeholder 18">
            <a:extLst>
              <a:ext uri="{FF2B5EF4-FFF2-40B4-BE49-F238E27FC236}">
                <a16:creationId xmlns:a16="http://schemas.microsoft.com/office/drawing/2014/main" id="{56348CC3-4D9E-3009-191A-52A4BBC22FD7}"/>
              </a:ext>
            </a:extLst>
          </p:cNvPr>
          <p:cNvSpPr txBox="1">
            <a:spLocks/>
          </p:cNvSpPr>
          <p:nvPr/>
        </p:nvSpPr>
        <p:spPr>
          <a:xfrm>
            <a:off x="1838618" y="6464299"/>
            <a:ext cx="419100" cy="246221"/>
          </a:xfrm>
          <a:prstGeom prst="rect">
            <a:avLst/>
          </a:prstGeom>
          <a:noFill/>
        </p:spPr>
        <p:txBody>
          <a:bodyPr wrap="square">
            <a:sp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ptos" panose="020B0004020202020204" pitchFamily="34" charset="0"/>
              <a:defRPr lang="en-AU" sz="800" b="0" i="0" u="none" strike="noStrike" cap="none" smtClean="0">
                <a:solidFill>
                  <a:srgbClr val="000000"/>
                </a:solidFill>
                <a:latin typeface="+mj-lt"/>
                <a:ea typeface="Aptos" panose="020B0004020202020204" pitchFamily="34" charset="0"/>
                <a:cs typeface="Aptos" panose="020B0004020202020204" pitchFamily="34" charset="0"/>
                <a:sym typeface="Aptos" panose="020B0004020202020204" pitchFamily="34" charset="0"/>
              </a:defRPr>
            </a:lvl1pPr>
            <a:lvl2pPr marR="0" lvl="1"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2pPr>
            <a:lvl3pPr marR="0" lvl="2"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3pPr>
            <a:lvl4pPr marR="0" lvl="3"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4pPr>
            <a:lvl5pPr marR="0" lvl="4"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5pPr>
            <a:lvl6pPr marR="0" lvl="5"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6pPr>
            <a:lvl7pPr marR="0" lvl="6"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7pPr>
            <a:lvl8pPr marR="0" lvl="7"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8pPr>
            <a:lvl9pPr marR="0" lvl="8"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9pPr>
          </a:lstStyle>
          <a:p>
            <a:fld id="{A2294E5B-DE56-4C0C-83A2-06393784158A}" type="slidenum">
              <a:rPr lang="en-AU" sz="1000" smtClean="0">
                <a:solidFill>
                  <a:schemeClr val="tx1"/>
                </a:solidFill>
                <a:latin typeface="Verdana" panose="020B0604030504040204" pitchFamily="34" charset="0"/>
                <a:ea typeface="Verdana" panose="020B0604030504040204" pitchFamily="34" charset="0"/>
                <a:cs typeface="Verdana" panose="020B0604030504040204" pitchFamily="34" charset="0"/>
              </a:rPr>
              <a:pPr/>
              <a:t>‹#›</a:t>
            </a:fld>
            <a:endParaRPr lang="en-AU" sz="100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
        <p:nvSpPr>
          <p:cNvPr id="9" name="TextBox 8">
            <a:extLst>
              <a:ext uri="{FF2B5EF4-FFF2-40B4-BE49-F238E27FC236}">
                <a16:creationId xmlns:a16="http://schemas.microsoft.com/office/drawing/2014/main" id="{BDB4E33F-C9AE-AD75-BA0B-87F4D61986B6}"/>
              </a:ext>
            </a:extLst>
          </p:cNvPr>
          <p:cNvSpPr txBox="1"/>
          <p:nvPr/>
        </p:nvSpPr>
        <p:spPr>
          <a:xfrm>
            <a:off x="274789" y="6464293"/>
            <a:ext cx="1663700" cy="246221"/>
          </a:xfrm>
          <a:prstGeom prst="rect">
            <a:avLst/>
          </a:prstGeom>
          <a:noFill/>
        </p:spPr>
        <p:txBody>
          <a:bodyPr wrap="square">
            <a:spAutoFit/>
          </a:bodyPr>
          <a:lstStyle/>
          <a:p>
            <a:pPr algn="l"/>
            <a:r>
              <a:rPr lang="en-US" sz="1000" b="0" i="0">
                <a:solidFill>
                  <a:schemeClr val="tx1"/>
                </a:solidFill>
                <a:latin typeface="Verdana" panose="020B0604030504040204" pitchFamily="34" charset="0"/>
                <a:ea typeface="Verdana" panose="020B0604030504040204" pitchFamily="34" charset="0"/>
                <a:cs typeface="Verdana" panose="020B0604030504040204" pitchFamily="34" charset="0"/>
              </a:rPr>
              <a:t>Ascendion Confidential</a:t>
            </a:r>
          </a:p>
        </p:txBody>
      </p:sp>
      <p:sp>
        <p:nvSpPr>
          <p:cNvPr id="4" name="Graphic 10">
            <a:extLst>
              <a:ext uri="{FF2B5EF4-FFF2-40B4-BE49-F238E27FC236}">
                <a16:creationId xmlns:a16="http://schemas.microsoft.com/office/drawing/2014/main" id="{34A157B6-58AF-33D6-96CC-D1BE31D6A076}"/>
              </a:ext>
            </a:extLst>
          </p:cNvPr>
          <p:cNvSpPr/>
          <p:nvPr/>
        </p:nvSpPr>
        <p:spPr>
          <a:xfrm>
            <a:off x="2356339" y="6439026"/>
            <a:ext cx="9835661" cy="179324"/>
          </a:xfrm>
          <a:custGeom>
            <a:avLst/>
            <a:gdLst>
              <a:gd name="connsiteX0" fmla="*/ 5829300 w 5829300"/>
              <a:gd name="connsiteY0" fmla="*/ 134493 h 134493"/>
              <a:gd name="connsiteX1" fmla="*/ 5541740 w 5829300"/>
              <a:gd name="connsiteY1" fmla="*/ 134493 h 134493"/>
              <a:gd name="connsiteX2" fmla="*/ 4915853 w 5829300"/>
              <a:gd name="connsiteY2" fmla="*/ 0 h 134493"/>
              <a:gd name="connsiteX3" fmla="*/ 4285393 w 5829300"/>
              <a:gd name="connsiteY3" fmla="*/ 134493 h 134493"/>
              <a:gd name="connsiteX4" fmla="*/ 0 w 5829300"/>
              <a:gd name="connsiteY4" fmla="*/ 134493 h 134493"/>
              <a:gd name="connsiteX0" fmla="*/ 7376746 w 7376746"/>
              <a:gd name="connsiteY0" fmla="*/ 134493 h 134493"/>
              <a:gd name="connsiteX1" fmla="*/ 7089186 w 7376746"/>
              <a:gd name="connsiteY1" fmla="*/ 134493 h 134493"/>
              <a:gd name="connsiteX2" fmla="*/ 6463299 w 7376746"/>
              <a:gd name="connsiteY2" fmla="*/ 0 h 134493"/>
              <a:gd name="connsiteX3" fmla="*/ 5832839 w 7376746"/>
              <a:gd name="connsiteY3" fmla="*/ 134493 h 134493"/>
              <a:gd name="connsiteX4" fmla="*/ 0 w 7376746"/>
              <a:gd name="connsiteY4" fmla="*/ 134493 h 1344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76746" h="134493">
                <a:moveTo>
                  <a:pt x="7376746" y="134493"/>
                </a:moveTo>
                <a:lnTo>
                  <a:pt x="7089186" y="134493"/>
                </a:lnTo>
                <a:lnTo>
                  <a:pt x="6463299" y="0"/>
                </a:lnTo>
                <a:lnTo>
                  <a:pt x="5832839" y="134493"/>
                </a:lnTo>
                <a:lnTo>
                  <a:pt x="0" y="134493"/>
                </a:lnTo>
              </a:path>
            </a:pathLst>
          </a:custGeom>
          <a:noFill/>
          <a:ln w="9525" cap="flat">
            <a:solidFill>
              <a:schemeClr val="tx1"/>
            </a:solidFill>
            <a:prstDash val="solid"/>
            <a:miter/>
          </a:ln>
        </p:spPr>
        <p:txBody>
          <a:bodyPr rtlCol="0" anchor="ctr"/>
          <a:lstStyle/>
          <a:p>
            <a:endParaRPr lang="en-US" sz="1867"/>
          </a:p>
        </p:txBody>
      </p:sp>
      <p:cxnSp>
        <p:nvCxnSpPr>
          <p:cNvPr id="13" name="Straight Connector 12">
            <a:extLst>
              <a:ext uri="{FF2B5EF4-FFF2-40B4-BE49-F238E27FC236}">
                <a16:creationId xmlns:a16="http://schemas.microsoft.com/office/drawing/2014/main" id="{8A8BB966-C387-C92B-FA58-18AA05DC5645}"/>
              </a:ext>
            </a:extLst>
          </p:cNvPr>
          <p:cNvCxnSpPr>
            <a:cxnSpLocks/>
          </p:cNvCxnSpPr>
          <p:nvPr/>
        </p:nvCxnSpPr>
        <p:spPr>
          <a:xfrm>
            <a:off x="0" y="6616700"/>
            <a:ext cx="304800" cy="0"/>
          </a:xfrm>
          <a:prstGeom prst="line">
            <a:avLst/>
          </a:prstGeom>
          <a:noFill/>
          <a:ln w="9525" cap="flat">
            <a:solidFill>
              <a:schemeClr val="tx1"/>
            </a:solidFill>
            <a:prstDash val="solid"/>
            <a:miter/>
          </a:ln>
        </p:spPr>
        <p:style>
          <a:lnRef idx="1">
            <a:schemeClr val="accent1"/>
          </a:lnRef>
          <a:fillRef idx="0">
            <a:schemeClr val="accent1"/>
          </a:fillRef>
          <a:effectRef idx="0">
            <a:schemeClr val="accent1"/>
          </a:effectRef>
          <a:fontRef idx="minor">
            <a:schemeClr val="tx1"/>
          </a:fontRef>
        </p:style>
      </p:cxnSp>
      <p:pic>
        <p:nvPicPr>
          <p:cNvPr id="6" name="Graphic 5">
            <a:extLst>
              <a:ext uri="{FF2B5EF4-FFF2-40B4-BE49-F238E27FC236}">
                <a16:creationId xmlns:a16="http://schemas.microsoft.com/office/drawing/2014/main" id="{FB019720-569E-9BCD-B86A-50FC0000F2CF}"/>
              </a:ext>
            </a:extLst>
          </p:cNvPr>
          <p:cNvPicPr>
            <a:picLocks noChangeAspect="1"/>
          </p:cNvPicPr>
          <p:nvPr userDrawn="1"/>
        </p:nvPicPr>
        <p:blipFill>
          <a:blip>
            <a:extLst>
              <a:ext uri="{96DAC541-7B7A-43D3-8B79-37D633B846F1}">
                <asvg:svgBlip xmlns:asvg="http://schemas.microsoft.com/office/drawing/2016/SVG/main" r:embed="rId11"/>
              </a:ext>
            </a:extLst>
          </a:blip>
          <a:stretch>
            <a:fillRect/>
          </a:stretch>
        </p:blipFill>
        <p:spPr>
          <a:xfrm>
            <a:off x="-914400" y="2385558"/>
            <a:ext cx="825500" cy="1665741"/>
          </a:xfrm>
          <a:prstGeom prst="rect">
            <a:avLst/>
          </a:prstGeom>
        </p:spPr>
      </p:pic>
    </p:spTree>
    <p:extLst>
      <p:ext uri="{BB962C8B-B14F-4D97-AF65-F5344CB8AC3E}">
        <p14:creationId xmlns:p14="http://schemas.microsoft.com/office/powerpoint/2010/main" val="4205405357"/>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Lst>
  <p:hf hdr="0" dt="0"/>
  <p:txStyles>
    <p:titleStyle>
      <a:lvl1pPr algn="l" defTabSz="914377" rtl="0" eaLnBrk="1" latinLnBrk="0" hangingPunct="1">
        <a:lnSpc>
          <a:spcPct val="100000"/>
        </a:lnSpc>
        <a:spcBef>
          <a:spcPct val="0"/>
        </a:spcBef>
        <a:spcAft>
          <a:spcPts val="600"/>
        </a:spcAft>
        <a:buNone/>
        <a:defRPr sz="2800" b="1" i="0" kern="1200">
          <a:solidFill>
            <a:schemeClr val="tx1"/>
          </a:solidFill>
          <a:latin typeface="PP Neue Machina Plain Ultrabold" pitchFamily="50" charset="0"/>
          <a:ea typeface="+mj-ea"/>
          <a:cs typeface="+mj-cs"/>
        </a:defRPr>
      </a:lvl1pPr>
    </p:titleStyle>
    <p:bodyStyle>
      <a:lvl1pPr marL="228594" indent="-228594" algn="l" defTabSz="914377" rtl="0" eaLnBrk="1" latinLnBrk="0" hangingPunct="1">
        <a:lnSpc>
          <a:spcPct val="100000"/>
        </a:lnSpc>
        <a:spcBef>
          <a:spcPts val="1000"/>
        </a:spcBef>
        <a:spcAft>
          <a:spcPts val="600"/>
        </a:spcAft>
        <a:buFont typeface="Aptos" panose="020B0004020202020204" pitchFamily="34" charset="0"/>
        <a:buChar char="•"/>
        <a:defRPr sz="1867"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783" indent="-228594" algn="l" defTabSz="914377" rtl="0" eaLnBrk="1" latinLnBrk="0" hangingPunct="1">
        <a:lnSpc>
          <a:spcPct val="100000"/>
        </a:lnSpc>
        <a:spcBef>
          <a:spcPts val="500"/>
        </a:spcBef>
        <a:spcAft>
          <a:spcPts val="600"/>
        </a:spcAft>
        <a:buFont typeface="Aptos" panose="020B0004020202020204" pitchFamily="34" charset="0"/>
        <a:buChar char="•"/>
        <a:defRPr sz="16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2971" indent="-228594" algn="l" defTabSz="914377" rtl="0" eaLnBrk="1" latinLnBrk="0" hangingPunct="1">
        <a:lnSpc>
          <a:spcPct val="100000"/>
        </a:lnSpc>
        <a:spcBef>
          <a:spcPts val="500"/>
        </a:spcBef>
        <a:spcAft>
          <a:spcPts val="600"/>
        </a:spcAft>
        <a:buFont typeface="Aptos" panose="020B0004020202020204" pitchFamily="34" charset="0"/>
        <a:buChar char="•"/>
        <a:defRPr sz="1333"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160" indent="-228594" algn="l" defTabSz="914377" rtl="0" eaLnBrk="1" latinLnBrk="0" hangingPunct="1">
        <a:lnSpc>
          <a:spcPct val="90000"/>
        </a:lnSpc>
        <a:spcBef>
          <a:spcPts val="500"/>
        </a:spcBef>
        <a:buFont typeface="Aptos" panose="020B0004020202020204" pitchFamily="34" charset="0"/>
        <a:buChar char="•"/>
        <a:defRPr sz="1200" b="0" i="0" kern="1200">
          <a:solidFill>
            <a:schemeClr val="tx1"/>
          </a:solidFill>
          <a:latin typeface="Aptos" panose="020B0004020202020204" pitchFamily="34" charset="0"/>
          <a:ea typeface="+mn-ea"/>
          <a:cs typeface="Aptos" panose="020B0004020202020204" pitchFamily="34" charset="0"/>
        </a:defRPr>
      </a:lvl4pPr>
      <a:lvl5pPr marL="2057349" indent="-228594" algn="l" defTabSz="914377" rtl="0" eaLnBrk="1" latinLnBrk="0" hangingPunct="1">
        <a:lnSpc>
          <a:spcPct val="90000"/>
        </a:lnSpc>
        <a:spcBef>
          <a:spcPts val="500"/>
        </a:spcBef>
        <a:buFont typeface="Aptos" panose="020B0004020202020204" pitchFamily="34" charset="0"/>
        <a:buChar char="•"/>
        <a:defRPr sz="1200" b="0" i="0" kern="1200">
          <a:solidFill>
            <a:schemeClr val="tx1"/>
          </a:solidFill>
          <a:latin typeface="Aptos" panose="020B0004020202020204" pitchFamily="34" charset="0"/>
          <a:ea typeface="+mn-ea"/>
          <a:cs typeface="Aptos" panose="020B0004020202020204" pitchFamily="34" charset="0"/>
        </a:defRPr>
      </a:lvl5pPr>
      <a:lvl6pPr marL="2514537" indent="-228594" algn="l" defTabSz="914377" rtl="0" eaLnBrk="1" latinLnBrk="0" hangingPunct="1">
        <a:lnSpc>
          <a:spcPct val="90000"/>
        </a:lnSpc>
        <a:spcBef>
          <a:spcPts val="500"/>
        </a:spcBef>
        <a:buFont typeface="Aptos" panose="020B00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ptos" panose="020B00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ptos" panose="020B00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ptos" panose="020B00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944">
          <p15:clr>
            <a:srgbClr val="F26B43"/>
          </p15:clr>
        </p15:guide>
        <p15:guide id="2" pos="5521">
          <p15:clr>
            <a:srgbClr val="F26B43"/>
          </p15:clr>
        </p15:guide>
        <p15:guide id="3" pos="239">
          <p15:clr>
            <a:srgbClr val="F26B43"/>
          </p15:clr>
        </p15:guide>
        <p15:guide id="4" pos="7354">
          <p15:clr>
            <a:srgbClr val="F26B43"/>
          </p15:clr>
        </p15:guide>
        <p15:guide id="5" orient="horz" pos="3898">
          <p15:clr>
            <a:srgbClr val="F26B43"/>
          </p15:clr>
        </p15:guide>
        <p15:guide id="6" orient="horz" pos="758">
          <p15:clr>
            <a:srgbClr val="F26B43"/>
          </p15:clr>
        </p15:guide>
        <p15:guide id="7" pos="2880">
          <p15:clr>
            <a:srgbClr val="F26B43"/>
          </p15:clr>
        </p15:guide>
        <p15:guide id="8" orient="horz" pos="645">
          <p15:clr>
            <a:srgbClr val="F26B43"/>
          </p15:clr>
        </p15:guide>
        <p15:guide id="9" orient="horz" pos="36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9.png"/><Relationship Id="rId4" Type="http://schemas.openxmlformats.org/officeDocument/2006/relationships/image" Target="../media/image8.svg"/></Relationships>
</file>

<file path=ppt/slides/_rels/slide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2.xml"/><Relationship Id="rId1" Type="http://schemas.openxmlformats.org/officeDocument/2006/relationships/slideLayout" Target="../slideLayouts/slideLayout8.xml"/><Relationship Id="rId5" Type="http://schemas.openxmlformats.org/officeDocument/2006/relationships/image" Target="../media/image12.png"/><Relationship Id="rId4" Type="http://schemas.openxmlformats.org/officeDocument/2006/relationships/image" Target="../media/image11.wmf"/></Relationships>
</file>

<file path=ppt/slides/_rels/slide3.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12"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9.xml"/><Relationship Id="rId6" Type="http://schemas.openxmlformats.org/officeDocument/2006/relationships/image" Target="../media/image16.png"/><Relationship Id="rId11" Type="http://schemas.openxmlformats.org/officeDocument/2006/relationships/hyperlink" Target="https://www.google.com/url?sa=i&amp;url=https%3A%2F%2Fwww.flaticon.com%2Ffree-icon%2Fai_820854&amp;psig=AOvVaw2LgS342YdYflVshJPN0m_6&amp;ust=1753472654336000&amp;source=images&amp;cd=vfe&amp;opi=89978449&amp;ved=0CBYQjRxqFwoTCIDki5Oh1o4DFQAAAAAdAAAAABAE" TargetMode="External"/><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_rels/slide4.xml.rels><?xml version="1.0" encoding="UTF-8" standalone="yes"?>
<Relationships xmlns="http://schemas.openxmlformats.org/package/2006/relationships"><Relationship Id="rId8" Type="http://schemas.openxmlformats.org/officeDocument/2006/relationships/image" Target="../media/image27.jpeg"/><Relationship Id="rId3" Type="http://schemas.openxmlformats.org/officeDocument/2006/relationships/image" Target="../media/image22.svg"/><Relationship Id="rId7" Type="http://schemas.openxmlformats.org/officeDocument/2006/relationships/image" Target="../media/image26.jpeg"/><Relationship Id="rId2" Type="http://schemas.openxmlformats.org/officeDocument/2006/relationships/notesSlide" Target="../notesSlides/notesSlide4.xml"/><Relationship Id="rId1" Type="http://schemas.openxmlformats.org/officeDocument/2006/relationships/slideLayout" Target="../slideLayouts/slideLayout10.xml"/><Relationship Id="rId6" Type="http://schemas.openxmlformats.org/officeDocument/2006/relationships/image" Target="../media/image25.jpeg"/><Relationship Id="rId5" Type="http://schemas.openxmlformats.org/officeDocument/2006/relationships/image" Target="../media/image24.jpeg"/><Relationship Id="rId4" Type="http://schemas.openxmlformats.org/officeDocument/2006/relationships/image" Target="../media/image23.svg"/></Relationships>
</file>

<file path=ppt/slides/_rels/slide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11.xml"/><Relationship Id="rId6" Type="http://schemas.openxmlformats.org/officeDocument/2006/relationships/image" Target="../media/image31.svg"/><Relationship Id="rId5" Type="http://schemas.openxmlformats.org/officeDocument/2006/relationships/image" Target="../media/image30.svg"/><Relationship Id="rId4" Type="http://schemas.openxmlformats.org/officeDocument/2006/relationships/image" Target="../media/image29.svg"/></Relationships>
</file>

<file path=ppt/slides/_rels/slide6.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18" Type="http://schemas.openxmlformats.org/officeDocument/2006/relationships/image" Target="../media/image47.png"/><Relationship Id="rId3" Type="http://schemas.openxmlformats.org/officeDocument/2006/relationships/image" Target="../media/image32.png"/><Relationship Id="rId21" Type="http://schemas.openxmlformats.org/officeDocument/2006/relationships/image" Target="../media/image50.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46.png"/><Relationship Id="rId2" Type="http://schemas.openxmlformats.org/officeDocument/2006/relationships/notesSlide" Target="../notesSlides/notesSlide6.xml"/><Relationship Id="rId16" Type="http://schemas.openxmlformats.org/officeDocument/2006/relationships/image" Target="../media/image45.png"/><Relationship Id="rId20" Type="http://schemas.openxmlformats.org/officeDocument/2006/relationships/image" Target="../media/image49.png"/><Relationship Id="rId1" Type="http://schemas.openxmlformats.org/officeDocument/2006/relationships/slideLayout" Target="../slideLayouts/slideLayout11.xml"/><Relationship Id="rId6" Type="http://schemas.openxmlformats.org/officeDocument/2006/relationships/image" Target="../media/image35.png"/><Relationship Id="rId11" Type="http://schemas.openxmlformats.org/officeDocument/2006/relationships/image" Target="../media/image40.png"/><Relationship Id="rId5" Type="http://schemas.openxmlformats.org/officeDocument/2006/relationships/image" Target="../media/image34.png"/><Relationship Id="rId15" Type="http://schemas.openxmlformats.org/officeDocument/2006/relationships/image" Target="../media/image44.png"/><Relationship Id="rId10" Type="http://schemas.openxmlformats.org/officeDocument/2006/relationships/image" Target="../media/image39.png"/><Relationship Id="rId19" Type="http://schemas.openxmlformats.org/officeDocument/2006/relationships/image" Target="../media/image48.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s>
</file>

<file path=ppt/slides/_rels/slide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7.xml"/><Relationship Id="rId1" Type="http://schemas.openxmlformats.org/officeDocument/2006/relationships/slideLayout" Target="../slideLayouts/slideLayout11.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8.xml"/><Relationship Id="rId1" Type="http://schemas.openxmlformats.org/officeDocument/2006/relationships/slideLayout" Target="../slideLayouts/slideLayout11.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3.png"/></Relationships>
</file>

<file path=ppt/slides/_rels/slide9.xml.rels><?xml version="1.0" encoding="UTF-8" standalone="yes"?>
<Relationships xmlns="http://schemas.openxmlformats.org/package/2006/relationships"><Relationship Id="rId3" Type="http://schemas.openxmlformats.org/officeDocument/2006/relationships/image" Target="../media/image58.svg"/><Relationship Id="rId2" Type="http://schemas.openxmlformats.org/officeDocument/2006/relationships/notesSlide" Target="../notesSlides/notesSlide9.xml"/><Relationship Id="rId1" Type="http://schemas.openxmlformats.org/officeDocument/2006/relationships/slideLayout" Target="../slideLayouts/slideLayout11.xml"/><Relationship Id="rId5" Type="http://schemas.openxmlformats.org/officeDocument/2006/relationships/image" Target="../media/image60.svg"/><Relationship Id="rId4" Type="http://schemas.openxmlformats.org/officeDocument/2006/relationships/image" Target="../media/image59.svg"/></Relationships>
</file>

<file path=ppt/slides/_rels/slide10.xml.rels><?xml version="1.0" encoding="UTF-8" standalone="yes"?>
<Relationships xmlns="http://schemas.openxmlformats.org/package/2006/relationships"><Relationship Id="rId3" Type="http://schemas.openxmlformats.org/officeDocument/2006/relationships/image" Target="../media/image61.png"/><Relationship Id="rId7" Type="http://schemas.openxmlformats.org/officeDocument/2006/relationships/image" Target="../media/image65.pn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11.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notesSlide" Target="../notesSlides/notesSlide11.xml"/><Relationship Id="rId1" Type="http://schemas.openxmlformats.org/officeDocument/2006/relationships/slideLayout" Target="../slideLayouts/slideLayout11.xml"/><Relationship Id="rId6" Type="http://schemas.openxmlformats.org/officeDocument/2006/relationships/image" Target="../media/image66.png"/><Relationship Id="rId5" Type="http://schemas.openxmlformats.org/officeDocument/2006/relationships/image" Target="../media/image29.svg"/><Relationship Id="rId4" Type="http://schemas.openxmlformats.org/officeDocument/2006/relationships/image" Target="../media/image30.svg"/></Relationships>
</file>

<file path=ppt/slides/_rels/slide12.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notesSlide" Target="../notesSlides/notesSlide12.xml"/><Relationship Id="rId1" Type="http://schemas.openxmlformats.org/officeDocument/2006/relationships/slideLayout" Target="../slideLayouts/slideLayout11.xml"/><Relationship Id="rId6" Type="http://schemas.openxmlformats.org/officeDocument/2006/relationships/image" Target="../media/image29.svg"/><Relationship Id="rId5" Type="http://schemas.openxmlformats.org/officeDocument/2006/relationships/image" Target="../media/image68.svg"/><Relationship Id="rId4" Type="http://schemas.openxmlformats.org/officeDocument/2006/relationships/image" Target="../media/image6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C7BCF452-713F-FCFA-31EB-98778F7AD576}"/>
              </a:ext>
            </a:extLst>
          </p:cNvPr>
          <p:cNvPicPr>
            <a:picLocks noGrp="1" noChangeAspect="1"/>
          </p:cNvPicPr>
          <p:nvPr>
            <p:ph type="pic" idx="2"/>
          </p:nvPr>
        </p:nvPicPr>
        <p:blipFill>
          <a:blip r:embed="rId3"/>
          <a:srcRect l="44" r="44"/>
          <a:stretch/>
        </p:blipFill>
        <p:spPr>
          <a:xfrm>
            <a:off x="0" y="0"/>
            <a:ext cx="12192000" cy="6858000"/>
          </a:xfrm>
        </p:spPr>
      </p:pic>
      <p:sp>
        <p:nvSpPr>
          <p:cNvPr id="14" name="Title 13">
            <a:extLst>
              <a:ext uri="{FF2B5EF4-FFF2-40B4-BE49-F238E27FC236}">
                <a16:creationId xmlns:a16="http://schemas.microsoft.com/office/drawing/2014/main" id="{40811B93-43B1-47D8-1DBE-8EB3FB6795A0}"/>
              </a:ext>
            </a:extLst>
          </p:cNvPr>
          <p:cNvSpPr>
            <a:spLocks noGrp="1"/>
          </p:cNvSpPr>
          <p:nvPr>
            <p:ph type="ctrTitle"/>
          </p:nvPr>
        </p:nvSpPr>
        <p:spPr>
          <a:xfrm>
            <a:off x="773230" y="4136063"/>
            <a:ext cx="6524502" cy="1648046"/>
          </a:xfrm>
          <a:effectLst>
            <a:outerShdw blurRad="489867" dist="38100" dir="2700000" algn="tl" rotWithShape="0">
              <a:prstClr val="black">
                <a:alpha val="88000"/>
              </a:prstClr>
            </a:outerShdw>
          </a:effectLst>
        </p:spPr>
        <p:txBody>
          <a:bodyPr>
            <a:normAutofit/>
          </a:bodyPr>
          <a:lstStyle/>
          <a:p>
            <a:pPr>
              <a:lnSpc>
                <a:spcPct val="100000"/>
              </a:lnSpc>
            </a:pPr>
            <a:r>
              <a:rPr lang="en-IN" sz="4800" b="1">
                <a:solidFill>
                  <a:schemeClr val="bg1"/>
                </a:solidFill>
                <a:latin typeface="PP Neue Machina Plain Ultrabold"/>
              </a:rPr>
              <a:t>Applied AI / AI Services Offerings</a:t>
            </a:r>
          </a:p>
        </p:txBody>
      </p:sp>
      <p:pic>
        <p:nvPicPr>
          <p:cNvPr id="6" name="Graphic 5">
            <a:extLst>
              <a:ext uri="{FF2B5EF4-FFF2-40B4-BE49-F238E27FC236}">
                <a16:creationId xmlns:a16="http://schemas.microsoft.com/office/drawing/2014/main" id="{71A00361-B9E9-682B-EA9E-CEB8F581423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73230" y="617556"/>
            <a:ext cx="2810233" cy="646031"/>
          </a:xfrm>
          <a:prstGeom prst="rect">
            <a:avLst/>
          </a:prstGeom>
        </p:spPr>
      </p:pic>
      <p:pic>
        <p:nvPicPr>
          <p:cNvPr id="2" name="Picture 1">
            <a:extLst>
              <a:ext uri="{FF2B5EF4-FFF2-40B4-BE49-F238E27FC236}">
                <a16:creationId xmlns:a16="http://schemas.microsoft.com/office/drawing/2014/main" id="{6BB8EB53-5FDC-C5D0-8960-D910AB2EFD2E}"/>
              </a:ext>
            </a:extLst>
          </p:cNvPr>
          <p:cNvPicPr>
            <a:picLocks noChangeAspect="1"/>
          </p:cNvPicPr>
          <p:nvPr/>
        </p:nvPicPr>
        <p:blipFill>
          <a:blip r:embed="rId5"/>
          <a:stretch>
            <a:fillRect/>
          </a:stretch>
        </p:blipFill>
        <p:spPr>
          <a:xfrm rot="1800000">
            <a:off x="10992680" y="-5356030"/>
            <a:ext cx="2885530" cy="574596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DAA68E-6685-8140-39E7-F7367ACDCBF8}"/>
            </a:ext>
          </a:extLst>
        </p:cNvPr>
        <p:cNvGrpSpPr/>
        <p:nvPr/>
      </p:nvGrpSpPr>
      <p:grpSpPr>
        <a:xfrm>
          <a:off x="0" y="0"/>
          <a:ext cx="0" cy="0"/>
          <a:chOff x="0" y="0"/>
          <a:chExt cx="0" cy="0"/>
        </a:xfrm>
      </p:grpSpPr>
      <p:grpSp>
        <p:nvGrpSpPr>
          <p:cNvPr id="343" name="Group 342">
            <a:extLst>
              <a:ext uri="{FF2B5EF4-FFF2-40B4-BE49-F238E27FC236}">
                <a16:creationId xmlns:a16="http://schemas.microsoft.com/office/drawing/2014/main" id="{4518216A-E53E-3494-EB06-8B5D7F350D36}"/>
              </a:ext>
            </a:extLst>
          </p:cNvPr>
          <p:cNvGrpSpPr/>
          <p:nvPr/>
        </p:nvGrpSpPr>
        <p:grpSpPr>
          <a:xfrm>
            <a:off x="0" y="5890261"/>
            <a:ext cx="12192000" cy="967740"/>
            <a:chOff x="0" y="9276"/>
            <a:chExt cx="19200" cy="1524"/>
          </a:xfrm>
        </p:grpSpPr>
        <p:sp>
          <p:nvSpPr>
            <p:cNvPr id="341" name="Freeform: Shape 12">
              <a:extLst>
                <a:ext uri="{FF2B5EF4-FFF2-40B4-BE49-F238E27FC236}">
                  <a16:creationId xmlns:a16="http://schemas.microsoft.com/office/drawing/2014/main" id="{A958B828-FC6E-4EA1-BBB4-0246CA5BDD2A}"/>
                </a:ext>
              </a:extLst>
            </p:cNvPr>
            <p:cNvSpPr/>
            <p:nvPr/>
          </p:nvSpPr>
          <p:spPr>
            <a:xfrm>
              <a:off x="0" y="9276"/>
              <a:ext cx="19200" cy="1524"/>
            </a:xfrm>
            <a:custGeom>
              <a:avLst/>
              <a:gdLst>
                <a:gd name="connsiteX0" fmla="*/ 0 w 9144000"/>
                <a:gd name="connsiteY0" fmla="*/ 857250 h 857250"/>
                <a:gd name="connsiteX1" fmla="*/ 0 w 9144000"/>
                <a:gd name="connsiteY1" fmla="*/ 149828 h 857250"/>
                <a:gd name="connsiteX2" fmla="*/ 7540609 w 9144000"/>
                <a:gd name="connsiteY2" fmla="*/ 149828 h 857250"/>
                <a:gd name="connsiteX3" fmla="*/ 8245698 w 9144000"/>
                <a:gd name="connsiteY3" fmla="*/ 0 h 857250"/>
                <a:gd name="connsiteX4" fmla="*/ 8933831 w 9144000"/>
                <a:gd name="connsiteY4" fmla="*/ 149828 h 857250"/>
                <a:gd name="connsiteX5" fmla="*/ 9144000 w 9144000"/>
                <a:gd name="connsiteY5" fmla="*/ 149828 h 857250"/>
                <a:gd name="connsiteX6" fmla="*/ 9144000 w 9144000"/>
                <a:gd name="connsiteY6" fmla="*/ 857250 h 857250"/>
                <a:gd name="connsiteX7" fmla="*/ 0 w 9144000"/>
                <a:gd name="connsiteY7" fmla="*/ 85725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857250">
                  <a:moveTo>
                    <a:pt x="0" y="857250"/>
                  </a:moveTo>
                  <a:lnTo>
                    <a:pt x="0" y="149828"/>
                  </a:lnTo>
                  <a:lnTo>
                    <a:pt x="7540609" y="149828"/>
                  </a:lnTo>
                  <a:lnTo>
                    <a:pt x="8245698" y="0"/>
                  </a:lnTo>
                  <a:lnTo>
                    <a:pt x="8933831" y="149828"/>
                  </a:lnTo>
                  <a:lnTo>
                    <a:pt x="9144000" y="149828"/>
                  </a:lnTo>
                  <a:lnTo>
                    <a:pt x="9144000" y="857250"/>
                  </a:lnTo>
                  <a:lnTo>
                    <a:pt x="0" y="857250"/>
                  </a:lnTo>
                  <a:close/>
                </a:path>
              </a:pathLst>
            </a:custGeom>
            <a:gradFill>
              <a:gsLst>
                <a:gs pos="0">
                  <a:srgbClr val="ED1A7D"/>
                </a:gs>
                <a:gs pos="50000">
                  <a:srgbClr val="BB1B6D"/>
                </a:gs>
                <a:gs pos="100000">
                  <a:srgbClr val="891D5D"/>
                </a:gs>
              </a:gsLst>
              <a:lin ang="0" scaled="1"/>
            </a:gradFill>
            <a:ln w="8132" cap="flat">
              <a:noFill/>
              <a:prstDash val="solid"/>
              <a:miter/>
            </a:ln>
          </p:spPr>
          <p:txBody>
            <a:bodyPr rot="0" spcFirstLastPara="0" vertOverflow="overflow" horzOverflow="overflow" vert="horz" wrap="square" lIns="121920" tIns="60960" rIns="121920" bIns="60960" numCol="1" spcCol="0" rtlCol="0" fromWordArt="0" anchor="ctr" anchorCtr="0" forceAA="0" compatLnSpc="1">
              <a:noAutofit/>
            </a:bodyPr>
            <a:lstStyle/>
            <a:p>
              <a:endParaRPr lang="en-AU" sz="2400"/>
            </a:p>
          </p:txBody>
        </p:sp>
        <p:sp>
          <p:nvSpPr>
            <p:cNvPr id="342" name="Freeform: Shape 13">
              <a:extLst>
                <a:ext uri="{FF2B5EF4-FFF2-40B4-BE49-F238E27FC236}">
                  <a16:creationId xmlns:a16="http://schemas.microsoft.com/office/drawing/2014/main" id="{4A9DC8F0-457C-4633-3814-90A021499AC0}"/>
                </a:ext>
              </a:extLst>
            </p:cNvPr>
            <p:cNvSpPr/>
            <p:nvPr/>
          </p:nvSpPr>
          <p:spPr>
            <a:xfrm>
              <a:off x="15833" y="9500"/>
              <a:ext cx="2617" cy="599"/>
            </a:xfrm>
            <a:custGeom>
              <a:avLst/>
              <a:gdLst>
                <a:gd name="connsiteX0" fmla="*/ 718995 w 1246536"/>
                <a:gd name="connsiteY0" fmla="*/ 0 h 285083"/>
                <a:gd name="connsiteX1" fmla="*/ 769239 w 1246536"/>
                <a:gd name="connsiteY1" fmla="*/ 10668 h 285083"/>
                <a:gd name="connsiteX2" fmla="*/ 842391 w 1246536"/>
                <a:gd name="connsiteY2" fmla="*/ 94726 h 285083"/>
                <a:gd name="connsiteX3" fmla="*/ 769239 w 1246536"/>
                <a:gd name="connsiteY3" fmla="*/ 147876 h 285083"/>
                <a:gd name="connsiteX4" fmla="*/ 718995 w 1246536"/>
                <a:gd name="connsiteY4" fmla="*/ 137208 h 285083"/>
                <a:gd name="connsiteX5" fmla="*/ 718995 w 1246536"/>
                <a:gd name="connsiteY5" fmla="*/ 48 h 285083"/>
                <a:gd name="connsiteX6" fmla="*/ 769239 w 1246536"/>
                <a:gd name="connsiteY6" fmla="*/ 116729 h 285083"/>
                <a:gd name="connsiteX7" fmla="*/ 808530 w 1246536"/>
                <a:gd name="connsiteY7" fmla="*/ 87535 h 285083"/>
                <a:gd name="connsiteX8" fmla="*/ 769239 w 1246536"/>
                <a:gd name="connsiteY8" fmla="*/ 41624 h 285083"/>
                <a:gd name="connsiteX9" fmla="*/ 752856 w 1246536"/>
                <a:gd name="connsiteY9" fmla="*/ 38148 h 285083"/>
                <a:gd name="connsiteX10" fmla="*/ 752856 w 1246536"/>
                <a:gd name="connsiteY10" fmla="*/ 113252 h 285083"/>
                <a:gd name="connsiteX11" fmla="*/ 769239 w 1246536"/>
                <a:gd name="connsiteY11" fmla="*/ 116729 h 285083"/>
                <a:gd name="connsiteX12" fmla="*/ 947024 w 1246536"/>
                <a:gd name="connsiteY12" fmla="*/ 48482 h 285083"/>
                <a:gd name="connsiteX13" fmla="*/ 947024 w 1246536"/>
                <a:gd name="connsiteY13" fmla="*/ 79391 h 285083"/>
                <a:gd name="connsiteX14" fmla="*/ 917067 w 1246536"/>
                <a:gd name="connsiteY14" fmla="*/ 73009 h 285083"/>
                <a:gd name="connsiteX15" fmla="*/ 917067 w 1246536"/>
                <a:gd name="connsiteY15" fmla="*/ 148114 h 285083"/>
                <a:gd name="connsiteX16" fmla="*/ 947024 w 1246536"/>
                <a:gd name="connsiteY16" fmla="*/ 154496 h 285083"/>
                <a:gd name="connsiteX17" fmla="*/ 947024 w 1246536"/>
                <a:gd name="connsiteY17" fmla="*/ 185642 h 285083"/>
                <a:gd name="connsiteX18" fmla="*/ 853393 w 1246536"/>
                <a:gd name="connsiteY18" fmla="*/ 165735 h 285083"/>
                <a:gd name="connsiteX19" fmla="*/ 853393 w 1246536"/>
                <a:gd name="connsiteY19" fmla="*/ 134588 h 285083"/>
                <a:gd name="connsiteX20" fmla="*/ 883349 w 1246536"/>
                <a:gd name="connsiteY20" fmla="*/ 140970 h 285083"/>
                <a:gd name="connsiteX21" fmla="*/ 883349 w 1246536"/>
                <a:gd name="connsiteY21" fmla="*/ 65865 h 285083"/>
                <a:gd name="connsiteX22" fmla="*/ 853393 w 1246536"/>
                <a:gd name="connsiteY22" fmla="*/ 59484 h 285083"/>
                <a:gd name="connsiteX23" fmla="*/ 853393 w 1246536"/>
                <a:gd name="connsiteY23" fmla="*/ 28575 h 285083"/>
                <a:gd name="connsiteX24" fmla="*/ 947024 w 1246536"/>
                <a:gd name="connsiteY24" fmla="*/ 48482 h 285083"/>
                <a:gd name="connsiteX25" fmla="*/ 1026319 w 1246536"/>
                <a:gd name="connsiteY25" fmla="*/ 62627 h 285083"/>
                <a:gd name="connsiteX26" fmla="*/ 1094994 w 1246536"/>
                <a:gd name="connsiteY26" fmla="*/ 148447 h 285083"/>
                <a:gd name="connsiteX27" fmla="*/ 1026319 w 1246536"/>
                <a:gd name="connsiteY27" fmla="*/ 205264 h 285083"/>
                <a:gd name="connsiteX28" fmla="*/ 957263 w 1246536"/>
                <a:gd name="connsiteY28" fmla="*/ 119205 h 285083"/>
                <a:gd name="connsiteX29" fmla="*/ 1026319 w 1246536"/>
                <a:gd name="connsiteY29" fmla="*/ 62675 h 285083"/>
                <a:gd name="connsiteX30" fmla="*/ 1026319 w 1246536"/>
                <a:gd name="connsiteY30" fmla="*/ 173117 h 285083"/>
                <a:gd name="connsiteX31" fmla="*/ 1060180 w 1246536"/>
                <a:gd name="connsiteY31" fmla="*/ 141018 h 285083"/>
                <a:gd name="connsiteX32" fmla="*/ 1026319 w 1246536"/>
                <a:gd name="connsiteY32" fmla="*/ 94726 h 285083"/>
                <a:gd name="connsiteX33" fmla="*/ 992267 w 1246536"/>
                <a:gd name="connsiteY33" fmla="*/ 126587 h 285083"/>
                <a:gd name="connsiteX34" fmla="*/ 1026319 w 1246536"/>
                <a:gd name="connsiteY34" fmla="*/ 173117 h 285083"/>
                <a:gd name="connsiteX35" fmla="*/ 1111949 w 1246536"/>
                <a:gd name="connsiteY35" fmla="*/ 83534 h 285083"/>
                <a:gd name="connsiteX36" fmla="*/ 1175814 w 1246536"/>
                <a:gd name="connsiteY36" fmla="*/ 97107 h 285083"/>
                <a:gd name="connsiteX37" fmla="*/ 1212675 w 1246536"/>
                <a:gd name="connsiteY37" fmla="*/ 230791 h 285083"/>
                <a:gd name="connsiteX38" fmla="*/ 1212675 w 1246536"/>
                <a:gd name="connsiteY38" fmla="*/ 104918 h 285083"/>
                <a:gd name="connsiteX39" fmla="*/ 1246537 w 1246536"/>
                <a:gd name="connsiteY39" fmla="*/ 112109 h 285083"/>
                <a:gd name="connsiteX40" fmla="*/ 1246537 w 1246536"/>
                <a:gd name="connsiteY40" fmla="*/ 249269 h 285083"/>
                <a:gd name="connsiteX41" fmla="*/ 1182672 w 1246536"/>
                <a:gd name="connsiteY41" fmla="*/ 235696 h 285083"/>
                <a:gd name="connsiteX42" fmla="*/ 1145810 w 1246536"/>
                <a:gd name="connsiteY42" fmla="*/ 102013 h 285083"/>
                <a:gd name="connsiteX43" fmla="*/ 1145810 w 1246536"/>
                <a:gd name="connsiteY43" fmla="*/ 227886 h 285083"/>
                <a:gd name="connsiteX44" fmla="*/ 1111949 w 1246536"/>
                <a:gd name="connsiteY44" fmla="*/ 220694 h 285083"/>
                <a:gd name="connsiteX45" fmla="*/ 1111949 w 1246536"/>
                <a:gd name="connsiteY45" fmla="*/ 83534 h 285083"/>
                <a:gd name="connsiteX46" fmla="*/ 42101 w 1246536"/>
                <a:gd name="connsiteY46" fmla="*/ 138970 h 285083"/>
                <a:gd name="connsiteX47" fmla="*/ 104108 w 1246536"/>
                <a:gd name="connsiteY47" fmla="*/ 125778 h 285083"/>
                <a:gd name="connsiteX48" fmla="*/ 145971 w 1246536"/>
                <a:gd name="connsiteY48" fmla="*/ 254032 h 285083"/>
                <a:gd name="connsiteX49" fmla="*/ 110061 w 1246536"/>
                <a:gd name="connsiteY49" fmla="*/ 261652 h 285083"/>
                <a:gd name="connsiteX50" fmla="*/ 97774 w 1246536"/>
                <a:gd name="connsiteY50" fmla="*/ 222837 h 285083"/>
                <a:gd name="connsiteX51" fmla="*/ 47863 w 1246536"/>
                <a:gd name="connsiteY51" fmla="*/ 233458 h 285083"/>
                <a:gd name="connsiteX52" fmla="*/ 35576 w 1246536"/>
                <a:gd name="connsiteY52" fmla="*/ 277511 h 285083"/>
                <a:gd name="connsiteX53" fmla="*/ 0 w 1246536"/>
                <a:gd name="connsiteY53" fmla="*/ 285083 h 285083"/>
                <a:gd name="connsiteX54" fmla="*/ 42053 w 1246536"/>
                <a:gd name="connsiteY54" fmla="*/ 138970 h 285083"/>
                <a:gd name="connsiteX55" fmla="*/ 88440 w 1246536"/>
                <a:gd name="connsiteY55" fmla="*/ 193929 h 285083"/>
                <a:gd name="connsiteX56" fmla="*/ 72819 w 1246536"/>
                <a:gd name="connsiteY56" fmla="*/ 144923 h 285083"/>
                <a:gd name="connsiteX57" fmla="*/ 57198 w 1246536"/>
                <a:gd name="connsiteY57" fmla="*/ 200597 h 285083"/>
                <a:gd name="connsiteX58" fmla="*/ 88488 w 1246536"/>
                <a:gd name="connsiteY58" fmla="*/ 193929 h 285083"/>
                <a:gd name="connsiteX59" fmla="*/ 214646 w 1246536"/>
                <a:gd name="connsiteY59" fmla="*/ 242173 h 285083"/>
                <a:gd name="connsiteX60" fmla="*/ 148733 w 1246536"/>
                <a:gd name="connsiteY60" fmla="*/ 199930 h 285083"/>
                <a:gd name="connsiteX61" fmla="*/ 183738 w 1246536"/>
                <a:gd name="connsiteY61" fmla="*/ 192500 h 285083"/>
                <a:gd name="connsiteX62" fmla="*/ 215408 w 1246536"/>
                <a:gd name="connsiteY62" fmla="*/ 212408 h 285083"/>
                <a:gd name="connsiteX63" fmla="*/ 239030 w 1246536"/>
                <a:gd name="connsiteY63" fmla="*/ 195310 h 285083"/>
                <a:gd name="connsiteX64" fmla="*/ 227886 w 1246536"/>
                <a:gd name="connsiteY64" fmla="*/ 187166 h 285083"/>
                <a:gd name="connsiteX65" fmla="*/ 183975 w 1246536"/>
                <a:gd name="connsiteY65" fmla="*/ 184452 h 285083"/>
                <a:gd name="connsiteX66" fmla="*/ 154210 w 1246536"/>
                <a:gd name="connsiteY66" fmla="*/ 153210 h 285083"/>
                <a:gd name="connsiteX67" fmla="*/ 207645 w 1246536"/>
                <a:gd name="connsiteY67" fmla="*/ 101013 h 285083"/>
                <a:gd name="connsiteX68" fmla="*/ 268891 w 1246536"/>
                <a:gd name="connsiteY68" fmla="*/ 138017 h 285083"/>
                <a:gd name="connsiteX69" fmla="*/ 234077 w 1246536"/>
                <a:gd name="connsiteY69" fmla="*/ 145399 h 285083"/>
                <a:gd name="connsiteX70" fmla="*/ 208217 w 1246536"/>
                <a:gd name="connsiteY70" fmla="*/ 129873 h 285083"/>
                <a:gd name="connsiteX71" fmla="*/ 189215 w 1246536"/>
                <a:gd name="connsiteY71" fmla="*/ 145018 h 285083"/>
                <a:gd name="connsiteX72" fmla="*/ 199454 w 1246536"/>
                <a:gd name="connsiteY72" fmla="*/ 152352 h 285083"/>
                <a:gd name="connsiteX73" fmla="*/ 242078 w 1246536"/>
                <a:gd name="connsiteY73" fmla="*/ 154400 h 285083"/>
                <a:gd name="connsiteX74" fmla="*/ 273891 w 1246536"/>
                <a:gd name="connsiteY74" fmla="*/ 186357 h 285083"/>
                <a:gd name="connsiteX75" fmla="*/ 214694 w 1246536"/>
                <a:gd name="connsiteY75" fmla="*/ 242125 h 285083"/>
                <a:gd name="connsiteX76" fmla="*/ 283702 w 1246536"/>
                <a:gd name="connsiteY76" fmla="*/ 156115 h 285083"/>
                <a:gd name="connsiteX77" fmla="*/ 353330 w 1246536"/>
                <a:gd name="connsiteY77" fmla="*/ 70104 h 285083"/>
                <a:gd name="connsiteX78" fmla="*/ 419767 w 1246536"/>
                <a:gd name="connsiteY78" fmla="*/ 111633 h 285083"/>
                <a:gd name="connsiteX79" fmla="*/ 384953 w 1246536"/>
                <a:gd name="connsiteY79" fmla="*/ 119015 h 285083"/>
                <a:gd name="connsiteX80" fmla="*/ 353473 w 1246536"/>
                <a:gd name="connsiteY80" fmla="*/ 102156 h 285083"/>
                <a:gd name="connsiteX81" fmla="*/ 318659 w 1246536"/>
                <a:gd name="connsiteY81" fmla="*/ 148638 h 285083"/>
                <a:gd name="connsiteX82" fmla="*/ 353473 w 1246536"/>
                <a:gd name="connsiteY82" fmla="*/ 180546 h 285083"/>
                <a:gd name="connsiteX83" fmla="*/ 384953 w 1246536"/>
                <a:gd name="connsiteY83" fmla="*/ 150114 h 285083"/>
                <a:gd name="connsiteX84" fmla="*/ 419767 w 1246536"/>
                <a:gd name="connsiteY84" fmla="*/ 142732 h 285083"/>
                <a:gd name="connsiteX85" fmla="*/ 353330 w 1246536"/>
                <a:gd name="connsiteY85" fmla="*/ 212693 h 285083"/>
                <a:gd name="connsiteX86" fmla="*/ 283702 w 1246536"/>
                <a:gd name="connsiteY86" fmla="*/ 156115 h 285083"/>
                <a:gd name="connsiteX87" fmla="*/ 436340 w 1246536"/>
                <a:gd name="connsiteY87" fmla="*/ 55150 h 285083"/>
                <a:gd name="connsiteX88" fmla="*/ 540782 w 1246536"/>
                <a:gd name="connsiteY88" fmla="*/ 32956 h 285083"/>
                <a:gd name="connsiteX89" fmla="*/ 540782 w 1246536"/>
                <a:gd name="connsiteY89" fmla="*/ 63865 h 285083"/>
                <a:gd name="connsiteX90" fmla="*/ 470440 w 1246536"/>
                <a:gd name="connsiteY90" fmla="*/ 78819 h 285083"/>
                <a:gd name="connsiteX91" fmla="*/ 470440 w 1246536"/>
                <a:gd name="connsiteY91" fmla="*/ 101775 h 285083"/>
                <a:gd name="connsiteX92" fmla="*/ 531495 w 1246536"/>
                <a:gd name="connsiteY92" fmla="*/ 88821 h 285083"/>
                <a:gd name="connsiteX93" fmla="*/ 531495 w 1246536"/>
                <a:gd name="connsiteY93" fmla="*/ 118015 h 285083"/>
                <a:gd name="connsiteX94" fmla="*/ 470440 w 1246536"/>
                <a:gd name="connsiteY94" fmla="*/ 131016 h 285083"/>
                <a:gd name="connsiteX95" fmla="*/ 470440 w 1246536"/>
                <a:gd name="connsiteY95" fmla="*/ 154162 h 285083"/>
                <a:gd name="connsiteX96" fmla="*/ 540782 w 1246536"/>
                <a:gd name="connsiteY96" fmla="*/ 139208 h 285083"/>
                <a:gd name="connsiteX97" fmla="*/ 540782 w 1246536"/>
                <a:gd name="connsiteY97" fmla="*/ 170117 h 285083"/>
                <a:gd name="connsiteX98" fmla="*/ 436340 w 1246536"/>
                <a:gd name="connsiteY98" fmla="*/ 192310 h 285083"/>
                <a:gd name="connsiteX99" fmla="*/ 436340 w 1246536"/>
                <a:gd name="connsiteY99" fmla="*/ 55150 h 285083"/>
                <a:gd name="connsiteX100" fmla="*/ 561308 w 1246536"/>
                <a:gd name="connsiteY100" fmla="*/ 28623 h 285083"/>
                <a:gd name="connsiteX101" fmla="*/ 625173 w 1246536"/>
                <a:gd name="connsiteY101" fmla="*/ 15049 h 285083"/>
                <a:gd name="connsiteX102" fmla="*/ 662035 w 1246536"/>
                <a:gd name="connsiteY102" fmla="*/ 133112 h 285083"/>
                <a:gd name="connsiteX103" fmla="*/ 662035 w 1246536"/>
                <a:gd name="connsiteY103" fmla="*/ 7239 h 285083"/>
                <a:gd name="connsiteX104" fmla="*/ 695897 w 1246536"/>
                <a:gd name="connsiteY104" fmla="*/ 48 h 285083"/>
                <a:gd name="connsiteX105" fmla="*/ 695897 w 1246536"/>
                <a:gd name="connsiteY105" fmla="*/ 137208 h 285083"/>
                <a:gd name="connsiteX106" fmla="*/ 632032 w 1246536"/>
                <a:gd name="connsiteY106" fmla="*/ 150781 h 285083"/>
                <a:gd name="connsiteX107" fmla="*/ 595170 w 1246536"/>
                <a:gd name="connsiteY107" fmla="*/ 32718 h 285083"/>
                <a:gd name="connsiteX108" fmla="*/ 595170 w 1246536"/>
                <a:gd name="connsiteY108" fmla="*/ 158591 h 285083"/>
                <a:gd name="connsiteX109" fmla="*/ 561308 w 1246536"/>
                <a:gd name="connsiteY109" fmla="*/ 165783 h 285083"/>
                <a:gd name="connsiteX110" fmla="*/ 561308 w 1246536"/>
                <a:gd name="connsiteY110" fmla="*/ 28623 h 2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246536" h="285083">
                  <a:moveTo>
                    <a:pt x="718995" y="0"/>
                  </a:moveTo>
                  <a:lnTo>
                    <a:pt x="769239" y="10668"/>
                  </a:lnTo>
                  <a:cubicBezTo>
                    <a:pt x="805149" y="18288"/>
                    <a:pt x="842391" y="35766"/>
                    <a:pt x="842391" y="94726"/>
                  </a:cubicBezTo>
                  <a:cubicBezTo>
                    <a:pt x="842391" y="153876"/>
                    <a:pt x="805149" y="155496"/>
                    <a:pt x="769239" y="147876"/>
                  </a:cubicBezTo>
                  <a:lnTo>
                    <a:pt x="718995" y="137208"/>
                  </a:lnTo>
                  <a:lnTo>
                    <a:pt x="718995" y="48"/>
                  </a:lnTo>
                  <a:close/>
                  <a:moveTo>
                    <a:pt x="769239" y="116729"/>
                  </a:moveTo>
                  <a:cubicBezTo>
                    <a:pt x="791766" y="121539"/>
                    <a:pt x="808530" y="124301"/>
                    <a:pt x="808530" y="87535"/>
                  </a:cubicBezTo>
                  <a:cubicBezTo>
                    <a:pt x="808530" y="50768"/>
                    <a:pt x="791623" y="46387"/>
                    <a:pt x="769239" y="41624"/>
                  </a:cubicBezTo>
                  <a:lnTo>
                    <a:pt x="752856" y="38148"/>
                  </a:lnTo>
                  <a:lnTo>
                    <a:pt x="752856" y="113252"/>
                  </a:lnTo>
                  <a:cubicBezTo>
                    <a:pt x="752856" y="113252"/>
                    <a:pt x="769239" y="116729"/>
                    <a:pt x="769239" y="116729"/>
                  </a:cubicBezTo>
                  <a:close/>
                  <a:moveTo>
                    <a:pt x="947024" y="48482"/>
                  </a:moveTo>
                  <a:lnTo>
                    <a:pt x="947024" y="79391"/>
                  </a:lnTo>
                  <a:cubicBezTo>
                    <a:pt x="947024" y="79391"/>
                    <a:pt x="917067" y="73009"/>
                    <a:pt x="917067" y="73009"/>
                  </a:cubicBezTo>
                  <a:lnTo>
                    <a:pt x="917067" y="148114"/>
                  </a:lnTo>
                  <a:cubicBezTo>
                    <a:pt x="917067" y="148114"/>
                    <a:pt x="947024" y="154496"/>
                    <a:pt x="947024" y="154496"/>
                  </a:cubicBezTo>
                  <a:lnTo>
                    <a:pt x="947024" y="185642"/>
                  </a:lnTo>
                  <a:cubicBezTo>
                    <a:pt x="947024" y="185642"/>
                    <a:pt x="853393" y="165735"/>
                    <a:pt x="853393" y="165735"/>
                  </a:cubicBezTo>
                  <a:lnTo>
                    <a:pt x="853393" y="134588"/>
                  </a:lnTo>
                  <a:cubicBezTo>
                    <a:pt x="853393" y="134588"/>
                    <a:pt x="883349" y="140970"/>
                    <a:pt x="883349" y="140970"/>
                  </a:cubicBezTo>
                  <a:lnTo>
                    <a:pt x="883349" y="65865"/>
                  </a:lnTo>
                  <a:cubicBezTo>
                    <a:pt x="883349" y="65865"/>
                    <a:pt x="853393" y="59484"/>
                    <a:pt x="853393" y="59484"/>
                  </a:cubicBezTo>
                  <a:lnTo>
                    <a:pt x="853393" y="28575"/>
                  </a:lnTo>
                  <a:cubicBezTo>
                    <a:pt x="853393" y="28575"/>
                    <a:pt x="947024" y="48482"/>
                    <a:pt x="947024" y="48482"/>
                  </a:cubicBezTo>
                  <a:close/>
                  <a:moveTo>
                    <a:pt x="1026319" y="62627"/>
                  </a:moveTo>
                  <a:cubicBezTo>
                    <a:pt x="1068944" y="71676"/>
                    <a:pt x="1094994" y="107966"/>
                    <a:pt x="1094994" y="148447"/>
                  </a:cubicBezTo>
                  <a:cubicBezTo>
                    <a:pt x="1094994" y="189119"/>
                    <a:pt x="1068944" y="214313"/>
                    <a:pt x="1026319" y="205264"/>
                  </a:cubicBezTo>
                  <a:cubicBezTo>
                    <a:pt x="983504" y="196167"/>
                    <a:pt x="957263" y="159829"/>
                    <a:pt x="957263" y="119205"/>
                  </a:cubicBezTo>
                  <a:cubicBezTo>
                    <a:pt x="957263" y="78724"/>
                    <a:pt x="983504" y="53578"/>
                    <a:pt x="1026319" y="62675"/>
                  </a:cubicBezTo>
                  <a:moveTo>
                    <a:pt x="1026319" y="173117"/>
                  </a:moveTo>
                  <a:cubicBezTo>
                    <a:pt x="1049036" y="177927"/>
                    <a:pt x="1060180" y="165926"/>
                    <a:pt x="1060180" y="141018"/>
                  </a:cubicBezTo>
                  <a:cubicBezTo>
                    <a:pt x="1060180" y="116110"/>
                    <a:pt x="1048846" y="99489"/>
                    <a:pt x="1026319" y="94726"/>
                  </a:cubicBezTo>
                  <a:cubicBezTo>
                    <a:pt x="1003602" y="89916"/>
                    <a:pt x="992267" y="101870"/>
                    <a:pt x="992267" y="126587"/>
                  </a:cubicBezTo>
                  <a:cubicBezTo>
                    <a:pt x="992267" y="151495"/>
                    <a:pt x="1003649" y="168307"/>
                    <a:pt x="1026319" y="173117"/>
                  </a:cubicBezTo>
                  <a:moveTo>
                    <a:pt x="1111949" y="83534"/>
                  </a:moveTo>
                  <a:lnTo>
                    <a:pt x="1175814" y="97107"/>
                  </a:lnTo>
                  <a:lnTo>
                    <a:pt x="1212675" y="230791"/>
                  </a:lnTo>
                  <a:lnTo>
                    <a:pt x="1212675" y="104918"/>
                  </a:lnTo>
                  <a:cubicBezTo>
                    <a:pt x="1212675" y="104918"/>
                    <a:pt x="1246537" y="112109"/>
                    <a:pt x="1246537" y="112109"/>
                  </a:cubicBezTo>
                  <a:lnTo>
                    <a:pt x="1246537" y="249269"/>
                  </a:lnTo>
                  <a:cubicBezTo>
                    <a:pt x="1246537" y="249269"/>
                    <a:pt x="1182672" y="235696"/>
                    <a:pt x="1182672" y="235696"/>
                  </a:cubicBezTo>
                  <a:lnTo>
                    <a:pt x="1145810" y="102013"/>
                  </a:lnTo>
                  <a:lnTo>
                    <a:pt x="1145810" y="227886"/>
                  </a:lnTo>
                  <a:cubicBezTo>
                    <a:pt x="1145810" y="227886"/>
                    <a:pt x="1111949" y="220694"/>
                    <a:pt x="1111949" y="220694"/>
                  </a:cubicBezTo>
                  <a:lnTo>
                    <a:pt x="1111949" y="83534"/>
                  </a:lnTo>
                  <a:close/>
                  <a:moveTo>
                    <a:pt x="42101" y="138970"/>
                  </a:moveTo>
                  <a:lnTo>
                    <a:pt x="104108" y="125778"/>
                  </a:lnTo>
                  <a:lnTo>
                    <a:pt x="145971" y="254032"/>
                  </a:lnTo>
                  <a:lnTo>
                    <a:pt x="110061" y="261652"/>
                  </a:lnTo>
                  <a:lnTo>
                    <a:pt x="97774" y="222837"/>
                  </a:lnTo>
                  <a:lnTo>
                    <a:pt x="47863" y="233458"/>
                  </a:lnTo>
                  <a:lnTo>
                    <a:pt x="35576" y="277511"/>
                  </a:lnTo>
                  <a:lnTo>
                    <a:pt x="0" y="285083"/>
                  </a:lnTo>
                  <a:lnTo>
                    <a:pt x="42053" y="138970"/>
                  </a:lnTo>
                  <a:close/>
                  <a:moveTo>
                    <a:pt x="88440" y="193929"/>
                  </a:moveTo>
                  <a:lnTo>
                    <a:pt x="72819" y="144923"/>
                  </a:lnTo>
                  <a:lnTo>
                    <a:pt x="57198" y="200597"/>
                  </a:lnTo>
                  <a:lnTo>
                    <a:pt x="88488" y="193929"/>
                  </a:lnTo>
                  <a:close/>
                  <a:moveTo>
                    <a:pt x="214646" y="242173"/>
                  </a:moveTo>
                  <a:cubicBezTo>
                    <a:pt x="168307" y="252031"/>
                    <a:pt x="148733" y="235553"/>
                    <a:pt x="148733" y="199930"/>
                  </a:cubicBezTo>
                  <a:lnTo>
                    <a:pt x="183738" y="192500"/>
                  </a:lnTo>
                  <a:cubicBezTo>
                    <a:pt x="183738" y="211979"/>
                    <a:pt x="190977" y="217599"/>
                    <a:pt x="215408" y="212408"/>
                  </a:cubicBezTo>
                  <a:cubicBezTo>
                    <a:pt x="231982" y="208883"/>
                    <a:pt x="239030" y="203883"/>
                    <a:pt x="239030" y="195310"/>
                  </a:cubicBezTo>
                  <a:cubicBezTo>
                    <a:pt x="239030" y="190452"/>
                    <a:pt x="235315" y="187547"/>
                    <a:pt x="227886" y="187166"/>
                  </a:cubicBezTo>
                  <a:lnTo>
                    <a:pt x="183975" y="184452"/>
                  </a:lnTo>
                  <a:cubicBezTo>
                    <a:pt x="161258" y="182880"/>
                    <a:pt x="154210" y="170545"/>
                    <a:pt x="154210" y="153210"/>
                  </a:cubicBezTo>
                  <a:cubicBezTo>
                    <a:pt x="154210" y="126540"/>
                    <a:pt x="173212" y="108299"/>
                    <a:pt x="207645" y="101013"/>
                  </a:cubicBezTo>
                  <a:cubicBezTo>
                    <a:pt x="248603" y="92297"/>
                    <a:pt x="268891" y="108252"/>
                    <a:pt x="268891" y="138017"/>
                  </a:cubicBezTo>
                  <a:lnTo>
                    <a:pt x="234077" y="145399"/>
                  </a:lnTo>
                  <a:cubicBezTo>
                    <a:pt x="234077" y="130635"/>
                    <a:pt x="226076" y="126111"/>
                    <a:pt x="208217" y="129873"/>
                  </a:cubicBezTo>
                  <a:cubicBezTo>
                    <a:pt x="195739" y="132540"/>
                    <a:pt x="189215" y="137208"/>
                    <a:pt x="189215" y="145018"/>
                  </a:cubicBezTo>
                  <a:cubicBezTo>
                    <a:pt x="189215" y="148923"/>
                    <a:pt x="191262" y="151781"/>
                    <a:pt x="199454" y="152352"/>
                  </a:cubicBezTo>
                  <a:lnTo>
                    <a:pt x="242078" y="154400"/>
                  </a:lnTo>
                  <a:cubicBezTo>
                    <a:pt x="263843" y="155400"/>
                    <a:pt x="273891" y="166306"/>
                    <a:pt x="273891" y="186357"/>
                  </a:cubicBezTo>
                  <a:cubicBezTo>
                    <a:pt x="273891" y="212408"/>
                    <a:pt x="256747" y="233172"/>
                    <a:pt x="214694" y="242125"/>
                  </a:cubicBezTo>
                  <a:moveTo>
                    <a:pt x="283702" y="156115"/>
                  </a:moveTo>
                  <a:cubicBezTo>
                    <a:pt x="283702" y="115633"/>
                    <a:pt x="310325" y="79248"/>
                    <a:pt x="353330" y="70104"/>
                  </a:cubicBezTo>
                  <a:cubicBezTo>
                    <a:pt x="390906" y="62103"/>
                    <a:pt x="415862" y="78010"/>
                    <a:pt x="419767" y="111633"/>
                  </a:cubicBezTo>
                  <a:lnTo>
                    <a:pt x="384953" y="119015"/>
                  </a:lnTo>
                  <a:cubicBezTo>
                    <a:pt x="382143" y="104823"/>
                    <a:pt x="370047" y="98631"/>
                    <a:pt x="353473" y="102156"/>
                  </a:cubicBezTo>
                  <a:cubicBezTo>
                    <a:pt x="333185" y="106490"/>
                    <a:pt x="318659" y="121634"/>
                    <a:pt x="318659" y="148638"/>
                  </a:cubicBezTo>
                  <a:cubicBezTo>
                    <a:pt x="318659" y="175879"/>
                    <a:pt x="333185" y="184833"/>
                    <a:pt x="353473" y="180546"/>
                  </a:cubicBezTo>
                  <a:cubicBezTo>
                    <a:pt x="370047" y="177022"/>
                    <a:pt x="382143" y="165497"/>
                    <a:pt x="384953" y="150114"/>
                  </a:cubicBezTo>
                  <a:lnTo>
                    <a:pt x="419767" y="142732"/>
                  </a:lnTo>
                  <a:cubicBezTo>
                    <a:pt x="415862" y="178213"/>
                    <a:pt x="390906" y="204692"/>
                    <a:pt x="353330" y="212693"/>
                  </a:cubicBezTo>
                  <a:cubicBezTo>
                    <a:pt x="310325" y="221837"/>
                    <a:pt x="283702" y="196739"/>
                    <a:pt x="283702" y="156115"/>
                  </a:cubicBezTo>
                  <a:moveTo>
                    <a:pt x="436340" y="55150"/>
                  </a:moveTo>
                  <a:lnTo>
                    <a:pt x="540782" y="32956"/>
                  </a:lnTo>
                  <a:lnTo>
                    <a:pt x="540782" y="63865"/>
                  </a:lnTo>
                  <a:cubicBezTo>
                    <a:pt x="540782" y="63865"/>
                    <a:pt x="470440" y="78819"/>
                    <a:pt x="470440" y="78819"/>
                  </a:cubicBezTo>
                  <a:lnTo>
                    <a:pt x="470440" y="101775"/>
                  </a:lnTo>
                  <a:cubicBezTo>
                    <a:pt x="470440" y="101775"/>
                    <a:pt x="531495" y="88821"/>
                    <a:pt x="531495" y="88821"/>
                  </a:cubicBezTo>
                  <a:lnTo>
                    <a:pt x="531495" y="118015"/>
                  </a:lnTo>
                  <a:cubicBezTo>
                    <a:pt x="531495" y="118015"/>
                    <a:pt x="470440" y="131016"/>
                    <a:pt x="470440" y="131016"/>
                  </a:cubicBezTo>
                  <a:lnTo>
                    <a:pt x="470440" y="154162"/>
                  </a:lnTo>
                  <a:cubicBezTo>
                    <a:pt x="470440" y="154162"/>
                    <a:pt x="540782" y="139208"/>
                    <a:pt x="540782" y="139208"/>
                  </a:cubicBezTo>
                  <a:lnTo>
                    <a:pt x="540782" y="170117"/>
                  </a:lnTo>
                  <a:cubicBezTo>
                    <a:pt x="540782" y="170117"/>
                    <a:pt x="436340" y="192310"/>
                    <a:pt x="436340" y="192310"/>
                  </a:cubicBezTo>
                  <a:lnTo>
                    <a:pt x="436340" y="55150"/>
                  </a:lnTo>
                  <a:close/>
                  <a:moveTo>
                    <a:pt x="561308" y="28623"/>
                  </a:moveTo>
                  <a:lnTo>
                    <a:pt x="625173" y="15049"/>
                  </a:lnTo>
                  <a:lnTo>
                    <a:pt x="662035" y="133112"/>
                  </a:lnTo>
                  <a:lnTo>
                    <a:pt x="662035" y="7239"/>
                  </a:lnTo>
                  <a:cubicBezTo>
                    <a:pt x="662035" y="7239"/>
                    <a:pt x="695897" y="48"/>
                    <a:pt x="695897" y="48"/>
                  </a:cubicBezTo>
                  <a:lnTo>
                    <a:pt x="695897" y="137208"/>
                  </a:lnTo>
                  <a:cubicBezTo>
                    <a:pt x="695897" y="137208"/>
                    <a:pt x="632032" y="150781"/>
                    <a:pt x="632032" y="150781"/>
                  </a:cubicBezTo>
                  <a:lnTo>
                    <a:pt x="595170" y="32718"/>
                  </a:lnTo>
                  <a:lnTo>
                    <a:pt x="595170" y="158591"/>
                  </a:lnTo>
                  <a:cubicBezTo>
                    <a:pt x="595170" y="158591"/>
                    <a:pt x="561308" y="165783"/>
                    <a:pt x="561308" y="165783"/>
                  </a:cubicBezTo>
                  <a:lnTo>
                    <a:pt x="561308" y="28623"/>
                  </a:lnTo>
                  <a:close/>
                </a:path>
              </a:pathLst>
            </a:custGeom>
            <a:solidFill>
              <a:srgbClr val="FFFFFF"/>
            </a:solidFill>
            <a:ln w="4763" cap="flat">
              <a:noFill/>
              <a:prstDash val="solid"/>
              <a:miter/>
            </a:ln>
          </p:spPr>
          <p:txBody>
            <a:bodyPr rtlCol="0" anchor="ctr"/>
            <a:lstStyle/>
            <a:p>
              <a:endParaRPr lang="en-AU" sz="2400"/>
            </a:p>
          </p:txBody>
        </p:sp>
      </p:grpSp>
      <p:sp>
        <p:nvSpPr>
          <p:cNvPr id="339" name="Rounded Rectangle 338">
            <a:extLst>
              <a:ext uri="{FF2B5EF4-FFF2-40B4-BE49-F238E27FC236}">
                <a16:creationId xmlns:a16="http://schemas.microsoft.com/office/drawing/2014/main" id="{A85428EC-085F-ECBA-9F2D-728C4AC016B7}"/>
              </a:ext>
            </a:extLst>
          </p:cNvPr>
          <p:cNvSpPr/>
          <p:nvPr/>
        </p:nvSpPr>
        <p:spPr>
          <a:xfrm>
            <a:off x="7249795" y="548006"/>
            <a:ext cx="4502151" cy="3145791"/>
          </a:xfrm>
          <a:prstGeom prst="roundRect">
            <a:avLst>
              <a:gd name="adj" fmla="val 0"/>
            </a:avLst>
          </a:prstGeom>
          <a:solidFill>
            <a:schemeClr val="accent5">
              <a:lumMod val="40000"/>
              <a:lumOff val="60000"/>
              <a:alpha val="1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sz="1400"/>
          </a:p>
        </p:txBody>
      </p:sp>
      <p:sp>
        <p:nvSpPr>
          <p:cNvPr id="5" name="TextBox 4">
            <a:extLst>
              <a:ext uri="{FF2B5EF4-FFF2-40B4-BE49-F238E27FC236}">
                <a16:creationId xmlns:a16="http://schemas.microsoft.com/office/drawing/2014/main" id="{9FE7A382-F52C-1CD5-0273-31CE28D5B422}"/>
              </a:ext>
            </a:extLst>
          </p:cNvPr>
          <p:cNvSpPr txBox="1"/>
          <p:nvPr/>
        </p:nvSpPr>
        <p:spPr>
          <a:xfrm>
            <a:off x="382272" y="348616"/>
            <a:ext cx="5854065" cy="1153970"/>
          </a:xfrm>
          <a:prstGeom prst="rect">
            <a:avLst/>
          </a:prstGeom>
          <a:noFill/>
        </p:spPr>
        <p:txBody>
          <a:bodyPr wrap="square">
            <a:spAutoFit/>
          </a:bodyPr>
          <a:lstStyle/>
          <a:p>
            <a:pPr defTabSz="914377">
              <a:lnSpc>
                <a:spcPct val="110000"/>
              </a:lnSpc>
              <a:defRPr/>
            </a:pPr>
            <a:r>
              <a:rPr lang="en-US" sz="3200" b="1">
                <a:latin typeface="+mj-lt"/>
                <a:cs typeface="+mj-lt"/>
              </a:rPr>
              <a:t>“Know How” and</a:t>
            </a:r>
          </a:p>
          <a:p>
            <a:pPr defTabSz="914377">
              <a:lnSpc>
                <a:spcPct val="110000"/>
              </a:lnSpc>
              <a:defRPr/>
            </a:pPr>
            <a:r>
              <a:rPr lang="en-US" sz="3200" b="1">
                <a:latin typeface="+mj-lt"/>
                <a:cs typeface="+mj-lt"/>
              </a:rPr>
              <a:t>“Done That” AI Experts</a:t>
            </a:r>
          </a:p>
        </p:txBody>
      </p:sp>
      <p:sp>
        <p:nvSpPr>
          <p:cNvPr id="6" name="TextBox 5">
            <a:extLst>
              <a:ext uri="{FF2B5EF4-FFF2-40B4-BE49-F238E27FC236}">
                <a16:creationId xmlns:a16="http://schemas.microsoft.com/office/drawing/2014/main" id="{D88D2C4F-2D42-5EFA-47A1-697C35B791E9}"/>
              </a:ext>
            </a:extLst>
          </p:cNvPr>
          <p:cNvSpPr txBox="1"/>
          <p:nvPr/>
        </p:nvSpPr>
        <p:spPr>
          <a:xfrm>
            <a:off x="382271" y="1543051"/>
            <a:ext cx="6655435" cy="634365"/>
          </a:xfrm>
          <a:prstGeom prst="rect">
            <a:avLst/>
          </a:prstGeom>
          <a:noFill/>
        </p:spPr>
        <p:txBody>
          <a:bodyPr wrap="square" rtlCol="0">
            <a:noAutofit/>
          </a:bodyPr>
          <a:lstStyle/>
          <a:p>
            <a:r>
              <a:rPr lang="en-US" sz="1200">
                <a:latin typeface="Century Gothic" panose="020B0502020202020204" pitchFamily="34" charset="0"/>
                <a:cs typeface="Century Gothic" panose="020B0502020202020204" pitchFamily="34" charset="0"/>
              </a:rPr>
              <a:t>Seasoned GenAI experts with deep experience helping data science and business teams harness AI to transform everyday workflows. With a track record across industries, we bring the clarity, confidence, and capability to make GenAI work for your business.</a:t>
            </a:r>
          </a:p>
          <a:p>
            <a:endParaRPr lang="en-US" sz="1200">
              <a:latin typeface="Century Gothic" panose="020B0502020202020204" pitchFamily="34" charset="0"/>
              <a:cs typeface="Century Gothic" panose="020B0502020202020204" pitchFamily="34" charset="0"/>
            </a:endParaRPr>
          </a:p>
        </p:txBody>
      </p:sp>
      <p:sp>
        <p:nvSpPr>
          <p:cNvPr id="143" name="TextBox 4">
            <a:extLst>
              <a:ext uri="{FF2B5EF4-FFF2-40B4-BE49-F238E27FC236}">
                <a16:creationId xmlns:a16="http://schemas.microsoft.com/office/drawing/2014/main" id="{92E751B9-8313-0DC0-DBA4-5A0AE3109452}"/>
              </a:ext>
            </a:extLst>
          </p:cNvPr>
          <p:cNvSpPr txBox="1"/>
          <p:nvPr/>
        </p:nvSpPr>
        <p:spPr>
          <a:xfrm>
            <a:off x="438786" y="3874136"/>
            <a:ext cx="11314431" cy="330835"/>
          </a:xfrm>
          <a:prstGeom prst="rect">
            <a:avLst/>
          </a:prstGeom>
          <a:solidFill>
            <a:srgbClr val="B91B6C"/>
          </a:solidFill>
          <a:ln>
            <a:solidFill>
              <a:srgbClr val="C00000"/>
            </a:solidFill>
          </a:ln>
        </p:spPr>
        <p:txBody>
          <a:bodyPr wrap="square">
            <a:noAutofit/>
          </a:bodyPr>
          <a:lstStyle/>
          <a:p>
            <a:pPr algn="ctr" defTabSz="914377">
              <a:lnSpc>
                <a:spcPct val="120000"/>
              </a:lnSpc>
              <a:defRPr/>
            </a:pPr>
            <a:r>
              <a:rPr lang="en-US" sz="1400" b="1">
                <a:solidFill>
                  <a:schemeClr val="bg1"/>
                </a:solidFill>
                <a:latin typeface="+mj-ea"/>
                <a:cs typeface="+mj-ea"/>
              </a:rPr>
              <a:t>FOCUS AREAS</a:t>
            </a:r>
          </a:p>
        </p:txBody>
      </p:sp>
      <p:grpSp>
        <p:nvGrpSpPr>
          <p:cNvPr id="184" name="Group 183">
            <a:extLst>
              <a:ext uri="{FF2B5EF4-FFF2-40B4-BE49-F238E27FC236}">
                <a16:creationId xmlns:a16="http://schemas.microsoft.com/office/drawing/2014/main" id="{8A440690-3717-642C-DAF9-12A9D1FBF6B0}"/>
              </a:ext>
            </a:extLst>
          </p:cNvPr>
          <p:cNvGrpSpPr/>
          <p:nvPr/>
        </p:nvGrpSpPr>
        <p:grpSpPr>
          <a:xfrm>
            <a:off x="382270" y="2251715"/>
            <a:ext cx="6656071" cy="671196"/>
            <a:chOff x="922" y="4727"/>
            <a:chExt cx="10482" cy="1057"/>
          </a:xfrm>
        </p:grpSpPr>
        <p:grpSp>
          <p:nvGrpSpPr>
            <p:cNvPr id="137" name="Group 136">
              <a:extLst>
                <a:ext uri="{FF2B5EF4-FFF2-40B4-BE49-F238E27FC236}">
                  <a16:creationId xmlns:a16="http://schemas.microsoft.com/office/drawing/2014/main" id="{DCDC2F10-6F79-FB6E-0256-3743EED82BBB}"/>
                </a:ext>
              </a:extLst>
            </p:cNvPr>
            <p:cNvGrpSpPr/>
            <p:nvPr/>
          </p:nvGrpSpPr>
          <p:grpSpPr>
            <a:xfrm>
              <a:off x="8802" y="4765"/>
              <a:ext cx="2602" cy="948"/>
              <a:chOff x="10372" y="5551"/>
              <a:chExt cx="2980" cy="948"/>
            </a:xfrm>
          </p:grpSpPr>
          <p:sp>
            <p:nvSpPr>
              <p:cNvPr id="63" name="TextBox 21">
                <a:extLst>
                  <a:ext uri="{FF2B5EF4-FFF2-40B4-BE49-F238E27FC236}">
                    <a16:creationId xmlns:a16="http://schemas.microsoft.com/office/drawing/2014/main" id="{F11A67F4-4436-8920-9E30-822DA150A07A}"/>
                  </a:ext>
                </a:extLst>
              </p:cNvPr>
              <p:cNvSpPr txBox="1"/>
              <p:nvPr/>
            </p:nvSpPr>
            <p:spPr>
              <a:xfrm>
                <a:off x="10372" y="5551"/>
                <a:ext cx="2760" cy="630"/>
              </a:xfrm>
              <a:prstGeom prst="rect">
                <a:avLst/>
              </a:prstGeom>
              <a:noFill/>
            </p:spPr>
            <p:txBody>
              <a:bodyPr wrap="square" anchor="b">
                <a:spAutoFit/>
              </a:bodyPr>
              <a:lstStyle/>
              <a:p>
                <a:pPr defTabSz="914377">
                  <a:defRPr/>
                </a:pPr>
                <a:r>
                  <a:rPr lang="en-US" sz="2000">
                    <a:solidFill>
                      <a:srgbClr val="CC0066"/>
                    </a:solidFill>
                    <a:latin typeface="+mj-lt"/>
                    <a:cs typeface="+mj-lt"/>
                  </a:rPr>
                  <a:t>4</a:t>
                </a:r>
              </a:p>
            </p:txBody>
          </p:sp>
          <p:sp>
            <p:nvSpPr>
              <p:cNvPr id="65" name="TextBox 22">
                <a:extLst>
                  <a:ext uri="{FF2B5EF4-FFF2-40B4-BE49-F238E27FC236}">
                    <a16:creationId xmlns:a16="http://schemas.microsoft.com/office/drawing/2014/main" id="{DEBCB369-FAA3-0420-967A-A84A6F03F1F5}"/>
                  </a:ext>
                </a:extLst>
              </p:cNvPr>
              <p:cNvSpPr txBox="1"/>
              <p:nvPr/>
            </p:nvSpPr>
            <p:spPr>
              <a:xfrm>
                <a:off x="10372" y="6063"/>
                <a:ext cx="2980" cy="436"/>
              </a:xfrm>
              <a:prstGeom prst="rect">
                <a:avLst/>
              </a:prstGeom>
              <a:noFill/>
            </p:spPr>
            <p:txBody>
              <a:bodyPr wrap="square">
                <a:spAutoFit/>
              </a:bodyPr>
              <a:lstStyle/>
              <a:p>
                <a:pPr defTabSz="914377">
                  <a:defRPr/>
                </a:pPr>
                <a:r>
                  <a:rPr lang="en-US" sz="1200">
                    <a:latin typeface="Century Gothic" panose="020B0502020202020204" pitchFamily="34" charset="0"/>
                    <a:cs typeface="Century Gothic" panose="020B0502020202020204" pitchFamily="34" charset="0"/>
                  </a:rPr>
                  <a:t>AI Studios</a:t>
                </a:r>
              </a:p>
            </p:txBody>
          </p:sp>
        </p:grpSp>
        <p:grpSp>
          <p:nvGrpSpPr>
            <p:cNvPr id="133" name="Group 132">
              <a:extLst>
                <a:ext uri="{FF2B5EF4-FFF2-40B4-BE49-F238E27FC236}">
                  <a16:creationId xmlns:a16="http://schemas.microsoft.com/office/drawing/2014/main" id="{D395949D-00FA-5DD7-EF85-EB0BBB9FE350}"/>
                </a:ext>
              </a:extLst>
            </p:cNvPr>
            <p:cNvGrpSpPr/>
            <p:nvPr/>
          </p:nvGrpSpPr>
          <p:grpSpPr>
            <a:xfrm>
              <a:off x="3040" y="4765"/>
              <a:ext cx="2712" cy="948"/>
              <a:chOff x="4029" y="5551"/>
              <a:chExt cx="2980" cy="948"/>
            </a:xfrm>
          </p:grpSpPr>
          <p:sp>
            <p:nvSpPr>
              <p:cNvPr id="78" name="TextBox 24">
                <a:extLst>
                  <a:ext uri="{FF2B5EF4-FFF2-40B4-BE49-F238E27FC236}">
                    <a16:creationId xmlns:a16="http://schemas.microsoft.com/office/drawing/2014/main" id="{BCFB7BCD-70F5-189F-63C1-E5437DF4A9F6}"/>
                  </a:ext>
                </a:extLst>
              </p:cNvPr>
              <p:cNvSpPr txBox="1"/>
              <p:nvPr/>
            </p:nvSpPr>
            <p:spPr>
              <a:xfrm>
                <a:off x="4042" y="5551"/>
                <a:ext cx="2760" cy="630"/>
              </a:xfrm>
              <a:prstGeom prst="rect">
                <a:avLst/>
              </a:prstGeom>
              <a:noFill/>
            </p:spPr>
            <p:txBody>
              <a:bodyPr wrap="square" anchor="b">
                <a:spAutoFit/>
              </a:bodyPr>
              <a:lstStyle/>
              <a:p>
                <a:pPr defTabSz="914377">
                  <a:defRPr/>
                </a:pPr>
                <a:r>
                  <a:rPr lang="en-US" sz="2000">
                    <a:solidFill>
                      <a:srgbClr val="CC0066"/>
                    </a:solidFill>
                    <a:latin typeface="+mj-lt"/>
                    <a:cs typeface="+mj-lt"/>
                  </a:rPr>
                  <a:t>40+</a:t>
                </a:r>
              </a:p>
            </p:txBody>
          </p:sp>
          <p:sp>
            <p:nvSpPr>
              <p:cNvPr id="79" name="TextBox 25">
                <a:extLst>
                  <a:ext uri="{FF2B5EF4-FFF2-40B4-BE49-F238E27FC236}">
                    <a16:creationId xmlns:a16="http://schemas.microsoft.com/office/drawing/2014/main" id="{99FF30AA-311D-138D-192D-E771A7ADE3C2}"/>
                  </a:ext>
                </a:extLst>
              </p:cNvPr>
              <p:cNvSpPr txBox="1"/>
              <p:nvPr/>
            </p:nvSpPr>
            <p:spPr>
              <a:xfrm>
                <a:off x="4029" y="6063"/>
                <a:ext cx="2980" cy="436"/>
              </a:xfrm>
              <a:prstGeom prst="rect">
                <a:avLst/>
              </a:prstGeom>
              <a:noFill/>
            </p:spPr>
            <p:txBody>
              <a:bodyPr wrap="square">
                <a:spAutoFit/>
              </a:bodyPr>
              <a:lstStyle/>
              <a:p>
                <a:pPr defTabSz="914377">
                  <a:defRPr/>
                </a:pPr>
                <a:r>
                  <a:rPr lang="en-US" sz="1200">
                    <a:latin typeface="Century Gothic" panose="020B0502020202020204" pitchFamily="34" charset="0"/>
                    <a:cs typeface="Century Gothic" panose="020B0502020202020204" pitchFamily="34" charset="0"/>
                  </a:rPr>
                  <a:t>Locations</a:t>
                </a:r>
              </a:p>
            </p:txBody>
          </p:sp>
        </p:grpSp>
        <p:grpSp>
          <p:nvGrpSpPr>
            <p:cNvPr id="131" name="Group 130">
              <a:extLst>
                <a:ext uri="{FF2B5EF4-FFF2-40B4-BE49-F238E27FC236}">
                  <a16:creationId xmlns:a16="http://schemas.microsoft.com/office/drawing/2014/main" id="{097C70EF-71D7-A642-3C01-6ECA20BBFCC8}"/>
                </a:ext>
              </a:extLst>
            </p:cNvPr>
            <p:cNvGrpSpPr/>
            <p:nvPr/>
          </p:nvGrpSpPr>
          <p:grpSpPr>
            <a:xfrm>
              <a:off x="922" y="4762"/>
              <a:ext cx="1937" cy="948"/>
              <a:chOff x="1844" y="5551"/>
              <a:chExt cx="2980" cy="948"/>
            </a:xfrm>
          </p:grpSpPr>
          <p:sp>
            <p:nvSpPr>
              <p:cNvPr id="88" name="TextBox 27">
                <a:extLst>
                  <a:ext uri="{FF2B5EF4-FFF2-40B4-BE49-F238E27FC236}">
                    <a16:creationId xmlns:a16="http://schemas.microsoft.com/office/drawing/2014/main" id="{9025B326-F75C-EE84-49E4-23B1A3AFD4C8}"/>
                  </a:ext>
                </a:extLst>
              </p:cNvPr>
              <p:cNvSpPr txBox="1"/>
              <p:nvPr/>
            </p:nvSpPr>
            <p:spPr>
              <a:xfrm>
                <a:off x="1844" y="5551"/>
                <a:ext cx="2760" cy="630"/>
              </a:xfrm>
              <a:prstGeom prst="rect">
                <a:avLst/>
              </a:prstGeom>
              <a:noFill/>
            </p:spPr>
            <p:txBody>
              <a:bodyPr wrap="square" anchor="b">
                <a:spAutoFit/>
              </a:bodyPr>
              <a:lstStyle/>
              <a:p>
                <a:pPr defTabSz="914377">
                  <a:defRPr/>
                </a:pPr>
                <a:r>
                  <a:rPr lang="en-US" sz="2000">
                    <a:solidFill>
                      <a:srgbClr val="CC0066"/>
                    </a:solidFill>
                    <a:latin typeface="+mj-lt"/>
                    <a:cs typeface="+mj-lt"/>
                  </a:rPr>
                  <a:t>12</a:t>
                </a:r>
              </a:p>
            </p:txBody>
          </p:sp>
          <p:sp>
            <p:nvSpPr>
              <p:cNvPr id="90" name="TextBox 28">
                <a:extLst>
                  <a:ext uri="{FF2B5EF4-FFF2-40B4-BE49-F238E27FC236}">
                    <a16:creationId xmlns:a16="http://schemas.microsoft.com/office/drawing/2014/main" id="{F9D662FE-4A5A-F3FA-873F-C92C26DF2BA5}"/>
                  </a:ext>
                </a:extLst>
              </p:cNvPr>
              <p:cNvSpPr txBox="1"/>
              <p:nvPr/>
            </p:nvSpPr>
            <p:spPr>
              <a:xfrm>
                <a:off x="1844" y="6063"/>
                <a:ext cx="2980" cy="436"/>
              </a:xfrm>
              <a:prstGeom prst="rect">
                <a:avLst/>
              </a:prstGeom>
              <a:noFill/>
            </p:spPr>
            <p:txBody>
              <a:bodyPr wrap="square">
                <a:spAutoFit/>
              </a:bodyPr>
              <a:lstStyle/>
              <a:p>
                <a:pPr defTabSz="914377">
                  <a:defRPr/>
                </a:pPr>
                <a:r>
                  <a:rPr lang="en-US" sz="1200">
                    <a:latin typeface="Century Gothic" panose="020B0502020202020204" pitchFamily="34" charset="0"/>
                    <a:cs typeface="Century Gothic" panose="020B0502020202020204" pitchFamily="34" charset="0"/>
                  </a:rPr>
                  <a:t>Countries</a:t>
                </a:r>
              </a:p>
            </p:txBody>
          </p:sp>
        </p:grpSp>
        <p:cxnSp>
          <p:nvCxnSpPr>
            <p:cNvPr id="100" name="Straight Connector 99">
              <a:extLst>
                <a:ext uri="{FF2B5EF4-FFF2-40B4-BE49-F238E27FC236}">
                  <a16:creationId xmlns:a16="http://schemas.microsoft.com/office/drawing/2014/main" id="{1C0DF123-1192-E657-874D-1DF4D2150786}"/>
                </a:ext>
              </a:extLst>
            </p:cNvPr>
            <p:cNvCxnSpPr/>
            <p:nvPr/>
          </p:nvCxnSpPr>
          <p:spPr>
            <a:xfrm flipV="1">
              <a:off x="2778" y="4727"/>
              <a:ext cx="0" cy="1019"/>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E1FC6C20-3E6E-6C92-D7EE-BA9D60D9D94A}"/>
                </a:ext>
              </a:extLst>
            </p:cNvPr>
            <p:cNvCxnSpPr/>
            <p:nvPr/>
          </p:nvCxnSpPr>
          <p:spPr>
            <a:xfrm flipV="1">
              <a:off x="5684" y="4727"/>
              <a:ext cx="0" cy="1019"/>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grpSp>
          <p:nvGrpSpPr>
            <p:cNvPr id="135" name="Group 134">
              <a:extLst>
                <a:ext uri="{FF2B5EF4-FFF2-40B4-BE49-F238E27FC236}">
                  <a16:creationId xmlns:a16="http://schemas.microsoft.com/office/drawing/2014/main" id="{75F9CDF1-D8E3-5B26-6CEF-10252459A0E4}"/>
                </a:ext>
              </a:extLst>
            </p:cNvPr>
            <p:cNvGrpSpPr/>
            <p:nvPr/>
          </p:nvGrpSpPr>
          <p:grpSpPr>
            <a:xfrm>
              <a:off x="5969" y="4762"/>
              <a:ext cx="2735" cy="948"/>
              <a:chOff x="7407" y="5551"/>
              <a:chExt cx="2980" cy="948"/>
            </a:xfrm>
          </p:grpSpPr>
          <p:sp>
            <p:nvSpPr>
              <p:cNvPr id="120" name="TextBox 3">
                <a:extLst>
                  <a:ext uri="{FF2B5EF4-FFF2-40B4-BE49-F238E27FC236}">
                    <a16:creationId xmlns:a16="http://schemas.microsoft.com/office/drawing/2014/main" id="{6F7A7244-7AB4-9FE4-8EBF-8E77DAA66739}"/>
                  </a:ext>
                </a:extLst>
              </p:cNvPr>
              <p:cNvSpPr txBox="1"/>
              <p:nvPr/>
            </p:nvSpPr>
            <p:spPr>
              <a:xfrm>
                <a:off x="7407" y="5551"/>
                <a:ext cx="2760" cy="630"/>
              </a:xfrm>
              <a:prstGeom prst="rect">
                <a:avLst/>
              </a:prstGeom>
              <a:noFill/>
            </p:spPr>
            <p:txBody>
              <a:bodyPr wrap="square" anchor="b">
                <a:spAutoFit/>
              </a:bodyPr>
              <a:lstStyle/>
              <a:p>
                <a:pPr defTabSz="914377">
                  <a:defRPr/>
                </a:pPr>
                <a:r>
                  <a:rPr lang="en-US" sz="2000">
                    <a:solidFill>
                      <a:srgbClr val="CC0066"/>
                    </a:solidFill>
                    <a:latin typeface="+mj-lt"/>
                    <a:cs typeface="+mj-lt"/>
                  </a:rPr>
                  <a:t>400+</a:t>
                </a:r>
              </a:p>
            </p:txBody>
          </p:sp>
          <p:sp>
            <p:nvSpPr>
              <p:cNvPr id="121" name="TextBox 6">
                <a:extLst>
                  <a:ext uri="{FF2B5EF4-FFF2-40B4-BE49-F238E27FC236}">
                    <a16:creationId xmlns:a16="http://schemas.microsoft.com/office/drawing/2014/main" id="{D90FC1DA-37FF-A451-AA4C-ED0B4A562DC6}"/>
                  </a:ext>
                </a:extLst>
              </p:cNvPr>
              <p:cNvSpPr txBox="1"/>
              <p:nvPr/>
            </p:nvSpPr>
            <p:spPr>
              <a:xfrm>
                <a:off x="7407" y="6063"/>
                <a:ext cx="2980" cy="436"/>
              </a:xfrm>
              <a:prstGeom prst="rect">
                <a:avLst/>
              </a:prstGeom>
              <a:noFill/>
            </p:spPr>
            <p:txBody>
              <a:bodyPr wrap="square">
                <a:spAutoFit/>
              </a:bodyPr>
              <a:lstStyle/>
              <a:p>
                <a:pPr defTabSz="914377">
                  <a:defRPr/>
                </a:pPr>
                <a:r>
                  <a:rPr lang="en-US" sz="1200">
                    <a:latin typeface="Century Gothic" panose="020B0502020202020204" pitchFamily="34" charset="0"/>
                    <a:cs typeface="Century Gothic" panose="020B0502020202020204" pitchFamily="34" charset="0"/>
                  </a:rPr>
                  <a:t>Enterprise Clients</a:t>
                </a:r>
              </a:p>
            </p:txBody>
          </p:sp>
        </p:grpSp>
        <p:cxnSp>
          <p:nvCxnSpPr>
            <p:cNvPr id="122" name="Straight Connector 121">
              <a:extLst>
                <a:ext uri="{FF2B5EF4-FFF2-40B4-BE49-F238E27FC236}">
                  <a16:creationId xmlns:a16="http://schemas.microsoft.com/office/drawing/2014/main" id="{7E352FDB-11EC-C084-A108-079087E96A68}"/>
                </a:ext>
              </a:extLst>
            </p:cNvPr>
            <p:cNvCxnSpPr/>
            <p:nvPr/>
          </p:nvCxnSpPr>
          <p:spPr>
            <a:xfrm flipV="1">
              <a:off x="8598" y="4765"/>
              <a:ext cx="0" cy="1019"/>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grpSp>
      <p:grpSp>
        <p:nvGrpSpPr>
          <p:cNvPr id="183" name="Group 182">
            <a:extLst>
              <a:ext uri="{FF2B5EF4-FFF2-40B4-BE49-F238E27FC236}">
                <a16:creationId xmlns:a16="http://schemas.microsoft.com/office/drawing/2014/main" id="{85FAC892-BC12-955E-EC20-850CF60DFC92}"/>
              </a:ext>
            </a:extLst>
          </p:cNvPr>
          <p:cNvGrpSpPr/>
          <p:nvPr/>
        </p:nvGrpSpPr>
        <p:grpSpPr>
          <a:xfrm>
            <a:off x="382271" y="2992117"/>
            <a:ext cx="6873875" cy="710564"/>
            <a:chOff x="922" y="6091"/>
            <a:chExt cx="10825" cy="1119"/>
          </a:xfrm>
        </p:grpSpPr>
        <p:cxnSp>
          <p:nvCxnSpPr>
            <p:cNvPr id="98" name="Straight Connector 97">
              <a:extLst>
                <a:ext uri="{FF2B5EF4-FFF2-40B4-BE49-F238E27FC236}">
                  <a16:creationId xmlns:a16="http://schemas.microsoft.com/office/drawing/2014/main" id="{EB894828-4DF8-8F3A-E7FE-69F2F09CF289}"/>
                </a:ext>
              </a:extLst>
            </p:cNvPr>
            <p:cNvCxnSpPr/>
            <p:nvPr/>
          </p:nvCxnSpPr>
          <p:spPr>
            <a:xfrm flipV="1">
              <a:off x="2780" y="6191"/>
              <a:ext cx="0" cy="1019"/>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grpSp>
          <p:nvGrpSpPr>
            <p:cNvPr id="134" name="Group 133">
              <a:extLst>
                <a:ext uri="{FF2B5EF4-FFF2-40B4-BE49-F238E27FC236}">
                  <a16:creationId xmlns:a16="http://schemas.microsoft.com/office/drawing/2014/main" id="{D9F9A198-BBE7-5B32-6D65-A6CB0215E48B}"/>
                </a:ext>
              </a:extLst>
            </p:cNvPr>
            <p:cNvGrpSpPr/>
            <p:nvPr/>
          </p:nvGrpSpPr>
          <p:grpSpPr>
            <a:xfrm>
              <a:off x="3024" y="6091"/>
              <a:ext cx="2753" cy="1019"/>
              <a:chOff x="4016" y="6880"/>
              <a:chExt cx="2993" cy="1019"/>
            </a:xfrm>
          </p:grpSpPr>
          <p:sp>
            <p:nvSpPr>
              <p:cNvPr id="57" name="TextBox 12">
                <a:extLst>
                  <a:ext uri="{FF2B5EF4-FFF2-40B4-BE49-F238E27FC236}">
                    <a16:creationId xmlns:a16="http://schemas.microsoft.com/office/drawing/2014/main" id="{CA2805FA-55AC-209E-3FD5-676BE8B0838C}"/>
                  </a:ext>
                </a:extLst>
              </p:cNvPr>
              <p:cNvSpPr txBox="1"/>
              <p:nvPr/>
            </p:nvSpPr>
            <p:spPr>
              <a:xfrm>
                <a:off x="4029" y="7463"/>
                <a:ext cx="2980" cy="436"/>
              </a:xfrm>
              <a:prstGeom prst="rect">
                <a:avLst/>
              </a:prstGeom>
              <a:noFill/>
            </p:spPr>
            <p:txBody>
              <a:bodyPr wrap="square">
                <a:spAutoFit/>
              </a:bodyPr>
              <a:lstStyle/>
              <a:p>
                <a:pPr defTabSz="914377">
                  <a:defRPr/>
                </a:pPr>
                <a:r>
                  <a:rPr lang="en-US" sz="1200">
                    <a:latin typeface="Century Gothic" panose="020B0502020202020204" pitchFamily="34" charset="0"/>
                    <a:cs typeface="Century Gothic" panose="020B0502020202020204" pitchFamily="34" charset="0"/>
                  </a:rPr>
                  <a:t>Agent Developers</a:t>
                </a:r>
              </a:p>
            </p:txBody>
          </p:sp>
          <p:sp>
            <p:nvSpPr>
              <p:cNvPr id="123" name="TextBox 11">
                <a:extLst>
                  <a:ext uri="{FF2B5EF4-FFF2-40B4-BE49-F238E27FC236}">
                    <a16:creationId xmlns:a16="http://schemas.microsoft.com/office/drawing/2014/main" id="{A2473999-3080-7271-1EF3-853150715635}"/>
                  </a:ext>
                </a:extLst>
              </p:cNvPr>
              <p:cNvSpPr txBox="1"/>
              <p:nvPr/>
            </p:nvSpPr>
            <p:spPr>
              <a:xfrm>
                <a:off x="4016" y="6880"/>
                <a:ext cx="2760" cy="630"/>
              </a:xfrm>
              <a:prstGeom prst="rect">
                <a:avLst/>
              </a:prstGeom>
              <a:noFill/>
            </p:spPr>
            <p:txBody>
              <a:bodyPr wrap="square" anchor="b">
                <a:spAutoFit/>
              </a:bodyPr>
              <a:lstStyle/>
              <a:p>
                <a:pPr defTabSz="914377">
                  <a:defRPr/>
                </a:pPr>
                <a:r>
                  <a:rPr lang="en-US" sz="2000">
                    <a:solidFill>
                      <a:srgbClr val="CC0066"/>
                    </a:solidFill>
                    <a:latin typeface="+mj-lt"/>
                    <a:cs typeface="+mj-lt"/>
                  </a:rPr>
                  <a:t>300</a:t>
                </a:r>
              </a:p>
            </p:txBody>
          </p:sp>
        </p:grpSp>
        <p:cxnSp>
          <p:nvCxnSpPr>
            <p:cNvPr id="124" name="Straight Connector 123">
              <a:extLst>
                <a:ext uri="{FF2B5EF4-FFF2-40B4-BE49-F238E27FC236}">
                  <a16:creationId xmlns:a16="http://schemas.microsoft.com/office/drawing/2014/main" id="{93FCEF4C-BC8D-4A94-5957-7FE267D4F060}"/>
                </a:ext>
              </a:extLst>
            </p:cNvPr>
            <p:cNvCxnSpPr/>
            <p:nvPr/>
          </p:nvCxnSpPr>
          <p:spPr>
            <a:xfrm flipV="1">
              <a:off x="5684" y="6191"/>
              <a:ext cx="0" cy="1019"/>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grpSp>
          <p:nvGrpSpPr>
            <p:cNvPr id="136" name="Group 135">
              <a:extLst>
                <a:ext uri="{FF2B5EF4-FFF2-40B4-BE49-F238E27FC236}">
                  <a16:creationId xmlns:a16="http://schemas.microsoft.com/office/drawing/2014/main" id="{05426AB1-AE0A-B468-8C26-5172500225E1}"/>
                </a:ext>
              </a:extLst>
            </p:cNvPr>
            <p:cNvGrpSpPr/>
            <p:nvPr/>
          </p:nvGrpSpPr>
          <p:grpSpPr>
            <a:xfrm>
              <a:off x="5969" y="6091"/>
              <a:ext cx="2779" cy="1019"/>
              <a:chOff x="7407" y="6880"/>
              <a:chExt cx="2980" cy="1019"/>
            </a:xfrm>
          </p:grpSpPr>
          <p:sp>
            <p:nvSpPr>
              <p:cNvPr id="55" name="TextBox 15">
                <a:extLst>
                  <a:ext uri="{FF2B5EF4-FFF2-40B4-BE49-F238E27FC236}">
                    <a16:creationId xmlns:a16="http://schemas.microsoft.com/office/drawing/2014/main" id="{94A2BE10-FA2D-5828-D871-9681EBD89D01}"/>
                  </a:ext>
                </a:extLst>
              </p:cNvPr>
              <p:cNvSpPr txBox="1"/>
              <p:nvPr/>
            </p:nvSpPr>
            <p:spPr>
              <a:xfrm>
                <a:off x="7407" y="7463"/>
                <a:ext cx="2980" cy="436"/>
              </a:xfrm>
              <a:prstGeom prst="rect">
                <a:avLst/>
              </a:prstGeom>
              <a:noFill/>
            </p:spPr>
            <p:txBody>
              <a:bodyPr wrap="square">
                <a:spAutoFit/>
              </a:bodyPr>
              <a:lstStyle/>
              <a:p>
                <a:pPr defTabSz="914377">
                  <a:defRPr/>
                </a:pPr>
                <a:r>
                  <a:rPr lang="en-US" sz="1200">
                    <a:latin typeface="Century Gothic" panose="020B0502020202020204" pitchFamily="34" charset="0"/>
                    <a:cs typeface="Century Gothic" panose="020B0502020202020204" pitchFamily="34" charset="0"/>
                  </a:rPr>
                  <a:t>GenAI Developers</a:t>
                </a:r>
              </a:p>
            </p:txBody>
          </p:sp>
          <p:sp>
            <p:nvSpPr>
              <p:cNvPr id="125" name="TextBox 14">
                <a:extLst>
                  <a:ext uri="{FF2B5EF4-FFF2-40B4-BE49-F238E27FC236}">
                    <a16:creationId xmlns:a16="http://schemas.microsoft.com/office/drawing/2014/main" id="{9A7C1678-F897-BBD3-DA5B-D0602510DCE3}"/>
                  </a:ext>
                </a:extLst>
              </p:cNvPr>
              <p:cNvSpPr txBox="1"/>
              <p:nvPr/>
            </p:nvSpPr>
            <p:spPr>
              <a:xfrm>
                <a:off x="7407" y="6880"/>
                <a:ext cx="2760" cy="630"/>
              </a:xfrm>
              <a:prstGeom prst="rect">
                <a:avLst/>
              </a:prstGeom>
              <a:noFill/>
            </p:spPr>
            <p:txBody>
              <a:bodyPr wrap="square" anchor="b">
                <a:spAutoFit/>
              </a:bodyPr>
              <a:lstStyle/>
              <a:p>
                <a:pPr defTabSz="914377">
                  <a:defRPr/>
                </a:pPr>
                <a:r>
                  <a:rPr lang="en-US" sz="2000">
                    <a:solidFill>
                      <a:srgbClr val="CC0066"/>
                    </a:solidFill>
                    <a:latin typeface="+mj-lt"/>
                    <a:cs typeface="+mj-lt"/>
                  </a:rPr>
                  <a:t>3000</a:t>
                </a:r>
              </a:p>
            </p:txBody>
          </p:sp>
        </p:grpSp>
        <p:grpSp>
          <p:nvGrpSpPr>
            <p:cNvPr id="132" name="Group 131">
              <a:extLst>
                <a:ext uri="{FF2B5EF4-FFF2-40B4-BE49-F238E27FC236}">
                  <a16:creationId xmlns:a16="http://schemas.microsoft.com/office/drawing/2014/main" id="{E7D4531B-A59F-9559-6EEA-2FF39B1E833A}"/>
                </a:ext>
              </a:extLst>
            </p:cNvPr>
            <p:cNvGrpSpPr/>
            <p:nvPr/>
          </p:nvGrpSpPr>
          <p:grpSpPr>
            <a:xfrm>
              <a:off x="922" y="6098"/>
              <a:ext cx="2295" cy="1017"/>
              <a:chOff x="1844" y="6882"/>
              <a:chExt cx="2760" cy="1017"/>
            </a:xfrm>
          </p:grpSpPr>
          <p:sp>
            <p:nvSpPr>
              <p:cNvPr id="96" name="TextBox 30">
                <a:extLst>
                  <a:ext uri="{FF2B5EF4-FFF2-40B4-BE49-F238E27FC236}">
                    <a16:creationId xmlns:a16="http://schemas.microsoft.com/office/drawing/2014/main" id="{8259AC05-9DBF-4198-F212-457405F0A753}"/>
                  </a:ext>
                </a:extLst>
              </p:cNvPr>
              <p:cNvSpPr txBox="1"/>
              <p:nvPr/>
            </p:nvSpPr>
            <p:spPr>
              <a:xfrm>
                <a:off x="1844" y="6882"/>
                <a:ext cx="2760" cy="630"/>
              </a:xfrm>
              <a:prstGeom prst="rect">
                <a:avLst/>
              </a:prstGeom>
              <a:noFill/>
            </p:spPr>
            <p:txBody>
              <a:bodyPr wrap="square" anchor="b">
                <a:spAutoFit/>
              </a:bodyPr>
              <a:lstStyle/>
              <a:p>
                <a:pPr defTabSz="914377">
                  <a:defRPr/>
                </a:pPr>
                <a:r>
                  <a:rPr lang="en-US" sz="2000">
                    <a:solidFill>
                      <a:srgbClr val="CC0066"/>
                    </a:solidFill>
                    <a:latin typeface="+mj-lt"/>
                    <a:cs typeface="+mj-lt"/>
                  </a:rPr>
                  <a:t>11000+</a:t>
                </a:r>
              </a:p>
            </p:txBody>
          </p:sp>
          <p:sp>
            <p:nvSpPr>
              <p:cNvPr id="97" name="TextBox 31">
                <a:extLst>
                  <a:ext uri="{FF2B5EF4-FFF2-40B4-BE49-F238E27FC236}">
                    <a16:creationId xmlns:a16="http://schemas.microsoft.com/office/drawing/2014/main" id="{0AF83814-A985-852C-8D25-231BC0BA3565}"/>
                  </a:ext>
                </a:extLst>
              </p:cNvPr>
              <p:cNvSpPr txBox="1"/>
              <p:nvPr/>
            </p:nvSpPr>
            <p:spPr>
              <a:xfrm>
                <a:off x="1844" y="7463"/>
                <a:ext cx="2159" cy="436"/>
              </a:xfrm>
              <a:prstGeom prst="rect">
                <a:avLst/>
              </a:prstGeom>
              <a:noFill/>
            </p:spPr>
            <p:txBody>
              <a:bodyPr wrap="square">
                <a:spAutoFit/>
              </a:bodyPr>
              <a:lstStyle/>
              <a:p>
                <a:pPr defTabSz="914377">
                  <a:defRPr/>
                </a:pPr>
                <a:r>
                  <a:rPr lang="en-US" sz="1200">
                    <a:latin typeface="Century Gothic" panose="020B0502020202020204" pitchFamily="34" charset="0"/>
                    <a:cs typeface="Century Gothic" panose="020B0502020202020204" pitchFamily="34" charset="0"/>
                  </a:rPr>
                  <a:t>Ascenders</a:t>
                </a:r>
              </a:p>
            </p:txBody>
          </p:sp>
        </p:grpSp>
        <p:grpSp>
          <p:nvGrpSpPr>
            <p:cNvPr id="138" name="Group 137">
              <a:extLst>
                <a:ext uri="{FF2B5EF4-FFF2-40B4-BE49-F238E27FC236}">
                  <a16:creationId xmlns:a16="http://schemas.microsoft.com/office/drawing/2014/main" id="{61361503-C5E9-D6F1-A99D-F8B9A334C771}"/>
                </a:ext>
              </a:extLst>
            </p:cNvPr>
            <p:cNvGrpSpPr/>
            <p:nvPr/>
          </p:nvGrpSpPr>
          <p:grpSpPr>
            <a:xfrm>
              <a:off x="8802" y="6093"/>
              <a:ext cx="2945" cy="1017"/>
              <a:chOff x="10372" y="6882"/>
              <a:chExt cx="3273" cy="1017"/>
            </a:xfrm>
          </p:grpSpPr>
          <p:sp>
            <p:nvSpPr>
              <p:cNvPr id="127" name="TextBox 32">
                <a:extLst>
                  <a:ext uri="{FF2B5EF4-FFF2-40B4-BE49-F238E27FC236}">
                    <a16:creationId xmlns:a16="http://schemas.microsoft.com/office/drawing/2014/main" id="{2982693D-ACC1-D3D1-FE74-BEDEC2A03B9D}"/>
                  </a:ext>
                </a:extLst>
              </p:cNvPr>
              <p:cNvSpPr txBox="1"/>
              <p:nvPr/>
            </p:nvSpPr>
            <p:spPr>
              <a:xfrm>
                <a:off x="10372" y="6882"/>
                <a:ext cx="2760" cy="630"/>
              </a:xfrm>
              <a:prstGeom prst="rect">
                <a:avLst/>
              </a:prstGeom>
              <a:noFill/>
            </p:spPr>
            <p:txBody>
              <a:bodyPr wrap="square" anchor="b">
                <a:spAutoFit/>
              </a:bodyPr>
              <a:lstStyle/>
              <a:p>
                <a:pPr defTabSz="914377">
                  <a:defRPr/>
                </a:pPr>
                <a:r>
                  <a:rPr lang="en-US" sz="2000">
                    <a:solidFill>
                      <a:srgbClr val="CC0066"/>
                    </a:solidFill>
                    <a:latin typeface="+mj-lt"/>
                    <a:cs typeface="+mj-lt"/>
                  </a:rPr>
                  <a:t>~2000</a:t>
                </a:r>
              </a:p>
            </p:txBody>
          </p:sp>
          <p:sp>
            <p:nvSpPr>
              <p:cNvPr id="128" name="TextBox 33">
                <a:extLst>
                  <a:ext uri="{FF2B5EF4-FFF2-40B4-BE49-F238E27FC236}">
                    <a16:creationId xmlns:a16="http://schemas.microsoft.com/office/drawing/2014/main" id="{FBE270EA-D0DA-0841-A9D5-23855275DA81}"/>
                  </a:ext>
                </a:extLst>
              </p:cNvPr>
              <p:cNvSpPr txBox="1"/>
              <p:nvPr/>
            </p:nvSpPr>
            <p:spPr>
              <a:xfrm>
                <a:off x="10372" y="7463"/>
                <a:ext cx="3273" cy="436"/>
              </a:xfrm>
              <a:prstGeom prst="rect">
                <a:avLst/>
              </a:prstGeom>
              <a:noFill/>
            </p:spPr>
            <p:txBody>
              <a:bodyPr wrap="square">
                <a:spAutoFit/>
              </a:bodyPr>
              <a:lstStyle/>
              <a:p>
                <a:pPr defTabSz="914377">
                  <a:defRPr/>
                </a:pPr>
                <a:r>
                  <a:rPr lang="en-US" sz="1200">
                    <a:latin typeface="Century Gothic" panose="020B0502020202020204" pitchFamily="34" charset="0"/>
                    <a:cs typeface="Century Gothic" panose="020B0502020202020204" pitchFamily="34" charset="0"/>
                  </a:rPr>
                  <a:t>Agentic Tasks built</a:t>
                </a:r>
              </a:p>
            </p:txBody>
          </p:sp>
        </p:grpSp>
        <p:cxnSp>
          <p:nvCxnSpPr>
            <p:cNvPr id="129" name="Straight Connector 128">
              <a:extLst>
                <a:ext uri="{FF2B5EF4-FFF2-40B4-BE49-F238E27FC236}">
                  <a16:creationId xmlns:a16="http://schemas.microsoft.com/office/drawing/2014/main" id="{DCDCB44F-B784-545E-5DD5-A3D4BB9646FB}"/>
                </a:ext>
              </a:extLst>
            </p:cNvPr>
            <p:cNvCxnSpPr/>
            <p:nvPr/>
          </p:nvCxnSpPr>
          <p:spPr>
            <a:xfrm flipV="1">
              <a:off x="8570" y="6177"/>
              <a:ext cx="0" cy="1019"/>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grpSp>
      <p:grpSp>
        <p:nvGrpSpPr>
          <p:cNvPr id="197" name="Group 196">
            <a:extLst>
              <a:ext uri="{FF2B5EF4-FFF2-40B4-BE49-F238E27FC236}">
                <a16:creationId xmlns:a16="http://schemas.microsoft.com/office/drawing/2014/main" id="{3EE47E01-4536-9ACA-BA93-7EBC79C41A59}"/>
              </a:ext>
            </a:extLst>
          </p:cNvPr>
          <p:cNvGrpSpPr/>
          <p:nvPr/>
        </p:nvGrpSpPr>
        <p:grpSpPr>
          <a:xfrm>
            <a:off x="438786" y="4392293"/>
            <a:ext cx="5546725" cy="1316354"/>
            <a:chOff x="691" y="6870"/>
            <a:chExt cx="9364" cy="2067"/>
          </a:xfrm>
        </p:grpSpPr>
        <p:sp>
          <p:nvSpPr>
            <p:cNvPr id="163" name="Rectangle 73">
              <a:extLst>
                <a:ext uri="{FF2B5EF4-FFF2-40B4-BE49-F238E27FC236}">
                  <a16:creationId xmlns:a16="http://schemas.microsoft.com/office/drawing/2014/main" id="{27898949-834F-8BCE-1FA4-EF363EC2B8F1}"/>
                </a:ext>
              </a:extLst>
            </p:cNvPr>
            <p:cNvSpPr/>
            <p:nvPr/>
          </p:nvSpPr>
          <p:spPr>
            <a:xfrm>
              <a:off x="691" y="6870"/>
              <a:ext cx="9364" cy="2067"/>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defRPr/>
              </a:pPr>
              <a:endParaRPr lang="en-US">
                <a:solidFill>
                  <a:srgbClr val="FFFFFF"/>
                </a:solidFill>
                <a:latin typeface="Century Gothic" panose="020B0502020202020204" pitchFamily="34" charset="0"/>
                <a:cs typeface="Century Gothic" panose="020B0502020202020204" pitchFamily="34" charset="0"/>
              </a:endParaRPr>
            </a:p>
          </p:txBody>
        </p:sp>
        <p:grpSp>
          <p:nvGrpSpPr>
            <p:cNvPr id="194" name="Group 193">
              <a:extLst>
                <a:ext uri="{FF2B5EF4-FFF2-40B4-BE49-F238E27FC236}">
                  <a16:creationId xmlns:a16="http://schemas.microsoft.com/office/drawing/2014/main" id="{524BEF7F-6EF4-3D91-0796-8DF6EC4C1353}"/>
                </a:ext>
              </a:extLst>
            </p:cNvPr>
            <p:cNvGrpSpPr/>
            <p:nvPr/>
          </p:nvGrpSpPr>
          <p:grpSpPr>
            <a:xfrm>
              <a:off x="947" y="7021"/>
              <a:ext cx="8895" cy="1830"/>
              <a:chOff x="891" y="6953"/>
              <a:chExt cx="8895" cy="1830"/>
            </a:xfrm>
          </p:grpSpPr>
          <p:sp>
            <p:nvSpPr>
              <p:cNvPr id="174" name="Rectangle 85">
                <a:extLst>
                  <a:ext uri="{FF2B5EF4-FFF2-40B4-BE49-F238E27FC236}">
                    <a16:creationId xmlns:a16="http://schemas.microsoft.com/office/drawing/2014/main" id="{915D87EC-F317-9EA6-10A6-D2EEF017D84A}"/>
                  </a:ext>
                </a:extLst>
              </p:cNvPr>
              <p:cNvSpPr/>
              <p:nvPr/>
            </p:nvSpPr>
            <p:spPr>
              <a:xfrm>
                <a:off x="5995" y="8319"/>
                <a:ext cx="3791" cy="429"/>
              </a:xfrm>
              <a:prstGeom prst="rect">
                <a:avLst/>
              </a:prstGeom>
            </p:spPr>
            <p:txBody>
              <a:bodyPr wrap="square" anchor="ctr">
                <a:spAutoFit/>
              </a:bodyPr>
              <a:lstStyle/>
              <a:p>
                <a:pPr algn="r" defTabSz="914377">
                  <a:lnSpc>
                    <a:spcPct val="150000"/>
                  </a:lnSpc>
                  <a:defRPr/>
                </a:pPr>
                <a:r>
                  <a:rPr lang="en-US" sz="900" b="1">
                    <a:solidFill>
                      <a:srgbClr val="008567"/>
                    </a:solidFill>
                    <a:latin typeface="Century Gothic" panose="020B0502020202020204" pitchFamily="34" charset="0"/>
                    <a:cs typeface="Century Gothic" panose="020B0502020202020204" pitchFamily="34" charset="0"/>
                  </a:rPr>
                  <a:t>AI TALENT TRANSFORMATION</a:t>
                </a:r>
              </a:p>
            </p:txBody>
          </p:sp>
          <p:sp>
            <p:nvSpPr>
              <p:cNvPr id="186" name="TextBox 4">
                <a:extLst>
                  <a:ext uri="{FF2B5EF4-FFF2-40B4-BE49-F238E27FC236}">
                    <a16:creationId xmlns:a16="http://schemas.microsoft.com/office/drawing/2014/main" id="{75D305FF-E6BC-8894-C6F6-B985314CF15C}"/>
                  </a:ext>
                </a:extLst>
              </p:cNvPr>
              <p:cNvSpPr txBox="1"/>
              <p:nvPr/>
            </p:nvSpPr>
            <p:spPr>
              <a:xfrm>
                <a:off x="891" y="8421"/>
                <a:ext cx="1662" cy="362"/>
              </a:xfrm>
              <a:prstGeom prst="rect">
                <a:avLst/>
              </a:prstGeom>
              <a:noFill/>
            </p:spPr>
            <p:txBody>
              <a:bodyPr wrap="square">
                <a:spAutoFit/>
              </a:bodyPr>
              <a:lstStyle/>
              <a:p>
                <a:pPr defTabSz="914377">
                  <a:defRPr/>
                </a:pPr>
                <a:r>
                  <a:rPr lang="en-US" sz="900" b="1">
                    <a:latin typeface="Century Gothic" panose="020B0502020202020204" pitchFamily="34" charset="0"/>
                    <a:cs typeface="Century Gothic" panose="020B0502020202020204" pitchFamily="34" charset="0"/>
                  </a:rPr>
                  <a:t>CAPABILITIES</a:t>
                </a:r>
              </a:p>
            </p:txBody>
          </p:sp>
          <p:grpSp>
            <p:nvGrpSpPr>
              <p:cNvPr id="193" name="Group 192">
                <a:extLst>
                  <a:ext uri="{FF2B5EF4-FFF2-40B4-BE49-F238E27FC236}">
                    <a16:creationId xmlns:a16="http://schemas.microsoft.com/office/drawing/2014/main" id="{7C3D2E8C-9DDA-51EF-E475-CCBA30296AFE}"/>
                  </a:ext>
                </a:extLst>
              </p:cNvPr>
              <p:cNvGrpSpPr/>
              <p:nvPr/>
            </p:nvGrpSpPr>
            <p:grpSpPr>
              <a:xfrm>
                <a:off x="936" y="6953"/>
                <a:ext cx="8809" cy="1496"/>
                <a:chOff x="936" y="7051"/>
                <a:chExt cx="8809" cy="1496"/>
              </a:xfrm>
            </p:grpSpPr>
            <p:grpSp>
              <p:nvGrpSpPr>
                <p:cNvPr id="187" name="Group 186">
                  <a:extLst>
                    <a:ext uri="{FF2B5EF4-FFF2-40B4-BE49-F238E27FC236}">
                      <a16:creationId xmlns:a16="http://schemas.microsoft.com/office/drawing/2014/main" id="{2BE598FC-CFE8-E12F-92EE-C4588BA1C520}"/>
                    </a:ext>
                  </a:extLst>
                </p:cNvPr>
                <p:cNvGrpSpPr/>
                <p:nvPr/>
              </p:nvGrpSpPr>
              <p:grpSpPr>
                <a:xfrm>
                  <a:off x="2724" y="7051"/>
                  <a:ext cx="7021" cy="1496"/>
                  <a:chOff x="12762" y="2710"/>
                  <a:chExt cx="7021" cy="1496"/>
                </a:xfrm>
              </p:grpSpPr>
              <p:sp>
                <p:nvSpPr>
                  <p:cNvPr id="166" name="Rectangle 80">
                    <a:extLst>
                      <a:ext uri="{FF2B5EF4-FFF2-40B4-BE49-F238E27FC236}">
                        <a16:creationId xmlns:a16="http://schemas.microsoft.com/office/drawing/2014/main" id="{C52EB9B7-A480-175F-7A94-22B40D69E792}"/>
                      </a:ext>
                    </a:extLst>
                  </p:cNvPr>
                  <p:cNvSpPr/>
                  <p:nvPr/>
                </p:nvSpPr>
                <p:spPr>
                  <a:xfrm>
                    <a:off x="12831" y="3545"/>
                    <a:ext cx="2124" cy="532"/>
                  </a:xfrm>
                  <a:prstGeom prst="rect">
                    <a:avLst/>
                  </a:prstGeom>
                </p:spPr>
                <p:txBody>
                  <a:bodyPr wrap="square" anchor="ctr">
                    <a:spAutoFit/>
                  </a:bodyPr>
                  <a:lstStyle/>
                  <a:p>
                    <a:pPr algn="ctr" defTabSz="914377">
                      <a:defRPr/>
                    </a:pPr>
                    <a:r>
                      <a:rPr lang="en-US" sz="800" b="1">
                        <a:latin typeface="Century Gothic" panose="020B0502020202020204" pitchFamily="34" charset="0"/>
                        <a:cs typeface="Century Gothic" panose="020B0502020202020204" pitchFamily="34" charset="0"/>
                      </a:rPr>
                      <a:t>GenAI Validation and Hardening</a:t>
                    </a:r>
                  </a:p>
                </p:txBody>
              </p:sp>
              <p:sp>
                <p:nvSpPr>
                  <p:cNvPr id="168" name="Rectangle 81">
                    <a:extLst>
                      <a:ext uri="{FF2B5EF4-FFF2-40B4-BE49-F238E27FC236}">
                        <a16:creationId xmlns:a16="http://schemas.microsoft.com/office/drawing/2014/main" id="{1338CD8D-AB6B-189E-6FD7-78A848BA4E65}"/>
                      </a:ext>
                    </a:extLst>
                  </p:cNvPr>
                  <p:cNvSpPr/>
                  <p:nvPr/>
                </p:nvSpPr>
                <p:spPr>
                  <a:xfrm>
                    <a:off x="15147" y="2788"/>
                    <a:ext cx="1641" cy="532"/>
                  </a:xfrm>
                  <a:prstGeom prst="rect">
                    <a:avLst/>
                  </a:prstGeom>
                </p:spPr>
                <p:txBody>
                  <a:bodyPr wrap="square" anchor="ctr">
                    <a:spAutoFit/>
                  </a:bodyPr>
                  <a:lstStyle/>
                  <a:p>
                    <a:pPr algn="ctr" defTabSz="914377">
                      <a:defRPr/>
                    </a:pPr>
                    <a:r>
                      <a:rPr lang="en-US" sz="800" b="1">
                        <a:latin typeface="Century Gothic" panose="020B0502020202020204" pitchFamily="34" charset="0"/>
                        <a:cs typeface="Century Gothic" panose="020B0502020202020204" pitchFamily="34" charset="0"/>
                      </a:rPr>
                      <a:t>Contact Center Transformation</a:t>
                    </a:r>
                  </a:p>
                </p:txBody>
              </p:sp>
              <p:sp>
                <p:nvSpPr>
                  <p:cNvPr id="170" name="Rectangle 82">
                    <a:extLst>
                      <a:ext uri="{FF2B5EF4-FFF2-40B4-BE49-F238E27FC236}">
                        <a16:creationId xmlns:a16="http://schemas.microsoft.com/office/drawing/2014/main" id="{EBCE016C-AE08-BD27-6D33-BBF013EAECF6}"/>
                      </a:ext>
                    </a:extLst>
                  </p:cNvPr>
                  <p:cNvSpPr/>
                  <p:nvPr/>
                </p:nvSpPr>
                <p:spPr>
                  <a:xfrm>
                    <a:off x="15222" y="3481"/>
                    <a:ext cx="1490" cy="725"/>
                  </a:xfrm>
                  <a:prstGeom prst="rect">
                    <a:avLst/>
                  </a:prstGeom>
                </p:spPr>
                <p:txBody>
                  <a:bodyPr wrap="square" anchor="ctr">
                    <a:spAutoFit/>
                  </a:bodyPr>
                  <a:lstStyle/>
                  <a:p>
                    <a:pPr algn="ctr" defTabSz="914377">
                      <a:defRPr/>
                    </a:pPr>
                    <a:r>
                      <a:rPr lang="en-US" sz="800" b="1">
                        <a:latin typeface="Century Gothic" panose="020B0502020202020204" pitchFamily="34" charset="0"/>
                        <a:cs typeface="Century Gothic" panose="020B0502020202020204" pitchFamily="34" charset="0"/>
                      </a:rPr>
                      <a:t>Knowledge / Information Management</a:t>
                    </a:r>
                  </a:p>
                </p:txBody>
              </p:sp>
              <p:sp>
                <p:nvSpPr>
                  <p:cNvPr id="172" name="Rectangle 83">
                    <a:extLst>
                      <a:ext uri="{FF2B5EF4-FFF2-40B4-BE49-F238E27FC236}">
                        <a16:creationId xmlns:a16="http://schemas.microsoft.com/office/drawing/2014/main" id="{7A3DEF0A-FBFC-41E6-0653-CC1C0B791281}"/>
                      </a:ext>
                    </a:extLst>
                  </p:cNvPr>
                  <p:cNvSpPr/>
                  <p:nvPr/>
                </p:nvSpPr>
                <p:spPr>
                  <a:xfrm>
                    <a:off x="17190" y="2795"/>
                    <a:ext cx="2564" cy="532"/>
                  </a:xfrm>
                  <a:prstGeom prst="rect">
                    <a:avLst/>
                  </a:prstGeom>
                </p:spPr>
                <p:txBody>
                  <a:bodyPr wrap="square" anchor="ctr">
                    <a:spAutoFit/>
                  </a:bodyPr>
                  <a:lstStyle/>
                  <a:p>
                    <a:pPr algn="ctr" defTabSz="914377">
                      <a:defRPr/>
                    </a:pPr>
                    <a:r>
                      <a:rPr lang="en-US" sz="800" b="1">
                        <a:latin typeface="Century Gothic" panose="020B0502020202020204" pitchFamily="34" charset="0"/>
                        <a:cs typeface="Century Gothic" panose="020B0502020202020204" pitchFamily="34" charset="0"/>
                      </a:rPr>
                      <a:t>Intelligent Document Processing</a:t>
                    </a:r>
                  </a:p>
                </p:txBody>
              </p:sp>
              <p:sp>
                <p:nvSpPr>
                  <p:cNvPr id="173" name="Rectangle 84">
                    <a:extLst>
                      <a:ext uri="{FF2B5EF4-FFF2-40B4-BE49-F238E27FC236}">
                        <a16:creationId xmlns:a16="http://schemas.microsoft.com/office/drawing/2014/main" id="{9F7ECE9B-8151-C2A9-BCBD-871705B3BA05}"/>
                      </a:ext>
                    </a:extLst>
                  </p:cNvPr>
                  <p:cNvSpPr/>
                  <p:nvPr/>
                </p:nvSpPr>
                <p:spPr>
                  <a:xfrm>
                    <a:off x="17516" y="3549"/>
                    <a:ext cx="1912" cy="532"/>
                  </a:xfrm>
                  <a:prstGeom prst="rect">
                    <a:avLst/>
                  </a:prstGeom>
                </p:spPr>
                <p:txBody>
                  <a:bodyPr wrap="square" anchor="ctr">
                    <a:spAutoFit/>
                  </a:bodyPr>
                  <a:lstStyle/>
                  <a:p>
                    <a:pPr algn="ctr" defTabSz="914377">
                      <a:defRPr/>
                    </a:pPr>
                    <a:r>
                      <a:rPr lang="en-US" sz="800" b="1">
                        <a:latin typeface="Century Gothic" panose="020B0502020202020204" pitchFamily="34" charset="0"/>
                        <a:cs typeface="Century Gothic" panose="020B0502020202020204" pitchFamily="34" charset="0"/>
                      </a:rPr>
                      <a:t>Business Process Agent-</a:t>
                    </a:r>
                    <a:r>
                      <a:rPr lang="en-US" sz="800" b="1" err="1">
                        <a:latin typeface="Century Gothic" panose="020B0502020202020204" pitchFamily="34" charset="0"/>
                        <a:cs typeface="Century Gothic" panose="020B0502020202020204" pitchFamily="34" charset="0"/>
                      </a:rPr>
                      <a:t>i</a:t>
                    </a:r>
                    <a:r>
                      <a:rPr lang="en-US" sz="800" b="1">
                        <a:latin typeface="Century Gothic" panose="020B0502020202020204" pitchFamily="34" charset="0"/>
                        <a:cs typeface="Century Gothic" panose="020B0502020202020204" pitchFamily="34" charset="0"/>
                      </a:rPr>
                      <a:t>-</a:t>
                    </a:r>
                    <a:r>
                      <a:rPr lang="en-US" sz="800" b="1" err="1">
                        <a:latin typeface="Century Gothic" panose="020B0502020202020204" pitchFamily="34" charset="0"/>
                        <a:cs typeface="Century Gothic" panose="020B0502020202020204" pitchFamily="34" charset="0"/>
                      </a:rPr>
                      <a:t>fication</a:t>
                    </a:r>
                    <a:endParaRPr lang="en-US" sz="800" b="1">
                      <a:latin typeface="Century Gothic" panose="020B0502020202020204" pitchFamily="34" charset="0"/>
                      <a:cs typeface="Century Gothic" panose="020B0502020202020204" pitchFamily="34" charset="0"/>
                    </a:endParaRPr>
                  </a:p>
                </p:txBody>
              </p:sp>
              <p:grpSp>
                <p:nvGrpSpPr>
                  <p:cNvPr id="175" name="Group 174">
                    <a:extLst>
                      <a:ext uri="{FF2B5EF4-FFF2-40B4-BE49-F238E27FC236}">
                        <a16:creationId xmlns:a16="http://schemas.microsoft.com/office/drawing/2014/main" id="{491249CF-EBDB-F802-E528-BC271586D28F}"/>
                      </a:ext>
                    </a:extLst>
                  </p:cNvPr>
                  <p:cNvGrpSpPr/>
                  <p:nvPr/>
                </p:nvGrpSpPr>
                <p:grpSpPr>
                  <a:xfrm>
                    <a:off x="14950" y="2710"/>
                    <a:ext cx="2215" cy="738"/>
                    <a:chOff x="3745887" y="3880447"/>
                    <a:chExt cx="1406007" cy="438286"/>
                  </a:xfrm>
                </p:grpSpPr>
                <p:cxnSp>
                  <p:nvCxnSpPr>
                    <p:cNvPr id="176" name="Straight Connector 175">
                      <a:extLst>
                        <a:ext uri="{FF2B5EF4-FFF2-40B4-BE49-F238E27FC236}">
                          <a16:creationId xmlns:a16="http://schemas.microsoft.com/office/drawing/2014/main" id="{BCB57AB5-3E13-AE62-D445-1760BEDC466D}"/>
                        </a:ext>
                      </a:extLst>
                    </p:cNvPr>
                    <p:cNvCxnSpPr/>
                    <p:nvPr/>
                  </p:nvCxnSpPr>
                  <p:spPr>
                    <a:xfrm flipV="1">
                      <a:off x="3745887" y="3907171"/>
                      <a:ext cx="0" cy="411562"/>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1297294A-A1A2-B2F7-9997-3834B7AABAA0}"/>
                        </a:ext>
                      </a:extLst>
                    </p:cNvPr>
                    <p:cNvCxnSpPr/>
                    <p:nvPr/>
                  </p:nvCxnSpPr>
                  <p:spPr>
                    <a:xfrm flipV="1">
                      <a:off x="5151894" y="3880447"/>
                      <a:ext cx="0" cy="40978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grpSp>
              <p:grpSp>
                <p:nvGrpSpPr>
                  <p:cNvPr id="178" name="Group 177">
                    <a:extLst>
                      <a:ext uri="{FF2B5EF4-FFF2-40B4-BE49-F238E27FC236}">
                        <a16:creationId xmlns:a16="http://schemas.microsoft.com/office/drawing/2014/main" id="{CEEFDBEB-40F7-6CEB-3F7C-28C29E4C3A0F}"/>
                      </a:ext>
                    </a:extLst>
                  </p:cNvPr>
                  <p:cNvGrpSpPr/>
                  <p:nvPr/>
                </p:nvGrpSpPr>
                <p:grpSpPr>
                  <a:xfrm>
                    <a:off x="14950" y="3352"/>
                    <a:ext cx="2215" cy="704"/>
                    <a:chOff x="3745887" y="3961215"/>
                    <a:chExt cx="1406007" cy="418095"/>
                  </a:xfrm>
                </p:grpSpPr>
                <p:cxnSp>
                  <p:nvCxnSpPr>
                    <p:cNvPr id="179" name="Straight Connector 178">
                      <a:extLst>
                        <a:ext uri="{FF2B5EF4-FFF2-40B4-BE49-F238E27FC236}">
                          <a16:creationId xmlns:a16="http://schemas.microsoft.com/office/drawing/2014/main" id="{1978131F-DEC3-AEC8-5C9D-2733A334A9CC}"/>
                        </a:ext>
                      </a:extLst>
                    </p:cNvPr>
                    <p:cNvCxnSpPr/>
                    <p:nvPr/>
                  </p:nvCxnSpPr>
                  <p:spPr>
                    <a:xfrm flipV="1">
                      <a:off x="3745887" y="3977844"/>
                      <a:ext cx="0" cy="401466"/>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264BAA2A-8BDD-A118-7A79-D7D42F9177D3}"/>
                        </a:ext>
                      </a:extLst>
                    </p:cNvPr>
                    <p:cNvCxnSpPr/>
                    <p:nvPr/>
                  </p:nvCxnSpPr>
                  <p:spPr>
                    <a:xfrm flipV="1">
                      <a:off x="5151894" y="3961215"/>
                      <a:ext cx="0" cy="418095"/>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grpSp>
              <p:cxnSp>
                <p:nvCxnSpPr>
                  <p:cNvPr id="181" name="Straight Connector 180">
                    <a:extLst>
                      <a:ext uri="{FF2B5EF4-FFF2-40B4-BE49-F238E27FC236}">
                        <a16:creationId xmlns:a16="http://schemas.microsoft.com/office/drawing/2014/main" id="{94FC7A28-9501-7491-27AB-CBB2DF8E5A66}"/>
                      </a:ext>
                    </a:extLst>
                  </p:cNvPr>
                  <p:cNvCxnSpPr/>
                  <p:nvPr/>
                </p:nvCxnSpPr>
                <p:spPr>
                  <a:xfrm flipH="1">
                    <a:off x="12762" y="3409"/>
                    <a:ext cx="7021" cy="1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sp>
                <p:nvSpPr>
                  <p:cNvPr id="182" name="TextBox 1">
                    <a:extLst>
                      <a:ext uri="{FF2B5EF4-FFF2-40B4-BE49-F238E27FC236}">
                        <a16:creationId xmlns:a16="http://schemas.microsoft.com/office/drawing/2014/main" id="{5E488CB2-BCD1-34F9-87A3-16D07F27BE10}"/>
                      </a:ext>
                    </a:extLst>
                  </p:cNvPr>
                  <p:cNvSpPr txBox="1"/>
                  <p:nvPr/>
                </p:nvSpPr>
                <p:spPr>
                  <a:xfrm>
                    <a:off x="12971" y="2739"/>
                    <a:ext cx="1852" cy="628"/>
                  </a:xfrm>
                  <a:prstGeom prst="rect">
                    <a:avLst/>
                  </a:prstGeom>
                </p:spPr>
                <p:txBody>
                  <a:bodyPr wrap="square" anchor="ctr">
                    <a:spAutoFit/>
                  </a:bodyPr>
                  <a:lstStyle>
                    <a:defPPr>
                      <a:defRPr lang="en-US"/>
                    </a:defPPr>
                    <a:lvl1pPr algn="ctr">
                      <a:lnSpc>
                        <a:spcPct val="150000"/>
                      </a:lnSpc>
                      <a:defRPr sz="1050" b="1">
                        <a:latin typeface="Avenir Book" panose="02000503020000020003" pitchFamily="2" charset="0"/>
                      </a:defRPr>
                    </a:lvl1pPr>
                  </a:lstStyle>
                  <a:p>
                    <a:pPr defTabSz="914377">
                      <a:defRPr/>
                    </a:pPr>
                    <a:r>
                      <a:rPr lang="en-US" sz="800">
                        <a:latin typeface="Century Gothic" panose="020B0502020202020204" pitchFamily="34" charset="0"/>
                        <a:cs typeface="Century Gothic" panose="020B0502020202020204" pitchFamily="34" charset="0"/>
                      </a:rPr>
                      <a:t>Modern AI </a:t>
                    </a:r>
                  </a:p>
                  <a:p>
                    <a:pPr defTabSz="914377">
                      <a:lnSpc>
                        <a:spcPct val="100000"/>
                      </a:lnSpc>
                      <a:defRPr/>
                    </a:pPr>
                    <a:r>
                      <a:rPr lang="en-US" sz="800">
                        <a:latin typeface="Century Gothic" panose="020B0502020202020204" pitchFamily="34" charset="0"/>
                        <a:cs typeface="Century Gothic" panose="020B0502020202020204" pitchFamily="34" charset="0"/>
                      </a:rPr>
                      <a:t>Operationalization</a:t>
                    </a:r>
                    <a:endParaRPr lang="en-AU" sz="800">
                      <a:latin typeface="Century Gothic" panose="020B0502020202020204" pitchFamily="34" charset="0"/>
                      <a:cs typeface="Century Gothic" panose="020B0502020202020204" pitchFamily="34" charset="0"/>
                    </a:endParaRPr>
                  </a:p>
                </p:txBody>
              </p:sp>
            </p:grpSp>
            <p:grpSp>
              <p:nvGrpSpPr>
                <p:cNvPr id="192" name="Group 191">
                  <a:extLst>
                    <a:ext uri="{FF2B5EF4-FFF2-40B4-BE49-F238E27FC236}">
                      <a16:creationId xmlns:a16="http://schemas.microsoft.com/office/drawing/2014/main" id="{48FAFAAD-D992-8D51-BD02-B8275956C321}"/>
                    </a:ext>
                  </a:extLst>
                </p:cNvPr>
                <p:cNvGrpSpPr/>
                <p:nvPr/>
              </p:nvGrpSpPr>
              <p:grpSpPr>
                <a:xfrm>
                  <a:off x="936" y="7298"/>
                  <a:ext cx="1787" cy="912"/>
                  <a:chOff x="936" y="7202"/>
                  <a:chExt cx="1787" cy="912"/>
                </a:xfrm>
              </p:grpSpPr>
              <p:sp>
                <p:nvSpPr>
                  <p:cNvPr id="190" name="Rounded Rectangle 189">
                    <a:extLst>
                      <a:ext uri="{FF2B5EF4-FFF2-40B4-BE49-F238E27FC236}">
                        <a16:creationId xmlns:a16="http://schemas.microsoft.com/office/drawing/2014/main" id="{8F7FA074-5F40-575F-5A93-0A3B19BC9607}"/>
                      </a:ext>
                    </a:extLst>
                  </p:cNvPr>
                  <p:cNvSpPr/>
                  <p:nvPr/>
                </p:nvSpPr>
                <p:spPr>
                  <a:xfrm>
                    <a:off x="936" y="7202"/>
                    <a:ext cx="1752" cy="912"/>
                  </a:xfrm>
                  <a:prstGeom prst="roundRect">
                    <a:avLst/>
                  </a:prstGeom>
                  <a:solidFill>
                    <a:srgbClr val="C81B7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sz="1400"/>
                  </a:p>
                </p:txBody>
              </p:sp>
              <p:sp>
                <p:nvSpPr>
                  <p:cNvPr id="191" name="Text Box 190">
                    <a:extLst>
                      <a:ext uri="{FF2B5EF4-FFF2-40B4-BE49-F238E27FC236}">
                        <a16:creationId xmlns:a16="http://schemas.microsoft.com/office/drawing/2014/main" id="{FD84BBF7-4037-1622-C7D5-5AC2C39F01BE}"/>
                      </a:ext>
                    </a:extLst>
                  </p:cNvPr>
                  <p:cNvSpPr txBox="1"/>
                  <p:nvPr/>
                </p:nvSpPr>
                <p:spPr>
                  <a:xfrm>
                    <a:off x="936" y="7397"/>
                    <a:ext cx="1787" cy="523"/>
                  </a:xfrm>
                  <a:prstGeom prst="rect">
                    <a:avLst/>
                  </a:prstGeom>
                  <a:noFill/>
                </p:spPr>
                <p:txBody>
                  <a:bodyPr wrap="square" rtlCol="0">
                    <a:noAutofit/>
                  </a:bodyPr>
                  <a:lstStyle/>
                  <a:p>
                    <a:pPr algn="l"/>
                    <a:r>
                      <a:rPr lang="en-US" sz="1200" b="1">
                        <a:solidFill>
                          <a:schemeClr val="bg1"/>
                        </a:solidFill>
                        <a:latin typeface="+mj-lt"/>
                        <a:cs typeface="+mj-lt"/>
                        <a:sym typeface="+mn-ea"/>
                      </a:rPr>
                      <a:t>Business </a:t>
                    </a:r>
                    <a:r>
                      <a:rPr lang="en-US" sz="1200" b="1" baseline="30000">
                        <a:solidFill>
                          <a:schemeClr val="bg1"/>
                        </a:solidFill>
                        <a:latin typeface="+mj-lt"/>
                        <a:cs typeface="+mj-lt"/>
                        <a:sym typeface="+mn-ea"/>
                      </a:rPr>
                      <a:t>AI</a:t>
                    </a:r>
                    <a:r>
                      <a:rPr lang="en-US" sz="1200" b="1">
                        <a:solidFill>
                          <a:schemeClr val="bg1"/>
                        </a:solidFill>
                        <a:latin typeface="+mj-lt"/>
                        <a:cs typeface="+mj-lt"/>
                        <a:sym typeface="+mn-ea"/>
                      </a:rPr>
                      <a:t> </a:t>
                    </a:r>
                    <a:endParaRPr lang="en-US" sz="1200" b="1">
                      <a:solidFill>
                        <a:schemeClr val="bg1"/>
                      </a:solidFill>
                      <a:latin typeface="+mj-lt"/>
                      <a:cs typeface="+mj-lt"/>
                    </a:endParaRPr>
                  </a:p>
                  <a:p>
                    <a:pPr algn="l"/>
                    <a:endParaRPr lang="en-US" sz="1200">
                      <a:latin typeface="+mj-lt"/>
                      <a:cs typeface="+mj-lt"/>
                    </a:endParaRPr>
                  </a:p>
                </p:txBody>
              </p:sp>
            </p:grpSp>
          </p:grpSp>
        </p:grpSp>
      </p:grpSp>
      <p:sp>
        <p:nvSpPr>
          <p:cNvPr id="222" name="Rectangle 73">
            <a:extLst>
              <a:ext uri="{FF2B5EF4-FFF2-40B4-BE49-F238E27FC236}">
                <a16:creationId xmlns:a16="http://schemas.microsoft.com/office/drawing/2014/main" id="{6943EA78-B344-E524-BDD1-6649E4616D9C}"/>
              </a:ext>
            </a:extLst>
          </p:cNvPr>
          <p:cNvSpPr/>
          <p:nvPr/>
        </p:nvSpPr>
        <p:spPr>
          <a:xfrm>
            <a:off x="6206491" y="4392296"/>
            <a:ext cx="5546725" cy="1316355"/>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defRPr/>
            </a:pPr>
            <a:endParaRPr lang="en-US">
              <a:solidFill>
                <a:srgbClr val="FFFFFF"/>
              </a:solidFill>
              <a:latin typeface="Century Gothic" panose="020B0502020202020204" pitchFamily="34" charset="0"/>
              <a:cs typeface="Century Gothic" panose="020B0502020202020204" pitchFamily="34" charset="0"/>
            </a:endParaRPr>
          </a:p>
        </p:txBody>
      </p:sp>
      <p:cxnSp>
        <p:nvCxnSpPr>
          <p:cNvPr id="258" name="Straight Connector 257">
            <a:extLst>
              <a:ext uri="{FF2B5EF4-FFF2-40B4-BE49-F238E27FC236}">
                <a16:creationId xmlns:a16="http://schemas.microsoft.com/office/drawing/2014/main" id="{660319D5-1DA9-2122-9719-0788293FAF87}"/>
              </a:ext>
            </a:extLst>
          </p:cNvPr>
          <p:cNvCxnSpPr/>
          <p:nvPr/>
        </p:nvCxnSpPr>
        <p:spPr>
          <a:xfrm flipH="1">
            <a:off x="6410960" y="4979035"/>
            <a:ext cx="1812291"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59" name="Straight Connector 258">
            <a:extLst>
              <a:ext uri="{FF2B5EF4-FFF2-40B4-BE49-F238E27FC236}">
                <a16:creationId xmlns:a16="http://schemas.microsoft.com/office/drawing/2014/main" id="{1F2D03A2-F9A9-8C15-F9B0-2CE7CA996EDC}"/>
              </a:ext>
            </a:extLst>
          </p:cNvPr>
          <p:cNvCxnSpPr/>
          <p:nvPr/>
        </p:nvCxnSpPr>
        <p:spPr>
          <a:xfrm flipH="1">
            <a:off x="8272145" y="4979035"/>
            <a:ext cx="1645920"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60" name="Straight Connector 259">
            <a:extLst>
              <a:ext uri="{FF2B5EF4-FFF2-40B4-BE49-F238E27FC236}">
                <a16:creationId xmlns:a16="http://schemas.microsoft.com/office/drawing/2014/main" id="{75A81CDD-F597-42FE-C5E5-207DA5E068D2}"/>
              </a:ext>
            </a:extLst>
          </p:cNvPr>
          <p:cNvCxnSpPr/>
          <p:nvPr/>
        </p:nvCxnSpPr>
        <p:spPr>
          <a:xfrm flipH="1">
            <a:off x="9948545" y="4979035"/>
            <a:ext cx="1553211"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grpSp>
        <p:nvGrpSpPr>
          <p:cNvPr id="299" name="Group 298">
            <a:extLst>
              <a:ext uri="{FF2B5EF4-FFF2-40B4-BE49-F238E27FC236}">
                <a16:creationId xmlns:a16="http://schemas.microsoft.com/office/drawing/2014/main" id="{03D4535A-4D50-870A-A8D6-B3E10A597D53}"/>
              </a:ext>
            </a:extLst>
          </p:cNvPr>
          <p:cNvGrpSpPr/>
          <p:nvPr/>
        </p:nvGrpSpPr>
        <p:grpSpPr>
          <a:xfrm>
            <a:off x="6465571" y="4481840"/>
            <a:ext cx="4980940" cy="433706"/>
            <a:chOff x="10182" y="7058"/>
            <a:chExt cx="7844" cy="683"/>
          </a:xfrm>
        </p:grpSpPr>
        <p:cxnSp>
          <p:nvCxnSpPr>
            <p:cNvPr id="256" name="Straight Connector 255">
              <a:extLst>
                <a:ext uri="{FF2B5EF4-FFF2-40B4-BE49-F238E27FC236}">
                  <a16:creationId xmlns:a16="http://schemas.microsoft.com/office/drawing/2014/main" id="{E2E359AD-1106-1FD0-3564-5BE6D68881E0}"/>
                </a:ext>
              </a:extLst>
            </p:cNvPr>
            <p:cNvCxnSpPr/>
            <p:nvPr/>
          </p:nvCxnSpPr>
          <p:spPr>
            <a:xfrm flipV="1">
              <a:off x="15631" y="7058"/>
              <a:ext cx="0" cy="683"/>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57" name="Straight Connector 256">
              <a:extLst>
                <a:ext uri="{FF2B5EF4-FFF2-40B4-BE49-F238E27FC236}">
                  <a16:creationId xmlns:a16="http://schemas.microsoft.com/office/drawing/2014/main" id="{E6EEAB28-7923-CDF1-5CF7-3935473C3BC3}"/>
                </a:ext>
              </a:extLst>
            </p:cNvPr>
            <p:cNvCxnSpPr/>
            <p:nvPr/>
          </p:nvCxnSpPr>
          <p:spPr>
            <a:xfrm flipV="1">
              <a:off x="13013" y="7058"/>
              <a:ext cx="0" cy="683"/>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sp>
          <p:nvSpPr>
            <p:cNvPr id="249" name="Rectangle 48">
              <a:extLst>
                <a:ext uri="{FF2B5EF4-FFF2-40B4-BE49-F238E27FC236}">
                  <a16:creationId xmlns:a16="http://schemas.microsoft.com/office/drawing/2014/main" id="{971CD11C-6B00-39C9-4230-C6681B9ACD66}"/>
                </a:ext>
              </a:extLst>
            </p:cNvPr>
            <p:cNvSpPr/>
            <p:nvPr/>
          </p:nvSpPr>
          <p:spPr>
            <a:xfrm>
              <a:off x="10182" y="7153"/>
              <a:ext cx="1942" cy="494"/>
            </a:xfrm>
            <a:prstGeom prst="rect">
              <a:avLst/>
            </a:prstGeom>
          </p:spPr>
          <p:txBody>
            <a:bodyPr wrap="square" anchor="ctr">
              <a:spAutoFit/>
            </a:bodyPr>
            <a:lstStyle/>
            <a:p>
              <a:pPr defTabSz="914377">
                <a:lnSpc>
                  <a:spcPct val="90000"/>
                </a:lnSpc>
                <a:defRPr/>
              </a:pPr>
              <a:r>
                <a:rPr lang="en-US" altLang="en-US" sz="800" b="1">
                  <a:latin typeface="Century Gothic" panose="020B0502020202020204" pitchFamily="34" charset="0"/>
                  <a:cs typeface="Century Gothic" panose="020B0502020202020204" pitchFamily="34" charset="0"/>
                </a:rPr>
                <a:t>Banking &amp;</a:t>
              </a:r>
            </a:p>
            <a:p>
              <a:pPr defTabSz="914377">
                <a:lnSpc>
                  <a:spcPct val="90000"/>
                </a:lnSpc>
                <a:defRPr/>
              </a:pPr>
              <a:r>
                <a:rPr lang="en-US" altLang="en-US" sz="800" b="1">
                  <a:latin typeface="Century Gothic" panose="020B0502020202020204" pitchFamily="34" charset="0"/>
                  <a:cs typeface="Century Gothic" panose="020B0502020202020204" pitchFamily="34" charset="0"/>
                </a:rPr>
                <a:t>Financial Services</a:t>
              </a:r>
            </a:p>
          </p:txBody>
        </p:sp>
        <p:grpSp>
          <p:nvGrpSpPr>
            <p:cNvPr id="281" name="Group 280">
              <a:extLst>
                <a:ext uri="{FF2B5EF4-FFF2-40B4-BE49-F238E27FC236}">
                  <a16:creationId xmlns:a16="http://schemas.microsoft.com/office/drawing/2014/main" id="{2DE88E55-9424-4E18-24AD-CDC3C35B10EA}"/>
                </a:ext>
              </a:extLst>
            </p:cNvPr>
            <p:cNvGrpSpPr/>
            <p:nvPr/>
          </p:nvGrpSpPr>
          <p:grpSpPr>
            <a:xfrm>
              <a:off x="12105" y="7081"/>
              <a:ext cx="637" cy="637"/>
              <a:chOff x="12554" y="7094"/>
              <a:chExt cx="768" cy="768"/>
            </a:xfrm>
          </p:grpSpPr>
          <p:sp>
            <p:nvSpPr>
              <p:cNvPr id="263" name="Oval 262">
                <a:extLst>
                  <a:ext uri="{FF2B5EF4-FFF2-40B4-BE49-F238E27FC236}">
                    <a16:creationId xmlns:a16="http://schemas.microsoft.com/office/drawing/2014/main" id="{4095CBCF-0E33-FF35-3910-9D6EC26A1260}"/>
                  </a:ext>
                </a:extLst>
              </p:cNvPr>
              <p:cNvSpPr/>
              <p:nvPr/>
            </p:nvSpPr>
            <p:spPr>
              <a:xfrm>
                <a:off x="12554" y="7094"/>
                <a:ext cx="768" cy="768"/>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defRPr/>
                </a:pPr>
                <a:endParaRPr lang="en-US">
                  <a:solidFill>
                    <a:srgbClr val="FFFFFF"/>
                  </a:solidFill>
                  <a:latin typeface="Avenir Next LT Pro" panose="020B0504020202020204"/>
                </a:endParaRPr>
              </a:p>
            </p:txBody>
          </p:sp>
          <p:sp>
            <p:nvSpPr>
              <p:cNvPr id="267" name="Freeform 266">
                <a:extLst>
                  <a:ext uri="{FF2B5EF4-FFF2-40B4-BE49-F238E27FC236}">
                    <a16:creationId xmlns:a16="http://schemas.microsoft.com/office/drawing/2014/main" id="{25386C6E-0A3E-D940-A786-1AC6AD417E84}"/>
                  </a:ext>
                </a:extLst>
              </p:cNvPr>
              <p:cNvSpPr>
                <a:spLocks noEditPoints="1"/>
              </p:cNvSpPr>
              <p:nvPr/>
            </p:nvSpPr>
            <p:spPr bwMode="auto">
              <a:xfrm>
                <a:off x="12706" y="7247"/>
                <a:ext cx="489" cy="435"/>
              </a:xfrm>
              <a:custGeom>
                <a:avLst/>
                <a:gdLst>
                  <a:gd name="T0" fmla="*/ 108 w 160"/>
                  <a:gd name="T1" fmla="*/ 68 h 141"/>
                  <a:gd name="T2" fmla="*/ 108 w 160"/>
                  <a:gd name="T3" fmla="*/ 50 h 141"/>
                  <a:gd name="T4" fmla="*/ 95 w 160"/>
                  <a:gd name="T5" fmla="*/ 25 h 141"/>
                  <a:gd name="T6" fmla="*/ 79 w 160"/>
                  <a:gd name="T7" fmla="*/ 0 h 141"/>
                  <a:gd name="T8" fmla="*/ 67 w 160"/>
                  <a:gd name="T9" fmla="*/ 31 h 141"/>
                  <a:gd name="T10" fmla="*/ 48 w 160"/>
                  <a:gd name="T11" fmla="*/ 57 h 141"/>
                  <a:gd name="T12" fmla="*/ 55 w 160"/>
                  <a:gd name="T13" fmla="*/ 65 h 141"/>
                  <a:gd name="T14" fmla="*/ 72 w 160"/>
                  <a:gd name="T15" fmla="*/ 44 h 141"/>
                  <a:gd name="T16" fmla="*/ 72 w 160"/>
                  <a:gd name="T17" fmla="*/ 27 h 141"/>
                  <a:gd name="T18" fmla="*/ 79 w 160"/>
                  <a:gd name="T19" fmla="*/ 6 h 141"/>
                  <a:gd name="T20" fmla="*/ 89 w 160"/>
                  <a:gd name="T21" fmla="*/ 25 h 141"/>
                  <a:gd name="T22" fmla="*/ 86 w 160"/>
                  <a:gd name="T23" fmla="*/ 41 h 141"/>
                  <a:gd name="T24" fmla="*/ 105 w 160"/>
                  <a:gd name="T25" fmla="*/ 57 h 141"/>
                  <a:gd name="T26" fmla="*/ 135 w 160"/>
                  <a:gd name="T27" fmla="*/ 115 h 141"/>
                  <a:gd name="T28" fmla="*/ 154 w 160"/>
                  <a:gd name="T29" fmla="*/ 130 h 141"/>
                  <a:gd name="T30" fmla="*/ 160 w 160"/>
                  <a:gd name="T31" fmla="*/ 138 h 141"/>
                  <a:gd name="T32" fmla="*/ 141 w 160"/>
                  <a:gd name="T33" fmla="*/ 113 h 141"/>
                  <a:gd name="T34" fmla="*/ 143 w 160"/>
                  <a:gd name="T35" fmla="*/ 87 h 141"/>
                  <a:gd name="T36" fmla="*/ 113 w 160"/>
                  <a:gd name="T37" fmla="*/ 87 h 141"/>
                  <a:gd name="T38" fmla="*/ 116 w 160"/>
                  <a:gd name="T39" fmla="*/ 113 h 141"/>
                  <a:gd name="T40" fmla="*/ 97 w 160"/>
                  <a:gd name="T41" fmla="*/ 138 h 141"/>
                  <a:gd name="T42" fmla="*/ 103 w 160"/>
                  <a:gd name="T43" fmla="*/ 130 h 141"/>
                  <a:gd name="T44" fmla="*/ 122 w 160"/>
                  <a:gd name="T45" fmla="*/ 115 h 141"/>
                  <a:gd name="T46" fmla="*/ 120 w 160"/>
                  <a:gd name="T47" fmla="*/ 99 h 141"/>
                  <a:gd name="T48" fmla="*/ 130 w 160"/>
                  <a:gd name="T49" fmla="*/ 80 h 141"/>
                  <a:gd name="T50" fmla="*/ 136 w 160"/>
                  <a:gd name="T51" fmla="*/ 101 h 141"/>
                  <a:gd name="T52" fmla="*/ 60 w 160"/>
                  <a:gd name="T53" fmla="*/ 141 h 141"/>
                  <a:gd name="T54" fmla="*/ 60 w 160"/>
                  <a:gd name="T55" fmla="*/ 123 h 141"/>
                  <a:gd name="T56" fmla="*/ 47 w 160"/>
                  <a:gd name="T57" fmla="*/ 99 h 141"/>
                  <a:gd name="T58" fmla="*/ 30 w 160"/>
                  <a:gd name="T59" fmla="*/ 74 h 141"/>
                  <a:gd name="T60" fmla="*/ 19 w 160"/>
                  <a:gd name="T61" fmla="*/ 105 h 141"/>
                  <a:gd name="T62" fmla="*/ 0 w 160"/>
                  <a:gd name="T63" fmla="*/ 130 h 141"/>
                  <a:gd name="T64" fmla="*/ 6 w 160"/>
                  <a:gd name="T65" fmla="*/ 138 h 141"/>
                  <a:gd name="T66" fmla="*/ 23 w 160"/>
                  <a:gd name="T67" fmla="*/ 118 h 141"/>
                  <a:gd name="T68" fmla="*/ 24 w 160"/>
                  <a:gd name="T69" fmla="*/ 101 h 141"/>
                  <a:gd name="T70" fmla="*/ 30 w 160"/>
                  <a:gd name="T71" fmla="*/ 80 h 141"/>
                  <a:gd name="T72" fmla="*/ 40 w 160"/>
                  <a:gd name="T73" fmla="*/ 99 h 141"/>
                  <a:gd name="T74" fmla="*/ 38 w 160"/>
                  <a:gd name="T75" fmla="*/ 115 h 141"/>
                  <a:gd name="T76" fmla="*/ 57 w 160"/>
                  <a:gd name="T77" fmla="*/ 130 h 141"/>
                  <a:gd name="T78" fmla="*/ 83 w 160"/>
                  <a:gd name="T79" fmla="*/ 107 h 141"/>
                  <a:gd name="T80" fmla="*/ 84 w 160"/>
                  <a:gd name="T81" fmla="*/ 85 h 141"/>
                  <a:gd name="T82" fmla="*/ 76 w 160"/>
                  <a:gd name="T83" fmla="*/ 75 h 141"/>
                  <a:gd name="T84" fmla="*/ 89 w 160"/>
                  <a:gd name="T85" fmla="*/ 69 h 141"/>
                  <a:gd name="T86" fmla="*/ 80 w 160"/>
                  <a:gd name="T87" fmla="*/ 61 h 141"/>
                  <a:gd name="T88" fmla="*/ 76 w 160"/>
                  <a:gd name="T89" fmla="*/ 69 h 141"/>
                  <a:gd name="T90" fmla="*/ 84 w 160"/>
                  <a:gd name="T91" fmla="*/ 91 h 141"/>
                  <a:gd name="T92" fmla="*/ 71 w 160"/>
                  <a:gd name="T93" fmla="*/ 100 h 141"/>
                  <a:gd name="T94" fmla="*/ 77 w 160"/>
                  <a:gd name="T95" fmla="*/ 107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60" h="141">
                    <a:moveTo>
                      <a:pt x="105" y="57"/>
                    </a:moveTo>
                    <a:cubicBezTo>
                      <a:pt x="105" y="65"/>
                      <a:pt x="105" y="65"/>
                      <a:pt x="105" y="65"/>
                    </a:cubicBezTo>
                    <a:cubicBezTo>
                      <a:pt x="105" y="66"/>
                      <a:pt x="107" y="68"/>
                      <a:pt x="108" y="68"/>
                    </a:cubicBezTo>
                    <a:cubicBezTo>
                      <a:pt x="110" y="68"/>
                      <a:pt x="112" y="66"/>
                      <a:pt x="112" y="65"/>
                    </a:cubicBezTo>
                    <a:cubicBezTo>
                      <a:pt x="112" y="57"/>
                      <a:pt x="112" y="57"/>
                      <a:pt x="112" y="57"/>
                    </a:cubicBezTo>
                    <a:cubicBezTo>
                      <a:pt x="112" y="54"/>
                      <a:pt x="110" y="51"/>
                      <a:pt x="108" y="50"/>
                    </a:cubicBezTo>
                    <a:cubicBezTo>
                      <a:pt x="102" y="45"/>
                      <a:pt x="96" y="41"/>
                      <a:pt x="93" y="39"/>
                    </a:cubicBezTo>
                    <a:cubicBezTo>
                      <a:pt x="93" y="31"/>
                      <a:pt x="93" y="31"/>
                      <a:pt x="93" y="31"/>
                    </a:cubicBezTo>
                    <a:cubicBezTo>
                      <a:pt x="94" y="30"/>
                      <a:pt x="95" y="28"/>
                      <a:pt x="95" y="25"/>
                    </a:cubicBezTo>
                    <a:cubicBezTo>
                      <a:pt x="95" y="14"/>
                      <a:pt x="95" y="14"/>
                      <a:pt x="95" y="14"/>
                    </a:cubicBezTo>
                    <a:cubicBezTo>
                      <a:pt x="95" y="6"/>
                      <a:pt x="89" y="0"/>
                      <a:pt x="81" y="0"/>
                    </a:cubicBezTo>
                    <a:cubicBezTo>
                      <a:pt x="79" y="0"/>
                      <a:pt x="79" y="0"/>
                      <a:pt x="79" y="0"/>
                    </a:cubicBezTo>
                    <a:cubicBezTo>
                      <a:pt x="71" y="0"/>
                      <a:pt x="65" y="6"/>
                      <a:pt x="65" y="14"/>
                    </a:cubicBezTo>
                    <a:cubicBezTo>
                      <a:pt x="65" y="25"/>
                      <a:pt x="65" y="25"/>
                      <a:pt x="65" y="25"/>
                    </a:cubicBezTo>
                    <a:cubicBezTo>
                      <a:pt x="65" y="28"/>
                      <a:pt x="66" y="30"/>
                      <a:pt x="67" y="31"/>
                    </a:cubicBezTo>
                    <a:cubicBezTo>
                      <a:pt x="67" y="39"/>
                      <a:pt x="67" y="39"/>
                      <a:pt x="67" y="39"/>
                    </a:cubicBezTo>
                    <a:cubicBezTo>
                      <a:pt x="64" y="41"/>
                      <a:pt x="58" y="45"/>
                      <a:pt x="52" y="50"/>
                    </a:cubicBezTo>
                    <a:cubicBezTo>
                      <a:pt x="50" y="51"/>
                      <a:pt x="48" y="54"/>
                      <a:pt x="48" y="57"/>
                    </a:cubicBezTo>
                    <a:cubicBezTo>
                      <a:pt x="48" y="65"/>
                      <a:pt x="48" y="65"/>
                      <a:pt x="48" y="65"/>
                    </a:cubicBezTo>
                    <a:cubicBezTo>
                      <a:pt x="48" y="66"/>
                      <a:pt x="50" y="68"/>
                      <a:pt x="52" y="68"/>
                    </a:cubicBezTo>
                    <a:cubicBezTo>
                      <a:pt x="53" y="68"/>
                      <a:pt x="55" y="66"/>
                      <a:pt x="55" y="65"/>
                    </a:cubicBezTo>
                    <a:cubicBezTo>
                      <a:pt x="55" y="57"/>
                      <a:pt x="55" y="57"/>
                      <a:pt x="55" y="57"/>
                    </a:cubicBezTo>
                    <a:cubicBezTo>
                      <a:pt x="55" y="56"/>
                      <a:pt x="55" y="55"/>
                      <a:pt x="56" y="55"/>
                    </a:cubicBezTo>
                    <a:cubicBezTo>
                      <a:pt x="63" y="49"/>
                      <a:pt x="70" y="45"/>
                      <a:pt x="72" y="44"/>
                    </a:cubicBezTo>
                    <a:cubicBezTo>
                      <a:pt x="73" y="44"/>
                      <a:pt x="74" y="42"/>
                      <a:pt x="74" y="41"/>
                    </a:cubicBezTo>
                    <a:cubicBezTo>
                      <a:pt x="74" y="30"/>
                      <a:pt x="74" y="30"/>
                      <a:pt x="74" y="30"/>
                    </a:cubicBezTo>
                    <a:cubicBezTo>
                      <a:pt x="74" y="29"/>
                      <a:pt x="73" y="28"/>
                      <a:pt x="72" y="27"/>
                    </a:cubicBezTo>
                    <a:cubicBezTo>
                      <a:pt x="72" y="27"/>
                      <a:pt x="71" y="26"/>
                      <a:pt x="71" y="25"/>
                    </a:cubicBezTo>
                    <a:cubicBezTo>
                      <a:pt x="71" y="14"/>
                      <a:pt x="71" y="14"/>
                      <a:pt x="71" y="14"/>
                    </a:cubicBezTo>
                    <a:cubicBezTo>
                      <a:pt x="71" y="10"/>
                      <a:pt x="75" y="6"/>
                      <a:pt x="79" y="6"/>
                    </a:cubicBezTo>
                    <a:cubicBezTo>
                      <a:pt x="81" y="6"/>
                      <a:pt x="81" y="6"/>
                      <a:pt x="81" y="6"/>
                    </a:cubicBezTo>
                    <a:cubicBezTo>
                      <a:pt x="85" y="6"/>
                      <a:pt x="89" y="10"/>
                      <a:pt x="89" y="14"/>
                    </a:cubicBezTo>
                    <a:cubicBezTo>
                      <a:pt x="89" y="25"/>
                      <a:pt x="89" y="25"/>
                      <a:pt x="89" y="25"/>
                    </a:cubicBezTo>
                    <a:cubicBezTo>
                      <a:pt x="89" y="26"/>
                      <a:pt x="88" y="27"/>
                      <a:pt x="88" y="27"/>
                    </a:cubicBezTo>
                    <a:cubicBezTo>
                      <a:pt x="87" y="28"/>
                      <a:pt x="86" y="29"/>
                      <a:pt x="86" y="30"/>
                    </a:cubicBezTo>
                    <a:cubicBezTo>
                      <a:pt x="86" y="41"/>
                      <a:pt x="86" y="41"/>
                      <a:pt x="86" y="41"/>
                    </a:cubicBezTo>
                    <a:cubicBezTo>
                      <a:pt x="86" y="42"/>
                      <a:pt x="87" y="44"/>
                      <a:pt x="88" y="44"/>
                    </a:cubicBezTo>
                    <a:cubicBezTo>
                      <a:pt x="90" y="45"/>
                      <a:pt x="97" y="49"/>
                      <a:pt x="104" y="55"/>
                    </a:cubicBezTo>
                    <a:cubicBezTo>
                      <a:pt x="105" y="55"/>
                      <a:pt x="105" y="56"/>
                      <a:pt x="105" y="57"/>
                    </a:cubicBezTo>
                    <a:close/>
                    <a:moveTo>
                      <a:pt x="136" y="101"/>
                    </a:moveTo>
                    <a:cubicBezTo>
                      <a:pt x="135" y="101"/>
                      <a:pt x="135" y="102"/>
                      <a:pt x="135" y="103"/>
                    </a:cubicBezTo>
                    <a:cubicBezTo>
                      <a:pt x="135" y="115"/>
                      <a:pt x="135" y="115"/>
                      <a:pt x="135" y="115"/>
                    </a:cubicBezTo>
                    <a:cubicBezTo>
                      <a:pt x="135" y="116"/>
                      <a:pt x="135" y="117"/>
                      <a:pt x="137" y="118"/>
                    </a:cubicBezTo>
                    <a:cubicBezTo>
                      <a:pt x="138" y="119"/>
                      <a:pt x="146" y="123"/>
                      <a:pt x="153" y="128"/>
                    </a:cubicBezTo>
                    <a:cubicBezTo>
                      <a:pt x="153" y="129"/>
                      <a:pt x="154" y="129"/>
                      <a:pt x="154" y="130"/>
                    </a:cubicBezTo>
                    <a:cubicBezTo>
                      <a:pt x="154" y="138"/>
                      <a:pt x="154" y="138"/>
                      <a:pt x="154" y="138"/>
                    </a:cubicBezTo>
                    <a:cubicBezTo>
                      <a:pt x="154" y="140"/>
                      <a:pt x="155" y="141"/>
                      <a:pt x="157" y="141"/>
                    </a:cubicBezTo>
                    <a:cubicBezTo>
                      <a:pt x="159" y="141"/>
                      <a:pt x="160" y="140"/>
                      <a:pt x="160" y="138"/>
                    </a:cubicBezTo>
                    <a:cubicBezTo>
                      <a:pt x="160" y="130"/>
                      <a:pt x="160" y="130"/>
                      <a:pt x="160" y="130"/>
                    </a:cubicBezTo>
                    <a:cubicBezTo>
                      <a:pt x="160" y="128"/>
                      <a:pt x="159" y="125"/>
                      <a:pt x="157" y="123"/>
                    </a:cubicBezTo>
                    <a:cubicBezTo>
                      <a:pt x="151" y="118"/>
                      <a:pt x="144" y="115"/>
                      <a:pt x="141" y="113"/>
                    </a:cubicBezTo>
                    <a:cubicBezTo>
                      <a:pt x="141" y="105"/>
                      <a:pt x="141" y="105"/>
                      <a:pt x="141" y="105"/>
                    </a:cubicBezTo>
                    <a:cubicBezTo>
                      <a:pt x="143" y="103"/>
                      <a:pt x="143" y="101"/>
                      <a:pt x="143" y="99"/>
                    </a:cubicBezTo>
                    <a:cubicBezTo>
                      <a:pt x="143" y="87"/>
                      <a:pt x="143" y="87"/>
                      <a:pt x="143" y="87"/>
                    </a:cubicBezTo>
                    <a:cubicBezTo>
                      <a:pt x="143" y="80"/>
                      <a:pt x="137" y="74"/>
                      <a:pt x="130" y="74"/>
                    </a:cubicBezTo>
                    <a:cubicBezTo>
                      <a:pt x="127" y="74"/>
                      <a:pt x="127" y="74"/>
                      <a:pt x="127" y="74"/>
                    </a:cubicBezTo>
                    <a:cubicBezTo>
                      <a:pt x="120" y="74"/>
                      <a:pt x="113" y="80"/>
                      <a:pt x="113" y="87"/>
                    </a:cubicBezTo>
                    <a:cubicBezTo>
                      <a:pt x="113" y="99"/>
                      <a:pt x="113" y="99"/>
                      <a:pt x="113" y="99"/>
                    </a:cubicBezTo>
                    <a:cubicBezTo>
                      <a:pt x="113" y="101"/>
                      <a:pt x="114" y="103"/>
                      <a:pt x="116" y="105"/>
                    </a:cubicBezTo>
                    <a:cubicBezTo>
                      <a:pt x="116" y="113"/>
                      <a:pt x="116" y="113"/>
                      <a:pt x="116" y="113"/>
                    </a:cubicBezTo>
                    <a:cubicBezTo>
                      <a:pt x="113" y="115"/>
                      <a:pt x="106" y="118"/>
                      <a:pt x="100" y="123"/>
                    </a:cubicBezTo>
                    <a:cubicBezTo>
                      <a:pt x="98" y="125"/>
                      <a:pt x="97" y="128"/>
                      <a:pt x="97" y="130"/>
                    </a:cubicBezTo>
                    <a:cubicBezTo>
                      <a:pt x="97" y="138"/>
                      <a:pt x="97" y="138"/>
                      <a:pt x="97" y="138"/>
                    </a:cubicBezTo>
                    <a:cubicBezTo>
                      <a:pt x="97" y="140"/>
                      <a:pt x="98" y="141"/>
                      <a:pt x="100" y="141"/>
                    </a:cubicBezTo>
                    <a:cubicBezTo>
                      <a:pt x="102" y="141"/>
                      <a:pt x="103" y="140"/>
                      <a:pt x="103" y="138"/>
                    </a:cubicBezTo>
                    <a:cubicBezTo>
                      <a:pt x="103" y="130"/>
                      <a:pt x="103" y="130"/>
                      <a:pt x="103" y="130"/>
                    </a:cubicBezTo>
                    <a:cubicBezTo>
                      <a:pt x="103" y="129"/>
                      <a:pt x="104" y="129"/>
                      <a:pt x="104" y="128"/>
                    </a:cubicBezTo>
                    <a:cubicBezTo>
                      <a:pt x="111" y="123"/>
                      <a:pt x="119" y="119"/>
                      <a:pt x="120" y="118"/>
                    </a:cubicBezTo>
                    <a:cubicBezTo>
                      <a:pt x="121" y="117"/>
                      <a:pt x="122" y="116"/>
                      <a:pt x="122" y="115"/>
                    </a:cubicBezTo>
                    <a:cubicBezTo>
                      <a:pt x="122" y="103"/>
                      <a:pt x="122" y="103"/>
                      <a:pt x="122" y="103"/>
                    </a:cubicBezTo>
                    <a:cubicBezTo>
                      <a:pt x="122" y="102"/>
                      <a:pt x="122" y="101"/>
                      <a:pt x="121" y="101"/>
                    </a:cubicBezTo>
                    <a:cubicBezTo>
                      <a:pt x="120" y="100"/>
                      <a:pt x="120" y="100"/>
                      <a:pt x="120" y="99"/>
                    </a:cubicBezTo>
                    <a:cubicBezTo>
                      <a:pt x="120" y="87"/>
                      <a:pt x="120" y="87"/>
                      <a:pt x="120" y="87"/>
                    </a:cubicBezTo>
                    <a:cubicBezTo>
                      <a:pt x="120" y="83"/>
                      <a:pt x="123" y="80"/>
                      <a:pt x="127" y="80"/>
                    </a:cubicBezTo>
                    <a:cubicBezTo>
                      <a:pt x="130" y="80"/>
                      <a:pt x="130" y="80"/>
                      <a:pt x="130" y="80"/>
                    </a:cubicBezTo>
                    <a:cubicBezTo>
                      <a:pt x="134" y="80"/>
                      <a:pt x="137" y="83"/>
                      <a:pt x="137" y="87"/>
                    </a:cubicBezTo>
                    <a:cubicBezTo>
                      <a:pt x="137" y="99"/>
                      <a:pt x="137" y="99"/>
                      <a:pt x="137" y="99"/>
                    </a:cubicBezTo>
                    <a:cubicBezTo>
                      <a:pt x="137" y="100"/>
                      <a:pt x="137" y="100"/>
                      <a:pt x="136" y="101"/>
                    </a:cubicBezTo>
                    <a:close/>
                    <a:moveTo>
                      <a:pt x="57" y="130"/>
                    </a:moveTo>
                    <a:cubicBezTo>
                      <a:pt x="57" y="138"/>
                      <a:pt x="57" y="138"/>
                      <a:pt x="57" y="138"/>
                    </a:cubicBezTo>
                    <a:cubicBezTo>
                      <a:pt x="57" y="140"/>
                      <a:pt x="58" y="141"/>
                      <a:pt x="60" y="141"/>
                    </a:cubicBezTo>
                    <a:cubicBezTo>
                      <a:pt x="62" y="141"/>
                      <a:pt x="63" y="140"/>
                      <a:pt x="63" y="138"/>
                    </a:cubicBezTo>
                    <a:cubicBezTo>
                      <a:pt x="63" y="130"/>
                      <a:pt x="63" y="130"/>
                      <a:pt x="63" y="130"/>
                    </a:cubicBezTo>
                    <a:cubicBezTo>
                      <a:pt x="63" y="128"/>
                      <a:pt x="62" y="125"/>
                      <a:pt x="60" y="123"/>
                    </a:cubicBezTo>
                    <a:cubicBezTo>
                      <a:pt x="54" y="118"/>
                      <a:pt x="47" y="115"/>
                      <a:pt x="44" y="113"/>
                    </a:cubicBezTo>
                    <a:cubicBezTo>
                      <a:pt x="44" y="105"/>
                      <a:pt x="44" y="105"/>
                      <a:pt x="44" y="105"/>
                    </a:cubicBezTo>
                    <a:cubicBezTo>
                      <a:pt x="46" y="103"/>
                      <a:pt x="47" y="101"/>
                      <a:pt x="47" y="99"/>
                    </a:cubicBezTo>
                    <a:cubicBezTo>
                      <a:pt x="47" y="87"/>
                      <a:pt x="47" y="87"/>
                      <a:pt x="47" y="87"/>
                    </a:cubicBezTo>
                    <a:cubicBezTo>
                      <a:pt x="47" y="80"/>
                      <a:pt x="40" y="74"/>
                      <a:pt x="33" y="74"/>
                    </a:cubicBezTo>
                    <a:cubicBezTo>
                      <a:pt x="30" y="74"/>
                      <a:pt x="30" y="74"/>
                      <a:pt x="30" y="74"/>
                    </a:cubicBezTo>
                    <a:cubicBezTo>
                      <a:pt x="23" y="74"/>
                      <a:pt x="17" y="80"/>
                      <a:pt x="17" y="87"/>
                    </a:cubicBezTo>
                    <a:cubicBezTo>
                      <a:pt x="17" y="99"/>
                      <a:pt x="17" y="99"/>
                      <a:pt x="17" y="99"/>
                    </a:cubicBezTo>
                    <a:cubicBezTo>
                      <a:pt x="17" y="101"/>
                      <a:pt x="17" y="103"/>
                      <a:pt x="19" y="105"/>
                    </a:cubicBezTo>
                    <a:cubicBezTo>
                      <a:pt x="19" y="113"/>
                      <a:pt x="19" y="113"/>
                      <a:pt x="19" y="113"/>
                    </a:cubicBezTo>
                    <a:cubicBezTo>
                      <a:pt x="16" y="115"/>
                      <a:pt x="9" y="118"/>
                      <a:pt x="3" y="123"/>
                    </a:cubicBezTo>
                    <a:cubicBezTo>
                      <a:pt x="1" y="125"/>
                      <a:pt x="0" y="128"/>
                      <a:pt x="0" y="130"/>
                    </a:cubicBezTo>
                    <a:cubicBezTo>
                      <a:pt x="0" y="138"/>
                      <a:pt x="0" y="138"/>
                      <a:pt x="0" y="138"/>
                    </a:cubicBezTo>
                    <a:cubicBezTo>
                      <a:pt x="0" y="140"/>
                      <a:pt x="1" y="141"/>
                      <a:pt x="3" y="141"/>
                    </a:cubicBezTo>
                    <a:cubicBezTo>
                      <a:pt x="5" y="141"/>
                      <a:pt x="6" y="140"/>
                      <a:pt x="6" y="138"/>
                    </a:cubicBezTo>
                    <a:cubicBezTo>
                      <a:pt x="6" y="130"/>
                      <a:pt x="6" y="130"/>
                      <a:pt x="6" y="130"/>
                    </a:cubicBezTo>
                    <a:cubicBezTo>
                      <a:pt x="6" y="130"/>
                      <a:pt x="7" y="129"/>
                      <a:pt x="7" y="128"/>
                    </a:cubicBezTo>
                    <a:cubicBezTo>
                      <a:pt x="14" y="123"/>
                      <a:pt x="22" y="119"/>
                      <a:pt x="23" y="118"/>
                    </a:cubicBezTo>
                    <a:cubicBezTo>
                      <a:pt x="25" y="118"/>
                      <a:pt x="25" y="116"/>
                      <a:pt x="25" y="115"/>
                    </a:cubicBezTo>
                    <a:cubicBezTo>
                      <a:pt x="25" y="104"/>
                      <a:pt x="25" y="104"/>
                      <a:pt x="25" y="104"/>
                    </a:cubicBezTo>
                    <a:cubicBezTo>
                      <a:pt x="25" y="102"/>
                      <a:pt x="25" y="101"/>
                      <a:pt x="24" y="101"/>
                    </a:cubicBezTo>
                    <a:cubicBezTo>
                      <a:pt x="23" y="100"/>
                      <a:pt x="23" y="100"/>
                      <a:pt x="23" y="99"/>
                    </a:cubicBezTo>
                    <a:cubicBezTo>
                      <a:pt x="23" y="87"/>
                      <a:pt x="23" y="87"/>
                      <a:pt x="23" y="87"/>
                    </a:cubicBezTo>
                    <a:cubicBezTo>
                      <a:pt x="23" y="83"/>
                      <a:pt x="26" y="80"/>
                      <a:pt x="30" y="80"/>
                    </a:cubicBezTo>
                    <a:cubicBezTo>
                      <a:pt x="33" y="80"/>
                      <a:pt x="33" y="80"/>
                      <a:pt x="33" y="80"/>
                    </a:cubicBezTo>
                    <a:cubicBezTo>
                      <a:pt x="37" y="80"/>
                      <a:pt x="40" y="83"/>
                      <a:pt x="40" y="87"/>
                    </a:cubicBezTo>
                    <a:cubicBezTo>
                      <a:pt x="40" y="99"/>
                      <a:pt x="40" y="99"/>
                      <a:pt x="40" y="99"/>
                    </a:cubicBezTo>
                    <a:cubicBezTo>
                      <a:pt x="40" y="100"/>
                      <a:pt x="40" y="100"/>
                      <a:pt x="39" y="101"/>
                    </a:cubicBezTo>
                    <a:cubicBezTo>
                      <a:pt x="38" y="101"/>
                      <a:pt x="38" y="102"/>
                      <a:pt x="38" y="104"/>
                    </a:cubicBezTo>
                    <a:cubicBezTo>
                      <a:pt x="38" y="115"/>
                      <a:pt x="38" y="115"/>
                      <a:pt x="38" y="115"/>
                    </a:cubicBezTo>
                    <a:cubicBezTo>
                      <a:pt x="38" y="116"/>
                      <a:pt x="39" y="118"/>
                      <a:pt x="40" y="118"/>
                    </a:cubicBezTo>
                    <a:cubicBezTo>
                      <a:pt x="41" y="119"/>
                      <a:pt x="49" y="123"/>
                      <a:pt x="56" y="128"/>
                    </a:cubicBezTo>
                    <a:cubicBezTo>
                      <a:pt x="56" y="129"/>
                      <a:pt x="57" y="129"/>
                      <a:pt x="57" y="130"/>
                    </a:cubicBezTo>
                    <a:close/>
                    <a:moveTo>
                      <a:pt x="80" y="114"/>
                    </a:moveTo>
                    <a:cubicBezTo>
                      <a:pt x="82" y="114"/>
                      <a:pt x="83" y="113"/>
                      <a:pt x="83" y="111"/>
                    </a:cubicBezTo>
                    <a:cubicBezTo>
                      <a:pt x="83" y="107"/>
                      <a:pt x="83" y="107"/>
                      <a:pt x="83" y="107"/>
                    </a:cubicBezTo>
                    <a:cubicBezTo>
                      <a:pt x="84" y="107"/>
                      <a:pt x="84" y="107"/>
                      <a:pt x="84" y="107"/>
                    </a:cubicBezTo>
                    <a:cubicBezTo>
                      <a:pt x="90" y="107"/>
                      <a:pt x="95" y="102"/>
                      <a:pt x="95" y="96"/>
                    </a:cubicBezTo>
                    <a:cubicBezTo>
                      <a:pt x="95" y="90"/>
                      <a:pt x="90" y="85"/>
                      <a:pt x="84" y="85"/>
                    </a:cubicBezTo>
                    <a:cubicBezTo>
                      <a:pt x="76" y="85"/>
                      <a:pt x="76" y="85"/>
                      <a:pt x="76" y="85"/>
                    </a:cubicBezTo>
                    <a:cubicBezTo>
                      <a:pt x="74" y="85"/>
                      <a:pt x="72" y="82"/>
                      <a:pt x="72" y="80"/>
                    </a:cubicBezTo>
                    <a:cubicBezTo>
                      <a:pt x="72" y="77"/>
                      <a:pt x="74" y="75"/>
                      <a:pt x="76" y="75"/>
                    </a:cubicBezTo>
                    <a:cubicBezTo>
                      <a:pt x="89" y="75"/>
                      <a:pt x="89" y="75"/>
                      <a:pt x="89" y="75"/>
                    </a:cubicBezTo>
                    <a:cubicBezTo>
                      <a:pt x="91" y="75"/>
                      <a:pt x="92" y="74"/>
                      <a:pt x="92" y="72"/>
                    </a:cubicBezTo>
                    <a:cubicBezTo>
                      <a:pt x="92" y="70"/>
                      <a:pt x="91" y="69"/>
                      <a:pt x="89" y="69"/>
                    </a:cubicBezTo>
                    <a:cubicBezTo>
                      <a:pt x="83" y="69"/>
                      <a:pt x="83" y="69"/>
                      <a:pt x="83" y="69"/>
                    </a:cubicBezTo>
                    <a:cubicBezTo>
                      <a:pt x="83" y="65"/>
                      <a:pt x="83" y="65"/>
                      <a:pt x="83" y="65"/>
                    </a:cubicBezTo>
                    <a:cubicBezTo>
                      <a:pt x="83" y="63"/>
                      <a:pt x="82" y="61"/>
                      <a:pt x="80" y="61"/>
                    </a:cubicBezTo>
                    <a:cubicBezTo>
                      <a:pt x="78" y="61"/>
                      <a:pt x="77" y="63"/>
                      <a:pt x="77" y="65"/>
                    </a:cubicBezTo>
                    <a:cubicBezTo>
                      <a:pt x="77" y="69"/>
                      <a:pt x="77" y="69"/>
                      <a:pt x="77" y="69"/>
                    </a:cubicBezTo>
                    <a:cubicBezTo>
                      <a:pt x="76" y="69"/>
                      <a:pt x="76" y="69"/>
                      <a:pt x="76" y="69"/>
                    </a:cubicBezTo>
                    <a:cubicBezTo>
                      <a:pt x="70" y="69"/>
                      <a:pt x="65" y="74"/>
                      <a:pt x="65" y="80"/>
                    </a:cubicBezTo>
                    <a:cubicBezTo>
                      <a:pt x="65" y="86"/>
                      <a:pt x="70" y="91"/>
                      <a:pt x="76" y="91"/>
                    </a:cubicBezTo>
                    <a:cubicBezTo>
                      <a:pt x="84" y="91"/>
                      <a:pt x="84" y="91"/>
                      <a:pt x="84" y="91"/>
                    </a:cubicBezTo>
                    <a:cubicBezTo>
                      <a:pt x="86" y="91"/>
                      <a:pt x="88" y="93"/>
                      <a:pt x="88" y="96"/>
                    </a:cubicBezTo>
                    <a:cubicBezTo>
                      <a:pt x="88" y="98"/>
                      <a:pt x="86" y="100"/>
                      <a:pt x="84" y="100"/>
                    </a:cubicBezTo>
                    <a:cubicBezTo>
                      <a:pt x="71" y="100"/>
                      <a:pt x="71" y="100"/>
                      <a:pt x="71" y="100"/>
                    </a:cubicBezTo>
                    <a:cubicBezTo>
                      <a:pt x="69" y="100"/>
                      <a:pt x="67" y="102"/>
                      <a:pt x="67" y="104"/>
                    </a:cubicBezTo>
                    <a:cubicBezTo>
                      <a:pt x="67" y="105"/>
                      <a:pt x="69" y="107"/>
                      <a:pt x="71" y="107"/>
                    </a:cubicBezTo>
                    <a:cubicBezTo>
                      <a:pt x="77" y="107"/>
                      <a:pt x="77" y="107"/>
                      <a:pt x="77" y="107"/>
                    </a:cubicBezTo>
                    <a:cubicBezTo>
                      <a:pt x="77" y="111"/>
                      <a:pt x="77" y="111"/>
                      <a:pt x="77" y="111"/>
                    </a:cubicBezTo>
                    <a:cubicBezTo>
                      <a:pt x="77" y="113"/>
                      <a:pt x="78" y="114"/>
                      <a:pt x="80" y="114"/>
                    </a:cubicBezTo>
                    <a:close/>
                  </a:path>
                </a:pathLst>
              </a:custGeom>
              <a:solidFill>
                <a:schemeClr val="tx1"/>
              </a:solidFill>
              <a:ln>
                <a:noFill/>
              </a:ln>
            </p:spPr>
            <p:txBody>
              <a:bodyPr vert="horz" wrap="square" lIns="182901" tIns="91451" rIns="182901" bIns="91451" numCol="1" anchor="t" anchorCtr="0" compatLnSpc="1"/>
              <a:lstStyle/>
              <a:p>
                <a:pPr defTabSz="1828754">
                  <a:defRPr/>
                </a:pPr>
                <a:endParaRPr lang="en-US" sz="3600">
                  <a:solidFill>
                    <a:prstClr val="black"/>
                  </a:solidFill>
                  <a:latin typeface="Calibri" panose="020F0502020204030204"/>
                </a:endParaRPr>
              </a:p>
            </p:txBody>
          </p:sp>
        </p:grpSp>
        <p:grpSp>
          <p:nvGrpSpPr>
            <p:cNvPr id="290" name="Group 289">
              <a:extLst>
                <a:ext uri="{FF2B5EF4-FFF2-40B4-BE49-F238E27FC236}">
                  <a16:creationId xmlns:a16="http://schemas.microsoft.com/office/drawing/2014/main" id="{8DDB912F-8426-7B7A-45EB-832A9407C772}"/>
                </a:ext>
              </a:extLst>
            </p:cNvPr>
            <p:cNvGrpSpPr/>
            <p:nvPr/>
          </p:nvGrpSpPr>
          <p:grpSpPr>
            <a:xfrm>
              <a:off x="13160" y="7081"/>
              <a:ext cx="2218" cy="637"/>
              <a:chOff x="13047" y="7141"/>
              <a:chExt cx="2218" cy="637"/>
            </a:xfrm>
          </p:grpSpPr>
          <p:sp>
            <p:nvSpPr>
              <p:cNvPr id="247" name="Rectangle 46">
                <a:extLst>
                  <a:ext uri="{FF2B5EF4-FFF2-40B4-BE49-F238E27FC236}">
                    <a16:creationId xmlns:a16="http://schemas.microsoft.com/office/drawing/2014/main" id="{773159BC-855B-3551-3E9C-15CFF1ADB78A}"/>
                  </a:ext>
                </a:extLst>
              </p:cNvPr>
              <p:cNvSpPr/>
              <p:nvPr/>
            </p:nvSpPr>
            <p:spPr>
              <a:xfrm>
                <a:off x="13047" y="7212"/>
                <a:ext cx="1826" cy="494"/>
              </a:xfrm>
              <a:prstGeom prst="rect">
                <a:avLst/>
              </a:prstGeom>
            </p:spPr>
            <p:txBody>
              <a:bodyPr wrap="square" anchor="ctr">
                <a:spAutoFit/>
              </a:bodyPr>
              <a:lstStyle/>
              <a:p>
                <a:pPr defTabSz="914377">
                  <a:lnSpc>
                    <a:spcPct val="90000"/>
                  </a:lnSpc>
                  <a:defRPr/>
                </a:pPr>
                <a:r>
                  <a:rPr lang="en-US" altLang="en-US" sz="800" b="1">
                    <a:latin typeface="Century Gothic" panose="020B0502020202020204" pitchFamily="34" charset="0"/>
                    <a:cs typeface="Century Gothic" panose="020B0502020202020204" pitchFamily="34" charset="0"/>
                  </a:rPr>
                  <a:t>Healthcare &amp;</a:t>
                </a:r>
              </a:p>
              <a:p>
                <a:pPr defTabSz="914377">
                  <a:lnSpc>
                    <a:spcPct val="90000"/>
                  </a:lnSpc>
                  <a:defRPr/>
                </a:pPr>
                <a:r>
                  <a:rPr lang="en-US" altLang="en-US" sz="800" b="1">
                    <a:latin typeface="Century Gothic" panose="020B0502020202020204" pitchFamily="34" charset="0"/>
                    <a:cs typeface="Century Gothic" panose="020B0502020202020204" pitchFamily="34" charset="0"/>
                  </a:rPr>
                  <a:t>Lifesciences</a:t>
                </a:r>
              </a:p>
            </p:txBody>
          </p:sp>
          <p:grpSp>
            <p:nvGrpSpPr>
              <p:cNvPr id="282" name="Group 281">
                <a:extLst>
                  <a:ext uri="{FF2B5EF4-FFF2-40B4-BE49-F238E27FC236}">
                    <a16:creationId xmlns:a16="http://schemas.microsoft.com/office/drawing/2014/main" id="{9C59DC4B-D00A-F05E-249D-7057D36E67D7}"/>
                  </a:ext>
                </a:extLst>
              </p:cNvPr>
              <p:cNvGrpSpPr/>
              <p:nvPr/>
            </p:nvGrpSpPr>
            <p:grpSpPr>
              <a:xfrm>
                <a:off x="14628" y="7141"/>
                <a:ext cx="637" cy="637"/>
                <a:chOff x="15717" y="7094"/>
                <a:chExt cx="768" cy="768"/>
              </a:xfrm>
            </p:grpSpPr>
            <p:sp>
              <p:nvSpPr>
                <p:cNvPr id="262" name="Oval 261">
                  <a:extLst>
                    <a:ext uri="{FF2B5EF4-FFF2-40B4-BE49-F238E27FC236}">
                      <a16:creationId xmlns:a16="http://schemas.microsoft.com/office/drawing/2014/main" id="{3CC08E0F-8CE2-73F3-2224-248E3F6AB8D7}"/>
                    </a:ext>
                  </a:extLst>
                </p:cNvPr>
                <p:cNvSpPr/>
                <p:nvPr/>
              </p:nvSpPr>
              <p:spPr>
                <a:xfrm>
                  <a:off x="15717" y="7094"/>
                  <a:ext cx="768" cy="768"/>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defRPr/>
                  </a:pPr>
                  <a:endParaRPr lang="en-US">
                    <a:solidFill>
                      <a:srgbClr val="FFFFFF"/>
                    </a:solidFill>
                    <a:latin typeface="Avenir Next LT Pro" panose="020B0504020202020204"/>
                  </a:endParaRPr>
                </a:p>
              </p:txBody>
            </p:sp>
            <p:sp>
              <p:nvSpPr>
                <p:cNvPr id="268" name="Freeform 159">
                  <a:extLst>
                    <a:ext uri="{FF2B5EF4-FFF2-40B4-BE49-F238E27FC236}">
                      <a16:creationId xmlns:a16="http://schemas.microsoft.com/office/drawing/2014/main" id="{FA9D53ED-A71E-F9E1-D558-F7A7E3BD983B}"/>
                    </a:ext>
                  </a:extLst>
                </p:cNvPr>
                <p:cNvSpPr>
                  <a:spLocks noEditPoints="1"/>
                </p:cNvSpPr>
                <p:nvPr/>
              </p:nvSpPr>
              <p:spPr bwMode="auto">
                <a:xfrm>
                  <a:off x="15875" y="7207"/>
                  <a:ext cx="537" cy="536"/>
                </a:xfrm>
                <a:custGeom>
                  <a:avLst/>
                  <a:gdLst>
                    <a:gd name="T0" fmla="*/ 173 w 1399"/>
                    <a:gd name="T1" fmla="*/ 946 h 1396"/>
                    <a:gd name="T2" fmla="*/ 495 w 1399"/>
                    <a:gd name="T3" fmla="*/ 1270 h 1396"/>
                    <a:gd name="T4" fmla="*/ 196 w 1399"/>
                    <a:gd name="T5" fmla="*/ 862 h 1396"/>
                    <a:gd name="T6" fmla="*/ 493 w 1399"/>
                    <a:gd name="T7" fmla="*/ 1131 h 1396"/>
                    <a:gd name="T8" fmla="*/ 452 w 1399"/>
                    <a:gd name="T9" fmla="*/ 618 h 1396"/>
                    <a:gd name="T10" fmla="*/ 627 w 1399"/>
                    <a:gd name="T11" fmla="*/ 726 h 1396"/>
                    <a:gd name="T12" fmla="*/ 821 w 1399"/>
                    <a:gd name="T13" fmla="*/ 922 h 1396"/>
                    <a:gd name="T14" fmla="*/ 500 w 1399"/>
                    <a:gd name="T15" fmla="*/ 531 h 1396"/>
                    <a:gd name="T16" fmla="*/ 573 w 1399"/>
                    <a:gd name="T17" fmla="*/ 469 h 1396"/>
                    <a:gd name="T18" fmla="*/ 936 w 1399"/>
                    <a:gd name="T19" fmla="*/ 814 h 1396"/>
                    <a:gd name="T20" fmla="*/ 823 w 1399"/>
                    <a:gd name="T21" fmla="*/ 720 h 1396"/>
                    <a:gd name="T22" fmla="*/ 874 w 1399"/>
                    <a:gd name="T23" fmla="*/ 170 h 1396"/>
                    <a:gd name="T24" fmla="*/ 865 w 1399"/>
                    <a:gd name="T25" fmla="*/ 193 h 1396"/>
                    <a:gd name="T26" fmla="*/ 928 w 1399"/>
                    <a:gd name="T27" fmla="*/ 101 h 1396"/>
                    <a:gd name="T28" fmla="*/ 1260 w 1399"/>
                    <a:gd name="T29" fmla="*/ 483 h 1396"/>
                    <a:gd name="T30" fmla="*/ 1100 w 1399"/>
                    <a:gd name="T31" fmla="*/ 325 h 1396"/>
                    <a:gd name="T32" fmla="*/ 915 w 1399"/>
                    <a:gd name="T33" fmla="*/ 140 h 1396"/>
                    <a:gd name="T34" fmla="*/ 827 w 1399"/>
                    <a:gd name="T35" fmla="*/ 365 h 1396"/>
                    <a:gd name="T36" fmla="*/ 846 w 1399"/>
                    <a:gd name="T37" fmla="*/ 322 h 1396"/>
                    <a:gd name="T38" fmla="*/ 1034 w 1399"/>
                    <a:gd name="T39" fmla="*/ 545 h 1396"/>
                    <a:gd name="T40" fmla="*/ 943 w 1399"/>
                    <a:gd name="T41" fmla="*/ 500 h 1396"/>
                    <a:gd name="T42" fmla="*/ 783 w 1399"/>
                    <a:gd name="T43" fmla="*/ 400 h 1396"/>
                    <a:gd name="T44" fmla="*/ 613 w 1399"/>
                    <a:gd name="T45" fmla="*/ 400 h 1396"/>
                    <a:gd name="T46" fmla="*/ 482 w 1399"/>
                    <a:gd name="T47" fmla="*/ 478 h 1396"/>
                    <a:gd name="T48" fmla="*/ 408 w 1399"/>
                    <a:gd name="T49" fmla="*/ 591 h 1396"/>
                    <a:gd name="T50" fmla="*/ 392 w 1399"/>
                    <a:gd name="T51" fmla="*/ 738 h 1396"/>
                    <a:gd name="T52" fmla="*/ 432 w 1399"/>
                    <a:gd name="T53" fmla="*/ 855 h 1396"/>
                    <a:gd name="T54" fmla="*/ 534 w 1399"/>
                    <a:gd name="T55" fmla="*/ 996 h 1396"/>
                    <a:gd name="T56" fmla="*/ 556 w 1399"/>
                    <a:gd name="T57" fmla="*/ 1125 h 1396"/>
                    <a:gd name="T58" fmla="*/ 365 w 1399"/>
                    <a:gd name="T59" fmla="*/ 851 h 1396"/>
                    <a:gd name="T60" fmla="*/ 313 w 1399"/>
                    <a:gd name="T61" fmla="*/ 793 h 1396"/>
                    <a:gd name="T62" fmla="*/ 154 w 1399"/>
                    <a:gd name="T63" fmla="*/ 826 h 1396"/>
                    <a:gd name="T64" fmla="*/ 17 w 1399"/>
                    <a:gd name="T65" fmla="*/ 941 h 1396"/>
                    <a:gd name="T66" fmla="*/ 5 w 1399"/>
                    <a:gd name="T67" fmla="*/ 981 h 1396"/>
                    <a:gd name="T68" fmla="*/ 40 w 1399"/>
                    <a:gd name="T69" fmla="*/ 988 h 1396"/>
                    <a:gd name="T70" fmla="*/ 408 w 1399"/>
                    <a:gd name="T71" fmla="*/ 1363 h 1396"/>
                    <a:gd name="T72" fmla="*/ 427 w 1399"/>
                    <a:gd name="T73" fmla="*/ 1396 h 1396"/>
                    <a:gd name="T74" fmla="*/ 538 w 1399"/>
                    <a:gd name="T75" fmla="*/ 1296 h 1396"/>
                    <a:gd name="T76" fmla="*/ 603 w 1399"/>
                    <a:gd name="T77" fmla="*/ 1145 h 1396"/>
                    <a:gd name="T78" fmla="*/ 581 w 1399"/>
                    <a:gd name="T79" fmla="*/ 980 h 1396"/>
                    <a:gd name="T80" fmla="*/ 487 w 1399"/>
                    <a:gd name="T81" fmla="*/ 850 h 1396"/>
                    <a:gd name="T82" fmla="*/ 444 w 1399"/>
                    <a:gd name="T83" fmla="*/ 748 h 1396"/>
                    <a:gd name="T84" fmla="*/ 651 w 1399"/>
                    <a:gd name="T85" fmla="*/ 955 h 1396"/>
                    <a:gd name="T86" fmla="*/ 670 w 1399"/>
                    <a:gd name="T87" fmla="*/ 1008 h 1396"/>
                    <a:gd name="T88" fmla="*/ 781 w 1399"/>
                    <a:gd name="T89" fmla="*/ 998 h 1396"/>
                    <a:gd name="T90" fmla="*/ 879 w 1399"/>
                    <a:gd name="T91" fmla="*/ 953 h 1396"/>
                    <a:gd name="T92" fmla="*/ 949 w 1399"/>
                    <a:gd name="T93" fmla="*/ 885 h 1396"/>
                    <a:gd name="T94" fmla="*/ 1004 w 1399"/>
                    <a:gd name="T95" fmla="*/ 767 h 1396"/>
                    <a:gd name="T96" fmla="*/ 1007 w 1399"/>
                    <a:gd name="T97" fmla="*/ 649 h 1396"/>
                    <a:gd name="T98" fmla="*/ 976 w 1399"/>
                    <a:gd name="T99" fmla="*/ 627 h 1396"/>
                    <a:gd name="T100" fmla="*/ 959 w 1399"/>
                    <a:gd name="T101" fmla="*/ 664 h 1396"/>
                    <a:gd name="T102" fmla="*/ 764 w 1399"/>
                    <a:gd name="T103" fmla="*/ 446 h 1396"/>
                    <a:gd name="T104" fmla="*/ 886 w 1399"/>
                    <a:gd name="T105" fmla="*/ 516 h 1396"/>
                    <a:gd name="T106" fmla="*/ 1019 w 1399"/>
                    <a:gd name="T107" fmla="*/ 594 h 1396"/>
                    <a:gd name="T108" fmla="*/ 1198 w 1399"/>
                    <a:gd name="T109" fmla="*/ 590 h 1396"/>
                    <a:gd name="T110" fmla="*/ 1366 w 1399"/>
                    <a:gd name="T111" fmla="*/ 474 h 1396"/>
                    <a:gd name="T112" fmla="*/ 1391 w 1399"/>
                    <a:gd name="T113" fmla="*/ 411 h 1396"/>
                    <a:gd name="T114" fmla="*/ 1349 w 1399"/>
                    <a:gd name="T115" fmla="*/ 421 h 1396"/>
                    <a:gd name="T116" fmla="*/ 995 w 1399"/>
                    <a:gd name="T117" fmla="*/ 28 h 1396"/>
                    <a:gd name="T118" fmla="*/ 969 w 1399"/>
                    <a:gd name="T119" fmla="*/ 0 h 1396"/>
                    <a:gd name="T120" fmla="*/ 908 w 1399"/>
                    <a:gd name="T121" fmla="*/ 52 h 1396"/>
                    <a:gd name="T122" fmla="*/ 812 w 1399"/>
                    <a:gd name="T123" fmla="*/ 191 h 1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399" h="1396">
                      <a:moveTo>
                        <a:pt x="94" y="935"/>
                      </a:moveTo>
                      <a:lnTo>
                        <a:pt x="125" y="903"/>
                      </a:lnTo>
                      <a:lnTo>
                        <a:pt x="130" y="905"/>
                      </a:lnTo>
                      <a:lnTo>
                        <a:pt x="135" y="910"/>
                      </a:lnTo>
                      <a:lnTo>
                        <a:pt x="141" y="915"/>
                      </a:lnTo>
                      <a:lnTo>
                        <a:pt x="146" y="921"/>
                      </a:lnTo>
                      <a:lnTo>
                        <a:pt x="160" y="934"/>
                      </a:lnTo>
                      <a:lnTo>
                        <a:pt x="173" y="946"/>
                      </a:lnTo>
                      <a:lnTo>
                        <a:pt x="379" y="1154"/>
                      </a:lnTo>
                      <a:lnTo>
                        <a:pt x="392" y="1166"/>
                      </a:lnTo>
                      <a:lnTo>
                        <a:pt x="403" y="1178"/>
                      </a:lnTo>
                      <a:lnTo>
                        <a:pt x="414" y="1188"/>
                      </a:lnTo>
                      <a:lnTo>
                        <a:pt x="425" y="1199"/>
                      </a:lnTo>
                      <a:lnTo>
                        <a:pt x="431" y="1206"/>
                      </a:lnTo>
                      <a:lnTo>
                        <a:pt x="436" y="1211"/>
                      </a:lnTo>
                      <a:lnTo>
                        <a:pt x="495" y="1270"/>
                      </a:lnTo>
                      <a:lnTo>
                        <a:pt x="488" y="1279"/>
                      </a:lnTo>
                      <a:lnTo>
                        <a:pt x="481" y="1288"/>
                      </a:lnTo>
                      <a:lnTo>
                        <a:pt x="472" y="1296"/>
                      </a:lnTo>
                      <a:lnTo>
                        <a:pt x="464" y="1304"/>
                      </a:lnTo>
                      <a:lnTo>
                        <a:pt x="94" y="935"/>
                      </a:lnTo>
                      <a:close/>
                      <a:moveTo>
                        <a:pt x="170" y="874"/>
                      </a:moveTo>
                      <a:lnTo>
                        <a:pt x="185" y="866"/>
                      </a:lnTo>
                      <a:lnTo>
                        <a:pt x="196" y="862"/>
                      </a:lnTo>
                      <a:lnTo>
                        <a:pt x="206" y="857"/>
                      </a:lnTo>
                      <a:lnTo>
                        <a:pt x="215" y="853"/>
                      </a:lnTo>
                      <a:lnTo>
                        <a:pt x="234" y="874"/>
                      </a:lnTo>
                      <a:lnTo>
                        <a:pt x="273" y="914"/>
                      </a:lnTo>
                      <a:lnTo>
                        <a:pt x="325" y="966"/>
                      </a:lnTo>
                      <a:lnTo>
                        <a:pt x="384" y="1024"/>
                      </a:lnTo>
                      <a:lnTo>
                        <a:pt x="443" y="1081"/>
                      </a:lnTo>
                      <a:lnTo>
                        <a:pt x="493" y="1131"/>
                      </a:lnTo>
                      <a:lnTo>
                        <a:pt x="529" y="1168"/>
                      </a:lnTo>
                      <a:lnTo>
                        <a:pt x="542" y="1183"/>
                      </a:lnTo>
                      <a:lnTo>
                        <a:pt x="540" y="1193"/>
                      </a:lnTo>
                      <a:lnTo>
                        <a:pt x="536" y="1207"/>
                      </a:lnTo>
                      <a:lnTo>
                        <a:pt x="530" y="1219"/>
                      </a:lnTo>
                      <a:lnTo>
                        <a:pt x="526" y="1228"/>
                      </a:lnTo>
                      <a:lnTo>
                        <a:pt x="170" y="874"/>
                      </a:lnTo>
                      <a:close/>
                      <a:moveTo>
                        <a:pt x="452" y="618"/>
                      </a:moveTo>
                      <a:lnTo>
                        <a:pt x="457" y="601"/>
                      </a:lnTo>
                      <a:lnTo>
                        <a:pt x="462" y="590"/>
                      </a:lnTo>
                      <a:lnTo>
                        <a:pt x="466" y="581"/>
                      </a:lnTo>
                      <a:lnTo>
                        <a:pt x="469" y="572"/>
                      </a:lnTo>
                      <a:lnTo>
                        <a:pt x="486" y="587"/>
                      </a:lnTo>
                      <a:lnTo>
                        <a:pt x="521" y="622"/>
                      </a:lnTo>
                      <a:lnTo>
                        <a:pt x="571" y="671"/>
                      </a:lnTo>
                      <a:lnTo>
                        <a:pt x="627" y="726"/>
                      </a:lnTo>
                      <a:lnTo>
                        <a:pt x="684" y="784"/>
                      </a:lnTo>
                      <a:lnTo>
                        <a:pt x="736" y="837"/>
                      </a:lnTo>
                      <a:lnTo>
                        <a:pt x="778" y="879"/>
                      </a:lnTo>
                      <a:lnTo>
                        <a:pt x="804" y="904"/>
                      </a:lnTo>
                      <a:lnTo>
                        <a:pt x="810" y="911"/>
                      </a:lnTo>
                      <a:lnTo>
                        <a:pt x="816" y="916"/>
                      </a:lnTo>
                      <a:lnTo>
                        <a:pt x="819" y="919"/>
                      </a:lnTo>
                      <a:lnTo>
                        <a:pt x="821" y="922"/>
                      </a:lnTo>
                      <a:lnTo>
                        <a:pt x="823" y="925"/>
                      </a:lnTo>
                      <a:lnTo>
                        <a:pt x="824" y="929"/>
                      </a:lnTo>
                      <a:lnTo>
                        <a:pt x="815" y="934"/>
                      </a:lnTo>
                      <a:lnTo>
                        <a:pt x="804" y="938"/>
                      </a:lnTo>
                      <a:lnTo>
                        <a:pt x="792" y="943"/>
                      </a:lnTo>
                      <a:lnTo>
                        <a:pt x="782" y="946"/>
                      </a:lnTo>
                      <a:lnTo>
                        <a:pt x="452" y="618"/>
                      </a:lnTo>
                      <a:close/>
                      <a:moveTo>
                        <a:pt x="500" y="531"/>
                      </a:moveTo>
                      <a:lnTo>
                        <a:pt x="531" y="499"/>
                      </a:lnTo>
                      <a:lnTo>
                        <a:pt x="901" y="867"/>
                      </a:lnTo>
                      <a:lnTo>
                        <a:pt x="893" y="876"/>
                      </a:lnTo>
                      <a:lnTo>
                        <a:pt x="885" y="884"/>
                      </a:lnTo>
                      <a:lnTo>
                        <a:pt x="877" y="891"/>
                      </a:lnTo>
                      <a:lnTo>
                        <a:pt x="869" y="898"/>
                      </a:lnTo>
                      <a:lnTo>
                        <a:pt x="500" y="531"/>
                      </a:lnTo>
                      <a:close/>
                      <a:moveTo>
                        <a:pt x="573" y="469"/>
                      </a:moveTo>
                      <a:lnTo>
                        <a:pt x="582" y="465"/>
                      </a:lnTo>
                      <a:lnTo>
                        <a:pt x="591" y="461"/>
                      </a:lnTo>
                      <a:lnTo>
                        <a:pt x="602" y="456"/>
                      </a:lnTo>
                      <a:lnTo>
                        <a:pt x="618" y="452"/>
                      </a:lnTo>
                      <a:lnTo>
                        <a:pt x="948" y="781"/>
                      </a:lnTo>
                      <a:lnTo>
                        <a:pt x="945" y="792"/>
                      </a:lnTo>
                      <a:lnTo>
                        <a:pt x="940" y="803"/>
                      </a:lnTo>
                      <a:lnTo>
                        <a:pt x="936" y="814"/>
                      </a:lnTo>
                      <a:lnTo>
                        <a:pt x="930" y="823"/>
                      </a:lnTo>
                      <a:lnTo>
                        <a:pt x="923" y="819"/>
                      </a:lnTo>
                      <a:lnTo>
                        <a:pt x="913" y="810"/>
                      </a:lnTo>
                      <a:lnTo>
                        <a:pt x="900" y="797"/>
                      </a:lnTo>
                      <a:lnTo>
                        <a:pt x="884" y="783"/>
                      </a:lnTo>
                      <a:lnTo>
                        <a:pt x="857" y="754"/>
                      </a:lnTo>
                      <a:lnTo>
                        <a:pt x="840" y="737"/>
                      </a:lnTo>
                      <a:lnTo>
                        <a:pt x="823" y="720"/>
                      </a:lnTo>
                      <a:lnTo>
                        <a:pt x="790" y="688"/>
                      </a:lnTo>
                      <a:lnTo>
                        <a:pt x="748" y="646"/>
                      </a:lnTo>
                      <a:lnTo>
                        <a:pt x="701" y="599"/>
                      </a:lnTo>
                      <a:lnTo>
                        <a:pt x="655" y="553"/>
                      </a:lnTo>
                      <a:lnTo>
                        <a:pt x="616" y="512"/>
                      </a:lnTo>
                      <a:lnTo>
                        <a:pt x="586" y="483"/>
                      </a:lnTo>
                      <a:lnTo>
                        <a:pt x="573" y="469"/>
                      </a:lnTo>
                      <a:close/>
                      <a:moveTo>
                        <a:pt x="874" y="170"/>
                      </a:moveTo>
                      <a:lnTo>
                        <a:pt x="1230" y="524"/>
                      </a:lnTo>
                      <a:lnTo>
                        <a:pt x="1221" y="529"/>
                      </a:lnTo>
                      <a:lnTo>
                        <a:pt x="1209" y="535"/>
                      </a:lnTo>
                      <a:lnTo>
                        <a:pt x="1195" y="539"/>
                      </a:lnTo>
                      <a:lnTo>
                        <a:pt x="1185" y="541"/>
                      </a:lnTo>
                      <a:lnTo>
                        <a:pt x="855" y="214"/>
                      </a:lnTo>
                      <a:lnTo>
                        <a:pt x="860" y="204"/>
                      </a:lnTo>
                      <a:lnTo>
                        <a:pt x="865" y="193"/>
                      </a:lnTo>
                      <a:lnTo>
                        <a:pt x="869" y="182"/>
                      </a:lnTo>
                      <a:lnTo>
                        <a:pt x="874" y="170"/>
                      </a:lnTo>
                      <a:close/>
                      <a:moveTo>
                        <a:pt x="906" y="129"/>
                      </a:moveTo>
                      <a:lnTo>
                        <a:pt x="907" y="125"/>
                      </a:lnTo>
                      <a:lnTo>
                        <a:pt x="910" y="119"/>
                      </a:lnTo>
                      <a:lnTo>
                        <a:pt x="914" y="115"/>
                      </a:lnTo>
                      <a:lnTo>
                        <a:pt x="918" y="110"/>
                      </a:lnTo>
                      <a:lnTo>
                        <a:pt x="928" y="101"/>
                      </a:lnTo>
                      <a:lnTo>
                        <a:pt x="937" y="95"/>
                      </a:lnTo>
                      <a:lnTo>
                        <a:pt x="1306" y="462"/>
                      </a:lnTo>
                      <a:lnTo>
                        <a:pt x="1298" y="472"/>
                      </a:lnTo>
                      <a:lnTo>
                        <a:pt x="1290" y="480"/>
                      </a:lnTo>
                      <a:lnTo>
                        <a:pt x="1281" y="487"/>
                      </a:lnTo>
                      <a:lnTo>
                        <a:pt x="1272" y="494"/>
                      </a:lnTo>
                      <a:lnTo>
                        <a:pt x="1265" y="489"/>
                      </a:lnTo>
                      <a:lnTo>
                        <a:pt x="1260" y="483"/>
                      </a:lnTo>
                      <a:lnTo>
                        <a:pt x="1255" y="477"/>
                      </a:lnTo>
                      <a:lnTo>
                        <a:pt x="1248" y="472"/>
                      </a:lnTo>
                      <a:lnTo>
                        <a:pt x="1203" y="428"/>
                      </a:lnTo>
                      <a:lnTo>
                        <a:pt x="1192" y="415"/>
                      </a:lnTo>
                      <a:lnTo>
                        <a:pt x="1181" y="403"/>
                      </a:lnTo>
                      <a:lnTo>
                        <a:pt x="1111" y="336"/>
                      </a:lnTo>
                      <a:lnTo>
                        <a:pt x="1106" y="330"/>
                      </a:lnTo>
                      <a:lnTo>
                        <a:pt x="1100" y="325"/>
                      </a:lnTo>
                      <a:lnTo>
                        <a:pt x="1099" y="323"/>
                      </a:lnTo>
                      <a:lnTo>
                        <a:pt x="1098" y="322"/>
                      </a:lnTo>
                      <a:lnTo>
                        <a:pt x="1097" y="321"/>
                      </a:lnTo>
                      <a:lnTo>
                        <a:pt x="1097" y="320"/>
                      </a:lnTo>
                      <a:lnTo>
                        <a:pt x="941" y="163"/>
                      </a:lnTo>
                      <a:lnTo>
                        <a:pt x="933" y="156"/>
                      </a:lnTo>
                      <a:lnTo>
                        <a:pt x="924" y="149"/>
                      </a:lnTo>
                      <a:lnTo>
                        <a:pt x="915" y="140"/>
                      </a:lnTo>
                      <a:lnTo>
                        <a:pt x="906" y="129"/>
                      </a:lnTo>
                      <a:close/>
                      <a:moveTo>
                        <a:pt x="793" y="290"/>
                      </a:moveTo>
                      <a:lnTo>
                        <a:pt x="794" y="312"/>
                      </a:lnTo>
                      <a:lnTo>
                        <a:pt x="796" y="330"/>
                      </a:lnTo>
                      <a:lnTo>
                        <a:pt x="799" y="344"/>
                      </a:lnTo>
                      <a:lnTo>
                        <a:pt x="800" y="357"/>
                      </a:lnTo>
                      <a:lnTo>
                        <a:pt x="814" y="360"/>
                      </a:lnTo>
                      <a:lnTo>
                        <a:pt x="827" y="365"/>
                      </a:lnTo>
                      <a:lnTo>
                        <a:pt x="841" y="372"/>
                      </a:lnTo>
                      <a:lnTo>
                        <a:pt x="855" y="377"/>
                      </a:lnTo>
                      <a:lnTo>
                        <a:pt x="854" y="364"/>
                      </a:lnTo>
                      <a:lnTo>
                        <a:pt x="852" y="356"/>
                      </a:lnTo>
                      <a:lnTo>
                        <a:pt x="850" y="350"/>
                      </a:lnTo>
                      <a:lnTo>
                        <a:pt x="849" y="344"/>
                      </a:lnTo>
                      <a:lnTo>
                        <a:pt x="847" y="335"/>
                      </a:lnTo>
                      <a:lnTo>
                        <a:pt x="846" y="322"/>
                      </a:lnTo>
                      <a:lnTo>
                        <a:pt x="845" y="302"/>
                      </a:lnTo>
                      <a:lnTo>
                        <a:pt x="844" y="274"/>
                      </a:lnTo>
                      <a:lnTo>
                        <a:pt x="1127" y="554"/>
                      </a:lnTo>
                      <a:lnTo>
                        <a:pt x="1098" y="554"/>
                      </a:lnTo>
                      <a:lnTo>
                        <a:pt x="1072" y="552"/>
                      </a:lnTo>
                      <a:lnTo>
                        <a:pt x="1058" y="550"/>
                      </a:lnTo>
                      <a:lnTo>
                        <a:pt x="1046" y="548"/>
                      </a:lnTo>
                      <a:lnTo>
                        <a:pt x="1034" y="545"/>
                      </a:lnTo>
                      <a:lnTo>
                        <a:pt x="1021" y="542"/>
                      </a:lnTo>
                      <a:lnTo>
                        <a:pt x="1009" y="538"/>
                      </a:lnTo>
                      <a:lnTo>
                        <a:pt x="998" y="533"/>
                      </a:lnTo>
                      <a:lnTo>
                        <a:pt x="987" y="528"/>
                      </a:lnTo>
                      <a:lnTo>
                        <a:pt x="975" y="522"/>
                      </a:lnTo>
                      <a:lnTo>
                        <a:pt x="964" y="516"/>
                      </a:lnTo>
                      <a:lnTo>
                        <a:pt x="954" y="508"/>
                      </a:lnTo>
                      <a:lnTo>
                        <a:pt x="943" y="500"/>
                      </a:lnTo>
                      <a:lnTo>
                        <a:pt x="932" y="492"/>
                      </a:lnTo>
                      <a:lnTo>
                        <a:pt x="894" y="455"/>
                      </a:lnTo>
                      <a:lnTo>
                        <a:pt x="877" y="443"/>
                      </a:lnTo>
                      <a:lnTo>
                        <a:pt x="860" y="432"/>
                      </a:lnTo>
                      <a:lnTo>
                        <a:pt x="842" y="422"/>
                      </a:lnTo>
                      <a:lnTo>
                        <a:pt x="823" y="413"/>
                      </a:lnTo>
                      <a:lnTo>
                        <a:pt x="804" y="406"/>
                      </a:lnTo>
                      <a:lnTo>
                        <a:pt x="783" y="400"/>
                      </a:lnTo>
                      <a:lnTo>
                        <a:pt x="762" y="395"/>
                      </a:lnTo>
                      <a:lnTo>
                        <a:pt x="741" y="391"/>
                      </a:lnTo>
                      <a:lnTo>
                        <a:pt x="720" y="389"/>
                      </a:lnTo>
                      <a:lnTo>
                        <a:pt x="698" y="388"/>
                      </a:lnTo>
                      <a:lnTo>
                        <a:pt x="677" y="389"/>
                      </a:lnTo>
                      <a:lnTo>
                        <a:pt x="655" y="391"/>
                      </a:lnTo>
                      <a:lnTo>
                        <a:pt x="634" y="395"/>
                      </a:lnTo>
                      <a:lnTo>
                        <a:pt x="613" y="400"/>
                      </a:lnTo>
                      <a:lnTo>
                        <a:pt x="594" y="406"/>
                      </a:lnTo>
                      <a:lnTo>
                        <a:pt x="575" y="414"/>
                      </a:lnTo>
                      <a:lnTo>
                        <a:pt x="549" y="428"/>
                      </a:lnTo>
                      <a:lnTo>
                        <a:pt x="526" y="442"/>
                      </a:lnTo>
                      <a:lnTo>
                        <a:pt x="513" y="450"/>
                      </a:lnTo>
                      <a:lnTo>
                        <a:pt x="502" y="459"/>
                      </a:lnTo>
                      <a:lnTo>
                        <a:pt x="492" y="468"/>
                      </a:lnTo>
                      <a:lnTo>
                        <a:pt x="482" y="478"/>
                      </a:lnTo>
                      <a:lnTo>
                        <a:pt x="470" y="489"/>
                      </a:lnTo>
                      <a:lnTo>
                        <a:pt x="461" y="500"/>
                      </a:lnTo>
                      <a:lnTo>
                        <a:pt x="452" y="510"/>
                      </a:lnTo>
                      <a:lnTo>
                        <a:pt x="445" y="522"/>
                      </a:lnTo>
                      <a:lnTo>
                        <a:pt x="431" y="544"/>
                      </a:lnTo>
                      <a:lnTo>
                        <a:pt x="417" y="571"/>
                      </a:lnTo>
                      <a:lnTo>
                        <a:pt x="412" y="581"/>
                      </a:lnTo>
                      <a:lnTo>
                        <a:pt x="408" y="591"/>
                      </a:lnTo>
                      <a:lnTo>
                        <a:pt x="404" y="602"/>
                      </a:lnTo>
                      <a:lnTo>
                        <a:pt x="401" y="615"/>
                      </a:lnTo>
                      <a:lnTo>
                        <a:pt x="395" y="638"/>
                      </a:lnTo>
                      <a:lnTo>
                        <a:pt x="391" y="663"/>
                      </a:lnTo>
                      <a:lnTo>
                        <a:pt x="390" y="688"/>
                      </a:lnTo>
                      <a:lnTo>
                        <a:pt x="390" y="714"/>
                      </a:lnTo>
                      <a:lnTo>
                        <a:pt x="391" y="726"/>
                      </a:lnTo>
                      <a:lnTo>
                        <a:pt x="392" y="738"/>
                      </a:lnTo>
                      <a:lnTo>
                        <a:pt x="394" y="750"/>
                      </a:lnTo>
                      <a:lnTo>
                        <a:pt x="396" y="763"/>
                      </a:lnTo>
                      <a:lnTo>
                        <a:pt x="399" y="778"/>
                      </a:lnTo>
                      <a:lnTo>
                        <a:pt x="403" y="792"/>
                      </a:lnTo>
                      <a:lnTo>
                        <a:pt x="408" y="808"/>
                      </a:lnTo>
                      <a:lnTo>
                        <a:pt x="415" y="824"/>
                      </a:lnTo>
                      <a:lnTo>
                        <a:pt x="423" y="840"/>
                      </a:lnTo>
                      <a:lnTo>
                        <a:pt x="432" y="855"/>
                      </a:lnTo>
                      <a:lnTo>
                        <a:pt x="452" y="884"/>
                      </a:lnTo>
                      <a:lnTo>
                        <a:pt x="472" y="911"/>
                      </a:lnTo>
                      <a:lnTo>
                        <a:pt x="489" y="929"/>
                      </a:lnTo>
                      <a:lnTo>
                        <a:pt x="503" y="944"/>
                      </a:lnTo>
                      <a:lnTo>
                        <a:pt x="510" y="953"/>
                      </a:lnTo>
                      <a:lnTo>
                        <a:pt x="517" y="964"/>
                      </a:lnTo>
                      <a:lnTo>
                        <a:pt x="525" y="978"/>
                      </a:lnTo>
                      <a:lnTo>
                        <a:pt x="534" y="996"/>
                      </a:lnTo>
                      <a:lnTo>
                        <a:pt x="540" y="1012"/>
                      </a:lnTo>
                      <a:lnTo>
                        <a:pt x="545" y="1026"/>
                      </a:lnTo>
                      <a:lnTo>
                        <a:pt x="549" y="1039"/>
                      </a:lnTo>
                      <a:lnTo>
                        <a:pt x="552" y="1053"/>
                      </a:lnTo>
                      <a:lnTo>
                        <a:pt x="554" y="1069"/>
                      </a:lnTo>
                      <a:lnTo>
                        <a:pt x="555" y="1085"/>
                      </a:lnTo>
                      <a:lnTo>
                        <a:pt x="556" y="1104"/>
                      </a:lnTo>
                      <a:lnTo>
                        <a:pt x="556" y="1125"/>
                      </a:lnTo>
                      <a:lnTo>
                        <a:pt x="273" y="843"/>
                      </a:lnTo>
                      <a:lnTo>
                        <a:pt x="287" y="843"/>
                      </a:lnTo>
                      <a:lnTo>
                        <a:pt x="302" y="842"/>
                      </a:lnTo>
                      <a:lnTo>
                        <a:pt x="315" y="842"/>
                      </a:lnTo>
                      <a:lnTo>
                        <a:pt x="328" y="844"/>
                      </a:lnTo>
                      <a:lnTo>
                        <a:pt x="341" y="846"/>
                      </a:lnTo>
                      <a:lnTo>
                        <a:pt x="353" y="848"/>
                      </a:lnTo>
                      <a:lnTo>
                        <a:pt x="365" y="851"/>
                      </a:lnTo>
                      <a:lnTo>
                        <a:pt x="377" y="853"/>
                      </a:lnTo>
                      <a:lnTo>
                        <a:pt x="374" y="843"/>
                      </a:lnTo>
                      <a:lnTo>
                        <a:pt x="368" y="830"/>
                      </a:lnTo>
                      <a:lnTo>
                        <a:pt x="363" y="815"/>
                      </a:lnTo>
                      <a:lnTo>
                        <a:pt x="358" y="798"/>
                      </a:lnTo>
                      <a:lnTo>
                        <a:pt x="345" y="797"/>
                      </a:lnTo>
                      <a:lnTo>
                        <a:pt x="330" y="795"/>
                      </a:lnTo>
                      <a:lnTo>
                        <a:pt x="313" y="793"/>
                      </a:lnTo>
                      <a:lnTo>
                        <a:pt x="290" y="792"/>
                      </a:lnTo>
                      <a:lnTo>
                        <a:pt x="268" y="793"/>
                      </a:lnTo>
                      <a:lnTo>
                        <a:pt x="246" y="795"/>
                      </a:lnTo>
                      <a:lnTo>
                        <a:pt x="226" y="799"/>
                      </a:lnTo>
                      <a:lnTo>
                        <a:pt x="207" y="804"/>
                      </a:lnTo>
                      <a:lnTo>
                        <a:pt x="188" y="811"/>
                      </a:lnTo>
                      <a:lnTo>
                        <a:pt x="171" y="818"/>
                      </a:lnTo>
                      <a:lnTo>
                        <a:pt x="154" y="826"/>
                      </a:lnTo>
                      <a:lnTo>
                        <a:pt x="139" y="835"/>
                      </a:lnTo>
                      <a:lnTo>
                        <a:pt x="124" y="845"/>
                      </a:lnTo>
                      <a:lnTo>
                        <a:pt x="108" y="855"/>
                      </a:lnTo>
                      <a:lnTo>
                        <a:pt x="94" y="868"/>
                      </a:lnTo>
                      <a:lnTo>
                        <a:pt x="81" y="880"/>
                      </a:lnTo>
                      <a:lnTo>
                        <a:pt x="52" y="906"/>
                      </a:lnTo>
                      <a:lnTo>
                        <a:pt x="25" y="934"/>
                      </a:lnTo>
                      <a:lnTo>
                        <a:pt x="17" y="941"/>
                      </a:lnTo>
                      <a:lnTo>
                        <a:pt x="9" y="949"/>
                      </a:lnTo>
                      <a:lnTo>
                        <a:pt x="5" y="953"/>
                      </a:lnTo>
                      <a:lnTo>
                        <a:pt x="3" y="959"/>
                      </a:lnTo>
                      <a:lnTo>
                        <a:pt x="1" y="964"/>
                      </a:lnTo>
                      <a:lnTo>
                        <a:pt x="0" y="969"/>
                      </a:lnTo>
                      <a:lnTo>
                        <a:pt x="1" y="973"/>
                      </a:lnTo>
                      <a:lnTo>
                        <a:pt x="2" y="977"/>
                      </a:lnTo>
                      <a:lnTo>
                        <a:pt x="5" y="981"/>
                      </a:lnTo>
                      <a:lnTo>
                        <a:pt x="8" y="985"/>
                      </a:lnTo>
                      <a:lnTo>
                        <a:pt x="12" y="988"/>
                      </a:lnTo>
                      <a:lnTo>
                        <a:pt x="16" y="991"/>
                      </a:lnTo>
                      <a:lnTo>
                        <a:pt x="20" y="993"/>
                      </a:lnTo>
                      <a:lnTo>
                        <a:pt x="26" y="993"/>
                      </a:lnTo>
                      <a:lnTo>
                        <a:pt x="31" y="993"/>
                      </a:lnTo>
                      <a:lnTo>
                        <a:pt x="36" y="991"/>
                      </a:lnTo>
                      <a:lnTo>
                        <a:pt x="40" y="988"/>
                      </a:lnTo>
                      <a:lnTo>
                        <a:pt x="44" y="985"/>
                      </a:lnTo>
                      <a:lnTo>
                        <a:pt x="51" y="978"/>
                      </a:lnTo>
                      <a:lnTo>
                        <a:pt x="58" y="971"/>
                      </a:lnTo>
                      <a:lnTo>
                        <a:pt x="428" y="1338"/>
                      </a:lnTo>
                      <a:lnTo>
                        <a:pt x="421" y="1346"/>
                      </a:lnTo>
                      <a:lnTo>
                        <a:pt x="414" y="1355"/>
                      </a:lnTo>
                      <a:lnTo>
                        <a:pt x="410" y="1359"/>
                      </a:lnTo>
                      <a:lnTo>
                        <a:pt x="408" y="1363"/>
                      </a:lnTo>
                      <a:lnTo>
                        <a:pt x="406" y="1367"/>
                      </a:lnTo>
                      <a:lnTo>
                        <a:pt x="405" y="1373"/>
                      </a:lnTo>
                      <a:lnTo>
                        <a:pt x="406" y="1379"/>
                      </a:lnTo>
                      <a:lnTo>
                        <a:pt x="408" y="1385"/>
                      </a:lnTo>
                      <a:lnTo>
                        <a:pt x="412" y="1390"/>
                      </a:lnTo>
                      <a:lnTo>
                        <a:pt x="416" y="1393"/>
                      </a:lnTo>
                      <a:lnTo>
                        <a:pt x="421" y="1395"/>
                      </a:lnTo>
                      <a:lnTo>
                        <a:pt x="427" y="1396"/>
                      </a:lnTo>
                      <a:lnTo>
                        <a:pt x="434" y="1396"/>
                      </a:lnTo>
                      <a:lnTo>
                        <a:pt x="441" y="1394"/>
                      </a:lnTo>
                      <a:lnTo>
                        <a:pt x="449" y="1389"/>
                      </a:lnTo>
                      <a:lnTo>
                        <a:pt x="460" y="1378"/>
                      </a:lnTo>
                      <a:lnTo>
                        <a:pt x="475" y="1364"/>
                      </a:lnTo>
                      <a:lnTo>
                        <a:pt x="491" y="1348"/>
                      </a:lnTo>
                      <a:lnTo>
                        <a:pt x="520" y="1317"/>
                      </a:lnTo>
                      <a:lnTo>
                        <a:pt x="538" y="1296"/>
                      </a:lnTo>
                      <a:lnTo>
                        <a:pt x="551" y="1279"/>
                      </a:lnTo>
                      <a:lnTo>
                        <a:pt x="562" y="1261"/>
                      </a:lnTo>
                      <a:lnTo>
                        <a:pt x="573" y="1242"/>
                      </a:lnTo>
                      <a:lnTo>
                        <a:pt x="582" y="1224"/>
                      </a:lnTo>
                      <a:lnTo>
                        <a:pt x="589" y="1205"/>
                      </a:lnTo>
                      <a:lnTo>
                        <a:pt x="595" y="1185"/>
                      </a:lnTo>
                      <a:lnTo>
                        <a:pt x="600" y="1165"/>
                      </a:lnTo>
                      <a:lnTo>
                        <a:pt x="603" y="1145"/>
                      </a:lnTo>
                      <a:lnTo>
                        <a:pt x="605" y="1125"/>
                      </a:lnTo>
                      <a:lnTo>
                        <a:pt x="606" y="1105"/>
                      </a:lnTo>
                      <a:lnTo>
                        <a:pt x="605" y="1084"/>
                      </a:lnTo>
                      <a:lnTo>
                        <a:pt x="603" y="1063"/>
                      </a:lnTo>
                      <a:lnTo>
                        <a:pt x="600" y="1042"/>
                      </a:lnTo>
                      <a:lnTo>
                        <a:pt x="595" y="1022"/>
                      </a:lnTo>
                      <a:lnTo>
                        <a:pt x="589" y="1000"/>
                      </a:lnTo>
                      <a:lnTo>
                        <a:pt x="581" y="980"/>
                      </a:lnTo>
                      <a:lnTo>
                        <a:pt x="575" y="965"/>
                      </a:lnTo>
                      <a:lnTo>
                        <a:pt x="567" y="951"/>
                      </a:lnTo>
                      <a:lnTo>
                        <a:pt x="559" y="939"/>
                      </a:lnTo>
                      <a:lnTo>
                        <a:pt x="552" y="927"/>
                      </a:lnTo>
                      <a:lnTo>
                        <a:pt x="536" y="906"/>
                      </a:lnTo>
                      <a:lnTo>
                        <a:pt x="519" y="888"/>
                      </a:lnTo>
                      <a:lnTo>
                        <a:pt x="503" y="870"/>
                      </a:lnTo>
                      <a:lnTo>
                        <a:pt x="487" y="850"/>
                      </a:lnTo>
                      <a:lnTo>
                        <a:pt x="480" y="840"/>
                      </a:lnTo>
                      <a:lnTo>
                        <a:pt x="472" y="829"/>
                      </a:lnTo>
                      <a:lnTo>
                        <a:pt x="466" y="818"/>
                      </a:lnTo>
                      <a:lnTo>
                        <a:pt x="461" y="804"/>
                      </a:lnTo>
                      <a:lnTo>
                        <a:pt x="455" y="789"/>
                      </a:lnTo>
                      <a:lnTo>
                        <a:pt x="450" y="775"/>
                      </a:lnTo>
                      <a:lnTo>
                        <a:pt x="446" y="762"/>
                      </a:lnTo>
                      <a:lnTo>
                        <a:pt x="444" y="748"/>
                      </a:lnTo>
                      <a:lnTo>
                        <a:pt x="441" y="733"/>
                      </a:lnTo>
                      <a:lnTo>
                        <a:pt x="440" y="718"/>
                      </a:lnTo>
                      <a:lnTo>
                        <a:pt x="439" y="699"/>
                      </a:lnTo>
                      <a:lnTo>
                        <a:pt x="439" y="678"/>
                      </a:lnTo>
                      <a:lnTo>
                        <a:pt x="722" y="960"/>
                      </a:lnTo>
                      <a:lnTo>
                        <a:pt x="692" y="960"/>
                      </a:lnTo>
                      <a:lnTo>
                        <a:pt x="665" y="958"/>
                      </a:lnTo>
                      <a:lnTo>
                        <a:pt x="651" y="955"/>
                      </a:lnTo>
                      <a:lnTo>
                        <a:pt x="639" y="953"/>
                      </a:lnTo>
                      <a:lnTo>
                        <a:pt x="628" y="950"/>
                      </a:lnTo>
                      <a:lnTo>
                        <a:pt x="618" y="946"/>
                      </a:lnTo>
                      <a:lnTo>
                        <a:pt x="638" y="1000"/>
                      </a:lnTo>
                      <a:lnTo>
                        <a:pt x="642" y="1003"/>
                      </a:lnTo>
                      <a:lnTo>
                        <a:pt x="649" y="1006"/>
                      </a:lnTo>
                      <a:lnTo>
                        <a:pt x="659" y="1007"/>
                      </a:lnTo>
                      <a:lnTo>
                        <a:pt x="670" y="1008"/>
                      </a:lnTo>
                      <a:lnTo>
                        <a:pt x="690" y="1010"/>
                      </a:lnTo>
                      <a:lnTo>
                        <a:pt x="704" y="1011"/>
                      </a:lnTo>
                      <a:lnTo>
                        <a:pt x="717" y="1010"/>
                      </a:lnTo>
                      <a:lnTo>
                        <a:pt x="729" y="1009"/>
                      </a:lnTo>
                      <a:lnTo>
                        <a:pt x="742" y="1007"/>
                      </a:lnTo>
                      <a:lnTo>
                        <a:pt x="755" y="1004"/>
                      </a:lnTo>
                      <a:lnTo>
                        <a:pt x="768" y="1001"/>
                      </a:lnTo>
                      <a:lnTo>
                        <a:pt x="781" y="998"/>
                      </a:lnTo>
                      <a:lnTo>
                        <a:pt x="794" y="994"/>
                      </a:lnTo>
                      <a:lnTo>
                        <a:pt x="808" y="989"/>
                      </a:lnTo>
                      <a:lnTo>
                        <a:pt x="821" y="984"/>
                      </a:lnTo>
                      <a:lnTo>
                        <a:pt x="833" y="979"/>
                      </a:lnTo>
                      <a:lnTo>
                        <a:pt x="846" y="973"/>
                      </a:lnTo>
                      <a:lnTo>
                        <a:pt x="857" y="967"/>
                      </a:lnTo>
                      <a:lnTo>
                        <a:pt x="868" y="961"/>
                      </a:lnTo>
                      <a:lnTo>
                        <a:pt x="879" y="953"/>
                      </a:lnTo>
                      <a:lnTo>
                        <a:pt x="888" y="946"/>
                      </a:lnTo>
                      <a:lnTo>
                        <a:pt x="898" y="938"/>
                      </a:lnTo>
                      <a:lnTo>
                        <a:pt x="903" y="933"/>
                      </a:lnTo>
                      <a:lnTo>
                        <a:pt x="908" y="929"/>
                      </a:lnTo>
                      <a:lnTo>
                        <a:pt x="919" y="920"/>
                      </a:lnTo>
                      <a:lnTo>
                        <a:pt x="929" y="909"/>
                      </a:lnTo>
                      <a:lnTo>
                        <a:pt x="940" y="897"/>
                      </a:lnTo>
                      <a:lnTo>
                        <a:pt x="949" y="885"/>
                      </a:lnTo>
                      <a:lnTo>
                        <a:pt x="958" y="872"/>
                      </a:lnTo>
                      <a:lnTo>
                        <a:pt x="966" y="857"/>
                      </a:lnTo>
                      <a:lnTo>
                        <a:pt x="974" y="843"/>
                      </a:lnTo>
                      <a:lnTo>
                        <a:pt x="982" y="828"/>
                      </a:lnTo>
                      <a:lnTo>
                        <a:pt x="989" y="813"/>
                      </a:lnTo>
                      <a:lnTo>
                        <a:pt x="995" y="797"/>
                      </a:lnTo>
                      <a:lnTo>
                        <a:pt x="1000" y="782"/>
                      </a:lnTo>
                      <a:lnTo>
                        <a:pt x="1004" y="767"/>
                      </a:lnTo>
                      <a:lnTo>
                        <a:pt x="1007" y="751"/>
                      </a:lnTo>
                      <a:lnTo>
                        <a:pt x="1009" y="736"/>
                      </a:lnTo>
                      <a:lnTo>
                        <a:pt x="1011" y="721"/>
                      </a:lnTo>
                      <a:lnTo>
                        <a:pt x="1011" y="706"/>
                      </a:lnTo>
                      <a:lnTo>
                        <a:pt x="1011" y="680"/>
                      </a:lnTo>
                      <a:lnTo>
                        <a:pt x="1010" y="661"/>
                      </a:lnTo>
                      <a:lnTo>
                        <a:pt x="1009" y="654"/>
                      </a:lnTo>
                      <a:lnTo>
                        <a:pt x="1007" y="649"/>
                      </a:lnTo>
                      <a:lnTo>
                        <a:pt x="1006" y="644"/>
                      </a:lnTo>
                      <a:lnTo>
                        <a:pt x="1004" y="641"/>
                      </a:lnTo>
                      <a:lnTo>
                        <a:pt x="1002" y="638"/>
                      </a:lnTo>
                      <a:lnTo>
                        <a:pt x="999" y="636"/>
                      </a:lnTo>
                      <a:lnTo>
                        <a:pt x="996" y="634"/>
                      </a:lnTo>
                      <a:lnTo>
                        <a:pt x="993" y="633"/>
                      </a:lnTo>
                      <a:lnTo>
                        <a:pt x="986" y="630"/>
                      </a:lnTo>
                      <a:lnTo>
                        <a:pt x="976" y="627"/>
                      </a:lnTo>
                      <a:lnTo>
                        <a:pt x="969" y="624"/>
                      </a:lnTo>
                      <a:lnTo>
                        <a:pt x="962" y="621"/>
                      </a:lnTo>
                      <a:lnTo>
                        <a:pt x="955" y="619"/>
                      </a:lnTo>
                      <a:lnTo>
                        <a:pt x="948" y="617"/>
                      </a:lnTo>
                      <a:lnTo>
                        <a:pt x="952" y="627"/>
                      </a:lnTo>
                      <a:lnTo>
                        <a:pt x="955" y="638"/>
                      </a:lnTo>
                      <a:lnTo>
                        <a:pt x="957" y="650"/>
                      </a:lnTo>
                      <a:lnTo>
                        <a:pt x="959" y="664"/>
                      </a:lnTo>
                      <a:lnTo>
                        <a:pt x="961" y="691"/>
                      </a:lnTo>
                      <a:lnTo>
                        <a:pt x="961" y="720"/>
                      </a:lnTo>
                      <a:lnTo>
                        <a:pt x="678" y="439"/>
                      </a:lnTo>
                      <a:lnTo>
                        <a:pt x="697" y="438"/>
                      </a:lnTo>
                      <a:lnTo>
                        <a:pt x="715" y="439"/>
                      </a:lnTo>
                      <a:lnTo>
                        <a:pt x="731" y="440"/>
                      </a:lnTo>
                      <a:lnTo>
                        <a:pt x="747" y="442"/>
                      </a:lnTo>
                      <a:lnTo>
                        <a:pt x="764" y="446"/>
                      </a:lnTo>
                      <a:lnTo>
                        <a:pt x="778" y="450"/>
                      </a:lnTo>
                      <a:lnTo>
                        <a:pt x="792" y="454"/>
                      </a:lnTo>
                      <a:lnTo>
                        <a:pt x="806" y="460"/>
                      </a:lnTo>
                      <a:lnTo>
                        <a:pt x="822" y="468"/>
                      </a:lnTo>
                      <a:lnTo>
                        <a:pt x="837" y="477"/>
                      </a:lnTo>
                      <a:lnTo>
                        <a:pt x="851" y="485"/>
                      </a:lnTo>
                      <a:lnTo>
                        <a:pt x="863" y="495"/>
                      </a:lnTo>
                      <a:lnTo>
                        <a:pt x="886" y="516"/>
                      </a:lnTo>
                      <a:lnTo>
                        <a:pt x="912" y="538"/>
                      </a:lnTo>
                      <a:lnTo>
                        <a:pt x="925" y="548"/>
                      </a:lnTo>
                      <a:lnTo>
                        <a:pt x="933" y="554"/>
                      </a:lnTo>
                      <a:lnTo>
                        <a:pt x="943" y="559"/>
                      </a:lnTo>
                      <a:lnTo>
                        <a:pt x="956" y="567"/>
                      </a:lnTo>
                      <a:lnTo>
                        <a:pt x="976" y="578"/>
                      </a:lnTo>
                      <a:lnTo>
                        <a:pt x="998" y="587"/>
                      </a:lnTo>
                      <a:lnTo>
                        <a:pt x="1019" y="594"/>
                      </a:lnTo>
                      <a:lnTo>
                        <a:pt x="1042" y="599"/>
                      </a:lnTo>
                      <a:lnTo>
                        <a:pt x="1064" y="603"/>
                      </a:lnTo>
                      <a:lnTo>
                        <a:pt x="1087" y="605"/>
                      </a:lnTo>
                      <a:lnTo>
                        <a:pt x="1109" y="605"/>
                      </a:lnTo>
                      <a:lnTo>
                        <a:pt x="1132" y="604"/>
                      </a:lnTo>
                      <a:lnTo>
                        <a:pt x="1154" y="601"/>
                      </a:lnTo>
                      <a:lnTo>
                        <a:pt x="1177" y="596"/>
                      </a:lnTo>
                      <a:lnTo>
                        <a:pt x="1198" y="590"/>
                      </a:lnTo>
                      <a:lnTo>
                        <a:pt x="1220" y="583"/>
                      </a:lnTo>
                      <a:lnTo>
                        <a:pt x="1240" y="574"/>
                      </a:lnTo>
                      <a:lnTo>
                        <a:pt x="1261" y="562"/>
                      </a:lnTo>
                      <a:lnTo>
                        <a:pt x="1280" y="551"/>
                      </a:lnTo>
                      <a:lnTo>
                        <a:pt x="1298" y="537"/>
                      </a:lnTo>
                      <a:lnTo>
                        <a:pt x="1318" y="520"/>
                      </a:lnTo>
                      <a:lnTo>
                        <a:pt x="1350" y="490"/>
                      </a:lnTo>
                      <a:lnTo>
                        <a:pt x="1366" y="474"/>
                      </a:lnTo>
                      <a:lnTo>
                        <a:pt x="1380" y="459"/>
                      </a:lnTo>
                      <a:lnTo>
                        <a:pt x="1391" y="448"/>
                      </a:lnTo>
                      <a:lnTo>
                        <a:pt x="1397" y="440"/>
                      </a:lnTo>
                      <a:lnTo>
                        <a:pt x="1399" y="433"/>
                      </a:lnTo>
                      <a:lnTo>
                        <a:pt x="1399" y="427"/>
                      </a:lnTo>
                      <a:lnTo>
                        <a:pt x="1398" y="421"/>
                      </a:lnTo>
                      <a:lnTo>
                        <a:pt x="1395" y="415"/>
                      </a:lnTo>
                      <a:lnTo>
                        <a:pt x="1391" y="411"/>
                      </a:lnTo>
                      <a:lnTo>
                        <a:pt x="1385" y="407"/>
                      </a:lnTo>
                      <a:lnTo>
                        <a:pt x="1379" y="405"/>
                      </a:lnTo>
                      <a:lnTo>
                        <a:pt x="1372" y="404"/>
                      </a:lnTo>
                      <a:lnTo>
                        <a:pt x="1368" y="405"/>
                      </a:lnTo>
                      <a:lnTo>
                        <a:pt x="1364" y="407"/>
                      </a:lnTo>
                      <a:lnTo>
                        <a:pt x="1360" y="410"/>
                      </a:lnTo>
                      <a:lnTo>
                        <a:pt x="1356" y="413"/>
                      </a:lnTo>
                      <a:lnTo>
                        <a:pt x="1349" y="421"/>
                      </a:lnTo>
                      <a:lnTo>
                        <a:pt x="1341" y="427"/>
                      </a:lnTo>
                      <a:lnTo>
                        <a:pt x="971" y="59"/>
                      </a:lnTo>
                      <a:lnTo>
                        <a:pt x="978" y="52"/>
                      </a:lnTo>
                      <a:lnTo>
                        <a:pt x="986" y="44"/>
                      </a:lnTo>
                      <a:lnTo>
                        <a:pt x="990" y="40"/>
                      </a:lnTo>
                      <a:lnTo>
                        <a:pt x="992" y="36"/>
                      </a:lnTo>
                      <a:lnTo>
                        <a:pt x="994" y="32"/>
                      </a:lnTo>
                      <a:lnTo>
                        <a:pt x="995" y="28"/>
                      </a:lnTo>
                      <a:lnTo>
                        <a:pt x="994" y="22"/>
                      </a:lnTo>
                      <a:lnTo>
                        <a:pt x="993" y="17"/>
                      </a:lnTo>
                      <a:lnTo>
                        <a:pt x="991" y="13"/>
                      </a:lnTo>
                      <a:lnTo>
                        <a:pt x="988" y="8"/>
                      </a:lnTo>
                      <a:lnTo>
                        <a:pt x="984" y="5"/>
                      </a:lnTo>
                      <a:lnTo>
                        <a:pt x="979" y="2"/>
                      </a:lnTo>
                      <a:lnTo>
                        <a:pt x="974" y="1"/>
                      </a:lnTo>
                      <a:lnTo>
                        <a:pt x="969" y="0"/>
                      </a:lnTo>
                      <a:lnTo>
                        <a:pt x="966" y="0"/>
                      </a:lnTo>
                      <a:lnTo>
                        <a:pt x="963" y="2"/>
                      </a:lnTo>
                      <a:lnTo>
                        <a:pt x="959" y="4"/>
                      </a:lnTo>
                      <a:lnTo>
                        <a:pt x="955" y="6"/>
                      </a:lnTo>
                      <a:lnTo>
                        <a:pt x="946" y="13"/>
                      </a:lnTo>
                      <a:lnTo>
                        <a:pt x="937" y="21"/>
                      </a:lnTo>
                      <a:lnTo>
                        <a:pt x="920" y="40"/>
                      </a:lnTo>
                      <a:lnTo>
                        <a:pt x="908" y="52"/>
                      </a:lnTo>
                      <a:lnTo>
                        <a:pt x="893" y="67"/>
                      </a:lnTo>
                      <a:lnTo>
                        <a:pt x="878" y="82"/>
                      </a:lnTo>
                      <a:lnTo>
                        <a:pt x="865" y="97"/>
                      </a:lnTo>
                      <a:lnTo>
                        <a:pt x="852" y="114"/>
                      </a:lnTo>
                      <a:lnTo>
                        <a:pt x="840" y="131"/>
                      </a:lnTo>
                      <a:lnTo>
                        <a:pt x="830" y="149"/>
                      </a:lnTo>
                      <a:lnTo>
                        <a:pt x="820" y="169"/>
                      </a:lnTo>
                      <a:lnTo>
                        <a:pt x="812" y="191"/>
                      </a:lnTo>
                      <a:lnTo>
                        <a:pt x="804" y="214"/>
                      </a:lnTo>
                      <a:lnTo>
                        <a:pt x="799" y="239"/>
                      </a:lnTo>
                      <a:lnTo>
                        <a:pt x="796" y="251"/>
                      </a:lnTo>
                      <a:lnTo>
                        <a:pt x="794" y="264"/>
                      </a:lnTo>
                      <a:lnTo>
                        <a:pt x="794" y="277"/>
                      </a:lnTo>
                      <a:lnTo>
                        <a:pt x="793" y="29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182901" tIns="91451" rIns="182901" bIns="91451" numCol="1" anchor="t" anchorCtr="0" compatLnSpc="1"/>
                <a:lstStyle/>
                <a:p>
                  <a:pPr defTabSz="914377">
                    <a:defRPr/>
                  </a:pPr>
                  <a:endParaRPr lang="en-US" sz="9600">
                    <a:latin typeface="Avenir Next LT Pro" panose="020B0504020202020204"/>
                  </a:endParaRPr>
                </a:p>
              </p:txBody>
            </p:sp>
          </p:grpSp>
        </p:grpSp>
        <p:grpSp>
          <p:nvGrpSpPr>
            <p:cNvPr id="291" name="Group 290">
              <a:extLst>
                <a:ext uri="{FF2B5EF4-FFF2-40B4-BE49-F238E27FC236}">
                  <a16:creationId xmlns:a16="http://schemas.microsoft.com/office/drawing/2014/main" id="{EFC98520-6DCB-996C-7EE7-3C510AED3C94}"/>
                </a:ext>
              </a:extLst>
            </p:cNvPr>
            <p:cNvGrpSpPr/>
            <p:nvPr/>
          </p:nvGrpSpPr>
          <p:grpSpPr>
            <a:xfrm>
              <a:off x="15743" y="7064"/>
              <a:ext cx="2283" cy="669"/>
              <a:chOff x="15975" y="7124"/>
              <a:chExt cx="2283" cy="669"/>
            </a:xfrm>
          </p:grpSpPr>
          <p:sp>
            <p:nvSpPr>
              <p:cNvPr id="248" name="Rectangle 47">
                <a:extLst>
                  <a:ext uri="{FF2B5EF4-FFF2-40B4-BE49-F238E27FC236}">
                    <a16:creationId xmlns:a16="http://schemas.microsoft.com/office/drawing/2014/main" id="{F5F94B4B-213B-9C3B-EF5B-4C6C20B9FD7E}"/>
                  </a:ext>
                </a:extLst>
              </p:cNvPr>
              <p:cNvSpPr/>
              <p:nvPr/>
            </p:nvSpPr>
            <p:spPr>
              <a:xfrm>
                <a:off x="15975" y="7124"/>
                <a:ext cx="1895" cy="669"/>
              </a:xfrm>
              <a:prstGeom prst="rect">
                <a:avLst/>
              </a:prstGeom>
            </p:spPr>
            <p:txBody>
              <a:bodyPr wrap="square" anchor="ctr">
                <a:spAutoFit/>
              </a:bodyPr>
              <a:lstStyle/>
              <a:p>
                <a:pPr defTabSz="914377">
                  <a:lnSpc>
                    <a:spcPct val="90000"/>
                  </a:lnSpc>
                  <a:defRPr/>
                </a:pPr>
                <a:r>
                  <a:rPr lang="en-US" altLang="en-US" sz="800" b="1">
                    <a:latin typeface="Century Gothic" panose="020B0502020202020204" pitchFamily="34" charset="0"/>
                    <a:cs typeface="Century Gothic" panose="020B0502020202020204" pitchFamily="34" charset="0"/>
                  </a:rPr>
                  <a:t>Communications, </a:t>
                </a:r>
              </a:p>
              <a:p>
                <a:pPr defTabSz="914377">
                  <a:lnSpc>
                    <a:spcPct val="90000"/>
                  </a:lnSpc>
                  <a:defRPr/>
                </a:pPr>
                <a:r>
                  <a:rPr lang="en-US" altLang="en-US" sz="800" b="1">
                    <a:latin typeface="Century Gothic" panose="020B0502020202020204" pitchFamily="34" charset="0"/>
                    <a:cs typeface="Century Gothic" panose="020B0502020202020204" pitchFamily="34" charset="0"/>
                  </a:rPr>
                  <a:t>Media &amp; </a:t>
                </a:r>
              </a:p>
              <a:p>
                <a:pPr defTabSz="914377">
                  <a:lnSpc>
                    <a:spcPct val="90000"/>
                  </a:lnSpc>
                  <a:defRPr/>
                </a:pPr>
                <a:r>
                  <a:rPr lang="en-US" altLang="en-US" sz="800" b="1">
                    <a:latin typeface="Century Gothic" panose="020B0502020202020204" pitchFamily="34" charset="0"/>
                    <a:cs typeface="Century Gothic" panose="020B0502020202020204" pitchFamily="34" charset="0"/>
                  </a:rPr>
                  <a:t>Entertainment</a:t>
                </a:r>
              </a:p>
            </p:txBody>
          </p:sp>
          <p:grpSp>
            <p:nvGrpSpPr>
              <p:cNvPr id="285" name="Group 284">
                <a:extLst>
                  <a:ext uri="{FF2B5EF4-FFF2-40B4-BE49-F238E27FC236}">
                    <a16:creationId xmlns:a16="http://schemas.microsoft.com/office/drawing/2014/main" id="{338A2509-17E9-92D1-2542-20C0DD80F4F5}"/>
                  </a:ext>
                </a:extLst>
              </p:cNvPr>
              <p:cNvGrpSpPr/>
              <p:nvPr/>
            </p:nvGrpSpPr>
            <p:grpSpPr>
              <a:xfrm>
                <a:off x="17621" y="7141"/>
                <a:ext cx="637" cy="637"/>
                <a:chOff x="18881" y="7094"/>
                <a:chExt cx="768" cy="768"/>
              </a:xfrm>
            </p:grpSpPr>
            <p:sp>
              <p:nvSpPr>
                <p:cNvPr id="261" name="Oval 260">
                  <a:extLst>
                    <a:ext uri="{FF2B5EF4-FFF2-40B4-BE49-F238E27FC236}">
                      <a16:creationId xmlns:a16="http://schemas.microsoft.com/office/drawing/2014/main" id="{DD3979D1-005E-FDEB-81FA-671DC627172E}"/>
                    </a:ext>
                  </a:extLst>
                </p:cNvPr>
                <p:cNvSpPr/>
                <p:nvPr/>
              </p:nvSpPr>
              <p:spPr>
                <a:xfrm>
                  <a:off x="18881" y="7094"/>
                  <a:ext cx="768" cy="768"/>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defRPr/>
                  </a:pPr>
                  <a:endParaRPr lang="en-US">
                    <a:solidFill>
                      <a:srgbClr val="FFFFFF"/>
                    </a:solidFill>
                    <a:latin typeface="Avenir Next LT Pro" panose="020B0504020202020204"/>
                  </a:endParaRPr>
                </a:p>
              </p:txBody>
            </p:sp>
            <p:pic>
              <p:nvPicPr>
                <p:cNvPr id="269" name="Graphic 104">
                  <a:extLst>
                    <a:ext uri="{FF2B5EF4-FFF2-40B4-BE49-F238E27FC236}">
                      <a16:creationId xmlns:a16="http://schemas.microsoft.com/office/drawing/2014/main" id="{772B2B7F-C481-F010-F6F4-DAFAEC09BF0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003" y="7215"/>
                  <a:ext cx="512" cy="495"/>
                </a:xfrm>
                <a:prstGeom prst="rect">
                  <a:avLst/>
                </a:prstGeom>
              </p:spPr>
            </p:pic>
          </p:grpSp>
        </p:grpSp>
      </p:grpSp>
      <p:grpSp>
        <p:nvGrpSpPr>
          <p:cNvPr id="300" name="Group 299">
            <a:extLst>
              <a:ext uri="{FF2B5EF4-FFF2-40B4-BE49-F238E27FC236}">
                <a16:creationId xmlns:a16="http://schemas.microsoft.com/office/drawing/2014/main" id="{DE8638AF-93E1-CD83-8B7A-C9E10778A6F1}"/>
              </a:ext>
            </a:extLst>
          </p:cNvPr>
          <p:cNvGrpSpPr/>
          <p:nvPr/>
        </p:nvGrpSpPr>
        <p:grpSpPr>
          <a:xfrm>
            <a:off x="6471286" y="5042547"/>
            <a:ext cx="4969511" cy="433706"/>
            <a:chOff x="10191" y="7941"/>
            <a:chExt cx="7826" cy="683"/>
          </a:xfrm>
        </p:grpSpPr>
        <p:cxnSp>
          <p:nvCxnSpPr>
            <p:cNvPr id="253" name="Straight Connector 252">
              <a:extLst>
                <a:ext uri="{FF2B5EF4-FFF2-40B4-BE49-F238E27FC236}">
                  <a16:creationId xmlns:a16="http://schemas.microsoft.com/office/drawing/2014/main" id="{D07F2AAB-BE09-FDC8-3461-7718252FCE64}"/>
                </a:ext>
              </a:extLst>
            </p:cNvPr>
            <p:cNvCxnSpPr/>
            <p:nvPr/>
          </p:nvCxnSpPr>
          <p:spPr>
            <a:xfrm flipV="1">
              <a:off x="15622" y="7941"/>
              <a:ext cx="0" cy="683"/>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54" name="Straight Connector 253">
              <a:extLst>
                <a:ext uri="{FF2B5EF4-FFF2-40B4-BE49-F238E27FC236}">
                  <a16:creationId xmlns:a16="http://schemas.microsoft.com/office/drawing/2014/main" id="{12864358-8F28-71A5-8731-6238E6E7F008}"/>
                </a:ext>
              </a:extLst>
            </p:cNvPr>
            <p:cNvCxnSpPr/>
            <p:nvPr/>
          </p:nvCxnSpPr>
          <p:spPr>
            <a:xfrm flipV="1">
              <a:off x="13004" y="7941"/>
              <a:ext cx="0" cy="683"/>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sp>
          <p:nvSpPr>
            <p:cNvPr id="246" name="Rectangle 45">
              <a:extLst>
                <a:ext uri="{FF2B5EF4-FFF2-40B4-BE49-F238E27FC236}">
                  <a16:creationId xmlns:a16="http://schemas.microsoft.com/office/drawing/2014/main" id="{8D8C2FDE-B2DE-29FE-371D-564F0E94A941}"/>
                </a:ext>
              </a:extLst>
            </p:cNvPr>
            <p:cNvSpPr/>
            <p:nvPr/>
          </p:nvSpPr>
          <p:spPr>
            <a:xfrm>
              <a:off x="10191" y="8036"/>
              <a:ext cx="1933" cy="494"/>
            </a:xfrm>
            <a:prstGeom prst="rect">
              <a:avLst/>
            </a:prstGeom>
          </p:spPr>
          <p:txBody>
            <a:bodyPr wrap="square" anchor="ctr">
              <a:spAutoFit/>
            </a:bodyPr>
            <a:lstStyle/>
            <a:p>
              <a:pPr defTabSz="914377">
                <a:lnSpc>
                  <a:spcPct val="90000"/>
                </a:lnSpc>
                <a:defRPr/>
              </a:pPr>
              <a:r>
                <a:rPr lang="en-US" altLang="en-US" sz="800" b="1">
                  <a:latin typeface="Century Gothic" panose="020B0502020202020204" pitchFamily="34" charset="0"/>
                  <a:cs typeface="Century Gothic" panose="020B0502020202020204" pitchFamily="34" charset="0"/>
                </a:rPr>
                <a:t>High Tech &amp;</a:t>
              </a:r>
            </a:p>
            <a:p>
              <a:pPr defTabSz="914377">
                <a:lnSpc>
                  <a:spcPct val="90000"/>
                </a:lnSpc>
                <a:defRPr/>
              </a:pPr>
              <a:r>
                <a:rPr lang="en-US" altLang="en-US" sz="800" b="1">
                  <a:latin typeface="Century Gothic" panose="020B0502020202020204" pitchFamily="34" charset="0"/>
                  <a:cs typeface="Century Gothic" panose="020B0502020202020204" pitchFamily="34" charset="0"/>
                </a:rPr>
                <a:t>Product Engineering</a:t>
              </a:r>
            </a:p>
          </p:txBody>
        </p:sp>
        <p:grpSp>
          <p:nvGrpSpPr>
            <p:cNvPr id="280" name="Group 279">
              <a:extLst>
                <a:ext uri="{FF2B5EF4-FFF2-40B4-BE49-F238E27FC236}">
                  <a16:creationId xmlns:a16="http://schemas.microsoft.com/office/drawing/2014/main" id="{D6D5490F-D0E7-E6CC-ABB3-7D354BC224AB}"/>
                </a:ext>
              </a:extLst>
            </p:cNvPr>
            <p:cNvGrpSpPr/>
            <p:nvPr/>
          </p:nvGrpSpPr>
          <p:grpSpPr>
            <a:xfrm>
              <a:off x="12096" y="7964"/>
              <a:ext cx="637" cy="637"/>
              <a:chOff x="12554" y="8062"/>
              <a:chExt cx="768" cy="768"/>
            </a:xfrm>
          </p:grpSpPr>
          <p:sp>
            <p:nvSpPr>
              <p:cNvPr id="266" name="Oval 265">
                <a:extLst>
                  <a:ext uri="{FF2B5EF4-FFF2-40B4-BE49-F238E27FC236}">
                    <a16:creationId xmlns:a16="http://schemas.microsoft.com/office/drawing/2014/main" id="{45C5D9DC-6DD1-E750-5BD0-59705014BC28}"/>
                  </a:ext>
                </a:extLst>
              </p:cNvPr>
              <p:cNvSpPr/>
              <p:nvPr/>
            </p:nvSpPr>
            <p:spPr>
              <a:xfrm>
                <a:off x="12554" y="8062"/>
                <a:ext cx="768" cy="768"/>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defRPr/>
                </a:pPr>
                <a:endParaRPr lang="en-US">
                  <a:solidFill>
                    <a:srgbClr val="FFFFFF"/>
                  </a:solidFill>
                  <a:latin typeface="Avenir Next LT Pro" panose="020B0504020202020204"/>
                </a:endParaRPr>
              </a:p>
            </p:txBody>
          </p:sp>
          <p:grpSp>
            <p:nvGrpSpPr>
              <p:cNvPr id="270" name="Group 269">
                <a:extLst>
                  <a:ext uri="{FF2B5EF4-FFF2-40B4-BE49-F238E27FC236}">
                    <a16:creationId xmlns:a16="http://schemas.microsoft.com/office/drawing/2014/main" id="{AC04031E-B33B-C505-CFA6-01FE8652BB2F}"/>
                  </a:ext>
                </a:extLst>
              </p:cNvPr>
              <p:cNvGrpSpPr/>
              <p:nvPr/>
            </p:nvGrpSpPr>
            <p:grpSpPr>
              <a:xfrm>
                <a:off x="12693" y="8162"/>
                <a:ext cx="486" cy="486"/>
                <a:chOff x="6795857" y="295564"/>
                <a:chExt cx="840026" cy="841183"/>
              </a:xfrm>
              <a:solidFill>
                <a:schemeClr val="tx1"/>
              </a:solidFill>
            </p:grpSpPr>
            <p:sp>
              <p:nvSpPr>
                <p:cNvPr id="271" name="Freeform 57">
                  <a:extLst>
                    <a:ext uri="{FF2B5EF4-FFF2-40B4-BE49-F238E27FC236}">
                      <a16:creationId xmlns:a16="http://schemas.microsoft.com/office/drawing/2014/main" id="{420471CC-F643-BFBD-7FF6-37DBB0C9E144}"/>
                    </a:ext>
                  </a:extLst>
                </p:cNvPr>
                <p:cNvSpPr>
                  <a:spLocks noEditPoints="1"/>
                </p:cNvSpPr>
                <p:nvPr/>
              </p:nvSpPr>
              <p:spPr bwMode="auto">
                <a:xfrm>
                  <a:off x="6795857" y="295564"/>
                  <a:ext cx="840026" cy="841183"/>
                </a:xfrm>
                <a:custGeom>
                  <a:avLst/>
                  <a:gdLst>
                    <a:gd name="T0" fmla="*/ 471 w 7257"/>
                    <a:gd name="T1" fmla="*/ 7031 h 7266"/>
                    <a:gd name="T2" fmla="*/ 703 w 7257"/>
                    <a:gd name="T3" fmla="*/ 4687 h 7266"/>
                    <a:gd name="T4" fmla="*/ 1528 w 7257"/>
                    <a:gd name="T5" fmla="*/ 4227 h 7266"/>
                    <a:gd name="T6" fmla="*/ 1797 w 7257"/>
                    <a:gd name="T7" fmla="*/ 4359 h 7266"/>
                    <a:gd name="T8" fmla="*/ 5948 w 7257"/>
                    <a:gd name="T9" fmla="*/ 3258 h 7266"/>
                    <a:gd name="T10" fmla="*/ 5383 w 7257"/>
                    <a:gd name="T11" fmla="*/ 3200 h 7266"/>
                    <a:gd name="T12" fmla="*/ 5725 w 7257"/>
                    <a:gd name="T13" fmla="*/ 1878 h 7266"/>
                    <a:gd name="T14" fmla="*/ 6124 w 7257"/>
                    <a:gd name="T15" fmla="*/ 2029 h 7266"/>
                    <a:gd name="T16" fmla="*/ 6311 w 7257"/>
                    <a:gd name="T17" fmla="*/ 2380 h 7266"/>
                    <a:gd name="T18" fmla="*/ 6209 w 7257"/>
                    <a:gd name="T19" fmla="*/ 2800 h 7266"/>
                    <a:gd name="T20" fmla="*/ 5873 w 7257"/>
                    <a:gd name="T21" fmla="*/ 3029 h 7266"/>
                    <a:gd name="T22" fmla="*/ 5207 w 7257"/>
                    <a:gd name="T23" fmla="*/ 2698 h 7266"/>
                    <a:gd name="T24" fmla="*/ 5415 w 7257"/>
                    <a:gd name="T25" fmla="*/ 1973 h 7266"/>
                    <a:gd name="T26" fmla="*/ 4825 w 7257"/>
                    <a:gd name="T27" fmla="*/ 1477 h 7266"/>
                    <a:gd name="T28" fmla="*/ 5071 w 7257"/>
                    <a:gd name="T29" fmla="*/ 1174 h 7266"/>
                    <a:gd name="T30" fmla="*/ 5449 w 7257"/>
                    <a:gd name="T31" fmla="*/ 1689 h 7266"/>
                    <a:gd name="T32" fmla="*/ 5115 w 7257"/>
                    <a:gd name="T33" fmla="*/ 1922 h 7266"/>
                    <a:gd name="T34" fmla="*/ 4799 w 7257"/>
                    <a:gd name="T35" fmla="*/ 1887 h 7266"/>
                    <a:gd name="T36" fmla="*/ 4583 w 7257"/>
                    <a:gd name="T37" fmla="*/ 1642 h 7266"/>
                    <a:gd name="T38" fmla="*/ 3691 w 7257"/>
                    <a:gd name="T39" fmla="*/ 1731 h 7266"/>
                    <a:gd name="T40" fmla="*/ 2998 w 7257"/>
                    <a:gd name="T41" fmla="*/ 2370 h 7266"/>
                    <a:gd name="T42" fmla="*/ 2663 w 7257"/>
                    <a:gd name="T43" fmla="*/ 2497 h 7266"/>
                    <a:gd name="T44" fmla="*/ 2370 w 7257"/>
                    <a:gd name="T45" fmla="*/ 2291 h 7266"/>
                    <a:gd name="T46" fmla="*/ 2377 w 7257"/>
                    <a:gd name="T47" fmla="*/ 1939 h 7266"/>
                    <a:gd name="T48" fmla="*/ 2726 w 7257"/>
                    <a:gd name="T49" fmla="*/ 1584 h 7266"/>
                    <a:gd name="T50" fmla="*/ 3509 w 7257"/>
                    <a:gd name="T51" fmla="*/ 835 h 7266"/>
                    <a:gd name="T52" fmla="*/ 3691 w 7257"/>
                    <a:gd name="T53" fmla="*/ 1339 h 7266"/>
                    <a:gd name="T54" fmla="*/ 4288 w 7257"/>
                    <a:gd name="T55" fmla="*/ 241 h 7266"/>
                    <a:gd name="T56" fmla="*/ 4691 w 7257"/>
                    <a:gd name="T57" fmla="*/ 366 h 7266"/>
                    <a:gd name="T58" fmla="*/ 4905 w 7257"/>
                    <a:gd name="T59" fmla="*/ 712 h 7266"/>
                    <a:gd name="T60" fmla="*/ 4820 w 7257"/>
                    <a:gd name="T61" fmla="*/ 1138 h 7266"/>
                    <a:gd name="T62" fmla="*/ 4495 w 7257"/>
                    <a:gd name="T63" fmla="*/ 1383 h 7266"/>
                    <a:gd name="T64" fmla="*/ 3945 w 7257"/>
                    <a:gd name="T65" fmla="*/ 1253 h 7266"/>
                    <a:gd name="T66" fmla="*/ 3770 w 7257"/>
                    <a:gd name="T67" fmla="*/ 683 h 7266"/>
                    <a:gd name="T68" fmla="*/ 4079 w 7257"/>
                    <a:gd name="T69" fmla="*/ 297 h 7266"/>
                    <a:gd name="T70" fmla="*/ 1937 w 7257"/>
                    <a:gd name="T71" fmla="*/ 2695 h 7266"/>
                    <a:gd name="T72" fmla="*/ 1608 w 7257"/>
                    <a:gd name="T73" fmla="*/ 3142 h 7266"/>
                    <a:gd name="T74" fmla="*/ 2383 w 7257"/>
                    <a:gd name="T75" fmla="*/ 2648 h 7266"/>
                    <a:gd name="T76" fmla="*/ 2724 w 7257"/>
                    <a:gd name="T77" fmla="*/ 2742 h 7266"/>
                    <a:gd name="T78" fmla="*/ 3025 w 7257"/>
                    <a:gd name="T79" fmla="*/ 2653 h 7266"/>
                    <a:gd name="T80" fmla="*/ 4203 w 7257"/>
                    <a:gd name="T81" fmla="*/ 1626 h 7266"/>
                    <a:gd name="T82" fmla="*/ 4391 w 7257"/>
                    <a:gd name="T83" fmla="*/ 1787 h 7266"/>
                    <a:gd name="T84" fmla="*/ 4917 w 7257"/>
                    <a:gd name="T85" fmla="*/ 2538 h 7266"/>
                    <a:gd name="T86" fmla="*/ 5027 w 7257"/>
                    <a:gd name="T87" fmla="*/ 2916 h 7266"/>
                    <a:gd name="T88" fmla="*/ 2108 w 7257"/>
                    <a:gd name="T89" fmla="*/ 4453 h 7266"/>
                    <a:gd name="T90" fmla="*/ 1987 w 7257"/>
                    <a:gd name="T91" fmla="*/ 4210 h 7266"/>
                    <a:gd name="T92" fmla="*/ 1663 w 7257"/>
                    <a:gd name="T93" fmla="*/ 4005 h 7266"/>
                    <a:gd name="T94" fmla="*/ 937 w 7257"/>
                    <a:gd name="T95" fmla="*/ 3984 h 7266"/>
                    <a:gd name="T96" fmla="*/ 234 w 7257"/>
                    <a:gd name="T97" fmla="*/ 4921 h 7266"/>
                    <a:gd name="T98" fmla="*/ 6437 w 7257"/>
                    <a:gd name="T99" fmla="*/ 3780 h 7266"/>
                    <a:gd name="T100" fmla="*/ 6440 w 7257"/>
                    <a:gd name="T101" fmla="*/ 2965 h 7266"/>
                    <a:gd name="T102" fmla="*/ 6540 w 7257"/>
                    <a:gd name="T103" fmla="*/ 2631 h 7266"/>
                    <a:gd name="T104" fmla="*/ 6510 w 7257"/>
                    <a:gd name="T105" fmla="*/ 2189 h 7266"/>
                    <a:gd name="T106" fmla="*/ 6284 w 7257"/>
                    <a:gd name="T107" fmla="*/ 1851 h 7266"/>
                    <a:gd name="T108" fmla="*/ 5120 w 7257"/>
                    <a:gd name="T109" fmla="*/ 568 h 7266"/>
                    <a:gd name="T110" fmla="*/ 4820 w 7257"/>
                    <a:gd name="T111" fmla="*/ 155 h 7266"/>
                    <a:gd name="T112" fmla="*/ 4217 w 7257"/>
                    <a:gd name="T113" fmla="*/ 7 h 7266"/>
                    <a:gd name="T114" fmla="*/ 3538 w 7257"/>
                    <a:gd name="T115" fmla="*/ 467 h 7266"/>
                    <a:gd name="T116" fmla="*/ 3198 w 7257"/>
                    <a:gd name="T117" fmla="*/ 799 h 7266"/>
                    <a:gd name="T118" fmla="*/ 2513 w 7257"/>
                    <a:gd name="T119" fmla="*/ 1444 h 7266"/>
                    <a:gd name="T120" fmla="*/ 2123 w 7257"/>
                    <a:gd name="T121" fmla="*/ 1904 h 7266"/>
                    <a:gd name="T122" fmla="*/ 2091 w 7257"/>
                    <a:gd name="T123" fmla="*/ 2190 h 7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257" h="7266">
                      <a:moveTo>
                        <a:pt x="4683" y="5376"/>
                      </a:moveTo>
                      <a:lnTo>
                        <a:pt x="4682" y="5156"/>
                      </a:lnTo>
                      <a:lnTo>
                        <a:pt x="6787" y="5157"/>
                      </a:lnTo>
                      <a:lnTo>
                        <a:pt x="6787" y="5318"/>
                      </a:lnTo>
                      <a:lnTo>
                        <a:pt x="6787" y="7030"/>
                      </a:lnTo>
                      <a:lnTo>
                        <a:pt x="4682" y="7031"/>
                      </a:lnTo>
                      <a:lnTo>
                        <a:pt x="4683" y="5376"/>
                      </a:lnTo>
                      <a:close/>
                      <a:moveTo>
                        <a:pt x="471" y="5158"/>
                      </a:moveTo>
                      <a:lnTo>
                        <a:pt x="2107" y="5157"/>
                      </a:lnTo>
                      <a:lnTo>
                        <a:pt x="2107" y="5858"/>
                      </a:lnTo>
                      <a:lnTo>
                        <a:pt x="1873" y="5860"/>
                      </a:lnTo>
                      <a:lnTo>
                        <a:pt x="1872" y="6095"/>
                      </a:lnTo>
                      <a:lnTo>
                        <a:pt x="2108" y="6093"/>
                      </a:lnTo>
                      <a:lnTo>
                        <a:pt x="2107" y="7030"/>
                      </a:lnTo>
                      <a:lnTo>
                        <a:pt x="471" y="7031"/>
                      </a:lnTo>
                      <a:lnTo>
                        <a:pt x="470" y="6093"/>
                      </a:lnTo>
                      <a:lnTo>
                        <a:pt x="1640" y="6094"/>
                      </a:lnTo>
                      <a:lnTo>
                        <a:pt x="1641" y="5858"/>
                      </a:lnTo>
                      <a:lnTo>
                        <a:pt x="471" y="5859"/>
                      </a:lnTo>
                      <a:lnTo>
                        <a:pt x="471" y="5158"/>
                      </a:lnTo>
                      <a:close/>
                      <a:moveTo>
                        <a:pt x="4917" y="4454"/>
                      </a:moveTo>
                      <a:lnTo>
                        <a:pt x="6553" y="4454"/>
                      </a:lnTo>
                      <a:lnTo>
                        <a:pt x="6554" y="4920"/>
                      </a:lnTo>
                      <a:lnTo>
                        <a:pt x="4917" y="4921"/>
                      </a:lnTo>
                      <a:lnTo>
                        <a:pt x="4917" y="4454"/>
                      </a:lnTo>
                      <a:close/>
                      <a:moveTo>
                        <a:pt x="703" y="4687"/>
                      </a:moveTo>
                      <a:lnTo>
                        <a:pt x="1873" y="4688"/>
                      </a:lnTo>
                      <a:lnTo>
                        <a:pt x="1872" y="4920"/>
                      </a:lnTo>
                      <a:lnTo>
                        <a:pt x="704" y="4921"/>
                      </a:lnTo>
                      <a:lnTo>
                        <a:pt x="703" y="4687"/>
                      </a:lnTo>
                      <a:close/>
                      <a:moveTo>
                        <a:pt x="705" y="4409"/>
                      </a:moveTo>
                      <a:lnTo>
                        <a:pt x="704" y="4219"/>
                      </a:lnTo>
                      <a:lnTo>
                        <a:pt x="743" y="4218"/>
                      </a:lnTo>
                      <a:lnTo>
                        <a:pt x="793" y="4217"/>
                      </a:lnTo>
                      <a:lnTo>
                        <a:pt x="850" y="4216"/>
                      </a:lnTo>
                      <a:lnTo>
                        <a:pt x="915" y="4215"/>
                      </a:lnTo>
                      <a:lnTo>
                        <a:pt x="984" y="4214"/>
                      </a:lnTo>
                      <a:lnTo>
                        <a:pt x="1057" y="4213"/>
                      </a:lnTo>
                      <a:lnTo>
                        <a:pt x="1133" y="4212"/>
                      </a:lnTo>
                      <a:lnTo>
                        <a:pt x="1209" y="4212"/>
                      </a:lnTo>
                      <a:lnTo>
                        <a:pt x="1286" y="4213"/>
                      </a:lnTo>
                      <a:lnTo>
                        <a:pt x="1360" y="4215"/>
                      </a:lnTo>
                      <a:lnTo>
                        <a:pt x="1431" y="4219"/>
                      </a:lnTo>
                      <a:lnTo>
                        <a:pt x="1497" y="4224"/>
                      </a:lnTo>
                      <a:lnTo>
                        <a:pt x="1528" y="4227"/>
                      </a:lnTo>
                      <a:lnTo>
                        <a:pt x="1557" y="4231"/>
                      </a:lnTo>
                      <a:lnTo>
                        <a:pt x="1584" y="4235"/>
                      </a:lnTo>
                      <a:lnTo>
                        <a:pt x="1609" y="4240"/>
                      </a:lnTo>
                      <a:lnTo>
                        <a:pt x="1632" y="4245"/>
                      </a:lnTo>
                      <a:lnTo>
                        <a:pt x="1652" y="4251"/>
                      </a:lnTo>
                      <a:lnTo>
                        <a:pt x="1671" y="4257"/>
                      </a:lnTo>
                      <a:lnTo>
                        <a:pt x="1685" y="4264"/>
                      </a:lnTo>
                      <a:lnTo>
                        <a:pt x="1708" y="4277"/>
                      </a:lnTo>
                      <a:lnTo>
                        <a:pt x="1730" y="4293"/>
                      </a:lnTo>
                      <a:lnTo>
                        <a:pt x="1742" y="4302"/>
                      </a:lnTo>
                      <a:lnTo>
                        <a:pt x="1754" y="4311"/>
                      </a:lnTo>
                      <a:lnTo>
                        <a:pt x="1765" y="4322"/>
                      </a:lnTo>
                      <a:lnTo>
                        <a:pt x="1776" y="4333"/>
                      </a:lnTo>
                      <a:lnTo>
                        <a:pt x="1786" y="4345"/>
                      </a:lnTo>
                      <a:lnTo>
                        <a:pt x="1797" y="4359"/>
                      </a:lnTo>
                      <a:lnTo>
                        <a:pt x="1806" y="4372"/>
                      </a:lnTo>
                      <a:lnTo>
                        <a:pt x="1815" y="4386"/>
                      </a:lnTo>
                      <a:lnTo>
                        <a:pt x="1824" y="4402"/>
                      </a:lnTo>
                      <a:lnTo>
                        <a:pt x="1831" y="4417"/>
                      </a:lnTo>
                      <a:lnTo>
                        <a:pt x="1839" y="4434"/>
                      </a:lnTo>
                      <a:lnTo>
                        <a:pt x="1844" y="4452"/>
                      </a:lnTo>
                      <a:lnTo>
                        <a:pt x="705" y="4453"/>
                      </a:lnTo>
                      <a:lnTo>
                        <a:pt x="705" y="4409"/>
                      </a:lnTo>
                      <a:close/>
                      <a:moveTo>
                        <a:pt x="5750" y="3281"/>
                      </a:moveTo>
                      <a:lnTo>
                        <a:pt x="5789" y="3281"/>
                      </a:lnTo>
                      <a:lnTo>
                        <a:pt x="5826" y="3279"/>
                      </a:lnTo>
                      <a:lnTo>
                        <a:pt x="5859" y="3275"/>
                      </a:lnTo>
                      <a:lnTo>
                        <a:pt x="5891" y="3270"/>
                      </a:lnTo>
                      <a:lnTo>
                        <a:pt x="5921" y="3265"/>
                      </a:lnTo>
                      <a:lnTo>
                        <a:pt x="5948" y="3258"/>
                      </a:lnTo>
                      <a:lnTo>
                        <a:pt x="5975" y="3250"/>
                      </a:lnTo>
                      <a:lnTo>
                        <a:pt x="6001" y="3242"/>
                      </a:lnTo>
                      <a:lnTo>
                        <a:pt x="6025" y="3233"/>
                      </a:lnTo>
                      <a:lnTo>
                        <a:pt x="6050" y="3221"/>
                      </a:lnTo>
                      <a:lnTo>
                        <a:pt x="6073" y="3210"/>
                      </a:lnTo>
                      <a:lnTo>
                        <a:pt x="6098" y="3198"/>
                      </a:lnTo>
                      <a:lnTo>
                        <a:pt x="6148" y="3171"/>
                      </a:lnTo>
                      <a:lnTo>
                        <a:pt x="6202" y="3141"/>
                      </a:lnTo>
                      <a:lnTo>
                        <a:pt x="6202" y="4218"/>
                      </a:lnTo>
                      <a:lnTo>
                        <a:pt x="5267" y="4219"/>
                      </a:lnTo>
                      <a:lnTo>
                        <a:pt x="5268" y="3144"/>
                      </a:lnTo>
                      <a:lnTo>
                        <a:pt x="5302" y="3159"/>
                      </a:lnTo>
                      <a:lnTo>
                        <a:pt x="5331" y="3173"/>
                      </a:lnTo>
                      <a:lnTo>
                        <a:pt x="5358" y="3186"/>
                      </a:lnTo>
                      <a:lnTo>
                        <a:pt x="5383" y="3200"/>
                      </a:lnTo>
                      <a:lnTo>
                        <a:pt x="5406" y="3212"/>
                      </a:lnTo>
                      <a:lnTo>
                        <a:pt x="5430" y="3223"/>
                      </a:lnTo>
                      <a:lnTo>
                        <a:pt x="5452" y="3234"/>
                      </a:lnTo>
                      <a:lnTo>
                        <a:pt x="5475" y="3243"/>
                      </a:lnTo>
                      <a:lnTo>
                        <a:pt x="5499" y="3252"/>
                      </a:lnTo>
                      <a:lnTo>
                        <a:pt x="5525" y="3259"/>
                      </a:lnTo>
                      <a:lnTo>
                        <a:pt x="5553" y="3266"/>
                      </a:lnTo>
                      <a:lnTo>
                        <a:pt x="5584" y="3271"/>
                      </a:lnTo>
                      <a:lnTo>
                        <a:pt x="5619" y="3276"/>
                      </a:lnTo>
                      <a:lnTo>
                        <a:pt x="5658" y="3279"/>
                      </a:lnTo>
                      <a:lnTo>
                        <a:pt x="5701" y="3281"/>
                      </a:lnTo>
                      <a:lnTo>
                        <a:pt x="5750" y="3281"/>
                      </a:lnTo>
                      <a:close/>
                      <a:moveTo>
                        <a:pt x="5662" y="1885"/>
                      </a:moveTo>
                      <a:lnTo>
                        <a:pt x="5694" y="1880"/>
                      </a:lnTo>
                      <a:lnTo>
                        <a:pt x="5725" y="1878"/>
                      </a:lnTo>
                      <a:lnTo>
                        <a:pt x="5757" y="1878"/>
                      </a:lnTo>
                      <a:lnTo>
                        <a:pt x="5788" y="1879"/>
                      </a:lnTo>
                      <a:lnTo>
                        <a:pt x="5817" y="1882"/>
                      </a:lnTo>
                      <a:lnTo>
                        <a:pt x="5847" y="1886"/>
                      </a:lnTo>
                      <a:lnTo>
                        <a:pt x="5876" y="1893"/>
                      </a:lnTo>
                      <a:lnTo>
                        <a:pt x="5904" y="1901"/>
                      </a:lnTo>
                      <a:lnTo>
                        <a:pt x="5932" y="1910"/>
                      </a:lnTo>
                      <a:lnTo>
                        <a:pt x="5959" y="1920"/>
                      </a:lnTo>
                      <a:lnTo>
                        <a:pt x="5985" y="1932"/>
                      </a:lnTo>
                      <a:lnTo>
                        <a:pt x="6010" y="1946"/>
                      </a:lnTo>
                      <a:lnTo>
                        <a:pt x="6034" y="1960"/>
                      </a:lnTo>
                      <a:lnTo>
                        <a:pt x="6058" y="1975"/>
                      </a:lnTo>
                      <a:lnTo>
                        <a:pt x="6081" y="1992"/>
                      </a:lnTo>
                      <a:lnTo>
                        <a:pt x="6103" y="2009"/>
                      </a:lnTo>
                      <a:lnTo>
                        <a:pt x="6124" y="2029"/>
                      </a:lnTo>
                      <a:lnTo>
                        <a:pt x="6144" y="2048"/>
                      </a:lnTo>
                      <a:lnTo>
                        <a:pt x="6163" y="2068"/>
                      </a:lnTo>
                      <a:lnTo>
                        <a:pt x="6181" y="2089"/>
                      </a:lnTo>
                      <a:lnTo>
                        <a:pt x="6198" y="2111"/>
                      </a:lnTo>
                      <a:lnTo>
                        <a:pt x="6214" y="2133"/>
                      </a:lnTo>
                      <a:lnTo>
                        <a:pt x="6229" y="2157"/>
                      </a:lnTo>
                      <a:lnTo>
                        <a:pt x="6243" y="2180"/>
                      </a:lnTo>
                      <a:lnTo>
                        <a:pt x="6255" y="2204"/>
                      </a:lnTo>
                      <a:lnTo>
                        <a:pt x="6268" y="2228"/>
                      </a:lnTo>
                      <a:lnTo>
                        <a:pt x="6278" y="2253"/>
                      </a:lnTo>
                      <a:lnTo>
                        <a:pt x="6287" y="2279"/>
                      </a:lnTo>
                      <a:lnTo>
                        <a:pt x="6295" y="2303"/>
                      </a:lnTo>
                      <a:lnTo>
                        <a:pt x="6301" y="2329"/>
                      </a:lnTo>
                      <a:lnTo>
                        <a:pt x="6307" y="2354"/>
                      </a:lnTo>
                      <a:lnTo>
                        <a:pt x="6311" y="2380"/>
                      </a:lnTo>
                      <a:lnTo>
                        <a:pt x="6314" y="2412"/>
                      </a:lnTo>
                      <a:lnTo>
                        <a:pt x="6316" y="2443"/>
                      </a:lnTo>
                      <a:lnTo>
                        <a:pt x="6316" y="2473"/>
                      </a:lnTo>
                      <a:lnTo>
                        <a:pt x="6315" y="2504"/>
                      </a:lnTo>
                      <a:lnTo>
                        <a:pt x="6312" y="2534"/>
                      </a:lnTo>
                      <a:lnTo>
                        <a:pt x="6308" y="2564"/>
                      </a:lnTo>
                      <a:lnTo>
                        <a:pt x="6301" y="2592"/>
                      </a:lnTo>
                      <a:lnTo>
                        <a:pt x="6294" y="2620"/>
                      </a:lnTo>
                      <a:lnTo>
                        <a:pt x="6286" y="2648"/>
                      </a:lnTo>
                      <a:lnTo>
                        <a:pt x="6276" y="2675"/>
                      </a:lnTo>
                      <a:lnTo>
                        <a:pt x="6265" y="2702"/>
                      </a:lnTo>
                      <a:lnTo>
                        <a:pt x="6252" y="2727"/>
                      </a:lnTo>
                      <a:lnTo>
                        <a:pt x="6239" y="2752"/>
                      </a:lnTo>
                      <a:lnTo>
                        <a:pt x="6225" y="2777"/>
                      </a:lnTo>
                      <a:lnTo>
                        <a:pt x="6209" y="2800"/>
                      </a:lnTo>
                      <a:lnTo>
                        <a:pt x="6192" y="2823"/>
                      </a:lnTo>
                      <a:lnTo>
                        <a:pt x="6175" y="2844"/>
                      </a:lnTo>
                      <a:lnTo>
                        <a:pt x="6156" y="2865"/>
                      </a:lnTo>
                      <a:lnTo>
                        <a:pt x="6137" y="2884"/>
                      </a:lnTo>
                      <a:lnTo>
                        <a:pt x="6116" y="2904"/>
                      </a:lnTo>
                      <a:lnTo>
                        <a:pt x="6095" y="2921"/>
                      </a:lnTo>
                      <a:lnTo>
                        <a:pt x="6072" y="2937"/>
                      </a:lnTo>
                      <a:lnTo>
                        <a:pt x="6050" y="2954"/>
                      </a:lnTo>
                      <a:lnTo>
                        <a:pt x="6026" y="2968"/>
                      </a:lnTo>
                      <a:lnTo>
                        <a:pt x="6002" y="2982"/>
                      </a:lnTo>
                      <a:lnTo>
                        <a:pt x="5977" y="2994"/>
                      </a:lnTo>
                      <a:lnTo>
                        <a:pt x="5951" y="3004"/>
                      </a:lnTo>
                      <a:lnTo>
                        <a:pt x="5926" y="3014"/>
                      </a:lnTo>
                      <a:lnTo>
                        <a:pt x="5899" y="3023"/>
                      </a:lnTo>
                      <a:lnTo>
                        <a:pt x="5873" y="3029"/>
                      </a:lnTo>
                      <a:lnTo>
                        <a:pt x="5845" y="3035"/>
                      </a:lnTo>
                      <a:lnTo>
                        <a:pt x="5817" y="3039"/>
                      </a:lnTo>
                      <a:lnTo>
                        <a:pt x="5748" y="3044"/>
                      </a:lnTo>
                      <a:lnTo>
                        <a:pt x="5681" y="3042"/>
                      </a:lnTo>
                      <a:lnTo>
                        <a:pt x="5619" y="3035"/>
                      </a:lnTo>
                      <a:lnTo>
                        <a:pt x="5561" y="3020"/>
                      </a:lnTo>
                      <a:lnTo>
                        <a:pt x="5505" y="3001"/>
                      </a:lnTo>
                      <a:lnTo>
                        <a:pt x="5454" y="2976"/>
                      </a:lnTo>
                      <a:lnTo>
                        <a:pt x="5406" y="2948"/>
                      </a:lnTo>
                      <a:lnTo>
                        <a:pt x="5363" y="2914"/>
                      </a:lnTo>
                      <a:lnTo>
                        <a:pt x="5323" y="2877"/>
                      </a:lnTo>
                      <a:lnTo>
                        <a:pt x="5287" y="2836"/>
                      </a:lnTo>
                      <a:lnTo>
                        <a:pt x="5257" y="2793"/>
                      </a:lnTo>
                      <a:lnTo>
                        <a:pt x="5229" y="2746"/>
                      </a:lnTo>
                      <a:lnTo>
                        <a:pt x="5207" y="2698"/>
                      </a:lnTo>
                      <a:lnTo>
                        <a:pt x="5188" y="2648"/>
                      </a:lnTo>
                      <a:lnTo>
                        <a:pt x="5174" y="2595"/>
                      </a:lnTo>
                      <a:lnTo>
                        <a:pt x="5164" y="2542"/>
                      </a:lnTo>
                      <a:lnTo>
                        <a:pt x="5159" y="2489"/>
                      </a:lnTo>
                      <a:lnTo>
                        <a:pt x="5158" y="2434"/>
                      </a:lnTo>
                      <a:lnTo>
                        <a:pt x="5162" y="2381"/>
                      </a:lnTo>
                      <a:lnTo>
                        <a:pt x="5171" y="2328"/>
                      </a:lnTo>
                      <a:lnTo>
                        <a:pt x="5184" y="2276"/>
                      </a:lnTo>
                      <a:lnTo>
                        <a:pt x="5202" y="2225"/>
                      </a:lnTo>
                      <a:lnTo>
                        <a:pt x="5225" y="2176"/>
                      </a:lnTo>
                      <a:lnTo>
                        <a:pt x="5253" y="2129"/>
                      </a:lnTo>
                      <a:lnTo>
                        <a:pt x="5285" y="2085"/>
                      </a:lnTo>
                      <a:lnTo>
                        <a:pt x="5323" y="2044"/>
                      </a:lnTo>
                      <a:lnTo>
                        <a:pt x="5367" y="2007"/>
                      </a:lnTo>
                      <a:lnTo>
                        <a:pt x="5415" y="1973"/>
                      </a:lnTo>
                      <a:lnTo>
                        <a:pt x="5469" y="1944"/>
                      </a:lnTo>
                      <a:lnTo>
                        <a:pt x="5528" y="1919"/>
                      </a:lnTo>
                      <a:lnTo>
                        <a:pt x="5592" y="1900"/>
                      </a:lnTo>
                      <a:lnTo>
                        <a:pt x="5662" y="1885"/>
                      </a:lnTo>
                      <a:close/>
                      <a:moveTo>
                        <a:pt x="4563" y="1609"/>
                      </a:moveTo>
                      <a:lnTo>
                        <a:pt x="4595" y="1598"/>
                      </a:lnTo>
                      <a:lnTo>
                        <a:pt x="4626" y="1587"/>
                      </a:lnTo>
                      <a:lnTo>
                        <a:pt x="4654" y="1576"/>
                      </a:lnTo>
                      <a:lnTo>
                        <a:pt x="4682" y="1564"/>
                      </a:lnTo>
                      <a:lnTo>
                        <a:pt x="4708" y="1550"/>
                      </a:lnTo>
                      <a:lnTo>
                        <a:pt x="4734" y="1537"/>
                      </a:lnTo>
                      <a:lnTo>
                        <a:pt x="4758" y="1524"/>
                      </a:lnTo>
                      <a:lnTo>
                        <a:pt x="4781" y="1508"/>
                      </a:lnTo>
                      <a:lnTo>
                        <a:pt x="4804" y="1494"/>
                      </a:lnTo>
                      <a:lnTo>
                        <a:pt x="4825" y="1477"/>
                      </a:lnTo>
                      <a:lnTo>
                        <a:pt x="4845" y="1461"/>
                      </a:lnTo>
                      <a:lnTo>
                        <a:pt x="4865" y="1445"/>
                      </a:lnTo>
                      <a:lnTo>
                        <a:pt x="4884" y="1427"/>
                      </a:lnTo>
                      <a:lnTo>
                        <a:pt x="4903" y="1409"/>
                      </a:lnTo>
                      <a:lnTo>
                        <a:pt x="4921" y="1390"/>
                      </a:lnTo>
                      <a:lnTo>
                        <a:pt x="4940" y="1371"/>
                      </a:lnTo>
                      <a:lnTo>
                        <a:pt x="4962" y="1345"/>
                      </a:lnTo>
                      <a:lnTo>
                        <a:pt x="4983" y="1321"/>
                      </a:lnTo>
                      <a:lnTo>
                        <a:pt x="5000" y="1298"/>
                      </a:lnTo>
                      <a:lnTo>
                        <a:pt x="5016" y="1277"/>
                      </a:lnTo>
                      <a:lnTo>
                        <a:pt x="5030" y="1256"/>
                      </a:lnTo>
                      <a:lnTo>
                        <a:pt x="5041" y="1236"/>
                      </a:lnTo>
                      <a:lnTo>
                        <a:pt x="5052" y="1216"/>
                      </a:lnTo>
                      <a:lnTo>
                        <a:pt x="5061" y="1196"/>
                      </a:lnTo>
                      <a:lnTo>
                        <a:pt x="5071" y="1174"/>
                      </a:lnTo>
                      <a:lnTo>
                        <a:pt x="5080" y="1152"/>
                      </a:lnTo>
                      <a:lnTo>
                        <a:pt x="5088" y="1128"/>
                      </a:lnTo>
                      <a:lnTo>
                        <a:pt x="5097" y="1102"/>
                      </a:lnTo>
                      <a:lnTo>
                        <a:pt x="5117" y="1044"/>
                      </a:lnTo>
                      <a:lnTo>
                        <a:pt x="5141" y="973"/>
                      </a:lnTo>
                      <a:lnTo>
                        <a:pt x="5733" y="1637"/>
                      </a:lnTo>
                      <a:lnTo>
                        <a:pt x="5693" y="1641"/>
                      </a:lnTo>
                      <a:lnTo>
                        <a:pt x="5656" y="1645"/>
                      </a:lnTo>
                      <a:lnTo>
                        <a:pt x="5622" y="1650"/>
                      </a:lnTo>
                      <a:lnTo>
                        <a:pt x="5589" y="1655"/>
                      </a:lnTo>
                      <a:lnTo>
                        <a:pt x="5559" y="1660"/>
                      </a:lnTo>
                      <a:lnTo>
                        <a:pt x="5530" y="1666"/>
                      </a:lnTo>
                      <a:lnTo>
                        <a:pt x="5502" y="1672"/>
                      </a:lnTo>
                      <a:lnTo>
                        <a:pt x="5476" y="1679"/>
                      </a:lnTo>
                      <a:lnTo>
                        <a:pt x="5449" y="1689"/>
                      </a:lnTo>
                      <a:lnTo>
                        <a:pt x="5424" y="1698"/>
                      </a:lnTo>
                      <a:lnTo>
                        <a:pt x="5399" y="1709"/>
                      </a:lnTo>
                      <a:lnTo>
                        <a:pt x="5373" y="1721"/>
                      </a:lnTo>
                      <a:lnTo>
                        <a:pt x="5348" y="1735"/>
                      </a:lnTo>
                      <a:lnTo>
                        <a:pt x="5321" y="1750"/>
                      </a:lnTo>
                      <a:lnTo>
                        <a:pt x="5294" y="1767"/>
                      </a:lnTo>
                      <a:lnTo>
                        <a:pt x="5265" y="1786"/>
                      </a:lnTo>
                      <a:lnTo>
                        <a:pt x="5250" y="1797"/>
                      </a:lnTo>
                      <a:lnTo>
                        <a:pt x="5232" y="1810"/>
                      </a:lnTo>
                      <a:lnTo>
                        <a:pt x="5214" y="1826"/>
                      </a:lnTo>
                      <a:lnTo>
                        <a:pt x="5194" y="1843"/>
                      </a:lnTo>
                      <a:lnTo>
                        <a:pt x="5175" y="1861"/>
                      </a:lnTo>
                      <a:lnTo>
                        <a:pt x="5154" y="1880"/>
                      </a:lnTo>
                      <a:lnTo>
                        <a:pt x="5135" y="1902"/>
                      </a:lnTo>
                      <a:lnTo>
                        <a:pt x="5115" y="1922"/>
                      </a:lnTo>
                      <a:lnTo>
                        <a:pt x="5096" y="1945"/>
                      </a:lnTo>
                      <a:lnTo>
                        <a:pt x="5078" y="1967"/>
                      </a:lnTo>
                      <a:lnTo>
                        <a:pt x="5059" y="1990"/>
                      </a:lnTo>
                      <a:lnTo>
                        <a:pt x="5044" y="2013"/>
                      </a:lnTo>
                      <a:lnTo>
                        <a:pt x="5029" y="2036"/>
                      </a:lnTo>
                      <a:lnTo>
                        <a:pt x="5016" y="2058"/>
                      </a:lnTo>
                      <a:lnTo>
                        <a:pt x="5005" y="2080"/>
                      </a:lnTo>
                      <a:lnTo>
                        <a:pt x="4997" y="2101"/>
                      </a:lnTo>
                      <a:lnTo>
                        <a:pt x="4968" y="2072"/>
                      </a:lnTo>
                      <a:lnTo>
                        <a:pt x="4940" y="2042"/>
                      </a:lnTo>
                      <a:lnTo>
                        <a:pt x="4911" y="2011"/>
                      </a:lnTo>
                      <a:lnTo>
                        <a:pt x="4882" y="1981"/>
                      </a:lnTo>
                      <a:lnTo>
                        <a:pt x="4854" y="1950"/>
                      </a:lnTo>
                      <a:lnTo>
                        <a:pt x="4826" y="1919"/>
                      </a:lnTo>
                      <a:lnTo>
                        <a:pt x="4799" y="1887"/>
                      </a:lnTo>
                      <a:lnTo>
                        <a:pt x="4774" y="1857"/>
                      </a:lnTo>
                      <a:lnTo>
                        <a:pt x="4760" y="1839"/>
                      </a:lnTo>
                      <a:lnTo>
                        <a:pt x="4746" y="1824"/>
                      </a:lnTo>
                      <a:lnTo>
                        <a:pt x="4732" y="1809"/>
                      </a:lnTo>
                      <a:lnTo>
                        <a:pt x="4719" y="1795"/>
                      </a:lnTo>
                      <a:lnTo>
                        <a:pt x="4704" y="1781"/>
                      </a:lnTo>
                      <a:lnTo>
                        <a:pt x="4691" y="1765"/>
                      </a:lnTo>
                      <a:lnTo>
                        <a:pt x="4677" y="1750"/>
                      </a:lnTo>
                      <a:lnTo>
                        <a:pt x="4663" y="1733"/>
                      </a:lnTo>
                      <a:lnTo>
                        <a:pt x="4649" y="1715"/>
                      </a:lnTo>
                      <a:lnTo>
                        <a:pt x="4635" y="1700"/>
                      </a:lnTo>
                      <a:lnTo>
                        <a:pt x="4620" y="1684"/>
                      </a:lnTo>
                      <a:lnTo>
                        <a:pt x="4607" y="1671"/>
                      </a:lnTo>
                      <a:lnTo>
                        <a:pt x="4595" y="1657"/>
                      </a:lnTo>
                      <a:lnTo>
                        <a:pt x="4583" y="1642"/>
                      </a:lnTo>
                      <a:lnTo>
                        <a:pt x="4577" y="1634"/>
                      </a:lnTo>
                      <a:lnTo>
                        <a:pt x="4572" y="1626"/>
                      </a:lnTo>
                      <a:lnTo>
                        <a:pt x="4567" y="1618"/>
                      </a:lnTo>
                      <a:lnTo>
                        <a:pt x="4563" y="1609"/>
                      </a:lnTo>
                      <a:close/>
                      <a:moveTo>
                        <a:pt x="3900" y="1524"/>
                      </a:moveTo>
                      <a:lnTo>
                        <a:pt x="3890" y="1536"/>
                      </a:lnTo>
                      <a:lnTo>
                        <a:pt x="3881" y="1547"/>
                      </a:lnTo>
                      <a:lnTo>
                        <a:pt x="3870" y="1556"/>
                      </a:lnTo>
                      <a:lnTo>
                        <a:pt x="3860" y="1566"/>
                      </a:lnTo>
                      <a:lnTo>
                        <a:pt x="3839" y="1584"/>
                      </a:lnTo>
                      <a:lnTo>
                        <a:pt x="3814" y="1607"/>
                      </a:lnTo>
                      <a:lnTo>
                        <a:pt x="3786" y="1637"/>
                      </a:lnTo>
                      <a:lnTo>
                        <a:pt x="3755" y="1668"/>
                      </a:lnTo>
                      <a:lnTo>
                        <a:pt x="3723" y="1699"/>
                      </a:lnTo>
                      <a:lnTo>
                        <a:pt x="3691" y="1731"/>
                      </a:lnTo>
                      <a:lnTo>
                        <a:pt x="3624" y="1793"/>
                      </a:lnTo>
                      <a:lnTo>
                        <a:pt x="3554" y="1857"/>
                      </a:lnTo>
                      <a:lnTo>
                        <a:pt x="3484" y="1919"/>
                      </a:lnTo>
                      <a:lnTo>
                        <a:pt x="3414" y="1981"/>
                      </a:lnTo>
                      <a:lnTo>
                        <a:pt x="3346" y="2041"/>
                      </a:lnTo>
                      <a:lnTo>
                        <a:pt x="3281" y="2099"/>
                      </a:lnTo>
                      <a:lnTo>
                        <a:pt x="3261" y="2119"/>
                      </a:lnTo>
                      <a:lnTo>
                        <a:pt x="3242" y="2138"/>
                      </a:lnTo>
                      <a:lnTo>
                        <a:pt x="3224" y="2159"/>
                      </a:lnTo>
                      <a:lnTo>
                        <a:pt x="3202" y="2179"/>
                      </a:lnTo>
                      <a:lnTo>
                        <a:pt x="3165" y="2216"/>
                      </a:lnTo>
                      <a:lnTo>
                        <a:pt x="3121" y="2258"/>
                      </a:lnTo>
                      <a:lnTo>
                        <a:pt x="3073" y="2303"/>
                      </a:lnTo>
                      <a:lnTo>
                        <a:pt x="3023" y="2347"/>
                      </a:lnTo>
                      <a:lnTo>
                        <a:pt x="2998" y="2370"/>
                      </a:lnTo>
                      <a:lnTo>
                        <a:pt x="2972" y="2390"/>
                      </a:lnTo>
                      <a:lnTo>
                        <a:pt x="2948" y="2410"/>
                      </a:lnTo>
                      <a:lnTo>
                        <a:pt x="2922" y="2428"/>
                      </a:lnTo>
                      <a:lnTo>
                        <a:pt x="2897" y="2445"/>
                      </a:lnTo>
                      <a:lnTo>
                        <a:pt x="2873" y="2458"/>
                      </a:lnTo>
                      <a:lnTo>
                        <a:pt x="2862" y="2464"/>
                      </a:lnTo>
                      <a:lnTo>
                        <a:pt x="2850" y="2470"/>
                      </a:lnTo>
                      <a:lnTo>
                        <a:pt x="2838" y="2474"/>
                      </a:lnTo>
                      <a:lnTo>
                        <a:pt x="2827" y="2478"/>
                      </a:lnTo>
                      <a:lnTo>
                        <a:pt x="2799" y="2487"/>
                      </a:lnTo>
                      <a:lnTo>
                        <a:pt x="2771" y="2493"/>
                      </a:lnTo>
                      <a:lnTo>
                        <a:pt x="2744" y="2497"/>
                      </a:lnTo>
                      <a:lnTo>
                        <a:pt x="2716" y="2499"/>
                      </a:lnTo>
                      <a:lnTo>
                        <a:pt x="2690" y="2499"/>
                      </a:lnTo>
                      <a:lnTo>
                        <a:pt x="2663" y="2497"/>
                      </a:lnTo>
                      <a:lnTo>
                        <a:pt x="2638" y="2493"/>
                      </a:lnTo>
                      <a:lnTo>
                        <a:pt x="2613" y="2488"/>
                      </a:lnTo>
                      <a:lnTo>
                        <a:pt x="2588" y="2481"/>
                      </a:lnTo>
                      <a:lnTo>
                        <a:pt x="2565" y="2472"/>
                      </a:lnTo>
                      <a:lnTo>
                        <a:pt x="2542" y="2462"/>
                      </a:lnTo>
                      <a:lnTo>
                        <a:pt x="2520" y="2450"/>
                      </a:lnTo>
                      <a:lnTo>
                        <a:pt x="2499" y="2436"/>
                      </a:lnTo>
                      <a:lnTo>
                        <a:pt x="2479" y="2422"/>
                      </a:lnTo>
                      <a:lnTo>
                        <a:pt x="2461" y="2407"/>
                      </a:lnTo>
                      <a:lnTo>
                        <a:pt x="2442" y="2390"/>
                      </a:lnTo>
                      <a:lnTo>
                        <a:pt x="2425" y="2372"/>
                      </a:lnTo>
                      <a:lnTo>
                        <a:pt x="2409" y="2353"/>
                      </a:lnTo>
                      <a:lnTo>
                        <a:pt x="2395" y="2333"/>
                      </a:lnTo>
                      <a:lnTo>
                        <a:pt x="2382" y="2312"/>
                      </a:lnTo>
                      <a:lnTo>
                        <a:pt x="2370" y="2291"/>
                      </a:lnTo>
                      <a:lnTo>
                        <a:pt x="2359" y="2268"/>
                      </a:lnTo>
                      <a:lnTo>
                        <a:pt x="2350" y="2246"/>
                      </a:lnTo>
                      <a:lnTo>
                        <a:pt x="2342" y="2221"/>
                      </a:lnTo>
                      <a:lnTo>
                        <a:pt x="2336" y="2198"/>
                      </a:lnTo>
                      <a:lnTo>
                        <a:pt x="2332" y="2173"/>
                      </a:lnTo>
                      <a:lnTo>
                        <a:pt x="2329" y="2148"/>
                      </a:lnTo>
                      <a:lnTo>
                        <a:pt x="2328" y="2122"/>
                      </a:lnTo>
                      <a:lnTo>
                        <a:pt x="2328" y="2096"/>
                      </a:lnTo>
                      <a:lnTo>
                        <a:pt x="2330" y="2071"/>
                      </a:lnTo>
                      <a:lnTo>
                        <a:pt x="2335" y="2045"/>
                      </a:lnTo>
                      <a:lnTo>
                        <a:pt x="2340" y="2018"/>
                      </a:lnTo>
                      <a:lnTo>
                        <a:pt x="2347" y="1999"/>
                      </a:lnTo>
                      <a:lnTo>
                        <a:pt x="2355" y="1979"/>
                      </a:lnTo>
                      <a:lnTo>
                        <a:pt x="2364" y="1959"/>
                      </a:lnTo>
                      <a:lnTo>
                        <a:pt x="2377" y="1939"/>
                      </a:lnTo>
                      <a:lnTo>
                        <a:pt x="2389" y="1918"/>
                      </a:lnTo>
                      <a:lnTo>
                        <a:pt x="2403" y="1899"/>
                      </a:lnTo>
                      <a:lnTo>
                        <a:pt x="2418" y="1878"/>
                      </a:lnTo>
                      <a:lnTo>
                        <a:pt x="2434" y="1859"/>
                      </a:lnTo>
                      <a:lnTo>
                        <a:pt x="2449" y="1840"/>
                      </a:lnTo>
                      <a:lnTo>
                        <a:pt x="2467" y="1822"/>
                      </a:lnTo>
                      <a:lnTo>
                        <a:pt x="2483" y="1804"/>
                      </a:lnTo>
                      <a:lnTo>
                        <a:pt x="2499" y="1787"/>
                      </a:lnTo>
                      <a:lnTo>
                        <a:pt x="2532" y="1756"/>
                      </a:lnTo>
                      <a:lnTo>
                        <a:pt x="2562" y="1729"/>
                      </a:lnTo>
                      <a:lnTo>
                        <a:pt x="2597" y="1699"/>
                      </a:lnTo>
                      <a:lnTo>
                        <a:pt x="2630" y="1669"/>
                      </a:lnTo>
                      <a:lnTo>
                        <a:pt x="2663" y="1641"/>
                      </a:lnTo>
                      <a:lnTo>
                        <a:pt x="2695" y="1613"/>
                      </a:lnTo>
                      <a:lnTo>
                        <a:pt x="2726" y="1584"/>
                      </a:lnTo>
                      <a:lnTo>
                        <a:pt x="2756" y="1553"/>
                      </a:lnTo>
                      <a:lnTo>
                        <a:pt x="2786" y="1522"/>
                      </a:lnTo>
                      <a:lnTo>
                        <a:pt x="2818" y="1487"/>
                      </a:lnTo>
                      <a:lnTo>
                        <a:pt x="3179" y="1148"/>
                      </a:lnTo>
                      <a:lnTo>
                        <a:pt x="3183" y="1143"/>
                      </a:lnTo>
                      <a:lnTo>
                        <a:pt x="3186" y="1139"/>
                      </a:lnTo>
                      <a:lnTo>
                        <a:pt x="3255" y="1076"/>
                      </a:lnTo>
                      <a:lnTo>
                        <a:pt x="3299" y="1036"/>
                      </a:lnTo>
                      <a:lnTo>
                        <a:pt x="3332" y="1003"/>
                      </a:lnTo>
                      <a:lnTo>
                        <a:pt x="3361" y="973"/>
                      </a:lnTo>
                      <a:lnTo>
                        <a:pt x="3385" y="948"/>
                      </a:lnTo>
                      <a:lnTo>
                        <a:pt x="3410" y="922"/>
                      </a:lnTo>
                      <a:lnTo>
                        <a:pt x="3437" y="897"/>
                      </a:lnTo>
                      <a:lnTo>
                        <a:pt x="3469" y="868"/>
                      </a:lnTo>
                      <a:lnTo>
                        <a:pt x="3509" y="835"/>
                      </a:lnTo>
                      <a:lnTo>
                        <a:pt x="3512" y="877"/>
                      </a:lnTo>
                      <a:lnTo>
                        <a:pt x="3516" y="918"/>
                      </a:lnTo>
                      <a:lnTo>
                        <a:pt x="3524" y="959"/>
                      </a:lnTo>
                      <a:lnTo>
                        <a:pt x="3532" y="1000"/>
                      </a:lnTo>
                      <a:lnTo>
                        <a:pt x="3541" y="1040"/>
                      </a:lnTo>
                      <a:lnTo>
                        <a:pt x="3553" y="1079"/>
                      </a:lnTo>
                      <a:lnTo>
                        <a:pt x="3567" y="1117"/>
                      </a:lnTo>
                      <a:lnTo>
                        <a:pt x="3581" y="1154"/>
                      </a:lnTo>
                      <a:lnTo>
                        <a:pt x="3597" y="1191"/>
                      </a:lnTo>
                      <a:lnTo>
                        <a:pt x="3616" y="1225"/>
                      </a:lnTo>
                      <a:lnTo>
                        <a:pt x="3635" y="1260"/>
                      </a:lnTo>
                      <a:lnTo>
                        <a:pt x="3657" y="1293"/>
                      </a:lnTo>
                      <a:lnTo>
                        <a:pt x="3668" y="1308"/>
                      </a:lnTo>
                      <a:lnTo>
                        <a:pt x="3680" y="1324"/>
                      </a:lnTo>
                      <a:lnTo>
                        <a:pt x="3691" y="1339"/>
                      </a:lnTo>
                      <a:lnTo>
                        <a:pt x="3705" y="1353"/>
                      </a:lnTo>
                      <a:lnTo>
                        <a:pt x="3717" y="1369"/>
                      </a:lnTo>
                      <a:lnTo>
                        <a:pt x="3730" y="1382"/>
                      </a:lnTo>
                      <a:lnTo>
                        <a:pt x="3744" y="1397"/>
                      </a:lnTo>
                      <a:lnTo>
                        <a:pt x="3758" y="1409"/>
                      </a:lnTo>
                      <a:lnTo>
                        <a:pt x="3775" y="1425"/>
                      </a:lnTo>
                      <a:lnTo>
                        <a:pt x="3793" y="1440"/>
                      </a:lnTo>
                      <a:lnTo>
                        <a:pt x="3810" y="1453"/>
                      </a:lnTo>
                      <a:lnTo>
                        <a:pt x="3827" y="1465"/>
                      </a:lnTo>
                      <a:lnTo>
                        <a:pt x="3845" y="1478"/>
                      </a:lnTo>
                      <a:lnTo>
                        <a:pt x="3862" y="1492"/>
                      </a:lnTo>
                      <a:lnTo>
                        <a:pt x="3881" y="1507"/>
                      </a:lnTo>
                      <a:lnTo>
                        <a:pt x="3900" y="1524"/>
                      </a:lnTo>
                      <a:close/>
                      <a:moveTo>
                        <a:pt x="4257" y="245"/>
                      </a:moveTo>
                      <a:lnTo>
                        <a:pt x="4288" y="241"/>
                      </a:lnTo>
                      <a:lnTo>
                        <a:pt x="4318" y="239"/>
                      </a:lnTo>
                      <a:lnTo>
                        <a:pt x="4347" y="238"/>
                      </a:lnTo>
                      <a:lnTo>
                        <a:pt x="4376" y="240"/>
                      </a:lnTo>
                      <a:lnTo>
                        <a:pt x="4406" y="242"/>
                      </a:lnTo>
                      <a:lnTo>
                        <a:pt x="4434" y="247"/>
                      </a:lnTo>
                      <a:lnTo>
                        <a:pt x="4462" y="253"/>
                      </a:lnTo>
                      <a:lnTo>
                        <a:pt x="4489" y="260"/>
                      </a:lnTo>
                      <a:lnTo>
                        <a:pt x="4517" y="268"/>
                      </a:lnTo>
                      <a:lnTo>
                        <a:pt x="4544" y="279"/>
                      </a:lnTo>
                      <a:lnTo>
                        <a:pt x="4570" y="290"/>
                      </a:lnTo>
                      <a:lnTo>
                        <a:pt x="4596" y="303"/>
                      </a:lnTo>
                      <a:lnTo>
                        <a:pt x="4620" y="317"/>
                      </a:lnTo>
                      <a:lnTo>
                        <a:pt x="4645" y="332"/>
                      </a:lnTo>
                      <a:lnTo>
                        <a:pt x="4668" y="348"/>
                      </a:lnTo>
                      <a:lnTo>
                        <a:pt x="4691" y="366"/>
                      </a:lnTo>
                      <a:lnTo>
                        <a:pt x="4712" y="383"/>
                      </a:lnTo>
                      <a:lnTo>
                        <a:pt x="4734" y="403"/>
                      </a:lnTo>
                      <a:lnTo>
                        <a:pt x="4753" y="422"/>
                      </a:lnTo>
                      <a:lnTo>
                        <a:pt x="4773" y="444"/>
                      </a:lnTo>
                      <a:lnTo>
                        <a:pt x="4790" y="465"/>
                      </a:lnTo>
                      <a:lnTo>
                        <a:pt x="4808" y="488"/>
                      </a:lnTo>
                      <a:lnTo>
                        <a:pt x="4823" y="510"/>
                      </a:lnTo>
                      <a:lnTo>
                        <a:pt x="4837" y="534"/>
                      </a:lnTo>
                      <a:lnTo>
                        <a:pt x="4852" y="558"/>
                      </a:lnTo>
                      <a:lnTo>
                        <a:pt x="4864" y="583"/>
                      </a:lnTo>
                      <a:lnTo>
                        <a:pt x="4874" y="608"/>
                      </a:lnTo>
                      <a:lnTo>
                        <a:pt x="4884" y="633"/>
                      </a:lnTo>
                      <a:lnTo>
                        <a:pt x="4893" y="660"/>
                      </a:lnTo>
                      <a:lnTo>
                        <a:pt x="4900" y="685"/>
                      </a:lnTo>
                      <a:lnTo>
                        <a:pt x="4905" y="712"/>
                      </a:lnTo>
                      <a:lnTo>
                        <a:pt x="4909" y="740"/>
                      </a:lnTo>
                      <a:lnTo>
                        <a:pt x="4912" y="772"/>
                      </a:lnTo>
                      <a:lnTo>
                        <a:pt x="4913" y="802"/>
                      </a:lnTo>
                      <a:lnTo>
                        <a:pt x="4913" y="834"/>
                      </a:lnTo>
                      <a:lnTo>
                        <a:pt x="4911" y="865"/>
                      </a:lnTo>
                      <a:lnTo>
                        <a:pt x="4908" y="894"/>
                      </a:lnTo>
                      <a:lnTo>
                        <a:pt x="4904" y="924"/>
                      </a:lnTo>
                      <a:lnTo>
                        <a:pt x="4898" y="953"/>
                      </a:lnTo>
                      <a:lnTo>
                        <a:pt x="4891" y="982"/>
                      </a:lnTo>
                      <a:lnTo>
                        <a:pt x="4881" y="1009"/>
                      </a:lnTo>
                      <a:lnTo>
                        <a:pt x="4871" y="1037"/>
                      </a:lnTo>
                      <a:lnTo>
                        <a:pt x="4861" y="1064"/>
                      </a:lnTo>
                      <a:lnTo>
                        <a:pt x="4848" y="1089"/>
                      </a:lnTo>
                      <a:lnTo>
                        <a:pt x="4834" y="1114"/>
                      </a:lnTo>
                      <a:lnTo>
                        <a:pt x="4820" y="1138"/>
                      </a:lnTo>
                      <a:lnTo>
                        <a:pt x="4805" y="1162"/>
                      </a:lnTo>
                      <a:lnTo>
                        <a:pt x="4787" y="1183"/>
                      </a:lnTo>
                      <a:lnTo>
                        <a:pt x="4770" y="1206"/>
                      </a:lnTo>
                      <a:lnTo>
                        <a:pt x="4751" y="1226"/>
                      </a:lnTo>
                      <a:lnTo>
                        <a:pt x="4732" y="1246"/>
                      </a:lnTo>
                      <a:lnTo>
                        <a:pt x="4711" y="1264"/>
                      </a:lnTo>
                      <a:lnTo>
                        <a:pt x="4690" y="1283"/>
                      </a:lnTo>
                      <a:lnTo>
                        <a:pt x="4667" y="1299"/>
                      </a:lnTo>
                      <a:lnTo>
                        <a:pt x="4645" y="1315"/>
                      </a:lnTo>
                      <a:lnTo>
                        <a:pt x="4621" y="1329"/>
                      </a:lnTo>
                      <a:lnTo>
                        <a:pt x="4597" y="1342"/>
                      </a:lnTo>
                      <a:lnTo>
                        <a:pt x="4572" y="1355"/>
                      </a:lnTo>
                      <a:lnTo>
                        <a:pt x="4547" y="1365"/>
                      </a:lnTo>
                      <a:lnTo>
                        <a:pt x="4521" y="1375"/>
                      </a:lnTo>
                      <a:lnTo>
                        <a:pt x="4495" y="1383"/>
                      </a:lnTo>
                      <a:lnTo>
                        <a:pt x="4468" y="1389"/>
                      </a:lnTo>
                      <a:lnTo>
                        <a:pt x="4440" y="1395"/>
                      </a:lnTo>
                      <a:lnTo>
                        <a:pt x="4413" y="1400"/>
                      </a:lnTo>
                      <a:lnTo>
                        <a:pt x="4369" y="1404"/>
                      </a:lnTo>
                      <a:lnTo>
                        <a:pt x="4325" y="1404"/>
                      </a:lnTo>
                      <a:lnTo>
                        <a:pt x="4282" y="1401"/>
                      </a:lnTo>
                      <a:lnTo>
                        <a:pt x="4240" y="1395"/>
                      </a:lnTo>
                      <a:lnTo>
                        <a:pt x="4199" y="1386"/>
                      </a:lnTo>
                      <a:lnTo>
                        <a:pt x="4158" y="1375"/>
                      </a:lnTo>
                      <a:lnTo>
                        <a:pt x="4119" y="1361"/>
                      </a:lnTo>
                      <a:lnTo>
                        <a:pt x="4081" y="1344"/>
                      </a:lnTo>
                      <a:lnTo>
                        <a:pt x="4044" y="1325"/>
                      </a:lnTo>
                      <a:lnTo>
                        <a:pt x="4010" y="1303"/>
                      </a:lnTo>
                      <a:lnTo>
                        <a:pt x="3977" y="1280"/>
                      </a:lnTo>
                      <a:lnTo>
                        <a:pt x="3945" y="1253"/>
                      </a:lnTo>
                      <a:lnTo>
                        <a:pt x="3915" y="1225"/>
                      </a:lnTo>
                      <a:lnTo>
                        <a:pt x="3888" y="1196"/>
                      </a:lnTo>
                      <a:lnTo>
                        <a:pt x="3862" y="1164"/>
                      </a:lnTo>
                      <a:lnTo>
                        <a:pt x="3839" y="1130"/>
                      </a:lnTo>
                      <a:lnTo>
                        <a:pt x="3818" y="1095"/>
                      </a:lnTo>
                      <a:lnTo>
                        <a:pt x="3800" y="1058"/>
                      </a:lnTo>
                      <a:lnTo>
                        <a:pt x="3785" y="1020"/>
                      </a:lnTo>
                      <a:lnTo>
                        <a:pt x="3771" y="982"/>
                      </a:lnTo>
                      <a:lnTo>
                        <a:pt x="3762" y="942"/>
                      </a:lnTo>
                      <a:lnTo>
                        <a:pt x="3755" y="901"/>
                      </a:lnTo>
                      <a:lnTo>
                        <a:pt x="3751" y="858"/>
                      </a:lnTo>
                      <a:lnTo>
                        <a:pt x="3751" y="816"/>
                      </a:lnTo>
                      <a:lnTo>
                        <a:pt x="3754" y="772"/>
                      </a:lnTo>
                      <a:lnTo>
                        <a:pt x="3760" y="727"/>
                      </a:lnTo>
                      <a:lnTo>
                        <a:pt x="3770" y="683"/>
                      </a:lnTo>
                      <a:lnTo>
                        <a:pt x="3785" y="638"/>
                      </a:lnTo>
                      <a:lnTo>
                        <a:pt x="3802" y="593"/>
                      </a:lnTo>
                      <a:lnTo>
                        <a:pt x="3824" y="548"/>
                      </a:lnTo>
                      <a:lnTo>
                        <a:pt x="3850" y="503"/>
                      </a:lnTo>
                      <a:lnTo>
                        <a:pt x="3881" y="458"/>
                      </a:lnTo>
                      <a:lnTo>
                        <a:pt x="3896" y="439"/>
                      </a:lnTo>
                      <a:lnTo>
                        <a:pt x="3911" y="420"/>
                      </a:lnTo>
                      <a:lnTo>
                        <a:pt x="3929" y="402"/>
                      </a:lnTo>
                      <a:lnTo>
                        <a:pt x="3946" y="384"/>
                      </a:lnTo>
                      <a:lnTo>
                        <a:pt x="3966" y="368"/>
                      </a:lnTo>
                      <a:lnTo>
                        <a:pt x="3986" y="351"/>
                      </a:lnTo>
                      <a:lnTo>
                        <a:pt x="4008" y="337"/>
                      </a:lnTo>
                      <a:lnTo>
                        <a:pt x="4030" y="323"/>
                      </a:lnTo>
                      <a:lnTo>
                        <a:pt x="4054" y="309"/>
                      </a:lnTo>
                      <a:lnTo>
                        <a:pt x="4079" y="297"/>
                      </a:lnTo>
                      <a:lnTo>
                        <a:pt x="4106" y="286"/>
                      </a:lnTo>
                      <a:lnTo>
                        <a:pt x="4133" y="275"/>
                      </a:lnTo>
                      <a:lnTo>
                        <a:pt x="4162" y="265"/>
                      </a:lnTo>
                      <a:lnTo>
                        <a:pt x="4193" y="257"/>
                      </a:lnTo>
                      <a:lnTo>
                        <a:pt x="4224" y="250"/>
                      </a:lnTo>
                      <a:lnTo>
                        <a:pt x="4257" y="245"/>
                      </a:lnTo>
                      <a:close/>
                      <a:moveTo>
                        <a:pt x="2176" y="2447"/>
                      </a:moveTo>
                      <a:lnTo>
                        <a:pt x="2164" y="2464"/>
                      </a:lnTo>
                      <a:lnTo>
                        <a:pt x="2149" y="2484"/>
                      </a:lnTo>
                      <a:lnTo>
                        <a:pt x="2131" y="2503"/>
                      </a:lnTo>
                      <a:lnTo>
                        <a:pt x="2112" y="2525"/>
                      </a:lnTo>
                      <a:lnTo>
                        <a:pt x="2070" y="2568"/>
                      </a:lnTo>
                      <a:lnTo>
                        <a:pt x="2025" y="2612"/>
                      </a:lnTo>
                      <a:lnTo>
                        <a:pt x="1980" y="2655"/>
                      </a:lnTo>
                      <a:lnTo>
                        <a:pt x="1937" y="2695"/>
                      </a:lnTo>
                      <a:lnTo>
                        <a:pt x="1898" y="2732"/>
                      </a:lnTo>
                      <a:lnTo>
                        <a:pt x="1866" y="2762"/>
                      </a:lnTo>
                      <a:lnTo>
                        <a:pt x="1825" y="2802"/>
                      </a:lnTo>
                      <a:lnTo>
                        <a:pt x="1783" y="2844"/>
                      </a:lnTo>
                      <a:lnTo>
                        <a:pt x="1741" y="2886"/>
                      </a:lnTo>
                      <a:lnTo>
                        <a:pt x="1699" y="2927"/>
                      </a:lnTo>
                      <a:lnTo>
                        <a:pt x="1659" y="2967"/>
                      </a:lnTo>
                      <a:lnTo>
                        <a:pt x="1622" y="3006"/>
                      </a:lnTo>
                      <a:lnTo>
                        <a:pt x="1587" y="3043"/>
                      </a:lnTo>
                      <a:lnTo>
                        <a:pt x="1555" y="3077"/>
                      </a:lnTo>
                      <a:lnTo>
                        <a:pt x="1561" y="3085"/>
                      </a:lnTo>
                      <a:lnTo>
                        <a:pt x="1567" y="3095"/>
                      </a:lnTo>
                      <a:lnTo>
                        <a:pt x="1576" y="3107"/>
                      </a:lnTo>
                      <a:lnTo>
                        <a:pt x="1586" y="3118"/>
                      </a:lnTo>
                      <a:lnTo>
                        <a:pt x="1608" y="3142"/>
                      </a:lnTo>
                      <a:lnTo>
                        <a:pt x="1633" y="3168"/>
                      </a:lnTo>
                      <a:lnTo>
                        <a:pt x="1659" y="3193"/>
                      </a:lnTo>
                      <a:lnTo>
                        <a:pt x="1686" y="3215"/>
                      </a:lnTo>
                      <a:lnTo>
                        <a:pt x="1699" y="3225"/>
                      </a:lnTo>
                      <a:lnTo>
                        <a:pt x="1712" y="3235"/>
                      </a:lnTo>
                      <a:lnTo>
                        <a:pt x="1724" y="3242"/>
                      </a:lnTo>
                      <a:lnTo>
                        <a:pt x="1734" y="3248"/>
                      </a:lnTo>
                      <a:lnTo>
                        <a:pt x="1746" y="3231"/>
                      </a:lnTo>
                      <a:lnTo>
                        <a:pt x="1762" y="3212"/>
                      </a:lnTo>
                      <a:lnTo>
                        <a:pt x="1780" y="3194"/>
                      </a:lnTo>
                      <a:lnTo>
                        <a:pt x="1799" y="3174"/>
                      </a:lnTo>
                      <a:lnTo>
                        <a:pt x="1841" y="3135"/>
                      </a:lnTo>
                      <a:lnTo>
                        <a:pt x="1880" y="3098"/>
                      </a:lnTo>
                      <a:lnTo>
                        <a:pt x="2346" y="2628"/>
                      </a:lnTo>
                      <a:lnTo>
                        <a:pt x="2383" y="2648"/>
                      </a:lnTo>
                      <a:lnTo>
                        <a:pt x="2421" y="2666"/>
                      </a:lnTo>
                      <a:lnTo>
                        <a:pt x="2458" y="2682"/>
                      </a:lnTo>
                      <a:lnTo>
                        <a:pt x="2495" y="2698"/>
                      </a:lnTo>
                      <a:lnTo>
                        <a:pt x="2514" y="2705"/>
                      </a:lnTo>
                      <a:lnTo>
                        <a:pt x="2532" y="2711"/>
                      </a:lnTo>
                      <a:lnTo>
                        <a:pt x="2551" y="2716"/>
                      </a:lnTo>
                      <a:lnTo>
                        <a:pt x="2570" y="2721"/>
                      </a:lnTo>
                      <a:lnTo>
                        <a:pt x="2588" y="2726"/>
                      </a:lnTo>
                      <a:lnTo>
                        <a:pt x="2608" y="2731"/>
                      </a:lnTo>
                      <a:lnTo>
                        <a:pt x="2626" y="2734"/>
                      </a:lnTo>
                      <a:lnTo>
                        <a:pt x="2646" y="2737"/>
                      </a:lnTo>
                      <a:lnTo>
                        <a:pt x="2665" y="2739"/>
                      </a:lnTo>
                      <a:lnTo>
                        <a:pt x="2684" y="2741"/>
                      </a:lnTo>
                      <a:lnTo>
                        <a:pt x="2703" y="2741"/>
                      </a:lnTo>
                      <a:lnTo>
                        <a:pt x="2724" y="2742"/>
                      </a:lnTo>
                      <a:lnTo>
                        <a:pt x="2743" y="2741"/>
                      </a:lnTo>
                      <a:lnTo>
                        <a:pt x="2762" y="2740"/>
                      </a:lnTo>
                      <a:lnTo>
                        <a:pt x="2783" y="2738"/>
                      </a:lnTo>
                      <a:lnTo>
                        <a:pt x="2802" y="2735"/>
                      </a:lnTo>
                      <a:lnTo>
                        <a:pt x="2823" y="2731"/>
                      </a:lnTo>
                      <a:lnTo>
                        <a:pt x="2843" y="2726"/>
                      </a:lnTo>
                      <a:lnTo>
                        <a:pt x="2864" y="2721"/>
                      </a:lnTo>
                      <a:lnTo>
                        <a:pt x="2885" y="2715"/>
                      </a:lnTo>
                      <a:lnTo>
                        <a:pt x="2907" y="2708"/>
                      </a:lnTo>
                      <a:lnTo>
                        <a:pt x="2927" y="2700"/>
                      </a:lnTo>
                      <a:lnTo>
                        <a:pt x="2950" y="2691"/>
                      </a:lnTo>
                      <a:lnTo>
                        <a:pt x="2971" y="2681"/>
                      </a:lnTo>
                      <a:lnTo>
                        <a:pt x="2990" y="2672"/>
                      </a:lnTo>
                      <a:lnTo>
                        <a:pt x="3008" y="2663"/>
                      </a:lnTo>
                      <a:lnTo>
                        <a:pt x="3025" y="2653"/>
                      </a:lnTo>
                      <a:lnTo>
                        <a:pt x="3043" y="2641"/>
                      </a:lnTo>
                      <a:lnTo>
                        <a:pt x="3075" y="2620"/>
                      </a:lnTo>
                      <a:lnTo>
                        <a:pt x="3106" y="2596"/>
                      </a:lnTo>
                      <a:lnTo>
                        <a:pt x="3135" y="2574"/>
                      </a:lnTo>
                      <a:lnTo>
                        <a:pt x="3161" y="2550"/>
                      </a:lnTo>
                      <a:lnTo>
                        <a:pt x="3185" y="2528"/>
                      </a:lnTo>
                      <a:lnTo>
                        <a:pt x="3206" y="2507"/>
                      </a:lnTo>
                      <a:lnTo>
                        <a:pt x="4127" y="1656"/>
                      </a:lnTo>
                      <a:lnTo>
                        <a:pt x="4139" y="1648"/>
                      </a:lnTo>
                      <a:lnTo>
                        <a:pt x="4150" y="1640"/>
                      </a:lnTo>
                      <a:lnTo>
                        <a:pt x="4161" y="1635"/>
                      </a:lnTo>
                      <a:lnTo>
                        <a:pt x="4172" y="1631"/>
                      </a:lnTo>
                      <a:lnTo>
                        <a:pt x="4183" y="1628"/>
                      </a:lnTo>
                      <a:lnTo>
                        <a:pt x="4193" y="1626"/>
                      </a:lnTo>
                      <a:lnTo>
                        <a:pt x="4203" y="1626"/>
                      </a:lnTo>
                      <a:lnTo>
                        <a:pt x="4213" y="1627"/>
                      </a:lnTo>
                      <a:lnTo>
                        <a:pt x="4222" y="1628"/>
                      </a:lnTo>
                      <a:lnTo>
                        <a:pt x="4232" y="1631"/>
                      </a:lnTo>
                      <a:lnTo>
                        <a:pt x="4242" y="1634"/>
                      </a:lnTo>
                      <a:lnTo>
                        <a:pt x="4250" y="1639"/>
                      </a:lnTo>
                      <a:lnTo>
                        <a:pt x="4259" y="1644"/>
                      </a:lnTo>
                      <a:lnTo>
                        <a:pt x="4268" y="1650"/>
                      </a:lnTo>
                      <a:lnTo>
                        <a:pt x="4277" y="1656"/>
                      </a:lnTo>
                      <a:lnTo>
                        <a:pt x="4285" y="1663"/>
                      </a:lnTo>
                      <a:lnTo>
                        <a:pt x="4300" y="1678"/>
                      </a:lnTo>
                      <a:lnTo>
                        <a:pt x="4316" y="1694"/>
                      </a:lnTo>
                      <a:lnTo>
                        <a:pt x="4330" y="1711"/>
                      </a:lnTo>
                      <a:lnTo>
                        <a:pt x="4344" y="1728"/>
                      </a:lnTo>
                      <a:lnTo>
                        <a:pt x="4369" y="1760"/>
                      </a:lnTo>
                      <a:lnTo>
                        <a:pt x="4391" y="1787"/>
                      </a:lnTo>
                      <a:lnTo>
                        <a:pt x="4871" y="2331"/>
                      </a:lnTo>
                      <a:lnTo>
                        <a:pt x="4886" y="2349"/>
                      </a:lnTo>
                      <a:lnTo>
                        <a:pt x="4898" y="2367"/>
                      </a:lnTo>
                      <a:lnTo>
                        <a:pt x="4902" y="2374"/>
                      </a:lnTo>
                      <a:lnTo>
                        <a:pt x="4906" y="2382"/>
                      </a:lnTo>
                      <a:lnTo>
                        <a:pt x="4909" y="2389"/>
                      </a:lnTo>
                      <a:lnTo>
                        <a:pt x="4912" y="2397"/>
                      </a:lnTo>
                      <a:lnTo>
                        <a:pt x="4915" y="2411"/>
                      </a:lnTo>
                      <a:lnTo>
                        <a:pt x="4917" y="2425"/>
                      </a:lnTo>
                      <a:lnTo>
                        <a:pt x="4917" y="2441"/>
                      </a:lnTo>
                      <a:lnTo>
                        <a:pt x="4917" y="2456"/>
                      </a:lnTo>
                      <a:lnTo>
                        <a:pt x="4916" y="2473"/>
                      </a:lnTo>
                      <a:lnTo>
                        <a:pt x="4916" y="2492"/>
                      </a:lnTo>
                      <a:lnTo>
                        <a:pt x="4916" y="2513"/>
                      </a:lnTo>
                      <a:lnTo>
                        <a:pt x="4917" y="2538"/>
                      </a:lnTo>
                      <a:lnTo>
                        <a:pt x="4919" y="2565"/>
                      </a:lnTo>
                      <a:lnTo>
                        <a:pt x="4923" y="2596"/>
                      </a:lnTo>
                      <a:lnTo>
                        <a:pt x="4930" y="2631"/>
                      </a:lnTo>
                      <a:lnTo>
                        <a:pt x="4941" y="2671"/>
                      </a:lnTo>
                      <a:lnTo>
                        <a:pt x="4947" y="2694"/>
                      </a:lnTo>
                      <a:lnTo>
                        <a:pt x="4954" y="2715"/>
                      </a:lnTo>
                      <a:lnTo>
                        <a:pt x="4961" y="2735"/>
                      </a:lnTo>
                      <a:lnTo>
                        <a:pt x="4969" y="2753"/>
                      </a:lnTo>
                      <a:lnTo>
                        <a:pt x="4985" y="2789"/>
                      </a:lnTo>
                      <a:lnTo>
                        <a:pt x="4999" y="2823"/>
                      </a:lnTo>
                      <a:lnTo>
                        <a:pt x="5006" y="2840"/>
                      </a:lnTo>
                      <a:lnTo>
                        <a:pt x="5012" y="2858"/>
                      </a:lnTo>
                      <a:lnTo>
                        <a:pt x="5018" y="2876"/>
                      </a:lnTo>
                      <a:lnTo>
                        <a:pt x="5022" y="2895"/>
                      </a:lnTo>
                      <a:lnTo>
                        <a:pt x="5027" y="2916"/>
                      </a:lnTo>
                      <a:lnTo>
                        <a:pt x="5030" y="2939"/>
                      </a:lnTo>
                      <a:lnTo>
                        <a:pt x="5032" y="2962"/>
                      </a:lnTo>
                      <a:lnTo>
                        <a:pt x="5032" y="2988"/>
                      </a:lnTo>
                      <a:lnTo>
                        <a:pt x="5032" y="4217"/>
                      </a:lnTo>
                      <a:lnTo>
                        <a:pt x="4682" y="4219"/>
                      </a:lnTo>
                      <a:lnTo>
                        <a:pt x="4682" y="4920"/>
                      </a:lnTo>
                      <a:lnTo>
                        <a:pt x="4447" y="4922"/>
                      </a:lnTo>
                      <a:lnTo>
                        <a:pt x="4447" y="7030"/>
                      </a:lnTo>
                      <a:lnTo>
                        <a:pt x="2342" y="7031"/>
                      </a:lnTo>
                      <a:lnTo>
                        <a:pt x="2342" y="4921"/>
                      </a:lnTo>
                      <a:lnTo>
                        <a:pt x="2108" y="4922"/>
                      </a:lnTo>
                      <a:lnTo>
                        <a:pt x="2109" y="4688"/>
                      </a:lnTo>
                      <a:lnTo>
                        <a:pt x="2342" y="4688"/>
                      </a:lnTo>
                      <a:lnTo>
                        <a:pt x="2343" y="4452"/>
                      </a:lnTo>
                      <a:lnTo>
                        <a:pt x="2108" y="4453"/>
                      </a:lnTo>
                      <a:lnTo>
                        <a:pt x="2102" y="4444"/>
                      </a:lnTo>
                      <a:lnTo>
                        <a:pt x="2096" y="4434"/>
                      </a:lnTo>
                      <a:lnTo>
                        <a:pt x="2092" y="4423"/>
                      </a:lnTo>
                      <a:lnTo>
                        <a:pt x="2087" y="4412"/>
                      </a:lnTo>
                      <a:lnTo>
                        <a:pt x="2077" y="4387"/>
                      </a:lnTo>
                      <a:lnTo>
                        <a:pt x="2068" y="4361"/>
                      </a:lnTo>
                      <a:lnTo>
                        <a:pt x="2059" y="4335"/>
                      </a:lnTo>
                      <a:lnTo>
                        <a:pt x="2049" y="4310"/>
                      </a:lnTo>
                      <a:lnTo>
                        <a:pt x="2044" y="4299"/>
                      </a:lnTo>
                      <a:lnTo>
                        <a:pt x="2040" y="4288"/>
                      </a:lnTo>
                      <a:lnTo>
                        <a:pt x="2035" y="4279"/>
                      </a:lnTo>
                      <a:lnTo>
                        <a:pt x="2029" y="4269"/>
                      </a:lnTo>
                      <a:lnTo>
                        <a:pt x="2016" y="4250"/>
                      </a:lnTo>
                      <a:lnTo>
                        <a:pt x="2001" y="4229"/>
                      </a:lnTo>
                      <a:lnTo>
                        <a:pt x="1987" y="4210"/>
                      </a:lnTo>
                      <a:lnTo>
                        <a:pt x="1973" y="4191"/>
                      </a:lnTo>
                      <a:lnTo>
                        <a:pt x="1957" y="4172"/>
                      </a:lnTo>
                      <a:lnTo>
                        <a:pt x="1941" y="4155"/>
                      </a:lnTo>
                      <a:lnTo>
                        <a:pt x="1924" y="4139"/>
                      </a:lnTo>
                      <a:lnTo>
                        <a:pt x="1908" y="4125"/>
                      </a:lnTo>
                      <a:lnTo>
                        <a:pt x="1885" y="4108"/>
                      </a:lnTo>
                      <a:lnTo>
                        <a:pt x="1860" y="4091"/>
                      </a:lnTo>
                      <a:lnTo>
                        <a:pt x="1835" y="4076"/>
                      </a:lnTo>
                      <a:lnTo>
                        <a:pt x="1812" y="4062"/>
                      </a:lnTo>
                      <a:lnTo>
                        <a:pt x="1787" y="4050"/>
                      </a:lnTo>
                      <a:lnTo>
                        <a:pt x="1763" y="4039"/>
                      </a:lnTo>
                      <a:lnTo>
                        <a:pt x="1738" y="4029"/>
                      </a:lnTo>
                      <a:lnTo>
                        <a:pt x="1714" y="4020"/>
                      </a:lnTo>
                      <a:lnTo>
                        <a:pt x="1688" y="4012"/>
                      </a:lnTo>
                      <a:lnTo>
                        <a:pt x="1663" y="4005"/>
                      </a:lnTo>
                      <a:lnTo>
                        <a:pt x="1637" y="3999"/>
                      </a:lnTo>
                      <a:lnTo>
                        <a:pt x="1611" y="3994"/>
                      </a:lnTo>
                      <a:lnTo>
                        <a:pt x="1586" y="3990"/>
                      </a:lnTo>
                      <a:lnTo>
                        <a:pt x="1559" y="3986"/>
                      </a:lnTo>
                      <a:lnTo>
                        <a:pt x="1533" y="3984"/>
                      </a:lnTo>
                      <a:lnTo>
                        <a:pt x="1505" y="3981"/>
                      </a:lnTo>
                      <a:lnTo>
                        <a:pt x="1450" y="3978"/>
                      </a:lnTo>
                      <a:lnTo>
                        <a:pt x="1391" y="3977"/>
                      </a:lnTo>
                      <a:lnTo>
                        <a:pt x="1332" y="3977"/>
                      </a:lnTo>
                      <a:lnTo>
                        <a:pt x="1270" y="3978"/>
                      </a:lnTo>
                      <a:lnTo>
                        <a:pt x="1206" y="3981"/>
                      </a:lnTo>
                      <a:lnTo>
                        <a:pt x="1139" y="3983"/>
                      </a:lnTo>
                      <a:lnTo>
                        <a:pt x="1069" y="3984"/>
                      </a:lnTo>
                      <a:lnTo>
                        <a:pt x="995" y="3985"/>
                      </a:lnTo>
                      <a:lnTo>
                        <a:pt x="937" y="3984"/>
                      </a:lnTo>
                      <a:lnTo>
                        <a:pt x="871" y="3983"/>
                      </a:lnTo>
                      <a:lnTo>
                        <a:pt x="799" y="3981"/>
                      </a:lnTo>
                      <a:lnTo>
                        <a:pt x="726" y="3978"/>
                      </a:lnTo>
                      <a:lnTo>
                        <a:pt x="655" y="3978"/>
                      </a:lnTo>
                      <a:lnTo>
                        <a:pt x="585" y="3981"/>
                      </a:lnTo>
                      <a:lnTo>
                        <a:pt x="553" y="3982"/>
                      </a:lnTo>
                      <a:lnTo>
                        <a:pt x="523" y="3985"/>
                      </a:lnTo>
                      <a:lnTo>
                        <a:pt x="494" y="3988"/>
                      </a:lnTo>
                      <a:lnTo>
                        <a:pt x="469" y="3992"/>
                      </a:lnTo>
                      <a:lnTo>
                        <a:pt x="470" y="4453"/>
                      </a:lnTo>
                      <a:lnTo>
                        <a:pt x="234" y="4453"/>
                      </a:lnTo>
                      <a:lnTo>
                        <a:pt x="235" y="4687"/>
                      </a:lnTo>
                      <a:lnTo>
                        <a:pt x="469" y="4690"/>
                      </a:lnTo>
                      <a:lnTo>
                        <a:pt x="470" y="4922"/>
                      </a:lnTo>
                      <a:lnTo>
                        <a:pt x="234" y="4921"/>
                      </a:lnTo>
                      <a:lnTo>
                        <a:pt x="234" y="7031"/>
                      </a:lnTo>
                      <a:lnTo>
                        <a:pt x="1" y="7031"/>
                      </a:lnTo>
                      <a:lnTo>
                        <a:pt x="0" y="7266"/>
                      </a:lnTo>
                      <a:lnTo>
                        <a:pt x="7257" y="7266"/>
                      </a:lnTo>
                      <a:lnTo>
                        <a:pt x="7256" y="7031"/>
                      </a:lnTo>
                      <a:lnTo>
                        <a:pt x="7022" y="7031"/>
                      </a:lnTo>
                      <a:lnTo>
                        <a:pt x="7023" y="4921"/>
                      </a:lnTo>
                      <a:lnTo>
                        <a:pt x="6788" y="4922"/>
                      </a:lnTo>
                      <a:lnTo>
                        <a:pt x="6788" y="4218"/>
                      </a:lnTo>
                      <a:lnTo>
                        <a:pt x="6437" y="4219"/>
                      </a:lnTo>
                      <a:lnTo>
                        <a:pt x="6437" y="4131"/>
                      </a:lnTo>
                      <a:lnTo>
                        <a:pt x="6437" y="4043"/>
                      </a:lnTo>
                      <a:lnTo>
                        <a:pt x="6437" y="3955"/>
                      </a:lnTo>
                      <a:lnTo>
                        <a:pt x="6437" y="3867"/>
                      </a:lnTo>
                      <a:lnTo>
                        <a:pt x="6437" y="3780"/>
                      </a:lnTo>
                      <a:lnTo>
                        <a:pt x="6437" y="3692"/>
                      </a:lnTo>
                      <a:lnTo>
                        <a:pt x="6437" y="3603"/>
                      </a:lnTo>
                      <a:lnTo>
                        <a:pt x="6437" y="3515"/>
                      </a:lnTo>
                      <a:lnTo>
                        <a:pt x="6436" y="3452"/>
                      </a:lnTo>
                      <a:lnTo>
                        <a:pt x="6435" y="3394"/>
                      </a:lnTo>
                      <a:lnTo>
                        <a:pt x="6433" y="3341"/>
                      </a:lnTo>
                      <a:lnTo>
                        <a:pt x="6430" y="3292"/>
                      </a:lnTo>
                      <a:lnTo>
                        <a:pt x="6428" y="3246"/>
                      </a:lnTo>
                      <a:lnTo>
                        <a:pt x="6426" y="3203"/>
                      </a:lnTo>
                      <a:lnTo>
                        <a:pt x="6425" y="3162"/>
                      </a:lnTo>
                      <a:lnTo>
                        <a:pt x="6425" y="3122"/>
                      </a:lnTo>
                      <a:lnTo>
                        <a:pt x="6426" y="3083"/>
                      </a:lnTo>
                      <a:lnTo>
                        <a:pt x="6428" y="3044"/>
                      </a:lnTo>
                      <a:lnTo>
                        <a:pt x="6432" y="3005"/>
                      </a:lnTo>
                      <a:lnTo>
                        <a:pt x="6440" y="2965"/>
                      </a:lnTo>
                      <a:lnTo>
                        <a:pt x="6444" y="2945"/>
                      </a:lnTo>
                      <a:lnTo>
                        <a:pt x="6449" y="2923"/>
                      </a:lnTo>
                      <a:lnTo>
                        <a:pt x="6454" y="2902"/>
                      </a:lnTo>
                      <a:lnTo>
                        <a:pt x="6460" y="2879"/>
                      </a:lnTo>
                      <a:lnTo>
                        <a:pt x="6467" y="2857"/>
                      </a:lnTo>
                      <a:lnTo>
                        <a:pt x="6475" y="2832"/>
                      </a:lnTo>
                      <a:lnTo>
                        <a:pt x="6485" y="2807"/>
                      </a:lnTo>
                      <a:lnTo>
                        <a:pt x="6494" y="2782"/>
                      </a:lnTo>
                      <a:lnTo>
                        <a:pt x="6500" y="2765"/>
                      </a:lnTo>
                      <a:lnTo>
                        <a:pt x="6506" y="2749"/>
                      </a:lnTo>
                      <a:lnTo>
                        <a:pt x="6511" y="2734"/>
                      </a:lnTo>
                      <a:lnTo>
                        <a:pt x="6517" y="2716"/>
                      </a:lnTo>
                      <a:lnTo>
                        <a:pt x="6525" y="2687"/>
                      </a:lnTo>
                      <a:lnTo>
                        <a:pt x="6533" y="2659"/>
                      </a:lnTo>
                      <a:lnTo>
                        <a:pt x="6540" y="2631"/>
                      </a:lnTo>
                      <a:lnTo>
                        <a:pt x="6545" y="2602"/>
                      </a:lnTo>
                      <a:lnTo>
                        <a:pt x="6550" y="2574"/>
                      </a:lnTo>
                      <a:lnTo>
                        <a:pt x="6553" y="2544"/>
                      </a:lnTo>
                      <a:lnTo>
                        <a:pt x="6555" y="2515"/>
                      </a:lnTo>
                      <a:lnTo>
                        <a:pt x="6556" y="2487"/>
                      </a:lnTo>
                      <a:lnTo>
                        <a:pt x="6557" y="2458"/>
                      </a:lnTo>
                      <a:lnTo>
                        <a:pt x="6556" y="2428"/>
                      </a:lnTo>
                      <a:lnTo>
                        <a:pt x="6554" y="2400"/>
                      </a:lnTo>
                      <a:lnTo>
                        <a:pt x="6551" y="2370"/>
                      </a:lnTo>
                      <a:lnTo>
                        <a:pt x="6547" y="2341"/>
                      </a:lnTo>
                      <a:lnTo>
                        <a:pt x="6542" y="2311"/>
                      </a:lnTo>
                      <a:lnTo>
                        <a:pt x="6536" y="2283"/>
                      </a:lnTo>
                      <a:lnTo>
                        <a:pt x="6530" y="2253"/>
                      </a:lnTo>
                      <a:lnTo>
                        <a:pt x="6519" y="2220"/>
                      </a:lnTo>
                      <a:lnTo>
                        <a:pt x="6510" y="2189"/>
                      </a:lnTo>
                      <a:lnTo>
                        <a:pt x="6499" y="2159"/>
                      </a:lnTo>
                      <a:lnTo>
                        <a:pt x="6488" y="2130"/>
                      </a:lnTo>
                      <a:lnTo>
                        <a:pt x="6476" y="2102"/>
                      </a:lnTo>
                      <a:lnTo>
                        <a:pt x="6463" y="2078"/>
                      </a:lnTo>
                      <a:lnTo>
                        <a:pt x="6451" y="2053"/>
                      </a:lnTo>
                      <a:lnTo>
                        <a:pt x="6436" y="2031"/>
                      </a:lnTo>
                      <a:lnTo>
                        <a:pt x="6423" y="2008"/>
                      </a:lnTo>
                      <a:lnTo>
                        <a:pt x="6409" y="1988"/>
                      </a:lnTo>
                      <a:lnTo>
                        <a:pt x="6395" y="1968"/>
                      </a:lnTo>
                      <a:lnTo>
                        <a:pt x="6379" y="1950"/>
                      </a:lnTo>
                      <a:lnTo>
                        <a:pt x="6364" y="1931"/>
                      </a:lnTo>
                      <a:lnTo>
                        <a:pt x="6348" y="1914"/>
                      </a:lnTo>
                      <a:lnTo>
                        <a:pt x="6332" y="1898"/>
                      </a:lnTo>
                      <a:lnTo>
                        <a:pt x="6317" y="1882"/>
                      </a:lnTo>
                      <a:lnTo>
                        <a:pt x="6284" y="1851"/>
                      </a:lnTo>
                      <a:lnTo>
                        <a:pt x="6251" y="1824"/>
                      </a:lnTo>
                      <a:lnTo>
                        <a:pt x="6219" y="1796"/>
                      </a:lnTo>
                      <a:lnTo>
                        <a:pt x="6186" y="1768"/>
                      </a:lnTo>
                      <a:lnTo>
                        <a:pt x="6154" y="1741"/>
                      </a:lnTo>
                      <a:lnTo>
                        <a:pt x="6123" y="1712"/>
                      </a:lnTo>
                      <a:lnTo>
                        <a:pt x="6108" y="1697"/>
                      </a:lnTo>
                      <a:lnTo>
                        <a:pt x="6094" y="1681"/>
                      </a:lnTo>
                      <a:lnTo>
                        <a:pt x="6079" y="1665"/>
                      </a:lnTo>
                      <a:lnTo>
                        <a:pt x="6065" y="1649"/>
                      </a:lnTo>
                      <a:lnTo>
                        <a:pt x="5233" y="713"/>
                      </a:lnTo>
                      <a:lnTo>
                        <a:pt x="5199" y="676"/>
                      </a:lnTo>
                      <a:lnTo>
                        <a:pt x="5173" y="644"/>
                      </a:lnTo>
                      <a:lnTo>
                        <a:pt x="5151" y="616"/>
                      </a:lnTo>
                      <a:lnTo>
                        <a:pt x="5134" y="591"/>
                      </a:lnTo>
                      <a:lnTo>
                        <a:pt x="5120" y="568"/>
                      </a:lnTo>
                      <a:lnTo>
                        <a:pt x="5108" y="547"/>
                      </a:lnTo>
                      <a:lnTo>
                        <a:pt x="5099" y="527"/>
                      </a:lnTo>
                      <a:lnTo>
                        <a:pt x="5090" y="507"/>
                      </a:lnTo>
                      <a:lnTo>
                        <a:pt x="5081" y="487"/>
                      </a:lnTo>
                      <a:lnTo>
                        <a:pt x="5072" y="465"/>
                      </a:lnTo>
                      <a:lnTo>
                        <a:pt x="5059" y="442"/>
                      </a:lnTo>
                      <a:lnTo>
                        <a:pt x="5045" y="415"/>
                      </a:lnTo>
                      <a:lnTo>
                        <a:pt x="5027" y="386"/>
                      </a:lnTo>
                      <a:lnTo>
                        <a:pt x="5003" y="352"/>
                      </a:lnTo>
                      <a:lnTo>
                        <a:pt x="4975" y="315"/>
                      </a:lnTo>
                      <a:lnTo>
                        <a:pt x="4941" y="270"/>
                      </a:lnTo>
                      <a:lnTo>
                        <a:pt x="4913" y="239"/>
                      </a:lnTo>
                      <a:lnTo>
                        <a:pt x="4883" y="209"/>
                      </a:lnTo>
                      <a:lnTo>
                        <a:pt x="4853" y="181"/>
                      </a:lnTo>
                      <a:lnTo>
                        <a:pt x="4820" y="155"/>
                      </a:lnTo>
                      <a:lnTo>
                        <a:pt x="4785" y="131"/>
                      </a:lnTo>
                      <a:lnTo>
                        <a:pt x="4750" y="110"/>
                      </a:lnTo>
                      <a:lnTo>
                        <a:pt x="4714" y="89"/>
                      </a:lnTo>
                      <a:lnTo>
                        <a:pt x="4676" y="72"/>
                      </a:lnTo>
                      <a:lnTo>
                        <a:pt x="4637" y="55"/>
                      </a:lnTo>
                      <a:lnTo>
                        <a:pt x="4597" y="41"/>
                      </a:lnTo>
                      <a:lnTo>
                        <a:pt x="4556" y="30"/>
                      </a:lnTo>
                      <a:lnTo>
                        <a:pt x="4515" y="19"/>
                      </a:lnTo>
                      <a:lnTo>
                        <a:pt x="4473" y="11"/>
                      </a:lnTo>
                      <a:lnTo>
                        <a:pt x="4430" y="6"/>
                      </a:lnTo>
                      <a:lnTo>
                        <a:pt x="4388" y="2"/>
                      </a:lnTo>
                      <a:lnTo>
                        <a:pt x="4345" y="0"/>
                      </a:lnTo>
                      <a:lnTo>
                        <a:pt x="4302" y="0"/>
                      </a:lnTo>
                      <a:lnTo>
                        <a:pt x="4259" y="3"/>
                      </a:lnTo>
                      <a:lnTo>
                        <a:pt x="4217" y="7"/>
                      </a:lnTo>
                      <a:lnTo>
                        <a:pt x="4174" y="14"/>
                      </a:lnTo>
                      <a:lnTo>
                        <a:pt x="4132" y="23"/>
                      </a:lnTo>
                      <a:lnTo>
                        <a:pt x="4090" y="34"/>
                      </a:lnTo>
                      <a:lnTo>
                        <a:pt x="4050" y="47"/>
                      </a:lnTo>
                      <a:lnTo>
                        <a:pt x="4010" y="61"/>
                      </a:lnTo>
                      <a:lnTo>
                        <a:pt x="3971" y="79"/>
                      </a:lnTo>
                      <a:lnTo>
                        <a:pt x="3932" y="98"/>
                      </a:lnTo>
                      <a:lnTo>
                        <a:pt x="3895" y="120"/>
                      </a:lnTo>
                      <a:lnTo>
                        <a:pt x="3858" y="144"/>
                      </a:lnTo>
                      <a:lnTo>
                        <a:pt x="3823" y="170"/>
                      </a:lnTo>
                      <a:lnTo>
                        <a:pt x="3791" y="199"/>
                      </a:lnTo>
                      <a:lnTo>
                        <a:pt x="3758" y="228"/>
                      </a:lnTo>
                      <a:lnTo>
                        <a:pt x="3728" y="261"/>
                      </a:lnTo>
                      <a:lnTo>
                        <a:pt x="3560" y="445"/>
                      </a:lnTo>
                      <a:lnTo>
                        <a:pt x="3538" y="467"/>
                      </a:lnTo>
                      <a:lnTo>
                        <a:pt x="3515" y="491"/>
                      </a:lnTo>
                      <a:lnTo>
                        <a:pt x="3492" y="513"/>
                      </a:lnTo>
                      <a:lnTo>
                        <a:pt x="3469" y="536"/>
                      </a:lnTo>
                      <a:lnTo>
                        <a:pt x="3447" y="557"/>
                      </a:lnTo>
                      <a:lnTo>
                        <a:pt x="3425" y="578"/>
                      </a:lnTo>
                      <a:lnTo>
                        <a:pt x="3403" y="598"/>
                      </a:lnTo>
                      <a:lnTo>
                        <a:pt x="3382" y="618"/>
                      </a:lnTo>
                      <a:lnTo>
                        <a:pt x="3358" y="640"/>
                      </a:lnTo>
                      <a:lnTo>
                        <a:pt x="3334" y="663"/>
                      </a:lnTo>
                      <a:lnTo>
                        <a:pt x="3313" y="685"/>
                      </a:lnTo>
                      <a:lnTo>
                        <a:pt x="3290" y="708"/>
                      </a:lnTo>
                      <a:lnTo>
                        <a:pt x="3269" y="732"/>
                      </a:lnTo>
                      <a:lnTo>
                        <a:pt x="3246" y="754"/>
                      </a:lnTo>
                      <a:lnTo>
                        <a:pt x="3223" y="777"/>
                      </a:lnTo>
                      <a:lnTo>
                        <a:pt x="3198" y="799"/>
                      </a:lnTo>
                      <a:lnTo>
                        <a:pt x="3152" y="840"/>
                      </a:lnTo>
                      <a:lnTo>
                        <a:pt x="3106" y="882"/>
                      </a:lnTo>
                      <a:lnTo>
                        <a:pt x="3060" y="924"/>
                      </a:lnTo>
                      <a:lnTo>
                        <a:pt x="3015" y="966"/>
                      </a:lnTo>
                      <a:lnTo>
                        <a:pt x="2969" y="1008"/>
                      </a:lnTo>
                      <a:lnTo>
                        <a:pt x="2924" y="1051"/>
                      </a:lnTo>
                      <a:lnTo>
                        <a:pt x="2878" y="1094"/>
                      </a:lnTo>
                      <a:lnTo>
                        <a:pt x="2833" y="1138"/>
                      </a:lnTo>
                      <a:lnTo>
                        <a:pt x="2787" y="1181"/>
                      </a:lnTo>
                      <a:lnTo>
                        <a:pt x="2742" y="1225"/>
                      </a:lnTo>
                      <a:lnTo>
                        <a:pt x="2696" y="1268"/>
                      </a:lnTo>
                      <a:lnTo>
                        <a:pt x="2651" y="1312"/>
                      </a:lnTo>
                      <a:lnTo>
                        <a:pt x="2605" y="1357"/>
                      </a:lnTo>
                      <a:lnTo>
                        <a:pt x="2559" y="1401"/>
                      </a:lnTo>
                      <a:lnTo>
                        <a:pt x="2513" y="1444"/>
                      </a:lnTo>
                      <a:lnTo>
                        <a:pt x="2467" y="1488"/>
                      </a:lnTo>
                      <a:lnTo>
                        <a:pt x="2425" y="1527"/>
                      </a:lnTo>
                      <a:lnTo>
                        <a:pt x="2380" y="1570"/>
                      </a:lnTo>
                      <a:lnTo>
                        <a:pt x="2332" y="1616"/>
                      </a:lnTo>
                      <a:lnTo>
                        <a:pt x="2285" y="1665"/>
                      </a:lnTo>
                      <a:lnTo>
                        <a:pt x="2261" y="1690"/>
                      </a:lnTo>
                      <a:lnTo>
                        <a:pt x="2239" y="1715"/>
                      </a:lnTo>
                      <a:lnTo>
                        <a:pt x="2218" y="1741"/>
                      </a:lnTo>
                      <a:lnTo>
                        <a:pt x="2198" y="1765"/>
                      </a:lnTo>
                      <a:lnTo>
                        <a:pt x="2180" y="1791"/>
                      </a:lnTo>
                      <a:lnTo>
                        <a:pt x="2164" y="1816"/>
                      </a:lnTo>
                      <a:lnTo>
                        <a:pt x="2151" y="1840"/>
                      </a:lnTo>
                      <a:lnTo>
                        <a:pt x="2139" y="1864"/>
                      </a:lnTo>
                      <a:lnTo>
                        <a:pt x="2131" y="1884"/>
                      </a:lnTo>
                      <a:lnTo>
                        <a:pt x="2123" y="1904"/>
                      </a:lnTo>
                      <a:lnTo>
                        <a:pt x="2117" y="1924"/>
                      </a:lnTo>
                      <a:lnTo>
                        <a:pt x="2111" y="1944"/>
                      </a:lnTo>
                      <a:lnTo>
                        <a:pt x="2106" y="1964"/>
                      </a:lnTo>
                      <a:lnTo>
                        <a:pt x="2100" y="1984"/>
                      </a:lnTo>
                      <a:lnTo>
                        <a:pt x="2096" y="2003"/>
                      </a:lnTo>
                      <a:lnTo>
                        <a:pt x="2093" y="2023"/>
                      </a:lnTo>
                      <a:lnTo>
                        <a:pt x="2091" y="2041"/>
                      </a:lnTo>
                      <a:lnTo>
                        <a:pt x="2089" y="2060"/>
                      </a:lnTo>
                      <a:lnTo>
                        <a:pt x="2087" y="2079"/>
                      </a:lnTo>
                      <a:lnTo>
                        <a:pt x="2087" y="2098"/>
                      </a:lnTo>
                      <a:lnTo>
                        <a:pt x="2086" y="2117"/>
                      </a:lnTo>
                      <a:lnTo>
                        <a:pt x="2087" y="2135"/>
                      </a:lnTo>
                      <a:lnTo>
                        <a:pt x="2088" y="2154"/>
                      </a:lnTo>
                      <a:lnTo>
                        <a:pt x="2089" y="2171"/>
                      </a:lnTo>
                      <a:lnTo>
                        <a:pt x="2091" y="2190"/>
                      </a:lnTo>
                      <a:lnTo>
                        <a:pt x="2094" y="2207"/>
                      </a:lnTo>
                      <a:lnTo>
                        <a:pt x="2097" y="2225"/>
                      </a:lnTo>
                      <a:lnTo>
                        <a:pt x="2101" y="2243"/>
                      </a:lnTo>
                      <a:lnTo>
                        <a:pt x="2110" y="2278"/>
                      </a:lnTo>
                      <a:lnTo>
                        <a:pt x="2120" y="2312"/>
                      </a:lnTo>
                      <a:lnTo>
                        <a:pt x="2132" y="2346"/>
                      </a:lnTo>
                      <a:lnTo>
                        <a:pt x="2145" y="2380"/>
                      </a:lnTo>
                      <a:lnTo>
                        <a:pt x="2161" y="2414"/>
                      </a:lnTo>
                      <a:lnTo>
                        <a:pt x="2176" y="244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82901" tIns="91451" rIns="182901" bIns="91451" numCol="1" anchor="t" anchorCtr="0" compatLnSpc="1"/>
                <a:lstStyle/>
                <a:p>
                  <a:pPr defTabSz="914377">
                    <a:defRPr/>
                  </a:pPr>
                  <a:endParaRPr lang="en-US" sz="9600">
                    <a:latin typeface="Avenir Next LT Pro" panose="020B0504020202020204"/>
                  </a:endParaRPr>
                </a:p>
              </p:txBody>
            </p:sp>
            <p:sp>
              <p:nvSpPr>
                <p:cNvPr id="272" name="Freeform 58">
                  <a:extLst>
                    <a:ext uri="{FF2B5EF4-FFF2-40B4-BE49-F238E27FC236}">
                      <a16:creationId xmlns:a16="http://schemas.microsoft.com/office/drawing/2014/main" id="{2A0995E2-BBE1-CAD0-E2FD-6784D0788DCC}"/>
                    </a:ext>
                  </a:extLst>
                </p:cNvPr>
                <p:cNvSpPr>
                  <a:spLocks noEditPoints="1"/>
                </p:cNvSpPr>
                <p:nvPr/>
              </p:nvSpPr>
              <p:spPr bwMode="auto">
                <a:xfrm>
                  <a:off x="7377858" y="919220"/>
                  <a:ext cx="163145" cy="163146"/>
                </a:xfrm>
                <a:custGeom>
                  <a:avLst/>
                  <a:gdLst>
                    <a:gd name="T0" fmla="*/ 414 w 1410"/>
                    <a:gd name="T1" fmla="*/ 1013 h 1411"/>
                    <a:gd name="T2" fmla="*/ 514 w 1410"/>
                    <a:gd name="T3" fmla="*/ 955 h 1411"/>
                    <a:gd name="T4" fmla="*/ 253 w 1410"/>
                    <a:gd name="T5" fmla="*/ 819 h 1411"/>
                    <a:gd name="T6" fmla="*/ 243 w 1410"/>
                    <a:gd name="T7" fmla="*/ 681 h 1411"/>
                    <a:gd name="T8" fmla="*/ 450 w 1410"/>
                    <a:gd name="T9" fmla="*/ 679 h 1411"/>
                    <a:gd name="T10" fmla="*/ 510 w 1410"/>
                    <a:gd name="T11" fmla="*/ 591 h 1411"/>
                    <a:gd name="T12" fmla="*/ 537 w 1410"/>
                    <a:gd name="T13" fmla="*/ 472 h 1411"/>
                    <a:gd name="T14" fmla="*/ 410 w 1410"/>
                    <a:gd name="T15" fmla="*/ 395 h 1411"/>
                    <a:gd name="T16" fmla="*/ 383 w 1410"/>
                    <a:gd name="T17" fmla="*/ 368 h 1411"/>
                    <a:gd name="T18" fmla="*/ 470 w 1410"/>
                    <a:gd name="T19" fmla="*/ 307 h 1411"/>
                    <a:gd name="T20" fmla="*/ 571 w 1410"/>
                    <a:gd name="T21" fmla="*/ 264 h 1411"/>
                    <a:gd name="T22" fmla="*/ 840 w 1410"/>
                    <a:gd name="T23" fmla="*/ 265 h 1411"/>
                    <a:gd name="T24" fmla="*/ 938 w 1410"/>
                    <a:gd name="T25" fmla="*/ 306 h 1411"/>
                    <a:gd name="T26" fmla="*/ 1020 w 1410"/>
                    <a:gd name="T27" fmla="*/ 372 h 1411"/>
                    <a:gd name="T28" fmla="*/ 944 w 1410"/>
                    <a:gd name="T29" fmla="*/ 432 h 1411"/>
                    <a:gd name="T30" fmla="*/ 969 w 1410"/>
                    <a:gd name="T31" fmla="*/ 690 h 1411"/>
                    <a:gd name="T32" fmla="*/ 1168 w 1410"/>
                    <a:gd name="T33" fmla="*/ 705 h 1411"/>
                    <a:gd name="T34" fmla="*/ 1141 w 1410"/>
                    <a:gd name="T35" fmla="*/ 816 h 1411"/>
                    <a:gd name="T36" fmla="*/ 1061 w 1410"/>
                    <a:gd name="T37" fmla="*/ 773 h 1411"/>
                    <a:gd name="T38" fmla="*/ 976 w 1410"/>
                    <a:gd name="T39" fmla="*/ 726 h 1411"/>
                    <a:gd name="T40" fmla="*/ 919 w 1410"/>
                    <a:gd name="T41" fmla="*/ 966 h 1411"/>
                    <a:gd name="T42" fmla="*/ 1013 w 1410"/>
                    <a:gd name="T43" fmla="*/ 1031 h 1411"/>
                    <a:gd name="T44" fmla="*/ 962 w 1410"/>
                    <a:gd name="T45" fmla="*/ 1092 h 1411"/>
                    <a:gd name="T46" fmla="*/ 854 w 1410"/>
                    <a:gd name="T47" fmla="*/ 1143 h 1411"/>
                    <a:gd name="T48" fmla="*/ 586 w 1410"/>
                    <a:gd name="T49" fmla="*/ 1149 h 1411"/>
                    <a:gd name="T50" fmla="*/ 509 w 1410"/>
                    <a:gd name="T51" fmla="*/ 1125 h 1411"/>
                    <a:gd name="T52" fmla="*/ 421 w 1410"/>
                    <a:gd name="T53" fmla="*/ 1075 h 1411"/>
                    <a:gd name="T54" fmla="*/ 531 w 1410"/>
                    <a:gd name="T55" fmla="*/ 24 h 1411"/>
                    <a:gd name="T56" fmla="*/ 374 w 1410"/>
                    <a:gd name="T57" fmla="*/ 84 h 1411"/>
                    <a:gd name="T58" fmla="*/ 236 w 1410"/>
                    <a:gd name="T59" fmla="*/ 178 h 1411"/>
                    <a:gd name="T60" fmla="*/ 123 w 1410"/>
                    <a:gd name="T61" fmla="*/ 300 h 1411"/>
                    <a:gd name="T62" fmla="*/ 45 w 1410"/>
                    <a:gd name="T63" fmla="*/ 450 h 1411"/>
                    <a:gd name="T64" fmla="*/ 4 w 1410"/>
                    <a:gd name="T65" fmla="*/ 624 h 1411"/>
                    <a:gd name="T66" fmla="*/ 9 w 1410"/>
                    <a:gd name="T67" fmla="*/ 817 h 1411"/>
                    <a:gd name="T68" fmla="*/ 53 w 1410"/>
                    <a:gd name="T69" fmla="*/ 979 h 1411"/>
                    <a:gd name="T70" fmla="*/ 133 w 1410"/>
                    <a:gd name="T71" fmla="*/ 1123 h 1411"/>
                    <a:gd name="T72" fmla="*/ 244 w 1410"/>
                    <a:gd name="T73" fmla="*/ 1245 h 1411"/>
                    <a:gd name="T74" fmla="*/ 385 w 1410"/>
                    <a:gd name="T75" fmla="*/ 1338 h 1411"/>
                    <a:gd name="T76" fmla="*/ 550 w 1410"/>
                    <a:gd name="T77" fmla="*/ 1396 h 1411"/>
                    <a:gd name="T78" fmla="*/ 736 w 1410"/>
                    <a:gd name="T79" fmla="*/ 1410 h 1411"/>
                    <a:gd name="T80" fmla="*/ 878 w 1410"/>
                    <a:gd name="T81" fmla="*/ 1392 h 1411"/>
                    <a:gd name="T82" fmla="*/ 968 w 1410"/>
                    <a:gd name="T83" fmla="*/ 1365 h 1411"/>
                    <a:gd name="T84" fmla="*/ 1111 w 1410"/>
                    <a:gd name="T85" fmla="*/ 1287 h 1411"/>
                    <a:gd name="T86" fmla="*/ 1218 w 1410"/>
                    <a:gd name="T87" fmla="*/ 1186 h 1411"/>
                    <a:gd name="T88" fmla="*/ 1310 w 1410"/>
                    <a:gd name="T89" fmla="*/ 1065 h 1411"/>
                    <a:gd name="T90" fmla="*/ 1374 w 1410"/>
                    <a:gd name="T91" fmla="*/ 933 h 1411"/>
                    <a:gd name="T92" fmla="*/ 1404 w 1410"/>
                    <a:gd name="T93" fmla="*/ 800 h 1411"/>
                    <a:gd name="T94" fmla="*/ 1406 w 1410"/>
                    <a:gd name="T95" fmla="*/ 658 h 1411"/>
                    <a:gd name="T96" fmla="*/ 1375 w 1410"/>
                    <a:gd name="T97" fmla="*/ 482 h 1411"/>
                    <a:gd name="T98" fmla="*/ 1324 w 1410"/>
                    <a:gd name="T99" fmla="*/ 367 h 1411"/>
                    <a:gd name="T100" fmla="*/ 1257 w 1410"/>
                    <a:gd name="T101" fmla="*/ 265 h 1411"/>
                    <a:gd name="T102" fmla="*/ 1177 w 1410"/>
                    <a:gd name="T103" fmla="*/ 179 h 1411"/>
                    <a:gd name="T104" fmla="*/ 1062 w 1410"/>
                    <a:gd name="T105" fmla="*/ 97 h 1411"/>
                    <a:gd name="T106" fmla="*/ 902 w 1410"/>
                    <a:gd name="T107" fmla="*/ 29 h 1411"/>
                    <a:gd name="T108" fmla="*/ 776 w 1410"/>
                    <a:gd name="T109" fmla="*/ 3 h 1411"/>
                    <a:gd name="T110" fmla="*/ 679 w 1410"/>
                    <a:gd name="T111" fmla="*/ 1 h 1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410" h="1411">
                      <a:moveTo>
                        <a:pt x="379" y="1047"/>
                      </a:moveTo>
                      <a:lnTo>
                        <a:pt x="387" y="1037"/>
                      </a:lnTo>
                      <a:lnTo>
                        <a:pt x="397" y="1028"/>
                      </a:lnTo>
                      <a:lnTo>
                        <a:pt x="405" y="1020"/>
                      </a:lnTo>
                      <a:lnTo>
                        <a:pt x="414" y="1013"/>
                      </a:lnTo>
                      <a:lnTo>
                        <a:pt x="432" y="1000"/>
                      </a:lnTo>
                      <a:lnTo>
                        <a:pt x="453" y="989"/>
                      </a:lnTo>
                      <a:lnTo>
                        <a:pt x="476" y="977"/>
                      </a:lnTo>
                      <a:lnTo>
                        <a:pt x="501" y="963"/>
                      </a:lnTo>
                      <a:lnTo>
                        <a:pt x="514" y="955"/>
                      </a:lnTo>
                      <a:lnTo>
                        <a:pt x="529" y="946"/>
                      </a:lnTo>
                      <a:lnTo>
                        <a:pt x="544" y="935"/>
                      </a:lnTo>
                      <a:lnTo>
                        <a:pt x="559" y="922"/>
                      </a:lnTo>
                      <a:lnTo>
                        <a:pt x="440" y="722"/>
                      </a:lnTo>
                      <a:lnTo>
                        <a:pt x="253" y="819"/>
                      </a:lnTo>
                      <a:lnTo>
                        <a:pt x="248" y="785"/>
                      </a:lnTo>
                      <a:lnTo>
                        <a:pt x="245" y="755"/>
                      </a:lnTo>
                      <a:lnTo>
                        <a:pt x="243" y="730"/>
                      </a:lnTo>
                      <a:lnTo>
                        <a:pt x="242" y="705"/>
                      </a:lnTo>
                      <a:lnTo>
                        <a:pt x="243" y="681"/>
                      </a:lnTo>
                      <a:lnTo>
                        <a:pt x="245" y="654"/>
                      </a:lnTo>
                      <a:lnTo>
                        <a:pt x="249" y="623"/>
                      </a:lnTo>
                      <a:lnTo>
                        <a:pt x="254" y="586"/>
                      </a:lnTo>
                      <a:lnTo>
                        <a:pt x="441" y="688"/>
                      </a:lnTo>
                      <a:lnTo>
                        <a:pt x="450" y="679"/>
                      </a:lnTo>
                      <a:lnTo>
                        <a:pt x="458" y="668"/>
                      </a:lnTo>
                      <a:lnTo>
                        <a:pt x="467" y="657"/>
                      </a:lnTo>
                      <a:lnTo>
                        <a:pt x="476" y="646"/>
                      </a:lnTo>
                      <a:lnTo>
                        <a:pt x="493" y="619"/>
                      </a:lnTo>
                      <a:lnTo>
                        <a:pt x="510" y="591"/>
                      </a:lnTo>
                      <a:lnTo>
                        <a:pt x="525" y="564"/>
                      </a:lnTo>
                      <a:lnTo>
                        <a:pt x="538" y="536"/>
                      </a:lnTo>
                      <a:lnTo>
                        <a:pt x="548" y="510"/>
                      </a:lnTo>
                      <a:lnTo>
                        <a:pt x="556" y="486"/>
                      </a:lnTo>
                      <a:lnTo>
                        <a:pt x="537" y="472"/>
                      </a:lnTo>
                      <a:lnTo>
                        <a:pt x="512" y="456"/>
                      </a:lnTo>
                      <a:lnTo>
                        <a:pt x="485" y="441"/>
                      </a:lnTo>
                      <a:lnTo>
                        <a:pt x="457" y="424"/>
                      </a:lnTo>
                      <a:lnTo>
                        <a:pt x="431" y="409"/>
                      </a:lnTo>
                      <a:lnTo>
                        <a:pt x="410" y="395"/>
                      </a:lnTo>
                      <a:lnTo>
                        <a:pt x="401" y="389"/>
                      </a:lnTo>
                      <a:lnTo>
                        <a:pt x="395" y="383"/>
                      </a:lnTo>
                      <a:lnTo>
                        <a:pt x="389" y="377"/>
                      </a:lnTo>
                      <a:lnTo>
                        <a:pt x="387" y="373"/>
                      </a:lnTo>
                      <a:lnTo>
                        <a:pt x="383" y="368"/>
                      </a:lnTo>
                      <a:lnTo>
                        <a:pt x="379" y="364"/>
                      </a:lnTo>
                      <a:lnTo>
                        <a:pt x="400" y="351"/>
                      </a:lnTo>
                      <a:lnTo>
                        <a:pt x="421" y="336"/>
                      </a:lnTo>
                      <a:lnTo>
                        <a:pt x="445" y="321"/>
                      </a:lnTo>
                      <a:lnTo>
                        <a:pt x="470" y="307"/>
                      </a:lnTo>
                      <a:lnTo>
                        <a:pt x="497" y="291"/>
                      </a:lnTo>
                      <a:lnTo>
                        <a:pt x="526" y="279"/>
                      </a:lnTo>
                      <a:lnTo>
                        <a:pt x="540" y="273"/>
                      </a:lnTo>
                      <a:lnTo>
                        <a:pt x="555" y="268"/>
                      </a:lnTo>
                      <a:lnTo>
                        <a:pt x="571" y="264"/>
                      </a:lnTo>
                      <a:lnTo>
                        <a:pt x="587" y="260"/>
                      </a:lnTo>
                      <a:lnTo>
                        <a:pt x="586" y="473"/>
                      </a:lnTo>
                      <a:lnTo>
                        <a:pt x="821" y="472"/>
                      </a:lnTo>
                      <a:lnTo>
                        <a:pt x="823" y="261"/>
                      </a:lnTo>
                      <a:lnTo>
                        <a:pt x="840" y="265"/>
                      </a:lnTo>
                      <a:lnTo>
                        <a:pt x="855" y="270"/>
                      </a:lnTo>
                      <a:lnTo>
                        <a:pt x="870" y="275"/>
                      </a:lnTo>
                      <a:lnTo>
                        <a:pt x="886" y="280"/>
                      </a:lnTo>
                      <a:lnTo>
                        <a:pt x="912" y="292"/>
                      </a:lnTo>
                      <a:lnTo>
                        <a:pt x="938" y="306"/>
                      </a:lnTo>
                      <a:lnTo>
                        <a:pt x="961" y="320"/>
                      </a:lnTo>
                      <a:lnTo>
                        <a:pt x="984" y="334"/>
                      </a:lnTo>
                      <a:lnTo>
                        <a:pt x="1005" y="349"/>
                      </a:lnTo>
                      <a:lnTo>
                        <a:pt x="1026" y="363"/>
                      </a:lnTo>
                      <a:lnTo>
                        <a:pt x="1020" y="372"/>
                      </a:lnTo>
                      <a:lnTo>
                        <a:pt x="1012" y="381"/>
                      </a:lnTo>
                      <a:lnTo>
                        <a:pt x="1002" y="390"/>
                      </a:lnTo>
                      <a:lnTo>
                        <a:pt x="992" y="399"/>
                      </a:lnTo>
                      <a:lnTo>
                        <a:pt x="970" y="415"/>
                      </a:lnTo>
                      <a:lnTo>
                        <a:pt x="944" y="432"/>
                      </a:lnTo>
                      <a:lnTo>
                        <a:pt x="917" y="446"/>
                      </a:lnTo>
                      <a:lnTo>
                        <a:pt x="892" y="459"/>
                      </a:lnTo>
                      <a:lnTo>
                        <a:pt x="867" y="472"/>
                      </a:lnTo>
                      <a:lnTo>
                        <a:pt x="845" y="483"/>
                      </a:lnTo>
                      <a:lnTo>
                        <a:pt x="969" y="690"/>
                      </a:lnTo>
                      <a:lnTo>
                        <a:pt x="1154" y="591"/>
                      </a:lnTo>
                      <a:lnTo>
                        <a:pt x="1160" y="626"/>
                      </a:lnTo>
                      <a:lnTo>
                        <a:pt x="1164" y="656"/>
                      </a:lnTo>
                      <a:lnTo>
                        <a:pt x="1167" y="682"/>
                      </a:lnTo>
                      <a:lnTo>
                        <a:pt x="1168" y="705"/>
                      </a:lnTo>
                      <a:lnTo>
                        <a:pt x="1167" y="729"/>
                      </a:lnTo>
                      <a:lnTo>
                        <a:pt x="1165" y="755"/>
                      </a:lnTo>
                      <a:lnTo>
                        <a:pt x="1161" y="785"/>
                      </a:lnTo>
                      <a:lnTo>
                        <a:pt x="1155" y="821"/>
                      </a:lnTo>
                      <a:lnTo>
                        <a:pt x="1141" y="816"/>
                      </a:lnTo>
                      <a:lnTo>
                        <a:pt x="1129" y="811"/>
                      </a:lnTo>
                      <a:lnTo>
                        <a:pt x="1117" y="806"/>
                      </a:lnTo>
                      <a:lnTo>
                        <a:pt x="1105" y="799"/>
                      </a:lnTo>
                      <a:lnTo>
                        <a:pt x="1082" y="786"/>
                      </a:lnTo>
                      <a:lnTo>
                        <a:pt x="1061" y="773"/>
                      </a:lnTo>
                      <a:lnTo>
                        <a:pt x="1038" y="758"/>
                      </a:lnTo>
                      <a:lnTo>
                        <a:pt x="1015" y="745"/>
                      </a:lnTo>
                      <a:lnTo>
                        <a:pt x="1002" y="738"/>
                      </a:lnTo>
                      <a:lnTo>
                        <a:pt x="989" y="732"/>
                      </a:lnTo>
                      <a:lnTo>
                        <a:pt x="976" y="726"/>
                      </a:lnTo>
                      <a:lnTo>
                        <a:pt x="961" y="720"/>
                      </a:lnTo>
                      <a:lnTo>
                        <a:pt x="848" y="932"/>
                      </a:lnTo>
                      <a:lnTo>
                        <a:pt x="869" y="941"/>
                      </a:lnTo>
                      <a:lnTo>
                        <a:pt x="893" y="953"/>
                      </a:lnTo>
                      <a:lnTo>
                        <a:pt x="919" y="966"/>
                      </a:lnTo>
                      <a:lnTo>
                        <a:pt x="945" y="981"/>
                      </a:lnTo>
                      <a:lnTo>
                        <a:pt x="971" y="997"/>
                      </a:lnTo>
                      <a:lnTo>
                        <a:pt x="993" y="1014"/>
                      </a:lnTo>
                      <a:lnTo>
                        <a:pt x="1003" y="1023"/>
                      </a:lnTo>
                      <a:lnTo>
                        <a:pt x="1013" y="1031"/>
                      </a:lnTo>
                      <a:lnTo>
                        <a:pt x="1021" y="1040"/>
                      </a:lnTo>
                      <a:lnTo>
                        <a:pt x="1027" y="1048"/>
                      </a:lnTo>
                      <a:lnTo>
                        <a:pt x="1006" y="1063"/>
                      </a:lnTo>
                      <a:lnTo>
                        <a:pt x="985" y="1078"/>
                      </a:lnTo>
                      <a:lnTo>
                        <a:pt x="962" y="1092"/>
                      </a:lnTo>
                      <a:lnTo>
                        <a:pt x="938" y="1107"/>
                      </a:lnTo>
                      <a:lnTo>
                        <a:pt x="912" y="1120"/>
                      </a:lnTo>
                      <a:lnTo>
                        <a:pt x="885" y="1132"/>
                      </a:lnTo>
                      <a:lnTo>
                        <a:pt x="870" y="1138"/>
                      </a:lnTo>
                      <a:lnTo>
                        <a:pt x="854" y="1143"/>
                      </a:lnTo>
                      <a:lnTo>
                        <a:pt x="839" y="1148"/>
                      </a:lnTo>
                      <a:lnTo>
                        <a:pt x="821" y="1152"/>
                      </a:lnTo>
                      <a:lnTo>
                        <a:pt x="821" y="939"/>
                      </a:lnTo>
                      <a:lnTo>
                        <a:pt x="586" y="940"/>
                      </a:lnTo>
                      <a:lnTo>
                        <a:pt x="586" y="1149"/>
                      </a:lnTo>
                      <a:lnTo>
                        <a:pt x="570" y="1146"/>
                      </a:lnTo>
                      <a:lnTo>
                        <a:pt x="553" y="1142"/>
                      </a:lnTo>
                      <a:lnTo>
                        <a:pt x="538" y="1137"/>
                      </a:lnTo>
                      <a:lnTo>
                        <a:pt x="524" y="1131"/>
                      </a:lnTo>
                      <a:lnTo>
                        <a:pt x="509" y="1125"/>
                      </a:lnTo>
                      <a:lnTo>
                        <a:pt x="495" y="1119"/>
                      </a:lnTo>
                      <a:lnTo>
                        <a:pt x="482" y="1112"/>
                      </a:lnTo>
                      <a:lnTo>
                        <a:pt x="468" y="1105"/>
                      </a:lnTo>
                      <a:lnTo>
                        <a:pt x="444" y="1090"/>
                      </a:lnTo>
                      <a:lnTo>
                        <a:pt x="421" y="1075"/>
                      </a:lnTo>
                      <a:lnTo>
                        <a:pt x="400" y="1061"/>
                      </a:lnTo>
                      <a:lnTo>
                        <a:pt x="379" y="1047"/>
                      </a:lnTo>
                      <a:close/>
                      <a:moveTo>
                        <a:pt x="598" y="10"/>
                      </a:moveTo>
                      <a:lnTo>
                        <a:pt x="564" y="16"/>
                      </a:lnTo>
                      <a:lnTo>
                        <a:pt x="531" y="24"/>
                      </a:lnTo>
                      <a:lnTo>
                        <a:pt x="498" y="33"/>
                      </a:lnTo>
                      <a:lnTo>
                        <a:pt x="466" y="43"/>
                      </a:lnTo>
                      <a:lnTo>
                        <a:pt x="435" y="56"/>
                      </a:lnTo>
                      <a:lnTo>
                        <a:pt x="404" y="69"/>
                      </a:lnTo>
                      <a:lnTo>
                        <a:pt x="374" y="84"/>
                      </a:lnTo>
                      <a:lnTo>
                        <a:pt x="344" y="100"/>
                      </a:lnTo>
                      <a:lnTo>
                        <a:pt x="316" y="117"/>
                      </a:lnTo>
                      <a:lnTo>
                        <a:pt x="288" y="137"/>
                      </a:lnTo>
                      <a:lnTo>
                        <a:pt x="262" y="156"/>
                      </a:lnTo>
                      <a:lnTo>
                        <a:pt x="236" y="178"/>
                      </a:lnTo>
                      <a:lnTo>
                        <a:pt x="211" y="200"/>
                      </a:lnTo>
                      <a:lnTo>
                        <a:pt x="188" y="224"/>
                      </a:lnTo>
                      <a:lnTo>
                        <a:pt x="165" y="248"/>
                      </a:lnTo>
                      <a:lnTo>
                        <a:pt x="144" y="274"/>
                      </a:lnTo>
                      <a:lnTo>
                        <a:pt x="123" y="300"/>
                      </a:lnTo>
                      <a:lnTo>
                        <a:pt x="105" y="328"/>
                      </a:lnTo>
                      <a:lnTo>
                        <a:pt x="88" y="358"/>
                      </a:lnTo>
                      <a:lnTo>
                        <a:pt x="72" y="388"/>
                      </a:lnTo>
                      <a:lnTo>
                        <a:pt x="57" y="418"/>
                      </a:lnTo>
                      <a:lnTo>
                        <a:pt x="45" y="450"/>
                      </a:lnTo>
                      <a:lnTo>
                        <a:pt x="33" y="484"/>
                      </a:lnTo>
                      <a:lnTo>
                        <a:pt x="23" y="518"/>
                      </a:lnTo>
                      <a:lnTo>
                        <a:pt x="15" y="552"/>
                      </a:lnTo>
                      <a:lnTo>
                        <a:pt x="9" y="587"/>
                      </a:lnTo>
                      <a:lnTo>
                        <a:pt x="4" y="624"/>
                      </a:lnTo>
                      <a:lnTo>
                        <a:pt x="1" y="661"/>
                      </a:lnTo>
                      <a:lnTo>
                        <a:pt x="0" y="699"/>
                      </a:lnTo>
                      <a:lnTo>
                        <a:pt x="1" y="738"/>
                      </a:lnTo>
                      <a:lnTo>
                        <a:pt x="4" y="777"/>
                      </a:lnTo>
                      <a:lnTo>
                        <a:pt x="9" y="817"/>
                      </a:lnTo>
                      <a:lnTo>
                        <a:pt x="14" y="851"/>
                      </a:lnTo>
                      <a:lnTo>
                        <a:pt x="22" y="883"/>
                      </a:lnTo>
                      <a:lnTo>
                        <a:pt x="30" y="915"/>
                      </a:lnTo>
                      <a:lnTo>
                        <a:pt x="41" y="947"/>
                      </a:lnTo>
                      <a:lnTo>
                        <a:pt x="53" y="979"/>
                      </a:lnTo>
                      <a:lnTo>
                        <a:pt x="66" y="1008"/>
                      </a:lnTo>
                      <a:lnTo>
                        <a:pt x="81" y="1038"/>
                      </a:lnTo>
                      <a:lnTo>
                        <a:pt x="97" y="1068"/>
                      </a:lnTo>
                      <a:lnTo>
                        <a:pt x="113" y="1096"/>
                      </a:lnTo>
                      <a:lnTo>
                        <a:pt x="133" y="1123"/>
                      </a:lnTo>
                      <a:lnTo>
                        <a:pt x="152" y="1150"/>
                      </a:lnTo>
                      <a:lnTo>
                        <a:pt x="174" y="1175"/>
                      </a:lnTo>
                      <a:lnTo>
                        <a:pt x="196" y="1200"/>
                      </a:lnTo>
                      <a:lnTo>
                        <a:pt x="220" y="1224"/>
                      </a:lnTo>
                      <a:lnTo>
                        <a:pt x="244" y="1245"/>
                      </a:lnTo>
                      <a:lnTo>
                        <a:pt x="271" y="1267"/>
                      </a:lnTo>
                      <a:lnTo>
                        <a:pt x="297" y="1286"/>
                      </a:lnTo>
                      <a:lnTo>
                        <a:pt x="326" y="1306"/>
                      </a:lnTo>
                      <a:lnTo>
                        <a:pt x="355" y="1322"/>
                      </a:lnTo>
                      <a:lnTo>
                        <a:pt x="385" y="1338"/>
                      </a:lnTo>
                      <a:lnTo>
                        <a:pt x="416" y="1353"/>
                      </a:lnTo>
                      <a:lnTo>
                        <a:pt x="449" y="1366"/>
                      </a:lnTo>
                      <a:lnTo>
                        <a:pt x="482" y="1377"/>
                      </a:lnTo>
                      <a:lnTo>
                        <a:pt x="515" y="1388"/>
                      </a:lnTo>
                      <a:lnTo>
                        <a:pt x="550" y="1396"/>
                      </a:lnTo>
                      <a:lnTo>
                        <a:pt x="586" y="1402"/>
                      </a:lnTo>
                      <a:lnTo>
                        <a:pt x="623" y="1407"/>
                      </a:lnTo>
                      <a:lnTo>
                        <a:pt x="660" y="1410"/>
                      </a:lnTo>
                      <a:lnTo>
                        <a:pt x="698" y="1411"/>
                      </a:lnTo>
                      <a:lnTo>
                        <a:pt x="736" y="1410"/>
                      </a:lnTo>
                      <a:lnTo>
                        <a:pt x="776" y="1408"/>
                      </a:lnTo>
                      <a:lnTo>
                        <a:pt x="816" y="1403"/>
                      </a:lnTo>
                      <a:lnTo>
                        <a:pt x="838" y="1400"/>
                      </a:lnTo>
                      <a:lnTo>
                        <a:pt x="858" y="1396"/>
                      </a:lnTo>
                      <a:lnTo>
                        <a:pt x="878" y="1392"/>
                      </a:lnTo>
                      <a:lnTo>
                        <a:pt x="897" y="1388"/>
                      </a:lnTo>
                      <a:lnTo>
                        <a:pt x="915" y="1382"/>
                      </a:lnTo>
                      <a:lnTo>
                        <a:pt x="934" y="1377"/>
                      </a:lnTo>
                      <a:lnTo>
                        <a:pt x="951" y="1371"/>
                      </a:lnTo>
                      <a:lnTo>
                        <a:pt x="968" y="1365"/>
                      </a:lnTo>
                      <a:lnTo>
                        <a:pt x="1000" y="1352"/>
                      </a:lnTo>
                      <a:lnTo>
                        <a:pt x="1030" y="1337"/>
                      </a:lnTo>
                      <a:lnTo>
                        <a:pt x="1059" y="1322"/>
                      </a:lnTo>
                      <a:lnTo>
                        <a:pt x="1085" y="1305"/>
                      </a:lnTo>
                      <a:lnTo>
                        <a:pt x="1111" y="1287"/>
                      </a:lnTo>
                      <a:lnTo>
                        <a:pt x="1134" y="1268"/>
                      </a:lnTo>
                      <a:lnTo>
                        <a:pt x="1157" y="1248"/>
                      </a:lnTo>
                      <a:lnTo>
                        <a:pt x="1178" y="1228"/>
                      </a:lnTo>
                      <a:lnTo>
                        <a:pt x="1199" y="1207"/>
                      </a:lnTo>
                      <a:lnTo>
                        <a:pt x="1218" y="1186"/>
                      </a:lnTo>
                      <a:lnTo>
                        <a:pt x="1238" y="1163"/>
                      </a:lnTo>
                      <a:lnTo>
                        <a:pt x="1256" y="1142"/>
                      </a:lnTo>
                      <a:lnTo>
                        <a:pt x="1276" y="1117"/>
                      </a:lnTo>
                      <a:lnTo>
                        <a:pt x="1294" y="1091"/>
                      </a:lnTo>
                      <a:lnTo>
                        <a:pt x="1310" y="1065"/>
                      </a:lnTo>
                      <a:lnTo>
                        <a:pt x="1327" y="1036"/>
                      </a:lnTo>
                      <a:lnTo>
                        <a:pt x="1340" y="1010"/>
                      </a:lnTo>
                      <a:lnTo>
                        <a:pt x="1352" y="984"/>
                      </a:lnTo>
                      <a:lnTo>
                        <a:pt x="1364" y="958"/>
                      </a:lnTo>
                      <a:lnTo>
                        <a:pt x="1374" y="933"/>
                      </a:lnTo>
                      <a:lnTo>
                        <a:pt x="1382" y="907"/>
                      </a:lnTo>
                      <a:lnTo>
                        <a:pt x="1389" y="880"/>
                      </a:lnTo>
                      <a:lnTo>
                        <a:pt x="1396" y="855"/>
                      </a:lnTo>
                      <a:lnTo>
                        <a:pt x="1401" y="828"/>
                      </a:lnTo>
                      <a:lnTo>
                        <a:pt x="1404" y="800"/>
                      </a:lnTo>
                      <a:lnTo>
                        <a:pt x="1408" y="774"/>
                      </a:lnTo>
                      <a:lnTo>
                        <a:pt x="1410" y="745"/>
                      </a:lnTo>
                      <a:lnTo>
                        <a:pt x="1410" y="717"/>
                      </a:lnTo>
                      <a:lnTo>
                        <a:pt x="1409" y="688"/>
                      </a:lnTo>
                      <a:lnTo>
                        <a:pt x="1406" y="658"/>
                      </a:lnTo>
                      <a:lnTo>
                        <a:pt x="1403" y="627"/>
                      </a:lnTo>
                      <a:lnTo>
                        <a:pt x="1399" y="596"/>
                      </a:lnTo>
                      <a:lnTo>
                        <a:pt x="1392" y="555"/>
                      </a:lnTo>
                      <a:lnTo>
                        <a:pt x="1384" y="517"/>
                      </a:lnTo>
                      <a:lnTo>
                        <a:pt x="1375" y="482"/>
                      </a:lnTo>
                      <a:lnTo>
                        <a:pt x="1366" y="454"/>
                      </a:lnTo>
                      <a:lnTo>
                        <a:pt x="1356" y="433"/>
                      </a:lnTo>
                      <a:lnTo>
                        <a:pt x="1346" y="410"/>
                      </a:lnTo>
                      <a:lnTo>
                        <a:pt x="1336" y="389"/>
                      </a:lnTo>
                      <a:lnTo>
                        <a:pt x="1324" y="367"/>
                      </a:lnTo>
                      <a:lnTo>
                        <a:pt x="1312" y="346"/>
                      </a:lnTo>
                      <a:lnTo>
                        <a:pt x="1299" y="324"/>
                      </a:lnTo>
                      <a:lnTo>
                        <a:pt x="1286" y="304"/>
                      </a:lnTo>
                      <a:lnTo>
                        <a:pt x="1271" y="284"/>
                      </a:lnTo>
                      <a:lnTo>
                        <a:pt x="1257" y="265"/>
                      </a:lnTo>
                      <a:lnTo>
                        <a:pt x="1242" y="246"/>
                      </a:lnTo>
                      <a:lnTo>
                        <a:pt x="1226" y="228"/>
                      </a:lnTo>
                      <a:lnTo>
                        <a:pt x="1210" y="210"/>
                      </a:lnTo>
                      <a:lnTo>
                        <a:pt x="1194" y="194"/>
                      </a:lnTo>
                      <a:lnTo>
                        <a:pt x="1177" y="179"/>
                      </a:lnTo>
                      <a:lnTo>
                        <a:pt x="1160" y="164"/>
                      </a:lnTo>
                      <a:lnTo>
                        <a:pt x="1143" y="151"/>
                      </a:lnTo>
                      <a:lnTo>
                        <a:pt x="1117" y="132"/>
                      </a:lnTo>
                      <a:lnTo>
                        <a:pt x="1089" y="114"/>
                      </a:lnTo>
                      <a:lnTo>
                        <a:pt x="1062" y="97"/>
                      </a:lnTo>
                      <a:lnTo>
                        <a:pt x="1032" y="81"/>
                      </a:lnTo>
                      <a:lnTo>
                        <a:pt x="1001" y="66"/>
                      </a:lnTo>
                      <a:lnTo>
                        <a:pt x="969" y="52"/>
                      </a:lnTo>
                      <a:lnTo>
                        <a:pt x="936" y="39"/>
                      </a:lnTo>
                      <a:lnTo>
                        <a:pt x="902" y="29"/>
                      </a:lnTo>
                      <a:lnTo>
                        <a:pt x="867" y="19"/>
                      </a:lnTo>
                      <a:lnTo>
                        <a:pt x="831" y="12"/>
                      </a:lnTo>
                      <a:lnTo>
                        <a:pt x="813" y="8"/>
                      </a:lnTo>
                      <a:lnTo>
                        <a:pt x="795" y="5"/>
                      </a:lnTo>
                      <a:lnTo>
                        <a:pt x="776" y="3"/>
                      </a:lnTo>
                      <a:lnTo>
                        <a:pt x="757" y="2"/>
                      </a:lnTo>
                      <a:lnTo>
                        <a:pt x="737" y="1"/>
                      </a:lnTo>
                      <a:lnTo>
                        <a:pt x="719" y="0"/>
                      </a:lnTo>
                      <a:lnTo>
                        <a:pt x="698" y="0"/>
                      </a:lnTo>
                      <a:lnTo>
                        <a:pt x="679" y="1"/>
                      </a:lnTo>
                      <a:lnTo>
                        <a:pt x="659" y="2"/>
                      </a:lnTo>
                      <a:lnTo>
                        <a:pt x="639" y="4"/>
                      </a:lnTo>
                      <a:lnTo>
                        <a:pt x="619" y="6"/>
                      </a:lnTo>
                      <a:lnTo>
                        <a:pt x="598" y="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82901" tIns="91451" rIns="182901" bIns="91451" numCol="1" anchor="t" anchorCtr="0" compatLnSpc="1"/>
                <a:lstStyle/>
                <a:p>
                  <a:pPr defTabSz="914377">
                    <a:defRPr/>
                  </a:pPr>
                  <a:endParaRPr lang="en-US" sz="9600">
                    <a:latin typeface="Avenir Next LT Pro" panose="020B0504020202020204"/>
                  </a:endParaRPr>
                </a:p>
              </p:txBody>
            </p:sp>
            <p:sp>
              <p:nvSpPr>
                <p:cNvPr id="273" name="Freeform 59">
                  <a:extLst>
                    <a:ext uri="{FF2B5EF4-FFF2-40B4-BE49-F238E27FC236}">
                      <a16:creationId xmlns:a16="http://schemas.microsoft.com/office/drawing/2014/main" id="{3F002B71-A9A5-0AC6-1471-905285EEEC32}"/>
                    </a:ext>
                  </a:extLst>
                </p:cNvPr>
                <p:cNvSpPr/>
                <p:nvPr/>
              </p:nvSpPr>
              <p:spPr bwMode="auto">
                <a:xfrm>
                  <a:off x="6890735" y="648468"/>
                  <a:ext cx="27770" cy="26613"/>
                </a:xfrm>
                <a:custGeom>
                  <a:avLst/>
                  <a:gdLst>
                    <a:gd name="T0" fmla="*/ 0 w 237"/>
                    <a:gd name="T1" fmla="*/ 237 h 237"/>
                    <a:gd name="T2" fmla="*/ 193 w 237"/>
                    <a:gd name="T3" fmla="*/ 235 h 237"/>
                    <a:gd name="T4" fmla="*/ 237 w 237"/>
                    <a:gd name="T5" fmla="*/ 236 h 237"/>
                    <a:gd name="T6" fmla="*/ 237 w 237"/>
                    <a:gd name="T7" fmla="*/ 0 h 237"/>
                    <a:gd name="T8" fmla="*/ 3 w 237"/>
                    <a:gd name="T9" fmla="*/ 0 h 237"/>
                    <a:gd name="T10" fmla="*/ 0 w 237"/>
                    <a:gd name="T11" fmla="*/ 237 h 237"/>
                  </a:gdLst>
                  <a:ahLst/>
                  <a:cxnLst>
                    <a:cxn ang="0">
                      <a:pos x="T0" y="T1"/>
                    </a:cxn>
                    <a:cxn ang="0">
                      <a:pos x="T2" y="T3"/>
                    </a:cxn>
                    <a:cxn ang="0">
                      <a:pos x="T4" y="T5"/>
                    </a:cxn>
                    <a:cxn ang="0">
                      <a:pos x="T6" y="T7"/>
                    </a:cxn>
                    <a:cxn ang="0">
                      <a:pos x="T8" y="T9"/>
                    </a:cxn>
                    <a:cxn ang="0">
                      <a:pos x="T10" y="T11"/>
                    </a:cxn>
                  </a:cxnLst>
                  <a:rect l="0" t="0" r="r" b="b"/>
                  <a:pathLst>
                    <a:path w="237" h="237">
                      <a:moveTo>
                        <a:pt x="0" y="237"/>
                      </a:moveTo>
                      <a:lnTo>
                        <a:pt x="193" y="235"/>
                      </a:lnTo>
                      <a:lnTo>
                        <a:pt x="237" y="236"/>
                      </a:lnTo>
                      <a:lnTo>
                        <a:pt x="237" y="0"/>
                      </a:lnTo>
                      <a:lnTo>
                        <a:pt x="3" y="0"/>
                      </a:lnTo>
                      <a:lnTo>
                        <a:pt x="0" y="23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82901" tIns="91451" rIns="182901" bIns="91451" numCol="1" anchor="t" anchorCtr="0" compatLnSpc="1"/>
                <a:lstStyle/>
                <a:p>
                  <a:pPr defTabSz="914377">
                    <a:defRPr/>
                  </a:pPr>
                  <a:endParaRPr lang="en-US" sz="9600">
                    <a:latin typeface="Avenir Next LT Pro" panose="020B0504020202020204"/>
                  </a:endParaRPr>
                </a:p>
              </p:txBody>
            </p:sp>
            <p:sp>
              <p:nvSpPr>
                <p:cNvPr id="274" name="Freeform 60">
                  <a:extLst>
                    <a:ext uri="{FF2B5EF4-FFF2-40B4-BE49-F238E27FC236}">
                      <a16:creationId xmlns:a16="http://schemas.microsoft.com/office/drawing/2014/main" id="{CE22F4AE-EBF7-90B2-8708-DD581DF3EF75}"/>
                    </a:ext>
                  </a:extLst>
                </p:cNvPr>
                <p:cNvSpPr/>
                <p:nvPr/>
              </p:nvSpPr>
              <p:spPr bwMode="auto">
                <a:xfrm>
                  <a:off x="7013384" y="715577"/>
                  <a:ext cx="26612" cy="27770"/>
                </a:xfrm>
                <a:custGeom>
                  <a:avLst/>
                  <a:gdLst>
                    <a:gd name="T0" fmla="*/ 0 w 237"/>
                    <a:gd name="T1" fmla="*/ 237 h 237"/>
                    <a:gd name="T2" fmla="*/ 236 w 237"/>
                    <a:gd name="T3" fmla="*/ 235 h 237"/>
                    <a:gd name="T4" fmla="*/ 237 w 237"/>
                    <a:gd name="T5" fmla="*/ 0 h 237"/>
                    <a:gd name="T6" fmla="*/ 1 w 237"/>
                    <a:gd name="T7" fmla="*/ 1 h 237"/>
                    <a:gd name="T8" fmla="*/ 0 w 237"/>
                    <a:gd name="T9" fmla="*/ 237 h 237"/>
                  </a:gdLst>
                  <a:ahLst/>
                  <a:cxnLst>
                    <a:cxn ang="0">
                      <a:pos x="T0" y="T1"/>
                    </a:cxn>
                    <a:cxn ang="0">
                      <a:pos x="T2" y="T3"/>
                    </a:cxn>
                    <a:cxn ang="0">
                      <a:pos x="T4" y="T5"/>
                    </a:cxn>
                    <a:cxn ang="0">
                      <a:pos x="T6" y="T7"/>
                    </a:cxn>
                    <a:cxn ang="0">
                      <a:pos x="T8" y="T9"/>
                    </a:cxn>
                  </a:cxnLst>
                  <a:rect l="0" t="0" r="r" b="b"/>
                  <a:pathLst>
                    <a:path w="237" h="237">
                      <a:moveTo>
                        <a:pt x="0" y="237"/>
                      </a:moveTo>
                      <a:lnTo>
                        <a:pt x="236" y="235"/>
                      </a:lnTo>
                      <a:lnTo>
                        <a:pt x="237" y="0"/>
                      </a:lnTo>
                      <a:lnTo>
                        <a:pt x="1" y="1"/>
                      </a:lnTo>
                      <a:lnTo>
                        <a:pt x="0" y="23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82901" tIns="91451" rIns="182901" bIns="91451" numCol="1" anchor="t" anchorCtr="0" compatLnSpc="1"/>
                <a:lstStyle/>
                <a:p>
                  <a:pPr defTabSz="914377">
                    <a:defRPr/>
                  </a:pPr>
                  <a:endParaRPr lang="en-US" sz="9600">
                    <a:latin typeface="Avenir Next LT Pro" panose="020B0504020202020204"/>
                  </a:endParaRPr>
                </a:p>
              </p:txBody>
            </p:sp>
            <p:sp>
              <p:nvSpPr>
                <p:cNvPr id="275" name="Freeform 61">
                  <a:extLst>
                    <a:ext uri="{FF2B5EF4-FFF2-40B4-BE49-F238E27FC236}">
                      <a16:creationId xmlns:a16="http://schemas.microsoft.com/office/drawing/2014/main" id="{A8F32FBE-AC03-3386-6618-206AAD6A79E8}"/>
                    </a:ext>
                  </a:extLst>
                </p:cNvPr>
                <p:cNvSpPr/>
                <p:nvPr/>
              </p:nvSpPr>
              <p:spPr bwMode="auto">
                <a:xfrm>
                  <a:off x="6918505" y="688965"/>
                  <a:ext cx="26612" cy="26613"/>
                </a:xfrm>
                <a:custGeom>
                  <a:avLst/>
                  <a:gdLst>
                    <a:gd name="T0" fmla="*/ 0 w 235"/>
                    <a:gd name="T1" fmla="*/ 234 h 234"/>
                    <a:gd name="T2" fmla="*/ 235 w 235"/>
                    <a:gd name="T3" fmla="*/ 232 h 234"/>
                    <a:gd name="T4" fmla="*/ 235 w 235"/>
                    <a:gd name="T5" fmla="*/ 5 h 234"/>
                    <a:gd name="T6" fmla="*/ 0 w 235"/>
                    <a:gd name="T7" fmla="*/ 0 h 234"/>
                    <a:gd name="T8" fmla="*/ 0 w 235"/>
                    <a:gd name="T9" fmla="*/ 234 h 234"/>
                  </a:gdLst>
                  <a:ahLst/>
                  <a:cxnLst>
                    <a:cxn ang="0">
                      <a:pos x="T0" y="T1"/>
                    </a:cxn>
                    <a:cxn ang="0">
                      <a:pos x="T2" y="T3"/>
                    </a:cxn>
                    <a:cxn ang="0">
                      <a:pos x="T4" y="T5"/>
                    </a:cxn>
                    <a:cxn ang="0">
                      <a:pos x="T6" y="T7"/>
                    </a:cxn>
                    <a:cxn ang="0">
                      <a:pos x="T8" y="T9"/>
                    </a:cxn>
                  </a:cxnLst>
                  <a:rect l="0" t="0" r="r" b="b"/>
                  <a:pathLst>
                    <a:path w="235" h="234">
                      <a:moveTo>
                        <a:pt x="0" y="234"/>
                      </a:moveTo>
                      <a:lnTo>
                        <a:pt x="235" y="232"/>
                      </a:lnTo>
                      <a:lnTo>
                        <a:pt x="235" y="5"/>
                      </a:lnTo>
                      <a:lnTo>
                        <a:pt x="0" y="0"/>
                      </a:lnTo>
                      <a:lnTo>
                        <a:pt x="0" y="23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82901" tIns="91451" rIns="182901" bIns="91451" numCol="1" anchor="t" anchorCtr="0" compatLnSpc="1"/>
                <a:lstStyle/>
                <a:p>
                  <a:pPr defTabSz="914377">
                    <a:defRPr/>
                  </a:pPr>
                  <a:endParaRPr lang="en-US" sz="9600">
                    <a:latin typeface="Avenir Next LT Pro" panose="020B0504020202020204"/>
                  </a:endParaRPr>
                </a:p>
              </p:txBody>
            </p:sp>
            <p:sp>
              <p:nvSpPr>
                <p:cNvPr id="276" name="Freeform 62">
                  <a:extLst>
                    <a:ext uri="{FF2B5EF4-FFF2-40B4-BE49-F238E27FC236}">
                      <a16:creationId xmlns:a16="http://schemas.microsoft.com/office/drawing/2014/main" id="{0B327526-682F-FA57-7900-F6694FF6FEF8}"/>
                    </a:ext>
                  </a:extLst>
                </p:cNvPr>
                <p:cNvSpPr/>
                <p:nvPr/>
              </p:nvSpPr>
              <p:spPr bwMode="auto">
                <a:xfrm>
                  <a:off x="7066609" y="688965"/>
                  <a:ext cx="27770" cy="26613"/>
                </a:xfrm>
                <a:custGeom>
                  <a:avLst/>
                  <a:gdLst>
                    <a:gd name="T0" fmla="*/ 0 w 233"/>
                    <a:gd name="T1" fmla="*/ 234 h 234"/>
                    <a:gd name="T2" fmla="*/ 233 w 233"/>
                    <a:gd name="T3" fmla="*/ 234 h 234"/>
                    <a:gd name="T4" fmla="*/ 233 w 233"/>
                    <a:gd name="T5" fmla="*/ 6 h 234"/>
                    <a:gd name="T6" fmla="*/ 0 w 233"/>
                    <a:gd name="T7" fmla="*/ 0 h 234"/>
                    <a:gd name="T8" fmla="*/ 0 w 233"/>
                    <a:gd name="T9" fmla="*/ 234 h 234"/>
                  </a:gdLst>
                  <a:ahLst/>
                  <a:cxnLst>
                    <a:cxn ang="0">
                      <a:pos x="T0" y="T1"/>
                    </a:cxn>
                    <a:cxn ang="0">
                      <a:pos x="T2" y="T3"/>
                    </a:cxn>
                    <a:cxn ang="0">
                      <a:pos x="T4" y="T5"/>
                    </a:cxn>
                    <a:cxn ang="0">
                      <a:pos x="T6" y="T7"/>
                    </a:cxn>
                    <a:cxn ang="0">
                      <a:pos x="T8" y="T9"/>
                    </a:cxn>
                  </a:cxnLst>
                  <a:rect l="0" t="0" r="r" b="b"/>
                  <a:pathLst>
                    <a:path w="233" h="234">
                      <a:moveTo>
                        <a:pt x="0" y="234"/>
                      </a:moveTo>
                      <a:lnTo>
                        <a:pt x="233" y="234"/>
                      </a:lnTo>
                      <a:lnTo>
                        <a:pt x="233" y="6"/>
                      </a:lnTo>
                      <a:lnTo>
                        <a:pt x="0" y="0"/>
                      </a:lnTo>
                      <a:lnTo>
                        <a:pt x="0" y="23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82901" tIns="91451" rIns="182901" bIns="91451" numCol="1" anchor="t" anchorCtr="0" compatLnSpc="1"/>
                <a:lstStyle/>
                <a:p>
                  <a:pPr defTabSz="914377">
                    <a:defRPr/>
                  </a:pPr>
                  <a:endParaRPr lang="en-US" sz="9600">
                    <a:latin typeface="Avenir Next LT Pro" panose="020B0504020202020204"/>
                  </a:endParaRPr>
                </a:p>
              </p:txBody>
            </p:sp>
          </p:grpSp>
        </p:grpSp>
        <p:grpSp>
          <p:nvGrpSpPr>
            <p:cNvPr id="287" name="Group 286">
              <a:extLst>
                <a:ext uri="{FF2B5EF4-FFF2-40B4-BE49-F238E27FC236}">
                  <a16:creationId xmlns:a16="http://schemas.microsoft.com/office/drawing/2014/main" id="{47DFF899-B362-60C5-ADB0-5475BCE1122E}"/>
                </a:ext>
              </a:extLst>
            </p:cNvPr>
            <p:cNvGrpSpPr/>
            <p:nvPr/>
          </p:nvGrpSpPr>
          <p:grpSpPr>
            <a:xfrm>
              <a:off x="13151" y="7948"/>
              <a:ext cx="2218" cy="669"/>
              <a:chOff x="13047" y="8093"/>
              <a:chExt cx="2218" cy="669"/>
            </a:xfrm>
          </p:grpSpPr>
          <p:sp>
            <p:nvSpPr>
              <p:cNvPr id="250" name="Rectangle 49">
                <a:extLst>
                  <a:ext uri="{FF2B5EF4-FFF2-40B4-BE49-F238E27FC236}">
                    <a16:creationId xmlns:a16="http://schemas.microsoft.com/office/drawing/2014/main" id="{D0D7DABC-0453-6AF2-61C7-3CF30327F4F0}"/>
                  </a:ext>
                </a:extLst>
              </p:cNvPr>
              <p:cNvSpPr/>
              <p:nvPr/>
            </p:nvSpPr>
            <p:spPr>
              <a:xfrm>
                <a:off x="13047" y="8093"/>
                <a:ext cx="1826" cy="669"/>
              </a:xfrm>
              <a:prstGeom prst="rect">
                <a:avLst/>
              </a:prstGeom>
            </p:spPr>
            <p:txBody>
              <a:bodyPr wrap="square" anchor="ctr">
                <a:spAutoFit/>
              </a:bodyPr>
              <a:lstStyle/>
              <a:p>
                <a:pPr defTabSz="914377">
                  <a:lnSpc>
                    <a:spcPct val="90000"/>
                  </a:lnSpc>
                  <a:defRPr/>
                </a:pPr>
                <a:r>
                  <a:rPr lang="en-US" altLang="en-US" sz="800" b="1">
                    <a:latin typeface="Century Gothic" panose="020B0502020202020204" pitchFamily="34" charset="0"/>
                    <a:cs typeface="Century Gothic" panose="020B0502020202020204" pitchFamily="34" charset="0"/>
                  </a:rPr>
                  <a:t>Retail, Consumer Travel &amp;</a:t>
                </a:r>
              </a:p>
              <a:p>
                <a:pPr defTabSz="914377">
                  <a:lnSpc>
                    <a:spcPct val="90000"/>
                  </a:lnSpc>
                  <a:defRPr/>
                </a:pPr>
                <a:r>
                  <a:rPr lang="en-US" altLang="en-US" sz="800" b="1">
                    <a:latin typeface="Century Gothic" panose="020B0502020202020204" pitchFamily="34" charset="0"/>
                    <a:cs typeface="Century Gothic" panose="020B0502020202020204" pitchFamily="34" charset="0"/>
                  </a:rPr>
                  <a:t>Hospitality</a:t>
                </a:r>
              </a:p>
            </p:txBody>
          </p:sp>
          <p:grpSp>
            <p:nvGrpSpPr>
              <p:cNvPr id="283" name="Group 282">
                <a:extLst>
                  <a:ext uri="{FF2B5EF4-FFF2-40B4-BE49-F238E27FC236}">
                    <a16:creationId xmlns:a16="http://schemas.microsoft.com/office/drawing/2014/main" id="{593D85E7-B9CD-A51D-C981-93082E92015D}"/>
                  </a:ext>
                </a:extLst>
              </p:cNvPr>
              <p:cNvGrpSpPr/>
              <p:nvPr/>
            </p:nvGrpSpPr>
            <p:grpSpPr>
              <a:xfrm>
                <a:off x="14628" y="8109"/>
                <a:ext cx="637" cy="637"/>
                <a:chOff x="15717" y="8062"/>
                <a:chExt cx="768" cy="768"/>
              </a:xfrm>
            </p:grpSpPr>
            <p:sp>
              <p:nvSpPr>
                <p:cNvPr id="265" name="Oval 264">
                  <a:extLst>
                    <a:ext uri="{FF2B5EF4-FFF2-40B4-BE49-F238E27FC236}">
                      <a16:creationId xmlns:a16="http://schemas.microsoft.com/office/drawing/2014/main" id="{0A66EB45-02E2-38E5-640F-6DBE646D36E3}"/>
                    </a:ext>
                  </a:extLst>
                </p:cNvPr>
                <p:cNvSpPr/>
                <p:nvPr/>
              </p:nvSpPr>
              <p:spPr>
                <a:xfrm>
                  <a:off x="15717" y="8062"/>
                  <a:ext cx="768" cy="768"/>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defRPr/>
                  </a:pPr>
                  <a:endParaRPr lang="en-US">
                    <a:solidFill>
                      <a:srgbClr val="FFFFFF"/>
                    </a:solidFill>
                    <a:latin typeface="Avenir Next LT Pro" panose="020B0504020202020204"/>
                  </a:endParaRPr>
                </a:p>
              </p:txBody>
            </p:sp>
            <p:pic>
              <p:nvPicPr>
                <p:cNvPr id="277" name="Picture 276">
                  <a:extLst>
                    <a:ext uri="{FF2B5EF4-FFF2-40B4-BE49-F238E27FC236}">
                      <a16:creationId xmlns:a16="http://schemas.microsoft.com/office/drawing/2014/main" id="{D45462B3-61A2-FC01-1575-43A33296811B}"/>
                    </a:ext>
                  </a:extLst>
                </p:cNvPr>
                <p:cNvPicPr>
                  <a:picLocks noChangeAspect="1"/>
                </p:cNvPicPr>
                <p:nvPr/>
              </p:nvPicPr>
              <p:blipFill>
                <a:blip r:embed="rId4">
                  <a:lum bright="-100000" contrast="-100000"/>
                  <a:extLst>
                    <a:ext uri="{28A0092B-C50C-407E-A947-70E740481C1C}">
                      <a14:useLocalDpi xmlns:a14="http://schemas.microsoft.com/office/drawing/2010/main" val="0"/>
                    </a:ext>
                  </a:extLst>
                </a:blip>
                <a:stretch>
                  <a:fillRect/>
                </a:stretch>
              </p:blipFill>
              <p:spPr>
                <a:xfrm>
                  <a:off x="15851" y="8172"/>
                  <a:ext cx="493" cy="549"/>
                </a:xfrm>
                <a:prstGeom prst="rect">
                  <a:avLst/>
                </a:prstGeom>
              </p:spPr>
            </p:pic>
          </p:grpSp>
        </p:grpSp>
        <p:grpSp>
          <p:nvGrpSpPr>
            <p:cNvPr id="288" name="Group 287">
              <a:extLst>
                <a:ext uri="{FF2B5EF4-FFF2-40B4-BE49-F238E27FC236}">
                  <a16:creationId xmlns:a16="http://schemas.microsoft.com/office/drawing/2014/main" id="{ECB95BAD-CC76-9E7F-9FBF-C805E498CEE3}"/>
                </a:ext>
              </a:extLst>
            </p:cNvPr>
            <p:cNvGrpSpPr/>
            <p:nvPr/>
          </p:nvGrpSpPr>
          <p:grpSpPr>
            <a:xfrm>
              <a:off x="15734" y="7964"/>
              <a:ext cx="2283" cy="637"/>
              <a:chOff x="15975" y="8109"/>
              <a:chExt cx="2283" cy="637"/>
            </a:xfrm>
          </p:grpSpPr>
          <p:sp>
            <p:nvSpPr>
              <p:cNvPr id="251" name="Rectangle 50">
                <a:extLst>
                  <a:ext uri="{FF2B5EF4-FFF2-40B4-BE49-F238E27FC236}">
                    <a16:creationId xmlns:a16="http://schemas.microsoft.com/office/drawing/2014/main" id="{B1F9C5A5-7520-8F2C-3974-76DB89A415D4}"/>
                  </a:ext>
                </a:extLst>
              </p:cNvPr>
              <p:cNvSpPr/>
              <p:nvPr/>
            </p:nvSpPr>
            <p:spPr>
              <a:xfrm>
                <a:off x="15975" y="8267"/>
                <a:ext cx="1816" cy="320"/>
              </a:xfrm>
              <a:prstGeom prst="rect">
                <a:avLst/>
              </a:prstGeom>
            </p:spPr>
            <p:txBody>
              <a:bodyPr wrap="square" anchor="ctr">
                <a:spAutoFit/>
              </a:bodyPr>
              <a:lstStyle/>
              <a:p>
                <a:pPr defTabSz="914377">
                  <a:lnSpc>
                    <a:spcPct val="90000"/>
                  </a:lnSpc>
                  <a:defRPr/>
                </a:pPr>
                <a:r>
                  <a:rPr lang="en-US" altLang="en-US" sz="800" b="1">
                    <a:latin typeface="Century Gothic" panose="020B0502020202020204" pitchFamily="34" charset="0"/>
                    <a:cs typeface="Century Gothic" panose="020B0502020202020204" pitchFamily="34" charset="0"/>
                  </a:rPr>
                  <a:t>Energy &amp; Utilities</a:t>
                </a:r>
              </a:p>
            </p:txBody>
          </p:sp>
          <p:grpSp>
            <p:nvGrpSpPr>
              <p:cNvPr id="284" name="Group 283">
                <a:extLst>
                  <a:ext uri="{FF2B5EF4-FFF2-40B4-BE49-F238E27FC236}">
                    <a16:creationId xmlns:a16="http://schemas.microsoft.com/office/drawing/2014/main" id="{9CCB9743-2E7F-F1ED-B712-B7EA78FBBA6D}"/>
                  </a:ext>
                </a:extLst>
              </p:cNvPr>
              <p:cNvGrpSpPr/>
              <p:nvPr/>
            </p:nvGrpSpPr>
            <p:grpSpPr>
              <a:xfrm>
                <a:off x="17621" y="8109"/>
                <a:ext cx="637" cy="637"/>
                <a:chOff x="18881" y="8062"/>
                <a:chExt cx="768" cy="768"/>
              </a:xfrm>
            </p:grpSpPr>
            <p:sp>
              <p:nvSpPr>
                <p:cNvPr id="264" name="Oval 263">
                  <a:extLst>
                    <a:ext uri="{FF2B5EF4-FFF2-40B4-BE49-F238E27FC236}">
                      <a16:creationId xmlns:a16="http://schemas.microsoft.com/office/drawing/2014/main" id="{86FF1A52-0401-C81B-FC1D-7559B581D070}"/>
                    </a:ext>
                  </a:extLst>
                </p:cNvPr>
                <p:cNvSpPr/>
                <p:nvPr/>
              </p:nvSpPr>
              <p:spPr>
                <a:xfrm>
                  <a:off x="18881" y="8062"/>
                  <a:ext cx="768" cy="768"/>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defRPr/>
                  </a:pPr>
                  <a:endParaRPr lang="en-US">
                    <a:solidFill>
                      <a:srgbClr val="FFFFFF"/>
                    </a:solidFill>
                    <a:latin typeface="Avenir Next LT Pro" panose="020B0504020202020204"/>
                  </a:endParaRPr>
                </a:p>
              </p:txBody>
            </p:sp>
            <p:sp>
              <p:nvSpPr>
                <p:cNvPr id="278" name="Freeform 30">
                  <a:extLst>
                    <a:ext uri="{FF2B5EF4-FFF2-40B4-BE49-F238E27FC236}">
                      <a16:creationId xmlns:a16="http://schemas.microsoft.com/office/drawing/2014/main" id="{D1058C49-8639-7D35-48D6-968FDF2BE563}"/>
                    </a:ext>
                  </a:extLst>
                </p:cNvPr>
                <p:cNvSpPr>
                  <a:spLocks noEditPoints="1"/>
                </p:cNvSpPr>
                <p:nvPr/>
              </p:nvSpPr>
              <p:spPr bwMode="auto">
                <a:xfrm>
                  <a:off x="19006" y="8192"/>
                  <a:ext cx="509" cy="476"/>
                </a:xfrm>
                <a:custGeom>
                  <a:avLst/>
                  <a:gdLst>
                    <a:gd name="T0" fmla="*/ 320 w 3550"/>
                    <a:gd name="T1" fmla="*/ 1321 h 3324"/>
                    <a:gd name="T2" fmla="*/ 219 w 3550"/>
                    <a:gd name="T3" fmla="*/ 1437 h 3324"/>
                    <a:gd name="T4" fmla="*/ 670 w 3550"/>
                    <a:gd name="T5" fmla="*/ 3097 h 3324"/>
                    <a:gd name="T6" fmla="*/ 1888 w 3550"/>
                    <a:gd name="T7" fmla="*/ 2992 h 3324"/>
                    <a:gd name="T8" fmla="*/ 2005 w 3550"/>
                    <a:gd name="T9" fmla="*/ 3324 h 3324"/>
                    <a:gd name="T10" fmla="*/ 3403 w 3550"/>
                    <a:gd name="T11" fmla="*/ 619 h 3324"/>
                    <a:gd name="T12" fmla="*/ 3212 w 3550"/>
                    <a:gd name="T13" fmla="*/ 775 h 3324"/>
                    <a:gd name="T14" fmla="*/ 3061 w 3550"/>
                    <a:gd name="T15" fmla="*/ 645 h 3324"/>
                    <a:gd name="T16" fmla="*/ 2814 w 3550"/>
                    <a:gd name="T17" fmla="*/ 551 h 3324"/>
                    <a:gd name="T18" fmla="*/ 2454 w 3550"/>
                    <a:gd name="T19" fmla="*/ 578 h 3324"/>
                    <a:gd name="T20" fmla="*/ 2345 w 3550"/>
                    <a:gd name="T21" fmla="*/ 716 h 3324"/>
                    <a:gd name="T22" fmla="*/ 2454 w 3550"/>
                    <a:gd name="T23" fmla="*/ 733 h 3324"/>
                    <a:gd name="T24" fmla="*/ 2610 w 3550"/>
                    <a:gd name="T25" fmla="*/ 664 h 3324"/>
                    <a:gd name="T26" fmla="*/ 2775 w 3550"/>
                    <a:gd name="T27" fmla="*/ 805 h 3324"/>
                    <a:gd name="T28" fmla="*/ 2837 w 3550"/>
                    <a:gd name="T29" fmla="*/ 669 h 3324"/>
                    <a:gd name="T30" fmla="*/ 2977 w 3550"/>
                    <a:gd name="T31" fmla="*/ 716 h 3324"/>
                    <a:gd name="T32" fmla="*/ 3203 w 3550"/>
                    <a:gd name="T33" fmla="*/ 890 h 3324"/>
                    <a:gd name="T34" fmla="*/ 3452 w 3550"/>
                    <a:gd name="T35" fmla="*/ 730 h 3324"/>
                    <a:gd name="T36" fmla="*/ 328 w 3550"/>
                    <a:gd name="T37" fmla="*/ 246 h 3324"/>
                    <a:gd name="T38" fmla="*/ 417 w 3550"/>
                    <a:gd name="T39" fmla="*/ 116 h 3324"/>
                    <a:gd name="T40" fmla="*/ 604 w 3550"/>
                    <a:gd name="T41" fmla="*/ 244 h 3324"/>
                    <a:gd name="T42" fmla="*/ 798 w 3550"/>
                    <a:gd name="T43" fmla="*/ 331 h 3324"/>
                    <a:gd name="T44" fmla="*/ 988 w 3550"/>
                    <a:gd name="T45" fmla="*/ 198 h 3324"/>
                    <a:gd name="T46" fmla="*/ 1136 w 3550"/>
                    <a:gd name="T47" fmla="*/ 116 h 3324"/>
                    <a:gd name="T48" fmla="*/ 1291 w 3550"/>
                    <a:gd name="T49" fmla="*/ 270 h 3324"/>
                    <a:gd name="T50" fmla="*/ 1485 w 3550"/>
                    <a:gd name="T51" fmla="*/ 326 h 3324"/>
                    <a:gd name="T52" fmla="*/ 1715 w 3550"/>
                    <a:gd name="T53" fmla="*/ 142 h 3324"/>
                    <a:gd name="T54" fmla="*/ 1777 w 3550"/>
                    <a:gd name="T55" fmla="*/ 43 h 3324"/>
                    <a:gd name="T56" fmla="*/ 1477 w 3550"/>
                    <a:gd name="T57" fmla="*/ 209 h 3324"/>
                    <a:gd name="T58" fmla="*/ 1383 w 3550"/>
                    <a:gd name="T59" fmla="*/ 199 h 3324"/>
                    <a:gd name="T60" fmla="*/ 1150 w 3550"/>
                    <a:gd name="T61" fmla="*/ 0 h 3324"/>
                    <a:gd name="T62" fmla="*/ 873 w 3550"/>
                    <a:gd name="T63" fmla="*/ 167 h 3324"/>
                    <a:gd name="T64" fmla="*/ 731 w 3550"/>
                    <a:gd name="T65" fmla="*/ 208 h 3324"/>
                    <a:gd name="T66" fmla="*/ 390 w 3550"/>
                    <a:gd name="T67" fmla="*/ 0 h 3324"/>
                    <a:gd name="T68" fmla="*/ 228 w 3550"/>
                    <a:gd name="T69" fmla="*/ 186 h 3324"/>
                    <a:gd name="T70" fmla="*/ 2203 w 3550"/>
                    <a:gd name="T71" fmla="*/ 1104 h 3324"/>
                    <a:gd name="T72" fmla="*/ 2550 w 3550"/>
                    <a:gd name="T73" fmla="*/ 1229 h 3324"/>
                    <a:gd name="T74" fmla="*/ 3438 w 3550"/>
                    <a:gd name="T75" fmla="*/ 2975 h 3324"/>
                    <a:gd name="T76" fmla="*/ 2890 w 3550"/>
                    <a:gd name="T77" fmla="*/ 3097 h 3324"/>
                    <a:gd name="T78" fmla="*/ 3188 w 3550"/>
                    <a:gd name="T79" fmla="*/ 2025 h 3324"/>
                    <a:gd name="T80" fmla="*/ 3108 w 3550"/>
                    <a:gd name="T81" fmla="*/ 1519 h 3324"/>
                    <a:gd name="T82" fmla="*/ 1998 w 3550"/>
                    <a:gd name="T83" fmla="*/ 1172 h 3324"/>
                    <a:gd name="T84" fmla="*/ 1960 w 3550"/>
                    <a:gd name="T85" fmla="*/ 1869 h 3324"/>
                    <a:gd name="T86" fmla="*/ 2051 w 3550"/>
                    <a:gd name="T87" fmla="*/ 1958 h 3324"/>
                    <a:gd name="T88" fmla="*/ 3084 w 3550"/>
                    <a:gd name="T89" fmla="*/ 2060 h 3324"/>
                    <a:gd name="T90" fmla="*/ 3438 w 3550"/>
                    <a:gd name="T91" fmla="*/ 2975 h 3324"/>
                    <a:gd name="T92" fmla="*/ 440 w 3550"/>
                    <a:gd name="T93" fmla="*/ 553 h 3324"/>
                    <a:gd name="T94" fmla="*/ 440 w 3550"/>
                    <a:gd name="T95" fmla="*/ 1332 h 3324"/>
                    <a:gd name="T96" fmla="*/ 467 w 3550"/>
                    <a:gd name="T97" fmla="*/ 1657 h 3324"/>
                    <a:gd name="T98" fmla="*/ 649 w 3550"/>
                    <a:gd name="T99" fmla="*/ 1844 h 3324"/>
                    <a:gd name="T100" fmla="*/ 302 w 3550"/>
                    <a:gd name="T101" fmla="*/ 2540 h 3324"/>
                    <a:gd name="T102" fmla="*/ 1814 w 3550"/>
                    <a:gd name="T103" fmla="*/ 2545 h 3324"/>
                    <a:gd name="T104" fmla="*/ 2646 w 3550"/>
                    <a:gd name="T105" fmla="*/ 2552 h 3324"/>
                    <a:gd name="T106" fmla="*/ 1219 w 3550"/>
                    <a:gd name="T107" fmla="*/ 1758 h 3324"/>
                    <a:gd name="T108" fmla="*/ 1116 w 3550"/>
                    <a:gd name="T109" fmla="*/ 1745 h 3324"/>
                    <a:gd name="T110" fmla="*/ 772 w 3550"/>
                    <a:gd name="T111" fmla="*/ 1773 h 3324"/>
                    <a:gd name="T112" fmla="*/ 576 w 3550"/>
                    <a:gd name="T113" fmla="*/ 1594 h 3324"/>
                    <a:gd name="T114" fmla="*/ 552 w 3550"/>
                    <a:gd name="T115" fmla="*/ 1078 h 3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550" h="3324">
                      <a:moveTo>
                        <a:pt x="445" y="2328"/>
                      </a:moveTo>
                      <a:lnTo>
                        <a:pt x="1608" y="2328"/>
                      </a:lnTo>
                      <a:lnTo>
                        <a:pt x="1608" y="2437"/>
                      </a:lnTo>
                      <a:lnTo>
                        <a:pt x="445" y="2437"/>
                      </a:lnTo>
                      <a:lnTo>
                        <a:pt x="445" y="2328"/>
                      </a:lnTo>
                      <a:close/>
                      <a:moveTo>
                        <a:pt x="236" y="1765"/>
                      </a:moveTo>
                      <a:lnTo>
                        <a:pt x="325" y="1760"/>
                      </a:lnTo>
                      <a:lnTo>
                        <a:pt x="328" y="1676"/>
                      </a:lnTo>
                      <a:lnTo>
                        <a:pt x="226" y="1667"/>
                      </a:lnTo>
                      <a:lnTo>
                        <a:pt x="236" y="1765"/>
                      </a:lnTo>
                      <a:close/>
                      <a:moveTo>
                        <a:pt x="223" y="1326"/>
                      </a:moveTo>
                      <a:lnTo>
                        <a:pt x="320" y="1321"/>
                      </a:lnTo>
                      <a:lnTo>
                        <a:pt x="328" y="1223"/>
                      </a:lnTo>
                      <a:lnTo>
                        <a:pt x="218" y="1215"/>
                      </a:lnTo>
                      <a:lnTo>
                        <a:pt x="223" y="1326"/>
                      </a:lnTo>
                      <a:close/>
                      <a:moveTo>
                        <a:pt x="1105" y="2109"/>
                      </a:moveTo>
                      <a:lnTo>
                        <a:pt x="1215" y="2101"/>
                      </a:lnTo>
                      <a:lnTo>
                        <a:pt x="1209" y="2003"/>
                      </a:lnTo>
                      <a:lnTo>
                        <a:pt x="1112" y="1998"/>
                      </a:lnTo>
                      <a:lnTo>
                        <a:pt x="1105" y="2109"/>
                      </a:lnTo>
                      <a:close/>
                      <a:moveTo>
                        <a:pt x="221" y="1553"/>
                      </a:moveTo>
                      <a:lnTo>
                        <a:pt x="332" y="1548"/>
                      </a:lnTo>
                      <a:lnTo>
                        <a:pt x="332" y="1444"/>
                      </a:lnTo>
                      <a:lnTo>
                        <a:pt x="219" y="1437"/>
                      </a:lnTo>
                      <a:lnTo>
                        <a:pt x="221" y="1553"/>
                      </a:lnTo>
                      <a:close/>
                      <a:moveTo>
                        <a:pt x="883" y="2108"/>
                      </a:moveTo>
                      <a:lnTo>
                        <a:pt x="1001" y="2105"/>
                      </a:lnTo>
                      <a:lnTo>
                        <a:pt x="995" y="1994"/>
                      </a:lnTo>
                      <a:lnTo>
                        <a:pt x="888" y="1994"/>
                      </a:lnTo>
                      <a:lnTo>
                        <a:pt x="883" y="2108"/>
                      </a:lnTo>
                      <a:close/>
                      <a:moveTo>
                        <a:pt x="552" y="3099"/>
                      </a:moveTo>
                      <a:lnTo>
                        <a:pt x="556" y="2992"/>
                      </a:lnTo>
                      <a:lnTo>
                        <a:pt x="228" y="2997"/>
                      </a:lnTo>
                      <a:lnTo>
                        <a:pt x="228" y="3097"/>
                      </a:lnTo>
                      <a:lnTo>
                        <a:pt x="552" y="3099"/>
                      </a:lnTo>
                      <a:close/>
                      <a:moveTo>
                        <a:pt x="670" y="3097"/>
                      </a:moveTo>
                      <a:lnTo>
                        <a:pt x="997" y="3099"/>
                      </a:lnTo>
                      <a:lnTo>
                        <a:pt x="1001" y="2992"/>
                      </a:lnTo>
                      <a:lnTo>
                        <a:pt x="673" y="2997"/>
                      </a:lnTo>
                      <a:lnTo>
                        <a:pt x="670" y="3097"/>
                      </a:lnTo>
                      <a:close/>
                      <a:moveTo>
                        <a:pt x="1113" y="3098"/>
                      </a:moveTo>
                      <a:lnTo>
                        <a:pt x="1441" y="3099"/>
                      </a:lnTo>
                      <a:lnTo>
                        <a:pt x="1446" y="2992"/>
                      </a:lnTo>
                      <a:lnTo>
                        <a:pt x="1117" y="2997"/>
                      </a:lnTo>
                      <a:lnTo>
                        <a:pt x="1113" y="3098"/>
                      </a:lnTo>
                      <a:close/>
                      <a:moveTo>
                        <a:pt x="1557" y="3097"/>
                      </a:moveTo>
                      <a:lnTo>
                        <a:pt x="1887" y="3102"/>
                      </a:lnTo>
                      <a:lnTo>
                        <a:pt x="1888" y="2992"/>
                      </a:lnTo>
                      <a:lnTo>
                        <a:pt x="1559" y="2997"/>
                      </a:lnTo>
                      <a:lnTo>
                        <a:pt x="1557" y="3097"/>
                      </a:lnTo>
                      <a:close/>
                      <a:moveTo>
                        <a:pt x="2115" y="3102"/>
                      </a:moveTo>
                      <a:lnTo>
                        <a:pt x="2658" y="3102"/>
                      </a:lnTo>
                      <a:lnTo>
                        <a:pt x="2659" y="3213"/>
                      </a:lnTo>
                      <a:lnTo>
                        <a:pt x="2106" y="3213"/>
                      </a:lnTo>
                      <a:lnTo>
                        <a:pt x="2115" y="3102"/>
                      </a:lnTo>
                      <a:close/>
                      <a:moveTo>
                        <a:pt x="2005" y="3324"/>
                      </a:moveTo>
                      <a:lnTo>
                        <a:pt x="2774" y="3324"/>
                      </a:lnTo>
                      <a:lnTo>
                        <a:pt x="2776" y="2992"/>
                      </a:lnTo>
                      <a:lnTo>
                        <a:pt x="2004" y="2993"/>
                      </a:lnTo>
                      <a:lnTo>
                        <a:pt x="2005" y="3324"/>
                      </a:lnTo>
                      <a:close/>
                      <a:moveTo>
                        <a:pt x="3550" y="664"/>
                      </a:moveTo>
                      <a:lnTo>
                        <a:pt x="3550" y="554"/>
                      </a:lnTo>
                      <a:lnTo>
                        <a:pt x="3533" y="557"/>
                      </a:lnTo>
                      <a:lnTo>
                        <a:pt x="3518" y="560"/>
                      </a:lnTo>
                      <a:lnTo>
                        <a:pt x="3504" y="563"/>
                      </a:lnTo>
                      <a:lnTo>
                        <a:pt x="3489" y="569"/>
                      </a:lnTo>
                      <a:lnTo>
                        <a:pt x="3476" y="573"/>
                      </a:lnTo>
                      <a:lnTo>
                        <a:pt x="3463" y="579"/>
                      </a:lnTo>
                      <a:lnTo>
                        <a:pt x="3452" y="584"/>
                      </a:lnTo>
                      <a:lnTo>
                        <a:pt x="3440" y="591"/>
                      </a:lnTo>
                      <a:lnTo>
                        <a:pt x="3421" y="604"/>
                      </a:lnTo>
                      <a:lnTo>
                        <a:pt x="3403" y="619"/>
                      </a:lnTo>
                      <a:lnTo>
                        <a:pt x="3386" y="635"/>
                      </a:lnTo>
                      <a:lnTo>
                        <a:pt x="3370" y="650"/>
                      </a:lnTo>
                      <a:lnTo>
                        <a:pt x="3343" y="684"/>
                      </a:lnTo>
                      <a:lnTo>
                        <a:pt x="3316" y="715"/>
                      </a:lnTo>
                      <a:lnTo>
                        <a:pt x="3302" y="729"/>
                      </a:lnTo>
                      <a:lnTo>
                        <a:pt x="3288" y="742"/>
                      </a:lnTo>
                      <a:lnTo>
                        <a:pt x="3272" y="753"/>
                      </a:lnTo>
                      <a:lnTo>
                        <a:pt x="3256" y="763"/>
                      </a:lnTo>
                      <a:lnTo>
                        <a:pt x="3243" y="768"/>
                      </a:lnTo>
                      <a:lnTo>
                        <a:pt x="3232" y="772"/>
                      </a:lnTo>
                      <a:lnTo>
                        <a:pt x="3222" y="774"/>
                      </a:lnTo>
                      <a:lnTo>
                        <a:pt x="3212" y="775"/>
                      </a:lnTo>
                      <a:lnTo>
                        <a:pt x="3203" y="775"/>
                      </a:lnTo>
                      <a:lnTo>
                        <a:pt x="3194" y="774"/>
                      </a:lnTo>
                      <a:lnTo>
                        <a:pt x="3185" y="773"/>
                      </a:lnTo>
                      <a:lnTo>
                        <a:pt x="3177" y="769"/>
                      </a:lnTo>
                      <a:lnTo>
                        <a:pt x="3169" y="765"/>
                      </a:lnTo>
                      <a:lnTo>
                        <a:pt x="3161" y="761"/>
                      </a:lnTo>
                      <a:lnTo>
                        <a:pt x="3155" y="756"/>
                      </a:lnTo>
                      <a:lnTo>
                        <a:pt x="3147" y="750"/>
                      </a:lnTo>
                      <a:lnTo>
                        <a:pt x="3133" y="735"/>
                      </a:lnTo>
                      <a:lnTo>
                        <a:pt x="3120" y="720"/>
                      </a:lnTo>
                      <a:lnTo>
                        <a:pt x="3092" y="684"/>
                      </a:lnTo>
                      <a:lnTo>
                        <a:pt x="3061" y="645"/>
                      </a:lnTo>
                      <a:lnTo>
                        <a:pt x="3041" y="626"/>
                      </a:lnTo>
                      <a:lnTo>
                        <a:pt x="3020" y="609"/>
                      </a:lnTo>
                      <a:lnTo>
                        <a:pt x="3010" y="600"/>
                      </a:lnTo>
                      <a:lnTo>
                        <a:pt x="2999" y="592"/>
                      </a:lnTo>
                      <a:lnTo>
                        <a:pt x="2986" y="584"/>
                      </a:lnTo>
                      <a:lnTo>
                        <a:pt x="2971" y="578"/>
                      </a:lnTo>
                      <a:lnTo>
                        <a:pt x="2956" y="571"/>
                      </a:lnTo>
                      <a:lnTo>
                        <a:pt x="2934" y="566"/>
                      </a:lnTo>
                      <a:lnTo>
                        <a:pt x="2909" y="561"/>
                      </a:lnTo>
                      <a:lnTo>
                        <a:pt x="2880" y="557"/>
                      </a:lnTo>
                      <a:lnTo>
                        <a:pt x="2847" y="553"/>
                      </a:lnTo>
                      <a:lnTo>
                        <a:pt x="2814" y="551"/>
                      </a:lnTo>
                      <a:lnTo>
                        <a:pt x="2779" y="549"/>
                      </a:lnTo>
                      <a:lnTo>
                        <a:pt x="2742" y="548"/>
                      </a:lnTo>
                      <a:lnTo>
                        <a:pt x="2669" y="548"/>
                      </a:lnTo>
                      <a:lnTo>
                        <a:pt x="2602" y="549"/>
                      </a:lnTo>
                      <a:lnTo>
                        <a:pt x="2572" y="552"/>
                      </a:lnTo>
                      <a:lnTo>
                        <a:pt x="2545" y="553"/>
                      </a:lnTo>
                      <a:lnTo>
                        <a:pt x="2522" y="557"/>
                      </a:lnTo>
                      <a:lnTo>
                        <a:pt x="2504" y="560"/>
                      </a:lnTo>
                      <a:lnTo>
                        <a:pt x="2490" y="563"/>
                      </a:lnTo>
                      <a:lnTo>
                        <a:pt x="2477" y="567"/>
                      </a:lnTo>
                      <a:lnTo>
                        <a:pt x="2465" y="573"/>
                      </a:lnTo>
                      <a:lnTo>
                        <a:pt x="2454" y="578"/>
                      </a:lnTo>
                      <a:lnTo>
                        <a:pt x="2443" y="583"/>
                      </a:lnTo>
                      <a:lnTo>
                        <a:pt x="2433" y="588"/>
                      </a:lnTo>
                      <a:lnTo>
                        <a:pt x="2423" y="595"/>
                      </a:lnTo>
                      <a:lnTo>
                        <a:pt x="2413" y="601"/>
                      </a:lnTo>
                      <a:lnTo>
                        <a:pt x="2406" y="609"/>
                      </a:lnTo>
                      <a:lnTo>
                        <a:pt x="2398" y="616"/>
                      </a:lnTo>
                      <a:lnTo>
                        <a:pt x="2390" y="624"/>
                      </a:lnTo>
                      <a:lnTo>
                        <a:pt x="2382" y="633"/>
                      </a:lnTo>
                      <a:lnTo>
                        <a:pt x="2371" y="651"/>
                      </a:lnTo>
                      <a:lnTo>
                        <a:pt x="2361" y="671"/>
                      </a:lnTo>
                      <a:lnTo>
                        <a:pt x="2351" y="693"/>
                      </a:lnTo>
                      <a:lnTo>
                        <a:pt x="2345" y="716"/>
                      </a:lnTo>
                      <a:lnTo>
                        <a:pt x="2339" y="741"/>
                      </a:lnTo>
                      <a:lnTo>
                        <a:pt x="2335" y="766"/>
                      </a:lnTo>
                      <a:lnTo>
                        <a:pt x="2332" y="794"/>
                      </a:lnTo>
                      <a:lnTo>
                        <a:pt x="2331" y="822"/>
                      </a:lnTo>
                      <a:lnTo>
                        <a:pt x="2331" y="852"/>
                      </a:lnTo>
                      <a:lnTo>
                        <a:pt x="2331" y="883"/>
                      </a:lnTo>
                      <a:lnTo>
                        <a:pt x="2438" y="888"/>
                      </a:lnTo>
                      <a:lnTo>
                        <a:pt x="2441" y="847"/>
                      </a:lnTo>
                      <a:lnTo>
                        <a:pt x="2443" y="812"/>
                      </a:lnTo>
                      <a:lnTo>
                        <a:pt x="2446" y="781"/>
                      </a:lnTo>
                      <a:lnTo>
                        <a:pt x="2450" y="755"/>
                      </a:lnTo>
                      <a:lnTo>
                        <a:pt x="2454" y="733"/>
                      </a:lnTo>
                      <a:lnTo>
                        <a:pt x="2460" y="715"/>
                      </a:lnTo>
                      <a:lnTo>
                        <a:pt x="2464" y="707"/>
                      </a:lnTo>
                      <a:lnTo>
                        <a:pt x="2469" y="700"/>
                      </a:lnTo>
                      <a:lnTo>
                        <a:pt x="2474" y="694"/>
                      </a:lnTo>
                      <a:lnTo>
                        <a:pt x="2479" y="689"/>
                      </a:lnTo>
                      <a:lnTo>
                        <a:pt x="2486" y="685"/>
                      </a:lnTo>
                      <a:lnTo>
                        <a:pt x="2492" y="680"/>
                      </a:lnTo>
                      <a:lnTo>
                        <a:pt x="2500" y="677"/>
                      </a:lnTo>
                      <a:lnTo>
                        <a:pt x="2509" y="675"/>
                      </a:lnTo>
                      <a:lnTo>
                        <a:pt x="2528" y="669"/>
                      </a:lnTo>
                      <a:lnTo>
                        <a:pt x="2552" y="667"/>
                      </a:lnTo>
                      <a:lnTo>
                        <a:pt x="2610" y="664"/>
                      </a:lnTo>
                      <a:lnTo>
                        <a:pt x="2689" y="664"/>
                      </a:lnTo>
                      <a:lnTo>
                        <a:pt x="2680" y="697"/>
                      </a:lnTo>
                      <a:lnTo>
                        <a:pt x="2673" y="724"/>
                      </a:lnTo>
                      <a:lnTo>
                        <a:pt x="2668" y="747"/>
                      </a:lnTo>
                      <a:lnTo>
                        <a:pt x="2664" y="769"/>
                      </a:lnTo>
                      <a:lnTo>
                        <a:pt x="2661" y="791"/>
                      </a:lnTo>
                      <a:lnTo>
                        <a:pt x="2660" y="818"/>
                      </a:lnTo>
                      <a:lnTo>
                        <a:pt x="2660" y="849"/>
                      </a:lnTo>
                      <a:lnTo>
                        <a:pt x="2663" y="888"/>
                      </a:lnTo>
                      <a:lnTo>
                        <a:pt x="2771" y="887"/>
                      </a:lnTo>
                      <a:lnTo>
                        <a:pt x="2773" y="847"/>
                      </a:lnTo>
                      <a:lnTo>
                        <a:pt x="2775" y="805"/>
                      </a:lnTo>
                      <a:lnTo>
                        <a:pt x="2776" y="784"/>
                      </a:lnTo>
                      <a:lnTo>
                        <a:pt x="2779" y="765"/>
                      </a:lnTo>
                      <a:lnTo>
                        <a:pt x="2782" y="746"/>
                      </a:lnTo>
                      <a:lnTo>
                        <a:pt x="2787" y="728"/>
                      </a:lnTo>
                      <a:lnTo>
                        <a:pt x="2793" y="712"/>
                      </a:lnTo>
                      <a:lnTo>
                        <a:pt x="2801" y="698"/>
                      </a:lnTo>
                      <a:lnTo>
                        <a:pt x="2805" y="691"/>
                      </a:lnTo>
                      <a:lnTo>
                        <a:pt x="2810" y="686"/>
                      </a:lnTo>
                      <a:lnTo>
                        <a:pt x="2816" y="681"/>
                      </a:lnTo>
                      <a:lnTo>
                        <a:pt x="2823" y="676"/>
                      </a:lnTo>
                      <a:lnTo>
                        <a:pt x="2829" y="672"/>
                      </a:lnTo>
                      <a:lnTo>
                        <a:pt x="2837" y="669"/>
                      </a:lnTo>
                      <a:lnTo>
                        <a:pt x="2846" y="667"/>
                      </a:lnTo>
                      <a:lnTo>
                        <a:pt x="2855" y="666"/>
                      </a:lnTo>
                      <a:lnTo>
                        <a:pt x="2864" y="666"/>
                      </a:lnTo>
                      <a:lnTo>
                        <a:pt x="2876" y="666"/>
                      </a:lnTo>
                      <a:lnTo>
                        <a:pt x="2886" y="667"/>
                      </a:lnTo>
                      <a:lnTo>
                        <a:pt x="2899" y="668"/>
                      </a:lnTo>
                      <a:lnTo>
                        <a:pt x="2912" y="672"/>
                      </a:lnTo>
                      <a:lnTo>
                        <a:pt x="2925" y="677"/>
                      </a:lnTo>
                      <a:lnTo>
                        <a:pt x="2938" y="685"/>
                      </a:lnTo>
                      <a:lnTo>
                        <a:pt x="2951" y="694"/>
                      </a:lnTo>
                      <a:lnTo>
                        <a:pt x="2964" y="704"/>
                      </a:lnTo>
                      <a:lnTo>
                        <a:pt x="2977" y="716"/>
                      </a:lnTo>
                      <a:lnTo>
                        <a:pt x="2989" y="728"/>
                      </a:lnTo>
                      <a:lnTo>
                        <a:pt x="3001" y="741"/>
                      </a:lnTo>
                      <a:lnTo>
                        <a:pt x="3026" y="768"/>
                      </a:lnTo>
                      <a:lnTo>
                        <a:pt x="3050" y="795"/>
                      </a:lnTo>
                      <a:lnTo>
                        <a:pt x="3072" y="818"/>
                      </a:lnTo>
                      <a:lnTo>
                        <a:pt x="3094" y="839"/>
                      </a:lnTo>
                      <a:lnTo>
                        <a:pt x="3113" y="854"/>
                      </a:lnTo>
                      <a:lnTo>
                        <a:pt x="3133" y="866"/>
                      </a:lnTo>
                      <a:lnTo>
                        <a:pt x="3151" y="875"/>
                      </a:lnTo>
                      <a:lnTo>
                        <a:pt x="3168" y="883"/>
                      </a:lnTo>
                      <a:lnTo>
                        <a:pt x="3186" y="888"/>
                      </a:lnTo>
                      <a:lnTo>
                        <a:pt x="3203" y="890"/>
                      </a:lnTo>
                      <a:lnTo>
                        <a:pt x="3218" y="890"/>
                      </a:lnTo>
                      <a:lnTo>
                        <a:pt x="3235" y="889"/>
                      </a:lnTo>
                      <a:lnTo>
                        <a:pt x="3250" y="887"/>
                      </a:lnTo>
                      <a:lnTo>
                        <a:pt x="3266" y="881"/>
                      </a:lnTo>
                      <a:lnTo>
                        <a:pt x="3280" y="876"/>
                      </a:lnTo>
                      <a:lnTo>
                        <a:pt x="3294" y="868"/>
                      </a:lnTo>
                      <a:lnTo>
                        <a:pt x="3308" y="861"/>
                      </a:lnTo>
                      <a:lnTo>
                        <a:pt x="3323" y="850"/>
                      </a:lnTo>
                      <a:lnTo>
                        <a:pt x="3337" y="840"/>
                      </a:lnTo>
                      <a:lnTo>
                        <a:pt x="3350" y="830"/>
                      </a:lnTo>
                      <a:lnTo>
                        <a:pt x="3401" y="781"/>
                      </a:lnTo>
                      <a:lnTo>
                        <a:pt x="3452" y="730"/>
                      </a:lnTo>
                      <a:lnTo>
                        <a:pt x="3476" y="708"/>
                      </a:lnTo>
                      <a:lnTo>
                        <a:pt x="3501" y="689"/>
                      </a:lnTo>
                      <a:lnTo>
                        <a:pt x="3513" y="681"/>
                      </a:lnTo>
                      <a:lnTo>
                        <a:pt x="3525" y="675"/>
                      </a:lnTo>
                      <a:lnTo>
                        <a:pt x="3537" y="668"/>
                      </a:lnTo>
                      <a:lnTo>
                        <a:pt x="3550" y="664"/>
                      </a:lnTo>
                      <a:close/>
                      <a:moveTo>
                        <a:pt x="228" y="186"/>
                      </a:moveTo>
                      <a:lnTo>
                        <a:pt x="230" y="331"/>
                      </a:lnTo>
                      <a:lnTo>
                        <a:pt x="329" y="327"/>
                      </a:lnTo>
                      <a:lnTo>
                        <a:pt x="326" y="291"/>
                      </a:lnTo>
                      <a:lnTo>
                        <a:pt x="326" y="260"/>
                      </a:lnTo>
                      <a:lnTo>
                        <a:pt x="328" y="246"/>
                      </a:lnTo>
                      <a:lnTo>
                        <a:pt x="329" y="231"/>
                      </a:lnTo>
                      <a:lnTo>
                        <a:pt x="333" y="217"/>
                      </a:lnTo>
                      <a:lnTo>
                        <a:pt x="339" y="204"/>
                      </a:lnTo>
                      <a:lnTo>
                        <a:pt x="343" y="189"/>
                      </a:lnTo>
                      <a:lnTo>
                        <a:pt x="348" y="175"/>
                      </a:lnTo>
                      <a:lnTo>
                        <a:pt x="355" y="162"/>
                      </a:lnTo>
                      <a:lnTo>
                        <a:pt x="363" y="150"/>
                      </a:lnTo>
                      <a:lnTo>
                        <a:pt x="372" y="141"/>
                      </a:lnTo>
                      <a:lnTo>
                        <a:pt x="382" y="132"/>
                      </a:lnTo>
                      <a:lnTo>
                        <a:pt x="392" y="125"/>
                      </a:lnTo>
                      <a:lnTo>
                        <a:pt x="404" y="120"/>
                      </a:lnTo>
                      <a:lnTo>
                        <a:pt x="417" y="116"/>
                      </a:lnTo>
                      <a:lnTo>
                        <a:pt x="430" y="115"/>
                      </a:lnTo>
                      <a:lnTo>
                        <a:pt x="443" y="115"/>
                      </a:lnTo>
                      <a:lnTo>
                        <a:pt x="457" y="116"/>
                      </a:lnTo>
                      <a:lnTo>
                        <a:pt x="471" y="120"/>
                      </a:lnTo>
                      <a:lnTo>
                        <a:pt x="484" y="127"/>
                      </a:lnTo>
                      <a:lnTo>
                        <a:pt x="498" y="134"/>
                      </a:lnTo>
                      <a:lnTo>
                        <a:pt x="512" y="145"/>
                      </a:lnTo>
                      <a:lnTo>
                        <a:pt x="532" y="163"/>
                      </a:lnTo>
                      <a:lnTo>
                        <a:pt x="550" y="182"/>
                      </a:lnTo>
                      <a:lnTo>
                        <a:pt x="567" y="203"/>
                      </a:lnTo>
                      <a:lnTo>
                        <a:pt x="585" y="224"/>
                      </a:lnTo>
                      <a:lnTo>
                        <a:pt x="604" y="244"/>
                      </a:lnTo>
                      <a:lnTo>
                        <a:pt x="625" y="265"/>
                      </a:lnTo>
                      <a:lnTo>
                        <a:pt x="636" y="275"/>
                      </a:lnTo>
                      <a:lnTo>
                        <a:pt x="648" y="284"/>
                      </a:lnTo>
                      <a:lnTo>
                        <a:pt x="662" y="295"/>
                      </a:lnTo>
                      <a:lnTo>
                        <a:pt x="676" y="304"/>
                      </a:lnTo>
                      <a:lnTo>
                        <a:pt x="694" y="313"/>
                      </a:lnTo>
                      <a:lnTo>
                        <a:pt x="714" y="321"/>
                      </a:lnTo>
                      <a:lnTo>
                        <a:pt x="731" y="327"/>
                      </a:lnTo>
                      <a:lnTo>
                        <a:pt x="749" y="331"/>
                      </a:lnTo>
                      <a:lnTo>
                        <a:pt x="766" y="332"/>
                      </a:lnTo>
                      <a:lnTo>
                        <a:pt x="782" y="333"/>
                      </a:lnTo>
                      <a:lnTo>
                        <a:pt x="798" y="331"/>
                      </a:lnTo>
                      <a:lnTo>
                        <a:pt x="813" y="328"/>
                      </a:lnTo>
                      <a:lnTo>
                        <a:pt x="829" y="324"/>
                      </a:lnTo>
                      <a:lnTo>
                        <a:pt x="843" y="319"/>
                      </a:lnTo>
                      <a:lnTo>
                        <a:pt x="857" y="313"/>
                      </a:lnTo>
                      <a:lnTo>
                        <a:pt x="871" y="305"/>
                      </a:lnTo>
                      <a:lnTo>
                        <a:pt x="884" y="296"/>
                      </a:lnTo>
                      <a:lnTo>
                        <a:pt x="897" y="287"/>
                      </a:lnTo>
                      <a:lnTo>
                        <a:pt x="910" y="277"/>
                      </a:lnTo>
                      <a:lnTo>
                        <a:pt x="923" y="266"/>
                      </a:lnTo>
                      <a:lnTo>
                        <a:pt x="946" y="244"/>
                      </a:lnTo>
                      <a:lnTo>
                        <a:pt x="968" y="221"/>
                      </a:lnTo>
                      <a:lnTo>
                        <a:pt x="988" y="198"/>
                      </a:lnTo>
                      <a:lnTo>
                        <a:pt x="1007" y="177"/>
                      </a:lnTo>
                      <a:lnTo>
                        <a:pt x="1024" y="158"/>
                      </a:lnTo>
                      <a:lnTo>
                        <a:pt x="1041" y="141"/>
                      </a:lnTo>
                      <a:lnTo>
                        <a:pt x="1048" y="134"/>
                      </a:lnTo>
                      <a:lnTo>
                        <a:pt x="1055" y="128"/>
                      </a:lnTo>
                      <a:lnTo>
                        <a:pt x="1063" y="124"/>
                      </a:lnTo>
                      <a:lnTo>
                        <a:pt x="1069" y="120"/>
                      </a:lnTo>
                      <a:lnTo>
                        <a:pt x="1085" y="116"/>
                      </a:lnTo>
                      <a:lnTo>
                        <a:pt x="1099" y="114"/>
                      </a:lnTo>
                      <a:lnTo>
                        <a:pt x="1112" y="112"/>
                      </a:lnTo>
                      <a:lnTo>
                        <a:pt x="1123" y="114"/>
                      </a:lnTo>
                      <a:lnTo>
                        <a:pt x="1136" y="116"/>
                      </a:lnTo>
                      <a:lnTo>
                        <a:pt x="1147" y="120"/>
                      </a:lnTo>
                      <a:lnTo>
                        <a:pt x="1158" y="125"/>
                      </a:lnTo>
                      <a:lnTo>
                        <a:pt x="1167" y="132"/>
                      </a:lnTo>
                      <a:lnTo>
                        <a:pt x="1178" y="140"/>
                      </a:lnTo>
                      <a:lnTo>
                        <a:pt x="1187" y="147"/>
                      </a:lnTo>
                      <a:lnTo>
                        <a:pt x="1197" y="156"/>
                      </a:lnTo>
                      <a:lnTo>
                        <a:pt x="1206" y="167"/>
                      </a:lnTo>
                      <a:lnTo>
                        <a:pt x="1223" y="189"/>
                      </a:lnTo>
                      <a:lnTo>
                        <a:pt x="1241" y="212"/>
                      </a:lnTo>
                      <a:lnTo>
                        <a:pt x="1260" y="237"/>
                      </a:lnTo>
                      <a:lnTo>
                        <a:pt x="1281" y="259"/>
                      </a:lnTo>
                      <a:lnTo>
                        <a:pt x="1291" y="270"/>
                      </a:lnTo>
                      <a:lnTo>
                        <a:pt x="1303" y="280"/>
                      </a:lnTo>
                      <a:lnTo>
                        <a:pt x="1314" y="291"/>
                      </a:lnTo>
                      <a:lnTo>
                        <a:pt x="1327" y="300"/>
                      </a:lnTo>
                      <a:lnTo>
                        <a:pt x="1340" y="308"/>
                      </a:lnTo>
                      <a:lnTo>
                        <a:pt x="1354" y="315"/>
                      </a:lnTo>
                      <a:lnTo>
                        <a:pt x="1370" y="321"/>
                      </a:lnTo>
                      <a:lnTo>
                        <a:pt x="1387" y="326"/>
                      </a:lnTo>
                      <a:lnTo>
                        <a:pt x="1404" y="330"/>
                      </a:lnTo>
                      <a:lnTo>
                        <a:pt x="1423" y="331"/>
                      </a:lnTo>
                      <a:lnTo>
                        <a:pt x="1442" y="331"/>
                      </a:lnTo>
                      <a:lnTo>
                        <a:pt x="1463" y="330"/>
                      </a:lnTo>
                      <a:lnTo>
                        <a:pt x="1485" y="326"/>
                      </a:lnTo>
                      <a:lnTo>
                        <a:pt x="1506" y="321"/>
                      </a:lnTo>
                      <a:lnTo>
                        <a:pt x="1525" y="311"/>
                      </a:lnTo>
                      <a:lnTo>
                        <a:pt x="1543" y="302"/>
                      </a:lnTo>
                      <a:lnTo>
                        <a:pt x="1560" y="291"/>
                      </a:lnTo>
                      <a:lnTo>
                        <a:pt x="1575" y="279"/>
                      </a:lnTo>
                      <a:lnTo>
                        <a:pt x="1591" y="265"/>
                      </a:lnTo>
                      <a:lnTo>
                        <a:pt x="1606" y="251"/>
                      </a:lnTo>
                      <a:lnTo>
                        <a:pt x="1635" y="220"/>
                      </a:lnTo>
                      <a:lnTo>
                        <a:pt x="1666" y="187"/>
                      </a:lnTo>
                      <a:lnTo>
                        <a:pt x="1681" y="172"/>
                      </a:lnTo>
                      <a:lnTo>
                        <a:pt x="1698" y="156"/>
                      </a:lnTo>
                      <a:lnTo>
                        <a:pt x="1715" y="142"/>
                      </a:lnTo>
                      <a:lnTo>
                        <a:pt x="1734" y="128"/>
                      </a:lnTo>
                      <a:lnTo>
                        <a:pt x="1747" y="122"/>
                      </a:lnTo>
                      <a:lnTo>
                        <a:pt x="1757" y="116"/>
                      </a:lnTo>
                      <a:lnTo>
                        <a:pt x="1761" y="114"/>
                      </a:lnTo>
                      <a:lnTo>
                        <a:pt x="1765" y="111"/>
                      </a:lnTo>
                      <a:lnTo>
                        <a:pt x="1768" y="107"/>
                      </a:lnTo>
                      <a:lnTo>
                        <a:pt x="1770" y="103"/>
                      </a:lnTo>
                      <a:lnTo>
                        <a:pt x="1772" y="98"/>
                      </a:lnTo>
                      <a:lnTo>
                        <a:pt x="1774" y="92"/>
                      </a:lnTo>
                      <a:lnTo>
                        <a:pt x="1775" y="83"/>
                      </a:lnTo>
                      <a:lnTo>
                        <a:pt x="1775" y="71"/>
                      </a:lnTo>
                      <a:lnTo>
                        <a:pt x="1777" y="43"/>
                      </a:lnTo>
                      <a:lnTo>
                        <a:pt x="1775" y="0"/>
                      </a:lnTo>
                      <a:lnTo>
                        <a:pt x="1737" y="0"/>
                      </a:lnTo>
                      <a:lnTo>
                        <a:pt x="1692" y="26"/>
                      </a:lnTo>
                      <a:lnTo>
                        <a:pt x="1657" y="45"/>
                      </a:lnTo>
                      <a:lnTo>
                        <a:pt x="1641" y="56"/>
                      </a:lnTo>
                      <a:lnTo>
                        <a:pt x="1626" y="66"/>
                      </a:lnTo>
                      <a:lnTo>
                        <a:pt x="1610" y="80"/>
                      </a:lnTo>
                      <a:lnTo>
                        <a:pt x="1595" y="96"/>
                      </a:lnTo>
                      <a:lnTo>
                        <a:pt x="1549" y="146"/>
                      </a:lnTo>
                      <a:lnTo>
                        <a:pt x="1511" y="184"/>
                      </a:lnTo>
                      <a:lnTo>
                        <a:pt x="1494" y="199"/>
                      </a:lnTo>
                      <a:lnTo>
                        <a:pt x="1477" y="209"/>
                      </a:lnTo>
                      <a:lnTo>
                        <a:pt x="1469" y="215"/>
                      </a:lnTo>
                      <a:lnTo>
                        <a:pt x="1462" y="217"/>
                      </a:lnTo>
                      <a:lnTo>
                        <a:pt x="1454" y="220"/>
                      </a:lnTo>
                      <a:lnTo>
                        <a:pt x="1446" y="222"/>
                      </a:lnTo>
                      <a:lnTo>
                        <a:pt x="1438" y="222"/>
                      </a:lnTo>
                      <a:lnTo>
                        <a:pt x="1432" y="222"/>
                      </a:lnTo>
                      <a:lnTo>
                        <a:pt x="1424" y="221"/>
                      </a:lnTo>
                      <a:lnTo>
                        <a:pt x="1416" y="218"/>
                      </a:lnTo>
                      <a:lnTo>
                        <a:pt x="1409" y="216"/>
                      </a:lnTo>
                      <a:lnTo>
                        <a:pt x="1400" y="211"/>
                      </a:lnTo>
                      <a:lnTo>
                        <a:pt x="1392" y="206"/>
                      </a:lnTo>
                      <a:lnTo>
                        <a:pt x="1383" y="199"/>
                      </a:lnTo>
                      <a:lnTo>
                        <a:pt x="1366" y="182"/>
                      </a:lnTo>
                      <a:lnTo>
                        <a:pt x="1347" y="162"/>
                      </a:lnTo>
                      <a:lnTo>
                        <a:pt x="1326" y="136"/>
                      </a:lnTo>
                      <a:lnTo>
                        <a:pt x="1303" y="105"/>
                      </a:lnTo>
                      <a:lnTo>
                        <a:pt x="1295" y="94"/>
                      </a:lnTo>
                      <a:lnTo>
                        <a:pt x="1287" y="85"/>
                      </a:lnTo>
                      <a:lnTo>
                        <a:pt x="1280" y="78"/>
                      </a:lnTo>
                      <a:lnTo>
                        <a:pt x="1272" y="71"/>
                      </a:lnTo>
                      <a:lnTo>
                        <a:pt x="1255" y="58"/>
                      </a:lnTo>
                      <a:lnTo>
                        <a:pt x="1237" y="47"/>
                      </a:lnTo>
                      <a:lnTo>
                        <a:pt x="1196" y="26"/>
                      </a:lnTo>
                      <a:lnTo>
                        <a:pt x="1150" y="0"/>
                      </a:lnTo>
                      <a:lnTo>
                        <a:pt x="1068" y="0"/>
                      </a:lnTo>
                      <a:lnTo>
                        <a:pt x="1016" y="27"/>
                      </a:lnTo>
                      <a:lnTo>
                        <a:pt x="976" y="49"/>
                      </a:lnTo>
                      <a:lnTo>
                        <a:pt x="958" y="61"/>
                      </a:lnTo>
                      <a:lnTo>
                        <a:pt x="941" y="75"/>
                      </a:lnTo>
                      <a:lnTo>
                        <a:pt x="933" y="83"/>
                      </a:lnTo>
                      <a:lnTo>
                        <a:pt x="926" y="92"/>
                      </a:lnTo>
                      <a:lnTo>
                        <a:pt x="917" y="102"/>
                      </a:lnTo>
                      <a:lnTo>
                        <a:pt x="909" y="114"/>
                      </a:lnTo>
                      <a:lnTo>
                        <a:pt x="899" y="131"/>
                      </a:lnTo>
                      <a:lnTo>
                        <a:pt x="886" y="149"/>
                      </a:lnTo>
                      <a:lnTo>
                        <a:pt x="873" y="167"/>
                      </a:lnTo>
                      <a:lnTo>
                        <a:pt x="857" y="185"/>
                      </a:lnTo>
                      <a:lnTo>
                        <a:pt x="848" y="193"/>
                      </a:lnTo>
                      <a:lnTo>
                        <a:pt x="839" y="200"/>
                      </a:lnTo>
                      <a:lnTo>
                        <a:pt x="830" y="207"/>
                      </a:lnTo>
                      <a:lnTo>
                        <a:pt x="818" y="212"/>
                      </a:lnTo>
                      <a:lnTo>
                        <a:pt x="807" y="216"/>
                      </a:lnTo>
                      <a:lnTo>
                        <a:pt x="795" y="218"/>
                      </a:lnTo>
                      <a:lnTo>
                        <a:pt x="782" y="220"/>
                      </a:lnTo>
                      <a:lnTo>
                        <a:pt x="768" y="220"/>
                      </a:lnTo>
                      <a:lnTo>
                        <a:pt x="754" y="217"/>
                      </a:lnTo>
                      <a:lnTo>
                        <a:pt x="741" y="213"/>
                      </a:lnTo>
                      <a:lnTo>
                        <a:pt x="731" y="208"/>
                      </a:lnTo>
                      <a:lnTo>
                        <a:pt x="719" y="200"/>
                      </a:lnTo>
                      <a:lnTo>
                        <a:pt x="698" y="181"/>
                      </a:lnTo>
                      <a:lnTo>
                        <a:pt x="675" y="155"/>
                      </a:lnTo>
                      <a:lnTo>
                        <a:pt x="661" y="140"/>
                      </a:lnTo>
                      <a:lnTo>
                        <a:pt x="645" y="124"/>
                      </a:lnTo>
                      <a:lnTo>
                        <a:pt x="627" y="106"/>
                      </a:lnTo>
                      <a:lnTo>
                        <a:pt x="605" y="87"/>
                      </a:lnTo>
                      <a:lnTo>
                        <a:pt x="581" y="67"/>
                      </a:lnTo>
                      <a:lnTo>
                        <a:pt x="552" y="45"/>
                      </a:lnTo>
                      <a:lnTo>
                        <a:pt x="519" y="23"/>
                      </a:lnTo>
                      <a:lnTo>
                        <a:pt x="481" y="0"/>
                      </a:lnTo>
                      <a:lnTo>
                        <a:pt x="390" y="0"/>
                      </a:lnTo>
                      <a:lnTo>
                        <a:pt x="361" y="19"/>
                      </a:lnTo>
                      <a:lnTo>
                        <a:pt x="334" y="36"/>
                      </a:lnTo>
                      <a:lnTo>
                        <a:pt x="308" y="53"/>
                      </a:lnTo>
                      <a:lnTo>
                        <a:pt x="286" y="71"/>
                      </a:lnTo>
                      <a:lnTo>
                        <a:pt x="276" y="81"/>
                      </a:lnTo>
                      <a:lnTo>
                        <a:pt x="266" y="92"/>
                      </a:lnTo>
                      <a:lnTo>
                        <a:pt x="258" y="103"/>
                      </a:lnTo>
                      <a:lnTo>
                        <a:pt x="250" y="118"/>
                      </a:lnTo>
                      <a:lnTo>
                        <a:pt x="242" y="132"/>
                      </a:lnTo>
                      <a:lnTo>
                        <a:pt x="237" y="149"/>
                      </a:lnTo>
                      <a:lnTo>
                        <a:pt x="232" y="167"/>
                      </a:lnTo>
                      <a:lnTo>
                        <a:pt x="228" y="186"/>
                      </a:lnTo>
                      <a:close/>
                      <a:moveTo>
                        <a:pt x="2106" y="1329"/>
                      </a:moveTo>
                      <a:lnTo>
                        <a:pt x="2995" y="1331"/>
                      </a:lnTo>
                      <a:lnTo>
                        <a:pt x="2995" y="1604"/>
                      </a:lnTo>
                      <a:lnTo>
                        <a:pt x="2106" y="1606"/>
                      </a:lnTo>
                      <a:lnTo>
                        <a:pt x="2106" y="1471"/>
                      </a:lnTo>
                      <a:lnTo>
                        <a:pt x="2106" y="1329"/>
                      </a:lnTo>
                      <a:close/>
                      <a:moveTo>
                        <a:pt x="2106" y="1115"/>
                      </a:moveTo>
                      <a:lnTo>
                        <a:pt x="2115" y="1113"/>
                      </a:lnTo>
                      <a:lnTo>
                        <a:pt x="2127" y="1111"/>
                      </a:lnTo>
                      <a:lnTo>
                        <a:pt x="2141" y="1109"/>
                      </a:lnTo>
                      <a:lnTo>
                        <a:pt x="2159" y="1108"/>
                      </a:lnTo>
                      <a:lnTo>
                        <a:pt x="2203" y="1104"/>
                      </a:lnTo>
                      <a:lnTo>
                        <a:pt x="2257" y="1102"/>
                      </a:lnTo>
                      <a:lnTo>
                        <a:pt x="2385" y="1100"/>
                      </a:lnTo>
                      <a:lnTo>
                        <a:pt x="2531" y="1099"/>
                      </a:lnTo>
                      <a:lnTo>
                        <a:pt x="2680" y="1100"/>
                      </a:lnTo>
                      <a:lnTo>
                        <a:pt x="2815" y="1101"/>
                      </a:lnTo>
                      <a:lnTo>
                        <a:pt x="2926" y="1104"/>
                      </a:lnTo>
                      <a:lnTo>
                        <a:pt x="2997" y="1106"/>
                      </a:lnTo>
                      <a:lnTo>
                        <a:pt x="2993" y="1220"/>
                      </a:lnTo>
                      <a:lnTo>
                        <a:pt x="2940" y="1221"/>
                      </a:lnTo>
                      <a:lnTo>
                        <a:pt x="2837" y="1224"/>
                      </a:lnTo>
                      <a:lnTo>
                        <a:pt x="2701" y="1226"/>
                      </a:lnTo>
                      <a:lnTo>
                        <a:pt x="2550" y="1229"/>
                      </a:lnTo>
                      <a:lnTo>
                        <a:pt x="2474" y="1229"/>
                      </a:lnTo>
                      <a:lnTo>
                        <a:pt x="2399" y="1228"/>
                      </a:lnTo>
                      <a:lnTo>
                        <a:pt x="2328" y="1226"/>
                      </a:lnTo>
                      <a:lnTo>
                        <a:pt x="2264" y="1224"/>
                      </a:lnTo>
                      <a:lnTo>
                        <a:pt x="2208" y="1221"/>
                      </a:lnTo>
                      <a:lnTo>
                        <a:pt x="2162" y="1217"/>
                      </a:lnTo>
                      <a:lnTo>
                        <a:pt x="2144" y="1215"/>
                      </a:lnTo>
                      <a:lnTo>
                        <a:pt x="2128" y="1211"/>
                      </a:lnTo>
                      <a:lnTo>
                        <a:pt x="2116" y="1208"/>
                      </a:lnTo>
                      <a:lnTo>
                        <a:pt x="2109" y="1205"/>
                      </a:lnTo>
                      <a:lnTo>
                        <a:pt x="2106" y="1115"/>
                      </a:lnTo>
                      <a:close/>
                      <a:moveTo>
                        <a:pt x="3438" y="2975"/>
                      </a:moveTo>
                      <a:lnTo>
                        <a:pt x="3435" y="2983"/>
                      </a:lnTo>
                      <a:lnTo>
                        <a:pt x="3435" y="2989"/>
                      </a:lnTo>
                      <a:lnTo>
                        <a:pt x="3435" y="2992"/>
                      </a:lnTo>
                      <a:lnTo>
                        <a:pt x="3435" y="2993"/>
                      </a:lnTo>
                      <a:lnTo>
                        <a:pt x="3434" y="2996"/>
                      </a:lnTo>
                      <a:lnTo>
                        <a:pt x="3430" y="2997"/>
                      </a:lnTo>
                      <a:lnTo>
                        <a:pt x="3420" y="2998"/>
                      </a:lnTo>
                      <a:lnTo>
                        <a:pt x="3400" y="2998"/>
                      </a:lnTo>
                      <a:lnTo>
                        <a:pt x="3368" y="2998"/>
                      </a:lnTo>
                      <a:lnTo>
                        <a:pt x="3320" y="2997"/>
                      </a:lnTo>
                      <a:lnTo>
                        <a:pt x="2891" y="2993"/>
                      </a:lnTo>
                      <a:lnTo>
                        <a:pt x="2890" y="3097"/>
                      </a:lnTo>
                      <a:lnTo>
                        <a:pt x="3383" y="3093"/>
                      </a:lnTo>
                      <a:lnTo>
                        <a:pt x="3422" y="3095"/>
                      </a:lnTo>
                      <a:lnTo>
                        <a:pt x="3434" y="3098"/>
                      </a:lnTo>
                      <a:lnTo>
                        <a:pt x="3434" y="3103"/>
                      </a:lnTo>
                      <a:lnTo>
                        <a:pt x="3440" y="3115"/>
                      </a:lnTo>
                      <a:lnTo>
                        <a:pt x="3438" y="3210"/>
                      </a:lnTo>
                      <a:lnTo>
                        <a:pt x="2882" y="3213"/>
                      </a:lnTo>
                      <a:lnTo>
                        <a:pt x="2885" y="3324"/>
                      </a:lnTo>
                      <a:lnTo>
                        <a:pt x="3550" y="3324"/>
                      </a:lnTo>
                      <a:lnTo>
                        <a:pt x="3550" y="2949"/>
                      </a:lnTo>
                      <a:lnTo>
                        <a:pt x="3209" y="2087"/>
                      </a:lnTo>
                      <a:lnTo>
                        <a:pt x="3188" y="2025"/>
                      </a:lnTo>
                      <a:lnTo>
                        <a:pt x="3169" y="1966"/>
                      </a:lnTo>
                      <a:lnTo>
                        <a:pt x="3152" y="1908"/>
                      </a:lnTo>
                      <a:lnTo>
                        <a:pt x="3137" y="1851"/>
                      </a:lnTo>
                      <a:lnTo>
                        <a:pt x="3130" y="1822"/>
                      </a:lnTo>
                      <a:lnTo>
                        <a:pt x="3125" y="1793"/>
                      </a:lnTo>
                      <a:lnTo>
                        <a:pt x="3120" y="1762"/>
                      </a:lnTo>
                      <a:lnTo>
                        <a:pt x="3116" y="1730"/>
                      </a:lnTo>
                      <a:lnTo>
                        <a:pt x="3112" y="1698"/>
                      </a:lnTo>
                      <a:lnTo>
                        <a:pt x="3110" y="1665"/>
                      </a:lnTo>
                      <a:lnTo>
                        <a:pt x="3108" y="1630"/>
                      </a:lnTo>
                      <a:lnTo>
                        <a:pt x="3108" y="1594"/>
                      </a:lnTo>
                      <a:lnTo>
                        <a:pt x="3108" y="1519"/>
                      </a:lnTo>
                      <a:lnTo>
                        <a:pt x="3110" y="1444"/>
                      </a:lnTo>
                      <a:lnTo>
                        <a:pt x="3110" y="1369"/>
                      </a:lnTo>
                      <a:lnTo>
                        <a:pt x="3111" y="1294"/>
                      </a:lnTo>
                      <a:lnTo>
                        <a:pt x="3111" y="1219"/>
                      </a:lnTo>
                      <a:lnTo>
                        <a:pt x="3110" y="1144"/>
                      </a:lnTo>
                      <a:lnTo>
                        <a:pt x="3108" y="1069"/>
                      </a:lnTo>
                      <a:lnTo>
                        <a:pt x="3107" y="995"/>
                      </a:lnTo>
                      <a:lnTo>
                        <a:pt x="1999" y="996"/>
                      </a:lnTo>
                      <a:lnTo>
                        <a:pt x="1998" y="1038"/>
                      </a:lnTo>
                      <a:lnTo>
                        <a:pt x="1996" y="1082"/>
                      </a:lnTo>
                      <a:lnTo>
                        <a:pt x="1996" y="1127"/>
                      </a:lnTo>
                      <a:lnTo>
                        <a:pt x="1998" y="1172"/>
                      </a:lnTo>
                      <a:lnTo>
                        <a:pt x="1999" y="1268"/>
                      </a:lnTo>
                      <a:lnTo>
                        <a:pt x="2001" y="1365"/>
                      </a:lnTo>
                      <a:lnTo>
                        <a:pt x="2003" y="1460"/>
                      </a:lnTo>
                      <a:lnTo>
                        <a:pt x="2003" y="1552"/>
                      </a:lnTo>
                      <a:lnTo>
                        <a:pt x="2001" y="1597"/>
                      </a:lnTo>
                      <a:lnTo>
                        <a:pt x="1999" y="1640"/>
                      </a:lnTo>
                      <a:lnTo>
                        <a:pt x="1995" y="1680"/>
                      </a:lnTo>
                      <a:lnTo>
                        <a:pt x="1990" y="1718"/>
                      </a:lnTo>
                      <a:lnTo>
                        <a:pt x="1983" y="1756"/>
                      </a:lnTo>
                      <a:lnTo>
                        <a:pt x="1977" y="1794"/>
                      </a:lnTo>
                      <a:lnTo>
                        <a:pt x="1969" y="1831"/>
                      </a:lnTo>
                      <a:lnTo>
                        <a:pt x="1960" y="1869"/>
                      </a:lnTo>
                      <a:lnTo>
                        <a:pt x="1941" y="1944"/>
                      </a:lnTo>
                      <a:lnTo>
                        <a:pt x="1920" y="2020"/>
                      </a:lnTo>
                      <a:lnTo>
                        <a:pt x="1897" y="2094"/>
                      </a:lnTo>
                      <a:lnTo>
                        <a:pt x="1875" y="2169"/>
                      </a:lnTo>
                      <a:lnTo>
                        <a:pt x="1852" y="2242"/>
                      </a:lnTo>
                      <a:lnTo>
                        <a:pt x="1831" y="2316"/>
                      </a:lnTo>
                      <a:lnTo>
                        <a:pt x="1938" y="2340"/>
                      </a:lnTo>
                      <a:lnTo>
                        <a:pt x="1961" y="2266"/>
                      </a:lnTo>
                      <a:lnTo>
                        <a:pt x="1985" y="2189"/>
                      </a:lnTo>
                      <a:lnTo>
                        <a:pt x="2007" y="2113"/>
                      </a:lnTo>
                      <a:lnTo>
                        <a:pt x="2029" y="2035"/>
                      </a:lnTo>
                      <a:lnTo>
                        <a:pt x="2051" y="1958"/>
                      </a:lnTo>
                      <a:lnTo>
                        <a:pt x="2070" y="1879"/>
                      </a:lnTo>
                      <a:lnTo>
                        <a:pt x="2087" y="1800"/>
                      </a:lnTo>
                      <a:lnTo>
                        <a:pt x="2102" y="1721"/>
                      </a:lnTo>
                      <a:lnTo>
                        <a:pt x="2997" y="1719"/>
                      </a:lnTo>
                      <a:lnTo>
                        <a:pt x="3006" y="1764"/>
                      </a:lnTo>
                      <a:lnTo>
                        <a:pt x="3015" y="1808"/>
                      </a:lnTo>
                      <a:lnTo>
                        <a:pt x="3026" y="1852"/>
                      </a:lnTo>
                      <a:lnTo>
                        <a:pt x="3036" y="1895"/>
                      </a:lnTo>
                      <a:lnTo>
                        <a:pt x="3048" y="1937"/>
                      </a:lnTo>
                      <a:lnTo>
                        <a:pt x="3059" y="1979"/>
                      </a:lnTo>
                      <a:lnTo>
                        <a:pt x="3071" y="2020"/>
                      </a:lnTo>
                      <a:lnTo>
                        <a:pt x="3084" y="2060"/>
                      </a:lnTo>
                      <a:lnTo>
                        <a:pt x="3111" y="2139"/>
                      </a:lnTo>
                      <a:lnTo>
                        <a:pt x="3139" y="2216"/>
                      </a:lnTo>
                      <a:lnTo>
                        <a:pt x="3170" y="2293"/>
                      </a:lnTo>
                      <a:lnTo>
                        <a:pt x="3200" y="2368"/>
                      </a:lnTo>
                      <a:lnTo>
                        <a:pt x="3231" y="2443"/>
                      </a:lnTo>
                      <a:lnTo>
                        <a:pt x="3263" y="2516"/>
                      </a:lnTo>
                      <a:lnTo>
                        <a:pt x="3294" y="2591"/>
                      </a:lnTo>
                      <a:lnTo>
                        <a:pt x="3325" y="2666"/>
                      </a:lnTo>
                      <a:lnTo>
                        <a:pt x="3355" y="2741"/>
                      </a:lnTo>
                      <a:lnTo>
                        <a:pt x="3383" y="2817"/>
                      </a:lnTo>
                      <a:lnTo>
                        <a:pt x="3412" y="2895"/>
                      </a:lnTo>
                      <a:lnTo>
                        <a:pt x="3438" y="2975"/>
                      </a:lnTo>
                      <a:close/>
                      <a:moveTo>
                        <a:pt x="775" y="1886"/>
                      </a:moveTo>
                      <a:lnTo>
                        <a:pt x="1329" y="1886"/>
                      </a:lnTo>
                      <a:lnTo>
                        <a:pt x="1326" y="2216"/>
                      </a:lnTo>
                      <a:lnTo>
                        <a:pt x="776" y="2216"/>
                      </a:lnTo>
                      <a:lnTo>
                        <a:pt x="775" y="1886"/>
                      </a:lnTo>
                      <a:close/>
                      <a:moveTo>
                        <a:pt x="109" y="775"/>
                      </a:moveTo>
                      <a:lnTo>
                        <a:pt x="440" y="774"/>
                      </a:lnTo>
                      <a:lnTo>
                        <a:pt x="441" y="885"/>
                      </a:lnTo>
                      <a:lnTo>
                        <a:pt x="111" y="884"/>
                      </a:lnTo>
                      <a:lnTo>
                        <a:pt x="109" y="775"/>
                      </a:lnTo>
                      <a:close/>
                      <a:moveTo>
                        <a:pt x="112" y="556"/>
                      </a:moveTo>
                      <a:lnTo>
                        <a:pt x="440" y="553"/>
                      </a:lnTo>
                      <a:lnTo>
                        <a:pt x="440" y="667"/>
                      </a:lnTo>
                      <a:lnTo>
                        <a:pt x="109" y="663"/>
                      </a:lnTo>
                      <a:lnTo>
                        <a:pt x="112" y="556"/>
                      </a:lnTo>
                      <a:close/>
                      <a:moveTo>
                        <a:pt x="0" y="2328"/>
                      </a:moveTo>
                      <a:lnTo>
                        <a:pt x="111" y="2329"/>
                      </a:lnTo>
                      <a:lnTo>
                        <a:pt x="111" y="999"/>
                      </a:lnTo>
                      <a:lnTo>
                        <a:pt x="441" y="998"/>
                      </a:lnTo>
                      <a:lnTo>
                        <a:pt x="440" y="1065"/>
                      </a:lnTo>
                      <a:lnTo>
                        <a:pt x="440" y="1131"/>
                      </a:lnTo>
                      <a:lnTo>
                        <a:pt x="440" y="1198"/>
                      </a:lnTo>
                      <a:lnTo>
                        <a:pt x="440" y="1265"/>
                      </a:lnTo>
                      <a:lnTo>
                        <a:pt x="440" y="1332"/>
                      </a:lnTo>
                      <a:lnTo>
                        <a:pt x="440" y="1398"/>
                      </a:lnTo>
                      <a:lnTo>
                        <a:pt x="440" y="1466"/>
                      </a:lnTo>
                      <a:lnTo>
                        <a:pt x="440" y="1533"/>
                      </a:lnTo>
                      <a:lnTo>
                        <a:pt x="440" y="1555"/>
                      </a:lnTo>
                      <a:lnTo>
                        <a:pt x="441" y="1575"/>
                      </a:lnTo>
                      <a:lnTo>
                        <a:pt x="443" y="1592"/>
                      </a:lnTo>
                      <a:lnTo>
                        <a:pt x="445" y="1606"/>
                      </a:lnTo>
                      <a:lnTo>
                        <a:pt x="448" y="1619"/>
                      </a:lnTo>
                      <a:lnTo>
                        <a:pt x="452" y="1631"/>
                      </a:lnTo>
                      <a:lnTo>
                        <a:pt x="457" y="1640"/>
                      </a:lnTo>
                      <a:lnTo>
                        <a:pt x="462" y="1649"/>
                      </a:lnTo>
                      <a:lnTo>
                        <a:pt x="467" y="1657"/>
                      </a:lnTo>
                      <a:lnTo>
                        <a:pt x="475" y="1665"/>
                      </a:lnTo>
                      <a:lnTo>
                        <a:pt x="483" y="1671"/>
                      </a:lnTo>
                      <a:lnTo>
                        <a:pt x="490" y="1679"/>
                      </a:lnTo>
                      <a:lnTo>
                        <a:pt x="511" y="1696"/>
                      </a:lnTo>
                      <a:lnTo>
                        <a:pt x="533" y="1718"/>
                      </a:lnTo>
                      <a:lnTo>
                        <a:pt x="565" y="1747"/>
                      </a:lnTo>
                      <a:lnTo>
                        <a:pt x="602" y="1781"/>
                      </a:lnTo>
                      <a:lnTo>
                        <a:pt x="618" y="1798"/>
                      </a:lnTo>
                      <a:lnTo>
                        <a:pt x="633" y="1816"/>
                      </a:lnTo>
                      <a:lnTo>
                        <a:pt x="639" y="1825"/>
                      </a:lnTo>
                      <a:lnTo>
                        <a:pt x="644" y="1834"/>
                      </a:lnTo>
                      <a:lnTo>
                        <a:pt x="649" y="1844"/>
                      </a:lnTo>
                      <a:lnTo>
                        <a:pt x="653" y="1853"/>
                      </a:lnTo>
                      <a:lnTo>
                        <a:pt x="665" y="2218"/>
                      </a:lnTo>
                      <a:lnTo>
                        <a:pt x="334" y="2219"/>
                      </a:lnTo>
                      <a:lnTo>
                        <a:pt x="326" y="2439"/>
                      </a:lnTo>
                      <a:lnTo>
                        <a:pt x="0" y="2437"/>
                      </a:lnTo>
                      <a:lnTo>
                        <a:pt x="0" y="3324"/>
                      </a:lnTo>
                      <a:lnTo>
                        <a:pt x="1883" y="3324"/>
                      </a:lnTo>
                      <a:lnTo>
                        <a:pt x="1883" y="3215"/>
                      </a:lnTo>
                      <a:lnTo>
                        <a:pt x="109" y="3215"/>
                      </a:lnTo>
                      <a:lnTo>
                        <a:pt x="107" y="2547"/>
                      </a:lnTo>
                      <a:lnTo>
                        <a:pt x="200" y="2543"/>
                      </a:lnTo>
                      <a:lnTo>
                        <a:pt x="302" y="2540"/>
                      </a:lnTo>
                      <a:lnTo>
                        <a:pt x="412" y="2537"/>
                      </a:lnTo>
                      <a:lnTo>
                        <a:pt x="528" y="2536"/>
                      </a:lnTo>
                      <a:lnTo>
                        <a:pt x="651" y="2534"/>
                      </a:lnTo>
                      <a:lnTo>
                        <a:pt x="777" y="2534"/>
                      </a:lnTo>
                      <a:lnTo>
                        <a:pt x="908" y="2536"/>
                      </a:lnTo>
                      <a:lnTo>
                        <a:pt x="1041" y="2537"/>
                      </a:lnTo>
                      <a:lnTo>
                        <a:pt x="1174" y="2538"/>
                      </a:lnTo>
                      <a:lnTo>
                        <a:pt x="1307" y="2540"/>
                      </a:lnTo>
                      <a:lnTo>
                        <a:pt x="1438" y="2541"/>
                      </a:lnTo>
                      <a:lnTo>
                        <a:pt x="1568" y="2542"/>
                      </a:lnTo>
                      <a:lnTo>
                        <a:pt x="1694" y="2543"/>
                      </a:lnTo>
                      <a:lnTo>
                        <a:pt x="1814" y="2545"/>
                      </a:lnTo>
                      <a:lnTo>
                        <a:pt x="1928" y="2545"/>
                      </a:lnTo>
                      <a:lnTo>
                        <a:pt x="2035" y="2546"/>
                      </a:lnTo>
                      <a:lnTo>
                        <a:pt x="2074" y="2545"/>
                      </a:lnTo>
                      <a:lnTo>
                        <a:pt x="2146" y="2543"/>
                      </a:lnTo>
                      <a:lnTo>
                        <a:pt x="2242" y="2542"/>
                      </a:lnTo>
                      <a:lnTo>
                        <a:pt x="2349" y="2542"/>
                      </a:lnTo>
                      <a:lnTo>
                        <a:pt x="2455" y="2542"/>
                      </a:lnTo>
                      <a:lnTo>
                        <a:pt x="2549" y="2545"/>
                      </a:lnTo>
                      <a:lnTo>
                        <a:pt x="2589" y="2547"/>
                      </a:lnTo>
                      <a:lnTo>
                        <a:pt x="2621" y="2550"/>
                      </a:lnTo>
                      <a:lnTo>
                        <a:pt x="2636" y="2551"/>
                      </a:lnTo>
                      <a:lnTo>
                        <a:pt x="2646" y="2552"/>
                      </a:lnTo>
                      <a:lnTo>
                        <a:pt x="2655" y="2555"/>
                      </a:lnTo>
                      <a:lnTo>
                        <a:pt x="2660" y="2558"/>
                      </a:lnTo>
                      <a:lnTo>
                        <a:pt x="2659" y="2885"/>
                      </a:lnTo>
                      <a:lnTo>
                        <a:pt x="2776" y="2882"/>
                      </a:lnTo>
                      <a:lnTo>
                        <a:pt x="2773" y="2436"/>
                      </a:lnTo>
                      <a:lnTo>
                        <a:pt x="1719" y="2437"/>
                      </a:lnTo>
                      <a:lnTo>
                        <a:pt x="1720" y="2214"/>
                      </a:lnTo>
                      <a:lnTo>
                        <a:pt x="1445" y="2216"/>
                      </a:lnTo>
                      <a:lnTo>
                        <a:pt x="1442" y="1769"/>
                      </a:lnTo>
                      <a:lnTo>
                        <a:pt x="1236" y="1771"/>
                      </a:lnTo>
                      <a:lnTo>
                        <a:pt x="1223" y="1762"/>
                      </a:lnTo>
                      <a:lnTo>
                        <a:pt x="1219" y="1758"/>
                      </a:lnTo>
                      <a:lnTo>
                        <a:pt x="1218" y="1751"/>
                      </a:lnTo>
                      <a:lnTo>
                        <a:pt x="1215" y="1732"/>
                      </a:lnTo>
                      <a:lnTo>
                        <a:pt x="1215" y="1721"/>
                      </a:lnTo>
                      <a:lnTo>
                        <a:pt x="1215" y="1702"/>
                      </a:lnTo>
                      <a:lnTo>
                        <a:pt x="1215" y="1683"/>
                      </a:lnTo>
                      <a:lnTo>
                        <a:pt x="1215" y="1670"/>
                      </a:lnTo>
                      <a:lnTo>
                        <a:pt x="1215" y="1641"/>
                      </a:lnTo>
                      <a:lnTo>
                        <a:pt x="1215" y="1613"/>
                      </a:lnTo>
                      <a:lnTo>
                        <a:pt x="1216" y="1584"/>
                      </a:lnTo>
                      <a:lnTo>
                        <a:pt x="1216" y="1556"/>
                      </a:lnTo>
                      <a:lnTo>
                        <a:pt x="1117" y="1553"/>
                      </a:lnTo>
                      <a:lnTo>
                        <a:pt x="1116" y="1745"/>
                      </a:lnTo>
                      <a:lnTo>
                        <a:pt x="1113" y="1763"/>
                      </a:lnTo>
                      <a:lnTo>
                        <a:pt x="1114" y="1768"/>
                      </a:lnTo>
                      <a:lnTo>
                        <a:pt x="1110" y="1768"/>
                      </a:lnTo>
                      <a:lnTo>
                        <a:pt x="1096" y="1774"/>
                      </a:lnTo>
                      <a:lnTo>
                        <a:pt x="1001" y="1771"/>
                      </a:lnTo>
                      <a:lnTo>
                        <a:pt x="998" y="1327"/>
                      </a:lnTo>
                      <a:lnTo>
                        <a:pt x="882" y="1327"/>
                      </a:lnTo>
                      <a:lnTo>
                        <a:pt x="884" y="1773"/>
                      </a:lnTo>
                      <a:lnTo>
                        <a:pt x="830" y="1774"/>
                      </a:lnTo>
                      <a:lnTo>
                        <a:pt x="790" y="1776"/>
                      </a:lnTo>
                      <a:lnTo>
                        <a:pt x="781" y="1774"/>
                      </a:lnTo>
                      <a:lnTo>
                        <a:pt x="772" y="1773"/>
                      </a:lnTo>
                      <a:lnTo>
                        <a:pt x="764" y="1771"/>
                      </a:lnTo>
                      <a:lnTo>
                        <a:pt x="755" y="1768"/>
                      </a:lnTo>
                      <a:lnTo>
                        <a:pt x="747" y="1764"/>
                      </a:lnTo>
                      <a:lnTo>
                        <a:pt x="738" y="1759"/>
                      </a:lnTo>
                      <a:lnTo>
                        <a:pt x="729" y="1752"/>
                      </a:lnTo>
                      <a:lnTo>
                        <a:pt x="720" y="1745"/>
                      </a:lnTo>
                      <a:lnTo>
                        <a:pt x="684" y="1712"/>
                      </a:lnTo>
                      <a:lnTo>
                        <a:pt x="653" y="1684"/>
                      </a:lnTo>
                      <a:lnTo>
                        <a:pt x="627" y="1658"/>
                      </a:lnTo>
                      <a:lnTo>
                        <a:pt x="605" y="1635"/>
                      </a:lnTo>
                      <a:lnTo>
                        <a:pt x="589" y="1613"/>
                      </a:lnTo>
                      <a:lnTo>
                        <a:pt x="576" y="1594"/>
                      </a:lnTo>
                      <a:lnTo>
                        <a:pt x="569" y="1583"/>
                      </a:lnTo>
                      <a:lnTo>
                        <a:pt x="565" y="1573"/>
                      </a:lnTo>
                      <a:lnTo>
                        <a:pt x="561" y="1562"/>
                      </a:lnTo>
                      <a:lnTo>
                        <a:pt x="558" y="1552"/>
                      </a:lnTo>
                      <a:lnTo>
                        <a:pt x="554" y="1530"/>
                      </a:lnTo>
                      <a:lnTo>
                        <a:pt x="551" y="1507"/>
                      </a:lnTo>
                      <a:lnTo>
                        <a:pt x="550" y="1481"/>
                      </a:lnTo>
                      <a:lnTo>
                        <a:pt x="550" y="1451"/>
                      </a:lnTo>
                      <a:lnTo>
                        <a:pt x="552" y="1380"/>
                      </a:lnTo>
                      <a:lnTo>
                        <a:pt x="554" y="1287"/>
                      </a:lnTo>
                      <a:lnTo>
                        <a:pt x="554" y="1184"/>
                      </a:lnTo>
                      <a:lnTo>
                        <a:pt x="552" y="1078"/>
                      </a:lnTo>
                      <a:lnTo>
                        <a:pt x="551" y="969"/>
                      </a:lnTo>
                      <a:lnTo>
                        <a:pt x="549" y="861"/>
                      </a:lnTo>
                      <a:lnTo>
                        <a:pt x="549" y="752"/>
                      </a:lnTo>
                      <a:lnTo>
                        <a:pt x="550" y="645"/>
                      </a:lnTo>
                      <a:lnTo>
                        <a:pt x="551" y="592"/>
                      </a:lnTo>
                      <a:lnTo>
                        <a:pt x="552" y="540"/>
                      </a:lnTo>
                      <a:lnTo>
                        <a:pt x="555" y="489"/>
                      </a:lnTo>
                      <a:lnTo>
                        <a:pt x="558" y="438"/>
                      </a:lnTo>
                      <a:lnTo>
                        <a:pt x="0" y="442"/>
                      </a:lnTo>
                      <a:lnTo>
                        <a:pt x="0" y="2328"/>
                      </a:lnTo>
                      <a:close/>
                    </a:path>
                  </a:pathLst>
                </a:custGeom>
                <a:solidFill>
                  <a:schemeClr val="tx1"/>
                </a:solidFill>
                <a:ln>
                  <a:noFill/>
                </a:ln>
              </p:spPr>
              <p:txBody>
                <a:bodyPr vert="horz" wrap="square" lIns="182901" tIns="91451" rIns="182901" bIns="91451" numCol="1" anchor="t" anchorCtr="0" compatLnSpc="1"/>
                <a:lstStyle/>
                <a:p>
                  <a:pPr defTabSz="914377">
                    <a:defRPr/>
                  </a:pPr>
                  <a:endParaRPr lang="en-US" sz="9600">
                    <a:latin typeface="Avenir Next LT Pro" panose="020B0504020202020204"/>
                  </a:endParaRPr>
                </a:p>
              </p:txBody>
            </p:sp>
          </p:grpSp>
        </p:grpSp>
      </p:grpSp>
      <p:sp>
        <p:nvSpPr>
          <p:cNvPr id="279" name="TextBox 4">
            <a:extLst>
              <a:ext uri="{FF2B5EF4-FFF2-40B4-BE49-F238E27FC236}">
                <a16:creationId xmlns:a16="http://schemas.microsoft.com/office/drawing/2014/main" id="{6FA1BBE0-3035-71CD-B679-6FBED445F45B}"/>
              </a:ext>
            </a:extLst>
          </p:cNvPr>
          <p:cNvSpPr txBox="1"/>
          <p:nvPr/>
        </p:nvSpPr>
        <p:spPr>
          <a:xfrm>
            <a:off x="6267451" y="5469064"/>
            <a:ext cx="984479" cy="230832"/>
          </a:xfrm>
          <a:prstGeom prst="rect">
            <a:avLst/>
          </a:prstGeom>
          <a:noFill/>
        </p:spPr>
        <p:txBody>
          <a:bodyPr wrap="square">
            <a:spAutoFit/>
          </a:bodyPr>
          <a:lstStyle/>
          <a:p>
            <a:pPr defTabSz="914377">
              <a:defRPr/>
            </a:pPr>
            <a:r>
              <a:rPr lang="en-US" sz="900" b="1">
                <a:latin typeface="Century Gothic" panose="020B0502020202020204" pitchFamily="34" charset="0"/>
                <a:cs typeface="Century Gothic" panose="020B0502020202020204" pitchFamily="34" charset="0"/>
              </a:rPr>
              <a:t>INDUSTRIES</a:t>
            </a:r>
          </a:p>
        </p:txBody>
      </p:sp>
      <p:sp>
        <p:nvSpPr>
          <p:cNvPr id="301" name="TextBox 29">
            <a:extLst>
              <a:ext uri="{FF2B5EF4-FFF2-40B4-BE49-F238E27FC236}">
                <a16:creationId xmlns:a16="http://schemas.microsoft.com/office/drawing/2014/main" id="{A498956B-9160-C7CF-FE6C-51AEAD6DE421}"/>
              </a:ext>
            </a:extLst>
          </p:cNvPr>
          <p:cNvSpPr txBox="1"/>
          <p:nvPr userDrawn="1"/>
        </p:nvSpPr>
        <p:spPr>
          <a:xfrm>
            <a:off x="261835" y="6510374"/>
            <a:ext cx="3144375" cy="200055"/>
          </a:xfrm>
          <a:prstGeom prst="rect">
            <a:avLst/>
          </a:prstGeom>
          <a:noFill/>
        </p:spPr>
        <p:txBody>
          <a:bodyPr wrap="square" rtlCol="0">
            <a:spAutoFit/>
          </a:bodyPr>
          <a:lstStyle>
            <a:defPPr marR="0" lvl="0" algn="l" rtl="0">
              <a:lnSpc>
                <a:spcPct val="100000"/>
              </a:lnSpc>
              <a:spcBef>
                <a:spcPts val="0"/>
              </a:spcBef>
              <a:spcAft>
                <a:spcPts val="0"/>
              </a:spcAft>
            </a:defPPr>
            <a:lvl1pPr>
              <a:defRPr sz="700">
                <a:solidFill>
                  <a:schemeClr val="bg1"/>
                </a:solidFill>
                <a:effectLst/>
                <a:latin typeface="Verdana" panose="020B0604030504040204" pitchFamily="34" charset="0"/>
                <a:ea typeface="Verdana" panose="020B0604030504040204" pitchFamily="34" charset="0"/>
              </a:defRPr>
            </a:lvl1pPr>
          </a:lstStyle>
          <a:p>
            <a:pPr lvl="0"/>
            <a:r>
              <a:rPr lang="en-US" b="1"/>
              <a:t>Copyright © 2025 Ascendion. All rights reserved</a:t>
            </a:r>
          </a:p>
        </p:txBody>
      </p:sp>
      <p:grpSp>
        <p:nvGrpSpPr>
          <p:cNvPr id="340" name="Group 339">
            <a:extLst>
              <a:ext uri="{FF2B5EF4-FFF2-40B4-BE49-F238E27FC236}">
                <a16:creationId xmlns:a16="http://schemas.microsoft.com/office/drawing/2014/main" id="{CCDA3E5F-68A6-985A-B745-4FBAF90806C8}"/>
              </a:ext>
            </a:extLst>
          </p:cNvPr>
          <p:cNvGrpSpPr/>
          <p:nvPr/>
        </p:nvGrpSpPr>
        <p:grpSpPr>
          <a:xfrm>
            <a:off x="7406731" y="752172"/>
            <a:ext cx="4356872" cy="2686685"/>
            <a:chOff x="11902" y="1064"/>
            <a:chExt cx="6861" cy="4231"/>
          </a:xfrm>
        </p:grpSpPr>
        <p:pic>
          <p:nvPicPr>
            <p:cNvPr id="338" name="Picture 337" descr="dsfsd">
              <a:extLst>
                <a:ext uri="{FF2B5EF4-FFF2-40B4-BE49-F238E27FC236}">
                  <a16:creationId xmlns:a16="http://schemas.microsoft.com/office/drawing/2014/main" id="{B680CB33-59AE-E902-4651-8FCA6153D8B4}"/>
                </a:ext>
              </a:extLst>
            </p:cNvPr>
            <p:cNvPicPr>
              <a:picLocks noChangeAspect="1"/>
            </p:cNvPicPr>
            <p:nvPr/>
          </p:nvPicPr>
          <p:blipFill>
            <a:blip r:embed="rId5"/>
            <a:stretch>
              <a:fillRect/>
            </a:stretch>
          </p:blipFill>
          <p:spPr>
            <a:xfrm>
              <a:off x="11902" y="1064"/>
              <a:ext cx="6204" cy="3501"/>
            </a:xfrm>
            <a:prstGeom prst="rect">
              <a:avLst/>
            </a:prstGeom>
          </p:spPr>
        </p:pic>
        <p:grpSp>
          <p:nvGrpSpPr>
            <p:cNvPr id="331" name="Group 330">
              <a:extLst>
                <a:ext uri="{FF2B5EF4-FFF2-40B4-BE49-F238E27FC236}">
                  <a16:creationId xmlns:a16="http://schemas.microsoft.com/office/drawing/2014/main" id="{2B999840-592F-2BC0-337C-3541FE4513D1}"/>
                </a:ext>
              </a:extLst>
            </p:cNvPr>
            <p:cNvGrpSpPr/>
            <p:nvPr/>
          </p:nvGrpSpPr>
          <p:grpSpPr>
            <a:xfrm>
              <a:off x="11902" y="1737"/>
              <a:ext cx="6861" cy="2980"/>
              <a:chOff x="11902" y="1365"/>
              <a:chExt cx="6861" cy="2980"/>
            </a:xfrm>
          </p:grpSpPr>
          <p:grpSp>
            <p:nvGrpSpPr>
              <p:cNvPr id="307" name="Group 306">
                <a:extLst>
                  <a:ext uri="{FF2B5EF4-FFF2-40B4-BE49-F238E27FC236}">
                    <a16:creationId xmlns:a16="http://schemas.microsoft.com/office/drawing/2014/main" id="{2C23B8BD-7356-EEBE-710A-08F95A8BBB23}"/>
                  </a:ext>
                </a:extLst>
              </p:cNvPr>
              <p:cNvGrpSpPr/>
              <p:nvPr/>
            </p:nvGrpSpPr>
            <p:grpSpPr>
              <a:xfrm>
                <a:off x="11902" y="1365"/>
                <a:ext cx="6861" cy="2980"/>
                <a:chOff x="7240733" y="3467774"/>
                <a:chExt cx="4944511" cy="2147979"/>
              </a:xfrm>
            </p:grpSpPr>
            <p:sp>
              <p:nvSpPr>
                <p:cNvPr id="319" name="TextBox 153">
                  <a:extLst>
                    <a:ext uri="{FF2B5EF4-FFF2-40B4-BE49-F238E27FC236}">
                      <a16:creationId xmlns:a16="http://schemas.microsoft.com/office/drawing/2014/main" id="{AA6EB433-5314-DD61-0C7F-2487191E2239}"/>
                    </a:ext>
                  </a:extLst>
                </p:cNvPr>
                <p:cNvSpPr txBox="1"/>
                <p:nvPr/>
              </p:nvSpPr>
              <p:spPr>
                <a:xfrm>
                  <a:off x="9374503" y="3607846"/>
                  <a:ext cx="565137" cy="227131"/>
                </a:xfrm>
                <a:prstGeom prst="rect">
                  <a:avLst/>
                </a:prstGeom>
                <a:noFill/>
              </p:spPr>
              <p:txBody>
                <a:bodyPr wrap="square">
                  <a:spAutoFit/>
                </a:bodyPr>
                <a:lstStyle/>
                <a:p>
                  <a:pPr algn="r" defTabSz="914377">
                    <a:defRPr/>
                  </a:pPr>
                  <a:r>
                    <a:rPr lang="en-US" sz="700" b="1" dirty="0">
                      <a:latin typeface="Century Gothic" panose="020B0502020202020204" pitchFamily="34" charset="0"/>
                      <a:cs typeface="Century Gothic" panose="020B0502020202020204" pitchFamily="34" charset="0"/>
                    </a:rPr>
                    <a:t>Poland</a:t>
                  </a:r>
                </a:p>
              </p:txBody>
            </p:sp>
            <p:sp>
              <p:nvSpPr>
                <p:cNvPr id="309" name="Oval 308">
                  <a:extLst>
                    <a:ext uri="{FF2B5EF4-FFF2-40B4-BE49-F238E27FC236}">
                      <a16:creationId xmlns:a16="http://schemas.microsoft.com/office/drawing/2014/main" id="{09AFA0C5-5F11-FD38-F222-C849AB4B447C}"/>
                    </a:ext>
                  </a:extLst>
                </p:cNvPr>
                <p:cNvSpPr/>
                <p:nvPr/>
              </p:nvSpPr>
              <p:spPr>
                <a:xfrm>
                  <a:off x="8297449" y="4686826"/>
                  <a:ext cx="150753" cy="150753"/>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defRPr/>
                  </a:pPr>
                  <a:endParaRPr lang="en-US">
                    <a:solidFill>
                      <a:srgbClr val="FFFFFF"/>
                    </a:solidFill>
                    <a:latin typeface="Avenir Book" panose="02000503020000020003" pitchFamily="2" charset="0"/>
                  </a:endParaRPr>
                </a:p>
              </p:txBody>
            </p:sp>
            <p:sp>
              <p:nvSpPr>
                <p:cNvPr id="310" name="Oval 309">
                  <a:extLst>
                    <a:ext uri="{FF2B5EF4-FFF2-40B4-BE49-F238E27FC236}">
                      <a16:creationId xmlns:a16="http://schemas.microsoft.com/office/drawing/2014/main" id="{671220F1-5BF7-A233-F6BE-31945CE9BB9E}"/>
                    </a:ext>
                  </a:extLst>
                </p:cNvPr>
                <p:cNvSpPr/>
                <p:nvPr/>
              </p:nvSpPr>
              <p:spPr>
                <a:xfrm>
                  <a:off x="7595992" y="4047999"/>
                  <a:ext cx="150753" cy="150753"/>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defRPr/>
                  </a:pPr>
                  <a:endParaRPr lang="en-US">
                    <a:solidFill>
                      <a:srgbClr val="FFFFFF"/>
                    </a:solidFill>
                    <a:latin typeface="Avenir Book" panose="02000503020000020003" pitchFamily="2" charset="0"/>
                  </a:endParaRPr>
                </a:p>
              </p:txBody>
            </p:sp>
            <p:sp>
              <p:nvSpPr>
                <p:cNvPr id="311" name="Oval 310">
                  <a:extLst>
                    <a:ext uri="{FF2B5EF4-FFF2-40B4-BE49-F238E27FC236}">
                      <a16:creationId xmlns:a16="http://schemas.microsoft.com/office/drawing/2014/main" id="{28E6AC88-6A82-22D3-CBF8-0CAB19AAF502}"/>
                    </a:ext>
                  </a:extLst>
                </p:cNvPr>
                <p:cNvSpPr/>
                <p:nvPr/>
              </p:nvSpPr>
              <p:spPr>
                <a:xfrm>
                  <a:off x="7733778" y="3747374"/>
                  <a:ext cx="150753" cy="150753"/>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defRPr/>
                  </a:pPr>
                  <a:endParaRPr lang="en-US">
                    <a:solidFill>
                      <a:srgbClr val="FFFFFF"/>
                    </a:solidFill>
                    <a:latin typeface="Avenir Book" panose="02000503020000020003" pitchFamily="2" charset="0"/>
                  </a:endParaRPr>
                </a:p>
              </p:txBody>
            </p:sp>
            <p:sp>
              <p:nvSpPr>
                <p:cNvPr id="312" name="Oval 311">
                  <a:extLst>
                    <a:ext uri="{FF2B5EF4-FFF2-40B4-BE49-F238E27FC236}">
                      <a16:creationId xmlns:a16="http://schemas.microsoft.com/office/drawing/2014/main" id="{087C1F48-0C7D-8034-5F6A-BE451EFF9F17}"/>
                    </a:ext>
                  </a:extLst>
                </p:cNvPr>
                <p:cNvSpPr/>
                <p:nvPr/>
              </p:nvSpPr>
              <p:spPr>
                <a:xfrm>
                  <a:off x="9023959" y="3521906"/>
                  <a:ext cx="150753" cy="150753"/>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defRPr/>
                  </a:pPr>
                  <a:endParaRPr lang="en-US">
                    <a:solidFill>
                      <a:srgbClr val="FFFFFF"/>
                    </a:solidFill>
                    <a:latin typeface="Avenir Book" panose="02000503020000020003" pitchFamily="2" charset="0"/>
                  </a:endParaRPr>
                </a:p>
              </p:txBody>
            </p:sp>
            <p:sp>
              <p:nvSpPr>
                <p:cNvPr id="313" name="Oval 312">
                  <a:extLst>
                    <a:ext uri="{FF2B5EF4-FFF2-40B4-BE49-F238E27FC236}">
                      <a16:creationId xmlns:a16="http://schemas.microsoft.com/office/drawing/2014/main" id="{2AEDEB1D-1028-8542-362C-8AB8B54A7B61}"/>
                    </a:ext>
                  </a:extLst>
                </p:cNvPr>
                <p:cNvSpPr/>
                <p:nvPr/>
              </p:nvSpPr>
              <p:spPr>
                <a:xfrm>
                  <a:off x="9400873" y="3467774"/>
                  <a:ext cx="150752" cy="150753"/>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defRPr/>
                  </a:pPr>
                  <a:endParaRPr lang="en-US">
                    <a:solidFill>
                      <a:srgbClr val="FFFFFF"/>
                    </a:solidFill>
                    <a:latin typeface="Avenir Book" panose="02000503020000020003" pitchFamily="2" charset="0"/>
                  </a:endParaRPr>
                </a:p>
              </p:txBody>
            </p:sp>
            <p:sp>
              <p:nvSpPr>
                <p:cNvPr id="314" name="Oval 313">
                  <a:extLst>
                    <a:ext uri="{FF2B5EF4-FFF2-40B4-BE49-F238E27FC236}">
                      <a16:creationId xmlns:a16="http://schemas.microsoft.com/office/drawing/2014/main" id="{65AFE0D5-DDEA-6158-78E0-D72352C06E6E}"/>
                    </a:ext>
                  </a:extLst>
                </p:cNvPr>
                <p:cNvSpPr/>
                <p:nvPr/>
              </p:nvSpPr>
              <p:spPr>
                <a:xfrm>
                  <a:off x="10802655" y="4411254"/>
                  <a:ext cx="150753" cy="150753"/>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defRPr/>
                  </a:pPr>
                  <a:endParaRPr lang="en-US">
                    <a:solidFill>
                      <a:srgbClr val="FFFFFF"/>
                    </a:solidFill>
                    <a:latin typeface="Avenir Book" panose="02000503020000020003" pitchFamily="2" charset="0"/>
                  </a:endParaRPr>
                </a:p>
              </p:txBody>
            </p:sp>
            <p:sp>
              <p:nvSpPr>
                <p:cNvPr id="315" name="Oval 314">
                  <a:extLst>
                    <a:ext uri="{FF2B5EF4-FFF2-40B4-BE49-F238E27FC236}">
                      <a16:creationId xmlns:a16="http://schemas.microsoft.com/office/drawing/2014/main" id="{F183831B-03B4-26CC-33CB-4D468E7D67DD}"/>
                    </a:ext>
                  </a:extLst>
                </p:cNvPr>
                <p:cNvSpPr/>
                <p:nvPr/>
              </p:nvSpPr>
              <p:spPr>
                <a:xfrm>
                  <a:off x="10201405" y="4123155"/>
                  <a:ext cx="150753" cy="150753"/>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defRPr/>
                  </a:pPr>
                  <a:endParaRPr lang="en-US">
                    <a:solidFill>
                      <a:srgbClr val="FFFFFF"/>
                    </a:solidFill>
                    <a:latin typeface="Avenir Book" panose="02000503020000020003" pitchFamily="2" charset="0"/>
                  </a:endParaRPr>
                </a:p>
              </p:txBody>
            </p:sp>
            <p:sp>
              <p:nvSpPr>
                <p:cNvPr id="316" name="TextBox 150">
                  <a:extLst>
                    <a:ext uri="{FF2B5EF4-FFF2-40B4-BE49-F238E27FC236}">
                      <a16:creationId xmlns:a16="http://schemas.microsoft.com/office/drawing/2014/main" id="{A7C5D8FB-B57D-3672-A467-2465D71D0071}"/>
                    </a:ext>
                  </a:extLst>
                </p:cNvPr>
                <p:cNvSpPr txBox="1"/>
                <p:nvPr/>
              </p:nvSpPr>
              <p:spPr>
                <a:xfrm>
                  <a:off x="7873933" y="3698652"/>
                  <a:ext cx="1123487" cy="227132"/>
                </a:xfrm>
                <a:prstGeom prst="rect">
                  <a:avLst/>
                </a:prstGeom>
                <a:noFill/>
              </p:spPr>
              <p:txBody>
                <a:bodyPr wrap="square">
                  <a:spAutoFit/>
                </a:bodyPr>
                <a:lstStyle/>
                <a:p>
                  <a:pPr defTabSz="914377">
                    <a:defRPr/>
                  </a:pPr>
                  <a:r>
                    <a:rPr lang="en-US" sz="700" b="1">
                      <a:latin typeface="Century Gothic" panose="020B0502020202020204" pitchFamily="34" charset="0"/>
                      <a:cs typeface="Century Gothic" panose="020B0502020202020204" pitchFamily="34" charset="0"/>
                    </a:rPr>
                    <a:t>United States </a:t>
                  </a:r>
                </a:p>
              </p:txBody>
            </p:sp>
            <p:sp>
              <p:nvSpPr>
                <p:cNvPr id="317" name="TextBox 151">
                  <a:extLst>
                    <a:ext uri="{FF2B5EF4-FFF2-40B4-BE49-F238E27FC236}">
                      <a16:creationId xmlns:a16="http://schemas.microsoft.com/office/drawing/2014/main" id="{5DFC2995-6201-4B08-7D14-6BCC459D992C}"/>
                    </a:ext>
                  </a:extLst>
                </p:cNvPr>
                <p:cNvSpPr txBox="1"/>
                <p:nvPr/>
              </p:nvSpPr>
              <p:spPr>
                <a:xfrm>
                  <a:off x="10344621" y="4073541"/>
                  <a:ext cx="543224" cy="227132"/>
                </a:xfrm>
                <a:prstGeom prst="rect">
                  <a:avLst/>
                </a:prstGeom>
                <a:noFill/>
              </p:spPr>
              <p:txBody>
                <a:bodyPr wrap="square">
                  <a:spAutoFit/>
                </a:bodyPr>
                <a:lstStyle/>
                <a:p>
                  <a:pPr defTabSz="914377">
                    <a:defRPr/>
                  </a:pPr>
                  <a:r>
                    <a:rPr lang="en-US" sz="700" b="1">
                      <a:latin typeface="Century Gothic" panose="020B0502020202020204" pitchFamily="34" charset="0"/>
                      <a:cs typeface="Century Gothic" panose="020B0502020202020204" pitchFamily="34" charset="0"/>
                    </a:rPr>
                    <a:t>India</a:t>
                  </a:r>
                </a:p>
              </p:txBody>
            </p:sp>
            <p:sp>
              <p:nvSpPr>
                <p:cNvPr id="318" name="TextBox 152">
                  <a:extLst>
                    <a:ext uri="{FF2B5EF4-FFF2-40B4-BE49-F238E27FC236}">
                      <a16:creationId xmlns:a16="http://schemas.microsoft.com/office/drawing/2014/main" id="{4800A7D9-9A2B-5C93-8B8E-B29B1D78279F}"/>
                    </a:ext>
                  </a:extLst>
                </p:cNvPr>
                <p:cNvSpPr txBox="1"/>
                <p:nvPr/>
              </p:nvSpPr>
              <p:spPr>
                <a:xfrm>
                  <a:off x="7837344" y="4643517"/>
                  <a:ext cx="1123487" cy="227132"/>
                </a:xfrm>
                <a:prstGeom prst="rect">
                  <a:avLst/>
                </a:prstGeom>
                <a:noFill/>
              </p:spPr>
              <p:txBody>
                <a:bodyPr wrap="square">
                  <a:spAutoFit/>
                </a:bodyPr>
                <a:lstStyle/>
                <a:p>
                  <a:pPr algn="r" defTabSz="914377">
                    <a:defRPr/>
                  </a:pPr>
                  <a:r>
                    <a:rPr lang="en-US" sz="700" b="1">
                      <a:latin typeface="Century Gothic" panose="020B0502020202020204" pitchFamily="34" charset="0"/>
                      <a:cs typeface="Century Gothic" panose="020B0502020202020204" pitchFamily="34" charset="0"/>
                    </a:rPr>
                    <a:t>Brazil</a:t>
                  </a:r>
                </a:p>
              </p:txBody>
            </p:sp>
            <p:sp>
              <p:nvSpPr>
                <p:cNvPr id="320" name="TextBox 154">
                  <a:extLst>
                    <a:ext uri="{FF2B5EF4-FFF2-40B4-BE49-F238E27FC236}">
                      <a16:creationId xmlns:a16="http://schemas.microsoft.com/office/drawing/2014/main" id="{A2193BD7-0955-A3CE-01A1-4ACAD67B7881}"/>
                    </a:ext>
                  </a:extLst>
                </p:cNvPr>
                <p:cNvSpPr txBox="1"/>
                <p:nvPr/>
              </p:nvSpPr>
              <p:spPr>
                <a:xfrm>
                  <a:off x="10942144" y="4355826"/>
                  <a:ext cx="1123484" cy="227132"/>
                </a:xfrm>
                <a:prstGeom prst="rect">
                  <a:avLst/>
                </a:prstGeom>
                <a:noFill/>
              </p:spPr>
              <p:txBody>
                <a:bodyPr wrap="square">
                  <a:spAutoFit/>
                </a:bodyPr>
                <a:lstStyle/>
                <a:p>
                  <a:pPr defTabSz="914377">
                    <a:defRPr/>
                  </a:pPr>
                  <a:r>
                    <a:rPr lang="en-US" sz="700" b="1">
                      <a:latin typeface="Century Gothic" panose="020B0502020202020204" pitchFamily="34" charset="0"/>
                      <a:cs typeface="Century Gothic" panose="020B0502020202020204" pitchFamily="34" charset="0"/>
                    </a:rPr>
                    <a:t>Philippines</a:t>
                  </a:r>
                </a:p>
              </p:txBody>
            </p:sp>
            <p:sp>
              <p:nvSpPr>
                <p:cNvPr id="321" name="TextBox 155">
                  <a:extLst>
                    <a:ext uri="{FF2B5EF4-FFF2-40B4-BE49-F238E27FC236}">
                      <a16:creationId xmlns:a16="http://schemas.microsoft.com/office/drawing/2014/main" id="{2BAB9EF7-8C03-8998-C7F7-95F418F7EE5E}"/>
                    </a:ext>
                  </a:extLst>
                </p:cNvPr>
                <p:cNvSpPr txBox="1"/>
                <p:nvPr/>
              </p:nvSpPr>
              <p:spPr>
                <a:xfrm>
                  <a:off x="7240733" y="4010239"/>
                  <a:ext cx="1123487" cy="227132"/>
                </a:xfrm>
                <a:prstGeom prst="rect">
                  <a:avLst/>
                </a:prstGeom>
                <a:noFill/>
              </p:spPr>
              <p:txBody>
                <a:bodyPr wrap="square">
                  <a:spAutoFit/>
                </a:bodyPr>
                <a:lstStyle/>
                <a:p>
                  <a:pPr algn="r" defTabSz="914377">
                    <a:defRPr/>
                  </a:pPr>
                  <a:r>
                    <a:rPr lang="en-US" sz="700" b="1">
                      <a:latin typeface="Century Gothic" panose="020B0502020202020204" pitchFamily="34" charset="0"/>
                      <a:cs typeface="Century Gothic" panose="020B0502020202020204" pitchFamily="34" charset="0"/>
                    </a:rPr>
                    <a:t>Mexico</a:t>
                  </a:r>
                </a:p>
              </p:txBody>
            </p:sp>
            <p:sp>
              <p:nvSpPr>
                <p:cNvPr id="322" name="TextBox 156">
                  <a:extLst>
                    <a:ext uri="{FF2B5EF4-FFF2-40B4-BE49-F238E27FC236}">
                      <a16:creationId xmlns:a16="http://schemas.microsoft.com/office/drawing/2014/main" id="{BADEDD7B-9FEF-C85C-D3E5-2B51E2204092}"/>
                    </a:ext>
                  </a:extLst>
                </p:cNvPr>
                <p:cNvSpPr txBox="1"/>
                <p:nvPr/>
              </p:nvSpPr>
              <p:spPr>
                <a:xfrm>
                  <a:off x="7249338" y="5110907"/>
                  <a:ext cx="1123487" cy="227132"/>
                </a:xfrm>
                <a:prstGeom prst="rect">
                  <a:avLst/>
                </a:prstGeom>
                <a:noFill/>
              </p:spPr>
              <p:txBody>
                <a:bodyPr wrap="square">
                  <a:spAutoFit/>
                </a:bodyPr>
                <a:lstStyle/>
                <a:p>
                  <a:pPr defTabSz="914377">
                    <a:defRPr/>
                  </a:pPr>
                  <a:r>
                    <a:rPr lang="en-US" sz="700" b="1">
                      <a:solidFill>
                        <a:srgbClr val="6666CC"/>
                      </a:solidFill>
                      <a:latin typeface="Century Gothic" panose="020B0502020202020204" pitchFamily="34" charset="0"/>
                      <a:cs typeface="Century Gothic" panose="020B0502020202020204" pitchFamily="34" charset="0"/>
                    </a:rPr>
                    <a:t>Austin, US</a:t>
                  </a:r>
                </a:p>
              </p:txBody>
            </p:sp>
            <p:sp>
              <p:nvSpPr>
                <p:cNvPr id="323" name="TextBox 157">
                  <a:extLst>
                    <a:ext uri="{FF2B5EF4-FFF2-40B4-BE49-F238E27FC236}">
                      <a16:creationId xmlns:a16="http://schemas.microsoft.com/office/drawing/2014/main" id="{4E74886A-134A-8E9A-9D21-70FCB2AFE2A2}"/>
                    </a:ext>
                  </a:extLst>
                </p:cNvPr>
                <p:cNvSpPr txBox="1"/>
                <p:nvPr/>
              </p:nvSpPr>
              <p:spPr>
                <a:xfrm>
                  <a:off x="7907827" y="3476151"/>
                  <a:ext cx="1123487" cy="227132"/>
                </a:xfrm>
                <a:prstGeom prst="rect">
                  <a:avLst/>
                </a:prstGeom>
                <a:noFill/>
              </p:spPr>
              <p:txBody>
                <a:bodyPr wrap="square">
                  <a:spAutoFit/>
                </a:bodyPr>
                <a:lstStyle/>
                <a:p>
                  <a:pPr algn="r" defTabSz="914377">
                    <a:defRPr/>
                  </a:pPr>
                  <a:r>
                    <a:rPr lang="en-US" sz="700" b="1">
                      <a:latin typeface="Century Gothic" panose="020B0502020202020204" pitchFamily="34" charset="0"/>
                      <a:cs typeface="Century Gothic" panose="020B0502020202020204" pitchFamily="34" charset="0"/>
                    </a:rPr>
                    <a:t>UK</a:t>
                  </a:r>
                </a:p>
              </p:txBody>
            </p:sp>
            <p:sp>
              <p:nvSpPr>
                <p:cNvPr id="324" name="TextBox 158">
                  <a:extLst>
                    <a:ext uri="{FF2B5EF4-FFF2-40B4-BE49-F238E27FC236}">
                      <a16:creationId xmlns:a16="http://schemas.microsoft.com/office/drawing/2014/main" id="{FB9985F7-1EB2-E813-2041-C32FE04B258A}"/>
                    </a:ext>
                  </a:extLst>
                </p:cNvPr>
                <p:cNvSpPr txBox="1"/>
                <p:nvPr/>
              </p:nvSpPr>
              <p:spPr>
                <a:xfrm>
                  <a:off x="9751592" y="4936385"/>
                  <a:ext cx="805525" cy="349434"/>
                </a:xfrm>
                <a:prstGeom prst="rect">
                  <a:avLst/>
                </a:prstGeom>
                <a:noFill/>
              </p:spPr>
              <p:txBody>
                <a:bodyPr wrap="square">
                  <a:spAutoFit/>
                </a:bodyPr>
                <a:lstStyle/>
                <a:p>
                  <a:pPr defTabSz="914377">
                    <a:defRPr/>
                  </a:pPr>
                  <a:r>
                    <a:rPr lang="en-US" sz="700" b="1">
                      <a:solidFill>
                        <a:srgbClr val="6666CC"/>
                      </a:solidFill>
                      <a:latin typeface="Century Gothic" panose="020B0502020202020204" pitchFamily="34" charset="0"/>
                      <a:cs typeface="Century Gothic" panose="020B0502020202020204" pitchFamily="34" charset="0"/>
                    </a:rPr>
                    <a:t>Hyderabad, IND</a:t>
                  </a:r>
                </a:p>
              </p:txBody>
            </p:sp>
            <p:sp>
              <p:nvSpPr>
                <p:cNvPr id="325" name="TextBox 159">
                  <a:extLst>
                    <a:ext uri="{FF2B5EF4-FFF2-40B4-BE49-F238E27FC236}">
                      <a16:creationId xmlns:a16="http://schemas.microsoft.com/office/drawing/2014/main" id="{2A9C66BC-6893-4408-FF44-A45B27336430}"/>
                    </a:ext>
                  </a:extLst>
                </p:cNvPr>
                <p:cNvSpPr txBox="1"/>
                <p:nvPr/>
              </p:nvSpPr>
              <p:spPr>
                <a:xfrm>
                  <a:off x="10196739" y="5388621"/>
                  <a:ext cx="1068232" cy="227132"/>
                </a:xfrm>
                <a:prstGeom prst="rect">
                  <a:avLst/>
                </a:prstGeom>
                <a:noFill/>
              </p:spPr>
              <p:txBody>
                <a:bodyPr wrap="square">
                  <a:spAutoFit/>
                </a:bodyPr>
                <a:lstStyle/>
                <a:p>
                  <a:pPr defTabSz="914377">
                    <a:defRPr/>
                  </a:pPr>
                  <a:r>
                    <a:rPr lang="en-US" sz="700" b="1">
                      <a:solidFill>
                        <a:srgbClr val="6666CC"/>
                      </a:solidFill>
                      <a:latin typeface="Century Gothic" panose="020B0502020202020204" pitchFamily="34" charset="0"/>
                      <a:cs typeface="Century Gothic" panose="020B0502020202020204" pitchFamily="34" charset="0"/>
                    </a:rPr>
                    <a:t>Chennai, IND</a:t>
                  </a:r>
                </a:p>
              </p:txBody>
            </p:sp>
            <p:cxnSp>
              <p:nvCxnSpPr>
                <p:cNvPr id="326" name="Elbow Connector 325">
                  <a:extLst>
                    <a:ext uri="{FF2B5EF4-FFF2-40B4-BE49-F238E27FC236}">
                      <a16:creationId xmlns:a16="http://schemas.microsoft.com/office/drawing/2014/main" id="{B2F92A1F-2B65-5EB4-39B2-263FFF874ABB}"/>
                    </a:ext>
                  </a:extLst>
                </p:cNvPr>
                <p:cNvCxnSpPr>
                  <a:cxnSpLocks/>
                  <a:stCxn id="317" idx="1"/>
                  <a:endCxn id="325" idx="0"/>
                </p:cNvCxnSpPr>
                <p:nvPr/>
              </p:nvCxnSpPr>
              <p:spPr>
                <a:xfrm rot="10800000" flipH="1" flipV="1">
                  <a:off x="10344620" y="4187107"/>
                  <a:ext cx="386234" cy="1201514"/>
                </a:xfrm>
                <a:prstGeom prst="bentConnector4">
                  <a:avLst>
                    <a:gd name="adj1" fmla="val 9051"/>
                    <a:gd name="adj2" fmla="val 54726"/>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27" name="Elbow Connector 326">
                  <a:extLst>
                    <a:ext uri="{FF2B5EF4-FFF2-40B4-BE49-F238E27FC236}">
                      <a16:creationId xmlns:a16="http://schemas.microsoft.com/office/drawing/2014/main" id="{C815BF0E-4FFA-C003-FB2E-81A9A664BE2A}"/>
                    </a:ext>
                  </a:extLst>
                </p:cNvPr>
                <p:cNvCxnSpPr/>
                <p:nvPr/>
              </p:nvCxnSpPr>
              <p:spPr>
                <a:xfrm rot="5400000">
                  <a:off x="9805954" y="4448250"/>
                  <a:ext cx="645143" cy="286798"/>
                </a:xfrm>
                <a:prstGeom prst="bentConnector3">
                  <a:avLst>
                    <a:gd name="adj1" fmla="val 50000"/>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28" name="Elbow Connector 327">
                  <a:extLst>
                    <a:ext uri="{FF2B5EF4-FFF2-40B4-BE49-F238E27FC236}">
                      <a16:creationId xmlns:a16="http://schemas.microsoft.com/office/drawing/2014/main" id="{3C94D7FC-2826-AD24-52C3-364F785F2CEC}"/>
                    </a:ext>
                  </a:extLst>
                </p:cNvPr>
                <p:cNvCxnSpPr/>
                <p:nvPr/>
              </p:nvCxnSpPr>
              <p:spPr>
                <a:xfrm rot="5400000">
                  <a:off x="7066360" y="4411966"/>
                  <a:ext cx="1155987" cy="260021"/>
                </a:xfrm>
                <a:prstGeom prst="bentConnector3">
                  <a:avLst>
                    <a:gd name="adj1" fmla="val 50000"/>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sp>
              <p:nvSpPr>
                <p:cNvPr id="329" name="TextBox 8">
                  <a:extLst>
                    <a:ext uri="{FF2B5EF4-FFF2-40B4-BE49-F238E27FC236}">
                      <a16:creationId xmlns:a16="http://schemas.microsoft.com/office/drawing/2014/main" id="{4336CC56-4A78-5150-A7C6-C23F56D164CD}"/>
                    </a:ext>
                  </a:extLst>
                </p:cNvPr>
                <p:cNvSpPr txBox="1"/>
                <p:nvPr/>
              </p:nvSpPr>
              <p:spPr>
                <a:xfrm>
                  <a:off x="11367886" y="5251499"/>
                  <a:ext cx="817358" cy="227116"/>
                </a:xfrm>
                <a:prstGeom prst="rect">
                  <a:avLst/>
                </a:prstGeom>
                <a:noFill/>
              </p:spPr>
              <p:txBody>
                <a:bodyPr wrap="square">
                  <a:spAutoFit/>
                </a:bodyPr>
                <a:lstStyle/>
                <a:p>
                  <a:pPr defTabSz="914377">
                    <a:defRPr/>
                  </a:pPr>
                  <a:r>
                    <a:rPr lang="en-US" sz="700" b="1">
                      <a:solidFill>
                        <a:srgbClr val="6666CC"/>
                      </a:solidFill>
                      <a:latin typeface="Century Gothic" panose="020B0502020202020204" pitchFamily="34" charset="0"/>
                      <a:cs typeface="Century Gothic" panose="020B0502020202020204" pitchFamily="34" charset="0"/>
                    </a:rPr>
                    <a:t>Manila, PH</a:t>
                  </a:r>
                </a:p>
              </p:txBody>
            </p:sp>
          </p:grpSp>
          <p:cxnSp>
            <p:nvCxnSpPr>
              <p:cNvPr id="330" name="Elbow Connector 161">
                <a:extLst>
                  <a:ext uri="{FF2B5EF4-FFF2-40B4-BE49-F238E27FC236}">
                    <a16:creationId xmlns:a16="http://schemas.microsoft.com/office/drawing/2014/main" id="{7EE742F0-136C-FE10-D91E-A41F69848D61}"/>
                  </a:ext>
                </a:extLst>
              </p:cNvPr>
              <p:cNvCxnSpPr>
                <a:cxnSpLocks/>
              </p:cNvCxnSpPr>
              <p:nvPr/>
            </p:nvCxnSpPr>
            <p:spPr>
              <a:xfrm rot="16200000" flipH="1">
                <a:off x="17062" y="2853"/>
                <a:ext cx="867" cy="784"/>
              </a:xfrm>
              <a:prstGeom prst="bentConnector3">
                <a:avLst>
                  <a:gd name="adj1" fmla="val 50000"/>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grpSp>
        <p:grpSp>
          <p:nvGrpSpPr>
            <p:cNvPr id="336" name="Group 335">
              <a:extLst>
                <a:ext uri="{FF2B5EF4-FFF2-40B4-BE49-F238E27FC236}">
                  <a16:creationId xmlns:a16="http://schemas.microsoft.com/office/drawing/2014/main" id="{A8AB7246-A05B-B18E-ECDC-A9821E33E853}"/>
                </a:ext>
              </a:extLst>
            </p:cNvPr>
            <p:cNvGrpSpPr/>
            <p:nvPr/>
          </p:nvGrpSpPr>
          <p:grpSpPr>
            <a:xfrm>
              <a:off x="12166" y="4869"/>
              <a:ext cx="6218" cy="426"/>
              <a:chOff x="12394" y="5073"/>
              <a:chExt cx="6218" cy="426"/>
            </a:xfrm>
          </p:grpSpPr>
          <p:sp>
            <p:nvSpPr>
              <p:cNvPr id="332" name="TextBox 115">
                <a:extLst>
                  <a:ext uri="{FF2B5EF4-FFF2-40B4-BE49-F238E27FC236}">
                    <a16:creationId xmlns:a16="http://schemas.microsoft.com/office/drawing/2014/main" id="{F1E9ABD4-8548-CC24-5A39-151FA6487C74}"/>
                  </a:ext>
                </a:extLst>
              </p:cNvPr>
              <p:cNvSpPr txBox="1"/>
              <p:nvPr/>
            </p:nvSpPr>
            <p:spPr>
              <a:xfrm>
                <a:off x="12626" y="5073"/>
                <a:ext cx="3249" cy="426"/>
              </a:xfrm>
              <a:prstGeom prst="rect">
                <a:avLst/>
              </a:prstGeom>
              <a:noFill/>
            </p:spPr>
            <p:txBody>
              <a:bodyPr wrap="square">
                <a:noAutofit/>
              </a:bodyPr>
              <a:lstStyle/>
              <a:p>
                <a:pPr defTabSz="914377">
                  <a:defRPr/>
                </a:pPr>
                <a:r>
                  <a:rPr lang="en-US" sz="900" b="1">
                    <a:latin typeface="Century Gothic" panose="020B0502020202020204" pitchFamily="34" charset="0"/>
                    <a:cs typeface="Century Gothic" panose="020B0502020202020204" pitchFamily="34" charset="0"/>
                  </a:rPr>
                  <a:t>Global Engineering Hubs</a:t>
                </a:r>
              </a:p>
            </p:txBody>
          </p:sp>
          <p:sp>
            <p:nvSpPr>
              <p:cNvPr id="333" name="TextBox 116">
                <a:extLst>
                  <a:ext uri="{FF2B5EF4-FFF2-40B4-BE49-F238E27FC236}">
                    <a16:creationId xmlns:a16="http://schemas.microsoft.com/office/drawing/2014/main" id="{8C322C8C-C481-9EF2-AE87-1414578D89F4}"/>
                  </a:ext>
                </a:extLst>
              </p:cNvPr>
              <p:cNvSpPr txBox="1"/>
              <p:nvPr/>
            </p:nvSpPr>
            <p:spPr>
              <a:xfrm>
                <a:off x="17128" y="5073"/>
                <a:ext cx="1484" cy="426"/>
              </a:xfrm>
              <a:prstGeom prst="rect">
                <a:avLst/>
              </a:prstGeom>
              <a:noFill/>
            </p:spPr>
            <p:txBody>
              <a:bodyPr wrap="square">
                <a:noAutofit/>
              </a:bodyPr>
              <a:lstStyle>
                <a:defPPr>
                  <a:defRPr lang="en-US"/>
                </a:defPPr>
                <a:lvl1pPr marR="0" indent="-1371600" fontAlgn="base">
                  <a:spcBef>
                    <a:spcPts val="600"/>
                  </a:spcBef>
                  <a:spcAft>
                    <a:spcPts val="0"/>
                  </a:spcAft>
                  <a:defRPr sz="1400"/>
                </a:lvl1pPr>
              </a:lstStyle>
              <a:p>
                <a:pPr indent="-1371566" defTabSz="914377">
                  <a:defRPr/>
                </a:pPr>
                <a:r>
                  <a:rPr lang="en-US" sz="900" b="1">
                    <a:latin typeface="Century Gothic" panose="020B0502020202020204" pitchFamily="34" charset="0"/>
                    <a:cs typeface="Century Gothic" panose="020B0502020202020204" pitchFamily="34" charset="0"/>
                  </a:rPr>
                  <a:t>AI Studios</a:t>
                </a:r>
              </a:p>
            </p:txBody>
          </p:sp>
          <p:sp>
            <p:nvSpPr>
              <p:cNvPr id="334" name="Oval 333">
                <a:extLst>
                  <a:ext uri="{FF2B5EF4-FFF2-40B4-BE49-F238E27FC236}">
                    <a16:creationId xmlns:a16="http://schemas.microsoft.com/office/drawing/2014/main" id="{31A89C03-FADC-0710-F2F3-9DAF0E9D90F5}"/>
                  </a:ext>
                </a:extLst>
              </p:cNvPr>
              <p:cNvSpPr/>
              <p:nvPr/>
            </p:nvSpPr>
            <p:spPr>
              <a:xfrm>
                <a:off x="12394" y="5150"/>
                <a:ext cx="272" cy="272"/>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defRPr/>
                </a:pPr>
                <a:endParaRPr lang="en-US">
                  <a:solidFill>
                    <a:srgbClr val="FFFFFF"/>
                  </a:solidFill>
                  <a:latin typeface="Avenir Book" panose="02000503020000020003" pitchFamily="2" charset="0"/>
                </a:endParaRPr>
              </a:p>
            </p:txBody>
          </p:sp>
          <p:sp>
            <p:nvSpPr>
              <p:cNvPr id="335" name="Oval 334">
                <a:extLst>
                  <a:ext uri="{FF2B5EF4-FFF2-40B4-BE49-F238E27FC236}">
                    <a16:creationId xmlns:a16="http://schemas.microsoft.com/office/drawing/2014/main" id="{0D305010-E8E0-4AB3-5BBD-D4C1F15E457F}"/>
                  </a:ext>
                </a:extLst>
              </p:cNvPr>
              <p:cNvSpPr/>
              <p:nvPr/>
            </p:nvSpPr>
            <p:spPr>
              <a:xfrm>
                <a:off x="16872" y="5150"/>
                <a:ext cx="272" cy="272"/>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defRPr/>
                </a:pPr>
                <a:endParaRPr lang="en-US">
                  <a:solidFill>
                    <a:srgbClr val="FFFFFF"/>
                  </a:solidFill>
                  <a:latin typeface="Avenir Book" panose="02000503020000020003" pitchFamily="2" charset="0"/>
                </a:endParaRPr>
              </a:p>
            </p:txBody>
          </p:sp>
        </p:grpSp>
      </p:grpSp>
      <p:sp>
        <p:nvSpPr>
          <p:cNvPr id="2" name="Oval 1">
            <a:extLst>
              <a:ext uri="{FF2B5EF4-FFF2-40B4-BE49-F238E27FC236}">
                <a16:creationId xmlns:a16="http://schemas.microsoft.com/office/drawing/2014/main" id="{46AFC244-9B9F-CA51-175C-4D71F251546E}"/>
              </a:ext>
            </a:extLst>
          </p:cNvPr>
          <p:cNvSpPr/>
          <p:nvPr/>
        </p:nvSpPr>
        <p:spPr>
          <a:xfrm>
            <a:off x="9154073" y="1179115"/>
            <a:ext cx="132836" cy="132809"/>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defRPr/>
            </a:pPr>
            <a:endParaRPr lang="en-US">
              <a:solidFill>
                <a:srgbClr val="FFFFFF"/>
              </a:solidFill>
              <a:latin typeface="Avenir Book" panose="02000503020000020003" pitchFamily="2" charset="0"/>
            </a:endParaRPr>
          </a:p>
        </p:txBody>
      </p:sp>
      <p:sp>
        <p:nvSpPr>
          <p:cNvPr id="3" name="TextBox 153">
            <a:extLst>
              <a:ext uri="{FF2B5EF4-FFF2-40B4-BE49-F238E27FC236}">
                <a16:creationId xmlns:a16="http://schemas.microsoft.com/office/drawing/2014/main" id="{EA10C499-C296-3FBD-12C1-67102F0506B3}"/>
              </a:ext>
            </a:extLst>
          </p:cNvPr>
          <p:cNvSpPr txBox="1"/>
          <p:nvPr/>
        </p:nvSpPr>
        <p:spPr>
          <a:xfrm>
            <a:off x="8791460" y="1342956"/>
            <a:ext cx="658323" cy="200055"/>
          </a:xfrm>
          <a:prstGeom prst="rect">
            <a:avLst/>
          </a:prstGeom>
          <a:noFill/>
        </p:spPr>
        <p:txBody>
          <a:bodyPr wrap="square">
            <a:spAutoFit/>
          </a:bodyPr>
          <a:lstStyle/>
          <a:p>
            <a:pPr algn="r" defTabSz="914377">
              <a:defRPr/>
            </a:pPr>
            <a:r>
              <a:rPr lang="en-US" sz="700" b="1" dirty="0">
                <a:latin typeface="Century Gothic" panose="020B0502020202020204" pitchFamily="34" charset="0"/>
                <a:cs typeface="Century Gothic" panose="020B0502020202020204" pitchFamily="34" charset="0"/>
              </a:rPr>
              <a:t>Germany</a:t>
            </a:r>
          </a:p>
        </p:txBody>
      </p:sp>
    </p:spTree>
    <p:extLst>
      <p:ext uri="{BB962C8B-B14F-4D97-AF65-F5344CB8AC3E}">
        <p14:creationId xmlns:p14="http://schemas.microsoft.com/office/powerpoint/2010/main" val="2264290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96">
          <a:extLst>
            <a:ext uri="{FF2B5EF4-FFF2-40B4-BE49-F238E27FC236}">
              <a16:creationId xmlns:a16="http://schemas.microsoft.com/office/drawing/2014/main" id="{DF3715AD-68B4-D5F0-3CEF-ABD24BAE155B}"/>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70EEAE0-7A63-22F5-A6C6-A98342DEDF63}"/>
              </a:ext>
            </a:extLst>
          </p:cNvPr>
          <p:cNvSpPr txBox="1">
            <a:spLocks/>
          </p:cNvSpPr>
          <p:nvPr/>
        </p:nvSpPr>
        <p:spPr>
          <a:xfrm>
            <a:off x="271846" y="129305"/>
            <a:ext cx="11120438" cy="712939"/>
          </a:xfrm>
          <a:prstGeom prst="rect">
            <a:avLst/>
          </a:prstGeom>
          <a:noFill/>
          <a:ln>
            <a:noFill/>
          </a:ln>
        </p:spPr>
        <p:txBody>
          <a:bodyPr spcFirstLastPara="1" vert="horz" wrap="square" lIns="91425" tIns="45700" rIns="91425" bIns="45700" rtlCol="0" anchor="ctr" anchorCtr="0">
            <a:normAutofit/>
          </a:bodyPr>
          <a:lstStyle>
            <a:lvl1pPr lvl="0" algn="l" defTabSz="914400" rtl="0" eaLnBrk="1" latinLnBrk="0" hangingPunct="1">
              <a:lnSpc>
                <a:spcPct val="90000"/>
              </a:lnSpc>
              <a:spcBef>
                <a:spcPts val="0"/>
              </a:spcBef>
              <a:spcAft>
                <a:spcPts val="0"/>
              </a:spcAft>
              <a:buClr>
                <a:schemeClr val="dk1"/>
              </a:buClr>
              <a:buSzPts val="4800"/>
              <a:buFont typeface="Arial"/>
              <a:buNone/>
              <a:defRPr sz="4800" b="0" i="0" kern="1200">
                <a:solidFill>
                  <a:schemeClr val="dk1"/>
                </a:solidFill>
                <a:latin typeface="+mj-lt"/>
                <a:ea typeface="Myriad Pro" panose="020B0503030403020204" pitchFamily="34" charset="0"/>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sz="2800"/>
              <a:t>Our Offerings : Applied AI / AI Services </a:t>
            </a:r>
          </a:p>
        </p:txBody>
      </p:sp>
      <p:sp>
        <p:nvSpPr>
          <p:cNvPr id="25" name="Rounded Rectangle 14">
            <a:extLst>
              <a:ext uri="{FF2B5EF4-FFF2-40B4-BE49-F238E27FC236}">
                <a16:creationId xmlns:a16="http://schemas.microsoft.com/office/drawing/2014/main" id="{10B73761-CCBA-CF07-A4DB-0920247513A1}"/>
              </a:ext>
            </a:extLst>
          </p:cNvPr>
          <p:cNvSpPr/>
          <p:nvPr/>
        </p:nvSpPr>
        <p:spPr>
          <a:xfrm>
            <a:off x="617422" y="763031"/>
            <a:ext cx="11120439" cy="1761692"/>
          </a:xfrm>
          <a:prstGeom prst="roundRect">
            <a:avLst>
              <a:gd name="adj" fmla="val 7383"/>
            </a:avLst>
          </a:prstGeom>
          <a:solidFill>
            <a:schemeClr val="bg1"/>
          </a:solidFill>
          <a:ln>
            <a:solidFill>
              <a:schemeClr val="bg2"/>
            </a:solidFill>
          </a:ln>
          <a:effectLst>
            <a:outerShdw blurRad="195021"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C09D1210-7BD1-5942-C0E4-B5433AF7F9F0}"/>
              </a:ext>
            </a:extLst>
          </p:cNvPr>
          <p:cNvGrpSpPr/>
          <p:nvPr/>
        </p:nvGrpSpPr>
        <p:grpSpPr>
          <a:xfrm>
            <a:off x="210872" y="1049026"/>
            <a:ext cx="3356317" cy="1240652"/>
            <a:chOff x="15604" y="1189172"/>
            <a:chExt cx="3356317" cy="1361978"/>
          </a:xfrm>
        </p:grpSpPr>
        <p:sp>
          <p:nvSpPr>
            <p:cNvPr id="37" name="Freeform 20">
              <a:extLst>
                <a:ext uri="{FF2B5EF4-FFF2-40B4-BE49-F238E27FC236}">
                  <a16:creationId xmlns:a16="http://schemas.microsoft.com/office/drawing/2014/main" id="{03A3CDA9-D565-7107-9708-5A0E52B51FF8}"/>
                </a:ext>
              </a:extLst>
            </p:cNvPr>
            <p:cNvSpPr/>
            <p:nvPr/>
          </p:nvSpPr>
          <p:spPr>
            <a:xfrm>
              <a:off x="15604" y="1446451"/>
              <a:ext cx="3157784" cy="842111"/>
            </a:xfrm>
            <a:custGeom>
              <a:avLst/>
              <a:gdLst>
                <a:gd name="connsiteX0" fmla="*/ 126589 w 2498120"/>
                <a:gd name="connsiteY0" fmla="*/ 529746 h 573779"/>
                <a:gd name="connsiteX1" fmla="*/ 11805 w 2498120"/>
                <a:gd name="connsiteY1" fmla="*/ 330935 h 573779"/>
                <a:gd name="connsiteX2" fmla="*/ 11805 w 2498120"/>
                <a:gd name="connsiteY2" fmla="*/ 242844 h 573779"/>
                <a:gd name="connsiteX3" fmla="*/ 126589 w 2498120"/>
                <a:gd name="connsiteY3" fmla="*/ 44033 h 573779"/>
                <a:gd name="connsiteX4" fmla="*/ 202859 w 2498120"/>
                <a:gd name="connsiteY4" fmla="*/ 0 h 573779"/>
                <a:gd name="connsiteX5" fmla="*/ 2295262 w 2498120"/>
                <a:gd name="connsiteY5" fmla="*/ 0 h 573779"/>
                <a:gd name="connsiteX6" fmla="*/ 2371532 w 2498120"/>
                <a:gd name="connsiteY6" fmla="*/ 44033 h 573779"/>
                <a:gd name="connsiteX7" fmla="*/ 2486317 w 2498120"/>
                <a:gd name="connsiteY7" fmla="*/ 242844 h 573779"/>
                <a:gd name="connsiteX8" fmla="*/ 2486317 w 2498120"/>
                <a:gd name="connsiteY8" fmla="*/ 330935 h 573779"/>
                <a:gd name="connsiteX9" fmla="*/ 2371532 w 2498120"/>
                <a:gd name="connsiteY9" fmla="*/ 529746 h 573779"/>
                <a:gd name="connsiteX10" fmla="*/ 2295262 w 2498120"/>
                <a:gd name="connsiteY10" fmla="*/ 573779 h 573779"/>
                <a:gd name="connsiteX11" fmla="*/ 202859 w 2498120"/>
                <a:gd name="connsiteY11" fmla="*/ 573779 h 573779"/>
                <a:gd name="connsiteX12" fmla="*/ 126589 w 2498120"/>
                <a:gd name="connsiteY12" fmla="*/ 529746 h 573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498120" h="573779">
                  <a:moveTo>
                    <a:pt x="126589" y="529746"/>
                  </a:moveTo>
                  <a:lnTo>
                    <a:pt x="11805" y="330935"/>
                  </a:lnTo>
                  <a:cubicBezTo>
                    <a:pt x="-3935" y="303672"/>
                    <a:pt x="-3935" y="270107"/>
                    <a:pt x="11805" y="242844"/>
                  </a:cubicBezTo>
                  <a:lnTo>
                    <a:pt x="126589" y="44033"/>
                  </a:lnTo>
                  <a:cubicBezTo>
                    <a:pt x="142328" y="16770"/>
                    <a:pt x="171405" y="0"/>
                    <a:pt x="202859" y="0"/>
                  </a:cubicBezTo>
                  <a:lnTo>
                    <a:pt x="2295262" y="0"/>
                  </a:lnTo>
                  <a:cubicBezTo>
                    <a:pt x="2326741" y="0"/>
                    <a:pt x="2355817" y="16794"/>
                    <a:pt x="2371532" y="44033"/>
                  </a:cubicBezTo>
                  <a:lnTo>
                    <a:pt x="2486317" y="242844"/>
                  </a:lnTo>
                  <a:cubicBezTo>
                    <a:pt x="2502056" y="270107"/>
                    <a:pt x="2502056" y="303672"/>
                    <a:pt x="2486317" y="330935"/>
                  </a:cubicBezTo>
                  <a:lnTo>
                    <a:pt x="2371532" y="529746"/>
                  </a:lnTo>
                  <a:cubicBezTo>
                    <a:pt x="2355792" y="557009"/>
                    <a:pt x="2326716" y="573779"/>
                    <a:pt x="2295262" y="573779"/>
                  </a:cubicBezTo>
                  <a:lnTo>
                    <a:pt x="202859" y="573779"/>
                  </a:lnTo>
                  <a:cubicBezTo>
                    <a:pt x="171380" y="573779"/>
                    <a:pt x="142304" y="556985"/>
                    <a:pt x="126589" y="529746"/>
                  </a:cubicBezTo>
                  <a:close/>
                </a:path>
              </a:pathLst>
            </a:custGeom>
            <a:solidFill>
              <a:schemeClr val="accent4">
                <a:lumMod val="60000"/>
                <a:lumOff val="40000"/>
              </a:schemeClr>
            </a:solidFill>
            <a:ln w="2450" cap="flat">
              <a:noFill/>
              <a:prstDash val="solid"/>
              <a:miter/>
            </a:ln>
          </p:spPr>
          <p:txBody>
            <a:bodyPr rtlCol="0" anchor="ctr"/>
            <a:lstStyle/>
            <a:p>
              <a:endParaRPr lang="en-US"/>
            </a:p>
          </p:txBody>
        </p:sp>
        <p:sp>
          <p:nvSpPr>
            <p:cNvPr id="38" name="Freeform 21">
              <a:extLst>
                <a:ext uri="{FF2B5EF4-FFF2-40B4-BE49-F238E27FC236}">
                  <a16:creationId xmlns:a16="http://schemas.microsoft.com/office/drawing/2014/main" id="{87D1A978-C117-E37B-5253-9C6E4297F2AA}"/>
                </a:ext>
              </a:extLst>
            </p:cNvPr>
            <p:cNvSpPr/>
            <p:nvPr/>
          </p:nvSpPr>
          <p:spPr>
            <a:xfrm>
              <a:off x="406530" y="1264881"/>
              <a:ext cx="2965391" cy="1205288"/>
            </a:xfrm>
            <a:custGeom>
              <a:avLst/>
              <a:gdLst>
                <a:gd name="connsiteX0" fmla="*/ 1838980 w 2116275"/>
                <a:gd name="connsiteY0" fmla="*/ 821233 h 821232"/>
                <a:gd name="connsiteX1" fmla="*/ 515 w 2116275"/>
                <a:gd name="connsiteY1" fmla="*/ 821233 h 821232"/>
                <a:gd name="connsiteX2" fmla="*/ 515 w 2116275"/>
                <a:gd name="connsiteY2" fmla="*/ 806669 h 821232"/>
                <a:gd name="connsiteX3" fmla="*/ 1838980 w 2116275"/>
                <a:gd name="connsiteY3" fmla="*/ 806669 h 821232"/>
                <a:gd name="connsiteX4" fmla="*/ 1908949 w 2116275"/>
                <a:gd name="connsiteY4" fmla="*/ 766265 h 821232"/>
                <a:gd name="connsiteX5" fmla="*/ 2090957 w 2116275"/>
                <a:gd name="connsiteY5" fmla="*/ 451021 h 821232"/>
                <a:gd name="connsiteX6" fmla="*/ 2090957 w 2116275"/>
                <a:gd name="connsiteY6" fmla="*/ 370212 h 821232"/>
                <a:gd name="connsiteX7" fmla="*/ 1908949 w 2116275"/>
                <a:gd name="connsiteY7" fmla="*/ 54968 h 821232"/>
                <a:gd name="connsiteX8" fmla="*/ 1838980 w 2116275"/>
                <a:gd name="connsiteY8" fmla="*/ 14563 h 821232"/>
                <a:gd name="connsiteX9" fmla="*/ 0 w 2116275"/>
                <a:gd name="connsiteY9" fmla="*/ 14563 h 821232"/>
                <a:gd name="connsiteX10" fmla="*/ 0 w 2116275"/>
                <a:gd name="connsiteY10" fmla="*/ 0 h 821232"/>
                <a:gd name="connsiteX11" fmla="*/ 1838956 w 2116275"/>
                <a:gd name="connsiteY11" fmla="*/ 0 h 821232"/>
                <a:gd name="connsiteX12" fmla="*/ 1921526 w 2116275"/>
                <a:gd name="connsiteY12" fmla="*/ 47686 h 821232"/>
                <a:gd name="connsiteX13" fmla="*/ 2103534 w 2116275"/>
                <a:gd name="connsiteY13" fmla="*/ 362930 h 821232"/>
                <a:gd name="connsiteX14" fmla="*/ 2103534 w 2116275"/>
                <a:gd name="connsiteY14" fmla="*/ 458303 h 821232"/>
                <a:gd name="connsiteX15" fmla="*/ 1921526 w 2116275"/>
                <a:gd name="connsiteY15" fmla="*/ 773546 h 821232"/>
                <a:gd name="connsiteX16" fmla="*/ 1838956 w 2116275"/>
                <a:gd name="connsiteY16" fmla="*/ 821233 h 821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16275" h="821232">
                  <a:moveTo>
                    <a:pt x="1838980" y="821233"/>
                  </a:moveTo>
                  <a:lnTo>
                    <a:pt x="515" y="821233"/>
                  </a:lnTo>
                  <a:lnTo>
                    <a:pt x="515" y="806669"/>
                  </a:lnTo>
                  <a:lnTo>
                    <a:pt x="1838980" y="806669"/>
                  </a:lnTo>
                  <a:cubicBezTo>
                    <a:pt x="1867762" y="806669"/>
                    <a:pt x="1894558" y="791199"/>
                    <a:pt x="1908949" y="766265"/>
                  </a:cubicBezTo>
                  <a:lnTo>
                    <a:pt x="2090957" y="451021"/>
                  </a:lnTo>
                  <a:cubicBezTo>
                    <a:pt x="2105348" y="426087"/>
                    <a:pt x="2105348" y="395146"/>
                    <a:pt x="2090957" y="370212"/>
                  </a:cubicBezTo>
                  <a:lnTo>
                    <a:pt x="1908949" y="54968"/>
                  </a:lnTo>
                  <a:cubicBezTo>
                    <a:pt x="1894558" y="30058"/>
                    <a:pt x="1867738" y="14563"/>
                    <a:pt x="1838980" y="14563"/>
                  </a:cubicBezTo>
                  <a:lnTo>
                    <a:pt x="0" y="14563"/>
                  </a:lnTo>
                  <a:lnTo>
                    <a:pt x="0" y="0"/>
                  </a:lnTo>
                  <a:lnTo>
                    <a:pt x="1838956" y="0"/>
                  </a:lnTo>
                  <a:cubicBezTo>
                    <a:pt x="1872910" y="0"/>
                    <a:pt x="1904561" y="18265"/>
                    <a:pt x="1921526" y="47686"/>
                  </a:cubicBezTo>
                  <a:lnTo>
                    <a:pt x="2103534" y="362930"/>
                  </a:lnTo>
                  <a:cubicBezTo>
                    <a:pt x="2120523" y="392351"/>
                    <a:pt x="2120523" y="428882"/>
                    <a:pt x="2103534" y="458303"/>
                  </a:cubicBezTo>
                  <a:lnTo>
                    <a:pt x="1921526" y="773546"/>
                  </a:lnTo>
                  <a:cubicBezTo>
                    <a:pt x="1904536" y="802967"/>
                    <a:pt x="1872910" y="821233"/>
                    <a:pt x="1838956" y="821233"/>
                  </a:cubicBezTo>
                  <a:close/>
                </a:path>
              </a:pathLst>
            </a:custGeom>
            <a:solidFill>
              <a:schemeClr val="accent4">
                <a:lumMod val="60000"/>
                <a:lumOff val="40000"/>
              </a:schemeClr>
            </a:solidFill>
            <a:ln w="2450" cap="flat">
              <a:noFill/>
              <a:prstDash val="solid"/>
              <a:miter/>
            </a:ln>
          </p:spPr>
          <p:txBody>
            <a:bodyPr rtlCol="0" anchor="ctr"/>
            <a:lstStyle/>
            <a:p>
              <a:endParaRPr lang="en-US"/>
            </a:p>
          </p:txBody>
        </p:sp>
        <p:sp>
          <p:nvSpPr>
            <p:cNvPr id="39" name="Freeform 22">
              <a:extLst>
                <a:ext uri="{FF2B5EF4-FFF2-40B4-BE49-F238E27FC236}">
                  <a16:creationId xmlns:a16="http://schemas.microsoft.com/office/drawing/2014/main" id="{93A948EC-66C8-FFF3-58C2-FC551FF7D918}"/>
                </a:ext>
              </a:extLst>
            </p:cNvPr>
            <p:cNvSpPr/>
            <p:nvPr/>
          </p:nvSpPr>
          <p:spPr>
            <a:xfrm rot="16757401">
              <a:off x="314500" y="2371232"/>
              <a:ext cx="184080" cy="175756"/>
            </a:xfrm>
            <a:custGeom>
              <a:avLst/>
              <a:gdLst>
                <a:gd name="connsiteX0" fmla="*/ 125425 w 125424"/>
                <a:gd name="connsiteY0" fmla="*/ 62715 h 125430"/>
                <a:gd name="connsiteX1" fmla="*/ 62712 w 125424"/>
                <a:gd name="connsiteY1" fmla="*/ 125431 h 125430"/>
                <a:gd name="connsiteX2" fmla="*/ 0 w 125424"/>
                <a:gd name="connsiteY2" fmla="*/ 62715 h 125430"/>
                <a:gd name="connsiteX3" fmla="*/ 62712 w 125424"/>
                <a:gd name="connsiteY3" fmla="*/ 0 h 125430"/>
                <a:gd name="connsiteX4" fmla="*/ 125425 w 125424"/>
                <a:gd name="connsiteY4" fmla="*/ 62715 h 1254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424" h="125430">
                  <a:moveTo>
                    <a:pt x="125425" y="62715"/>
                  </a:moveTo>
                  <a:cubicBezTo>
                    <a:pt x="125425" y="97352"/>
                    <a:pt x="97347" y="125431"/>
                    <a:pt x="62712" y="125431"/>
                  </a:cubicBezTo>
                  <a:cubicBezTo>
                    <a:pt x="28077" y="125431"/>
                    <a:pt x="0" y="97352"/>
                    <a:pt x="0" y="62715"/>
                  </a:cubicBezTo>
                  <a:cubicBezTo>
                    <a:pt x="0" y="28079"/>
                    <a:pt x="28077" y="0"/>
                    <a:pt x="62712" y="0"/>
                  </a:cubicBezTo>
                  <a:cubicBezTo>
                    <a:pt x="97347" y="0"/>
                    <a:pt x="125425" y="28079"/>
                    <a:pt x="125425" y="62715"/>
                  </a:cubicBezTo>
                  <a:close/>
                </a:path>
              </a:pathLst>
            </a:custGeom>
            <a:solidFill>
              <a:schemeClr val="accent4">
                <a:lumMod val="60000"/>
                <a:lumOff val="40000"/>
              </a:schemeClr>
            </a:solidFill>
            <a:ln w="2450" cap="flat">
              <a:noFill/>
              <a:prstDash val="solid"/>
              <a:miter/>
            </a:ln>
          </p:spPr>
          <p:txBody>
            <a:bodyPr rtlCol="0" anchor="ctr"/>
            <a:lstStyle/>
            <a:p>
              <a:endParaRPr lang="en-US"/>
            </a:p>
          </p:txBody>
        </p:sp>
        <p:sp>
          <p:nvSpPr>
            <p:cNvPr id="40" name="Freeform 23">
              <a:extLst>
                <a:ext uri="{FF2B5EF4-FFF2-40B4-BE49-F238E27FC236}">
                  <a16:creationId xmlns:a16="http://schemas.microsoft.com/office/drawing/2014/main" id="{88FB0765-B193-20DF-3656-DFBBD9EE287B}"/>
                </a:ext>
              </a:extLst>
            </p:cNvPr>
            <p:cNvSpPr/>
            <p:nvPr/>
          </p:nvSpPr>
          <p:spPr>
            <a:xfrm>
              <a:off x="318656" y="1189172"/>
              <a:ext cx="175748" cy="184088"/>
            </a:xfrm>
            <a:custGeom>
              <a:avLst/>
              <a:gdLst>
                <a:gd name="connsiteX0" fmla="*/ 125425 w 125424"/>
                <a:gd name="connsiteY0" fmla="*/ 62715 h 125430"/>
                <a:gd name="connsiteX1" fmla="*/ 62712 w 125424"/>
                <a:gd name="connsiteY1" fmla="*/ 125431 h 125430"/>
                <a:gd name="connsiteX2" fmla="*/ 0 w 125424"/>
                <a:gd name="connsiteY2" fmla="*/ 62715 h 125430"/>
                <a:gd name="connsiteX3" fmla="*/ 62712 w 125424"/>
                <a:gd name="connsiteY3" fmla="*/ 0 h 125430"/>
                <a:gd name="connsiteX4" fmla="*/ 125425 w 125424"/>
                <a:gd name="connsiteY4" fmla="*/ 62715 h 1254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424" h="125430">
                  <a:moveTo>
                    <a:pt x="125425" y="62715"/>
                  </a:moveTo>
                  <a:cubicBezTo>
                    <a:pt x="125425" y="97352"/>
                    <a:pt x="97347" y="125431"/>
                    <a:pt x="62712" y="125431"/>
                  </a:cubicBezTo>
                  <a:cubicBezTo>
                    <a:pt x="28077" y="125431"/>
                    <a:pt x="0" y="97352"/>
                    <a:pt x="0" y="62715"/>
                  </a:cubicBezTo>
                  <a:cubicBezTo>
                    <a:pt x="0" y="28079"/>
                    <a:pt x="28077" y="0"/>
                    <a:pt x="62712" y="0"/>
                  </a:cubicBezTo>
                  <a:cubicBezTo>
                    <a:pt x="97347" y="0"/>
                    <a:pt x="125425" y="28079"/>
                    <a:pt x="125425" y="62715"/>
                  </a:cubicBezTo>
                  <a:close/>
                </a:path>
              </a:pathLst>
            </a:custGeom>
            <a:solidFill>
              <a:schemeClr val="accent4">
                <a:lumMod val="60000"/>
                <a:lumOff val="40000"/>
              </a:schemeClr>
            </a:solidFill>
            <a:ln w="2450" cap="flat">
              <a:noFill/>
              <a:prstDash val="solid"/>
              <a:miter/>
            </a:ln>
          </p:spPr>
          <p:txBody>
            <a:bodyPr rtlCol="0" anchor="ctr"/>
            <a:lstStyle/>
            <a:p>
              <a:endParaRPr lang="en-US"/>
            </a:p>
          </p:txBody>
        </p:sp>
        <p:sp>
          <p:nvSpPr>
            <p:cNvPr id="22" name="TextBox 21">
              <a:extLst>
                <a:ext uri="{FF2B5EF4-FFF2-40B4-BE49-F238E27FC236}">
                  <a16:creationId xmlns:a16="http://schemas.microsoft.com/office/drawing/2014/main" id="{DA2E4C6E-33E7-DB49-C4FC-958824832691}"/>
                </a:ext>
              </a:extLst>
            </p:cNvPr>
            <p:cNvSpPr txBox="1"/>
            <p:nvPr/>
          </p:nvSpPr>
          <p:spPr>
            <a:xfrm>
              <a:off x="97486" y="1677256"/>
              <a:ext cx="2951378" cy="363216"/>
            </a:xfrm>
            <a:prstGeom prst="rect">
              <a:avLst/>
            </a:prstGeom>
            <a:solidFill>
              <a:schemeClr val="accent4">
                <a:lumMod val="60000"/>
                <a:lumOff val="40000"/>
              </a:schemeClr>
            </a:solidFill>
          </p:spPr>
          <p:txBody>
            <a:bodyPr wrap="square" rtlCol="0" anchor="ctr">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550" b="1" u="none" strike="noStrike" kern="1200" cap="none" spc="0" normalizeH="0" baseline="0" noProof="0">
                  <a:ln>
                    <a:noFill/>
                  </a:ln>
                  <a:solidFill>
                    <a:schemeClr val="bg1"/>
                  </a:solidFill>
                  <a:effectLst/>
                  <a:uLnTx/>
                  <a:uFillTx/>
                  <a:latin typeface="+mj-lt"/>
                  <a:ea typeface="Verdana" panose="020B0604030504040204" pitchFamily="34" charset="0"/>
                  <a:cs typeface="Verdana" panose="020B0604030504040204" pitchFamily="34" charset="0"/>
                </a:rPr>
                <a:t>1. Tell me what to do</a:t>
              </a:r>
              <a:endParaRPr kumimoji="0" lang="en-US" sz="1550" u="none" strike="noStrike" kern="1200" cap="none" spc="0" normalizeH="0" baseline="0" noProof="0">
                <a:ln>
                  <a:noFill/>
                </a:ln>
                <a:solidFill>
                  <a:schemeClr val="bg1"/>
                </a:solidFill>
                <a:effectLst/>
                <a:uLnTx/>
                <a:uFillTx/>
                <a:latin typeface="+mj-lt"/>
                <a:ea typeface="Verdana" panose="020B0604030504040204" pitchFamily="34" charset="0"/>
                <a:cs typeface="Verdana" panose="020B0604030504040204" pitchFamily="34" charset="0"/>
              </a:endParaRPr>
            </a:p>
          </p:txBody>
        </p:sp>
      </p:grpSp>
      <p:sp>
        <p:nvSpPr>
          <p:cNvPr id="3" name="Rounded Rectangle 14">
            <a:extLst>
              <a:ext uri="{FF2B5EF4-FFF2-40B4-BE49-F238E27FC236}">
                <a16:creationId xmlns:a16="http://schemas.microsoft.com/office/drawing/2014/main" id="{F03F2CF2-B5F5-5F55-EE15-5D2C35B4A582}"/>
              </a:ext>
            </a:extLst>
          </p:cNvPr>
          <p:cNvSpPr/>
          <p:nvPr/>
        </p:nvSpPr>
        <p:spPr>
          <a:xfrm>
            <a:off x="623123" y="2647852"/>
            <a:ext cx="11120439" cy="1761692"/>
          </a:xfrm>
          <a:prstGeom prst="roundRect">
            <a:avLst>
              <a:gd name="adj" fmla="val 7383"/>
            </a:avLst>
          </a:prstGeom>
          <a:solidFill>
            <a:schemeClr val="bg1"/>
          </a:solidFill>
          <a:ln>
            <a:solidFill>
              <a:schemeClr val="bg2"/>
            </a:solidFill>
          </a:ln>
          <a:effectLst>
            <a:outerShdw blurRad="195021"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6519EDE6-7B5F-8AD7-31CC-6EF86B2627F6}"/>
              </a:ext>
            </a:extLst>
          </p:cNvPr>
          <p:cNvGrpSpPr/>
          <p:nvPr/>
        </p:nvGrpSpPr>
        <p:grpSpPr>
          <a:xfrm>
            <a:off x="216573" y="2933847"/>
            <a:ext cx="3356317" cy="1240652"/>
            <a:chOff x="15604" y="1189172"/>
            <a:chExt cx="3356317" cy="1361978"/>
          </a:xfrm>
        </p:grpSpPr>
        <p:sp>
          <p:nvSpPr>
            <p:cNvPr id="6" name="Freeform 20">
              <a:extLst>
                <a:ext uri="{FF2B5EF4-FFF2-40B4-BE49-F238E27FC236}">
                  <a16:creationId xmlns:a16="http://schemas.microsoft.com/office/drawing/2014/main" id="{4085E942-C347-A806-3B73-9072A3ACAD9B}"/>
                </a:ext>
              </a:extLst>
            </p:cNvPr>
            <p:cNvSpPr/>
            <p:nvPr/>
          </p:nvSpPr>
          <p:spPr>
            <a:xfrm>
              <a:off x="15604" y="1446451"/>
              <a:ext cx="3157784" cy="842111"/>
            </a:xfrm>
            <a:custGeom>
              <a:avLst/>
              <a:gdLst>
                <a:gd name="connsiteX0" fmla="*/ 126589 w 2498120"/>
                <a:gd name="connsiteY0" fmla="*/ 529746 h 573779"/>
                <a:gd name="connsiteX1" fmla="*/ 11805 w 2498120"/>
                <a:gd name="connsiteY1" fmla="*/ 330935 h 573779"/>
                <a:gd name="connsiteX2" fmla="*/ 11805 w 2498120"/>
                <a:gd name="connsiteY2" fmla="*/ 242844 h 573779"/>
                <a:gd name="connsiteX3" fmla="*/ 126589 w 2498120"/>
                <a:gd name="connsiteY3" fmla="*/ 44033 h 573779"/>
                <a:gd name="connsiteX4" fmla="*/ 202859 w 2498120"/>
                <a:gd name="connsiteY4" fmla="*/ 0 h 573779"/>
                <a:gd name="connsiteX5" fmla="*/ 2295262 w 2498120"/>
                <a:gd name="connsiteY5" fmla="*/ 0 h 573779"/>
                <a:gd name="connsiteX6" fmla="*/ 2371532 w 2498120"/>
                <a:gd name="connsiteY6" fmla="*/ 44033 h 573779"/>
                <a:gd name="connsiteX7" fmla="*/ 2486317 w 2498120"/>
                <a:gd name="connsiteY7" fmla="*/ 242844 h 573779"/>
                <a:gd name="connsiteX8" fmla="*/ 2486317 w 2498120"/>
                <a:gd name="connsiteY8" fmla="*/ 330935 h 573779"/>
                <a:gd name="connsiteX9" fmla="*/ 2371532 w 2498120"/>
                <a:gd name="connsiteY9" fmla="*/ 529746 h 573779"/>
                <a:gd name="connsiteX10" fmla="*/ 2295262 w 2498120"/>
                <a:gd name="connsiteY10" fmla="*/ 573779 h 573779"/>
                <a:gd name="connsiteX11" fmla="*/ 202859 w 2498120"/>
                <a:gd name="connsiteY11" fmla="*/ 573779 h 573779"/>
                <a:gd name="connsiteX12" fmla="*/ 126589 w 2498120"/>
                <a:gd name="connsiteY12" fmla="*/ 529746 h 573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498120" h="573779">
                  <a:moveTo>
                    <a:pt x="126589" y="529746"/>
                  </a:moveTo>
                  <a:lnTo>
                    <a:pt x="11805" y="330935"/>
                  </a:lnTo>
                  <a:cubicBezTo>
                    <a:pt x="-3935" y="303672"/>
                    <a:pt x="-3935" y="270107"/>
                    <a:pt x="11805" y="242844"/>
                  </a:cubicBezTo>
                  <a:lnTo>
                    <a:pt x="126589" y="44033"/>
                  </a:lnTo>
                  <a:cubicBezTo>
                    <a:pt x="142328" y="16770"/>
                    <a:pt x="171405" y="0"/>
                    <a:pt x="202859" y="0"/>
                  </a:cubicBezTo>
                  <a:lnTo>
                    <a:pt x="2295262" y="0"/>
                  </a:lnTo>
                  <a:cubicBezTo>
                    <a:pt x="2326741" y="0"/>
                    <a:pt x="2355817" y="16794"/>
                    <a:pt x="2371532" y="44033"/>
                  </a:cubicBezTo>
                  <a:lnTo>
                    <a:pt x="2486317" y="242844"/>
                  </a:lnTo>
                  <a:cubicBezTo>
                    <a:pt x="2502056" y="270107"/>
                    <a:pt x="2502056" y="303672"/>
                    <a:pt x="2486317" y="330935"/>
                  </a:cubicBezTo>
                  <a:lnTo>
                    <a:pt x="2371532" y="529746"/>
                  </a:lnTo>
                  <a:cubicBezTo>
                    <a:pt x="2355792" y="557009"/>
                    <a:pt x="2326716" y="573779"/>
                    <a:pt x="2295262" y="573779"/>
                  </a:cubicBezTo>
                  <a:lnTo>
                    <a:pt x="202859" y="573779"/>
                  </a:lnTo>
                  <a:cubicBezTo>
                    <a:pt x="171380" y="573779"/>
                    <a:pt x="142304" y="556985"/>
                    <a:pt x="126589" y="529746"/>
                  </a:cubicBezTo>
                  <a:close/>
                </a:path>
              </a:pathLst>
            </a:custGeom>
            <a:solidFill>
              <a:schemeClr val="accent2"/>
            </a:solidFill>
            <a:ln w="2450" cap="flat">
              <a:noFill/>
              <a:prstDash val="solid"/>
              <a:miter/>
            </a:ln>
          </p:spPr>
          <p:txBody>
            <a:bodyPr rtlCol="0" anchor="ctr"/>
            <a:lstStyle/>
            <a:p>
              <a:endParaRPr lang="en-US"/>
            </a:p>
          </p:txBody>
        </p:sp>
        <p:sp>
          <p:nvSpPr>
            <p:cNvPr id="7" name="Freeform 21">
              <a:extLst>
                <a:ext uri="{FF2B5EF4-FFF2-40B4-BE49-F238E27FC236}">
                  <a16:creationId xmlns:a16="http://schemas.microsoft.com/office/drawing/2014/main" id="{26066242-DAE6-043E-09DC-E85C7C7D1CF8}"/>
                </a:ext>
              </a:extLst>
            </p:cNvPr>
            <p:cNvSpPr/>
            <p:nvPr/>
          </p:nvSpPr>
          <p:spPr>
            <a:xfrm>
              <a:off x="406530" y="1264881"/>
              <a:ext cx="2965391" cy="1205288"/>
            </a:xfrm>
            <a:custGeom>
              <a:avLst/>
              <a:gdLst>
                <a:gd name="connsiteX0" fmla="*/ 1838980 w 2116275"/>
                <a:gd name="connsiteY0" fmla="*/ 821233 h 821232"/>
                <a:gd name="connsiteX1" fmla="*/ 515 w 2116275"/>
                <a:gd name="connsiteY1" fmla="*/ 821233 h 821232"/>
                <a:gd name="connsiteX2" fmla="*/ 515 w 2116275"/>
                <a:gd name="connsiteY2" fmla="*/ 806669 h 821232"/>
                <a:gd name="connsiteX3" fmla="*/ 1838980 w 2116275"/>
                <a:gd name="connsiteY3" fmla="*/ 806669 h 821232"/>
                <a:gd name="connsiteX4" fmla="*/ 1908949 w 2116275"/>
                <a:gd name="connsiteY4" fmla="*/ 766265 h 821232"/>
                <a:gd name="connsiteX5" fmla="*/ 2090957 w 2116275"/>
                <a:gd name="connsiteY5" fmla="*/ 451021 h 821232"/>
                <a:gd name="connsiteX6" fmla="*/ 2090957 w 2116275"/>
                <a:gd name="connsiteY6" fmla="*/ 370212 h 821232"/>
                <a:gd name="connsiteX7" fmla="*/ 1908949 w 2116275"/>
                <a:gd name="connsiteY7" fmla="*/ 54968 h 821232"/>
                <a:gd name="connsiteX8" fmla="*/ 1838980 w 2116275"/>
                <a:gd name="connsiteY8" fmla="*/ 14563 h 821232"/>
                <a:gd name="connsiteX9" fmla="*/ 0 w 2116275"/>
                <a:gd name="connsiteY9" fmla="*/ 14563 h 821232"/>
                <a:gd name="connsiteX10" fmla="*/ 0 w 2116275"/>
                <a:gd name="connsiteY10" fmla="*/ 0 h 821232"/>
                <a:gd name="connsiteX11" fmla="*/ 1838956 w 2116275"/>
                <a:gd name="connsiteY11" fmla="*/ 0 h 821232"/>
                <a:gd name="connsiteX12" fmla="*/ 1921526 w 2116275"/>
                <a:gd name="connsiteY12" fmla="*/ 47686 h 821232"/>
                <a:gd name="connsiteX13" fmla="*/ 2103534 w 2116275"/>
                <a:gd name="connsiteY13" fmla="*/ 362930 h 821232"/>
                <a:gd name="connsiteX14" fmla="*/ 2103534 w 2116275"/>
                <a:gd name="connsiteY14" fmla="*/ 458303 h 821232"/>
                <a:gd name="connsiteX15" fmla="*/ 1921526 w 2116275"/>
                <a:gd name="connsiteY15" fmla="*/ 773546 h 821232"/>
                <a:gd name="connsiteX16" fmla="*/ 1838956 w 2116275"/>
                <a:gd name="connsiteY16" fmla="*/ 821233 h 821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16275" h="821232">
                  <a:moveTo>
                    <a:pt x="1838980" y="821233"/>
                  </a:moveTo>
                  <a:lnTo>
                    <a:pt x="515" y="821233"/>
                  </a:lnTo>
                  <a:lnTo>
                    <a:pt x="515" y="806669"/>
                  </a:lnTo>
                  <a:lnTo>
                    <a:pt x="1838980" y="806669"/>
                  </a:lnTo>
                  <a:cubicBezTo>
                    <a:pt x="1867762" y="806669"/>
                    <a:pt x="1894558" y="791199"/>
                    <a:pt x="1908949" y="766265"/>
                  </a:cubicBezTo>
                  <a:lnTo>
                    <a:pt x="2090957" y="451021"/>
                  </a:lnTo>
                  <a:cubicBezTo>
                    <a:pt x="2105348" y="426087"/>
                    <a:pt x="2105348" y="395146"/>
                    <a:pt x="2090957" y="370212"/>
                  </a:cubicBezTo>
                  <a:lnTo>
                    <a:pt x="1908949" y="54968"/>
                  </a:lnTo>
                  <a:cubicBezTo>
                    <a:pt x="1894558" y="30058"/>
                    <a:pt x="1867738" y="14563"/>
                    <a:pt x="1838980" y="14563"/>
                  </a:cubicBezTo>
                  <a:lnTo>
                    <a:pt x="0" y="14563"/>
                  </a:lnTo>
                  <a:lnTo>
                    <a:pt x="0" y="0"/>
                  </a:lnTo>
                  <a:lnTo>
                    <a:pt x="1838956" y="0"/>
                  </a:lnTo>
                  <a:cubicBezTo>
                    <a:pt x="1872910" y="0"/>
                    <a:pt x="1904561" y="18265"/>
                    <a:pt x="1921526" y="47686"/>
                  </a:cubicBezTo>
                  <a:lnTo>
                    <a:pt x="2103534" y="362930"/>
                  </a:lnTo>
                  <a:cubicBezTo>
                    <a:pt x="2120523" y="392351"/>
                    <a:pt x="2120523" y="428882"/>
                    <a:pt x="2103534" y="458303"/>
                  </a:cubicBezTo>
                  <a:lnTo>
                    <a:pt x="1921526" y="773546"/>
                  </a:lnTo>
                  <a:cubicBezTo>
                    <a:pt x="1904536" y="802967"/>
                    <a:pt x="1872910" y="821233"/>
                    <a:pt x="1838956" y="821233"/>
                  </a:cubicBezTo>
                  <a:close/>
                </a:path>
              </a:pathLst>
            </a:custGeom>
            <a:solidFill>
              <a:srgbClr val="4D4D4D"/>
            </a:solidFill>
            <a:ln w="2450" cap="flat">
              <a:noFill/>
              <a:prstDash val="solid"/>
              <a:miter/>
            </a:ln>
          </p:spPr>
          <p:txBody>
            <a:bodyPr rtlCol="0" anchor="ctr"/>
            <a:lstStyle/>
            <a:p>
              <a:endParaRPr lang="en-US"/>
            </a:p>
          </p:txBody>
        </p:sp>
        <p:sp>
          <p:nvSpPr>
            <p:cNvPr id="8" name="Freeform 22">
              <a:extLst>
                <a:ext uri="{FF2B5EF4-FFF2-40B4-BE49-F238E27FC236}">
                  <a16:creationId xmlns:a16="http://schemas.microsoft.com/office/drawing/2014/main" id="{B8D3299D-4DCD-A698-881E-E9214F99457C}"/>
                </a:ext>
              </a:extLst>
            </p:cNvPr>
            <p:cNvSpPr/>
            <p:nvPr/>
          </p:nvSpPr>
          <p:spPr>
            <a:xfrm rot="16757401">
              <a:off x="314500" y="2371232"/>
              <a:ext cx="184080" cy="175756"/>
            </a:xfrm>
            <a:custGeom>
              <a:avLst/>
              <a:gdLst>
                <a:gd name="connsiteX0" fmla="*/ 125425 w 125424"/>
                <a:gd name="connsiteY0" fmla="*/ 62715 h 125430"/>
                <a:gd name="connsiteX1" fmla="*/ 62712 w 125424"/>
                <a:gd name="connsiteY1" fmla="*/ 125431 h 125430"/>
                <a:gd name="connsiteX2" fmla="*/ 0 w 125424"/>
                <a:gd name="connsiteY2" fmla="*/ 62715 h 125430"/>
                <a:gd name="connsiteX3" fmla="*/ 62712 w 125424"/>
                <a:gd name="connsiteY3" fmla="*/ 0 h 125430"/>
                <a:gd name="connsiteX4" fmla="*/ 125425 w 125424"/>
                <a:gd name="connsiteY4" fmla="*/ 62715 h 1254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424" h="125430">
                  <a:moveTo>
                    <a:pt x="125425" y="62715"/>
                  </a:moveTo>
                  <a:cubicBezTo>
                    <a:pt x="125425" y="97352"/>
                    <a:pt x="97347" y="125431"/>
                    <a:pt x="62712" y="125431"/>
                  </a:cubicBezTo>
                  <a:cubicBezTo>
                    <a:pt x="28077" y="125431"/>
                    <a:pt x="0" y="97352"/>
                    <a:pt x="0" y="62715"/>
                  </a:cubicBezTo>
                  <a:cubicBezTo>
                    <a:pt x="0" y="28079"/>
                    <a:pt x="28077" y="0"/>
                    <a:pt x="62712" y="0"/>
                  </a:cubicBezTo>
                  <a:cubicBezTo>
                    <a:pt x="97347" y="0"/>
                    <a:pt x="125425" y="28079"/>
                    <a:pt x="125425" y="62715"/>
                  </a:cubicBezTo>
                  <a:close/>
                </a:path>
              </a:pathLst>
            </a:custGeom>
            <a:solidFill>
              <a:schemeClr val="accent2"/>
            </a:solidFill>
            <a:ln w="2450" cap="flat">
              <a:noFill/>
              <a:prstDash val="solid"/>
              <a:miter/>
            </a:ln>
          </p:spPr>
          <p:txBody>
            <a:bodyPr rtlCol="0" anchor="ctr"/>
            <a:lstStyle/>
            <a:p>
              <a:endParaRPr lang="en-US"/>
            </a:p>
          </p:txBody>
        </p:sp>
        <p:sp>
          <p:nvSpPr>
            <p:cNvPr id="9" name="Freeform 23">
              <a:extLst>
                <a:ext uri="{FF2B5EF4-FFF2-40B4-BE49-F238E27FC236}">
                  <a16:creationId xmlns:a16="http://schemas.microsoft.com/office/drawing/2014/main" id="{7289C50F-1576-6674-FEEC-EA3985276B21}"/>
                </a:ext>
              </a:extLst>
            </p:cNvPr>
            <p:cNvSpPr/>
            <p:nvPr/>
          </p:nvSpPr>
          <p:spPr>
            <a:xfrm>
              <a:off x="318656" y="1189172"/>
              <a:ext cx="175748" cy="184088"/>
            </a:xfrm>
            <a:custGeom>
              <a:avLst/>
              <a:gdLst>
                <a:gd name="connsiteX0" fmla="*/ 125425 w 125424"/>
                <a:gd name="connsiteY0" fmla="*/ 62715 h 125430"/>
                <a:gd name="connsiteX1" fmla="*/ 62712 w 125424"/>
                <a:gd name="connsiteY1" fmla="*/ 125431 h 125430"/>
                <a:gd name="connsiteX2" fmla="*/ 0 w 125424"/>
                <a:gd name="connsiteY2" fmla="*/ 62715 h 125430"/>
                <a:gd name="connsiteX3" fmla="*/ 62712 w 125424"/>
                <a:gd name="connsiteY3" fmla="*/ 0 h 125430"/>
                <a:gd name="connsiteX4" fmla="*/ 125425 w 125424"/>
                <a:gd name="connsiteY4" fmla="*/ 62715 h 1254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424" h="125430">
                  <a:moveTo>
                    <a:pt x="125425" y="62715"/>
                  </a:moveTo>
                  <a:cubicBezTo>
                    <a:pt x="125425" y="97352"/>
                    <a:pt x="97347" y="125431"/>
                    <a:pt x="62712" y="125431"/>
                  </a:cubicBezTo>
                  <a:cubicBezTo>
                    <a:pt x="28077" y="125431"/>
                    <a:pt x="0" y="97352"/>
                    <a:pt x="0" y="62715"/>
                  </a:cubicBezTo>
                  <a:cubicBezTo>
                    <a:pt x="0" y="28079"/>
                    <a:pt x="28077" y="0"/>
                    <a:pt x="62712" y="0"/>
                  </a:cubicBezTo>
                  <a:cubicBezTo>
                    <a:pt x="97347" y="0"/>
                    <a:pt x="125425" y="28079"/>
                    <a:pt x="125425" y="62715"/>
                  </a:cubicBezTo>
                  <a:close/>
                </a:path>
              </a:pathLst>
            </a:custGeom>
            <a:solidFill>
              <a:schemeClr val="accent2"/>
            </a:solidFill>
            <a:ln w="2450" cap="flat">
              <a:noFill/>
              <a:prstDash val="solid"/>
              <a:miter/>
            </a:ln>
          </p:spPr>
          <p:txBody>
            <a:bodyPr rtlCol="0" anchor="ctr"/>
            <a:lstStyle/>
            <a:p>
              <a:endParaRPr lang="en-US"/>
            </a:p>
          </p:txBody>
        </p:sp>
        <p:sp>
          <p:nvSpPr>
            <p:cNvPr id="10" name="TextBox 9">
              <a:extLst>
                <a:ext uri="{FF2B5EF4-FFF2-40B4-BE49-F238E27FC236}">
                  <a16:creationId xmlns:a16="http://schemas.microsoft.com/office/drawing/2014/main" id="{F2F434B5-0962-F5E1-56AB-18014537893D}"/>
                </a:ext>
              </a:extLst>
            </p:cNvPr>
            <p:cNvSpPr txBox="1"/>
            <p:nvPr/>
          </p:nvSpPr>
          <p:spPr>
            <a:xfrm>
              <a:off x="97486" y="1677256"/>
              <a:ext cx="3075902" cy="363216"/>
            </a:xfrm>
            <a:prstGeom prst="rect">
              <a:avLst/>
            </a:prstGeom>
            <a:noFill/>
          </p:spPr>
          <p:txBody>
            <a:bodyPr wrap="square" rtlCol="0" anchor="ctr">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550" b="1">
                  <a:solidFill>
                    <a:schemeClr val="bg1"/>
                  </a:solidFill>
                  <a:latin typeface="+mj-lt"/>
                  <a:ea typeface="Verdana" panose="020B0604030504040204" pitchFamily="34" charset="0"/>
                  <a:cs typeface="Verdana" panose="020B0604030504040204" pitchFamily="34" charset="0"/>
                </a:rPr>
                <a:t>2. Help me do it</a:t>
              </a:r>
              <a:endParaRPr kumimoji="0" lang="en-US" sz="1550" u="none" strike="noStrike" kern="1200" cap="none" spc="0" normalizeH="0" baseline="0" noProof="0">
                <a:ln>
                  <a:noFill/>
                </a:ln>
                <a:solidFill>
                  <a:schemeClr val="bg1"/>
                </a:solidFill>
                <a:effectLst/>
                <a:uLnTx/>
                <a:uFillTx/>
                <a:latin typeface="+mj-lt"/>
                <a:ea typeface="Verdana" panose="020B0604030504040204" pitchFamily="34" charset="0"/>
                <a:cs typeface="Verdana" panose="020B0604030504040204" pitchFamily="34" charset="0"/>
              </a:endParaRPr>
            </a:p>
          </p:txBody>
        </p:sp>
      </p:grpSp>
      <p:sp>
        <p:nvSpPr>
          <p:cNvPr id="11" name="Rounded Rectangle 14">
            <a:extLst>
              <a:ext uri="{FF2B5EF4-FFF2-40B4-BE49-F238E27FC236}">
                <a16:creationId xmlns:a16="http://schemas.microsoft.com/office/drawing/2014/main" id="{7063A248-C7E8-1A5D-2969-2403094B844D}"/>
              </a:ext>
            </a:extLst>
          </p:cNvPr>
          <p:cNvSpPr/>
          <p:nvPr/>
        </p:nvSpPr>
        <p:spPr>
          <a:xfrm>
            <a:off x="617422" y="4628122"/>
            <a:ext cx="11120439" cy="1761692"/>
          </a:xfrm>
          <a:prstGeom prst="roundRect">
            <a:avLst>
              <a:gd name="adj" fmla="val 7383"/>
            </a:avLst>
          </a:prstGeom>
          <a:solidFill>
            <a:schemeClr val="bg1"/>
          </a:solidFill>
          <a:ln>
            <a:solidFill>
              <a:schemeClr val="bg2"/>
            </a:solidFill>
          </a:ln>
          <a:effectLst>
            <a:outerShdw blurRad="195021"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5D38A073-2520-2BF5-89E7-E1BE7798A82D}"/>
              </a:ext>
            </a:extLst>
          </p:cNvPr>
          <p:cNvGrpSpPr/>
          <p:nvPr/>
        </p:nvGrpSpPr>
        <p:grpSpPr>
          <a:xfrm>
            <a:off x="210872" y="4914117"/>
            <a:ext cx="3356317" cy="1240652"/>
            <a:chOff x="15604" y="1189172"/>
            <a:chExt cx="3356317" cy="1361978"/>
          </a:xfrm>
        </p:grpSpPr>
        <p:sp>
          <p:nvSpPr>
            <p:cNvPr id="13" name="Freeform 20">
              <a:extLst>
                <a:ext uri="{FF2B5EF4-FFF2-40B4-BE49-F238E27FC236}">
                  <a16:creationId xmlns:a16="http://schemas.microsoft.com/office/drawing/2014/main" id="{B33EB429-15EC-55CD-D463-808009B9018D}"/>
                </a:ext>
              </a:extLst>
            </p:cNvPr>
            <p:cNvSpPr/>
            <p:nvPr/>
          </p:nvSpPr>
          <p:spPr>
            <a:xfrm>
              <a:off x="15604" y="1446451"/>
              <a:ext cx="3157784" cy="842111"/>
            </a:xfrm>
            <a:custGeom>
              <a:avLst/>
              <a:gdLst>
                <a:gd name="connsiteX0" fmla="*/ 126589 w 2498120"/>
                <a:gd name="connsiteY0" fmla="*/ 529746 h 573779"/>
                <a:gd name="connsiteX1" fmla="*/ 11805 w 2498120"/>
                <a:gd name="connsiteY1" fmla="*/ 330935 h 573779"/>
                <a:gd name="connsiteX2" fmla="*/ 11805 w 2498120"/>
                <a:gd name="connsiteY2" fmla="*/ 242844 h 573779"/>
                <a:gd name="connsiteX3" fmla="*/ 126589 w 2498120"/>
                <a:gd name="connsiteY3" fmla="*/ 44033 h 573779"/>
                <a:gd name="connsiteX4" fmla="*/ 202859 w 2498120"/>
                <a:gd name="connsiteY4" fmla="*/ 0 h 573779"/>
                <a:gd name="connsiteX5" fmla="*/ 2295262 w 2498120"/>
                <a:gd name="connsiteY5" fmla="*/ 0 h 573779"/>
                <a:gd name="connsiteX6" fmla="*/ 2371532 w 2498120"/>
                <a:gd name="connsiteY6" fmla="*/ 44033 h 573779"/>
                <a:gd name="connsiteX7" fmla="*/ 2486317 w 2498120"/>
                <a:gd name="connsiteY7" fmla="*/ 242844 h 573779"/>
                <a:gd name="connsiteX8" fmla="*/ 2486317 w 2498120"/>
                <a:gd name="connsiteY8" fmla="*/ 330935 h 573779"/>
                <a:gd name="connsiteX9" fmla="*/ 2371532 w 2498120"/>
                <a:gd name="connsiteY9" fmla="*/ 529746 h 573779"/>
                <a:gd name="connsiteX10" fmla="*/ 2295262 w 2498120"/>
                <a:gd name="connsiteY10" fmla="*/ 573779 h 573779"/>
                <a:gd name="connsiteX11" fmla="*/ 202859 w 2498120"/>
                <a:gd name="connsiteY11" fmla="*/ 573779 h 573779"/>
                <a:gd name="connsiteX12" fmla="*/ 126589 w 2498120"/>
                <a:gd name="connsiteY12" fmla="*/ 529746 h 573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498120" h="573779">
                  <a:moveTo>
                    <a:pt x="126589" y="529746"/>
                  </a:moveTo>
                  <a:lnTo>
                    <a:pt x="11805" y="330935"/>
                  </a:lnTo>
                  <a:cubicBezTo>
                    <a:pt x="-3935" y="303672"/>
                    <a:pt x="-3935" y="270107"/>
                    <a:pt x="11805" y="242844"/>
                  </a:cubicBezTo>
                  <a:lnTo>
                    <a:pt x="126589" y="44033"/>
                  </a:lnTo>
                  <a:cubicBezTo>
                    <a:pt x="142328" y="16770"/>
                    <a:pt x="171405" y="0"/>
                    <a:pt x="202859" y="0"/>
                  </a:cubicBezTo>
                  <a:lnTo>
                    <a:pt x="2295262" y="0"/>
                  </a:lnTo>
                  <a:cubicBezTo>
                    <a:pt x="2326741" y="0"/>
                    <a:pt x="2355817" y="16794"/>
                    <a:pt x="2371532" y="44033"/>
                  </a:cubicBezTo>
                  <a:lnTo>
                    <a:pt x="2486317" y="242844"/>
                  </a:lnTo>
                  <a:cubicBezTo>
                    <a:pt x="2502056" y="270107"/>
                    <a:pt x="2502056" y="303672"/>
                    <a:pt x="2486317" y="330935"/>
                  </a:cubicBezTo>
                  <a:lnTo>
                    <a:pt x="2371532" y="529746"/>
                  </a:lnTo>
                  <a:cubicBezTo>
                    <a:pt x="2355792" y="557009"/>
                    <a:pt x="2326716" y="573779"/>
                    <a:pt x="2295262" y="573779"/>
                  </a:cubicBezTo>
                  <a:lnTo>
                    <a:pt x="202859" y="573779"/>
                  </a:lnTo>
                  <a:cubicBezTo>
                    <a:pt x="171380" y="573779"/>
                    <a:pt x="142304" y="556985"/>
                    <a:pt x="126589" y="529746"/>
                  </a:cubicBezTo>
                  <a:close/>
                </a:path>
              </a:pathLst>
            </a:custGeom>
            <a:solidFill>
              <a:schemeClr val="accent1"/>
            </a:solidFill>
            <a:ln w="2450" cap="flat">
              <a:noFill/>
              <a:prstDash val="solid"/>
              <a:miter/>
            </a:ln>
          </p:spPr>
          <p:txBody>
            <a:bodyPr rtlCol="0" anchor="ctr"/>
            <a:lstStyle/>
            <a:p>
              <a:endParaRPr lang="en-US"/>
            </a:p>
          </p:txBody>
        </p:sp>
        <p:sp>
          <p:nvSpPr>
            <p:cNvPr id="14" name="Freeform 21">
              <a:extLst>
                <a:ext uri="{FF2B5EF4-FFF2-40B4-BE49-F238E27FC236}">
                  <a16:creationId xmlns:a16="http://schemas.microsoft.com/office/drawing/2014/main" id="{A4ED4A3A-5B6A-9D04-8E1D-473CA13E3DF5}"/>
                </a:ext>
              </a:extLst>
            </p:cNvPr>
            <p:cNvSpPr/>
            <p:nvPr/>
          </p:nvSpPr>
          <p:spPr>
            <a:xfrm>
              <a:off x="406530" y="1264881"/>
              <a:ext cx="2965391" cy="1205288"/>
            </a:xfrm>
            <a:custGeom>
              <a:avLst/>
              <a:gdLst>
                <a:gd name="connsiteX0" fmla="*/ 1838980 w 2116275"/>
                <a:gd name="connsiteY0" fmla="*/ 821233 h 821232"/>
                <a:gd name="connsiteX1" fmla="*/ 515 w 2116275"/>
                <a:gd name="connsiteY1" fmla="*/ 821233 h 821232"/>
                <a:gd name="connsiteX2" fmla="*/ 515 w 2116275"/>
                <a:gd name="connsiteY2" fmla="*/ 806669 h 821232"/>
                <a:gd name="connsiteX3" fmla="*/ 1838980 w 2116275"/>
                <a:gd name="connsiteY3" fmla="*/ 806669 h 821232"/>
                <a:gd name="connsiteX4" fmla="*/ 1908949 w 2116275"/>
                <a:gd name="connsiteY4" fmla="*/ 766265 h 821232"/>
                <a:gd name="connsiteX5" fmla="*/ 2090957 w 2116275"/>
                <a:gd name="connsiteY5" fmla="*/ 451021 h 821232"/>
                <a:gd name="connsiteX6" fmla="*/ 2090957 w 2116275"/>
                <a:gd name="connsiteY6" fmla="*/ 370212 h 821232"/>
                <a:gd name="connsiteX7" fmla="*/ 1908949 w 2116275"/>
                <a:gd name="connsiteY7" fmla="*/ 54968 h 821232"/>
                <a:gd name="connsiteX8" fmla="*/ 1838980 w 2116275"/>
                <a:gd name="connsiteY8" fmla="*/ 14563 h 821232"/>
                <a:gd name="connsiteX9" fmla="*/ 0 w 2116275"/>
                <a:gd name="connsiteY9" fmla="*/ 14563 h 821232"/>
                <a:gd name="connsiteX10" fmla="*/ 0 w 2116275"/>
                <a:gd name="connsiteY10" fmla="*/ 0 h 821232"/>
                <a:gd name="connsiteX11" fmla="*/ 1838956 w 2116275"/>
                <a:gd name="connsiteY11" fmla="*/ 0 h 821232"/>
                <a:gd name="connsiteX12" fmla="*/ 1921526 w 2116275"/>
                <a:gd name="connsiteY12" fmla="*/ 47686 h 821232"/>
                <a:gd name="connsiteX13" fmla="*/ 2103534 w 2116275"/>
                <a:gd name="connsiteY13" fmla="*/ 362930 h 821232"/>
                <a:gd name="connsiteX14" fmla="*/ 2103534 w 2116275"/>
                <a:gd name="connsiteY14" fmla="*/ 458303 h 821232"/>
                <a:gd name="connsiteX15" fmla="*/ 1921526 w 2116275"/>
                <a:gd name="connsiteY15" fmla="*/ 773546 h 821232"/>
                <a:gd name="connsiteX16" fmla="*/ 1838956 w 2116275"/>
                <a:gd name="connsiteY16" fmla="*/ 821233 h 821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16275" h="821232">
                  <a:moveTo>
                    <a:pt x="1838980" y="821233"/>
                  </a:moveTo>
                  <a:lnTo>
                    <a:pt x="515" y="821233"/>
                  </a:lnTo>
                  <a:lnTo>
                    <a:pt x="515" y="806669"/>
                  </a:lnTo>
                  <a:lnTo>
                    <a:pt x="1838980" y="806669"/>
                  </a:lnTo>
                  <a:cubicBezTo>
                    <a:pt x="1867762" y="806669"/>
                    <a:pt x="1894558" y="791199"/>
                    <a:pt x="1908949" y="766265"/>
                  </a:cubicBezTo>
                  <a:lnTo>
                    <a:pt x="2090957" y="451021"/>
                  </a:lnTo>
                  <a:cubicBezTo>
                    <a:pt x="2105348" y="426087"/>
                    <a:pt x="2105348" y="395146"/>
                    <a:pt x="2090957" y="370212"/>
                  </a:cubicBezTo>
                  <a:lnTo>
                    <a:pt x="1908949" y="54968"/>
                  </a:lnTo>
                  <a:cubicBezTo>
                    <a:pt x="1894558" y="30058"/>
                    <a:pt x="1867738" y="14563"/>
                    <a:pt x="1838980" y="14563"/>
                  </a:cubicBezTo>
                  <a:lnTo>
                    <a:pt x="0" y="14563"/>
                  </a:lnTo>
                  <a:lnTo>
                    <a:pt x="0" y="0"/>
                  </a:lnTo>
                  <a:lnTo>
                    <a:pt x="1838956" y="0"/>
                  </a:lnTo>
                  <a:cubicBezTo>
                    <a:pt x="1872910" y="0"/>
                    <a:pt x="1904561" y="18265"/>
                    <a:pt x="1921526" y="47686"/>
                  </a:cubicBezTo>
                  <a:lnTo>
                    <a:pt x="2103534" y="362930"/>
                  </a:lnTo>
                  <a:cubicBezTo>
                    <a:pt x="2120523" y="392351"/>
                    <a:pt x="2120523" y="428882"/>
                    <a:pt x="2103534" y="458303"/>
                  </a:cubicBezTo>
                  <a:lnTo>
                    <a:pt x="1921526" y="773546"/>
                  </a:lnTo>
                  <a:cubicBezTo>
                    <a:pt x="1904536" y="802967"/>
                    <a:pt x="1872910" y="821233"/>
                    <a:pt x="1838956" y="821233"/>
                  </a:cubicBezTo>
                  <a:close/>
                </a:path>
              </a:pathLst>
            </a:custGeom>
            <a:solidFill>
              <a:srgbClr val="4D4D4D"/>
            </a:solidFill>
            <a:ln w="2450" cap="flat">
              <a:noFill/>
              <a:prstDash val="solid"/>
              <a:miter/>
            </a:ln>
          </p:spPr>
          <p:txBody>
            <a:bodyPr rtlCol="0" anchor="ctr"/>
            <a:lstStyle/>
            <a:p>
              <a:endParaRPr lang="en-US"/>
            </a:p>
          </p:txBody>
        </p:sp>
        <p:sp>
          <p:nvSpPr>
            <p:cNvPr id="15" name="Freeform 22">
              <a:extLst>
                <a:ext uri="{FF2B5EF4-FFF2-40B4-BE49-F238E27FC236}">
                  <a16:creationId xmlns:a16="http://schemas.microsoft.com/office/drawing/2014/main" id="{502998F4-42AF-8639-47B1-E6895D80C745}"/>
                </a:ext>
              </a:extLst>
            </p:cNvPr>
            <p:cNvSpPr/>
            <p:nvPr/>
          </p:nvSpPr>
          <p:spPr>
            <a:xfrm rot="16757401">
              <a:off x="314500" y="2371232"/>
              <a:ext cx="184080" cy="175756"/>
            </a:xfrm>
            <a:custGeom>
              <a:avLst/>
              <a:gdLst>
                <a:gd name="connsiteX0" fmla="*/ 125425 w 125424"/>
                <a:gd name="connsiteY0" fmla="*/ 62715 h 125430"/>
                <a:gd name="connsiteX1" fmla="*/ 62712 w 125424"/>
                <a:gd name="connsiteY1" fmla="*/ 125431 h 125430"/>
                <a:gd name="connsiteX2" fmla="*/ 0 w 125424"/>
                <a:gd name="connsiteY2" fmla="*/ 62715 h 125430"/>
                <a:gd name="connsiteX3" fmla="*/ 62712 w 125424"/>
                <a:gd name="connsiteY3" fmla="*/ 0 h 125430"/>
                <a:gd name="connsiteX4" fmla="*/ 125425 w 125424"/>
                <a:gd name="connsiteY4" fmla="*/ 62715 h 1254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424" h="125430">
                  <a:moveTo>
                    <a:pt x="125425" y="62715"/>
                  </a:moveTo>
                  <a:cubicBezTo>
                    <a:pt x="125425" y="97352"/>
                    <a:pt x="97347" y="125431"/>
                    <a:pt x="62712" y="125431"/>
                  </a:cubicBezTo>
                  <a:cubicBezTo>
                    <a:pt x="28077" y="125431"/>
                    <a:pt x="0" y="97352"/>
                    <a:pt x="0" y="62715"/>
                  </a:cubicBezTo>
                  <a:cubicBezTo>
                    <a:pt x="0" y="28079"/>
                    <a:pt x="28077" y="0"/>
                    <a:pt x="62712" y="0"/>
                  </a:cubicBezTo>
                  <a:cubicBezTo>
                    <a:pt x="97347" y="0"/>
                    <a:pt x="125425" y="28079"/>
                    <a:pt x="125425" y="62715"/>
                  </a:cubicBezTo>
                  <a:close/>
                </a:path>
              </a:pathLst>
            </a:custGeom>
            <a:solidFill>
              <a:schemeClr val="accent1"/>
            </a:solidFill>
            <a:ln w="2450" cap="flat">
              <a:noFill/>
              <a:prstDash val="solid"/>
              <a:miter/>
            </a:ln>
          </p:spPr>
          <p:txBody>
            <a:bodyPr rtlCol="0" anchor="ctr"/>
            <a:lstStyle/>
            <a:p>
              <a:endParaRPr lang="en-US"/>
            </a:p>
          </p:txBody>
        </p:sp>
        <p:sp>
          <p:nvSpPr>
            <p:cNvPr id="16" name="Freeform 23">
              <a:extLst>
                <a:ext uri="{FF2B5EF4-FFF2-40B4-BE49-F238E27FC236}">
                  <a16:creationId xmlns:a16="http://schemas.microsoft.com/office/drawing/2014/main" id="{0296104F-AEFA-0BB7-FB33-DE325E89522A}"/>
                </a:ext>
              </a:extLst>
            </p:cNvPr>
            <p:cNvSpPr/>
            <p:nvPr/>
          </p:nvSpPr>
          <p:spPr>
            <a:xfrm>
              <a:off x="318656" y="1189172"/>
              <a:ext cx="175748" cy="184088"/>
            </a:xfrm>
            <a:custGeom>
              <a:avLst/>
              <a:gdLst>
                <a:gd name="connsiteX0" fmla="*/ 125425 w 125424"/>
                <a:gd name="connsiteY0" fmla="*/ 62715 h 125430"/>
                <a:gd name="connsiteX1" fmla="*/ 62712 w 125424"/>
                <a:gd name="connsiteY1" fmla="*/ 125431 h 125430"/>
                <a:gd name="connsiteX2" fmla="*/ 0 w 125424"/>
                <a:gd name="connsiteY2" fmla="*/ 62715 h 125430"/>
                <a:gd name="connsiteX3" fmla="*/ 62712 w 125424"/>
                <a:gd name="connsiteY3" fmla="*/ 0 h 125430"/>
                <a:gd name="connsiteX4" fmla="*/ 125425 w 125424"/>
                <a:gd name="connsiteY4" fmla="*/ 62715 h 1254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424" h="125430">
                  <a:moveTo>
                    <a:pt x="125425" y="62715"/>
                  </a:moveTo>
                  <a:cubicBezTo>
                    <a:pt x="125425" y="97352"/>
                    <a:pt x="97347" y="125431"/>
                    <a:pt x="62712" y="125431"/>
                  </a:cubicBezTo>
                  <a:cubicBezTo>
                    <a:pt x="28077" y="125431"/>
                    <a:pt x="0" y="97352"/>
                    <a:pt x="0" y="62715"/>
                  </a:cubicBezTo>
                  <a:cubicBezTo>
                    <a:pt x="0" y="28079"/>
                    <a:pt x="28077" y="0"/>
                    <a:pt x="62712" y="0"/>
                  </a:cubicBezTo>
                  <a:cubicBezTo>
                    <a:pt x="97347" y="0"/>
                    <a:pt x="125425" y="28079"/>
                    <a:pt x="125425" y="62715"/>
                  </a:cubicBezTo>
                  <a:close/>
                </a:path>
              </a:pathLst>
            </a:custGeom>
            <a:solidFill>
              <a:schemeClr val="accent1"/>
            </a:solidFill>
            <a:ln w="2450" cap="flat">
              <a:noFill/>
              <a:prstDash val="solid"/>
              <a:miter/>
            </a:ln>
          </p:spPr>
          <p:txBody>
            <a:bodyPr rtlCol="0" anchor="ctr"/>
            <a:lstStyle/>
            <a:p>
              <a:endParaRPr lang="en-US"/>
            </a:p>
          </p:txBody>
        </p:sp>
        <p:sp>
          <p:nvSpPr>
            <p:cNvPr id="17" name="TextBox 16">
              <a:extLst>
                <a:ext uri="{FF2B5EF4-FFF2-40B4-BE49-F238E27FC236}">
                  <a16:creationId xmlns:a16="http://schemas.microsoft.com/office/drawing/2014/main" id="{29A317D1-9D59-06D2-97B4-311DB60C6BF5}"/>
                </a:ext>
              </a:extLst>
            </p:cNvPr>
            <p:cNvSpPr txBox="1"/>
            <p:nvPr/>
          </p:nvSpPr>
          <p:spPr>
            <a:xfrm>
              <a:off x="97486" y="1677256"/>
              <a:ext cx="3075902" cy="363216"/>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50" u="none" strike="noStrike" kern="1200" cap="none" spc="0" normalizeH="0" baseline="0" noProof="0">
                  <a:ln>
                    <a:noFill/>
                  </a:ln>
                  <a:solidFill>
                    <a:srgbClr val="FFFFFF"/>
                  </a:solidFill>
                  <a:effectLst/>
                  <a:uLnTx/>
                  <a:uFillTx/>
                  <a:latin typeface="PP Neue Machina Plain" pitchFamily="2" charset="77"/>
                  <a:ea typeface="Verdana" panose="020B0604030504040204" pitchFamily="34" charset="0"/>
                  <a:cs typeface="Verdana" panose="020B0604030504040204" pitchFamily="34" charset="0"/>
                </a:rPr>
                <a:t>3. Operationalize it for me</a:t>
              </a:r>
            </a:p>
          </p:txBody>
        </p:sp>
      </p:grpSp>
      <p:sp>
        <p:nvSpPr>
          <p:cNvPr id="84" name="Rounded Rectangle 83">
            <a:extLst>
              <a:ext uri="{FF2B5EF4-FFF2-40B4-BE49-F238E27FC236}">
                <a16:creationId xmlns:a16="http://schemas.microsoft.com/office/drawing/2014/main" id="{CC27E4AE-86F7-156C-8610-53B3799B9B2E}"/>
              </a:ext>
            </a:extLst>
          </p:cNvPr>
          <p:cNvSpPr/>
          <p:nvPr/>
        </p:nvSpPr>
        <p:spPr>
          <a:xfrm>
            <a:off x="4066169" y="2883400"/>
            <a:ext cx="2125267" cy="570875"/>
          </a:xfrm>
          <a:prstGeom prst="roundRect">
            <a:avLst/>
          </a:pr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34340" indent="-434340">
              <a:spcBef>
                <a:spcPts val="1200"/>
              </a:spcBef>
              <a:spcAft>
                <a:spcPts val="600"/>
              </a:spcAft>
              <a:buFont typeface="+mj-lt"/>
              <a:buAutoNum type="alphaLcPeriod" startAt="3"/>
              <a:defRPr/>
            </a:pPr>
            <a:r>
              <a:rPr lang="en-US" sz="1200">
                <a:solidFill>
                  <a:schemeClr val="tx1"/>
                </a:solidFill>
                <a:ea typeface="Verdana" panose="020B0604030504040204" pitchFamily="34" charset="0"/>
              </a:rPr>
              <a:t>Contact Center Modernization</a:t>
            </a:r>
          </a:p>
        </p:txBody>
      </p:sp>
      <p:sp>
        <p:nvSpPr>
          <p:cNvPr id="85" name="Oval 84">
            <a:extLst>
              <a:ext uri="{FF2B5EF4-FFF2-40B4-BE49-F238E27FC236}">
                <a16:creationId xmlns:a16="http://schemas.microsoft.com/office/drawing/2014/main" id="{BA334216-23A4-BD1D-6B47-9BF81027547C}"/>
              </a:ext>
            </a:extLst>
          </p:cNvPr>
          <p:cNvSpPr>
            <a:spLocks noChangeAspect="1"/>
          </p:cNvSpPr>
          <p:nvPr/>
        </p:nvSpPr>
        <p:spPr>
          <a:xfrm>
            <a:off x="3861478" y="2883401"/>
            <a:ext cx="598222" cy="598222"/>
          </a:xfrm>
          <a:prstGeom prst="ellipse">
            <a:avLst/>
          </a:prstGeom>
          <a:solidFill>
            <a:schemeClr val="accent2">
              <a:lumMod val="20000"/>
              <a:lumOff val="80000"/>
            </a:schemeClr>
          </a:solidFill>
          <a:ln w="190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4">
                  <a:lumMod val="75000"/>
                </a:schemeClr>
              </a:solidFill>
            </a:endParaRPr>
          </a:p>
        </p:txBody>
      </p:sp>
      <p:sp>
        <p:nvSpPr>
          <p:cNvPr id="87" name="Rounded Rectangle 86">
            <a:extLst>
              <a:ext uri="{FF2B5EF4-FFF2-40B4-BE49-F238E27FC236}">
                <a16:creationId xmlns:a16="http://schemas.microsoft.com/office/drawing/2014/main" id="{5CE23801-57B2-1C64-6A91-A29D98B27F4D}"/>
              </a:ext>
            </a:extLst>
          </p:cNvPr>
          <p:cNvSpPr/>
          <p:nvPr/>
        </p:nvSpPr>
        <p:spPr>
          <a:xfrm>
            <a:off x="4066169" y="3582625"/>
            <a:ext cx="2125267" cy="570875"/>
          </a:xfrm>
          <a:prstGeom prst="roundRect">
            <a:avLst/>
          </a:pr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34340" indent="-434340">
              <a:spcBef>
                <a:spcPts val="1200"/>
              </a:spcBef>
              <a:spcAft>
                <a:spcPts val="600"/>
              </a:spcAft>
              <a:buFont typeface="+mj-lt"/>
              <a:buAutoNum type="alphaLcPeriod" startAt="3"/>
              <a:defRPr/>
            </a:pPr>
            <a:r>
              <a:rPr lang="en-US" sz="1200">
                <a:solidFill>
                  <a:schemeClr val="tx1"/>
                </a:solidFill>
                <a:ea typeface="Verdana" panose="020B0604030504040204" pitchFamily="34" charset="0"/>
              </a:rPr>
              <a:t>Information and Knowledge Management</a:t>
            </a:r>
          </a:p>
        </p:txBody>
      </p:sp>
      <p:sp>
        <p:nvSpPr>
          <p:cNvPr id="88" name="Oval 87">
            <a:extLst>
              <a:ext uri="{FF2B5EF4-FFF2-40B4-BE49-F238E27FC236}">
                <a16:creationId xmlns:a16="http://schemas.microsoft.com/office/drawing/2014/main" id="{402771EF-76A4-FADF-B5C9-2E855995316A}"/>
              </a:ext>
            </a:extLst>
          </p:cNvPr>
          <p:cNvSpPr>
            <a:spLocks noChangeAspect="1"/>
          </p:cNvSpPr>
          <p:nvPr/>
        </p:nvSpPr>
        <p:spPr>
          <a:xfrm>
            <a:off x="3861478" y="3582626"/>
            <a:ext cx="598222" cy="598222"/>
          </a:xfrm>
          <a:prstGeom prst="ellipse">
            <a:avLst/>
          </a:prstGeom>
          <a:solidFill>
            <a:schemeClr val="accent2">
              <a:lumMod val="20000"/>
              <a:lumOff val="80000"/>
            </a:schemeClr>
          </a:solidFill>
          <a:ln w="190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4">
                  <a:lumMod val="75000"/>
                </a:schemeClr>
              </a:solidFill>
            </a:endParaRPr>
          </a:p>
        </p:txBody>
      </p:sp>
      <p:sp>
        <p:nvSpPr>
          <p:cNvPr id="90" name="Rounded Rectangle 89">
            <a:extLst>
              <a:ext uri="{FF2B5EF4-FFF2-40B4-BE49-F238E27FC236}">
                <a16:creationId xmlns:a16="http://schemas.microsoft.com/office/drawing/2014/main" id="{0106C338-4156-771C-CC5F-9DB0651E5429}"/>
              </a:ext>
            </a:extLst>
          </p:cNvPr>
          <p:cNvSpPr/>
          <p:nvPr/>
        </p:nvSpPr>
        <p:spPr>
          <a:xfrm>
            <a:off x="6635421" y="2839699"/>
            <a:ext cx="2125267" cy="570875"/>
          </a:xfrm>
          <a:prstGeom prst="roundRect">
            <a:avLst/>
          </a:pr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34340" indent="-434340">
              <a:spcBef>
                <a:spcPts val="1200"/>
              </a:spcBef>
              <a:spcAft>
                <a:spcPts val="600"/>
              </a:spcAft>
              <a:buFont typeface="+mj-lt"/>
              <a:buAutoNum type="alphaLcPeriod" startAt="3"/>
              <a:defRPr/>
            </a:pPr>
            <a:r>
              <a:rPr lang="en-US" sz="1200">
                <a:solidFill>
                  <a:schemeClr val="tx1"/>
                </a:solidFill>
                <a:ea typeface="Verdana" panose="020B0604030504040204" pitchFamily="34" charset="0"/>
              </a:rPr>
              <a:t>Agentic Document Processing</a:t>
            </a:r>
          </a:p>
        </p:txBody>
      </p:sp>
      <p:sp>
        <p:nvSpPr>
          <p:cNvPr id="91" name="Oval 90">
            <a:extLst>
              <a:ext uri="{FF2B5EF4-FFF2-40B4-BE49-F238E27FC236}">
                <a16:creationId xmlns:a16="http://schemas.microsoft.com/office/drawing/2014/main" id="{1101C274-F907-9F02-F312-F1F3FFAC774A}"/>
              </a:ext>
            </a:extLst>
          </p:cNvPr>
          <p:cNvSpPr>
            <a:spLocks noChangeAspect="1"/>
          </p:cNvSpPr>
          <p:nvPr/>
        </p:nvSpPr>
        <p:spPr>
          <a:xfrm>
            <a:off x="6430730" y="2839700"/>
            <a:ext cx="598222" cy="598222"/>
          </a:xfrm>
          <a:prstGeom prst="ellipse">
            <a:avLst/>
          </a:prstGeom>
          <a:solidFill>
            <a:schemeClr val="accent2">
              <a:lumMod val="20000"/>
              <a:lumOff val="80000"/>
            </a:schemeClr>
          </a:solidFill>
          <a:ln w="190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4">
                  <a:lumMod val="75000"/>
                </a:schemeClr>
              </a:solidFill>
            </a:endParaRPr>
          </a:p>
        </p:txBody>
      </p:sp>
      <p:sp>
        <p:nvSpPr>
          <p:cNvPr id="97" name="Rounded Rectangle 96">
            <a:extLst>
              <a:ext uri="{FF2B5EF4-FFF2-40B4-BE49-F238E27FC236}">
                <a16:creationId xmlns:a16="http://schemas.microsoft.com/office/drawing/2014/main" id="{C96EC563-A3B1-A9DA-BBA1-41C194E8289F}"/>
              </a:ext>
            </a:extLst>
          </p:cNvPr>
          <p:cNvSpPr/>
          <p:nvPr/>
        </p:nvSpPr>
        <p:spPr>
          <a:xfrm>
            <a:off x="6635421" y="3590569"/>
            <a:ext cx="2125267" cy="570875"/>
          </a:xfrm>
          <a:prstGeom prst="roundRect">
            <a:avLst/>
          </a:pr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34340" indent="-434340">
              <a:spcBef>
                <a:spcPts val="1200"/>
              </a:spcBef>
              <a:spcAft>
                <a:spcPts val="600"/>
              </a:spcAft>
              <a:buFont typeface="+mj-lt"/>
              <a:buAutoNum type="alphaLcPeriod" startAt="3"/>
              <a:defRPr/>
            </a:pPr>
            <a:r>
              <a:rPr lang="en-US" sz="1200">
                <a:solidFill>
                  <a:schemeClr val="tx1"/>
                </a:solidFill>
                <a:ea typeface="Verdana" panose="020B0604030504040204" pitchFamily="34" charset="0"/>
              </a:rPr>
              <a:t>AI Validation and Hardening</a:t>
            </a:r>
          </a:p>
        </p:txBody>
      </p:sp>
      <p:sp>
        <p:nvSpPr>
          <p:cNvPr id="98" name="Oval 97">
            <a:extLst>
              <a:ext uri="{FF2B5EF4-FFF2-40B4-BE49-F238E27FC236}">
                <a16:creationId xmlns:a16="http://schemas.microsoft.com/office/drawing/2014/main" id="{71FE1CCF-4012-2721-A7C9-CC7F03405FBD}"/>
              </a:ext>
            </a:extLst>
          </p:cNvPr>
          <p:cNvSpPr>
            <a:spLocks noChangeAspect="1"/>
          </p:cNvSpPr>
          <p:nvPr/>
        </p:nvSpPr>
        <p:spPr>
          <a:xfrm>
            <a:off x="6430730" y="3590570"/>
            <a:ext cx="598222" cy="598222"/>
          </a:xfrm>
          <a:prstGeom prst="ellipse">
            <a:avLst/>
          </a:prstGeom>
          <a:solidFill>
            <a:schemeClr val="accent2">
              <a:lumMod val="20000"/>
              <a:lumOff val="80000"/>
            </a:schemeClr>
          </a:solidFill>
          <a:ln w="190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4">
                  <a:lumMod val="75000"/>
                </a:schemeClr>
              </a:solidFill>
            </a:endParaRPr>
          </a:p>
        </p:txBody>
      </p:sp>
      <p:sp>
        <p:nvSpPr>
          <p:cNvPr id="101" name="Rounded Rectangle 100">
            <a:extLst>
              <a:ext uri="{FF2B5EF4-FFF2-40B4-BE49-F238E27FC236}">
                <a16:creationId xmlns:a16="http://schemas.microsoft.com/office/drawing/2014/main" id="{2B584B1D-9E0C-8E5D-9E05-2681BD2F6153}"/>
              </a:ext>
            </a:extLst>
          </p:cNvPr>
          <p:cNvSpPr/>
          <p:nvPr/>
        </p:nvSpPr>
        <p:spPr>
          <a:xfrm>
            <a:off x="9210542" y="2839481"/>
            <a:ext cx="2125267" cy="570875"/>
          </a:xfrm>
          <a:prstGeom prst="roundRect">
            <a:avLst/>
          </a:pr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34340" indent="-434340">
              <a:spcBef>
                <a:spcPts val="1200"/>
              </a:spcBef>
              <a:spcAft>
                <a:spcPts val="600"/>
              </a:spcAft>
              <a:buFont typeface="+mj-lt"/>
              <a:buAutoNum type="alphaLcPeriod" startAt="3"/>
              <a:defRPr/>
            </a:pPr>
            <a:r>
              <a:rPr lang="en-US" sz="1200">
                <a:solidFill>
                  <a:schemeClr val="tx1"/>
                </a:solidFill>
                <a:ea typeface="Verdana" panose="020B0604030504040204" pitchFamily="34" charset="0"/>
              </a:rPr>
              <a:t>Business Process </a:t>
            </a:r>
            <a:r>
              <a:rPr lang="en-US" sz="1200" err="1">
                <a:solidFill>
                  <a:schemeClr val="tx1"/>
                </a:solidFill>
                <a:ea typeface="Verdana" panose="020B0604030504040204" pitchFamily="34" charset="0"/>
              </a:rPr>
              <a:t>Agentification</a:t>
            </a:r>
            <a:endParaRPr lang="en-US" sz="1200">
              <a:solidFill>
                <a:schemeClr val="tx1"/>
              </a:solidFill>
              <a:ea typeface="Verdana" panose="020B0604030504040204" pitchFamily="34" charset="0"/>
            </a:endParaRPr>
          </a:p>
        </p:txBody>
      </p:sp>
      <p:sp>
        <p:nvSpPr>
          <p:cNvPr id="102" name="Oval 101">
            <a:extLst>
              <a:ext uri="{FF2B5EF4-FFF2-40B4-BE49-F238E27FC236}">
                <a16:creationId xmlns:a16="http://schemas.microsoft.com/office/drawing/2014/main" id="{C6657A96-71A8-ED23-FCF8-DDA58A4A75E4}"/>
              </a:ext>
            </a:extLst>
          </p:cNvPr>
          <p:cNvSpPr>
            <a:spLocks noChangeAspect="1"/>
          </p:cNvSpPr>
          <p:nvPr/>
        </p:nvSpPr>
        <p:spPr>
          <a:xfrm>
            <a:off x="9005851" y="2839482"/>
            <a:ext cx="598222" cy="598222"/>
          </a:xfrm>
          <a:prstGeom prst="ellipse">
            <a:avLst/>
          </a:prstGeom>
          <a:solidFill>
            <a:schemeClr val="accent2">
              <a:lumMod val="20000"/>
              <a:lumOff val="80000"/>
            </a:schemeClr>
          </a:solidFill>
          <a:ln w="190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4">
                  <a:lumMod val="75000"/>
                </a:schemeClr>
              </a:solidFill>
            </a:endParaRPr>
          </a:p>
        </p:txBody>
      </p:sp>
      <p:sp>
        <p:nvSpPr>
          <p:cNvPr id="110" name="Rounded Rectangle 109">
            <a:extLst>
              <a:ext uri="{FF2B5EF4-FFF2-40B4-BE49-F238E27FC236}">
                <a16:creationId xmlns:a16="http://schemas.microsoft.com/office/drawing/2014/main" id="{8AAFDFE6-42B2-7A8E-5C61-5D3F4BB103F1}"/>
              </a:ext>
            </a:extLst>
          </p:cNvPr>
          <p:cNvSpPr/>
          <p:nvPr/>
        </p:nvSpPr>
        <p:spPr>
          <a:xfrm>
            <a:off x="4066169" y="1367905"/>
            <a:ext cx="2125267" cy="570875"/>
          </a:xfrm>
          <a:prstGeom prst="roundRect">
            <a:avLst/>
          </a:prstGeom>
          <a:noFill/>
          <a:ln w="190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34340" indent="-434340">
              <a:spcBef>
                <a:spcPts val="1200"/>
              </a:spcBef>
              <a:spcAft>
                <a:spcPts val="600"/>
              </a:spcAft>
              <a:buFont typeface="+mj-lt"/>
              <a:buAutoNum type="alphaLcPeriod" startAt="3"/>
            </a:pPr>
            <a:r>
              <a:rPr lang="en-US" sz="1200">
                <a:solidFill>
                  <a:schemeClr val="tx1"/>
                </a:solidFill>
                <a:ea typeface="Verdana" panose="020B0604030504040204" pitchFamily="34" charset="0"/>
              </a:rPr>
              <a:t>AI Advisory</a:t>
            </a:r>
          </a:p>
        </p:txBody>
      </p:sp>
      <p:sp>
        <p:nvSpPr>
          <p:cNvPr id="111" name="Oval 110">
            <a:extLst>
              <a:ext uri="{FF2B5EF4-FFF2-40B4-BE49-F238E27FC236}">
                <a16:creationId xmlns:a16="http://schemas.microsoft.com/office/drawing/2014/main" id="{4AE2E8C1-4B82-851D-A684-3D8B542E621A}"/>
              </a:ext>
            </a:extLst>
          </p:cNvPr>
          <p:cNvSpPr>
            <a:spLocks noChangeAspect="1"/>
          </p:cNvSpPr>
          <p:nvPr/>
        </p:nvSpPr>
        <p:spPr>
          <a:xfrm>
            <a:off x="3861478" y="1367906"/>
            <a:ext cx="598222" cy="598222"/>
          </a:xfrm>
          <a:prstGeom prst="ellipse">
            <a:avLst/>
          </a:prstGeom>
          <a:solidFill>
            <a:schemeClr val="accent3">
              <a:lumMod val="20000"/>
              <a:lumOff val="80000"/>
            </a:schemeClr>
          </a:solidFill>
          <a:ln w="19050">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4">
                  <a:lumMod val="75000"/>
                </a:schemeClr>
              </a:solidFill>
            </a:endParaRPr>
          </a:p>
        </p:txBody>
      </p:sp>
      <p:pic>
        <p:nvPicPr>
          <p:cNvPr id="112" name="Picture 111">
            <a:extLst>
              <a:ext uri="{FF2B5EF4-FFF2-40B4-BE49-F238E27FC236}">
                <a16:creationId xmlns:a16="http://schemas.microsoft.com/office/drawing/2014/main" id="{63ECD800-4DE4-8C86-3A41-67E98FFE3CB4}"/>
              </a:ext>
            </a:extLst>
          </p:cNvPr>
          <p:cNvPicPr>
            <a:picLocks noChangeAspect="1"/>
          </p:cNvPicPr>
          <p:nvPr/>
        </p:nvPicPr>
        <p:blipFill>
          <a:blip r:embed="rId3"/>
          <a:stretch>
            <a:fillRect/>
          </a:stretch>
        </p:blipFill>
        <p:spPr>
          <a:xfrm>
            <a:off x="3916632" y="1423062"/>
            <a:ext cx="487908" cy="487908"/>
          </a:xfrm>
          <a:prstGeom prst="rect">
            <a:avLst/>
          </a:prstGeom>
        </p:spPr>
      </p:pic>
      <p:sp>
        <p:nvSpPr>
          <p:cNvPr id="114" name="Rounded Rectangle 113">
            <a:extLst>
              <a:ext uri="{FF2B5EF4-FFF2-40B4-BE49-F238E27FC236}">
                <a16:creationId xmlns:a16="http://schemas.microsoft.com/office/drawing/2014/main" id="{C9EC60C0-2A69-E7CA-4B1E-A4ED46F8CE10}"/>
              </a:ext>
            </a:extLst>
          </p:cNvPr>
          <p:cNvSpPr/>
          <p:nvPr/>
        </p:nvSpPr>
        <p:spPr>
          <a:xfrm>
            <a:off x="6643371" y="1330225"/>
            <a:ext cx="2125267" cy="570875"/>
          </a:xfrm>
          <a:prstGeom prst="roundRect">
            <a:avLst/>
          </a:prstGeom>
          <a:noFill/>
          <a:ln w="190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34340" indent="-434340">
              <a:spcBef>
                <a:spcPts val="1200"/>
              </a:spcBef>
              <a:spcAft>
                <a:spcPts val="600"/>
              </a:spcAft>
              <a:buFont typeface="+mj-lt"/>
              <a:buAutoNum type="alphaLcPeriod" startAt="3"/>
            </a:pPr>
            <a:r>
              <a:rPr lang="en-US" sz="1200">
                <a:solidFill>
                  <a:schemeClr val="tx1"/>
                </a:solidFill>
                <a:ea typeface="Verdana" panose="020B0604030504040204" pitchFamily="34" charset="0"/>
              </a:rPr>
              <a:t>Rapid Prototyping</a:t>
            </a:r>
          </a:p>
        </p:txBody>
      </p:sp>
      <p:sp>
        <p:nvSpPr>
          <p:cNvPr id="115" name="Oval 114">
            <a:extLst>
              <a:ext uri="{FF2B5EF4-FFF2-40B4-BE49-F238E27FC236}">
                <a16:creationId xmlns:a16="http://schemas.microsoft.com/office/drawing/2014/main" id="{71306DF0-EBFC-7F5A-6926-B485E9396C15}"/>
              </a:ext>
            </a:extLst>
          </p:cNvPr>
          <p:cNvSpPr>
            <a:spLocks noChangeAspect="1"/>
          </p:cNvSpPr>
          <p:nvPr/>
        </p:nvSpPr>
        <p:spPr>
          <a:xfrm>
            <a:off x="6438680" y="1330226"/>
            <a:ext cx="598222" cy="598222"/>
          </a:xfrm>
          <a:prstGeom prst="ellipse">
            <a:avLst/>
          </a:prstGeom>
          <a:solidFill>
            <a:schemeClr val="accent3">
              <a:lumMod val="20000"/>
              <a:lumOff val="80000"/>
            </a:schemeClr>
          </a:solidFill>
          <a:ln w="19050">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4">
                  <a:lumMod val="75000"/>
                </a:schemeClr>
              </a:solidFill>
            </a:endParaRPr>
          </a:p>
        </p:txBody>
      </p:sp>
      <p:sp>
        <p:nvSpPr>
          <p:cNvPr id="118" name="Rounded Rectangle 117">
            <a:extLst>
              <a:ext uri="{FF2B5EF4-FFF2-40B4-BE49-F238E27FC236}">
                <a16:creationId xmlns:a16="http://schemas.microsoft.com/office/drawing/2014/main" id="{A5B25B2F-4719-7A0C-F4CC-C903C4211A2B}"/>
              </a:ext>
            </a:extLst>
          </p:cNvPr>
          <p:cNvSpPr/>
          <p:nvPr/>
        </p:nvSpPr>
        <p:spPr>
          <a:xfrm>
            <a:off x="4037649" y="5204656"/>
            <a:ext cx="2125267" cy="570875"/>
          </a:xfrm>
          <a:prstGeom prst="round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34340" indent="-434340">
              <a:spcBef>
                <a:spcPts val="1200"/>
              </a:spcBef>
              <a:spcAft>
                <a:spcPts val="600"/>
              </a:spcAft>
              <a:buFont typeface="+mj-lt"/>
              <a:buAutoNum type="alphaLcPeriod" startAt="3"/>
              <a:defRPr/>
            </a:pPr>
            <a:r>
              <a:rPr lang="en-US" sz="1200">
                <a:solidFill>
                  <a:schemeClr val="tx1"/>
                </a:solidFill>
                <a:ea typeface="Verdana" panose="020B0604030504040204" pitchFamily="34" charset="0"/>
              </a:rPr>
              <a:t>Modern AI Operationalization</a:t>
            </a:r>
          </a:p>
        </p:txBody>
      </p:sp>
      <p:sp>
        <p:nvSpPr>
          <p:cNvPr id="119" name="Oval 118">
            <a:extLst>
              <a:ext uri="{FF2B5EF4-FFF2-40B4-BE49-F238E27FC236}">
                <a16:creationId xmlns:a16="http://schemas.microsoft.com/office/drawing/2014/main" id="{E2935D0F-9ECE-A885-4B5F-8A5A3498C89C}"/>
              </a:ext>
            </a:extLst>
          </p:cNvPr>
          <p:cNvSpPr>
            <a:spLocks noChangeAspect="1"/>
          </p:cNvSpPr>
          <p:nvPr/>
        </p:nvSpPr>
        <p:spPr>
          <a:xfrm>
            <a:off x="3832958" y="5204657"/>
            <a:ext cx="598222" cy="598222"/>
          </a:xfrm>
          <a:prstGeom prst="ellipse">
            <a:avLst/>
          </a:prstGeom>
          <a:solidFill>
            <a:schemeClr val="accent1">
              <a:lumMod val="20000"/>
              <a:lumOff val="80000"/>
            </a:schemeClr>
          </a:solidFill>
          <a:ln w="1905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4">
                  <a:lumMod val="75000"/>
                </a:schemeClr>
              </a:solidFill>
            </a:endParaRPr>
          </a:p>
        </p:txBody>
      </p:sp>
      <p:pic>
        <p:nvPicPr>
          <p:cNvPr id="121" name="Picture 120">
            <a:extLst>
              <a:ext uri="{FF2B5EF4-FFF2-40B4-BE49-F238E27FC236}">
                <a16:creationId xmlns:a16="http://schemas.microsoft.com/office/drawing/2014/main" id="{2F484E30-5BFA-8AB7-C694-76989C84704B}"/>
              </a:ext>
            </a:extLst>
          </p:cNvPr>
          <p:cNvPicPr>
            <a:picLocks noChangeAspect="1"/>
          </p:cNvPicPr>
          <p:nvPr/>
        </p:nvPicPr>
        <p:blipFill>
          <a:blip r:embed="rId4"/>
          <a:stretch>
            <a:fillRect/>
          </a:stretch>
        </p:blipFill>
        <p:spPr>
          <a:xfrm>
            <a:off x="6538250" y="1446635"/>
            <a:ext cx="385677" cy="385677"/>
          </a:xfrm>
          <a:prstGeom prst="rect">
            <a:avLst/>
          </a:prstGeom>
        </p:spPr>
      </p:pic>
      <p:pic>
        <p:nvPicPr>
          <p:cNvPr id="122" name="Picture 121">
            <a:extLst>
              <a:ext uri="{FF2B5EF4-FFF2-40B4-BE49-F238E27FC236}">
                <a16:creationId xmlns:a16="http://schemas.microsoft.com/office/drawing/2014/main" id="{F659549B-7833-03E1-797B-285EA5C6D946}"/>
              </a:ext>
            </a:extLst>
          </p:cNvPr>
          <p:cNvPicPr>
            <a:picLocks noChangeAspect="1"/>
          </p:cNvPicPr>
          <p:nvPr/>
        </p:nvPicPr>
        <p:blipFill>
          <a:blip r:embed="rId5"/>
          <a:stretch>
            <a:fillRect/>
          </a:stretch>
        </p:blipFill>
        <p:spPr>
          <a:xfrm>
            <a:off x="3951419" y="2957870"/>
            <a:ext cx="426765" cy="426765"/>
          </a:xfrm>
          <a:prstGeom prst="rect">
            <a:avLst/>
          </a:prstGeom>
        </p:spPr>
      </p:pic>
      <p:pic>
        <p:nvPicPr>
          <p:cNvPr id="1028" name="Picture 4" descr="Knowledge Management Icons - Free SVG &amp; PNG Knowledge Management Images -  Noun Project">
            <a:extLst>
              <a:ext uri="{FF2B5EF4-FFF2-40B4-BE49-F238E27FC236}">
                <a16:creationId xmlns:a16="http://schemas.microsoft.com/office/drawing/2014/main" id="{14A80E03-F69D-FF81-6BC7-76B24FE3E35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66502" y="3690835"/>
            <a:ext cx="388173" cy="38817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Process - Free business icons">
            <a:extLst>
              <a:ext uri="{FF2B5EF4-FFF2-40B4-BE49-F238E27FC236}">
                <a16:creationId xmlns:a16="http://schemas.microsoft.com/office/drawing/2014/main" id="{A04008C0-A82A-8246-9F72-C0E370E94BA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95965" y="2913697"/>
            <a:ext cx="427962" cy="42796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Valid - Free business and finance icons">
            <a:extLst>
              <a:ext uri="{FF2B5EF4-FFF2-40B4-BE49-F238E27FC236}">
                <a16:creationId xmlns:a16="http://schemas.microsoft.com/office/drawing/2014/main" id="{C212703D-7563-EF96-07CA-9A612B0D553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54018" y="3725504"/>
            <a:ext cx="351643" cy="351643"/>
          </a:xfrm>
          <a:prstGeom prst="rect">
            <a:avLst/>
          </a:prstGeom>
          <a:noFill/>
          <a:extLst>
            <a:ext uri="{909E8E84-426E-40DD-AFC4-6F175D3DCCD1}">
              <a14:hiddenFill xmlns:a14="http://schemas.microsoft.com/office/drawing/2010/main">
                <a:solidFill>
                  <a:srgbClr val="FFFFFF"/>
                </a:solidFill>
              </a14:hiddenFill>
            </a:ext>
          </a:extLst>
        </p:spPr>
      </p:pic>
      <p:pic>
        <p:nvPicPr>
          <p:cNvPr id="123" name="Picture 122">
            <a:extLst>
              <a:ext uri="{FF2B5EF4-FFF2-40B4-BE49-F238E27FC236}">
                <a16:creationId xmlns:a16="http://schemas.microsoft.com/office/drawing/2014/main" id="{9C8C0F1C-880D-2FA9-C8CC-86784875CD80}"/>
              </a:ext>
            </a:extLst>
          </p:cNvPr>
          <p:cNvPicPr>
            <a:picLocks noChangeAspect="1"/>
          </p:cNvPicPr>
          <p:nvPr/>
        </p:nvPicPr>
        <p:blipFill>
          <a:blip r:embed="rId9"/>
          <a:stretch>
            <a:fillRect/>
          </a:stretch>
        </p:blipFill>
        <p:spPr>
          <a:xfrm>
            <a:off x="9100467" y="2951291"/>
            <a:ext cx="403718" cy="403718"/>
          </a:xfrm>
          <a:prstGeom prst="rect">
            <a:avLst/>
          </a:prstGeom>
        </p:spPr>
      </p:pic>
      <p:pic>
        <p:nvPicPr>
          <p:cNvPr id="1034" name="Picture 10" descr="Technology - Free technology icons">
            <a:extLst>
              <a:ext uri="{FF2B5EF4-FFF2-40B4-BE49-F238E27FC236}">
                <a16:creationId xmlns:a16="http://schemas.microsoft.com/office/drawing/2014/main" id="{92BFFBF0-5943-A0AB-9106-123130F5EBF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97586" y="5299170"/>
            <a:ext cx="406721" cy="406721"/>
          </a:xfrm>
          <a:prstGeom prst="rect">
            <a:avLst/>
          </a:prstGeom>
          <a:noFill/>
          <a:extLst>
            <a:ext uri="{909E8E84-426E-40DD-AFC4-6F175D3DCCD1}">
              <a14:hiddenFill xmlns:a14="http://schemas.microsoft.com/office/drawing/2010/main">
                <a:solidFill>
                  <a:srgbClr val="FFFFFF"/>
                </a:solidFill>
              </a14:hiddenFill>
            </a:ext>
          </a:extLst>
        </p:spPr>
      </p:pic>
      <p:sp>
        <p:nvSpPr>
          <p:cNvPr id="18" name="Rounded Rectangle 17">
            <a:extLst>
              <a:ext uri="{FF2B5EF4-FFF2-40B4-BE49-F238E27FC236}">
                <a16:creationId xmlns:a16="http://schemas.microsoft.com/office/drawing/2014/main" id="{9B126F2C-EAD2-6482-6F75-1A031CB22D6D}"/>
              </a:ext>
            </a:extLst>
          </p:cNvPr>
          <p:cNvSpPr/>
          <p:nvPr/>
        </p:nvSpPr>
        <p:spPr>
          <a:xfrm>
            <a:off x="9226166" y="3602390"/>
            <a:ext cx="2125267" cy="570875"/>
          </a:xfrm>
          <a:prstGeom prst="roundRect">
            <a:avLst/>
          </a:pr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34340" indent="-434340">
              <a:spcBef>
                <a:spcPts val="1200"/>
              </a:spcBef>
              <a:spcAft>
                <a:spcPts val="600"/>
              </a:spcAft>
              <a:buFont typeface="+mj-lt"/>
              <a:buAutoNum type="alphaLcPeriod" startAt="3"/>
              <a:defRPr/>
            </a:pPr>
            <a:r>
              <a:rPr lang="en-US" sz="1200">
                <a:solidFill>
                  <a:schemeClr val="tx1"/>
                </a:solidFill>
                <a:ea typeface="Verdana" panose="020B0604030504040204" pitchFamily="34" charset="0"/>
              </a:rPr>
              <a:t>Agentic Platform Buildout</a:t>
            </a:r>
          </a:p>
        </p:txBody>
      </p:sp>
      <p:sp>
        <p:nvSpPr>
          <p:cNvPr id="19" name="Oval 18">
            <a:extLst>
              <a:ext uri="{FF2B5EF4-FFF2-40B4-BE49-F238E27FC236}">
                <a16:creationId xmlns:a16="http://schemas.microsoft.com/office/drawing/2014/main" id="{D1D0EA3E-66E6-E0F5-76E3-F0C7F31094BC}"/>
              </a:ext>
            </a:extLst>
          </p:cNvPr>
          <p:cNvSpPr>
            <a:spLocks noChangeAspect="1"/>
          </p:cNvSpPr>
          <p:nvPr/>
        </p:nvSpPr>
        <p:spPr>
          <a:xfrm>
            <a:off x="9021475" y="3602391"/>
            <a:ext cx="598222" cy="598222"/>
          </a:xfrm>
          <a:prstGeom prst="ellipse">
            <a:avLst/>
          </a:prstGeom>
          <a:solidFill>
            <a:schemeClr val="accent2">
              <a:lumMod val="20000"/>
              <a:lumOff val="80000"/>
            </a:schemeClr>
          </a:solidFill>
          <a:ln w="190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4">
                  <a:lumMod val="75000"/>
                </a:schemeClr>
              </a:solidFill>
            </a:endParaRPr>
          </a:p>
        </p:txBody>
      </p:sp>
      <p:pic>
        <p:nvPicPr>
          <p:cNvPr id="3074" name="Picture 2" descr="AI - Free technology icons">
            <a:hlinkClick r:id="rId11"/>
            <a:extLst>
              <a:ext uri="{FF2B5EF4-FFF2-40B4-BE49-F238E27FC236}">
                <a16:creationId xmlns:a16="http://schemas.microsoft.com/office/drawing/2014/main" id="{784D1A1A-F3DD-A0CA-CE49-806C2A86F3B4}"/>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142059" y="3722028"/>
            <a:ext cx="362126" cy="3621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58015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D57981-3D12-8730-D974-60C7C108BDA2}"/>
            </a:ext>
          </a:extLst>
        </p:cNvPr>
        <p:cNvGrpSpPr/>
        <p:nvPr/>
      </p:nvGrpSpPr>
      <p:grpSpPr>
        <a:xfrm>
          <a:off x="0" y="0"/>
          <a:ext cx="0" cy="0"/>
          <a:chOff x="0" y="0"/>
          <a:chExt cx="0" cy="0"/>
        </a:xfrm>
      </p:grpSpPr>
      <p:sp>
        <p:nvSpPr>
          <p:cNvPr id="12" name="object 5">
            <a:extLst>
              <a:ext uri="{FF2B5EF4-FFF2-40B4-BE49-F238E27FC236}">
                <a16:creationId xmlns:a16="http://schemas.microsoft.com/office/drawing/2014/main" id="{1770A77E-4F12-EE15-876C-84044ED197FB}"/>
              </a:ext>
            </a:extLst>
          </p:cNvPr>
          <p:cNvSpPr/>
          <p:nvPr/>
        </p:nvSpPr>
        <p:spPr>
          <a:xfrm>
            <a:off x="4721598" y="2047927"/>
            <a:ext cx="4032998" cy="1005840"/>
          </a:xfrm>
          <a:custGeom>
            <a:avLst/>
            <a:gdLst/>
            <a:ahLst/>
            <a:cxnLst/>
            <a:rect l="l" t="t" r="r" b="b"/>
            <a:pathLst>
              <a:path w="4486275" h="1076325">
                <a:moveTo>
                  <a:pt x="0" y="966787"/>
                </a:moveTo>
                <a:lnTo>
                  <a:pt x="0" y="109537"/>
                </a:lnTo>
                <a:lnTo>
                  <a:pt x="0" y="102345"/>
                </a:lnTo>
                <a:lnTo>
                  <a:pt x="701" y="95221"/>
                </a:lnTo>
                <a:lnTo>
                  <a:pt x="2104" y="88167"/>
                </a:lnTo>
                <a:lnTo>
                  <a:pt x="3507" y="81113"/>
                </a:lnTo>
                <a:lnTo>
                  <a:pt x="5585" y="74263"/>
                </a:lnTo>
                <a:lnTo>
                  <a:pt x="8338" y="67619"/>
                </a:lnTo>
                <a:lnTo>
                  <a:pt x="11090" y="60974"/>
                </a:lnTo>
                <a:lnTo>
                  <a:pt x="14464" y="54661"/>
                </a:lnTo>
                <a:lnTo>
                  <a:pt x="18460" y="48681"/>
                </a:lnTo>
                <a:lnTo>
                  <a:pt x="22456" y="42701"/>
                </a:lnTo>
                <a:lnTo>
                  <a:pt x="26997" y="37168"/>
                </a:lnTo>
                <a:lnTo>
                  <a:pt x="32082" y="32082"/>
                </a:lnTo>
                <a:lnTo>
                  <a:pt x="37168" y="26996"/>
                </a:lnTo>
                <a:lnTo>
                  <a:pt x="42701" y="22456"/>
                </a:lnTo>
                <a:lnTo>
                  <a:pt x="48681" y="18460"/>
                </a:lnTo>
                <a:lnTo>
                  <a:pt x="54661" y="14464"/>
                </a:lnTo>
                <a:lnTo>
                  <a:pt x="60974" y="11090"/>
                </a:lnTo>
                <a:lnTo>
                  <a:pt x="67619" y="8337"/>
                </a:lnTo>
                <a:lnTo>
                  <a:pt x="74264" y="5585"/>
                </a:lnTo>
                <a:lnTo>
                  <a:pt x="81113" y="3507"/>
                </a:lnTo>
                <a:lnTo>
                  <a:pt x="88167" y="2104"/>
                </a:lnTo>
                <a:lnTo>
                  <a:pt x="95221" y="701"/>
                </a:lnTo>
                <a:lnTo>
                  <a:pt x="102345" y="0"/>
                </a:lnTo>
                <a:lnTo>
                  <a:pt x="109537" y="0"/>
                </a:lnTo>
                <a:lnTo>
                  <a:pt x="4376737" y="0"/>
                </a:lnTo>
                <a:lnTo>
                  <a:pt x="4383929" y="0"/>
                </a:lnTo>
                <a:lnTo>
                  <a:pt x="4391052" y="701"/>
                </a:lnTo>
                <a:lnTo>
                  <a:pt x="4431612" y="14464"/>
                </a:lnTo>
                <a:lnTo>
                  <a:pt x="4454191" y="32082"/>
                </a:lnTo>
                <a:lnTo>
                  <a:pt x="4459277" y="37168"/>
                </a:lnTo>
                <a:lnTo>
                  <a:pt x="4463817" y="42701"/>
                </a:lnTo>
                <a:lnTo>
                  <a:pt x="4467813" y="48681"/>
                </a:lnTo>
                <a:lnTo>
                  <a:pt x="4471809" y="54661"/>
                </a:lnTo>
                <a:lnTo>
                  <a:pt x="4475183" y="60974"/>
                </a:lnTo>
                <a:lnTo>
                  <a:pt x="4477935" y="67619"/>
                </a:lnTo>
                <a:lnTo>
                  <a:pt x="4480688" y="74263"/>
                </a:lnTo>
                <a:lnTo>
                  <a:pt x="4482766" y="81113"/>
                </a:lnTo>
                <a:lnTo>
                  <a:pt x="4484169" y="88167"/>
                </a:lnTo>
                <a:lnTo>
                  <a:pt x="4485572" y="95221"/>
                </a:lnTo>
                <a:lnTo>
                  <a:pt x="4486274" y="102345"/>
                </a:lnTo>
                <a:lnTo>
                  <a:pt x="4486274" y="109537"/>
                </a:lnTo>
                <a:lnTo>
                  <a:pt x="4486274" y="966787"/>
                </a:lnTo>
                <a:lnTo>
                  <a:pt x="4486274" y="973979"/>
                </a:lnTo>
                <a:lnTo>
                  <a:pt x="4485572" y="981103"/>
                </a:lnTo>
                <a:lnTo>
                  <a:pt x="4484169" y="988157"/>
                </a:lnTo>
                <a:lnTo>
                  <a:pt x="4482766" y="995210"/>
                </a:lnTo>
                <a:lnTo>
                  <a:pt x="4463817" y="1033622"/>
                </a:lnTo>
                <a:lnTo>
                  <a:pt x="4431612" y="1061860"/>
                </a:lnTo>
                <a:lnTo>
                  <a:pt x="4418654" y="1067986"/>
                </a:lnTo>
                <a:lnTo>
                  <a:pt x="4412010" y="1070738"/>
                </a:lnTo>
                <a:lnTo>
                  <a:pt x="4405160" y="1072816"/>
                </a:lnTo>
                <a:lnTo>
                  <a:pt x="4398106" y="1074220"/>
                </a:lnTo>
                <a:lnTo>
                  <a:pt x="4391052" y="1075623"/>
                </a:lnTo>
                <a:lnTo>
                  <a:pt x="4383929" y="1076324"/>
                </a:lnTo>
                <a:lnTo>
                  <a:pt x="4376737" y="1076324"/>
                </a:lnTo>
                <a:lnTo>
                  <a:pt x="109537" y="1076324"/>
                </a:lnTo>
                <a:lnTo>
                  <a:pt x="102345" y="1076324"/>
                </a:lnTo>
                <a:lnTo>
                  <a:pt x="95221" y="1075623"/>
                </a:lnTo>
                <a:lnTo>
                  <a:pt x="88167" y="1074220"/>
                </a:lnTo>
                <a:lnTo>
                  <a:pt x="81113" y="1072816"/>
                </a:lnTo>
                <a:lnTo>
                  <a:pt x="74264" y="1070738"/>
                </a:lnTo>
                <a:lnTo>
                  <a:pt x="67619" y="1067986"/>
                </a:lnTo>
                <a:lnTo>
                  <a:pt x="60974" y="1065234"/>
                </a:lnTo>
                <a:lnTo>
                  <a:pt x="26997" y="1039155"/>
                </a:lnTo>
                <a:lnTo>
                  <a:pt x="5585" y="1002060"/>
                </a:lnTo>
                <a:lnTo>
                  <a:pt x="0" y="973979"/>
                </a:lnTo>
                <a:lnTo>
                  <a:pt x="0" y="966787"/>
                </a:lnTo>
                <a:close/>
              </a:path>
            </a:pathLst>
          </a:custGeom>
          <a:solidFill>
            <a:srgbClr val="F9FAFA"/>
          </a:solidFill>
          <a:ln>
            <a:solidFill>
              <a:schemeClr val="bg1">
                <a:lumMod val="75000"/>
              </a:schemeClr>
            </a:solidFill>
          </a:ln>
        </p:spPr>
        <p:txBody>
          <a:bodyPr wrap="square" lIns="0" tIns="0" rIns="0" bIns="0" rtlCol="0"/>
          <a:lstStyle/>
          <a:p>
            <a:pPr defTabSz="829909"/>
            <a:endParaRPr lang="en-US" sz="1600" kern="0">
              <a:solidFill>
                <a:sysClr val="windowText" lastClr="000000"/>
              </a:solidFill>
              <a:cs typeface="Arial" panose="020B0604020202020204" pitchFamily="34" charset="0"/>
            </a:endParaRPr>
          </a:p>
        </p:txBody>
      </p:sp>
      <p:sp>
        <p:nvSpPr>
          <p:cNvPr id="14" name="object 8">
            <a:extLst>
              <a:ext uri="{FF2B5EF4-FFF2-40B4-BE49-F238E27FC236}">
                <a16:creationId xmlns:a16="http://schemas.microsoft.com/office/drawing/2014/main" id="{42DB32AB-8402-5130-07AE-2DA6E606AB37}"/>
              </a:ext>
            </a:extLst>
          </p:cNvPr>
          <p:cNvSpPr/>
          <p:nvPr/>
        </p:nvSpPr>
        <p:spPr>
          <a:xfrm>
            <a:off x="4721599" y="3231217"/>
            <a:ext cx="4032997" cy="1005840"/>
          </a:xfrm>
          <a:custGeom>
            <a:avLst/>
            <a:gdLst/>
            <a:ahLst/>
            <a:cxnLst/>
            <a:rect l="l" t="t" r="r" b="b"/>
            <a:pathLst>
              <a:path w="4486275" h="1266825">
                <a:moveTo>
                  <a:pt x="4383929" y="1266824"/>
                </a:moveTo>
                <a:lnTo>
                  <a:pt x="102345" y="1266824"/>
                </a:lnTo>
                <a:lnTo>
                  <a:pt x="95221" y="1266122"/>
                </a:lnTo>
                <a:lnTo>
                  <a:pt x="54661" y="1252359"/>
                </a:lnTo>
                <a:lnTo>
                  <a:pt x="22456" y="1224123"/>
                </a:lnTo>
                <a:lnTo>
                  <a:pt x="3507" y="1185710"/>
                </a:lnTo>
                <a:lnTo>
                  <a:pt x="0" y="1164479"/>
                </a:lnTo>
                <a:lnTo>
                  <a:pt x="0" y="1157287"/>
                </a:lnTo>
                <a:lnTo>
                  <a:pt x="0" y="102345"/>
                </a:lnTo>
                <a:lnTo>
                  <a:pt x="11090" y="60973"/>
                </a:lnTo>
                <a:lnTo>
                  <a:pt x="37168" y="26996"/>
                </a:lnTo>
                <a:lnTo>
                  <a:pt x="74264" y="5585"/>
                </a:lnTo>
                <a:lnTo>
                  <a:pt x="102345" y="0"/>
                </a:lnTo>
                <a:lnTo>
                  <a:pt x="4383929" y="0"/>
                </a:lnTo>
                <a:lnTo>
                  <a:pt x="4425299" y="11090"/>
                </a:lnTo>
                <a:lnTo>
                  <a:pt x="4459277" y="37168"/>
                </a:lnTo>
                <a:lnTo>
                  <a:pt x="4480688" y="74263"/>
                </a:lnTo>
                <a:lnTo>
                  <a:pt x="4486274" y="102345"/>
                </a:lnTo>
                <a:lnTo>
                  <a:pt x="4486274" y="1164479"/>
                </a:lnTo>
                <a:lnTo>
                  <a:pt x="4475183" y="1205849"/>
                </a:lnTo>
                <a:lnTo>
                  <a:pt x="4449105" y="1239827"/>
                </a:lnTo>
                <a:lnTo>
                  <a:pt x="4412010" y="1261238"/>
                </a:lnTo>
                <a:lnTo>
                  <a:pt x="4391052" y="1266122"/>
                </a:lnTo>
                <a:lnTo>
                  <a:pt x="4383929" y="1266824"/>
                </a:lnTo>
                <a:close/>
              </a:path>
            </a:pathLst>
          </a:custGeom>
          <a:solidFill>
            <a:srgbClr val="F9FAFA"/>
          </a:solidFill>
          <a:ln>
            <a:solidFill>
              <a:schemeClr val="bg1">
                <a:lumMod val="75000"/>
              </a:schemeClr>
            </a:solidFill>
          </a:ln>
        </p:spPr>
        <p:txBody>
          <a:bodyPr wrap="square" lIns="0" tIns="0" rIns="0" bIns="0" rtlCol="0"/>
          <a:lstStyle/>
          <a:p>
            <a:pPr marL="0" marR="0" lvl="0" indent="0" algn="l" defTabSz="829909"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ysClr val="windowText" lastClr="000000"/>
              </a:solidFill>
              <a:effectLst/>
              <a:uLnTx/>
              <a:uFillTx/>
              <a:cs typeface="Arial" panose="020B0604020202020204" pitchFamily="34" charset="0"/>
            </a:endParaRPr>
          </a:p>
        </p:txBody>
      </p:sp>
      <p:sp>
        <p:nvSpPr>
          <p:cNvPr id="15" name="object 13">
            <a:extLst>
              <a:ext uri="{FF2B5EF4-FFF2-40B4-BE49-F238E27FC236}">
                <a16:creationId xmlns:a16="http://schemas.microsoft.com/office/drawing/2014/main" id="{1BE0F610-048E-11B1-7130-A2A54EB6B2AC}"/>
              </a:ext>
            </a:extLst>
          </p:cNvPr>
          <p:cNvSpPr/>
          <p:nvPr/>
        </p:nvSpPr>
        <p:spPr>
          <a:xfrm>
            <a:off x="4721599" y="4348560"/>
            <a:ext cx="4032996" cy="1005840"/>
          </a:xfrm>
          <a:custGeom>
            <a:avLst/>
            <a:gdLst/>
            <a:ahLst/>
            <a:cxnLst/>
            <a:rect l="l" t="t" r="r" b="b"/>
            <a:pathLst>
              <a:path w="4486275" h="1076325">
                <a:moveTo>
                  <a:pt x="0" y="966787"/>
                </a:moveTo>
                <a:lnTo>
                  <a:pt x="0" y="109537"/>
                </a:lnTo>
                <a:lnTo>
                  <a:pt x="0" y="102344"/>
                </a:lnTo>
                <a:lnTo>
                  <a:pt x="701" y="95221"/>
                </a:lnTo>
                <a:lnTo>
                  <a:pt x="2104" y="88167"/>
                </a:lnTo>
                <a:lnTo>
                  <a:pt x="3507" y="81113"/>
                </a:lnTo>
                <a:lnTo>
                  <a:pt x="5585" y="74263"/>
                </a:lnTo>
                <a:lnTo>
                  <a:pt x="8338" y="67619"/>
                </a:lnTo>
                <a:lnTo>
                  <a:pt x="11090" y="60974"/>
                </a:lnTo>
                <a:lnTo>
                  <a:pt x="14464" y="54661"/>
                </a:lnTo>
                <a:lnTo>
                  <a:pt x="18460" y="48681"/>
                </a:lnTo>
                <a:lnTo>
                  <a:pt x="22456" y="42701"/>
                </a:lnTo>
                <a:lnTo>
                  <a:pt x="26997" y="37168"/>
                </a:lnTo>
                <a:lnTo>
                  <a:pt x="32082" y="32082"/>
                </a:lnTo>
                <a:lnTo>
                  <a:pt x="37168" y="26996"/>
                </a:lnTo>
                <a:lnTo>
                  <a:pt x="42701" y="22455"/>
                </a:lnTo>
                <a:lnTo>
                  <a:pt x="48681" y="18460"/>
                </a:lnTo>
                <a:lnTo>
                  <a:pt x="54661" y="14464"/>
                </a:lnTo>
                <a:lnTo>
                  <a:pt x="60974" y="11090"/>
                </a:lnTo>
                <a:lnTo>
                  <a:pt x="67619" y="8337"/>
                </a:lnTo>
                <a:lnTo>
                  <a:pt x="74264" y="5585"/>
                </a:lnTo>
                <a:lnTo>
                  <a:pt x="81113" y="3507"/>
                </a:lnTo>
                <a:lnTo>
                  <a:pt x="88167" y="2104"/>
                </a:lnTo>
                <a:lnTo>
                  <a:pt x="95221" y="701"/>
                </a:lnTo>
                <a:lnTo>
                  <a:pt x="102345" y="0"/>
                </a:lnTo>
                <a:lnTo>
                  <a:pt x="109537" y="0"/>
                </a:lnTo>
                <a:lnTo>
                  <a:pt x="4376737" y="0"/>
                </a:lnTo>
                <a:lnTo>
                  <a:pt x="4383929" y="0"/>
                </a:lnTo>
                <a:lnTo>
                  <a:pt x="4391052" y="701"/>
                </a:lnTo>
                <a:lnTo>
                  <a:pt x="4431612" y="14464"/>
                </a:lnTo>
                <a:lnTo>
                  <a:pt x="4437592" y="18460"/>
                </a:lnTo>
                <a:lnTo>
                  <a:pt x="4443572" y="22455"/>
                </a:lnTo>
                <a:lnTo>
                  <a:pt x="4449105" y="26996"/>
                </a:lnTo>
                <a:lnTo>
                  <a:pt x="4454191" y="32082"/>
                </a:lnTo>
                <a:lnTo>
                  <a:pt x="4459277" y="37168"/>
                </a:lnTo>
                <a:lnTo>
                  <a:pt x="4463817" y="42701"/>
                </a:lnTo>
                <a:lnTo>
                  <a:pt x="4467813" y="48681"/>
                </a:lnTo>
                <a:lnTo>
                  <a:pt x="4471809" y="54661"/>
                </a:lnTo>
                <a:lnTo>
                  <a:pt x="4475183" y="60973"/>
                </a:lnTo>
                <a:lnTo>
                  <a:pt x="4477935" y="67618"/>
                </a:lnTo>
                <a:lnTo>
                  <a:pt x="4480688" y="74263"/>
                </a:lnTo>
                <a:lnTo>
                  <a:pt x="4482766" y="81113"/>
                </a:lnTo>
                <a:lnTo>
                  <a:pt x="4484169" y="88167"/>
                </a:lnTo>
                <a:lnTo>
                  <a:pt x="4485572" y="95221"/>
                </a:lnTo>
                <a:lnTo>
                  <a:pt x="4486274" y="102344"/>
                </a:lnTo>
                <a:lnTo>
                  <a:pt x="4486274" y="109537"/>
                </a:lnTo>
                <a:lnTo>
                  <a:pt x="4486274" y="966787"/>
                </a:lnTo>
                <a:lnTo>
                  <a:pt x="4486274" y="973979"/>
                </a:lnTo>
                <a:lnTo>
                  <a:pt x="4485572" y="981102"/>
                </a:lnTo>
                <a:lnTo>
                  <a:pt x="4484169" y="988157"/>
                </a:lnTo>
                <a:lnTo>
                  <a:pt x="4482766" y="995211"/>
                </a:lnTo>
                <a:lnTo>
                  <a:pt x="4480688" y="1002060"/>
                </a:lnTo>
                <a:lnTo>
                  <a:pt x="4477935" y="1008705"/>
                </a:lnTo>
                <a:lnTo>
                  <a:pt x="4475183" y="1015350"/>
                </a:lnTo>
                <a:lnTo>
                  <a:pt x="4454191" y="1044241"/>
                </a:lnTo>
                <a:lnTo>
                  <a:pt x="4449105" y="1049327"/>
                </a:lnTo>
                <a:lnTo>
                  <a:pt x="4418654" y="1067986"/>
                </a:lnTo>
                <a:lnTo>
                  <a:pt x="4412010" y="1070739"/>
                </a:lnTo>
                <a:lnTo>
                  <a:pt x="4405160" y="1072816"/>
                </a:lnTo>
                <a:lnTo>
                  <a:pt x="4398106" y="1074219"/>
                </a:lnTo>
                <a:lnTo>
                  <a:pt x="4391052" y="1075623"/>
                </a:lnTo>
                <a:lnTo>
                  <a:pt x="4383929" y="1076324"/>
                </a:lnTo>
                <a:lnTo>
                  <a:pt x="4376737" y="1076324"/>
                </a:lnTo>
                <a:lnTo>
                  <a:pt x="109537" y="1076324"/>
                </a:lnTo>
                <a:lnTo>
                  <a:pt x="102345" y="1076324"/>
                </a:lnTo>
                <a:lnTo>
                  <a:pt x="95221" y="1075623"/>
                </a:lnTo>
                <a:lnTo>
                  <a:pt x="88167" y="1074219"/>
                </a:lnTo>
                <a:lnTo>
                  <a:pt x="81113" y="1072816"/>
                </a:lnTo>
                <a:lnTo>
                  <a:pt x="74264" y="1070739"/>
                </a:lnTo>
                <a:lnTo>
                  <a:pt x="67619" y="1067986"/>
                </a:lnTo>
                <a:lnTo>
                  <a:pt x="60974" y="1065233"/>
                </a:lnTo>
                <a:lnTo>
                  <a:pt x="32082" y="1044241"/>
                </a:lnTo>
                <a:lnTo>
                  <a:pt x="26997" y="1039156"/>
                </a:lnTo>
                <a:lnTo>
                  <a:pt x="22456" y="1033623"/>
                </a:lnTo>
                <a:lnTo>
                  <a:pt x="18460" y="1027643"/>
                </a:lnTo>
                <a:lnTo>
                  <a:pt x="14464" y="1021662"/>
                </a:lnTo>
                <a:lnTo>
                  <a:pt x="11090" y="1015350"/>
                </a:lnTo>
                <a:lnTo>
                  <a:pt x="8338" y="1008705"/>
                </a:lnTo>
                <a:lnTo>
                  <a:pt x="5585" y="1002060"/>
                </a:lnTo>
                <a:lnTo>
                  <a:pt x="3507" y="995211"/>
                </a:lnTo>
                <a:lnTo>
                  <a:pt x="2104" y="988157"/>
                </a:lnTo>
                <a:lnTo>
                  <a:pt x="701" y="981102"/>
                </a:lnTo>
                <a:lnTo>
                  <a:pt x="0" y="973979"/>
                </a:lnTo>
                <a:lnTo>
                  <a:pt x="0" y="966787"/>
                </a:lnTo>
                <a:close/>
              </a:path>
            </a:pathLst>
          </a:custGeom>
          <a:solidFill>
            <a:srgbClr val="F9FAFA"/>
          </a:solidFill>
          <a:ln>
            <a:solidFill>
              <a:schemeClr val="bg1">
                <a:lumMod val="75000"/>
              </a:schemeClr>
            </a:solidFill>
          </a:ln>
        </p:spPr>
        <p:txBody>
          <a:bodyPr wrap="square" lIns="0" tIns="0" rIns="0" bIns="0" rtlCol="0"/>
          <a:lstStyle/>
          <a:p>
            <a:pPr defTabSz="829909"/>
            <a:endParaRPr lang="en-US" sz="1600" kern="0">
              <a:solidFill>
                <a:sysClr val="windowText" lastClr="000000"/>
              </a:solidFill>
              <a:cs typeface="Arial" panose="020B0604020202020204" pitchFamily="34" charset="0"/>
            </a:endParaRPr>
          </a:p>
        </p:txBody>
      </p:sp>
      <p:sp>
        <p:nvSpPr>
          <p:cNvPr id="46" name="object 5">
            <a:extLst>
              <a:ext uri="{FF2B5EF4-FFF2-40B4-BE49-F238E27FC236}">
                <a16:creationId xmlns:a16="http://schemas.microsoft.com/office/drawing/2014/main" id="{634B084B-9E68-A700-055B-72B4CDA26629}"/>
              </a:ext>
            </a:extLst>
          </p:cNvPr>
          <p:cNvSpPr/>
          <p:nvPr/>
        </p:nvSpPr>
        <p:spPr>
          <a:xfrm>
            <a:off x="381083" y="2061994"/>
            <a:ext cx="4032998" cy="1005840"/>
          </a:xfrm>
          <a:custGeom>
            <a:avLst/>
            <a:gdLst/>
            <a:ahLst/>
            <a:cxnLst/>
            <a:rect l="l" t="t" r="r" b="b"/>
            <a:pathLst>
              <a:path w="4486275" h="1076325">
                <a:moveTo>
                  <a:pt x="0" y="966787"/>
                </a:moveTo>
                <a:lnTo>
                  <a:pt x="0" y="109537"/>
                </a:lnTo>
                <a:lnTo>
                  <a:pt x="0" y="102345"/>
                </a:lnTo>
                <a:lnTo>
                  <a:pt x="701" y="95221"/>
                </a:lnTo>
                <a:lnTo>
                  <a:pt x="2104" y="88167"/>
                </a:lnTo>
                <a:lnTo>
                  <a:pt x="3507" y="81113"/>
                </a:lnTo>
                <a:lnTo>
                  <a:pt x="5585" y="74263"/>
                </a:lnTo>
                <a:lnTo>
                  <a:pt x="8338" y="67619"/>
                </a:lnTo>
                <a:lnTo>
                  <a:pt x="11090" y="60974"/>
                </a:lnTo>
                <a:lnTo>
                  <a:pt x="14464" y="54661"/>
                </a:lnTo>
                <a:lnTo>
                  <a:pt x="18460" y="48681"/>
                </a:lnTo>
                <a:lnTo>
                  <a:pt x="22456" y="42701"/>
                </a:lnTo>
                <a:lnTo>
                  <a:pt x="26997" y="37168"/>
                </a:lnTo>
                <a:lnTo>
                  <a:pt x="32082" y="32082"/>
                </a:lnTo>
                <a:lnTo>
                  <a:pt x="37168" y="26996"/>
                </a:lnTo>
                <a:lnTo>
                  <a:pt x="42701" y="22456"/>
                </a:lnTo>
                <a:lnTo>
                  <a:pt x="48681" y="18460"/>
                </a:lnTo>
                <a:lnTo>
                  <a:pt x="54661" y="14464"/>
                </a:lnTo>
                <a:lnTo>
                  <a:pt x="60974" y="11090"/>
                </a:lnTo>
                <a:lnTo>
                  <a:pt x="67619" y="8337"/>
                </a:lnTo>
                <a:lnTo>
                  <a:pt x="74264" y="5585"/>
                </a:lnTo>
                <a:lnTo>
                  <a:pt x="81113" y="3507"/>
                </a:lnTo>
                <a:lnTo>
                  <a:pt x="88167" y="2104"/>
                </a:lnTo>
                <a:lnTo>
                  <a:pt x="95221" y="701"/>
                </a:lnTo>
                <a:lnTo>
                  <a:pt x="102345" y="0"/>
                </a:lnTo>
                <a:lnTo>
                  <a:pt x="109537" y="0"/>
                </a:lnTo>
                <a:lnTo>
                  <a:pt x="4376737" y="0"/>
                </a:lnTo>
                <a:lnTo>
                  <a:pt x="4383929" y="0"/>
                </a:lnTo>
                <a:lnTo>
                  <a:pt x="4391052" y="701"/>
                </a:lnTo>
                <a:lnTo>
                  <a:pt x="4431612" y="14464"/>
                </a:lnTo>
                <a:lnTo>
                  <a:pt x="4454191" y="32082"/>
                </a:lnTo>
                <a:lnTo>
                  <a:pt x="4459277" y="37168"/>
                </a:lnTo>
                <a:lnTo>
                  <a:pt x="4463817" y="42701"/>
                </a:lnTo>
                <a:lnTo>
                  <a:pt x="4467813" y="48681"/>
                </a:lnTo>
                <a:lnTo>
                  <a:pt x="4471809" y="54661"/>
                </a:lnTo>
                <a:lnTo>
                  <a:pt x="4475183" y="60974"/>
                </a:lnTo>
                <a:lnTo>
                  <a:pt x="4477935" y="67619"/>
                </a:lnTo>
                <a:lnTo>
                  <a:pt x="4480688" y="74263"/>
                </a:lnTo>
                <a:lnTo>
                  <a:pt x="4482766" y="81113"/>
                </a:lnTo>
                <a:lnTo>
                  <a:pt x="4484169" y="88167"/>
                </a:lnTo>
                <a:lnTo>
                  <a:pt x="4485572" y="95221"/>
                </a:lnTo>
                <a:lnTo>
                  <a:pt x="4486274" y="102345"/>
                </a:lnTo>
                <a:lnTo>
                  <a:pt x="4486274" y="109537"/>
                </a:lnTo>
                <a:lnTo>
                  <a:pt x="4486274" y="966787"/>
                </a:lnTo>
                <a:lnTo>
                  <a:pt x="4486274" y="973979"/>
                </a:lnTo>
                <a:lnTo>
                  <a:pt x="4485572" y="981103"/>
                </a:lnTo>
                <a:lnTo>
                  <a:pt x="4484169" y="988157"/>
                </a:lnTo>
                <a:lnTo>
                  <a:pt x="4482766" y="995210"/>
                </a:lnTo>
                <a:lnTo>
                  <a:pt x="4463817" y="1033622"/>
                </a:lnTo>
                <a:lnTo>
                  <a:pt x="4431612" y="1061860"/>
                </a:lnTo>
                <a:lnTo>
                  <a:pt x="4418654" y="1067986"/>
                </a:lnTo>
                <a:lnTo>
                  <a:pt x="4412010" y="1070738"/>
                </a:lnTo>
                <a:lnTo>
                  <a:pt x="4405160" y="1072816"/>
                </a:lnTo>
                <a:lnTo>
                  <a:pt x="4398106" y="1074220"/>
                </a:lnTo>
                <a:lnTo>
                  <a:pt x="4391052" y="1075623"/>
                </a:lnTo>
                <a:lnTo>
                  <a:pt x="4383929" y="1076324"/>
                </a:lnTo>
                <a:lnTo>
                  <a:pt x="4376737" y="1076324"/>
                </a:lnTo>
                <a:lnTo>
                  <a:pt x="109537" y="1076324"/>
                </a:lnTo>
                <a:lnTo>
                  <a:pt x="102345" y="1076324"/>
                </a:lnTo>
                <a:lnTo>
                  <a:pt x="95221" y="1075623"/>
                </a:lnTo>
                <a:lnTo>
                  <a:pt x="88167" y="1074220"/>
                </a:lnTo>
                <a:lnTo>
                  <a:pt x="81113" y="1072816"/>
                </a:lnTo>
                <a:lnTo>
                  <a:pt x="74264" y="1070738"/>
                </a:lnTo>
                <a:lnTo>
                  <a:pt x="67619" y="1067986"/>
                </a:lnTo>
                <a:lnTo>
                  <a:pt x="60974" y="1065234"/>
                </a:lnTo>
                <a:lnTo>
                  <a:pt x="26997" y="1039155"/>
                </a:lnTo>
                <a:lnTo>
                  <a:pt x="5585" y="1002060"/>
                </a:lnTo>
                <a:lnTo>
                  <a:pt x="0" y="973979"/>
                </a:lnTo>
                <a:lnTo>
                  <a:pt x="0" y="966787"/>
                </a:lnTo>
                <a:close/>
              </a:path>
            </a:pathLst>
          </a:custGeom>
          <a:solidFill>
            <a:srgbClr val="F9FAFA"/>
          </a:solidFill>
          <a:ln>
            <a:solidFill>
              <a:schemeClr val="bg1">
                <a:lumMod val="75000"/>
              </a:schemeClr>
            </a:solidFill>
          </a:ln>
        </p:spPr>
        <p:txBody>
          <a:bodyPr wrap="square" lIns="0" tIns="0" rIns="0" bIns="0" rtlCol="0"/>
          <a:lstStyle/>
          <a:p>
            <a:pPr defTabSz="829909"/>
            <a:endParaRPr lang="en-US" sz="1600" kern="0">
              <a:solidFill>
                <a:sysClr val="windowText" lastClr="000000"/>
              </a:solidFill>
              <a:cs typeface="Arial" panose="020B0604020202020204" pitchFamily="34" charset="0"/>
            </a:endParaRPr>
          </a:p>
        </p:txBody>
      </p:sp>
      <p:sp>
        <p:nvSpPr>
          <p:cNvPr id="49" name="object 8">
            <a:extLst>
              <a:ext uri="{FF2B5EF4-FFF2-40B4-BE49-F238E27FC236}">
                <a16:creationId xmlns:a16="http://schemas.microsoft.com/office/drawing/2014/main" id="{D69325EA-63ED-980D-C62C-D4755858B862}"/>
              </a:ext>
            </a:extLst>
          </p:cNvPr>
          <p:cNvSpPr/>
          <p:nvPr/>
        </p:nvSpPr>
        <p:spPr>
          <a:xfrm>
            <a:off x="381084" y="3231217"/>
            <a:ext cx="4032997" cy="1005840"/>
          </a:xfrm>
          <a:custGeom>
            <a:avLst/>
            <a:gdLst/>
            <a:ahLst/>
            <a:cxnLst/>
            <a:rect l="l" t="t" r="r" b="b"/>
            <a:pathLst>
              <a:path w="4486275" h="1266825">
                <a:moveTo>
                  <a:pt x="4383929" y="1266824"/>
                </a:moveTo>
                <a:lnTo>
                  <a:pt x="102345" y="1266824"/>
                </a:lnTo>
                <a:lnTo>
                  <a:pt x="95221" y="1266122"/>
                </a:lnTo>
                <a:lnTo>
                  <a:pt x="54661" y="1252359"/>
                </a:lnTo>
                <a:lnTo>
                  <a:pt x="22456" y="1224123"/>
                </a:lnTo>
                <a:lnTo>
                  <a:pt x="3507" y="1185710"/>
                </a:lnTo>
                <a:lnTo>
                  <a:pt x="0" y="1164479"/>
                </a:lnTo>
                <a:lnTo>
                  <a:pt x="0" y="1157287"/>
                </a:lnTo>
                <a:lnTo>
                  <a:pt x="0" y="102345"/>
                </a:lnTo>
                <a:lnTo>
                  <a:pt x="11090" y="60973"/>
                </a:lnTo>
                <a:lnTo>
                  <a:pt x="37168" y="26996"/>
                </a:lnTo>
                <a:lnTo>
                  <a:pt x="74264" y="5585"/>
                </a:lnTo>
                <a:lnTo>
                  <a:pt x="102345" y="0"/>
                </a:lnTo>
                <a:lnTo>
                  <a:pt x="4383929" y="0"/>
                </a:lnTo>
                <a:lnTo>
                  <a:pt x="4425299" y="11090"/>
                </a:lnTo>
                <a:lnTo>
                  <a:pt x="4459277" y="37168"/>
                </a:lnTo>
                <a:lnTo>
                  <a:pt x="4480688" y="74263"/>
                </a:lnTo>
                <a:lnTo>
                  <a:pt x="4486274" y="102345"/>
                </a:lnTo>
                <a:lnTo>
                  <a:pt x="4486274" y="1164479"/>
                </a:lnTo>
                <a:lnTo>
                  <a:pt x="4475183" y="1205849"/>
                </a:lnTo>
                <a:lnTo>
                  <a:pt x="4449105" y="1239827"/>
                </a:lnTo>
                <a:lnTo>
                  <a:pt x="4412010" y="1261238"/>
                </a:lnTo>
                <a:lnTo>
                  <a:pt x="4391052" y="1266122"/>
                </a:lnTo>
                <a:lnTo>
                  <a:pt x="4383929" y="1266824"/>
                </a:lnTo>
                <a:close/>
              </a:path>
            </a:pathLst>
          </a:custGeom>
          <a:solidFill>
            <a:srgbClr val="F9FAFA"/>
          </a:solidFill>
          <a:ln>
            <a:solidFill>
              <a:schemeClr val="bg1">
                <a:lumMod val="75000"/>
              </a:schemeClr>
            </a:solidFill>
          </a:ln>
        </p:spPr>
        <p:txBody>
          <a:bodyPr wrap="square" lIns="0" tIns="0" rIns="0" bIns="0" rtlCol="0"/>
          <a:lstStyle/>
          <a:p>
            <a:pPr marL="0" marR="0" lvl="0" indent="0" algn="l" defTabSz="829909"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ysClr val="windowText" lastClr="000000"/>
              </a:solidFill>
              <a:effectLst/>
              <a:uLnTx/>
              <a:uFillTx/>
              <a:cs typeface="Arial" panose="020B0604020202020204" pitchFamily="34" charset="0"/>
            </a:endParaRPr>
          </a:p>
        </p:txBody>
      </p:sp>
      <p:sp>
        <p:nvSpPr>
          <p:cNvPr id="54" name="object 13">
            <a:extLst>
              <a:ext uri="{FF2B5EF4-FFF2-40B4-BE49-F238E27FC236}">
                <a16:creationId xmlns:a16="http://schemas.microsoft.com/office/drawing/2014/main" id="{A3F019AB-B185-8674-2250-19186C99C5F6}"/>
              </a:ext>
            </a:extLst>
          </p:cNvPr>
          <p:cNvSpPr/>
          <p:nvPr/>
        </p:nvSpPr>
        <p:spPr>
          <a:xfrm>
            <a:off x="381084" y="4354201"/>
            <a:ext cx="4032996" cy="1005840"/>
          </a:xfrm>
          <a:custGeom>
            <a:avLst/>
            <a:gdLst/>
            <a:ahLst/>
            <a:cxnLst/>
            <a:rect l="l" t="t" r="r" b="b"/>
            <a:pathLst>
              <a:path w="4486275" h="1076325">
                <a:moveTo>
                  <a:pt x="0" y="966787"/>
                </a:moveTo>
                <a:lnTo>
                  <a:pt x="0" y="109537"/>
                </a:lnTo>
                <a:lnTo>
                  <a:pt x="0" y="102344"/>
                </a:lnTo>
                <a:lnTo>
                  <a:pt x="701" y="95221"/>
                </a:lnTo>
                <a:lnTo>
                  <a:pt x="2104" y="88167"/>
                </a:lnTo>
                <a:lnTo>
                  <a:pt x="3507" y="81113"/>
                </a:lnTo>
                <a:lnTo>
                  <a:pt x="5585" y="74263"/>
                </a:lnTo>
                <a:lnTo>
                  <a:pt x="8338" y="67619"/>
                </a:lnTo>
                <a:lnTo>
                  <a:pt x="11090" y="60974"/>
                </a:lnTo>
                <a:lnTo>
                  <a:pt x="14464" y="54661"/>
                </a:lnTo>
                <a:lnTo>
                  <a:pt x="18460" y="48681"/>
                </a:lnTo>
                <a:lnTo>
                  <a:pt x="22456" y="42701"/>
                </a:lnTo>
                <a:lnTo>
                  <a:pt x="26997" y="37168"/>
                </a:lnTo>
                <a:lnTo>
                  <a:pt x="32082" y="32082"/>
                </a:lnTo>
                <a:lnTo>
                  <a:pt x="37168" y="26996"/>
                </a:lnTo>
                <a:lnTo>
                  <a:pt x="42701" y="22455"/>
                </a:lnTo>
                <a:lnTo>
                  <a:pt x="48681" y="18460"/>
                </a:lnTo>
                <a:lnTo>
                  <a:pt x="54661" y="14464"/>
                </a:lnTo>
                <a:lnTo>
                  <a:pt x="60974" y="11090"/>
                </a:lnTo>
                <a:lnTo>
                  <a:pt x="67619" y="8337"/>
                </a:lnTo>
                <a:lnTo>
                  <a:pt x="74264" y="5585"/>
                </a:lnTo>
                <a:lnTo>
                  <a:pt x="81113" y="3507"/>
                </a:lnTo>
                <a:lnTo>
                  <a:pt x="88167" y="2104"/>
                </a:lnTo>
                <a:lnTo>
                  <a:pt x="95221" y="701"/>
                </a:lnTo>
                <a:lnTo>
                  <a:pt x="102345" y="0"/>
                </a:lnTo>
                <a:lnTo>
                  <a:pt x="109537" y="0"/>
                </a:lnTo>
                <a:lnTo>
                  <a:pt x="4376737" y="0"/>
                </a:lnTo>
                <a:lnTo>
                  <a:pt x="4383929" y="0"/>
                </a:lnTo>
                <a:lnTo>
                  <a:pt x="4391052" y="701"/>
                </a:lnTo>
                <a:lnTo>
                  <a:pt x="4431612" y="14464"/>
                </a:lnTo>
                <a:lnTo>
                  <a:pt x="4437592" y="18460"/>
                </a:lnTo>
                <a:lnTo>
                  <a:pt x="4443572" y="22455"/>
                </a:lnTo>
                <a:lnTo>
                  <a:pt x="4449105" y="26996"/>
                </a:lnTo>
                <a:lnTo>
                  <a:pt x="4454191" y="32082"/>
                </a:lnTo>
                <a:lnTo>
                  <a:pt x="4459277" y="37168"/>
                </a:lnTo>
                <a:lnTo>
                  <a:pt x="4463817" y="42701"/>
                </a:lnTo>
                <a:lnTo>
                  <a:pt x="4467813" y="48681"/>
                </a:lnTo>
                <a:lnTo>
                  <a:pt x="4471809" y="54661"/>
                </a:lnTo>
                <a:lnTo>
                  <a:pt x="4475183" y="60973"/>
                </a:lnTo>
                <a:lnTo>
                  <a:pt x="4477935" y="67618"/>
                </a:lnTo>
                <a:lnTo>
                  <a:pt x="4480688" y="74263"/>
                </a:lnTo>
                <a:lnTo>
                  <a:pt x="4482766" y="81113"/>
                </a:lnTo>
                <a:lnTo>
                  <a:pt x="4484169" y="88167"/>
                </a:lnTo>
                <a:lnTo>
                  <a:pt x="4485572" y="95221"/>
                </a:lnTo>
                <a:lnTo>
                  <a:pt x="4486274" y="102344"/>
                </a:lnTo>
                <a:lnTo>
                  <a:pt x="4486274" y="109537"/>
                </a:lnTo>
                <a:lnTo>
                  <a:pt x="4486274" y="966787"/>
                </a:lnTo>
                <a:lnTo>
                  <a:pt x="4486274" y="973979"/>
                </a:lnTo>
                <a:lnTo>
                  <a:pt x="4485572" y="981102"/>
                </a:lnTo>
                <a:lnTo>
                  <a:pt x="4484169" y="988157"/>
                </a:lnTo>
                <a:lnTo>
                  <a:pt x="4482766" y="995211"/>
                </a:lnTo>
                <a:lnTo>
                  <a:pt x="4480688" y="1002060"/>
                </a:lnTo>
                <a:lnTo>
                  <a:pt x="4477935" y="1008705"/>
                </a:lnTo>
                <a:lnTo>
                  <a:pt x="4475183" y="1015350"/>
                </a:lnTo>
                <a:lnTo>
                  <a:pt x="4454191" y="1044241"/>
                </a:lnTo>
                <a:lnTo>
                  <a:pt x="4449105" y="1049327"/>
                </a:lnTo>
                <a:lnTo>
                  <a:pt x="4418654" y="1067986"/>
                </a:lnTo>
                <a:lnTo>
                  <a:pt x="4412010" y="1070739"/>
                </a:lnTo>
                <a:lnTo>
                  <a:pt x="4405160" y="1072816"/>
                </a:lnTo>
                <a:lnTo>
                  <a:pt x="4398106" y="1074219"/>
                </a:lnTo>
                <a:lnTo>
                  <a:pt x="4391052" y="1075623"/>
                </a:lnTo>
                <a:lnTo>
                  <a:pt x="4383929" y="1076324"/>
                </a:lnTo>
                <a:lnTo>
                  <a:pt x="4376737" y="1076324"/>
                </a:lnTo>
                <a:lnTo>
                  <a:pt x="109537" y="1076324"/>
                </a:lnTo>
                <a:lnTo>
                  <a:pt x="102345" y="1076324"/>
                </a:lnTo>
                <a:lnTo>
                  <a:pt x="95221" y="1075623"/>
                </a:lnTo>
                <a:lnTo>
                  <a:pt x="88167" y="1074219"/>
                </a:lnTo>
                <a:lnTo>
                  <a:pt x="81113" y="1072816"/>
                </a:lnTo>
                <a:lnTo>
                  <a:pt x="74264" y="1070739"/>
                </a:lnTo>
                <a:lnTo>
                  <a:pt x="67619" y="1067986"/>
                </a:lnTo>
                <a:lnTo>
                  <a:pt x="60974" y="1065233"/>
                </a:lnTo>
                <a:lnTo>
                  <a:pt x="32082" y="1044241"/>
                </a:lnTo>
                <a:lnTo>
                  <a:pt x="26997" y="1039156"/>
                </a:lnTo>
                <a:lnTo>
                  <a:pt x="22456" y="1033623"/>
                </a:lnTo>
                <a:lnTo>
                  <a:pt x="18460" y="1027643"/>
                </a:lnTo>
                <a:lnTo>
                  <a:pt x="14464" y="1021662"/>
                </a:lnTo>
                <a:lnTo>
                  <a:pt x="11090" y="1015350"/>
                </a:lnTo>
                <a:lnTo>
                  <a:pt x="8338" y="1008705"/>
                </a:lnTo>
                <a:lnTo>
                  <a:pt x="5585" y="1002060"/>
                </a:lnTo>
                <a:lnTo>
                  <a:pt x="3507" y="995211"/>
                </a:lnTo>
                <a:lnTo>
                  <a:pt x="2104" y="988157"/>
                </a:lnTo>
                <a:lnTo>
                  <a:pt x="701" y="981102"/>
                </a:lnTo>
                <a:lnTo>
                  <a:pt x="0" y="973979"/>
                </a:lnTo>
                <a:lnTo>
                  <a:pt x="0" y="966787"/>
                </a:lnTo>
                <a:close/>
              </a:path>
            </a:pathLst>
          </a:custGeom>
          <a:solidFill>
            <a:srgbClr val="F9FAFA"/>
          </a:solidFill>
          <a:ln>
            <a:solidFill>
              <a:schemeClr val="bg1">
                <a:lumMod val="75000"/>
              </a:schemeClr>
            </a:solidFill>
          </a:ln>
        </p:spPr>
        <p:txBody>
          <a:bodyPr wrap="square" lIns="0" tIns="0" rIns="0" bIns="0" rtlCol="0"/>
          <a:lstStyle/>
          <a:p>
            <a:pPr defTabSz="829909"/>
            <a:endParaRPr lang="en-US" sz="1600" kern="0">
              <a:solidFill>
                <a:sysClr val="windowText" lastClr="000000"/>
              </a:solidFill>
              <a:cs typeface="Arial" panose="020B0604020202020204" pitchFamily="34" charset="0"/>
            </a:endParaRPr>
          </a:p>
        </p:txBody>
      </p:sp>
      <p:sp>
        <p:nvSpPr>
          <p:cNvPr id="56" name="object 15">
            <a:extLst>
              <a:ext uri="{FF2B5EF4-FFF2-40B4-BE49-F238E27FC236}">
                <a16:creationId xmlns:a16="http://schemas.microsoft.com/office/drawing/2014/main" id="{EE9941FE-95A1-6A1D-5B6F-7858F1FED0B4}"/>
              </a:ext>
            </a:extLst>
          </p:cNvPr>
          <p:cNvSpPr txBox="1"/>
          <p:nvPr/>
        </p:nvSpPr>
        <p:spPr>
          <a:xfrm>
            <a:off x="1078486" y="2208546"/>
            <a:ext cx="3352203" cy="712736"/>
          </a:xfrm>
          <a:prstGeom prst="rect">
            <a:avLst/>
          </a:prstGeom>
        </p:spPr>
        <p:txBody>
          <a:bodyPr vert="horz" wrap="square" lIns="0" tIns="96243" rIns="0" bIns="0" rtlCol="0">
            <a:spAutoFit/>
          </a:bodyPr>
          <a:lstStyle/>
          <a:p>
            <a:pPr marL="11527" lvl="0" defTabSz="829909">
              <a:spcBef>
                <a:spcPts val="758"/>
              </a:spcBef>
              <a:defRPr/>
            </a:pPr>
            <a:r>
              <a:rPr lang="en-US" sz="1000" b="1">
                <a:solidFill>
                  <a:schemeClr val="accent4"/>
                </a:solidFill>
                <a:cs typeface="Arial" panose="020B0604020202020204" pitchFamily="34" charset="0"/>
              </a:rPr>
              <a:t>Gen AI &amp; Agentic AI Strategy &amp; Visioning </a:t>
            </a:r>
            <a:endParaRPr kumimoji="0" lang="en-US" sz="1000" b="0" i="0" u="none" strike="noStrike" kern="0" cap="none" spc="0" normalizeH="0" baseline="0" noProof="0">
              <a:ln>
                <a:noFill/>
              </a:ln>
              <a:solidFill>
                <a:schemeClr val="accent4"/>
              </a:solidFill>
              <a:effectLst/>
              <a:uLnTx/>
              <a:uFillTx/>
              <a:ea typeface="Verdana" panose="020B0604030504040204" pitchFamily="34" charset="0"/>
              <a:cs typeface="Arial" panose="020B0604020202020204" pitchFamily="34" charset="0"/>
            </a:endParaRPr>
          </a:p>
          <a:p>
            <a:r>
              <a:rPr lang="en-US" sz="1000">
                <a:cs typeface="Arial" panose="020B0604020202020204" pitchFamily="34" charset="0"/>
              </a:rPr>
              <a:t>Defines how Generative and Agentic AI can drive business value, align with enterprise goals, and support long-term growth.</a:t>
            </a:r>
          </a:p>
        </p:txBody>
      </p:sp>
      <p:sp>
        <p:nvSpPr>
          <p:cNvPr id="57" name="object 16">
            <a:extLst>
              <a:ext uri="{FF2B5EF4-FFF2-40B4-BE49-F238E27FC236}">
                <a16:creationId xmlns:a16="http://schemas.microsoft.com/office/drawing/2014/main" id="{CDF3434C-5CF1-4128-624A-04E5A29200C8}"/>
              </a:ext>
            </a:extLst>
          </p:cNvPr>
          <p:cNvSpPr txBox="1"/>
          <p:nvPr/>
        </p:nvSpPr>
        <p:spPr>
          <a:xfrm>
            <a:off x="1078486" y="3454713"/>
            <a:ext cx="3332265" cy="558848"/>
          </a:xfrm>
          <a:prstGeom prst="rect">
            <a:avLst/>
          </a:prstGeom>
        </p:spPr>
        <p:txBody>
          <a:bodyPr vert="horz" wrap="square" lIns="0" tIns="96243" rIns="0" bIns="0" rtlCol="0" anchor="t">
            <a:spAutoFit/>
          </a:bodyPr>
          <a:lstStyle/>
          <a:p>
            <a:pPr marL="11527" lvl="0" defTabSz="829909">
              <a:spcBef>
                <a:spcPts val="758"/>
              </a:spcBef>
              <a:defRPr/>
            </a:pPr>
            <a:r>
              <a:rPr lang="en-US" sz="1000" b="1">
                <a:solidFill>
                  <a:schemeClr val="accent4"/>
                </a:solidFill>
                <a:cs typeface="Arial" panose="020B0604020202020204" pitchFamily="34" charset="0"/>
              </a:rPr>
              <a:t>Operating Model &amp; Governance Design </a:t>
            </a:r>
          </a:p>
          <a:p>
            <a:r>
              <a:rPr lang="en-US" sz="1000">
                <a:cs typeface="Arial" panose="020B0604020202020204" pitchFamily="34" charset="0"/>
              </a:rPr>
              <a:t>Establishes the structure, roles, and policies needed to manage AI initiatives safely, effectively, and at scale.</a:t>
            </a:r>
          </a:p>
        </p:txBody>
      </p:sp>
      <p:sp>
        <p:nvSpPr>
          <p:cNvPr id="59" name="object 18">
            <a:extLst>
              <a:ext uri="{FF2B5EF4-FFF2-40B4-BE49-F238E27FC236}">
                <a16:creationId xmlns:a16="http://schemas.microsoft.com/office/drawing/2014/main" id="{67F58AA3-B9B1-1DDF-9CF3-7CC612A8FF9A}"/>
              </a:ext>
            </a:extLst>
          </p:cNvPr>
          <p:cNvSpPr txBox="1"/>
          <p:nvPr/>
        </p:nvSpPr>
        <p:spPr>
          <a:xfrm>
            <a:off x="1078486" y="4588601"/>
            <a:ext cx="3332265" cy="629519"/>
          </a:xfrm>
          <a:prstGeom prst="rect">
            <a:avLst/>
          </a:prstGeom>
        </p:spPr>
        <p:txBody>
          <a:bodyPr vert="horz" wrap="square" lIns="0" tIns="13831" rIns="0" bIns="0" rtlCol="0">
            <a:spAutoFit/>
          </a:bodyPr>
          <a:lstStyle/>
          <a:p>
            <a:r>
              <a:rPr lang="en-US" sz="1000" b="1">
                <a:solidFill>
                  <a:schemeClr val="accent4"/>
                </a:solidFill>
                <a:cs typeface="Arial" panose="020B0604020202020204" pitchFamily="34" charset="0"/>
              </a:rPr>
              <a:t>Use Case Prioritization &amp; Value </a:t>
            </a:r>
            <a:r>
              <a:rPr lang="en-US" sz="1000" b="1" err="1">
                <a:solidFill>
                  <a:schemeClr val="accent4"/>
                </a:solidFill>
                <a:cs typeface="Arial" panose="020B0604020202020204" pitchFamily="34" charset="0"/>
              </a:rPr>
              <a:t>Roadmapping</a:t>
            </a:r>
            <a:r>
              <a:rPr lang="en-US" sz="1000" b="1">
                <a:solidFill>
                  <a:schemeClr val="accent4"/>
                </a:solidFill>
                <a:cs typeface="Arial" panose="020B0604020202020204" pitchFamily="34" charset="0"/>
              </a:rPr>
              <a:t> </a:t>
            </a:r>
          </a:p>
          <a:p>
            <a:r>
              <a:rPr lang="en-US" sz="1000">
                <a:cs typeface="Arial" panose="020B0604020202020204" pitchFamily="34" charset="0"/>
              </a:rPr>
              <a:t>Identifies and ranks AI opportunities based on impact and feasibility, creating a clear roadmap for phased implementation.</a:t>
            </a:r>
          </a:p>
        </p:txBody>
      </p:sp>
      <p:sp>
        <p:nvSpPr>
          <p:cNvPr id="2087" name="object 23">
            <a:extLst>
              <a:ext uri="{FF2B5EF4-FFF2-40B4-BE49-F238E27FC236}">
                <a16:creationId xmlns:a16="http://schemas.microsoft.com/office/drawing/2014/main" id="{CE0C862C-3F4C-6CB3-C67B-254E33548F92}"/>
              </a:ext>
            </a:extLst>
          </p:cNvPr>
          <p:cNvSpPr/>
          <p:nvPr/>
        </p:nvSpPr>
        <p:spPr>
          <a:xfrm>
            <a:off x="381647" y="5486419"/>
            <a:ext cx="11363991" cy="665188"/>
          </a:xfrm>
          <a:prstGeom prst="roundRect">
            <a:avLst/>
          </a:prstGeom>
          <a:solidFill>
            <a:schemeClr val="accent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cs typeface="Arial" panose="020B0604020202020204" pitchFamily="34" charset="0"/>
            </a:endParaRPr>
          </a:p>
        </p:txBody>
      </p:sp>
      <p:sp>
        <p:nvSpPr>
          <p:cNvPr id="2088" name="object 48">
            <a:extLst>
              <a:ext uri="{FF2B5EF4-FFF2-40B4-BE49-F238E27FC236}">
                <a16:creationId xmlns:a16="http://schemas.microsoft.com/office/drawing/2014/main" id="{35DC82A1-C4A2-CA3D-B3B8-BB831F54A834}"/>
              </a:ext>
            </a:extLst>
          </p:cNvPr>
          <p:cNvSpPr txBox="1"/>
          <p:nvPr/>
        </p:nvSpPr>
        <p:spPr>
          <a:xfrm>
            <a:off x="623825" y="5657920"/>
            <a:ext cx="2028554" cy="260968"/>
          </a:xfrm>
          <a:prstGeom prst="rect">
            <a:avLst/>
          </a:prstGeom>
        </p:spPr>
        <p:txBody>
          <a:bodyPr vert="horz" wrap="square" lIns="0" tIns="14604" rIns="0" bIns="0" rtlCol="0">
            <a:spAutoFit/>
          </a:bodyPr>
          <a:lstStyle/>
          <a:p>
            <a:pPr marL="12700" marR="0" lvl="0" indent="0" algn="l" defTabSz="914400" rtl="0" eaLnBrk="1" fontAlgn="auto" latinLnBrk="0" hangingPunct="1">
              <a:lnSpc>
                <a:spcPct val="100000"/>
              </a:lnSpc>
              <a:spcBef>
                <a:spcPts val="114"/>
              </a:spcBef>
              <a:spcAft>
                <a:spcPts val="0"/>
              </a:spcAft>
              <a:buClrTx/>
              <a:buSzTx/>
              <a:buFontTx/>
              <a:buNone/>
              <a:tabLst/>
              <a:defRPr/>
            </a:pPr>
            <a:r>
              <a:rPr kumimoji="0" lang="en-US" sz="1600" b="1" i="0" u="none" strike="noStrike" kern="1200" cap="none" spc="-75" normalizeH="0" baseline="0" noProof="0">
                <a:ln>
                  <a:noFill/>
                </a:ln>
                <a:solidFill>
                  <a:schemeClr val="bg1"/>
                </a:solidFill>
                <a:effectLst/>
                <a:uLnTx/>
                <a:uFillTx/>
                <a:ea typeface="Verdana" panose="020B0604030504040204" pitchFamily="34" charset="0"/>
                <a:cs typeface="Arial" panose="020B0604020202020204" pitchFamily="34" charset="0"/>
              </a:rPr>
              <a:t>Key</a:t>
            </a:r>
            <a:r>
              <a:rPr kumimoji="0" lang="en-US" sz="1600" b="1" i="0" u="none" strike="noStrike" kern="1200" cap="none" spc="-50" normalizeH="0" baseline="0" noProof="0">
                <a:ln>
                  <a:noFill/>
                </a:ln>
                <a:solidFill>
                  <a:schemeClr val="bg1"/>
                </a:solidFill>
                <a:effectLst/>
                <a:uLnTx/>
                <a:uFillTx/>
                <a:ea typeface="Verdana" panose="020B0604030504040204" pitchFamily="34" charset="0"/>
                <a:cs typeface="Arial" panose="020B0604020202020204" pitchFamily="34" charset="0"/>
              </a:rPr>
              <a:t> Improvements</a:t>
            </a:r>
            <a:endParaRPr kumimoji="0" lang="en-US" sz="1600" b="0" i="0" u="none" strike="noStrike" kern="1200" cap="none" spc="0" normalizeH="0" baseline="0" noProof="0">
              <a:ln>
                <a:noFill/>
              </a:ln>
              <a:solidFill>
                <a:schemeClr val="bg1"/>
              </a:solidFill>
              <a:effectLst/>
              <a:uLnTx/>
              <a:uFillTx/>
              <a:ea typeface="Verdana" panose="020B0604030504040204" pitchFamily="34" charset="0"/>
              <a:cs typeface="Arial" panose="020B0604020202020204" pitchFamily="34" charset="0"/>
            </a:endParaRPr>
          </a:p>
        </p:txBody>
      </p:sp>
      <p:sp>
        <p:nvSpPr>
          <p:cNvPr id="2089" name="object 49">
            <a:extLst>
              <a:ext uri="{FF2B5EF4-FFF2-40B4-BE49-F238E27FC236}">
                <a16:creationId xmlns:a16="http://schemas.microsoft.com/office/drawing/2014/main" id="{6724AC0B-8DF3-EDA4-823D-356363B6E736}"/>
              </a:ext>
            </a:extLst>
          </p:cNvPr>
          <p:cNvSpPr txBox="1"/>
          <p:nvPr/>
        </p:nvSpPr>
        <p:spPr>
          <a:xfrm>
            <a:off x="2743582" y="5409576"/>
            <a:ext cx="1494785" cy="692496"/>
          </a:xfrm>
          <a:prstGeom prst="rect">
            <a:avLst/>
          </a:prstGeom>
        </p:spPr>
        <p:txBody>
          <a:bodyPr vert="horz" wrap="square" lIns="0" tIns="116839" rIns="0" bIns="0" rtlCol="0">
            <a:spAutoFit/>
          </a:bodyPr>
          <a:lstStyle/>
          <a:p>
            <a:pPr marL="0" marR="0" lvl="0" indent="0" algn="ctr" defTabSz="914400" rtl="0" eaLnBrk="1" fontAlgn="auto" latinLnBrk="0" hangingPunct="1">
              <a:lnSpc>
                <a:spcPct val="100000"/>
              </a:lnSpc>
              <a:spcBef>
                <a:spcPts val="919"/>
              </a:spcBef>
              <a:spcAft>
                <a:spcPts val="0"/>
              </a:spcAft>
              <a:buClrTx/>
              <a:buSzTx/>
              <a:buFontTx/>
              <a:buNone/>
              <a:tabLst/>
              <a:defRPr/>
            </a:pPr>
            <a:r>
              <a:rPr kumimoji="0" lang="en-US" sz="1600" b="1" i="0" u="none" strike="noStrike" kern="1200" cap="none" spc="130" normalizeH="0" baseline="0" noProof="0">
                <a:ln>
                  <a:noFill/>
                </a:ln>
                <a:solidFill>
                  <a:schemeClr val="bg1"/>
                </a:solidFill>
                <a:effectLst/>
                <a:uLnTx/>
                <a:uFillTx/>
                <a:ea typeface="Verdana" panose="020B0604030504040204" pitchFamily="34" charset="0"/>
                <a:cs typeface="Arial" panose="020B0604020202020204" pitchFamily="34" charset="0"/>
              </a:rPr>
              <a:t>30-</a:t>
            </a:r>
            <a:r>
              <a:rPr lang="en-US" sz="1600" b="1" spc="55">
                <a:solidFill>
                  <a:schemeClr val="bg1"/>
                </a:solidFill>
                <a:ea typeface="Verdana" panose="020B0604030504040204" pitchFamily="34" charset="0"/>
                <a:cs typeface="Arial" panose="020B0604020202020204" pitchFamily="34" charset="0"/>
              </a:rPr>
              <a:t>50</a:t>
            </a:r>
            <a:r>
              <a:rPr kumimoji="0" lang="en-US" sz="1600" b="1" i="0" u="none" strike="noStrike" kern="1200" cap="none" spc="55" normalizeH="0" baseline="0" noProof="0">
                <a:ln>
                  <a:noFill/>
                </a:ln>
                <a:solidFill>
                  <a:schemeClr val="bg1"/>
                </a:solidFill>
                <a:effectLst/>
                <a:uLnTx/>
                <a:uFillTx/>
                <a:ea typeface="Verdana" panose="020B0604030504040204" pitchFamily="34" charset="0"/>
                <a:cs typeface="Arial" panose="020B0604020202020204" pitchFamily="34" charset="0"/>
              </a:rPr>
              <a:t>%</a:t>
            </a:r>
            <a:endParaRPr kumimoji="0" lang="en-US" sz="1600" b="0" i="0" u="none" strike="noStrike" kern="1200" cap="none" spc="0" normalizeH="0" baseline="0" noProof="0">
              <a:ln>
                <a:noFill/>
              </a:ln>
              <a:solidFill>
                <a:schemeClr val="bg1"/>
              </a:solidFill>
              <a:effectLst/>
              <a:uLnTx/>
              <a:uFillTx/>
              <a:ea typeface="Verdana" panose="020B0604030504040204" pitchFamily="34" charset="0"/>
              <a:cs typeface="Arial" panose="020B0604020202020204" pitchFamily="34" charset="0"/>
            </a:endParaRPr>
          </a:p>
          <a:p>
            <a:pPr algn="ctr">
              <a:spcBef>
                <a:spcPts val="409"/>
              </a:spcBef>
              <a:defRPr/>
            </a:pPr>
            <a:r>
              <a:rPr lang="en-US" sz="900" spc="-10">
                <a:solidFill>
                  <a:schemeClr val="bg1"/>
                </a:solidFill>
                <a:ea typeface="Verdana" panose="020B0604030504040204" pitchFamily="34" charset="0"/>
                <a:cs typeface="Arial" panose="020B0604020202020204" pitchFamily="34" charset="0"/>
              </a:rPr>
              <a:t>R</a:t>
            </a:r>
            <a:r>
              <a:rPr kumimoji="0" lang="en-US" sz="900" b="0" i="0" u="none" strike="noStrike" kern="1200" cap="none" spc="0" normalizeH="0" baseline="0" noProof="0" err="1">
                <a:ln>
                  <a:noFill/>
                </a:ln>
                <a:solidFill>
                  <a:schemeClr val="bg1"/>
                </a:solidFill>
                <a:effectLst/>
                <a:uLnTx/>
                <a:uFillTx/>
                <a:cs typeface="Arial" panose="020B0604020202020204" pitchFamily="34" charset="0"/>
              </a:rPr>
              <a:t>eduction</a:t>
            </a:r>
            <a:r>
              <a:rPr kumimoji="0" lang="en-US" sz="900" b="0" i="0" u="none" strike="noStrike" kern="1200" cap="none" spc="0" normalizeH="0" baseline="0" noProof="0">
                <a:ln>
                  <a:noFill/>
                </a:ln>
                <a:solidFill>
                  <a:schemeClr val="bg1"/>
                </a:solidFill>
                <a:effectLst/>
                <a:uLnTx/>
                <a:uFillTx/>
                <a:cs typeface="Arial" panose="020B0604020202020204" pitchFamily="34" charset="0"/>
              </a:rPr>
              <a:t> in duplicated AI experimentation </a:t>
            </a:r>
            <a:endParaRPr kumimoji="0" lang="en-US" sz="900" b="0" i="0" u="none" strike="noStrike" kern="1200" cap="none" spc="0" normalizeH="0" baseline="0" noProof="0">
              <a:ln>
                <a:noFill/>
              </a:ln>
              <a:solidFill>
                <a:schemeClr val="bg1"/>
              </a:solidFill>
              <a:effectLst/>
              <a:uLnTx/>
              <a:uFillTx/>
              <a:ea typeface="Verdana" panose="020B0604030504040204" pitchFamily="34" charset="0"/>
              <a:cs typeface="Arial" panose="020B0604020202020204" pitchFamily="34" charset="0"/>
            </a:endParaRPr>
          </a:p>
        </p:txBody>
      </p:sp>
      <p:sp>
        <p:nvSpPr>
          <p:cNvPr id="2090" name="object 50">
            <a:extLst>
              <a:ext uri="{FF2B5EF4-FFF2-40B4-BE49-F238E27FC236}">
                <a16:creationId xmlns:a16="http://schemas.microsoft.com/office/drawing/2014/main" id="{A6D033BF-05F4-B678-88DB-99B61C35A760}"/>
              </a:ext>
            </a:extLst>
          </p:cNvPr>
          <p:cNvSpPr txBox="1"/>
          <p:nvPr/>
        </p:nvSpPr>
        <p:spPr>
          <a:xfrm>
            <a:off x="4555169" y="5409576"/>
            <a:ext cx="1494785" cy="692496"/>
          </a:xfrm>
          <a:prstGeom prst="rect">
            <a:avLst/>
          </a:prstGeom>
        </p:spPr>
        <p:txBody>
          <a:bodyPr vert="horz" wrap="square" lIns="0" tIns="116839" rIns="0" bIns="0" rtlCol="0">
            <a:spAutoFit/>
          </a:bodyPr>
          <a:lstStyle/>
          <a:p>
            <a:pPr marL="0" marR="0" lvl="0" indent="0" algn="ctr" defTabSz="914400" rtl="0" eaLnBrk="1" fontAlgn="auto" latinLnBrk="0" hangingPunct="1">
              <a:lnSpc>
                <a:spcPct val="100000"/>
              </a:lnSpc>
              <a:spcBef>
                <a:spcPts val="919"/>
              </a:spcBef>
              <a:spcAft>
                <a:spcPts val="0"/>
              </a:spcAft>
              <a:buClrTx/>
              <a:buSzTx/>
              <a:buFontTx/>
              <a:buNone/>
              <a:tabLst/>
              <a:defRPr/>
            </a:pPr>
            <a:r>
              <a:rPr lang="en-US" sz="1600" b="1" spc="70">
                <a:solidFill>
                  <a:schemeClr val="bg1"/>
                </a:solidFill>
                <a:ea typeface="Verdana" panose="020B0604030504040204" pitchFamily="34" charset="0"/>
                <a:cs typeface="Arial" panose="020B0604020202020204" pitchFamily="34" charset="0"/>
              </a:rPr>
              <a:t>25-40</a:t>
            </a:r>
            <a:r>
              <a:rPr kumimoji="0" lang="en-US" sz="1600" b="1" i="0" u="none" strike="noStrike" kern="1200" cap="none" spc="70" normalizeH="0" baseline="0" noProof="0">
                <a:ln>
                  <a:noFill/>
                </a:ln>
                <a:solidFill>
                  <a:schemeClr val="bg1"/>
                </a:solidFill>
                <a:effectLst/>
                <a:uLnTx/>
                <a:uFillTx/>
                <a:ea typeface="Verdana" panose="020B0604030504040204" pitchFamily="34" charset="0"/>
                <a:cs typeface="Arial" panose="020B0604020202020204" pitchFamily="34" charset="0"/>
              </a:rPr>
              <a:t>%</a:t>
            </a:r>
            <a:endParaRPr kumimoji="0" lang="en-US" sz="1600" b="0" i="0" u="none" strike="noStrike" kern="1200" cap="none" spc="0" normalizeH="0" baseline="0" noProof="0">
              <a:ln>
                <a:noFill/>
              </a:ln>
              <a:solidFill>
                <a:schemeClr val="bg1"/>
              </a:solidFill>
              <a:effectLst/>
              <a:uLnTx/>
              <a:uFillTx/>
              <a:ea typeface="Verdana" panose="020B0604030504040204" pitchFamily="34" charset="0"/>
              <a:cs typeface="Arial" panose="020B0604020202020204" pitchFamily="34" charset="0"/>
            </a:endParaRPr>
          </a:p>
          <a:p>
            <a:pPr marR="0" lvl="0" indent="0" algn="ctr" fontAlgn="auto">
              <a:lnSpc>
                <a:spcPct val="100000"/>
              </a:lnSpc>
              <a:spcBef>
                <a:spcPts val="409"/>
              </a:spcBef>
              <a:spcAft>
                <a:spcPts val="0"/>
              </a:spcAft>
              <a:buClrTx/>
              <a:buSzTx/>
              <a:buFontTx/>
              <a:buNone/>
              <a:tabLst/>
              <a:defRPr/>
            </a:pPr>
            <a:r>
              <a:rPr lang="en-US" sz="900" spc="-10">
                <a:solidFill>
                  <a:schemeClr val="bg1"/>
                </a:solidFill>
                <a:ea typeface="Verdana" panose="020B0604030504040204" pitchFamily="34" charset="0"/>
                <a:cs typeface="Arial" panose="020B0604020202020204" pitchFamily="34" charset="0"/>
              </a:rPr>
              <a:t>Reduction in operational risk exposure</a:t>
            </a:r>
          </a:p>
        </p:txBody>
      </p:sp>
      <p:sp>
        <p:nvSpPr>
          <p:cNvPr id="2093" name="Rectangle: Rounded Corners 2092">
            <a:extLst>
              <a:ext uri="{FF2B5EF4-FFF2-40B4-BE49-F238E27FC236}">
                <a16:creationId xmlns:a16="http://schemas.microsoft.com/office/drawing/2014/main" id="{E1E8E5F6-8A5C-59B6-03A8-F0807EA24E88}"/>
              </a:ext>
            </a:extLst>
          </p:cNvPr>
          <p:cNvSpPr/>
          <p:nvPr/>
        </p:nvSpPr>
        <p:spPr>
          <a:xfrm>
            <a:off x="388681" y="6252444"/>
            <a:ext cx="11356958" cy="392978"/>
          </a:xfrm>
          <a:prstGeom prst="roundRect">
            <a:avLst/>
          </a:prstGeom>
          <a:solidFill>
            <a:schemeClr val="accent4">
              <a:lumMod val="20000"/>
              <a:lumOff val="80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ea typeface="Verdana" panose="020B0604030504040204" pitchFamily="34" charset="0"/>
              <a:cs typeface="Arial" panose="020B0604020202020204" pitchFamily="34" charset="0"/>
            </a:endParaRPr>
          </a:p>
        </p:txBody>
      </p:sp>
      <p:sp>
        <p:nvSpPr>
          <p:cNvPr id="2095" name="object 2">
            <a:extLst>
              <a:ext uri="{FF2B5EF4-FFF2-40B4-BE49-F238E27FC236}">
                <a16:creationId xmlns:a16="http://schemas.microsoft.com/office/drawing/2014/main" id="{80C89B65-8EAF-0514-3D4A-6F0748CD2AEC}"/>
              </a:ext>
            </a:extLst>
          </p:cNvPr>
          <p:cNvSpPr txBox="1"/>
          <p:nvPr/>
        </p:nvSpPr>
        <p:spPr>
          <a:xfrm>
            <a:off x="1308296" y="6348535"/>
            <a:ext cx="9575407" cy="184025"/>
          </a:xfrm>
          <a:prstGeom prst="rect">
            <a:avLst/>
          </a:prstGeom>
        </p:spPr>
        <p:txBody>
          <a:bodyPr vert="horz" wrap="square" lIns="0" tIns="14605" rIns="0" bIns="0" rtlCol="0" anchor="ctr">
            <a:spAutoFit/>
          </a:bodyPr>
          <a:lstStyle/>
          <a:p>
            <a:pPr algn="ctr"/>
            <a:r>
              <a:rPr lang="en-US" sz="1100" b="1">
                <a:cs typeface="Arial" panose="020B0604020202020204" pitchFamily="34" charset="0"/>
              </a:rPr>
              <a:t>Your AI Enablement Partner: </a:t>
            </a:r>
            <a:r>
              <a:rPr lang="en-US" sz="1100">
                <a:cs typeface="Arial" panose="020B0604020202020204" pitchFamily="34" charset="0"/>
              </a:rPr>
              <a:t>Combining advisory expertise and engineering excellence to operationalize Gen AI and Agentic AI at scale.</a:t>
            </a:r>
          </a:p>
        </p:txBody>
      </p:sp>
      <p:graphicFrame>
        <p:nvGraphicFramePr>
          <p:cNvPr id="2099" name="Table 2098">
            <a:extLst>
              <a:ext uri="{FF2B5EF4-FFF2-40B4-BE49-F238E27FC236}">
                <a16:creationId xmlns:a16="http://schemas.microsoft.com/office/drawing/2014/main" id="{CAD66CF9-883A-0DB3-0D86-FCDAAB9D945E}"/>
              </a:ext>
            </a:extLst>
          </p:cNvPr>
          <p:cNvGraphicFramePr>
            <a:graphicFrameLocks noGrp="1"/>
          </p:cNvGraphicFramePr>
          <p:nvPr/>
        </p:nvGraphicFramePr>
        <p:xfrm>
          <a:off x="9052636" y="2048088"/>
          <a:ext cx="2693002" cy="1612362"/>
        </p:xfrm>
        <a:graphic>
          <a:graphicData uri="http://schemas.openxmlformats.org/drawingml/2006/table">
            <a:tbl>
              <a:tblPr firstRow="1" bandRow="1">
                <a:effectLst>
                  <a:outerShdw blurRad="50800" dist="38100" dir="5400000" algn="t" rotWithShape="0">
                    <a:prstClr val="black">
                      <a:alpha val="40000"/>
                    </a:prstClr>
                  </a:outerShdw>
                </a:effectLst>
                <a:tableStyleId>{5940675A-B579-460E-94D1-54222C63F5DA}</a:tableStyleId>
              </a:tblPr>
              <a:tblGrid>
                <a:gridCol w="2693002">
                  <a:extLst>
                    <a:ext uri="{9D8B030D-6E8A-4147-A177-3AD203B41FA5}">
                      <a16:colId xmlns:a16="http://schemas.microsoft.com/office/drawing/2014/main" val="86185441"/>
                    </a:ext>
                  </a:extLst>
                </a:gridCol>
              </a:tblGrid>
              <a:tr h="651362">
                <a:tc>
                  <a:txBody>
                    <a:bodyPr/>
                    <a:lstStyle/>
                    <a:p>
                      <a:pPr algn="ctr" fontAlgn="b"/>
                      <a:r>
                        <a:rPr lang="en-US" sz="1200" b="1" u="none" strike="noStrike" noProof="0">
                          <a:solidFill>
                            <a:schemeClr val="bg1"/>
                          </a:solidFill>
                          <a:effectLst/>
                          <a:latin typeface="+mn-lt"/>
                          <a:ea typeface="Verdana" panose="020B0604030504040204" pitchFamily="34" charset="0"/>
                          <a:cs typeface="Arial" panose="020B0604020202020204" pitchFamily="34" charset="0"/>
                        </a:rPr>
                        <a:t>Business Outcomes &amp; Metrics</a:t>
                      </a:r>
                      <a:endParaRPr lang="en-US" sz="1200" b="1" i="0" u="none" strike="noStrike" noProof="0">
                        <a:solidFill>
                          <a:schemeClr val="bg1"/>
                        </a:solidFill>
                        <a:effectLst/>
                        <a:latin typeface="+mn-lt"/>
                        <a:ea typeface="Verdana" panose="020B0604030504040204" pitchFamily="34" charset="0"/>
                        <a:cs typeface="Arial" panose="020B0604020202020204" pitchFamily="34" charset="0"/>
                      </a:endParaRPr>
                    </a:p>
                  </a:txBody>
                  <a:tcPr marL="72000" marR="72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1239150869"/>
                  </a:ext>
                </a:extLst>
              </a:tr>
              <a:tr h="884087">
                <a:tc>
                  <a:txBody>
                    <a:bodyPr/>
                    <a:lstStyle/>
                    <a:p>
                      <a:pPr marL="184150" lvl="0" indent="-171450" algn="l" defTabSz="914400" rtl="0" eaLnBrk="1" latinLnBrk="0" hangingPunct="1">
                        <a:lnSpc>
                          <a:spcPct val="100000"/>
                        </a:lnSpc>
                        <a:spcBef>
                          <a:spcPts val="125"/>
                        </a:spcBef>
                        <a:buFont typeface="Wingdings" panose="05000000000000000000" pitchFamily="2" charset="2"/>
                        <a:buChar char="Ø"/>
                      </a:pPr>
                      <a:endParaRPr lang="en-US" sz="1100" b="0" kern="1200">
                        <a:solidFill>
                          <a:srgbClr val="334054"/>
                        </a:solidFill>
                        <a:latin typeface="+mn-lt"/>
                        <a:ea typeface="Verdana" panose="020B0604030504040204" pitchFamily="34" charset="0"/>
                        <a:cs typeface="Arial" panose="020B0604020202020204" pitchFamily="34" charset="0"/>
                      </a:endParaRPr>
                    </a:p>
                    <a:p>
                      <a:pPr marL="184150" lvl="0" indent="-171450" algn="l" defTabSz="914400" rtl="0" eaLnBrk="1" latinLnBrk="0" hangingPunct="1">
                        <a:lnSpc>
                          <a:spcPct val="100000"/>
                        </a:lnSpc>
                        <a:spcBef>
                          <a:spcPts val="125"/>
                        </a:spcBef>
                        <a:buFont typeface="Wingdings" panose="05000000000000000000" pitchFamily="2" charset="2"/>
                        <a:buChar char="Ø"/>
                      </a:pPr>
                      <a:r>
                        <a:rPr lang="en-US" sz="1100" b="0" kern="1200">
                          <a:solidFill>
                            <a:srgbClr val="334054"/>
                          </a:solidFill>
                          <a:latin typeface="+mn-lt"/>
                          <a:ea typeface="Verdana" panose="020B0604030504040204" pitchFamily="34" charset="0"/>
                          <a:cs typeface="Arial" panose="020B0604020202020204" pitchFamily="34" charset="0"/>
                        </a:rPr>
                        <a:t>15–25% acceleration in time-to-value </a:t>
                      </a:r>
                    </a:p>
                    <a:p>
                      <a:pPr marL="184150" marR="0" lvl="0" indent="-171450" algn="l" defTabSz="914400" rtl="0" eaLnBrk="1" fontAlgn="auto" latinLnBrk="0" hangingPunct="1">
                        <a:lnSpc>
                          <a:spcPct val="100000"/>
                        </a:lnSpc>
                        <a:spcBef>
                          <a:spcPts val="125"/>
                        </a:spcBef>
                        <a:spcAft>
                          <a:spcPts val="0"/>
                        </a:spcAft>
                        <a:buClrTx/>
                        <a:buSzTx/>
                        <a:buFont typeface="Wingdings" panose="05000000000000000000" pitchFamily="2" charset="2"/>
                        <a:buChar char="Ø"/>
                        <a:tabLst/>
                        <a:defRPr/>
                      </a:pPr>
                      <a:r>
                        <a:rPr lang="en-US" sz="1100" b="0" kern="1200">
                          <a:solidFill>
                            <a:srgbClr val="334054"/>
                          </a:solidFill>
                          <a:latin typeface="+mn-lt"/>
                          <a:ea typeface="Verdana" panose="020B0604030504040204" pitchFamily="34" charset="0"/>
                          <a:cs typeface="Arial" panose="020B0604020202020204" pitchFamily="34" charset="0"/>
                        </a:rPr>
                        <a:t>2–4x increase in ROI on AI investments </a:t>
                      </a:r>
                    </a:p>
                    <a:p>
                      <a:pPr marL="184150" marR="0" lvl="0" indent="-171450" algn="l" defTabSz="914400" rtl="0" eaLnBrk="1" fontAlgn="auto" latinLnBrk="0" hangingPunct="1">
                        <a:lnSpc>
                          <a:spcPct val="100000"/>
                        </a:lnSpc>
                        <a:spcBef>
                          <a:spcPts val="125"/>
                        </a:spcBef>
                        <a:spcAft>
                          <a:spcPts val="0"/>
                        </a:spcAft>
                        <a:buClrTx/>
                        <a:buSzTx/>
                        <a:buFont typeface="Wingdings" panose="05000000000000000000" pitchFamily="2" charset="2"/>
                        <a:buChar char="Ø"/>
                        <a:tabLst/>
                        <a:defRPr/>
                      </a:pPr>
                      <a:r>
                        <a:rPr lang="en-US" sz="1100" b="0" kern="1200">
                          <a:solidFill>
                            <a:srgbClr val="334054"/>
                          </a:solidFill>
                          <a:latin typeface="+mn-lt"/>
                          <a:ea typeface="Verdana" panose="020B0604030504040204" pitchFamily="34" charset="0"/>
                          <a:cs typeface="Arial" panose="020B0604020202020204" pitchFamily="34" charset="0"/>
                        </a:rPr>
                        <a:t>3–5x increase in AI adoption </a:t>
                      </a:r>
                    </a:p>
                    <a:p>
                      <a:pPr marL="184150" lvl="0" indent="-171450" algn="l" defTabSz="914400" rtl="0" eaLnBrk="1" latinLnBrk="0" hangingPunct="1">
                        <a:lnSpc>
                          <a:spcPct val="100000"/>
                        </a:lnSpc>
                        <a:spcBef>
                          <a:spcPts val="125"/>
                        </a:spcBef>
                        <a:buFont typeface="Wingdings" panose="05000000000000000000" pitchFamily="2" charset="2"/>
                        <a:buChar char="Ø"/>
                      </a:pPr>
                      <a:endParaRPr lang="en-US" sz="1100" b="0" kern="1200">
                        <a:solidFill>
                          <a:srgbClr val="334054"/>
                        </a:solidFill>
                        <a:latin typeface="+mn-lt"/>
                        <a:ea typeface="Verdana" panose="020B0604030504040204" pitchFamily="34" charset="0"/>
                        <a:cs typeface="Arial" panose="020B0604020202020204" pitchFamily="34" charset="0"/>
                      </a:endParaRPr>
                    </a:p>
                  </a:txBody>
                  <a:tcPr marL="72000" marR="72000" marT="36000" marB="36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65382990"/>
                  </a:ext>
                </a:extLst>
              </a:tr>
            </a:tbl>
          </a:graphicData>
        </a:graphic>
      </p:graphicFrame>
      <p:pic>
        <p:nvPicPr>
          <p:cNvPr id="5" name="Graphic 4">
            <a:extLst>
              <a:ext uri="{FF2B5EF4-FFF2-40B4-BE49-F238E27FC236}">
                <a16:creationId xmlns:a16="http://schemas.microsoft.com/office/drawing/2014/main" id="{9528FF4C-3479-F4EC-81E3-E0662DBE239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29292" y="4604849"/>
            <a:ext cx="554101" cy="554101"/>
          </a:xfrm>
          <a:prstGeom prst="rect">
            <a:avLst/>
          </a:prstGeom>
        </p:spPr>
      </p:pic>
      <p:pic>
        <p:nvPicPr>
          <p:cNvPr id="9" name="Graphic 8">
            <a:extLst>
              <a:ext uri="{FF2B5EF4-FFF2-40B4-BE49-F238E27FC236}">
                <a16:creationId xmlns:a16="http://schemas.microsoft.com/office/drawing/2014/main" id="{5CC049C8-D161-0836-FDA8-FC35B53A944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844244" y="3530163"/>
            <a:ext cx="467884" cy="467884"/>
          </a:xfrm>
          <a:prstGeom prst="rect">
            <a:avLst/>
          </a:prstGeom>
        </p:spPr>
      </p:pic>
      <p:sp>
        <p:nvSpPr>
          <p:cNvPr id="8" name="Rectangle 7">
            <a:extLst>
              <a:ext uri="{FF2B5EF4-FFF2-40B4-BE49-F238E27FC236}">
                <a16:creationId xmlns:a16="http://schemas.microsoft.com/office/drawing/2014/main" id="{322BC5D8-70EB-CF24-9D91-42A3FC260EAC}"/>
              </a:ext>
            </a:extLst>
          </p:cNvPr>
          <p:cNvSpPr/>
          <p:nvPr/>
        </p:nvSpPr>
        <p:spPr>
          <a:xfrm>
            <a:off x="388681" y="662883"/>
            <a:ext cx="11356957" cy="1262367"/>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srgbClr val="FFFFFF"/>
              </a:solidFill>
              <a:effectLst/>
              <a:uLnTx/>
              <a:uFillTx/>
              <a:cs typeface="Arial" panose="020B0604020202020204" pitchFamily="34" charset="0"/>
            </a:endParaRPr>
          </a:p>
        </p:txBody>
      </p:sp>
      <p:sp>
        <p:nvSpPr>
          <p:cNvPr id="11" name="object 3">
            <a:extLst>
              <a:ext uri="{FF2B5EF4-FFF2-40B4-BE49-F238E27FC236}">
                <a16:creationId xmlns:a16="http://schemas.microsoft.com/office/drawing/2014/main" id="{3BA39DB6-E613-8F54-4B1F-628E0BC801C3}"/>
              </a:ext>
            </a:extLst>
          </p:cNvPr>
          <p:cNvSpPr txBox="1"/>
          <p:nvPr/>
        </p:nvSpPr>
        <p:spPr>
          <a:xfrm>
            <a:off x="510549" y="481889"/>
            <a:ext cx="11217404" cy="731610"/>
          </a:xfrm>
          <a:prstGeom prst="rect">
            <a:avLst/>
          </a:prstGeom>
        </p:spPr>
        <p:txBody>
          <a:bodyPr vert="horz" wrap="square" lIns="0" tIns="107314" rIns="0" bIns="0" rtlCol="0">
            <a:spAutoFit/>
          </a:bodyPr>
          <a:lstStyle/>
          <a:p>
            <a:pPr marL="12700" marR="0" lvl="0" indent="0" algn="just" defTabSz="914400" rtl="0" eaLnBrk="1" fontAlgn="auto" latinLnBrk="0" hangingPunct="1">
              <a:lnSpc>
                <a:spcPct val="100000"/>
              </a:lnSpc>
              <a:spcBef>
                <a:spcPts val="844"/>
              </a:spcBef>
              <a:spcAft>
                <a:spcPts val="0"/>
              </a:spcAft>
              <a:buClrTx/>
              <a:buSzTx/>
              <a:buFontTx/>
              <a:buNone/>
              <a:tabLst/>
              <a:defRPr/>
            </a:pPr>
            <a:r>
              <a:rPr kumimoji="0" lang="en-US" sz="1050" b="1" i="0" u="none" strike="noStrike" kern="1200" cap="none" spc="-50" normalizeH="0" baseline="0" noProof="0">
                <a:ln>
                  <a:noFill/>
                </a:ln>
                <a:solidFill>
                  <a:srgbClr val="000000"/>
                </a:solidFill>
                <a:effectLst/>
                <a:uLnTx/>
                <a:uFillTx/>
                <a:ea typeface="Verdana" panose="020B0604030504040204" pitchFamily="34" charset="0"/>
                <a:cs typeface="Arial" panose="020B0604020202020204" pitchFamily="34" charset="0"/>
              </a:rPr>
              <a:t>The Situation:</a:t>
            </a:r>
          </a:p>
          <a:p>
            <a:r>
              <a:rPr lang="en-US" sz="1000">
                <a:cs typeface="Arial" panose="020B0604020202020204" pitchFamily="34" charset="0"/>
              </a:rPr>
              <a:t>as Generative and Agentic AI capabilities advance at unprecedented speed, enterprise leaders are grappling with how to harness this potential in a purposeful and responsible way. While early Gen AI pilots have demonstrated productivity gains, organizations are also seeking to benefit from autonomous, task-oriented agents that can drive greater automation, decision support, and workflow orchestration</a:t>
            </a:r>
          </a:p>
        </p:txBody>
      </p:sp>
      <p:sp>
        <p:nvSpPr>
          <p:cNvPr id="19" name="object 50">
            <a:extLst>
              <a:ext uri="{FF2B5EF4-FFF2-40B4-BE49-F238E27FC236}">
                <a16:creationId xmlns:a16="http://schemas.microsoft.com/office/drawing/2014/main" id="{1BA3F501-7216-7694-5A24-A76E80E26CAA}"/>
              </a:ext>
            </a:extLst>
          </p:cNvPr>
          <p:cNvSpPr txBox="1"/>
          <p:nvPr/>
        </p:nvSpPr>
        <p:spPr>
          <a:xfrm>
            <a:off x="6366756" y="5409576"/>
            <a:ext cx="1494785" cy="692496"/>
          </a:xfrm>
          <a:prstGeom prst="rect">
            <a:avLst/>
          </a:prstGeom>
        </p:spPr>
        <p:txBody>
          <a:bodyPr vert="horz" wrap="square" lIns="0" tIns="116839" rIns="0" bIns="0" rtlCol="0">
            <a:spAutoFit/>
          </a:bodyPr>
          <a:lstStyle/>
          <a:p>
            <a:pPr marL="0" marR="0" lvl="0" indent="0" algn="ctr" defTabSz="914400" rtl="0" eaLnBrk="1" fontAlgn="auto" latinLnBrk="0" hangingPunct="1">
              <a:lnSpc>
                <a:spcPct val="100000"/>
              </a:lnSpc>
              <a:spcBef>
                <a:spcPts val="919"/>
              </a:spcBef>
              <a:spcAft>
                <a:spcPts val="0"/>
              </a:spcAft>
              <a:buClrTx/>
              <a:buSzTx/>
              <a:buFontTx/>
              <a:buNone/>
              <a:tabLst/>
              <a:defRPr/>
            </a:pPr>
            <a:r>
              <a:rPr lang="en-US" sz="1600" b="1" spc="70">
                <a:solidFill>
                  <a:schemeClr val="bg1"/>
                </a:solidFill>
                <a:ea typeface="Verdana" panose="020B0604030504040204" pitchFamily="34" charset="0"/>
                <a:cs typeface="Arial" panose="020B0604020202020204" pitchFamily="34" charset="0"/>
              </a:rPr>
              <a:t>30-40</a:t>
            </a:r>
            <a:r>
              <a:rPr kumimoji="0" lang="en-US" sz="1600" b="1" i="0" u="none" strike="noStrike" kern="1200" cap="none" spc="70" normalizeH="0" baseline="0" noProof="0">
                <a:ln>
                  <a:noFill/>
                </a:ln>
                <a:solidFill>
                  <a:schemeClr val="bg1"/>
                </a:solidFill>
                <a:effectLst/>
                <a:uLnTx/>
                <a:uFillTx/>
                <a:ea typeface="Verdana" panose="020B0604030504040204" pitchFamily="34" charset="0"/>
                <a:cs typeface="Arial" panose="020B0604020202020204" pitchFamily="34" charset="0"/>
              </a:rPr>
              <a:t>%</a:t>
            </a:r>
            <a:endParaRPr kumimoji="0" lang="en-US" sz="1600" b="0" i="0" u="none" strike="noStrike" kern="1200" cap="none" spc="0" normalizeH="0" baseline="0" noProof="0">
              <a:ln>
                <a:noFill/>
              </a:ln>
              <a:solidFill>
                <a:schemeClr val="bg1"/>
              </a:solidFill>
              <a:effectLst/>
              <a:uLnTx/>
              <a:uFillTx/>
              <a:ea typeface="Verdana" panose="020B0604030504040204" pitchFamily="34" charset="0"/>
              <a:cs typeface="Arial" panose="020B0604020202020204" pitchFamily="34" charset="0"/>
            </a:endParaRPr>
          </a:p>
          <a:p>
            <a:pPr algn="ctr">
              <a:spcBef>
                <a:spcPts val="409"/>
              </a:spcBef>
              <a:defRPr/>
            </a:pPr>
            <a:r>
              <a:rPr lang="en-US" sz="900" spc="-10">
                <a:solidFill>
                  <a:schemeClr val="bg1"/>
                </a:solidFill>
                <a:ea typeface="Verdana" panose="020B0604030504040204" pitchFamily="34" charset="0"/>
                <a:cs typeface="Arial" panose="020B0604020202020204" pitchFamily="34" charset="0"/>
              </a:rPr>
              <a:t>Accelerated time-to-deployment</a:t>
            </a:r>
          </a:p>
        </p:txBody>
      </p:sp>
      <p:sp>
        <p:nvSpPr>
          <p:cNvPr id="20" name="object 50">
            <a:extLst>
              <a:ext uri="{FF2B5EF4-FFF2-40B4-BE49-F238E27FC236}">
                <a16:creationId xmlns:a16="http://schemas.microsoft.com/office/drawing/2014/main" id="{85BCBDC9-3690-9F58-3EFC-CE4659EEDB34}"/>
              </a:ext>
            </a:extLst>
          </p:cNvPr>
          <p:cNvSpPr txBox="1"/>
          <p:nvPr/>
        </p:nvSpPr>
        <p:spPr>
          <a:xfrm>
            <a:off x="9989930" y="5409576"/>
            <a:ext cx="1494785" cy="692496"/>
          </a:xfrm>
          <a:prstGeom prst="rect">
            <a:avLst/>
          </a:prstGeom>
        </p:spPr>
        <p:txBody>
          <a:bodyPr vert="horz" wrap="square" lIns="0" tIns="116839" rIns="0" bIns="0" rtlCol="0">
            <a:spAutoFit/>
          </a:bodyPr>
          <a:lstStyle/>
          <a:p>
            <a:pPr marL="0" marR="0" lvl="0" indent="0" algn="ctr" defTabSz="914400" rtl="0" eaLnBrk="1" fontAlgn="auto" latinLnBrk="0" hangingPunct="1">
              <a:lnSpc>
                <a:spcPct val="100000"/>
              </a:lnSpc>
              <a:spcBef>
                <a:spcPts val="919"/>
              </a:spcBef>
              <a:spcAft>
                <a:spcPts val="0"/>
              </a:spcAft>
              <a:buClrTx/>
              <a:buSzTx/>
              <a:buFontTx/>
              <a:buNone/>
              <a:tabLst/>
              <a:defRPr/>
            </a:pPr>
            <a:r>
              <a:rPr lang="en-US" sz="1600" b="1" spc="70">
                <a:solidFill>
                  <a:schemeClr val="bg1"/>
                </a:solidFill>
                <a:ea typeface="Verdana" panose="020B0604030504040204" pitchFamily="34" charset="0"/>
                <a:cs typeface="Arial" panose="020B0604020202020204" pitchFamily="34" charset="0"/>
              </a:rPr>
              <a:t>50-70</a:t>
            </a:r>
            <a:r>
              <a:rPr kumimoji="0" lang="en-US" sz="1600" b="1" i="0" u="none" strike="noStrike" kern="1200" cap="none" spc="70" normalizeH="0" baseline="0" noProof="0">
                <a:ln>
                  <a:noFill/>
                </a:ln>
                <a:solidFill>
                  <a:schemeClr val="bg1"/>
                </a:solidFill>
                <a:effectLst/>
                <a:uLnTx/>
                <a:uFillTx/>
                <a:ea typeface="Verdana" panose="020B0604030504040204" pitchFamily="34" charset="0"/>
                <a:cs typeface="Arial" panose="020B0604020202020204" pitchFamily="34" charset="0"/>
              </a:rPr>
              <a:t>%</a:t>
            </a:r>
            <a:endParaRPr kumimoji="0" lang="en-US" sz="1600" b="0" i="0" u="none" strike="noStrike" kern="1200" cap="none" spc="0" normalizeH="0" baseline="0" noProof="0">
              <a:ln>
                <a:noFill/>
              </a:ln>
              <a:solidFill>
                <a:schemeClr val="bg1"/>
              </a:solidFill>
              <a:effectLst/>
              <a:uLnTx/>
              <a:uFillTx/>
              <a:ea typeface="Verdana" panose="020B0604030504040204" pitchFamily="34" charset="0"/>
              <a:cs typeface="Arial" panose="020B0604020202020204" pitchFamily="34" charset="0"/>
            </a:endParaRPr>
          </a:p>
          <a:p>
            <a:pPr algn="ctr">
              <a:spcBef>
                <a:spcPts val="409"/>
              </a:spcBef>
              <a:defRPr/>
            </a:pPr>
            <a:r>
              <a:rPr lang="en-US" sz="900" spc="-10">
                <a:solidFill>
                  <a:schemeClr val="bg1"/>
                </a:solidFill>
                <a:ea typeface="Verdana" panose="020B0604030504040204" pitchFamily="34" charset="0"/>
                <a:cs typeface="Arial" panose="020B0604020202020204" pitchFamily="34" charset="0"/>
              </a:rPr>
              <a:t>Reduced resistance </a:t>
            </a:r>
            <a:br>
              <a:rPr lang="en-US" sz="900" spc="-10">
                <a:solidFill>
                  <a:schemeClr val="bg1"/>
                </a:solidFill>
                <a:ea typeface="Verdana" panose="020B0604030504040204" pitchFamily="34" charset="0"/>
                <a:cs typeface="Arial" panose="020B0604020202020204" pitchFamily="34" charset="0"/>
              </a:rPr>
            </a:br>
            <a:r>
              <a:rPr lang="en-US" sz="900" spc="-10">
                <a:solidFill>
                  <a:schemeClr val="bg1"/>
                </a:solidFill>
                <a:ea typeface="Verdana" panose="020B0604030504040204" pitchFamily="34" charset="0"/>
                <a:cs typeface="Arial" panose="020B0604020202020204" pitchFamily="34" charset="0"/>
              </a:rPr>
              <a:t>to change</a:t>
            </a:r>
          </a:p>
        </p:txBody>
      </p:sp>
      <p:sp>
        <p:nvSpPr>
          <p:cNvPr id="23" name="object 16">
            <a:extLst>
              <a:ext uri="{FF2B5EF4-FFF2-40B4-BE49-F238E27FC236}">
                <a16:creationId xmlns:a16="http://schemas.microsoft.com/office/drawing/2014/main" id="{0932244E-3F00-4914-D292-A6F8C3CF9654}"/>
              </a:ext>
            </a:extLst>
          </p:cNvPr>
          <p:cNvSpPr txBox="1"/>
          <p:nvPr/>
        </p:nvSpPr>
        <p:spPr>
          <a:xfrm>
            <a:off x="5465887" y="2194479"/>
            <a:ext cx="3288708" cy="712736"/>
          </a:xfrm>
          <a:prstGeom prst="rect">
            <a:avLst/>
          </a:prstGeom>
        </p:spPr>
        <p:txBody>
          <a:bodyPr vert="horz" wrap="square" lIns="0" tIns="96243" rIns="0" bIns="0" rtlCol="0" anchor="t">
            <a:spAutoFit/>
          </a:bodyPr>
          <a:lstStyle/>
          <a:p>
            <a:r>
              <a:rPr lang="en-US" sz="1000" b="1">
                <a:solidFill>
                  <a:schemeClr val="accent4"/>
                </a:solidFill>
                <a:cs typeface="Arial" panose="020B0604020202020204" pitchFamily="34" charset="0"/>
              </a:rPr>
              <a:t>Technical Readiness &amp; Architecture Advisory</a:t>
            </a:r>
            <a:br>
              <a:rPr lang="en-US" sz="1000">
                <a:cs typeface="Arial" panose="020B0604020202020204" pitchFamily="34" charset="0"/>
              </a:rPr>
            </a:br>
            <a:r>
              <a:rPr lang="en-US" sz="1000">
                <a:cs typeface="Arial" panose="020B0604020202020204" pitchFamily="34" charset="0"/>
              </a:rPr>
              <a:t>Assesses current technology capabilities and develops a secure, scalable architecture to support AI integration across the enterprise.</a:t>
            </a:r>
          </a:p>
        </p:txBody>
      </p:sp>
      <p:sp>
        <p:nvSpPr>
          <p:cNvPr id="24" name="object 18">
            <a:extLst>
              <a:ext uri="{FF2B5EF4-FFF2-40B4-BE49-F238E27FC236}">
                <a16:creationId xmlns:a16="http://schemas.microsoft.com/office/drawing/2014/main" id="{F3FA9DFC-D6A7-3738-549C-74F0856BDBA1}"/>
              </a:ext>
            </a:extLst>
          </p:cNvPr>
          <p:cNvSpPr txBox="1"/>
          <p:nvPr/>
        </p:nvSpPr>
        <p:spPr>
          <a:xfrm>
            <a:off x="5465887" y="3419378"/>
            <a:ext cx="3332265" cy="629519"/>
          </a:xfrm>
          <a:prstGeom prst="rect">
            <a:avLst/>
          </a:prstGeom>
        </p:spPr>
        <p:txBody>
          <a:bodyPr vert="horz" wrap="square" lIns="0" tIns="13831" rIns="0" bIns="0" rtlCol="0">
            <a:spAutoFit/>
          </a:bodyPr>
          <a:lstStyle/>
          <a:p>
            <a:pPr marL="11527" defTabSz="829909">
              <a:spcBef>
                <a:spcPts val="758"/>
              </a:spcBef>
              <a:defRPr/>
            </a:pPr>
            <a:r>
              <a:rPr lang="en-US" sz="1000" b="1">
                <a:solidFill>
                  <a:schemeClr val="accent4"/>
                </a:solidFill>
                <a:cs typeface="Arial" panose="020B0604020202020204" pitchFamily="34" charset="0"/>
              </a:rPr>
              <a:t>Data, Model &amp; Ecosystem Readiness </a:t>
            </a:r>
          </a:p>
          <a:p>
            <a:r>
              <a:rPr lang="en-US" sz="1000">
                <a:cs typeface="Arial" panose="020B0604020202020204" pitchFamily="34" charset="0"/>
              </a:rPr>
              <a:t>Ensures the organization has the right data, models, and external partnerships in place to build and run effective AI solutions.</a:t>
            </a:r>
          </a:p>
        </p:txBody>
      </p:sp>
      <p:sp>
        <p:nvSpPr>
          <p:cNvPr id="28" name="object 18">
            <a:extLst>
              <a:ext uri="{FF2B5EF4-FFF2-40B4-BE49-F238E27FC236}">
                <a16:creationId xmlns:a16="http://schemas.microsoft.com/office/drawing/2014/main" id="{FFFD0A5F-E638-C1DA-A212-BF44F029BA45}"/>
              </a:ext>
            </a:extLst>
          </p:cNvPr>
          <p:cNvSpPr txBox="1"/>
          <p:nvPr/>
        </p:nvSpPr>
        <p:spPr>
          <a:xfrm>
            <a:off x="5465887" y="4530309"/>
            <a:ext cx="3332265" cy="642343"/>
          </a:xfrm>
          <a:prstGeom prst="rect">
            <a:avLst/>
          </a:prstGeom>
        </p:spPr>
        <p:txBody>
          <a:bodyPr vert="horz" wrap="square" lIns="0" tIns="13831" rIns="0" bIns="0" rtlCol="0">
            <a:spAutoFit/>
          </a:bodyPr>
          <a:lstStyle/>
          <a:p>
            <a:pPr marL="11527" lvl="0" defTabSz="829909">
              <a:spcBef>
                <a:spcPts val="109"/>
              </a:spcBef>
              <a:defRPr/>
            </a:pPr>
            <a:r>
              <a:rPr lang="en-US" sz="1000" b="1">
                <a:solidFill>
                  <a:schemeClr val="accent4"/>
                </a:solidFill>
                <a:cs typeface="Arial" panose="020B0604020202020204" pitchFamily="34" charset="0"/>
              </a:rPr>
              <a:t>Organizational Change &amp; Capability Building </a:t>
            </a:r>
          </a:p>
          <a:p>
            <a:pPr marL="11527" lvl="0" defTabSz="829909">
              <a:spcBef>
                <a:spcPts val="109"/>
              </a:spcBef>
              <a:defRPr/>
            </a:pPr>
            <a:r>
              <a:rPr lang="en-US" sz="1000">
                <a:cs typeface="Arial" panose="020B0604020202020204" pitchFamily="34" charset="0"/>
              </a:rPr>
              <a:t>Equips teams with the skills, structures, and support needed to adopt AI successfully and operate in an AI-enabled environment.</a:t>
            </a:r>
          </a:p>
        </p:txBody>
      </p:sp>
      <p:sp>
        <p:nvSpPr>
          <p:cNvPr id="3" name="object 3">
            <a:extLst>
              <a:ext uri="{FF2B5EF4-FFF2-40B4-BE49-F238E27FC236}">
                <a16:creationId xmlns:a16="http://schemas.microsoft.com/office/drawing/2014/main" id="{A32ABE3B-8366-3ABD-11A3-EEA5A5EE0CCA}"/>
              </a:ext>
            </a:extLst>
          </p:cNvPr>
          <p:cNvSpPr txBox="1"/>
          <p:nvPr/>
        </p:nvSpPr>
        <p:spPr>
          <a:xfrm>
            <a:off x="510549" y="1078895"/>
            <a:ext cx="11217404" cy="1339468"/>
          </a:xfrm>
          <a:prstGeom prst="rect">
            <a:avLst/>
          </a:prstGeom>
        </p:spPr>
        <p:txBody>
          <a:bodyPr vert="horz" wrap="square" lIns="0" tIns="107314" rIns="0" bIns="0" numCol="2" rtlCol="0">
            <a:spAutoFit/>
          </a:bodyPr>
          <a:lstStyle/>
          <a:p>
            <a:endParaRPr lang="en-US" sz="1000">
              <a:cs typeface="Arial" panose="020B0604020202020204" pitchFamily="34" charset="0"/>
            </a:endParaRPr>
          </a:p>
          <a:p>
            <a:r>
              <a:rPr lang="en-US" sz="1000" b="1">
                <a:cs typeface="Arial" panose="020B0604020202020204" pitchFamily="34" charset="0"/>
              </a:rPr>
              <a:t>Top Challenges</a:t>
            </a:r>
          </a:p>
          <a:p>
            <a:pPr marL="171450" indent="-171450">
              <a:buFont typeface="Arial" panose="020B0604020202020204" pitchFamily="34" charset="0"/>
              <a:buChar char="•"/>
            </a:pPr>
            <a:r>
              <a:rPr lang="en-US" sz="1000" b="1">
                <a:cs typeface="Arial" panose="020B0604020202020204" pitchFamily="34" charset="0"/>
              </a:rPr>
              <a:t>No unified strategy</a:t>
            </a:r>
            <a:r>
              <a:rPr lang="en-US" sz="1000">
                <a:cs typeface="Arial" panose="020B0604020202020204" pitchFamily="34" charset="0"/>
              </a:rPr>
              <a:t> for Gen + Agentic AI across the enterprise</a:t>
            </a:r>
          </a:p>
          <a:p>
            <a:pPr marL="171450" indent="-171450">
              <a:buFont typeface="Arial" panose="020B0604020202020204" pitchFamily="34" charset="0"/>
              <a:buChar char="•"/>
            </a:pPr>
            <a:r>
              <a:rPr lang="en-US" sz="1000" b="1">
                <a:cs typeface="Arial" panose="020B0604020202020204" pitchFamily="34" charset="0"/>
              </a:rPr>
              <a:t>Isolated pilots</a:t>
            </a:r>
            <a:r>
              <a:rPr lang="en-US" sz="1000">
                <a:cs typeface="Arial" panose="020B0604020202020204" pitchFamily="34" charset="0"/>
              </a:rPr>
              <a:t> with limited business integration</a:t>
            </a:r>
          </a:p>
          <a:p>
            <a:endParaRPr lang="en-US" sz="1000">
              <a:cs typeface="Arial" panose="020B0604020202020204" pitchFamily="34" charset="0"/>
            </a:endParaRPr>
          </a:p>
          <a:p>
            <a:endParaRPr lang="en-US" sz="1000">
              <a:cs typeface="Arial" panose="020B0604020202020204" pitchFamily="34" charset="0"/>
            </a:endParaRPr>
          </a:p>
          <a:p>
            <a:pPr marL="171450" indent="-171450">
              <a:buFont typeface="Arial" panose="020B0604020202020204" pitchFamily="34" charset="0"/>
              <a:buChar char="•"/>
            </a:pPr>
            <a:endParaRPr lang="en-US" sz="1000">
              <a:cs typeface="Arial" panose="020B0604020202020204" pitchFamily="34" charset="0"/>
            </a:endParaRPr>
          </a:p>
          <a:p>
            <a:pPr marL="171450" indent="-171450">
              <a:buFont typeface="Arial" panose="020B0604020202020204" pitchFamily="34" charset="0"/>
              <a:buChar char="•"/>
            </a:pPr>
            <a:endParaRPr lang="en-US" sz="1000">
              <a:cs typeface="Arial" panose="020B0604020202020204" pitchFamily="34" charset="0"/>
            </a:endParaRPr>
          </a:p>
          <a:p>
            <a:endParaRPr lang="en-US" sz="1000">
              <a:cs typeface="Arial" panose="020B0604020202020204" pitchFamily="34" charset="0"/>
            </a:endParaRPr>
          </a:p>
          <a:p>
            <a:pPr marL="171450" indent="-171450">
              <a:buFont typeface="Arial" panose="020B0604020202020204" pitchFamily="34" charset="0"/>
              <a:buChar char="•"/>
            </a:pPr>
            <a:r>
              <a:rPr lang="en-US" sz="1000" b="1">
                <a:cs typeface="Arial" panose="020B0604020202020204" pitchFamily="34" charset="0"/>
              </a:rPr>
              <a:t>Governance gaps</a:t>
            </a:r>
            <a:r>
              <a:rPr lang="en-US" sz="1000">
                <a:cs typeface="Arial" panose="020B0604020202020204" pitchFamily="34" charset="0"/>
              </a:rPr>
              <a:t> around safety, compliance, and accountability</a:t>
            </a:r>
          </a:p>
          <a:p>
            <a:pPr marL="171450" indent="-171450">
              <a:buFont typeface="Arial" panose="020B0604020202020204" pitchFamily="34" charset="0"/>
              <a:buChar char="•"/>
            </a:pPr>
            <a:r>
              <a:rPr lang="en-US" sz="1000" b="1">
                <a:cs typeface="Arial" panose="020B0604020202020204" pitchFamily="34" charset="0"/>
              </a:rPr>
              <a:t>Legacy systems &amp; siloed data</a:t>
            </a:r>
            <a:r>
              <a:rPr lang="en-US" sz="1000">
                <a:cs typeface="Arial" panose="020B0604020202020204" pitchFamily="34" charset="0"/>
              </a:rPr>
              <a:t> block intelligent automation</a:t>
            </a:r>
          </a:p>
          <a:p>
            <a:pPr marL="171450" indent="-171450">
              <a:buFont typeface="Arial" panose="020B0604020202020204" pitchFamily="34" charset="0"/>
              <a:buChar char="•"/>
            </a:pPr>
            <a:r>
              <a:rPr lang="en-US" sz="1000" b="1">
                <a:cs typeface="Arial" panose="020B0604020202020204" pitchFamily="34" charset="0"/>
              </a:rPr>
              <a:t>Low readiness</a:t>
            </a:r>
            <a:r>
              <a:rPr lang="en-US" sz="1000">
                <a:cs typeface="Arial" panose="020B0604020202020204" pitchFamily="34" charset="0"/>
              </a:rPr>
              <a:t> for agent-assisted and autonomous workflows</a:t>
            </a:r>
          </a:p>
          <a:p>
            <a:pPr marL="12700" marR="0" lvl="0" indent="0" algn="just" defTabSz="914400" rtl="0" eaLnBrk="1" fontAlgn="auto" latinLnBrk="0" hangingPunct="1">
              <a:lnSpc>
                <a:spcPct val="100000"/>
              </a:lnSpc>
              <a:spcBef>
                <a:spcPts val="844"/>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ea typeface="Verdana" panose="020B0604030504040204" pitchFamily="34" charset="0"/>
              <a:cs typeface="Arial" panose="020B0604020202020204" pitchFamily="34" charset="0"/>
            </a:endParaRPr>
          </a:p>
        </p:txBody>
      </p:sp>
      <p:grpSp>
        <p:nvGrpSpPr>
          <p:cNvPr id="17" name="Group 4">
            <a:extLst>
              <a:ext uri="{FF2B5EF4-FFF2-40B4-BE49-F238E27FC236}">
                <a16:creationId xmlns:a16="http://schemas.microsoft.com/office/drawing/2014/main" id="{4B4BE133-2689-05FF-1F22-4E3744438FF6}"/>
              </a:ext>
            </a:extLst>
          </p:cNvPr>
          <p:cNvGrpSpPr>
            <a:grpSpLocks noChangeAspect="1"/>
          </p:cNvGrpSpPr>
          <p:nvPr/>
        </p:nvGrpSpPr>
        <p:grpSpPr bwMode="auto">
          <a:xfrm>
            <a:off x="543688" y="2401905"/>
            <a:ext cx="325306" cy="324406"/>
            <a:chOff x="380" y="473"/>
            <a:chExt cx="362" cy="361"/>
          </a:xfrm>
          <a:solidFill>
            <a:srgbClr val="FF0000"/>
          </a:solidFill>
        </p:grpSpPr>
        <p:sp>
          <p:nvSpPr>
            <p:cNvPr id="18" name="Freeform 5">
              <a:extLst>
                <a:ext uri="{FF2B5EF4-FFF2-40B4-BE49-F238E27FC236}">
                  <a16:creationId xmlns:a16="http://schemas.microsoft.com/office/drawing/2014/main" id="{53C9E781-986D-6EC5-0708-0C0F621657E8}"/>
                </a:ext>
              </a:extLst>
            </p:cNvPr>
            <p:cNvSpPr>
              <a:spLocks noEditPoints="1"/>
            </p:cNvSpPr>
            <p:nvPr/>
          </p:nvSpPr>
          <p:spPr bwMode="auto">
            <a:xfrm>
              <a:off x="545" y="473"/>
              <a:ext cx="197" cy="197"/>
            </a:xfrm>
            <a:custGeom>
              <a:avLst/>
              <a:gdLst>
                <a:gd name="T0" fmla="*/ 11 w 133"/>
                <a:gd name="T1" fmla="*/ 111 h 133"/>
                <a:gd name="T2" fmla="*/ 0 w 133"/>
                <a:gd name="T3" fmla="*/ 122 h 133"/>
                <a:gd name="T4" fmla="*/ 11 w 133"/>
                <a:gd name="T5" fmla="*/ 133 h 133"/>
                <a:gd name="T6" fmla="*/ 22 w 133"/>
                <a:gd name="T7" fmla="*/ 122 h 133"/>
                <a:gd name="T8" fmla="*/ 21 w 133"/>
                <a:gd name="T9" fmla="*/ 120 h 133"/>
                <a:gd name="T10" fmla="*/ 73 w 133"/>
                <a:gd name="T11" fmla="*/ 68 h 133"/>
                <a:gd name="T12" fmla="*/ 99 w 133"/>
                <a:gd name="T13" fmla="*/ 68 h 133"/>
                <a:gd name="T14" fmla="*/ 103 w 133"/>
                <a:gd name="T15" fmla="*/ 67 h 133"/>
                <a:gd name="T16" fmla="*/ 131 w 133"/>
                <a:gd name="T17" fmla="*/ 39 h 133"/>
                <a:gd name="T18" fmla="*/ 132 w 133"/>
                <a:gd name="T19" fmla="*/ 32 h 133"/>
                <a:gd name="T20" fmla="*/ 126 w 133"/>
                <a:gd name="T21" fmla="*/ 28 h 133"/>
                <a:gd name="T22" fmla="*/ 105 w 133"/>
                <a:gd name="T23" fmla="*/ 28 h 133"/>
                <a:gd name="T24" fmla="*/ 105 w 133"/>
                <a:gd name="T25" fmla="*/ 7 h 133"/>
                <a:gd name="T26" fmla="*/ 101 w 133"/>
                <a:gd name="T27" fmla="*/ 1 h 133"/>
                <a:gd name="T28" fmla="*/ 94 w 133"/>
                <a:gd name="T29" fmla="*/ 2 h 133"/>
                <a:gd name="T30" fmla="*/ 66 w 133"/>
                <a:gd name="T31" fmla="*/ 30 h 133"/>
                <a:gd name="T32" fmla="*/ 64 w 133"/>
                <a:gd name="T33" fmla="*/ 34 h 133"/>
                <a:gd name="T34" fmla="*/ 64 w 133"/>
                <a:gd name="T35" fmla="*/ 59 h 133"/>
                <a:gd name="T36" fmla="*/ 12 w 133"/>
                <a:gd name="T37" fmla="*/ 111 h 133"/>
                <a:gd name="T38" fmla="*/ 11 w 133"/>
                <a:gd name="T39" fmla="*/ 111 h 133"/>
                <a:gd name="T40" fmla="*/ 94 w 133"/>
                <a:gd name="T41" fmla="*/ 39 h 133"/>
                <a:gd name="T42" fmla="*/ 99 w 133"/>
                <a:gd name="T43" fmla="*/ 41 h 133"/>
                <a:gd name="T44" fmla="*/ 111 w 133"/>
                <a:gd name="T45" fmla="*/ 41 h 133"/>
                <a:gd name="T46" fmla="*/ 96 w 133"/>
                <a:gd name="T47" fmla="*/ 56 h 133"/>
                <a:gd name="T48" fmla="*/ 77 w 133"/>
                <a:gd name="T49" fmla="*/ 56 h 133"/>
                <a:gd name="T50" fmla="*/ 77 w 133"/>
                <a:gd name="T51" fmla="*/ 37 h 133"/>
                <a:gd name="T52" fmla="*/ 92 w 133"/>
                <a:gd name="T53" fmla="*/ 22 h 133"/>
                <a:gd name="T54" fmla="*/ 92 w 133"/>
                <a:gd name="T55" fmla="*/ 34 h 133"/>
                <a:gd name="T56" fmla="*/ 94 w 133"/>
                <a:gd name="T57" fmla="*/ 39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3">
                  <a:moveTo>
                    <a:pt x="11" y="111"/>
                  </a:moveTo>
                  <a:cubicBezTo>
                    <a:pt x="5" y="111"/>
                    <a:pt x="0" y="116"/>
                    <a:pt x="0" y="122"/>
                  </a:cubicBezTo>
                  <a:cubicBezTo>
                    <a:pt x="0" y="128"/>
                    <a:pt x="5" y="133"/>
                    <a:pt x="11" y="133"/>
                  </a:cubicBezTo>
                  <a:cubicBezTo>
                    <a:pt x="17" y="133"/>
                    <a:pt x="22" y="128"/>
                    <a:pt x="22" y="122"/>
                  </a:cubicBezTo>
                  <a:cubicBezTo>
                    <a:pt x="22" y="122"/>
                    <a:pt x="22" y="121"/>
                    <a:pt x="21" y="120"/>
                  </a:cubicBezTo>
                  <a:cubicBezTo>
                    <a:pt x="73" y="68"/>
                    <a:pt x="73" y="68"/>
                    <a:pt x="73" y="68"/>
                  </a:cubicBezTo>
                  <a:cubicBezTo>
                    <a:pt x="99" y="68"/>
                    <a:pt x="99" y="68"/>
                    <a:pt x="99" y="68"/>
                  </a:cubicBezTo>
                  <a:cubicBezTo>
                    <a:pt x="100" y="68"/>
                    <a:pt x="102" y="68"/>
                    <a:pt x="103" y="67"/>
                  </a:cubicBezTo>
                  <a:cubicBezTo>
                    <a:pt x="131" y="39"/>
                    <a:pt x="131" y="39"/>
                    <a:pt x="131" y="39"/>
                  </a:cubicBezTo>
                  <a:cubicBezTo>
                    <a:pt x="133" y="37"/>
                    <a:pt x="133" y="34"/>
                    <a:pt x="132" y="32"/>
                  </a:cubicBezTo>
                  <a:cubicBezTo>
                    <a:pt x="131" y="30"/>
                    <a:pt x="129" y="28"/>
                    <a:pt x="126" y="28"/>
                  </a:cubicBezTo>
                  <a:cubicBezTo>
                    <a:pt x="105" y="28"/>
                    <a:pt x="105" y="28"/>
                    <a:pt x="105" y="28"/>
                  </a:cubicBezTo>
                  <a:cubicBezTo>
                    <a:pt x="105" y="7"/>
                    <a:pt x="105" y="7"/>
                    <a:pt x="105" y="7"/>
                  </a:cubicBezTo>
                  <a:cubicBezTo>
                    <a:pt x="105" y="4"/>
                    <a:pt x="103" y="2"/>
                    <a:pt x="101" y="1"/>
                  </a:cubicBezTo>
                  <a:cubicBezTo>
                    <a:pt x="99" y="0"/>
                    <a:pt x="96" y="0"/>
                    <a:pt x="94" y="2"/>
                  </a:cubicBezTo>
                  <a:cubicBezTo>
                    <a:pt x="66" y="30"/>
                    <a:pt x="66" y="30"/>
                    <a:pt x="66" y="30"/>
                  </a:cubicBezTo>
                  <a:cubicBezTo>
                    <a:pt x="65" y="31"/>
                    <a:pt x="64" y="33"/>
                    <a:pt x="64" y="34"/>
                  </a:cubicBezTo>
                  <a:cubicBezTo>
                    <a:pt x="64" y="59"/>
                    <a:pt x="64" y="59"/>
                    <a:pt x="64" y="59"/>
                  </a:cubicBezTo>
                  <a:cubicBezTo>
                    <a:pt x="12" y="111"/>
                    <a:pt x="12" y="111"/>
                    <a:pt x="12" y="111"/>
                  </a:cubicBezTo>
                  <a:cubicBezTo>
                    <a:pt x="12" y="111"/>
                    <a:pt x="11" y="111"/>
                    <a:pt x="11" y="111"/>
                  </a:cubicBezTo>
                  <a:close/>
                  <a:moveTo>
                    <a:pt x="94" y="39"/>
                  </a:moveTo>
                  <a:cubicBezTo>
                    <a:pt x="95" y="40"/>
                    <a:pt x="97" y="41"/>
                    <a:pt x="99" y="41"/>
                  </a:cubicBezTo>
                  <a:cubicBezTo>
                    <a:pt x="111" y="41"/>
                    <a:pt x="111" y="41"/>
                    <a:pt x="111" y="41"/>
                  </a:cubicBezTo>
                  <a:cubicBezTo>
                    <a:pt x="96" y="56"/>
                    <a:pt x="96" y="56"/>
                    <a:pt x="96" y="56"/>
                  </a:cubicBezTo>
                  <a:cubicBezTo>
                    <a:pt x="77" y="56"/>
                    <a:pt x="77" y="56"/>
                    <a:pt x="77" y="56"/>
                  </a:cubicBezTo>
                  <a:cubicBezTo>
                    <a:pt x="77" y="37"/>
                    <a:pt x="77" y="37"/>
                    <a:pt x="77" y="37"/>
                  </a:cubicBezTo>
                  <a:cubicBezTo>
                    <a:pt x="92" y="22"/>
                    <a:pt x="92" y="22"/>
                    <a:pt x="92" y="22"/>
                  </a:cubicBezTo>
                  <a:cubicBezTo>
                    <a:pt x="92" y="34"/>
                    <a:pt x="92" y="34"/>
                    <a:pt x="92" y="34"/>
                  </a:cubicBezTo>
                  <a:cubicBezTo>
                    <a:pt x="92" y="36"/>
                    <a:pt x="93" y="38"/>
                    <a:pt x="94" y="39"/>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chemeClr val="tx2"/>
                </a:solidFill>
                <a:effectLst/>
                <a:uLnTx/>
                <a:uFillTx/>
                <a:cs typeface="Arial" charset="0"/>
              </a:endParaRPr>
            </a:p>
          </p:txBody>
        </p:sp>
        <p:sp>
          <p:nvSpPr>
            <p:cNvPr id="30" name="Freeform 6">
              <a:extLst>
                <a:ext uri="{FF2B5EF4-FFF2-40B4-BE49-F238E27FC236}">
                  <a16:creationId xmlns:a16="http://schemas.microsoft.com/office/drawing/2014/main" id="{4014FDBC-0794-14D2-C881-6ACD2E8778D5}"/>
                </a:ext>
              </a:extLst>
            </p:cNvPr>
            <p:cNvSpPr>
              <a:spLocks/>
            </p:cNvSpPr>
            <p:nvPr/>
          </p:nvSpPr>
          <p:spPr bwMode="auto">
            <a:xfrm>
              <a:off x="435" y="528"/>
              <a:ext cx="252" cy="251"/>
            </a:xfrm>
            <a:custGeom>
              <a:avLst/>
              <a:gdLst>
                <a:gd name="T0" fmla="*/ 123 w 170"/>
                <a:gd name="T1" fmla="*/ 16 h 170"/>
                <a:gd name="T2" fmla="*/ 120 w 170"/>
                <a:gd name="T3" fmla="*/ 8 h 170"/>
                <a:gd name="T4" fmla="*/ 119 w 170"/>
                <a:gd name="T5" fmla="*/ 8 h 170"/>
                <a:gd name="T6" fmla="*/ 85 w 170"/>
                <a:gd name="T7" fmla="*/ 0 h 170"/>
                <a:gd name="T8" fmla="*/ 0 w 170"/>
                <a:gd name="T9" fmla="*/ 85 h 170"/>
                <a:gd name="T10" fmla="*/ 85 w 170"/>
                <a:gd name="T11" fmla="*/ 170 h 170"/>
                <a:gd name="T12" fmla="*/ 170 w 170"/>
                <a:gd name="T13" fmla="*/ 85 h 170"/>
                <a:gd name="T14" fmla="*/ 162 w 170"/>
                <a:gd name="T15" fmla="*/ 50 h 170"/>
                <a:gd name="T16" fmla="*/ 158 w 170"/>
                <a:gd name="T17" fmla="*/ 47 h 170"/>
                <a:gd name="T18" fmla="*/ 154 w 170"/>
                <a:gd name="T19" fmla="*/ 47 h 170"/>
                <a:gd name="T20" fmla="*/ 150 w 170"/>
                <a:gd name="T21" fmla="*/ 51 h 170"/>
                <a:gd name="T22" fmla="*/ 151 w 170"/>
                <a:gd name="T23" fmla="*/ 55 h 170"/>
                <a:gd name="T24" fmla="*/ 157 w 170"/>
                <a:gd name="T25" fmla="*/ 85 h 170"/>
                <a:gd name="T26" fmla="*/ 85 w 170"/>
                <a:gd name="T27" fmla="*/ 158 h 170"/>
                <a:gd name="T28" fmla="*/ 12 w 170"/>
                <a:gd name="T29" fmla="*/ 85 h 170"/>
                <a:gd name="T30" fmla="*/ 85 w 170"/>
                <a:gd name="T31" fmla="*/ 13 h 170"/>
                <a:gd name="T32" fmla="*/ 114 w 170"/>
                <a:gd name="T33" fmla="*/ 19 h 170"/>
                <a:gd name="T34" fmla="*/ 123 w 170"/>
                <a:gd name="T35" fmla="*/ 16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0" h="170">
                  <a:moveTo>
                    <a:pt x="123" y="16"/>
                  </a:moveTo>
                  <a:cubicBezTo>
                    <a:pt x="124" y="13"/>
                    <a:pt x="123" y="9"/>
                    <a:pt x="120" y="8"/>
                  </a:cubicBezTo>
                  <a:cubicBezTo>
                    <a:pt x="119" y="8"/>
                    <a:pt x="119" y="8"/>
                    <a:pt x="119" y="8"/>
                  </a:cubicBezTo>
                  <a:cubicBezTo>
                    <a:pt x="108" y="3"/>
                    <a:pt x="97" y="0"/>
                    <a:pt x="85" y="0"/>
                  </a:cubicBezTo>
                  <a:cubicBezTo>
                    <a:pt x="38" y="0"/>
                    <a:pt x="0" y="38"/>
                    <a:pt x="0" y="85"/>
                  </a:cubicBezTo>
                  <a:cubicBezTo>
                    <a:pt x="0" y="132"/>
                    <a:pt x="38" y="170"/>
                    <a:pt x="85" y="170"/>
                  </a:cubicBezTo>
                  <a:cubicBezTo>
                    <a:pt x="131" y="170"/>
                    <a:pt x="170" y="132"/>
                    <a:pt x="170" y="85"/>
                  </a:cubicBezTo>
                  <a:cubicBezTo>
                    <a:pt x="170" y="73"/>
                    <a:pt x="167" y="61"/>
                    <a:pt x="162" y="50"/>
                  </a:cubicBezTo>
                  <a:cubicBezTo>
                    <a:pt x="161" y="49"/>
                    <a:pt x="160" y="48"/>
                    <a:pt x="158" y="47"/>
                  </a:cubicBezTo>
                  <a:cubicBezTo>
                    <a:pt x="157" y="46"/>
                    <a:pt x="155" y="46"/>
                    <a:pt x="154" y="47"/>
                  </a:cubicBezTo>
                  <a:cubicBezTo>
                    <a:pt x="152" y="48"/>
                    <a:pt x="151" y="49"/>
                    <a:pt x="150" y="51"/>
                  </a:cubicBezTo>
                  <a:cubicBezTo>
                    <a:pt x="150" y="52"/>
                    <a:pt x="150" y="54"/>
                    <a:pt x="151" y="55"/>
                  </a:cubicBezTo>
                  <a:cubicBezTo>
                    <a:pt x="155" y="65"/>
                    <a:pt x="157" y="75"/>
                    <a:pt x="157" y="85"/>
                  </a:cubicBezTo>
                  <a:cubicBezTo>
                    <a:pt x="157" y="125"/>
                    <a:pt x="124" y="158"/>
                    <a:pt x="85" y="158"/>
                  </a:cubicBezTo>
                  <a:cubicBezTo>
                    <a:pt x="45" y="158"/>
                    <a:pt x="12" y="125"/>
                    <a:pt x="12" y="85"/>
                  </a:cubicBezTo>
                  <a:cubicBezTo>
                    <a:pt x="12" y="45"/>
                    <a:pt x="45" y="13"/>
                    <a:pt x="85" y="13"/>
                  </a:cubicBezTo>
                  <a:cubicBezTo>
                    <a:pt x="95" y="13"/>
                    <a:pt x="105" y="15"/>
                    <a:pt x="114" y="19"/>
                  </a:cubicBezTo>
                  <a:cubicBezTo>
                    <a:pt x="118" y="21"/>
                    <a:pt x="121" y="19"/>
                    <a:pt x="123" y="16"/>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chemeClr val="tx2"/>
                </a:solidFill>
                <a:effectLst/>
                <a:uLnTx/>
                <a:uFillTx/>
                <a:cs typeface="Arial" charset="0"/>
              </a:endParaRPr>
            </a:p>
          </p:txBody>
        </p:sp>
        <p:sp>
          <p:nvSpPr>
            <p:cNvPr id="31" name="Freeform 7">
              <a:extLst>
                <a:ext uri="{FF2B5EF4-FFF2-40B4-BE49-F238E27FC236}">
                  <a16:creationId xmlns:a16="http://schemas.microsoft.com/office/drawing/2014/main" id="{FBFE186C-FDE0-5E0B-4C7B-8B4AAB0B81DE}"/>
                </a:ext>
              </a:extLst>
            </p:cNvPr>
            <p:cNvSpPr>
              <a:spLocks/>
            </p:cNvSpPr>
            <p:nvPr/>
          </p:nvSpPr>
          <p:spPr bwMode="auto">
            <a:xfrm>
              <a:off x="490" y="583"/>
              <a:ext cx="142" cy="141"/>
            </a:xfrm>
            <a:custGeom>
              <a:avLst/>
              <a:gdLst>
                <a:gd name="T0" fmla="*/ 48 w 96"/>
                <a:gd name="T1" fmla="*/ 13 h 96"/>
                <a:gd name="T2" fmla="*/ 55 w 96"/>
                <a:gd name="T3" fmla="*/ 14 h 96"/>
                <a:gd name="T4" fmla="*/ 63 w 96"/>
                <a:gd name="T5" fmla="*/ 9 h 96"/>
                <a:gd name="T6" fmla="*/ 58 w 96"/>
                <a:gd name="T7" fmla="*/ 2 h 96"/>
                <a:gd name="T8" fmla="*/ 48 w 96"/>
                <a:gd name="T9" fmla="*/ 0 h 96"/>
                <a:gd name="T10" fmla="*/ 0 w 96"/>
                <a:gd name="T11" fmla="*/ 48 h 96"/>
                <a:gd name="T12" fmla="*/ 48 w 96"/>
                <a:gd name="T13" fmla="*/ 96 h 96"/>
                <a:gd name="T14" fmla="*/ 96 w 96"/>
                <a:gd name="T15" fmla="*/ 48 h 96"/>
                <a:gd name="T16" fmla="*/ 94 w 96"/>
                <a:gd name="T17" fmla="*/ 38 h 96"/>
                <a:gd name="T18" fmla="*/ 92 w 96"/>
                <a:gd name="T19" fmla="*/ 34 h 96"/>
                <a:gd name="T20" fmla="*/ 87 w 96"/>
                <a:gd name="T21" fmla="*/ 33 h 96"/>
                <a:gd name="T22" fmla="*/ 83 w 96"/>
                <a:gd name="T23" fmla="*/ 36 h 96"/>
                <a:gd name="T24" fmla="*/ 82 w 96"/>
                <a:gd name="T25" fmla="*/ 40 h 96"/>
                <a:gd name="T26" fmla="*/ 83 w 96"/>
                <a:gd name="T27" fmla="*/ 48 h 96"/>
                <a:gd name="T28" fmla="*/ 48 w 96"/>
                <a:gd name="T29" fmla="*/ 84 h 96"/>
                <a:gd name="T30" fmla="*/ 12 w 96"/>
                <a:gd name="T31" fmla="*/ 48 h 96"/>
                <a:gd name="T32" fmla="*/ 48 w 96"/>
                <a:gd name="T33" fmla="*/ 13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6" h="96">
                  <a:moveTo>
                    <a:pt x="48" y="13"/>
                  </a:moveTo>
                  <a:cubicBezTo>
                    <a:pt x="50" y="13"/>
                    <a:pt x="53" y="13"/>
                    <a:pt x="55" y="14"/>
                  </a:cubicBezTo>
                  <a:cubicBezTo>
                    <a:pt x="59" y="15"/>
                    <a:pt x="62" y="12"/>
                    <a:pt x="63" y="9"/>
                  </a:cubicBezTo>
                  <a:cubicBezTo>
                    <a:pt x="64" y="6"/>
                    <a:pt x="62" y="2"/>
                    <a:pt x="58" y="2"/>
                  </a:cubicBezTo>
                  <a:cubicBezTo>
                    <a:pt x="55" y="1"/>
                    <a:pt x="51" y="0"/>
                    <a:pt x="48" y="0"/>
                  </a:cubicBezTo>
                  <a:cubicBezTo>
                    <a:pt x="21" y="0"/>
                    <a:pt x="0" y="22"/>
                    <a:pt x="0" y="48"/>
                  </a:cubicBezTo>
                  <a:cubicBezTo>
                    <a:pt x="0" y="75"/>
                    <a:pt x="21" y="96"/>
                    <a:pt x="48" y="96"/>
                  </a:cubicBezTo>
                  <a:cubicBezTo>
                    <a:pt x="74" y="96"/>
                    <a:pt x="96" y="75"/>
                    <a:pt x="96" y="48"/>
                  </a:cubicBezTo>
                  <a:cubicBezTo>
                    <a:pt x="96" y="45"/>
                    <a:pt x="95" y="41"/>
                    <a:pt x="94" y="38"/>
                  </a:cubicBezTo>
                  <a:cubicBezTo>
                    <a:pt x="94" y="36"/>
                    <a:pt x="93" y="35"/>
                    <a:pt x="92" y="34"/>
                  </a:cubicBezTo>
                  <a:cubicBezTo>
                    <a:pt x="90" y="33"/>
                    <a:pt x="88" y="32"/>
                    <a:pt x="87" y="33"/>
                  </a:cubicBezTo>
                  <a:cubicBezTo>
                    <a:pt x="85" y="33"/>
                    <a:pt x="84" y="34"/>
                    <a:pt x="83" y="36"/>
                  </a:cubicBezTo>
                  <a:cubicBezTo>
                    <a:pt x="82" y="37"/>
                    <a:pt x="82" y="39"/>
                    <a:pt x="82" y="40"/>
                  </a:cubicBezTo>
                  <a:cubicBezTo>
                    <a:pt x="83" y="43"/>
                    <a:pt x="83" y="46"/>
                    <a:pt x="83" y="48"/>
                  </a:cubicBezTo>
                  <a:cubicBezTo>
                    <a:pt x="83" y="68"/>
                    <a:pt x="67" y="84"/>
                    <a:pt x="48" y="84"/>
                  </a:cubicBezTo>
                  <a:cubicBezTo>
                    <a:pt x="28" y="84"/>
                    <a:pt x="12" y="68"/>
                    <a:pt x="12" y="48"/>
                  </a:cubicBezTo>
                  <a:cubicBezTo>
                    <a:pt x="12" y="29"/>
                    <a:pt x="28" y="13"/>
                    <a:pt x="48" y="13"/>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chemeClr val="tx2"/>
                </a:solidFill>
                <a:effectLst/>
                <a:uLnTx/>
                <a:uFillTx/>
                <a:cs typeface="Arial" charset="0"/>
              </a:endParaRPr>
            </a:p>
          </p:txBody>
        </p:sp>
        <p:sp>
          <p:nvSpPr>
            <p:cNvPr id="32" name="Freeform 8">
              <a:extLst>
                <a:ext uri="{FF2B5EF4-FFF2-40B4-BE49-F238E27FC236}">
                  <a16:creationId xmlns:a16="http://schemas.microsoft.com/office/drawing/2014/main" id="{4B567684-57F6-EFBE-C0AF-1A17C53B1AB8}"/>
                </a:ext>
              </a:extLst>
            </p:cNvPr>
            <p:cNvSpPr>
              <a:spLocks/>
            </p:cNvSpPr>
            <p:nvPr/>
          </p:nvSpPr>
          <p:spPr bwMode="auto">
            <a:xfrm>
              <a:off x="380" y="473"/>
              <a:ext cx="362" cy="361"/>
            </a:xfrm>
            <a:custGeom>
              <a:avLst/>
              <a:gdLst>
                <a:gd name="T0" fmla="*/ 234 w 244"/>
                <a:gd name="T1" fmla="*/ 74 h 244"/>
                <a:gd name="T2" fmla="*/ 230 w 244"/>
                <a:gd name="T3" fmla="*/ 70 h 244"/>
                <a:gd name="T4" fmla="*/ 225 w 244"/>
                <a:gd name="T5" fmla="*/ 70 h 244"/>
                <a:gd name="T6" fmla="*/ 222 w 244"/>
                <a:gd name="T7" fmla="*/ 79 h 244"/>
                <a:gd name="T8" fmla="*/ 231 w 244"/>
                <a:gd name="T9" fmla="*/ 122 h 244"/>
                <a:gd name="T10" fmla="*/ 122 w 244"/>
                <a:gd name="T11" fmla="*/ 232 h 244"/>
                <a:gd name="T12" fmla="*/ 12 w 244"/>
                <a:gd name="T13" fmla="*/ 122 h 244"/>
                <a:gd name="T14" fmla="*/ 122 w 244"/>
                <a:gd name="T15" fmla="*/ 13 h 244"/>
                <a:gd name="T16" fmla="*/ 165 w 244"/>
                <a:gd name="T17" fmla="*/ 22 h 244"/>
                <a:gd name="T18" fmla="*/ 170 w 244"/>
                <a:gd name="T19" fmla="*/ 22 h 244"/>
                <a:gd name="T20" fmla="*/ 173 w 244"/>
                <a:gd name="T21" fmla="*/ 19 h 244"/>
                <a:gd name="T22" fmla="*/ 174 w 244"/>
                <a:gd name="T23" fmla="*/ 14 h 244"/>
                <a:gd name="T24" fmla="*/ 170 w 244"/>
                <a:gd name="T25" fmla="*/ 10 h 244"/>
                <a:gd name="T26" fmla="*/ 122 w 244"/>
                <a:gd name="T27" fmla="*/ 0 h 244"/>
                <a:gd name="T28" fmla="*/ 0 w 244"/>
                <a:gd name="T29" fmla="*/ 122 h 244"/>
                <a:gd name="T30" fmla="*/ 122 w 244"/>
                <a:gd name="T31" fmla="*/ 244 h 244"/>
                <a:gd name="T32" fmla="*/ 244 w 244"/>
                <a:gd name="T33" fmla="*/ 122 h 244"/>
                <a:gd name="T34" fmla="*/ 234 w 244"/>
                <a:gd name="T35" fmla="*/ 7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4" h="244">
                  <a:moveTo>
                    <a:pt x="234" y="74"/>
                  </a:moveTo>
                  <a:cubicBezTo>
                    <a:pt x="233" y="72"/>
                    <a:pt x="232" y="71"/>
                    <a:pt x="230" y="70"/>
                  </a:cubicBezTo>
                  <a:cubicBezTo>
                    <a:pt x="229" y="70"/>
                    <a:pt x="227" y="70"/>
                    <a:pt x="225" y="70"/>
                  </a:cubicBezTo>
                  <a:cubicBezTo>
                    <a:pt x="222" y="72"/>
                    <a:pt x="221" y="76"/>
                    <a:pt x="222" y="79"/>
                  </a:cubicBezTo>
                  <a:cubicBezTo>
                    <a:pt x="228" y="93"/>
                    <a:pt x="231" y="107"/>
                    <a:pt x="231" y="122"/>
                  </a:cubicBezTo>
                  <a:cubicBezTo>
                    <a:pt x="231" y="182"/>
                    <a:pt x="182" y="232"/>
                    <a:pt x="122" y="232"/>
                  </a:cubicBezTo>
                  <a:cubicBezTo>
                    <a:pt x="61" y="232"/>
                    <a:pt x="12" y="182"/>
                    <a:pt x="12" y="122"/>
                  </a:cubicBezTo>
                  <a:cubicBezTo>
                    <a:pt x="12" y="62"/>
                    <a:pt x="61" y="13"/>
                    <a:pt x="122" y="13"/>
                  </a:cubicBezTo>
                  <a:cubicBezTo>
                    <a:pt x="137" y="13"/>
                    <a:pt x="151" y="16"/>
                    <a:pt x="165" y="22"/>
                  </a:cubicBezTo>
                  <a:cubicBezTo>
                    <a:pt x="167" y="23"/>
                    <a:pt x="168" y="23"/>
                    <a:pt x="170" y="22"/>
                  </a:cubicBezTo>
                  <a:cubicBezTo>
                    <a:pt x="172" y="21"/>
                    <a:pt x="173" y="20"/>
                    <a:pt x="173" y="19"/>
                  </a:cubicBezTo>
                  <a:cubicBezTo>
                    <a:pt x="174" y="17"/>
                    <a:pt x="174" y="15"/>
                    <a:pt x="174" y="14"/>
                  </a:cubicBezTo>
                  <a:cubicBezTo>
                    <a:pt x="173" y="12"/>
                    <a:pt x="172" y="11"/>
                    <a:pt x="170" y="10"/>
                  </a:cubicBezTo>
                  <a:cubicBezTo>
                    <a:pt x="155" y="4"/>
                    <a:pt x="138" y="0"/>
                    <a:pt x="122" y="0"/>
                  </a:cubicBezTo>
                  <a:cubicBezTo>
                    <a:pt x="54" y="0"/>
                    <a:pt x="0" y="55"/>
                    <a:pt x="0" y="122"/>
                  </a:cubicBezTo>
                  <a:cubicBezTo>
                    <a:pt x="0" y="189"/>
                    <a:pt x="54" y="244"/>
                    <a:pt x="122" y="244"/>
                  </a:cubicBezTo>
                  <a:cubicBezTo>
                    <a:pt x="189" y="244"/>
                    <a:pt x="244" y="189"/>
                    <a:pt x="244" y="122"/>
                  </a:cubicBezTo>
                  <a:cubicBezTo>
                    <a:pt x="244" y="105"/>
                    <a:pt x="240" y="89"/>
                    <a:pt x="234" y="74"/>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chemeClr val="tx2"/>
                </a:solidFill>
                <a:effectLst/>
                <a:uLnTx/>
                <a:uFillTx/>
                <a:cs typeface="Arial" charset="0"/>
              </a:endParaRPr>
            </a:p>
          </p:txBody>
        </p:sp>
      </p:grpSp>
      <p:grpSp>
        <p:nvGrpSpPr>
          <p:cNvPr id="33" name="Group 108">
            <a:extLst>
              <a:ext uri="{FF2B5EF4-FFF2-40B4-BE49-F238E27FC236}">
                <a16:creationId xmlns:a16="http://schemas.microsoft.com/office/drawing/2014/main" id="{E90E1985-263E-0032-918E-E1D6734BCB28}"/>
              </a:ext>
            </a:extLst>
          </p:cNvPr>
          <p:cNvGrpSpPr>
            <a:grpSpLocks noChangeAspect="1"/>
          </p:cNvGrpSpPr>
          <p:nvPr/>
        </p:nvGrpSpPr>
        <p:grpSpPr bwMode="auto">
          <a:xfrm>
            <a:off x="510540" y="3574899"/>
            <a:ext cx="383017" cy="357027"/>
            <a:chOff x="517" y="1935"/>
            <a:chExt cx="442" cy="412"/>
          </a:xfrm>
          <a:solidFill>
            <a:schemeClr val="accent4"/>
          </a:solidFill>
        </p:grpSpPr>
        <p:sp>
          <p:nvSpPr>
            <p:cNvPr id="34" name="Rectangle 109">
              <a:extLst>
                <a:ext uri="{FF2B5EF4-FFF2-40B4-BE49-F238E27FC236}">
                  <a16:creationId xmlns:a16="http://schemas.microsoft.com/office/drawing/2014/main" id="{92B4F59E-056A-0C56-F732-C5138330F9BD}"/>
                </a:ext>
              </a:extLst>
            </p:cNvPr>
            <p:cNvSpPr>
              <a:spLocks noChangeArrowheads="1"/>
            </p:cNvSpPr>
            <p:nvPr/>
          </p:nvSpPr>
          <p:spPr bwMode="auto">
            <a:xfrm>
              <a:off x="720" y="2007"/>
              <a:ext cx="18" cy="2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chemeClr val="tx2"/>
                </a:solidFill>
                <a:effectLst/>
                <a:uLnTx/>
                <a:uFillTx/>
                <a:cs typeface="Arial" charset="0"/>
              </a:endParaRPr>
            </a:p>
          </p:txBody>
        </p:sp>
        <p:sp>
          <p:nvSpPr>
            <p:cNvPr id="35" name="Freeform 110">
              <a:extLst>
                <a:ext uri="{FF2B5EF4-FFF2-40B4-BE49-F238E27FC236}">
                  <a16:creationId xmlns:a16="http://schemas.microsoft.com/office/drawing/2014/main" id="{2253F279-139C-3F4F-3992-891CDD5245CD}"/>
                </a:ext>
              </a:extLst>
            </p:cNvPr>
            <p:cNvSpPr>
              <a:spLocks noEditPoints="1"/>
            </p:cNvSpPr>
            <p:nvPr/>
          </p:nvSpPr>
          <p:spPr bwMode="auto">
            <a:xfrm>
              <a:off x="591" y="1935"/>
              <a:ext cx="294" cy="90"/>
            </a:xfrm>
            <a:custGeom>
              <a:avLst/>
              <a:gdLst>
                <a:gd name="T0" fmla="*/ 186 w 192"/>
                <a:gd name="T1" fmla="*/ 60 h 60"/>
                <a:gd name="T2" fmla="*/ 6 w 192"/>
                <a:gd name="T3" fmla="*/ 60 h 60"/>
                <a:gd name="T4" fmla="*/ 0 w 192"/>
                <a:gd name="T5" fmla="*/ 54 h 60"/>
                <a:gd name="T6" fmla="*/ 0 w 192"/>
                <a:gd name="T7" fmla="*/ 6 h 60"/>
                <a:gd name="T8" fmla="*/ 6 w 192"/>
                <a:gd name="T9" fmla="*/ 0 h 60"/>
                <a:gd name="T10" fmla="*/ 186 w 192"/>
                <a:gd name="T11" fmla="*/ 0 h 60"/>
                <a:gd name="T12" fmla="*/ 192 w 192"/>
                <a:gd name="T13" fmla="*/ 6 h 60"/>
                <a:gd name="T14" fmla="*/ 192 w 192"/>
                <a:gd name="T15" fmla="*/ 54 h 60"/>
                <a:gd name="T16" fmla="*/ 186 w 192"/>
                <a:gd name="T17" fmla="*/ 60 h 60"/>
                <a:gd name="T18" fmla="*/ 12 w 192"/>
                <a:gd name="T19" fmla="*/ 48 h 60"/>
                <a:gd name="T20" fmla="*/ 180 w 192"/>
                <a:gd name="T21" fmla="*/ 48 h 60"/>
                <a:gd name="T22" fmla="*/ 180 w 192"/>
                <a:gd name="T23" fmla="*/ 12 h 60"/>
                <a:gd name="T24" fmla="*/ 12 w 192"/>
                <a:gd name="T25" fmla="*/ 12 h 60"/>
                <a:gd name="T26" fmla="*/ 12 w 192"/>
                <a:gd name="T27" fmla="*/ 4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2" h="60">
                  <a:moveTo>
                    <a:pt x="186" y="60"/>
                  </a:moveTo>
                  <a:cubicBezTo>
                    <a:pt x="6" y="60"/>
                    <a:pt x="6" y="60"/>
                    <a:pt x="6" y="60"/>
                  </a:cubicBezTo>
                  <a:cubicBezTo>
                    <a:pt x="2" y="60"/>
                    <a:pt x="0" y="58"/>
                    <a:pt x="0" y="54"/>
                  </a:cubicBezTo>
                  <a:cubicBezTo>
                    <a:pt x="0" y="6"/>
                    <a:pt x="0" y="6"/>
                    <a:pt x="0" y="6"/>
                  </a:cubicBezTo>
                  <a:cubicBezTo>
                    <a:pt x="0" y="3"/>
                    <a:pt x="2" y="0"/>
                    <a:pt x="6" y="0"/>
                  </a:cubicBezTo>
                  <a:cubicBezTo>
                    <a:pt x="186" y="0"/>
                    <a:pt x="186" y="0"/>
                    <a:pt x="186" y="0"/>
                  </a:cubicBezTo>
                  <a:cubicBezTo>
                    <a:pt x="189" y="0"/>
                    <a:pt x="192" y="3"/>
                    <a:pt x="192" y="6"/>
                  </a:cubicBezTo>
                  <a:cubicBezTo>
                    <a:pt x="192" y="54"/>
                    <a:pt x="192" y="54"/>
                    <a:pt x="192" y="54"/>
                  </a:cubicBezTo>
                  <a:cubicBezTo>
                    <a:pt x="192" y="58"/>
                    <a:pt x="189" y="60"/>
                    <a:pt x="186" y="60"/>
                  </a:cubicBezTo>
                  <a:close/>
                  <a:moveTo>
                    <a:pt x="12" y="48"/>
                  </a:moveTo>
                  <a:cubicBezTo>
                    <a:pt x="180" y="48"/>
                    <a:pt x="180" y="48"/>
                    <a:pt x="180" y="48"/>
                  </a:cubicBezTo>
                  <a:cubicBezTo>
                    <a:pt x="180" y="12"/>
                    <a:pt x="180" y="12"/>
                    <a:pt x="180" y="12"/>
                  </a:cubicBezTo>
                  <a:cubicBezTo>
                    <a:pt x="12" y="12"/>
                    <a:pt x="12" y="12"/>
                    <a:pt x="12" y="12"/>
                  </a:cubicBezTo>
                  <a:lnTo>
                    <a:pt x="12" y="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chemeClr val="tx2"/>
                </a:solidFill>
                <a:effectLst/>
                <a:uLnTx/>
                <a:uFillTx/>
                <a:cs typeface="Arial" charset="0"/>
              </a:endParaRPr>
            </a:p>
          </p:txBody>
        </p:sp>
        <p:sp>
          <p:nvSpPr>
            <p:cNvPr id="36" name="Freeform 111">
              <a:extLst>
                <a:ext uri="{FF2B5EF4-FFF2-40B4-BE49-F238E27FC236}">
                  <a16:creationId xmlns:a16="http://schemas.microsoft.com/office/drawing/2014/main" id="{6A1717FF-646E-927D-308A-1369AA0B72A6}"/>
                </a:ext>
              </a:extLst>
            </p:cNvPr>
            <p:cNvSpPr>
              <a:spLocks noEditPoints="1"/>
            </p:cNvSpPr>
            <p:nvPr/>
          </p:nvSpPr>
          <p:spPr bwMode="auto">
            <a:xfrm>
              <a:off x="683" y="2240"/>
              <a:ext cx="110" cy="107"/>
            </a:xfrm>
            <a:custGeom>
              <a:avLst/>
              <a:gdLst>
                <a:gd name="T0" fmla="*/ 66 w 72"/>
                <a:gd name="T1" fmla="*/ 72 h 72"/>
                <a:gd name="T2" fmla="*/ 6 w 72"/>
                <a:gd name="T3" fmla="*/ 72 h 72"/>
                <a:gd name="T4" fmla="*/ 0 w 72"/>
                <a:gd name="T5" fmla="*/ 66 h 72"/>
                <a:gd name="T6" fmla="*/ 0 w 72"/>
                <a:gd name="T7" fmla="*/ 6 h 72"/>
                <a:gd name="T8" fmla="*/ 6 w 72"/>
                <a:gd name="T9" fmla="*/ 0 h 72"/>
                <a:gd name="T10" fmla="*/ 66 w 72"/>
                <a:gd name="T11" fmla="*/ 0 h 72"/>
                <a:gd name="T12" fmla="*/ 72 w 72"/>
                <a:gd name="T13" fmla="*/ 6 h 72"/>
                <a:gd name="T14" fmla="*/ 72 w 72"/>
                <a:gd name="T15" fmla="*/ 66 h 72"/>
                <a:gd name="T16" fmla="*/ 66 w 72"/>
                <a:gd name="T17" fmla="*/ 72 h 72"/>
                <a:gd name="T18" fmla="*/ 12 w 72"/>
                <a:gd name="T19" fmla="*/ 60 h 72"/>
                <a:gd name="T20" fmla="*/ 60 w 72"/>
                <a:gd name="T21" fmla="*/ 60 h 72"/>
                <a:gd name="T22" fmla="*/ 60 w 72"/>
                <a:gd name="T23" fmla="*/ 12 h 72"/>
                <a:gd name="T24" fmla="*/ 12 w 72"/>
                <a:gd name="T25" fmla="*/ 12 h 72"/>
                <a:gd name="T26" fmla="*/ 12 w 72"/>
                <a:gd name="T27" fmla="*/ 6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2" h="72">
                  <a:moveTo>
                    <a:pt x="66" y="72"/>
                  </a:moveTo>
                  <a:cubicBezTo>
                    <a:pt x="6" y="72"/>
                    <a:pt x="6" y="72"/>
                    <a:pt x="6" y="72"/>
                  </a:cubicBezTo>
                  <a:cubicBezTo>
                    <a:pt x="2" y="72"/>
                    <a:pt x="0" y="70"/>
                    <a:pt x="0" y="66"/>
                  </a:cubicBezTo>
                  <a:cubicBezTo>
                    <a:pt x="0" y="6"/>
                    <a:pt x="0" y="6"/>
                    <a:pt x="0" y="6"/>
                  </a:cubicBezTo>
                  <a:cubicBezTo>
                    <a:pt x="0" y="3"/>
                    <a:pt x="2" y="0"/>
                    <a:pt x="6" y="0"/>
                  </a:cubicBezTo>
                  <a:cubicBezTo>
                    <a:pt x="66" y="0"/>
                    <a:pt x="66" y="0"/>
                    <a:pt x="66" y="0"/>
                  </a:cubicBezTo>
                  <a:cubicBezTo>
                    <a:pt x="69" y="0"/>
                    <a:pt x="72" y="3"/>
                    <a:pt x="72" y="6"/>
                  </a:cubicBezTo>
                  <a:cubicBezTo>
                    <a:pt x="72" y="66"/>
                    <a:pt x="72" y="66"/>
                    <a:pt x="72" y="66"/>
                  </a:cubicBezTo>
                  <a:cubicBezTo>
                    <a:pt x="72" y="70"/>
                    <a:pt x="69" y="72"/>
                    <a:pt x="66" y="72"/>
                  </a:cubicBezTo>
                  <a:close/>
                  <a:moveTo>
                    <a:pt x="12" y="60"/>
                  </a:moveTo>
                  <a:cubicBezTo>
                    <a:pt x="60" y="60"/>
                    <a:pt x="60" y="60"/>
                    <a:pt x="60" y="60"/>
                  </a:cubicBezTo>
                  <a:cubicBezTo>
                    <a:pt x="60" y="12"/>
                    <a:pt x="60" y="12"/>
                    <a:pt x="60" y="12"/>
                  </a:cubicBezTo>
                  <a:cubicBezTo>
                    <a:pt x="12" y="12"/>
                    <a:pt x="12" y="12"/>
                    <a:pt x="12" y="12"/>
                  </a:cubicBezTo>
                  <a:lnTo>
                    <a:pt x="12"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chemeClr val="tx2"/>
                </a:solidFill>
                <a:effectLst/>
                <a:uLnTx/>
                <a:uFillTx/>
                <a:cs typeface="Arial" charset="0"/>
              </a:endParaRPr>
            </a:p>
          </p:txBody>
        </p:sp>
        <p:sp>
          <p:nvSpPr>
            <p:cNvPr id="37" name="Freeform 112">
              <a:extLst>
                <a:ext uri="{FF2B5EF4-FFF2-40B4-BE49-F238E27FC236}">
                  <a16:creationId xmlns:a16="http://schemas.microsoft.com/office/drawing/2014/main" id="{E70C351E-DD84-E48A-0F32-9D6438D32ADD}"/>
                </a:ext>
              </a:extLst>
            </p:cNvPr>
            <p:cNvSpPr>
              <a:spLocks noEditPoints="1"/>
            </p:cNvSpPr>
            <p:nvPr/>
          </p:nvSpPr>
          <p:spPr bwMode="auto">
            <a:xfrm>
              <a:off x="517" y="2240"/>
              <a:ext cx="111" cy="107"/>
            </a:xfrm>
            <a:custGeom>
              <a:avLst/>
              <a:gdLst>
                <a:gd name="T0" fmla="*/ 66 w 72"/>
                <a:gd name="T1" fmla="*/ 72 h 72"/>
                <a:gd name="T2" fmla="*/ 6 w 72"/>
                <a:gd name="T3" fmla="*/ 72 h 72"/>
                <a:gd name="T4" fmla="*/ 0 w 72"/>
                <a:gd name="T5" fmla="*/ 66 h 72"/>
                <a:gd name="T6" fmla="*/ 0 w 72"/>
                <a:gd name="T7" fmla="*/ 6 h 72"/>
                <a:gd name="T8" fmla="*/ 6 w 72"/>
                <a:gd name="T9" fmla="*/ 0 h 72"/>
                <a:gd name="T10" fmla="*/ 66 w 72"/>
                <a:gd name="T11" fmla="*/ 0 h 72"/>
                <a:gd name="T12" fmla="*/ 72 w 72"/>
                <a:gd name="T13" fmla="*/ 6 h 72"/>
                <a:gd name="T14" fmla="*/ 72 w 72"/>
                <a:gd name="T15" fmla="*/ 66 h 72"/>
                <a:gd name="T16" fmla="*/ 66 w 72"/>
                <a:gd name="T17" fmla="*/ 72 h 72"/>
                <a:gd name="T18" fmla="*/ 12 w 72"/>
                <a:gd name="T19" fmla="*/ 60 h 72"/>
                <a:gd name="T20" fmla="*/ 60 w 72"/>
                <a:gd name="T21" fmla="*/ 60 h 72"/>
                <a:gd name="T22" fmla="*/ 60 w 72"/>
                <a:gd name="T23" fmla="*/ 12 h 72"/>
                <a:gd name="T24" fmla="*/ 12 w 72"/>
                <a:gd name="T25" fmla="*/ 12 h 72"/>
                <a:gd name="T26" fmla="*/ 12 w 72"/>
                <a:gd name="T27" fmla="*/ 6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2" h="72">
                  <a:moveTo>
                    <a:pt x="66" y="72"/>
                  </a:moveTo>
                  <a:cubicBezTo>
                    <a:pt x="6" y="72"/>
                    <a:pt x="6" y="72"/>
                    <a:pt x="6" y="72"/>
                  </a:cubicBezTo>
                  <a:cubicBezTo>
                    <a:pt x="2" y="72"/>
                    <a:pt x="0" y="70"/>
                    <a:pt x="0" y="66"/>
                  </a:cubicBezTo>
                  <a:cubicBezTo>
                    <a:pt x="0" y="6"/>
                    <a:pt x="0" y="6"/>
                    <a:pt x="0" y="6"/>
                  </a:cubicBezTo>
                  <a:cubicBezTo>
                    <a:pt x="0" y="3"/>
                    <a:pt x="2" y="0"/>
                    <a:pt x="6" y="0"/>
                  </a:cubicBezTo>
                  <a:cubicBezTo>
                    <a:pt x="66" y="0"/>
                    <a:pt x="66" y="0"/>
                    <a:pt x="66" y="0"/>
                  </a:cubicBezTo>
                  <a:cubicBezTo>
                    <a:pt x="69" y="0"/>
                    <a:pt x="72" y="3"/>
                    <a:pt x="72" y="6"/>
                  </a:cubicBezTo>
                  <a:cubicBezTo>
                    <a:pt x="72" y="66"/>
                    <a:pt x="72" y="66"/>
                    <a:pt x="72" y="66"/>
                  </a:cubicBezTo>
                  <a:cubicBezTo>
                    <a:pt x="72" y="70"/>
                    <a:pt x="69" y="72"/>
                    <a:pt x="66" y="72"/>
                  </a:cubicBezTo>
                  <a:close/>
                  <a:moveTo>
                    <a:pt x="12" y="60"/>
                  </a:moveTo>
                  <a:cubicBezTo>
                    <a:pt x="60" y="60"/>
                    <a:pt x="60" y="60"/>
                    <a:pt x="60" y="60"/>
                  </a:cubicBezTo>
                  <a:cubicBezTo>
                    <a:pt x="60" y="12"/>
                    <a:pt x="60" y="12"/>
                    <a:pt x="60" y="12"/>
                  </a:cubicBezTo>
                  <a:cubicBezTo>
                    <a:pt x="12" y="12"/>
                    <a:pt x="12" y="12"/>
                    <a:pt x="12" y="12"/>
                  </a:cubicBezTo>
                  <a:lnTo>
                    <a:pt x="12"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chemeClr val="tx2"/>
                </a:solidFill>
                <a:effectLst/>
                <a:uLnTx/>
                <a:uFillTx/>
                <a:cs typeface="Arial" charset="0"/>
              </a:endParaRPr>
            </a:p>
          </p:txBody>
        </p:sp>
        <p:sp>
          <p:nvSpPr>
            <p:cNvPr id="38" name="Freeform 113">
              <a:extLst>
                <a:ext uri="{FF2B5EF4-FFF2-40B4-BE49-F238E27FC236}">
                  <a16:creationId xmlns:a16="http://schemas.microsoft.com/office/drawing/2014/main" id="{8833A7C7-4179-D225-6246-AE16465AB222}"/>
                </a:ext>
              </a:extLst>
            </p:cNvPr>
            <p:cNvSpPr>
              <a:spLocks noEditPoints="1"/>
            </p:cNvSpPr>
            <p:nvPr/>
          </p:nvSpPr>
          <p:spPr bwMode="auto">
            <a:xfrm>
              <a:off x="848" y="2240"/>
              <a:ext cx="111" cy="107"/>
            </a:xfrm>
            <a:custGeom>
              <a:avLst/>
              <a:gdLst>
                <a:gd name="T0" fmla="*/ 66 w 72"/>
                <a:gd name="T1" fmla="*/ 72 h 72"/>
                <a:gd name="T2" fmla="*/ 6 w 72"/>
                <a:gd name="T3" fmla="*/ 72 h 72"/>
                <a:gd name="T4" fmla="*/ 0 w 72"/>
                <a:gd name="T5" fmla="*/ 66 h 72"/>
                <a:gd name="T6" fmla="*/ 0 w 72"/>
                <a:gd name="T7" fmla="*/ 6 h 72"/>
                <a:gd name="T8" fmla="*/ 6 w 72"/>
                <a:gd name="T9" fmla="*/ 0 h 72"/>
                <a:gd name="T10" fmla="*/ 66 w 72"/>
                <a:gd name="T11" fmla="*/ 0 h 72"/>
                <a:gd name="T12" fmla="*/ 72 w 72"/>
                <a:gd name="T13" fmla="*/ 6 h 72"/>
                <a:gd name="T14" fmla="*/ 72 w 72"/>
                <a:gd name="T15" fmla="*/ 66 h 72"/>
                <a:gd name="T16" fmla="*/ 66 w 72"/>
                <a:gd name="T17" fmla="*/ 72 h 72"/>
                <a:gd name="T18" fmla="*/ 12 w 72"/>
                <a:gd name="T19" fmla="*/ 60 h 72"/>
                <a:gd name="T20" fmla="*/ 60 w 72"/>
                <a:gd name="T21" fmla="*/ 60 h 72"/>
                <a:gd name="T22" fmla="*/ 60 w 72"/>
                <a:gd name="T23" fmla="*/ 12 h 72"/>
                <a:gd name="T24" fmla="*/ 12 w 72"/>
                <a:gd name="T25" fmla="*/ 12 h 72"/>
                <a:gd name="T26" fmla="*/ 12 w 72"/>
                <a:gd name="T27" fmla="*/ 6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2" h="72">
                  <a:moveTo>
                    <a:pt x="66" y="72"/>
                  </a:moveTo>
                  <a:cubicBezTo>
                    <a:pt x="6" y="72"/>
                    <a:pt x="6" y="72"/>
                    <a:pt x="6" y="72"/>
                  </a:cubicBezTo>
                  <a:cubicBezTo>
                    <a:pt x="2" y="72"/>
                    <a:pt x="0" y="70"/>
                    <a:pt x="0" y="66"/>
                  </a:cubicBezTo>
                  <a:cubicBezTo>
                    <a:pt x="0" y="6"/>
                    <a:pt x="0" y="6"/>
                    <a:pt x="0" y="6"/>
                  </a:cubicBezTo>
                  <a:cubicBezTo>
                    <a:pt x="0" y="3"/>
                    <a:pt x="2" y="0"/>
                    <a:pt x="6" y="0"/>
                  </a:cubicBezTo>
                  <a:cubicBezTo>
                    <a:pt x="66" y="0"/>
                    <a:pt x="66" y="0"/>
                    <a:pt x="66" y="0"/>
                  </a:cubicBezTo>
                  <a:cubicBezTo>
                    <a:pt x="69" y="0"/>
                    <a:pt x="72" y="3"/>
                    <a:pt x="72" y="6"/>
                  </a:cubicBezTo>
                  <a:cubicBezTo>
                    <a:pt x="72" y="66"/>
                    <a:pt x="72" y="66"/>
                    <a:pt x="72" y="66"/>
                  </a:cubicBezTo>
                  <a:cubicBezTo>
                    <a:pt x="72" y="70"/>
                    <a:pt x="69" y="72"/>
                    <a:pt x="66" y="72"/>
                  </a:cubicBezTo>
                  <a:close/>
                  <a:moveTo>
                    <a:pt x="12" y="60"/>
                  </a:moveTo>
                  <a:cubicBezTo>
                    <a:pt x="60" y="60"/>
                    <a:pt x="60" y="60"/>
                    <a:pt x="60" y="60"/>
                  </a:cubicBezTo>
                  <a:cubicBezTo>
                    <a:pt x="60" y="12"/>
                    <a:pt x="60" y="12"/>
                    <a:pt x="60" y="12"/>
                  </a:cubicBezTo>
                  <a:cubicBezTo>
                    <a:pt x="12" y="12"/>
                    <a:pt x="12" y="12"/>
                    <a:pt x="12" y="12"/>
                  </a:cubicBezTo>
                  <a:lnTo>
                    <a:pt x="12"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chemeClr val="tx2"/>
                </a:solidFill>
                <a:effectLst/>
                <a:uLnTx/>
                <a:uFillTx/>
                <a:cs typeface="Arial" charset="0"/>
              </a:endParaRPr>
            </a:p>
          </p:txBody>
        </p:sp>
        <p:sp>
          <p:nvSpPr>
            <p:cNvPr id="39" name="Freeform 114">
              <a:extLst>
                <a:ext uri="{FF2B5EF4-FFF2-40B4-BE49-F238E27FC236}">
                  <a16:creationId xmlns:a16="http://schemas.microsoft.com/office/drawing/2014/main" id="{39C8F501-A3B4-AF0E-01F3-87AEE547D702}"/>
                </a:ext>
              </a:extLst>
            </p:cNvPr>
            <p:cNvSpPr>
              <a:spLocks/>
            </p:cNvSpPr>
            <p:nvPr/>
          </p:nvSpPr>
          <p:spPr bwMode="auto">
            <a:xfrm>
              <a:off x="572" y="2132"/>
              <a:ext cx="332" cy="125"/>
            </a:xfrm>
            <a:custGeom>
              <a:avLst/>
              <a:gdLst>
                <a:gd name="T0" fmla="*/ 216 w 216"/>
                <a:gd name="T1" fmla="*/ 84 h 84"/>
                <a:gd name="T2" fmla="*/ 204 w 216"/>
                <a:gd name="T3" fmla="*/ 84 h 84"/>
                <a:gd name="T4" fmla="*/ 204 w 216"/>
                <a:gd name="T5" fmla="*/ 12 h 84"/>
                <a:gd name="T6" fmla="*/ 12 w 216"/>
                <a:gd name="T7" fmla="*/ 12 h 84"/>
                <a:gd name="T8" fmla="*/ 12 w 216"/>
                <a:gd name="T9" fmla="*/ 84 h 84"/>
                <a:gd name="T10" fmla="*/ 0 w 216"/>
                <a:gd name="T11" fmla="*/ 84 h 84"/>
                <a:gd name="T12" fmla="*/ 0 w 216"/>
                <a:gd name="T13" fmla="*/ 6 h 84"/>
                <a:gd name="T14" fmla="*/ 6 w 216"/>
                <a:gd name="T15" fmla="*/ 0 h 84"/>
                <a:gd name="T16" fmla="*/ 210 w 216"/>
                <a:gd name="T17" fmla="*/ 0 h 84"/>
                <a:gd name="T18" fmla="*/ 216 w 216"/>
                <a:gd name="T19" fmla="*/ 6 h 84"/>
                <a:gd name="T20" fmla="*/ 216 w 216"/>
                <a:gd name="T21"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6" h="84">
                  <a:moveTo>
                    <a:pt x="216" y="84"/>
                  </a:moveTo>
                  <a:cubicBezTo>
                    <a:pt x="204" y="84"/>
                    <a:pt x="204" y="84"/>
                    <a:pt x="204" y="84"/>
                  </a:cubicBezTo>
                  <a:cubicBezTo>
                    <a:pt x="204" y="12"/>
                    <a:pt x="204" y="12"/>
                    <a:pt x="204" y="12"/>
                  </a:cubicBezTo>
                  <a:cubicBezTo>
                    <a:pt x="12" y="12"/>
                    <a:pt x="12" y="12"/>
                    <a:pt x="12" y="12"/>
                  </a:cubicBezTo>
                  <a:cubicBezTo>
                    <a:pt x="12" y="84"/>
                    <a:pt x="12" y="84"/>
                    <a:pt x="12" y="84"/>
                  </a:cubicBezTo>
                  <a:cubicBezTo>
                    <a:pt x="0" y="84"/>
                    <a:pt x="0" y="84"/>
                    <a:pt x="0" y="84"/>
                  </a:cubicBezTo>
                  <a:cubicBezTo>
                    <a:pt x="0" y="6"/>
                    <a:pt x="0" y="6"/>
                    <a:pt x="0" y="6"/>
                  </a:cubicBezTo>
                  <a:cubicBezTo>
                    <a:pt x="0" y="3"/>
                    <a:pt x="2" y="0"/>
                    <a:pt x="6" y="0"/>
                  </a:cubicBezTo>
                  <a:cubicBezTo>
                    <a:pt x="210" y="0"/>
                    <a:pt x="210" y="0"/>
                    <a:pt x="210" y="0"/>
                  </a:cubicBezTo>
                  <a:cubicBezTo>
                    <a:pt x="213" y="0"/>
                    <a:pt x="216" y="3"/>
                    <a:pt x="216" y="6"/>
                  </a:cubicBezTo>
                  <a:lnTo>
                    <a:pt x="216" y="8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chemeClr val="tx2"/>
                </a:solidFill>
                <a:effectLst/>
                <a:uLnTx/>
                <a:uFillTx/>
                <a:cs typeface="Arial" charset="0"/>
              </a:endParaRPr>
            </a:p>
          </p:txBody>
        </p:sp>
      </p:grpSp>
      <p:grpSp>
        <p:nvGrpSpPr>
          <p:cNvPr id="40" name="Group 39">
            <a:extLst>
              <a:ext uri="{FF2B5EF4-FFF2-40B4-BE49-F238E27FC236}">
                <a16:creationId xmlns:a16="http://schemas.microsoft.com/office/drawing/2014/main" id="{28B8716F-6BB3-2CFC-53D9-1212645F0306}"/>
              </a:ext>
            </a:extLst>
          </p:cNvPr>
          <p:cNvGrpSpPr/>
          <p:nvPr/>
        </p:nvGrpSpPr>
        <p:grpSpPr>
          <a:xfrm>
            <a:off x="4882895" y="2360656"/>
            <a:ext cx="390581" cy="361692"/>
            <a:chOff x="7494588" y="5003801"/>
            <a:chExt cx="914401" cy="850900"/>
          </a:xfrm>
          <a:solidFill>
            <a:srgbClr val="00FAC2"/>
          </a:solidFill>
        </p:grpSpPr>
        <p:sp>
          <p:nvSpPr>
            <p:cNvPr id="41" name="Freeform 5">
              <a:extLst>
                <a:ext uri="{FF2B5EF4-FFF2-40B4-BE49-F238E27FC236}">
                  <a16:creationId xmlns:a16="http://schemas.microsoft.com/office/drawing/2014/main" id="{FA3E5E24-BB73-8568-CDFF-FC88ED2815C7}"/>
                </a:ext>
              </a:extLst>
            </p:cNvPr>
            <p:cNvSpPr>
              <a:spLocks/>
            </p:cNvSpPr>
            <p:nvPr/>
          </p:nvSpPr>
          <p:spPr bwMode="auto">
            <a:xfrm>
              <a:off x="7585076" y="5657851"/>
              <a:ext cx="690563" cy="196850"/>
            </a:xfrm>
            <a:custGeom>
              <a:avLst/>
              <a:gdLst>
                <a:gd name="T0" fmla="*/ 201 w 212"/>
                <a:gd name="T1" fmla="*/ 5 h 60"/>
                <a:gd name="T2" fmla="*/ 180 w 212"/>
                <a:gd name="T3" fmla="*/ 24 h 60"/>
                <a:gd name="T4" fmla="*/ 159 w 212"/>
                <a:gd name="T5" fmla="*/ 4 h 60"/>
                <a:gd name="T6" fmla="*/ 152 w 212"/>
                <a:gd name="T7" fmla="*/ 3 h 60"/>
                <a:gd name="T8" fmla="*/ 127 w 212"/>
                <a:gd name="T9" fmla="*/ 13 h 60"/>
                <a:gd name="T10" fmla="*/ 122 w 212"/>
                <a:gd name="T11" fmla="*/ 19 h 60"/>
                <a:gd name="T12" fmla="*/ 122 w 212"/>
                <a:gd name="T13" fmla="*/ 48 h 60"/>
                <a:gd name="T14" fmla="*/ 92 w 212"/>
                <a:gd name="T15" fmla="*/ 48 h 60"/>
                <a:gd name="T16" fmla="*/ 92 w 212"/>
                <a:gd name="T17" fmla="*/ 19 h 60"/>
                <a:gd name="T18" fmla="*/ 88 w 212"/>
                <a:gd name="T19" fmla="*/ 13 h 60"/>
                <a:gd name="T20" fmla="*/ 62 w 212"/>
                <a:gd name="T21" fmla="*/ 3 h 60"/>
                <a:gd name="T22" fmla="*/ 55 w 212"/>
                <a:gd name="T23" fmla="*/ 4 h 60"/>
                <a:gd name="T24" fmla="*/ 34 w 212"/>
                <a:gd name="T25" fmla="*/ 24 h 60"/>
                <a:gd name="T26" fmla="*/ 11 w 212"/>
                <a:gd name="T27" fmla="*/ 2 h 60"/>
                <a:gd name="T28" fmla="*/ 3 w 212"/>
                <a:gd name="T29" fmla="*/ 3 h 60"/>
                <a:gd name="T30" fmla="*/ 3 w 212"/>
                <a:gd name="T31" fmla="*/ 11 h 60"/>
                <a:gd name="T32" fmla="*/ 30 w 212"/>
                <a:gd name="T33" fmla="*/ 37 h 60"/>
                <a:gd name="T34" fmla="*/ 39 w 212"/>
                <a:gd name="T35" fmla="*/ 37 h 60"/>
                <a:gd name="T36" fmla="*/ 60 w 212"/>
                <a:gd name="T37" fmla="*/ 15 h 60"/>
                <a:gd name="T38" fmla="*/ 80 w 212"/>
                <a:gd name="T39" fmla="*/ 23 h 60"/>
                <a:gd name="T40" fmla="*/ 80 w 212"/>
                <a:gd name="T41" fmla="*/ 54 h 60"/>
                <a:gd name="T42" fmla="*/ 86 w 212"/>
                <a:gd name="T43" fmla="*/ 60 h 60"/>
                <a:gd name="T44" fmla="*/ 128 w 212"/>
                <a:gd name="T45" fmla="*/ 60 h 60"/>
                <a:gd name="T46" fmla="*/ 134 w 212"/>
                <a:gd name="T47" fmla="*/ 54 h 60"/>
                <a:gd name="T48" fmla="*/ 134 w 212"/>
                <a:gd name="T49" fmla="*/ 23 h 60"/>
                <a:gd name="T50" fmla="*/ 154 w 212"/>
                <a:gd name="T51" fmla="*/ 15 h 60"/>
                <a:gd name="T52" fmla="*/ 176 w 212"/>
                <a:gd name="T53" fmla="*/ 37 h 60"/>
                <a:gd name="T54" fmla="*/ 184 w 212"/>
                <a:gd name="T55" fmla="*/ 37 h 60"/>
                <a:gd name="T56" fmla="*/ 209 w 212"/>
                <a:gd name="T57" fmla="*/ 13 h 60"/>
                <a:gd name="T58" fmla="*/ 210 w 212"/>
                <a:gd name="T59" fmla="*/ 5 h 60"/>
                <a:gd name="T60" fmla="*/ 201 w 212"/>
                <a:gd name="T61" fmla="*/ 5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12" h="60">
                  <a:moveTo>
                    <a:pt x="201" y="5"/>
                  </a:moveTo>
                  <a:cubicBezTo>
                    <a:pt x="180" y="24"/>
                    <a:pt x="180" y="24"/>
                    <a:pt x="180" y="24"/>
                  </a:cubicBezTo>
                  <a:cubicBezTo>
                    <a:pt x="159" y="4"/>
                    <a:pt x="159" y="4"/>
                    <a:pt x="159" y="4"/>
                  </a:cubicBezTo>
                  <a:cubicBezTo>
                    <a:pt x="157" y="2"/>
                    <a:pt x="154" y="1"/>
                    <a:pt x="152" y="3"/>
                  </a:cubicBezTo>
                  <a:cubicBezTo>
                    <a:pt x="145" y="7"/>
                    <a:pt x="136" y="11"/>
                    <a:pt x="127" y="13"/>
                  </a:cubicBezTo>
                  <a:cubicBezTo>
                    <a:pt x="124" y="14"/>
                    <a:pt x="122" y="16"/>
                    <a:pt x="122" y="19"/>
                  </a:cubicBezTo>
                  <a:cubicBezTo>
                    <a:pt x="122" y="48"/>
                    <a:pt x="122" y="48"/>
                    <a:pt x="122" y="48"/>
                  </a:cubicBezTo>
                  <a:cubicBezTo>
                    <a:pt x="92" y="48"/>
                    <a:pt x="92" y="48"/>
                    <a:pt x="92" y="48"/>
                  </a:cubicBezTo>
                  <a:cubicBezTo>
                    <a:pt x="92" y="19"/>
                    <a:pt x="92" y="19"/>
                    <a:pt x="92" y="19"/>
                  </a:cubicBezTo>
                  <a:cubicBezTo>
                    <a:pt x="92" y="16"/>
                    <a:pt x="90" y="14"/>
                    <a:pt x="88" y="13"/>
                  </a:cubicBezTo>
                  <a:cubicBezTo>
                    <a:pt x="78" y="11"/>
                    <a:pt x="69" y="7"/>
                    <a:pt x="62" y="3"/>
                  </a:cubicBezTo>
                  <a:cubicBezTo>
                    <a:pt x="60" y="1"/>
                    <a:pt x="57" y="2"/>
                    <a:pt x="55" y="4"/>
                  </a:cubicBezTo>
                  <a:cubicBezTo>
                    <a:pt x="34" y="24"/>
                    <a:pt x="34" y="24"/>
                    <a:pt x="34" y="24"/>
                  </a:cubicBezTo>
                  <a:cubicBezTo>
                    <a:pt x="11" y="2"/>
                    <a:pt x="11" y="2"/>
                    <a:pt x="11" y="2"/>
                  </a:cubicBezTo>
                  <a:cubicBezTo>
                    <a:pt x="9" y="0"/>
                    <a:pt x="5" y="0"/>
                    <a:pt x="3" y="3"/>
                  </a:cubicBezTo>
                  <a:cubicBezTo>
                    <a:pt x="0" y="5"/>
                    <a:pt x="0" y="9"/>
                    <a:pt x="3" y="11"/>
                  </a:cubicBezTo>
                  <a:cubicBezTo>
                    <a:pt x="30" y="37"/>
                    <a:pt x="30" y="37"/>
                    <a:pt x="30" y="37"/>
                  </a:cubicBezTo>
                  <a:cubicBezTo>
                    <a:pt x="33" y="39"/>
                    <a:pt x="36" y="39"/>
                    <a:pt x="39" y="37"/>
                  </a:cubicBezTo>
                  <a:cubicBezTo>
                    <a:pt x="60" y="15"/>
                    <a:pt x="60" y="15"/>
                    <a:pt x="60" y="15"/>
                  </a:cubicBezTo>
                  <a:cubicBezTo>
                    <a:pt x="66" y="19"/>
                    <a:pt x="73" y="21"/>
                    <a:pt x="80" y="23"/>
                  </a:cubicBezTo>
                  <a:cubicBezTo>
                    <a:pt x="80" y="54"/>
                    <a:pt x="80" y="54"/>
                    <a:pt x="80" y="54"/>
                  </a:cubicBezTo>
                  <a:cubicBezTo>
                    <a:pt x="80" y="57"/>
                    <a:pt x="83" y="60"/>
                    <a:pt x="86" y="60"/>
                  </a:cubicBezTo>
                  <a:cubicBezTo>
                    <a:pt x="128" y="60"/>
                    <a:pt x="128" y="60"/>
                    <a:pt x="128" y="60"/>
                  </a:cubicBezTo>
                  <a:cubicBezTo>
                    <a:pt x="131" y="60"/>
                    <a:pt x="134" y="57"/>
                    <a:pt x="134" y="54"/>
                  </a:cubicBezTo>
                  <a:cubicBezTo>
                    <a:pt x="134" y="23"/>
                    <a:pt x="134" y="23"/>
                    <a:pt x="134" y="23"/>
                  </a:cubicBezTo>
                  <a:cubicBezTo>
                    <a:pt x="141" y="21"/>
                    <a:pt x="148" y="19"/>
                    <a:pt x="154" y="15"/>
                  </a:cubicBezTo>
                  <a:cubicBezTo>
                    <a:pt x="176" y="37"/>
                    <a:pt x="176" y="37"/>
                    <a:pt x="176" y="37"/>
                  </a:cubicBezTo>
                  <a:cubicBezTo>
                    <a:pt x="178" y="39"/>
                    <a:pt x="182" y="39"/>
                    <a:pt x="184" y="37"/>
                  </a:cubicBezTo>
                  <a:cubicBezTo>
                    <a:pt x="209" y="13"/>
                    <a:pt x="209" y="13"/>
                    <a:pt x="209" y="13"/>
                  </a:cubicBezTo>
                  <a:cubicBezTo>
                    <a:pt x="212" y="11"/>
                    <a:pt x="212" y="7"/>
                    <a:pt x="210" y="5"/>
                  </a:cubicBezTo>
                  <a:cubicBezTo>
                    <a:pt x="207" y="2"/>
                    <a:pt x="204" y="2"/>
                    <a:pt x="20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chemeClr val="tx2"/>
                </a:solidFill>
                <a:effectLst/>
                <a:uLnTx/>
                <a:uFillTx/>
                <a:cs typeface="Arial" charset="0"/>
              </a:endParaRPr>
            </a:p>
          </p:txBody>
        </p:sp>
        <p:sp>
          <p:nvSpPr>
            <p:cNvPr id="42" name="Freeform 6">
              <a:extLst>
                <a:ext uri="{FF2B5EF4-FFF2-40B4-BE49-F238E27FC236}">
                  <a16:creationId xmlns:a16="http://schemas.microsoft.com/office/drawing/2014/main" id="{927B1EA5-6758-4CED-CCEC-441BD27EA9CD}"/>
                </a:ext>
              </a:extLst>
            </p:cNvPr>
            <p:cNvSpPr>
              <a:spLocks/>
            </p:cNvSpPr>
            <p:nvPr/>
          </p:nvSpPr>
          <p:spPr bwMode="auto">
            <a:xfrm>
              <a:off x="7507288" y="5003801"/>
              <a:ext cx="852488" cy="598488"/>
            </a:xfrm>
            <a:custGeom>
              <a:avLst/>
              <a:gdLst>
                <a:gd name="T0" fmla="*/ 37 w 262"/>
                <a:gd name="T1" fmla="*/ 157 h 183"/>
                <a:gd name="T2" fmla="*/ 56 w 262"/>
                <a:gd name="T3" fmla="*/ 181 h 183"/>
                <a:gd name="T4" fmla="*/ 47 w 262"/>
                <a:gd name="T5" fmla="*/ 149 h 183"/>
                <a:gd name="T6" fmla="*/ 12 w 262"/>
                <a:gd name="T7" fmla="*/ 145 h 183"/>
                <a:gd name="T8" fmla="*/ 42 w 262"/>
                <a:gd name="T9" fmla="*/ 116 h 183"/>
                <a:gd name="T10" fmla="*/ 58 w 262"/>
                <a:gd name="T11" fmla="*/ 86 h 183"/>
                <a:gd name="T12" fmla="*/ 36 w 262"/>
                <a:gd name="T13" fmla="*/ 58 h 183"/>
                <a:gd name="T14" fmla="*/ 79 w 262"/>
                <a:gd name="T15" fmla="*/ 56 h 183"/>
                <a:gd name="T16" fmla="*/ 112 w 262"/>
                <a:gd name="T17" fmla="*/ 47 h 183"/>
                <a:gd name="T18" fmla="*/ 116 w 262"/>
                <a:gd name="T19" fmla="*/ 12 h 183"/>
                <a:gd name="T20" fmla="*/ 146 w 262"/>
                <a:gd name="T21" fmla="*/ 41 h 183"/>
                <a:gd name="T22" fmla="*/ 176 w 262"/>
                <a:gd name="T23" fmla="*/ 57 h 183"/>
                <a:gd name="T24" fmla="*/ 204 w 262"/>
                <a:gd name="T25" fmla="*/ 35 h 183"/>
                <a:gd name="T26" fmla="*/ 206 w 262"/>
                <a:gd name="T27" fmla="*/ 78 h 183"/>
                <a:gd name="T28" fmla="*/ 215 w 262"/>
                <a:gd name="T29" fmla="*/ 112 h 183"/>
                <a:gd name="T30" fmla="*/ 250 w 262"/>
                <a:gd name="T31" fmla="*/ 116 h 183"/>
                <a:gd name="T32" fmla="*/ 221 w 262"/>
                <a:gd name="T33" fmla="*/ 145 h 183"/>
                <a:gd name="T34" fmla="*/ 205 w 262"/>
                <a:gd name="T35" fmla="*/ 173 h 183"/>
                <a:gd name="T36" fmla="*/ 210 w 262"/>
                <a:gd name="T37" fmla="*/ 182 h 183"/>
                <a:gd name="T38" fmla="*/ 225 w 262"/>
                <a:gd name="T39" fmla="*/ 157 h 183"/>
                <a:gd name="T40" fmla="*/ 262 w 262"/>
                <a:gd name="T41" fmla="*/ 151 h 183"/>
                <a:gd name="T42" fmla="*/ 256 w 262"/>
                <a:gd name="T43" fmla="*/ 104 h 183"/>
                <a:gd name="T44" fmla="*/ 217 w 262"/>
                <a:gd name="T45" fmla="*/ 83 h 183"/>
                <a:gd name="T46" fmla="*/ 241 w 262"/>
                <a:gd name="T47" fmla="*/ 58 h 183"/>
                <a:gd name="T48" fmla="*/ 208 w 262"/>
                <a:gd name="T49" fmla="*/ 23 h 183"/>
                <a:gd name="T50" fmla="*/ 178 w 262"/>
                <a:gd name="T51" fmla="*/ 44 h 183"/>
                <a:gd name="T52" fmla="*/ 158 w 262"/>
                <a:gd name="T53" fmla="*/ 6 h 183"/>
                <a:gd name="T54" fmla="*/ 110 w 262"/>
                <a:gd name="T55" fmla="*/ 0 h 183"/>
                <a:gd name="T56" fmla="*/ 104 w 262"/>
                <a:gd name="T57" fmla="*/ 36 h 183"/>
                <a:gd name="T58" fmla="*/ 63 w 262"/>
                <a:gd name="T59" fmla="*/ 23 h 183"/>
                <a:gd name="T60" fmla="*/ 23 w 262"/>
                <a:gd name="T61" fmla="*/ 53 h 183"/>
                <a:gd name="T62" fmla="*/ 23 w 262"/>
                <a:gd name="T63" fmla="*/ 62 h 183"/>
                <a:gd name="T64" fmla="*/ 37 w 262"/>
                <a:gd name="T65" fmla="*/ 104 h 183"/>
                <a:gd name="T66" fmla="*/ 0 w 262"/>
                <a:gd name="T67" fmla="*/ 110 h 183"/>
                <a:gd name="T68" fmla="*/ 6 w 262"/>
                <a:gd name="T69" fmla="*/ 157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62" h="183">
                  <a:moveTo>
                    <a:pt x="6" y="157"/>
                  </a:moveTo>
                  <a:cubicBezTo>
                    <a:pt x="37" y="157"/>
                    <a:pt x="37" y="157"/>
                    <a:pt x="37" y="157"/>
                  </a:cubicBezTo>
                  <a:cubicBezTo>
                    <a:pt x="39" y="164"/>
                    <a:pt x="43" y="172"/>
                    <a:pt x="47" y="179"/>
                  </a:cubicBezTo>
                  <a:cubicBezTo>
                    <a:pt x="49" y="182"/>
                    <a:pt x="53" y="183"/>
                    <a:pt x="56" y="181"/>
                  </a:cubicBezTo>
                  <a:cubicBezTo>
                    <a:pt x="58" y="180"/>
                    <a:pt x="59" y="176"/>
                    <a:pt x="58" y="173"/>
                  </a:cubicBezTo>
                  <a:cubicBezTo>
                    <a:pt x="53" y="165"/>
                    <a:pt x="49" y="157"/>
                    <a:pt x="47" y="149"/>
                  </a:cubicBezTo>
                  <a:cubicBezTo>
                    <a:pt x="47" y="147"/>
                    <a:pt x="44" y="145"/>
                    <a:pt x="42" y="145"/>
                  </a:cubicBezTo>
                  <a:cubicBezTo>
                    <a:pt x="12" y="145"/>
                    <a:pt x="12" y="145"/>
                    <a:pt x="12" y="145"/>
                  </a:cubicBezTo>
                  <a:cubicBezTo>
                    <a:pt x="12" y="116"/>
                    <a:pt x="12" y="116"/>
                    <a:pt x="12" y="116"/>
                  </a:cubicBezTo>
                  <a:cubicBezTo>
                    <a:pt x="42" y="116"/>
                    <a:pt x="42" y="116"/>
                    <a:pt x="42" y="116"/>
                  </a:cubicBezTo>
                  <a:cubicBezTo>
                    <a:pt x="44" y="116"/>
                    <a:pt x="47" y="114"/>
                    <a:pt x="47" y="112"/>
                  </a:cubicBezTo>
                  <a:cubicBezTo>
                    <a:pt x="50" y="102"/>
                    <a:pt x="54" y="92"/>
                    <a:pt x="58" y="86"/>
                  </a:cubicBezTo>
                  <a:cubicBezTo>
                    <a:pt x="59" y="83"/>
                    <a:pt x="59" y="80"/>
                    <a:pt x="57" y="78"/>
                  </a:cubicBezTo>
                  <a:cubicBezTo>
                    <a:pt x="36" y="58"/>
                    <a:pt x="36" y="58"/>
                    <a:pt x="36" y="58"/>
                  </a:cubicBezTo>
                  <a:cubicBezTo>
                    <a:pt x="58" y="35"/>
                    <a:pt x="58" y="35"/>
                    <a:pt x="58" y="35"/>
                  </a:cubicBezTo>
                  <a:cubicBezTo>
                    <a:pt x="79" y="56"/>
                    <a:pt x="79" y="56"/>
                    <a:pt x="79" y="56"/>
                  </a:cubicBezTo>
                  <a:cubicBezTo>
                    <a:pt x="81" y="58"/>
                    <a:pt x="84" y="58"/>
                    <a:pt x="86" y="57"/>
                  </a:cubicBezTo>
                  <a:cubicBezTo>
                    <a:pt x="93" y="53"/>
                    <a:pt x="102" y="49"/>
                    <a:pt x="112" y="47"/>
                  </a:cubicBezTo>
                  <a:cubicBezTo>
                    <a:pt x="114" y="46"/>
                    <a:pt x="116" y="44"/>
                    <a:pt x="116" y="41"/>
                  </a:cubicBezTo>
                  <a:cubicBezTo>
                    <a:pt x="116" y="12"/>
                    <a:pt x="116" y="12"/>
                    <a:pt x="116" y="12"/>
                  </a:cubicBezTo>
                  <a:cubicBezTo>
                    <a:pt x="146" y="12"/>
                    <a:pt x="146" y="12"/>
                    <a:pt x="146" y="12"/>
                  </a:cubicBezTo>
                  <a:cubicBezTo>
                    <a:pt x="146" y="41"/>
                    <a:pt x="146" y="41"/>
                    <a:pt x="146" y="41"/>
                  </a:cubicBezTo>
                  <a:cubicBezTo>
                    <a:pt x="146" y="44"/>
                    <a:pt x="148" y="46"/>
                    <a:pt x="151" y="47"/>
                  </a:cubicBezTo>
                  <a:cubicBezTo>
                    <a:pt x="160" y="49"/>
                    <a:pt x="169" y="53"/>
                    <a:pt x="176" y="57"/>
                  </a:cubicBezTo>
                  <a:cubicBezTo>
                    <a:pt x="178" y="58"/>
                    <a:pt x="181" y="58"/>
                    <a:pt x="183" y="56"/>
                  </a:cubicBezTo>
                  <a:cubicBezTo>
                    <a:pt x="204" y="35"/>
                    <a:pt x="204" y="35"/>
                    <a:pt x="204" y="35"/>
                  </a:cubicBezTo>
                  <a:cubicBezTo>
                    <a:pt x="226" y="58"/>
                    <a:pt x="226" y="58"/>
                    <a:pt x="226" y="58"/>
                  </a:cubicBezTo>
                  <a:cubicBezTo>
                    <a:pt x="206" y="78"/>
                    <a:pt x="206" y="78"/>
                    <a:pt x="206" y="78"/>
                  </a:cubicBezTo>
                  <a:cubicBezTo>
                    <a:pt x="204" y="80"/>
                    <a:pt x="203" y="83"/>
                    <a:pt x="205" y="86"/>
                  </a:cubicBezTo>
                  <a:cubicBezTo>
                    <a:pt x="209" y="92"/>
                    <a:pt x="212" y="102"/>
                    <a:pt x="215" y="112"/>
                  </a:cubicBezTo>
                  <a:cubicBezTo>
                    <a:pt x="216" y="114"/>
                    <a:pt x="218" y="116"/>
                    <a:pt x="221" y="116"/>
                  </a:cubicBezTo>
                  <a:cubicBezTo>
                    <a:pt x="250" y="116"/>
                    <a:pt x="250" y="116"/>
                    <a:pt x="250" y="116"/>
                  </a:cubicBezTo>
                  <a:cubicBezTo>
                    <a:pt x="250" y="145"/>
                    <a:pt x="250" y="145"/>
                    <a:pt x="250" y="145"/>
                  </a:cubicBezTo>
                  <a:cubicBezTo>
                    <a:pt x="221" y="145"/>
                    <a:pt x="221" y="145"/>
                    <a:pt x="221" y="145"/>
                  </a:cubicBezTo>
                  <a:cubicBezTo>
                    <a:pt x="218" y="145"/>
                    <a:pt x="216" y="147"/>
                    <a:pt x="215" y="149"/>
                  </a:cubicBezTo>
                  <a:cubicBezTo>
                    <a:pt x="213" y="157"/>
                    <a:pt x="210" y="165"/>
                    <a:pt x="205" y="173"/>
                  </a:cubicBezTo>
                  <a:cubicBezTo>
                    <a:pt x="203" y="176"/>
                    <a:pt x="204" y="180"/>
                    <a:pt x="207" y="181"/>
                  </a:cubicBezTo>
                  <a:cubicBezTo>
                    <a:pt x="208" y="182"/>
                    <a:pt x="209" y="182"/>
                    <a:pt x="210" y="182"/>
                  </a:cubicBezTo>
                  <a:cubicBezTo>
                    <a:pt x="212" y="182"/>
                    <a:pt x="214" y="181"/>
                    <a:pt x="215" y="179"/>
                  </a:cubicBezTo>
                  <a:cubicBezTo>
                    <a:pt x="220" y="172"/>
                    <a:pt x="223" y="164"/>
                    <a:pt x="225" y="157"/>
                  </a:cubicBezTo>
                  <a:cubicBezTo>
                    <a:pt x="256" y="157"/>
                    <a:pt x="256" y="157"/>
                    <a:pt x="256" y="157"/>
                  </a:cubicBezTo>
                  <a:cubicBezTo>
                    <a:pt x="259" y="157"/>
                    <a:pt x="262" y="154"/>
                    <a:pt x="262" y="151"/>
                  </a:cubicBezTo>
                  <a:cubicBezTo>
                    <a:pt x="262" y="110"/>
                    <a:pt x="262" y="110"/>
                    <a:pt x="262" y="110"/>
                  </a:cubicBezTo>
                  <a:cubicBezTo>
                    <a:pt x="262" y="107"/>
                    <a:pt x="259" y="104"/>
                    <a:pt x="256" y="104"/>
                  </a:cubicBezTo>
                  <a:cubicBezTo>
                    <a:pt x="225" y="104"/>
                    <a:pt x="225" y="104"/>
                    <a:pt x="225" y="104"/>
                  </a:cubicBezTo>
                  <a:cubicBezTo>
                    <a:pt x="223" y="97"/>
                    <a:pt x="220" y="90"/>
                    <a:pt x="217" y="83"/>
                  </a:cubicBezTo>
                  <a:cubicBezTo>
                    <a:pt x="239" y="62"/>
                    <a:pt x="239" y="62"/>
                    <a:pt x="239" y="62"/>
                  </a:cubicBezTo>
                  <a:cubicBezTo>
                    <a:pt x="240" y="61"/>
                    <a:pt x="241" y="59"/>
                    <a:pt x="241" y="58"/>
                  </a:cubicBezTo>
                  <a:cubicBezTo>
                    <a:pt x="241" y="56"/>
                    <a:pt x="240" y="54"/>
                    <a:pt x="239" y="53"/>
                  </a:cubicBezTo>
                  <a:cubicBezTo>
                    <a:pt x="208" y="23"/>
                    <a:pt x="208" y="23"/>
                    <a:pt x="208" y="23"/>
                  </a:cubicBezTo>
                  <a:cubicBezTo>
                    <a:pt x="206" y="20"/>
                    <a:pt x="202" y="20"/>
                    <a:pt x="200" y="23"/>
                  </a:cubicBezTo>
                  <a:cubicBezTo>
                    <a:pt x="178" y="44"/>
                    <a:pt x="178" y="44"/>
                    <a:pt x="178" y="44"/>
                  </a:cubicBezTo>
                  <a:cubicBezTo>
                    <a:pt x="172" y="41"/>
                    <a:pt x="165" y="38"/>
                    <a:pt x="158" y="36"/>
                  </a:cubicBezTo>
                  <a:cubicBezTo>
                    <a:pt x="158" y="6"/>
                    <a:pt x="158" y="6"/>
                    <a:pt x="158" y="6"/>
                  </a:cubicBezTo>
                  <a:cubicBezTo>
                    <a:pt x="158" y="2"/>
                    <a:pt x="155" y="0"/>
                    <a:pt x="152" y="0"/>
                  </a:cubicBezTo>
                  <a:cubicBezTo>
                    <a:pt x="110" y="0"/>
                    <a:pt x="110" y="0"/>
                    <a:pt x="110" y="0"/>
                  </a:cubicBezTo>
                  <a:cubicBezTo>
                    <a:pt x="107" y="0"/>
                    <a:pt x="104" y="2"/>
                    <a:pt x="104" y="6"/>
                  </a:cubicBezTo>
                  <a:cubicBezTo>
                    <a:pt x="104" y="36"/>
                    <a:pt x="104" y="36"/>
                    <a:pt x="104" y="36"/>
                  </a:cubicBezTo>
                  <a:cubicBezTo>
                    <a:pt x="97" y="38"/>
                    <a:pt x="90" y="41"/>
                    <a:pt x="84" y="44"/>
                  </a:cubicBezTo>
                  <a:cubicBezTo>
                    <a:pt x="63" y="23"/>
                    <a:pt x="63" y="23"/>
                    <a:pt x="63" y="23"/>
                  </a:cubicBezTo>
                  <a:cubicBezTo>
                    <a:pt x="60" y="20"/>
                    <a:pt x="56" y="20"/>
                    <a:pt x="54" y="23"/>
                  </a:cubicBezTo>
                  <a:cubicBezTo>
                    <a:pt x="23" y="53"/>
                    <a:pt x="23" y="53"/>
                    <a:pt x="23" y="53"/>
                  </a:cubicBezTo>
                  <a:cubicBezTo>
                    <a:pt x="22" y="54"/>
                    <a:pt x="22" y="56"/>
                    <a:pt x="22" y="58"/>
                  </a:cubicBezTo>
                  <a:cubicBezTo>
                    <a:pt x="22" y="59"/>
                    <a:pt x="22" y="61"/>
                    <a:pt x="23" y="62"/>
                  </a:cubicBezTo>
                  <a:cubicBezTo>
                    <a:pt x="45" y="84"/>
                    <a:pt x="45" y="84"/>
                    <a:pt x="45" y="84"/>
                  </a:cubicBezTo>
                  <a:cubicBezTo>
                    <a:pt x="42" y="90"/>
                    <a:pt x="39" y="97"/>
                    <a:pt x="37" y="104"/>
                  </a:cubicBezTo>
                  <a:cubicBezTo>
                    <a:pt x="6" y="104"/>
                    <a:pt x="6" y="104"/>
                    <a:pt x="6" y="104"/>
                  </a:cubicBezTo>
                  <a:cubicBezTo>
                    <a:pt x="3" y="104"/>
                    <a:pt x="0" y="107"/>
                    <a:pt x="0" y="110"/>
                  </a:cubicBezTo>
                  <a:cubicBezTo>
                    <a:pt x="0" y="151"/>
                    <a:pt x="0" y="151"/>
                    <a:pt x="0" y="151"/>
                  </a:cubicBezTo>
                  <a:cubicBezTo>
                    <a:pt x="0" y="154"/>
                    <a:pt x="3" y="157"/>
                    <a:pt x="6" y="1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chemeClr val="tx2"/>
                </a:solidFill>
                <a:effectLst/>
                <a:uLnTx/>
                <a:uFillTx/>
                <a:cs typeface="Arial" charset="0"/>
              </a:endParaRPr>
            </a:p>
          </p:txBody>
        </p:sp>
        <p:sp>
          <p:nvSpPr>
            <p:cNvPr id="43" name="Freeform 7">
              <a:extLst>
                <a:ext uri="{FF2B5EF4-FFF2-40B4-BE49-F238E27FC236}">
                  <a16:creationId xmlns:a16="http://schemas.microsoft.com/office/drawing/2014/main" id="{7EB64DBF-1084-F5A8-0B43-8946838B8AB4}"/>
                </a:ext>
              </a:extLst>
            </p:cNvPr>
            <p:cNvSpPr>
              <a:spLocks/>
            </p:cNvSpPr>
            <p:nvPr/>
          </p:nvSpPr>
          <p:spPr bwMode="auto">
            <a:xfrm>
              <a:off x="7885113" y="5176838"/>
              <a:ext cx="260350" cy="415925"/>
            </a:xfrm>
            <a:custGeom>
              <a:avLst/>
              <a:gdLst>
                <a:gd name="T0" fmla="*/ 52 w 80"/>
                <a:gd name="T1" fmla="*/ 126 h 127"/>
                <a:gd name="T2" fmla="*/ 57 w 80"/>
                <a:gd name="T3" fmla="*/ 127 h 127"/>
                <a:gd name="T4" fmla="*/ 61 w 80"/>
                <a:gd name="T5" fmla="*/ 126 h 127"/>
                <a:gd name="T6" fmla="*/ 79 w 80"/>
                <a:gd name="T7" fmla="*/ 79 h 127"/>
                <a:gd name="T8" fmla="*/ 57 w 80"/>
                <a:gd name="T9" fmla="*/ 32 h 127"/>
                <a:gd name="T10" fmla="*/ 23 w 80"/>
                <a:gd name="T11" fmla="*/ 17 h 127"/>
                <a:gd name="T12" fmla="*/ 30 w 80"/>
                <a:gd name="T13" fmla="*/ 12 h 127"/>
                <a:gd name="T14" fmla="*/ 31 w 80"/>
                <a:gd name="T15" fmla="*/ 3 h 127"/>
                <a:gd name="T16" fmla="*/ 23 w 80"/>
                <a:gd name="T17" fmla="*/ 2 h 127"/>
                <a:gd name="T18" fmla="*/ 2 w 80"/>
                <a:gd name="T19" fmla="*/ 18 h 127"/>
                <a:gd name="T20" fmla="*/ 0 w 80"/>
                <a:gd name="T21" fmla="*/ 22 h 127"/>
                <a:gd name="T22" fmla="*/ 1 w 80"/>
                <a:gd name="T23" fmla="*/ 27 h 127"/>
                <a:gd name="T24" fmla="*/ 17 w 80"/>
                <a:gd name="T25" fmla="*/ 46 h 127"/>
                <a:gd name="T26" fmla="*/ 22 w 80"/>
                <a:gd name="T27" fmla="*/ 48 h 127"/>
                <a:gd name="T28" fmla="*/ 26 w 80"/>
                <a:gd name="T29" fmla="*/ 47 h 127"/>
                <a:gd name="T30" fmla="*/ 26 w 80"/>
                <a:gd name="T31" fmla="*/ 38 h 127"/>
                <a:gd name="T32" fmla="*/ 19 w 80"/>
                <a:gd name="T33" fmla="*/ 29 h 127"/>
                <a:gd name="T34" fmla="*/ 49 w 80"/>
                <a:gd name="T35" fmla="*/ 41 h 127"/>
                <a:gd name="T36" fmla="*/ 67 w 80"/>
                <a:gd name="T37" fmla="*/ 79 h 127"/>
                <a:gd name="T38" fmla="*/ 52 w 80"/>
                <a:gd name="T39" fmla="*/ 117 h 127"/>
                <a:gd name="T40" fmla="*/ 52 w 80"/>
                <a:gd name="T41" fmla="*/ 126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0" h="127">
                  <a:moveTo>
                    <a:pt x="52" y="126"/>
                  </a:moveTo>
                  <a:cubicBezTo>
                    <a:pt x="54" y="127"/>
                    <a:pt x="55" y="127"/>
                    <a:pt x="57" y="127"/>
                  </a:cubicBezTo>
                  <a:cubicBezTo>
                    <a:pt x="58" y="127"/>
                    <a:pt x="60" y="127"/>
                    <a:pt x="61" y="126"/>
                  </a:cubicBezTo>
                  <a:cubicBezTo>
                    <a:pt x="73" y="113"/>
                    <a:pt x="80" y="96"/>
                    <a:pt x="79" y="79"/>
                  </a:cubicBezTo>
                  <a:cubicBezTo>
                    <a:pt x="78" y="61"/>
                    <a:pt x="70" y="44"/>
                    <a:pt x="57" y="32"/>
                  </a:cubicBezTo>
                  <a:cubicBezTo>
                    <a:pt x="47" y="24"/>
                    <a:pt x="35" y="19"/>
                    <a:pt x="23" y="17"/>
                  </a:cubicBezTo>
                  <a:cubicBezTo>
                    <a:pt x="30" y="12"/>
                    <a:pt x="30" y="12"/>
                    <a:pt x="30" y="12"/>
                  </a:cubicBezTo>
                  <a:cubicBezTo>
                    <a:pt x="33" y="10"/>
                    <a:pt x="33" y="6"/>
                    <a:pt x="31" y="3"/>
                  </a:cubicBezTo>
                  <a:cubicBezTo>
                    <a:pt x="29" y="1"/>
                    <a:pt x="25" y="0"/>
                    <a:pt x="23" y="2"/>
                  </a:cubicBezTo>
                  <a:cubicBezTo>
                    <a:pt x="2" y="18"/>
                    <a:pt x="2" y="18"/>
                    <a:pt x="2" y="18"/>
                  </a:cubicBezTo>
                  <a:cubicBezTo>
                    <a:pt x="1" y="19"/>
                    <a:pt x="0" y="21"/>
                    <a:pt x="0" y="22"/>
                  </a:cubicBezTo>
                  <a:cubicBezTo>
                    <a:pt x="0" y="24"/>
                    <a:pt x="0" y="26"/>
                    <a:pt x="1" y="27"/>
                  </a:cubicBezTo>
                  <a:cubicBezTo>
                    <a:pt x="17" y="46"/>
                    <a:pt x="17" y="46"/>
                    <a:pt x="17" y="46"/>
                  </a:cubicBezTo>
                  <a:cubicBezTo>
                    <a:pt x="18" y="47"/>
                    <a:pt x="20" y="48"/>
                    <a:pt x="22" y="48"/>
                  </a:cubicBezTo>
                  <a:cubicBezTo>
                    <a:pt x="23" y="48"/>
                    <a:pt x="24" y="48"/>
                    <a:pt x="26" y="47"/>
                  </a:cubicBezTo>
                  <a:cubicBezTo>
                    <a:pt x="28" y="45"/>
                    <a:pt x="29" y="41"/>
                    <a:pt x="26" y="38"/>
                  </a:cubicBezTo>
                  <a:cubicBezTo>
                    <a:pt x="19" y="29"/>
                    <a:pt x="19" y="29"/>
                    <a:pt x="19" y="29"/>
                  </a:cubicBezTo>
                  <a:cubicBezTo>
                    <a:pt x="30" y="30"/>
                    <a:pt x="40" y="34"/>
                    <a:pt x="49" y="41"/>
                  </a:cubicBezTo>
                  <a:cubicBezTo>
                    <a:pt x="60" y="51"/>
                    <a:pt x="66" y="64"/>
                    <a:pt x="67" y="79"/>
                  </a:cubicBezTo>
                  <a:cubicBezTo>
                    <a:pt x="68" y="93"/>
                    <a:pt x="62" y="107"/>
                    <a:pt x="52" y="117"/>
                  </a:cubicBezTo>
                  <a:cubicBezTo>
                    <a:pt x="50" y="120"/>
                    <a:pt x="50" y="123"/>
                    <a:pt x="52" y="1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chemeClr val="tx2"/>
                </a:solidFill>
                <a:effectLst/>
                <a:uLnTx/>
                <a:uFillTx/>
                <a:cs typeface="Arial" charset="0"/>
              </a:endParaRPr>
            </a:p>
          </p:txBody>
        </p:sp>
        <p:sp>
          <p:nvSpPr>
            <p:cNvPr id="44" name="Freeform 8">
              <a:extLst>
                <a:ext uri="{FF2B5EF4-FFF2-40B4-BE49-F238E27FC236}">
                  <a16:creationId xmlns:a16="http://schemas.microsoft.com/office/drawing/2014/main" id="{D8E619EC-D884-71FB-8409-E56792233B8D}"/>
                </a:ext>
              </a:extLst>
            </p:cNvPr>
            <p:cNvSpPr>
              <a:spLocks/>
            </p:cNvSpPr>
            <p:nvPr/>
          </p:nvSpPr>
          <p:spPr bwMode="auto">
            <a:xfrm>
              <a:off x="7494588" y="5611813"/>
              <a:ext cx="288925" cy="39688"/>
            </a:xfrm>
            <a:custGeom>
              <a:avLst/>
              <a:gdLst>
                <a:gd name="T0" fmla="*/ 89 w 89"/>
                <a:gd name="T1" fmla="*/ 6 h 12"/>
                <a:gd name="T2" fmla="*/ 83 w 89"/>
                <a:gd name="T3" fmla="*/ 0 h 12"/>
                <a:gd name="T4" fmla="*/ 6 w 89"/>
                <a:gd name="T5" fmla="*/ 0 h 12"/>
                <a:gd name="T6" fmla="*/ 0 w 89"/>
                <a:gd name="T7" fmla="*/ 6 h 12"/>
                <a:gd name="T8" fmla="*/ 6 w 89"/>
                <a:gd name="T9" fmla="*/ 12 h 12"/>
                <a:gd name="T10" fmla="*/ 83 w 89"/>
                <a:gd name="T11" fmla="*/ 12 h 12"/>
                <a:gd name="T12" fmla="*/ 89 w 89"/>
                <a:gd name="T13" fmla="*/ 6 h 12"/>
              </a:gdLst>
              <a:ahLst/>
              <a:cxnLst>
                <a:cxn ang="0">
                  <a:pos x="T0" y="T1"/>
                </a:cxn>
                <a:cxn ang="0">
                  <a:pos x="T2" y="T3"/>
                </a:cxn>
                <a:cxn ang="0">
                  <a:pos x="T4" y="T5"/>
                </a:cxn>
                <a:cxn ang="0">
                  <a:pos x="T6" y="T7"/>
                </a:cxn>
                <a:cxn ang="0">
                  <a:pos x="T8" y="T9"/>
                </a:cxn>
                <a:cxn ang="0">
                  <a:pos x="T10" y="T11"/>
                </a:cxn>
                <a:cxn ang="0">
                  <a:pos x="T12" y="T13"/>
                </a:cxn>
              </a:cxnLst>
              <a:rect l="0" t="0" r="r" b="b"/>
              <a:pathLst>
                <a:path w="89" h="12">
                  <a:moveTo>
                    <a:pt x="89" y="6"/>
                  </a:moveTo>
                  <a:cubicBezTo>
                    <a:pt x="89" y="3"/>
                    <a:pt x="86" y="0"/>
                    <a:pt x="83" y="0"/>
                  </a:cubicBezTo>
                  <a:cubicBezTo>
                    <a:pt x="6" y="0"/>
                    <a:pt x="6" y="0"/>
                    <a:pt x="6" y="0"/>
                  </a:cubicBezTo>
                  <a:cubicBezTo>
                    <a:pt x="3" y="0"/>
                    <a:pt x="0" y="3"/>
                    <a:pt x="0" y="6"/>
                  </a:cubicBezTo>
                  <a:cubicBezTo>
                    <a:pt x="0" y="9"/>
                    <a:pt x="3" y="12"/>
                    <a:pt x="6" y="12"/>
                  </a:cubicBezTo>
                  <a:cubicBezTo>
                    <a:pt x="83" y="12"/>
                    <a:pt x="83" y="12"/>
                    <a:pt x="83" y="12"/>
                  </a:cubicBezTo>
                  <a:cubicBezTo>
                    <a:pt x="86" y="12"/>
                    <a:pt x="89" y="9"/>
                    <a:pt x="89"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chemeClr val="tx2"/>
                </a:solidFill>
                <a:effectLst/>
                <a:uLnTx/>
                <a:uFillTx/>
                <a:cs typeface="Arial" charset="0"/>
              </a:endParaRPr>
            </a:p>
          </p:txBody>
        </p:sp>
        <p:sp>
          <p:nvSpPr>
            <p:cNvPr id="45" name="Freeform 9">
              <a:extLst>
                <a:ext uri="{FF2B5EF4-FFF2-40B4-BE49-F238E27FC236}">
                  <a16:creationId xmlns:a16="http://schemas.microsoft.com/office/drawing/2014/main" id="{DD9CB9BF-403A-AEFA-E3D0-6C8D6196E8D0}"/>
                </a:ext>
              </a:extLst>
            </p:cNvPr>
            <p:cNvSpPr>
              <a:spLocks/>
            </p:cNvSpPr>
            <p:nvPr/>
          </p:nvSpPr>
          <p:spPr bwMode="auto">
            <a:xfrm>
              <a:off x="7721601" y="5251451"/>
              <a:ext cx="687388" cy="461963"/>
            </a:xfrm>
            <a:custGeom>
              <a:avLst/>
              <a:gdLst>
                <a:gd name="T0" fmla="*/ 209 w 211"/>
                <a:gd name="T1" fmla="*/ 112 h 141"/>
                <a:gd name="T2" fmla="*/ 189 w 211"/>
                <a:gd name="T3" fmla="*/ 93 h 141"/>
                <a:gd name="T4" fmla="*/ 181 w 211"/>
                <a:gd name="T5" fmla="*/ 93 h 141"/>
                <a:gd name="T6" fmla="*/ 181 w 211"/>
                <a:gd name="T7" fmla="*/ 102 h 141"/>
                <a:gd name="T8" fmla="*/ 190 w 211"/>
                <a:gd name="T9" fmla="*/ 110 h 141"/>
                <a:gd name="T10" fmla="*/ 68 w 211"/>
                <a:gd name="T11" fmla="*/ 110 h 141"/>
                <a:gd name="T12" fmla="*/ 67 w 211"/>
                <a:gd name="T13" fmla="*/ 110 h 141"/>
                <a:gd name="T14" fmla="*/ 30 w 211"/>
                <a:gd name="T15" fmla="*/ 96 h 141"/>
                <a:gd name="T16" fmla="*/ 13 w 211"/>
                <a:gd name="T17" fmla="*/ 60 h 141"/>
                <a:gd name="T18" fmla="*/ 40 w 211"/>
                <a:gd name="T19" fmla="*/ 13 h 141"/>
                <a:gd name="T20" fmla="*/ 43 w 211"/>
                <a:gd name="T21" fmla="*/ 4 h 141"/>
                <a:gd name="T22" fmla="*/ 34 w 211"/>
                <a:gd name="T23" fmla="*/ 2 h 141"/>
                <a:gd name="T24" fmla="*/ 1 w 211"/>
                <a:gd name="T25" fmla="*/ 60 h 141"/>
                <a:gd name="T26" fmla="*/ 22 w 211"/>
                <a:gd name="T27" fmla="*/ 105 h 141"/>
                <a:gd name="T28" fmla="*/ 65 w 211"/>
                <a:gd name="T29" fmla="*/ 122 h 141"/>
                <a:gd name="T30" fmla="*/ 67 w 211"/>
                <a:gd name="T31" fmla="*/ 122 h 141"/>
                <a:gd name="T32" fmla="*/ 67 w 211"/>
                <a:gd name="T33" fmla="*/ 122 h 141"/>
                <a:gd name="T34" fmla="*/ 190 w 211"/>
                <a:gd name="T35" fmla="*/ 122 h 141"/>
                <a:gd name="T36" fmla="*/ 180 w 211"/>
                <a:gd name="T37" fmla="*/ 130 h 141"/>
                <a:gd name="T38" fmla="*/ 180 w 211"/>
                <a:gd name="T39" fmla="*/ 138 h 141"/>
                <a:gd name="T40" fmla="*/ 184 w 211"/>
                <a:gd name="T41" fmla="*/ 141 h 141"/>
                <a:gd name="T42" fmla="*/ 188 w 211"/>
                <a:gd name="T43" fmla="*/ 139 h 141"/>
                <a:gd name="T44" fmla="*/ 209 w 211"/>
                <a:gd name="T45" fmla="*/ 121 h 141"/>
                <a:gd name="T46" fmla="*/ 211 w 211"/>
                <a:gd name="T47" fmla="*/ 116 h 141"/>
                <a:gd name="T48" fmla="*/ 209 w 211"/>
                <a:gd name="T49" fmla="*/ 11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11" h="141">
                  <a:moveTo>
                    <a:pt x="209" y="112"/>
                  </a:moveTo>
                  <a:cubicBezTo>
                    <a:pt x="189" y="93"/>
                    <a:pt x="189" y="93"/>
                    <a:pt x="189" y="93"/>
                  </a:cubicBezTo>
                  <a:cubicBezTo>
                    <a:pt x="187" y="91"/>
                    <a:pt x="183" y="91"/>
                    <a:pt x="181" y="93"/>
                  </a:cubicBezTo>
                  <a:cubicBezTo>
                    <a:pt x="178" y="95"/>
                    <a:pt x="178" y="99"/>
                    <a:pt x="181" y="102"/>
                  </a:cubicBezTo>
                  <a:cubicBezTo>
                    <a:pt x="190" y="110"/>
                    <a:pt x="190" y="110"/>
                    <a:pt x="190" y="110"/>
                  </a:cubicBezTo>
                  <a:cubicBezTo>
                    <a:pt x="68" y="110"/>
                    <a:pt x="68" y="110"/>
                    <a:pt x="68" y="110"/>
                  </a:cubicBezTo>
                  <a:cubicBezTo>
                    <a:pt x="67" y="110"/>
                    <a:pt x="67" y="110"/>
                    <a:pt x="67" y="110"/>
                  </a:cubicBezTo>
                  <a:cubicBezTo>
                    <a:pt x="53" y="110"/>
                    <a:pt x="40" y="105"/>
                    <a:pt x="30" y="96"/>
                  </a:cubicBezTo>
                  <a:cubicBezTo>
                    <a:pt x="20" y="87"/>
                    <a:pt x="14" y="74"/>
                    <a:pt x="13" y="60"/>
                  </a:cubicBezTo>
                  <a:cubicBezTo>
                    <a:pt x="13" y="40"/>
                    <a:pt x="23" y="22"/>
                    <a:pt x="40" y="13"/>
                  </a:cubicBezTo>
                  <a:cubicBezTo>
                    <a:pt x="43" y="11"/>
                    <a:pt x="44" y="7"/>
                    <a:pt x="43" y="4"/>
                  </a:cubicBezTo>
                  <a:cubicBezTo>
                    <a:pt x="41" y="1"/>
                    <a:pt x="37" y="0"/>
                    <a:pt x="34" y="2"/>
                  </a:cubicBezTo>
                  <a:cubicBezTo>
                    <a:pt x="13" y="14"/>
                    <a:pt x="0" y="36"/>
                    <a:pt x="1" y="60"/>
                  </a:cubicBezTo>
                  <a:cubicBezTo>
                    <a:pt x="2" y="77"/>
                    <a:pt x="9" y="93"/>
                    <a:pt x="22" y="105"/>
                  </a:cubicBezTo>
                  <a:cubicBezTo>
                    <a:pt x="34" y="116"/>
                    <a:pt x="49" y="122"/>
                    <a:pt x="65" y="122"/>
                  </a:cubicBezTo>
                  <a:cubicBezTo>
                    <a:pt x="66" y="122"/>
                    <a:pt x="66" y="122"/>
                    <a:pt x="67" y="122"/>
                  </a:cubicBezTo>
                  <a:cubicBezTo>
                    <a:pt x="67" y="122"/>
                    <a:pt x="67" y="122"/>
                    <a:pt x="67" y="122"/>
                  </a:cubicBezTo>
                  <a:cubicBezTo>
                    <a:pt x="190" y="122"/>
                    <a:pt x="190" y="122"/>
                    <a:pt x="190" y="122"/>
                  </a:cubicBezTo>
                  <a:cubicBezTo>
                    <a:pt x="180" y="130"/>
                    <a:pt x="180" y="130"/>
                    <a:pt x="180" y="130"/>
                  </a:cubicBezTo>
                  <a:cubicBezTo>
                    <a:pt x="178" y="132"/>
                    <a:pt x="177" y="136"/>
                    <a:pt x="180" y="138"/>
                  </a:cubicBezTo>
                  <a:cubicBezTo>
                    <a:pt x="181" y="140"/>
                    <a:pt x="182" y="141"/>
                    <a:pt x="184" y="141"/>
                  </a:cubicBezTo>
                  <a:cubicBezTo>
                    <a:pt x="186" y="141"/>
                    <a:pt x="187" y="140"/>
                    <a:pt x="188" y="139"/>
                  </a:cubicBezTo>
                  <a:cubicBezTo>
                    <a:pt x="209" y="121"/>
                    <a:pt x="209" y="121"/>
                    <a:pt x="209" y="121"/>
                  </a:cubicBezTo>
                  <a:cubicBezTo>
                    <a:pt x="210" y="120"/>
                    <a:pt x="211" y="118"/>
                    <a:pt x="211" y="116"/>
                  </a:cubicBezTo>
                  <a:cubicBezTo>
                    <a:pt x="211" y="115"/>
                    <a:pt x="211" y="113"/>
                    <a:pt x="209" y="1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chemeClr val="tx2"/>
                </a:solidFill>
                <a:effectLst/>
                <a:uLnTx/>
                <a:uFillTx/>
                <a:cs typeface="Arial" charset="0"/>
              </a:endParaRPr>
            </a:p>
          </p:txBody>
        </p:sp>
      </p:grpSp>
      <p:grpSp>
        <p:nvGrpSpPr>
          <p:cNvPr id="47" name="Group 54">
            <a:extLst>
              <a:ext uri="{FF2B5EF4-FFF2-40B4-BE49-F238E27FC236}">
                <a16:creationId xmlns:a16="http://schemas.microsoft.com/office/drawing/2014/main" id="{B4E00461-3FBC-8838-5D89-DD6B8E82AD92}"/>
              </a:ext>
            </a:extLst>
          </p:cNvPr>
          <p:cNvGrpSpPr>
            <a:grpSpLocks noChangeAspect="1"/>
          </p:cNvGrpSpPr>
          <p:nvPr/>
        </p:nvGrpSpPr>
        <p:grpSpPr bwMode="auto">
          <a:xfrm>
            <a:off x="4883363" y="4642927"/>
            <a:ext cx="390129" cy="348550"/>
            <a:chOff x="6718" y="681"/>
            <a:chExt cx="441" cy="394"/>
          </a:xfrm>
          <a:solidFill>
            <a:srgbClr val="FF0000"/>
          </a:solidFill>
        </p:grpSpPr>
        <p:sp>
          <p:nvSpPr>
            <p:cNvPr id="48" name="Freeform 55">
              <a:extLst>
                <a:ext uri="{FF2B5EF4-FFF2-40B4-BE49-F238E27FC236}">
                  <a16:creationId xmlns:a16="http://schemas.microsoft.com/office/drawing/2014/main" id="{5256690F-59E6-370E-DBA0-EBF64A833D9D}"/>
                </a:ext>
              </a:extLst>
            </p:cNvPr>
            <p:cNvSpPr>
              <a:spLocks noEditPoints="1"/>
            </p:cNvSpPr>
            <p:nvPr/>
          </p:nvSpPr>
          <p:spPr bwMode="auto">
            <a:xfrm>
              <a:off x="6883" y="681"/>
              <a:ext cx="110" cy="107"/>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7" y="72"/>
                    <a:pt x="0" y="55"/>
                    <a:pt x="0" y="36"/>
                  </a:cubicBezTo>
                  <a:cubicBezTo>
                    <a:pt x="0" y="16"/>
                    <a:pt x="17" y="0"/>
                    <a:pt x="36" y="0"/>
                  </a:cubicBezTo>
                  <a:cubicBezTo>
                    <a:pt x="56" y="0"/>
                    <a:pt x="72" y="16"/>
                    <a:pt x="72" y="36"/>
                  </a:cubicBezTo>
                  <a:cubicBezTo>
                    <a:pt x="72" y="55"/>
                    <a:pt x="56" y="72"/>
                    <a:pt x="36" y="72"/>
                  </a:cubicBezTo>
                  <a:close/>
                  <a:moveTo>
                    <a:pt x="36" y="12"/>
                  </a:moveTo>
                  <a:cubicBezTo>
                    <a:pt x="23" y="12"/>
                    <a:pt x="12" y="22"/>
                    <a:pt x="12" y="36"/>
                  </a:cubicBezTo>
                  <a:cubicBezTo>
                    <a:pt x="12" y="49"/>
                    <a:pt x="23" y="60"/>
                    <a:pt x="36" y="60"/>
                  </a:cubicBezTo>
                  <a:cubicBezTo>
                    <a:pt x="50" y="60"/>
                    <a:pt x="60" y="49"/>
                    <a:pt x="60" y="36"/>
                  </a:cubicBezTo>
                  <a:cubicBezTo>
                    <a:pt x="60" y="22"/>
                    <a:pt x="50"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chemeClr val="tx2"/>
                </a:solidFill>
                <a:effectLst/>
                <a:uLnTx/>
                <a:uFillTx/>
                <a:cs typeface="Arial" charset="0"/>
              </a:endParaRPr>
            </a:p>
          </p:txBody>
        </p:sp>
        <p:sp>
          <p:nvSpPr>
            <p:cNvPr id="50" name="Freeform 56">
              <a:extLst>
                <a:ext uri="{FF2B5EF4-FFF2-40B4-BE49-F238E27FC236}">
                  <a16:creationId xmlns:a16="http://schemas.microsoft.com/office/drawing/2014/main" id="{8359C19E-004F-6170-75A4-F2C4533991C4}"/>
                </a:ext>
              </a:extLst>
            </p:cNvPr>
            <p:cNvSpPr>
              <a:spLocks noEditPoints="1"/>
            </p:cNvSpPr>
            <p:nvPr/>
          </p:nvSpPr>
          <p:spPr bwMode="auto">
            <a:xfrm>
              <a:off x="7030" y="717"/>
              <a:ext cx="74" cy="71"/>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0"/>
                    <a:pt x="11" y="0"/>
                    <a:pt x="24" y="0"/>
                  </a:cubicBezTo>
                  <a:cubicBezTo>
                    <a:pt x="38" y="0"/>
                    <a:pt x="48" y="10"/>
                    <a:pt x="48" y="24"/>
                  </a:cubicBezTo>
                  <a:cubicBezTo>
                    <a:pt x="48" y="37"/>
                    <a:pt x="38" y="48"/>
                    <a:pt x="24" y="48"/>
                  </a:cubicBezTo>
                  <a:close/>
                  <a:moveTo>
                    <a:pt x="24" y="12"/>
                  </a:moveTo>
                  <a:cubicBezTo>
                    <a:pt x="18" y="12"/>
                    <a:pt x="12" y="17"/>
                    <a:pt x="12" y="24"/>
                  </a:cubicBezTo>
                  <a:cubicBezTo>
                    <a:pt x="12" y="30"/>
                    <a:pt x="18" y="36"/>
                    <a:pt x="24" y="36"/>
                  </a:cubicBezTo>
                  <a:cubicBezTo>
                    <a:pt x="31" y="36"/>
                    <a:pt x="36" y="30"/>
                    <a:pt x="36" y="24"/>
                  </a:cubicBezTo>
                  <a:cubicBezTo>
                    <a:pt x="36" y="17"/>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chemeClr val="tx2"/>
                </a:solidFill>
                <a:effectLst/>
                <a:uLnTx/>
                <a:uFillTx/>
                <a:cs typeface="Arial" charset="0"/>
              </a:endParaRPr>
            </a:p>
          </p:txBody>
        </p:sp>
        <p:sp>
          <p:nvSpPr>
            <p:cNvPr id="51" name="Freeform 57">
              <a:extLst>
                <a:ext uri="{FF2B5EF4-FFF2-40B4-BE49-F238E27FC236}">
                  <a16:creationId xmlns:a16="http://schemas.microsoft.com/office/drawing/2014/main" id="{9A5E76FA-BEAE-2756-6BEC-71FEF4DE2EE1}"/>
                </a:ext>
              </a:extLst>
            </p:cNvPr>
            <p:cNvSpPr>
              <a:spLocks noEditPoints="1"/>
            </p:cNvSpPr>
            <p:nvPr/>
          </p:nvSpPr>
          <p:spPr bwMode="auto">
            <a:xfrm>
              <a:off x="6773" y="717"/>
              <a:ext cx="73" cy="71"/>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0"/>
                    <a:pt x="11" y="0"/>
                    <a:pt x="24" y="0"/>
                  </a:cubicBezTo>
                  <a:cubicBezTo>
                    <a:pt x="38" y="0"/>
                    <a:pt x="48" y="10"/>
                    <a:pt x="48" y="24"/>
                  </a:cubicBezTo>
                  <a:cubicBezTo>
                    <a:pt x="48" y="37"/>
                    <a:pt x="38" y="48"/>
                    <a:pt x="24" y="48"/>
                  </a:cubicBezTo>
                  <a:close/>
                  <a:moveTo>
                    <a:pt x="24" y="12"/>
                  </a:moveTo>
                  <a:cubicBezTo>
                    <a:pt x="18" y="12"/>
                    <a:pt x="12" y="17"/>
                    <a:pt x="12" y="24"/>
                  </a:cubicBezTo>
                  <a:cubicBezTo>
                    <a:pt x="12" y="30"/>
                    <a:pt x="18" y="36"/>
                    <a:pt x="24" y="36"/>
                  </a:cubicBezTo>
                  <a:cubicBezTo>
                    <a:pt x="31" y="36"/>
                    <a:pt x="36" y="30"/>
                    <a:pt x="36" y="24"/>
                  </a:cubicBezTo>
                  <a:cubicBezTo>
                    <a:pt x="36" y="17"/>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chemeClr val="tx2"/>
                </a:solidFill>
                <a:effectLst/>
                <a:uLnTx/>
                <a:uFillTx/>
                <a:cs typeface="Arial" charset="0"/>
              </a:endParaRPr>
            </a:p>
          </p:txBody>
        </p:sp>
        <p:sp>
          <p:nvSpPr>
            <p:cNvPr id="52" name="Freeform 58">
              <a:extLst>
                <a:ext uri="{FF2B5EF4-FFF2-40B4-BE49-F238E27FC236}">
                  <a16:creationId xmlns:a16="http://schemas.microsoft.com/office/drawing/2014/main" id="{244E713F-ACCE-08A7-67D0-773BFF625D40}"/>
                </a:ext>
              </a:extLst>
            </p:cNvPr>
            <p:cNvSpPr>
              <a:spLocks noEditPoints="1"/>
            </p:cNvSpPr>
            <p:nvPr/>
          </p:nvSpPr>
          <p:spPr bwMode="auto">
            <a:xfrm>
              <a:off x="6718" y="989"/>
              <a:ext cx="441" cy="86"/>
            </a:xfrm>
            <a:custGeom>
              <a:avLst/>
              <a:gdLst>
                <a:gd name="T0" fmla="*/ 144 w 288"/>
                <a:gd name="T1" fmla="*/ 58 h 58"/>
                <a:gd name="T2" fmla="*/ 0 w 288"/>
                <a:gd name="T3" fmla="*/ 28 h 58"/>
                <a:gd name="T4" fmla="*/ 83 w 288"/>
                <a:gd name="T5" fmla="*/ 0 h 58"/>
                <a:gd name="T6" fmla="*/ 90 w 288"/>
                <a:gd name="T7" fmla="*/ 6 h 58"/>
                <a:gd name="T8" fmla="*/ 84 w 288"/>
                <a:gd name="T9" fmla="*/ 12 h 58"/>
                <a:gd name="T10" fmla="*/ 13 w 288"/>
                <a:gd name="T11" fmla="*/ 28 h 58"/>
                <a:gd name="T12" fmla="*/ 144 w 288"/>
                <a:gd name="T13" fmla="*/ 46 h 58"/>
                <a:gd name="T14" fmla="*/ 276 w 288"/>
                <a:gd name="T15" fmla="*/ 28 h 58"/>
                <a:gd name="T16" fmla="*/ 204 w 288"/>
                <a:gd name="T17" fmla="*/ 12 h 58"/>
                <a:gd name="T18" fmla="*/ 198 w 288"/>
                <a:gd name="T19" fmla="*/ 6 h 58"/>
                <a:gd name="T20" fmla="*/ 205 w 288"/>
                <a:gd name="T21" fmla="*/ 0 h 58"/>
                <a:gd name="T22" fmla="*/ 288 w 288"/>
                <a:gd name="T23" fmla="*/ 28 h 58"/>
                <a:gd name="T24" fmla="*/ 144 w 288"/>
                <a:gd name="T25" fmla="*/ 58 h 58"/>
                <a:gd name="T26" fmla="*/ 277 w 288"/>
                <a:gd name="T27" fmla="*/ 28 h 58"/>
                <a:gd name="T28" fmla="*/ 277 w 288"/>
                <a:gd name="T29" fmla="*/ 28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8" h="58">
                  <a:moveTo>
                    <a:pt x="144" y="58"/>
                  </a:moveTo>
                  <a:cubicBezTo>
                    <a:pt x="130" y="58"/>
                    <a:pt x="0" y="57"/>
                    <a:pt x="0" y="28"/>
                  </a:cubicBezTo>
                  <a:cubicBezTo>
                    <a:pt x="0" y="14"/>
                    <a:pt x="28" y="5"/>
                    <a:pt x="83" y="0"/>
                  </a:cubicBezTo>
                  <a:cubicBezTo>
                    <a:pt x="87" y="0"/>
                    <a:pt x="90" y="2"/>
                    <a:pt x="90" y="6"/>
                  </a:cubicBezTo>
                  <a:cubicBezTo>
                    <a:pt x="90" y="9"/>
                    <a:pt x="88" y="12"/>
                    <a:pt x="84" y="12"/>
                  </a:cubicBezTo>
                  <a:cubicBezTo>
                    <a:pt x="33" y="16"/>
                    <a:pt x="16" y="24"/>
                    <a:pt x="13" y="28"/>
                  </a:cubicBezTo>
                  <a:cubicBezTo>
                    <a:pt x="19" y="34"/>
                    <a:pt x="65" y="46"/>
                    <a:pt x="144" y="46"/>
                  </a:cubicBezTo>
                  <a:cubicBezTo>
                    <a:pt x="223" y="46"/>
                    <a:pt x="270" y="34"/>
                    <a:pt x="276" y="28"/>
                  </a:cubicBezTo>
                  <a:cubicBezTo>
                    <a:pt x="273" y="24"/>
                    <a:pt x="255" y="16"/>
                    <a:pt x="204" y="12"/>
                  </a:cubicBezTo>
                  <a:cubicBezTo>
                    <a:pt x="201" y="12"/>
                    <a:pt x="198" y="9"/>
                    <a:pt x="198" y="6"/>
                  </a:cubicBezTo>
                  <a:cubicBezTo>
                    <a:pt x="199" y="2"/>
                    <a:pt x="202" y="0"/>
                    <a:pt x="205" y="0"/>
                  </a:cubicBezTo>
                  <a:cubicBezTo>
                    <a:pt x="260" y="5"/>
                    <a:pt x="288" y="14"/>
                    <a:pt x="288" y="28"/>
                  </a:cubicBezTo>
                  <a:cubicBezTo>
                    <a:pt x="288" y="57"/>
                    <a:pt x="159" y="58"/>
                    <a:pt x="144" y="58"/>
                  </a:cubicBezTo>
                  <a:close/>
                  <a:moveTo>
                    <a:pt x="277" y="28"/>
                  </a:moveTo>
                  <a:cubicBezTo>
                    <a:pt x="277" y="28"/>
                    <a:pt x="277" y="28"/>
                    <a:pt x="277"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chemeClr val="tx2"/>
                </a:solidFill>
                <a:effectLst/>
                <a:uLnTx/>
                <a:uFillTx/>
                <a:cs typeface="Arial" charset="0"/>
              </a:endParaRPr>
            </a:p>
          </p:txBody>
        </p:sp>
        <p:sp>
          <p:nvSpPr>
            <p:cNvPr id="53" name="Freeform 59">
              <a:extLst>
                <a:ext uri="{FF2B5EF4-FFF2-40B4-BE49-F238E27FC236}">
                  <a16:creationId xmlns:a16="http://schemas.microsoft.com/office/drawing/2014/main" id="{813CB3E2-F899-FDCB-0378-124F0D5326AE}"/>
                </a:ext>
              </a:extLst>
            </p:cNvPr>
            <p:cNvSpPr>
              <a:spLocks noEditPoints="1"/>
            </p:cNvSpPr>
            <p:nvPr/>
          </p:nvSpPr>
          <p:spPr bwMode="auto">
            <a:xfrm>
              <a:off x="6883" y="806"/>
              <a:ext cx="110" cy="180"/>
            </a:xfrm>
            <a:custGeom>
              <a:avLst/>
              <a:gdLst>
                <a:gd name="T0" fmla="*/ 66 w 72"/>
                <a:gd name="T1" fmla="*/ 120 h 120"/>
                <a:gd name="T2" fmla="*/ 6 w 72"/>
                <a:gd name="T3" fmla="*/ 120 h 120"/>
                <a:gd name="T4" fmla="*/ 0 w 72"/>
                <a:gd name="T5" fmla="*/ 114 h 120"/>
                <a:gd name="T6" fmla="*/ 0 w 72"/>
                <a:gd name="T7" fmla="*/ 36 h 120"/>
                <a:gd name="T8" fmla="*/ 36 w 72"/>
                <a:gd name="T9" fmla="*/ 0 h 120"/>
                <a:gd name="T10" fmla="*/ 72 w 72"/>
                <a:gd name="T11" fmla="*/ 36 h 120"/>
                <a:gd name="T12" fmla="*/ 72 w 72"/>
                <a:gd name="T13" fmla="*/ 114 h 120"/>
                <a:gd name="T14" fmla="*/ 66 w 72"/>
                <a:gd name="T15" fmla="*/ 120 h 120"/>
                <a:gd name="T16" fmla="*/ 12 w 72"/>
                <a:gd name="T17" fmla="*/ 108 h 120"/>
                <a:gd name="T18" fmla="*/ 60 w 72"/>
                <a:gd name="T19" fmla="*/ 108 h 120"/>
                <a:gd name="T20" fmla="*/ 60 w 72"/>
                <a:gd name="T21" fmla="*/ 36 h 120"/>
                <a:gd name="T22" fmla="*/ 36 w 72"/>
                <a:gd name="T23" fmla="*/ 12 h 120"/>
                <a:gd name="T24" fmla="*/ 12 w 72"/>
                <a:gd name="T25" fmla="*/ 36 h 120"/>
                <a:gd name="T26" fmla="*/ 12 w 72"/>
                <a:gd name="T27" fmla="*/ 10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2" h="120">
                  <a:moveTo>
                    <a:pt x="66" y="120"/>
                  </a:moveTo>
                  <a:cubicBezTo>
                    <a:pt x="6" y="120"/>
                    <a:pt x="6" y="120"/>
                    <a:pt x="6" y="120"/>
                  </a:cubicBezTo>
                  <a:cubicBezTo>
                    <a:pt x="3" y="120"/>
                    <a:pt x="0" y="117"/>
                    <a:pt x="0" y="114"/>
                  </a:cubicBezTo>
                  <a:cubicBezTo>
                    <a:pt x="0" y="36"/>
                    <a:pt x="0" y="36"/>
                    <a:pt x="0" y="36"/>
                  </a:cubicBezTo>
                  <a:cubicBezTo>
                    <a:pt x="0" y="16"/>
                    <a:pt x="17" y="0"/>
                    <a:pt x="36" y="0"/>
                  </a:cubicBezTo>
                  <a:cubicBezTo>
                    <a:pt x="56" y="0"/>
                    <a:pt x="72" y="16"/>
                    <a:pt x="72" y="36"/>
                  </a:cubicBezTo>
                  <a:cubicBezTo>
                    <a:pt x="72" y="114"/>
                    <a:pt x="72" y="114"/>
                    <a:pt x="72" y="114"/>
                  </a:cubicBezTo>
                  <a:cubicBezTo>
                    <a:pt x="72" y="117"/>
                    <a:pt x="70" y="120"/>
                    <a:pt x="66" y="120"/>
                  </a:cubicBezTo>
                  <a:close/>
                  <a:moveTo>
                    <a:pt x="12" y="108"/>
                  </a:moveTo>
                  <a:cubicBezTo>
                    <a:pt x="60" y="108"/>
                    <a:pt x="60" y="108"/>
                    <a:pt x="60" y="108"/>
                  </a:cubicBezTo>
                  <a:cubicBezTo>
                    <a:pt x="60" y="36"/>
                    <a:pt x="60" y="36"/>
                    <a:pt x="60" y="36"/>
                  </a:cubicBezTo>
                  <a:cubicBezTo>
                    <a:pt x="60" y="22"/>
                    <a:pt x="50" y="12"/>
                    <a:pt x="36" y="12"/>
                  </a:cubicBezTo>
                  <a:cubicBezTo>
                    <a:pt x="23" y="12"/>
                    <a:pt x="12" y="22"/>
                    <a:pt x="12" y="36"/>
                  </a:cubicBezTo>
                  <a:lnTo>
                    <a:pt x="12"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chemeClr val="tx2"/>
                </a:solidFill>
                <a:effectLst/>
                <a:uLnTx/>
                <a:uFillTx/>
                <a:cs typeface="Arial" charset="0"/>
              </a:endParaRPr>
            </a:p>
          </p:txBody>
        </p:sp>
        <p:sp>
          <p:nvSpPr>
            <p:cNvPr id="55" name="Freeform 60">
              <a:extLst>
                <a:ext uri="{FF2B5EF4-FFF2-40B4-BE49-F238E27FC236}">
                  <a16:creationId xmlns:a16="http://schemas.microsoft.com/office/drawing/2014/main" id="{B372571B-CA6F-F657-4D3A-877A21BEE045}"/>
                </a:ext>
              </a:extLst>
            </p:cNvPr>
            <p:cNvSpPr>
              <a:spLocks noEditPoints="1"/>
            </p:cNvSpPr>
            <p:nvPr/>
          </p:nvSpPr>
          <p:spPr bwMode="auto">
            <a:xfrm>
              <a:off x="7030" y="806"/>
              <a:ext cx="74" cy="144"/>
            </a:xfrm>
            <a:custGeom>
              <a:avLst/>
              <a:gdLst>
                <a:gd name="T0" fmla="*/ 42 w 48"/>
                <a:gd name="T1" fmla="*/ 96 h 96"/>
                <a:gd name="T2" fmla="*/ 6 w 48"/>
                <a:gd name="T3" fmla="*/ 96 h 96"/>
                <a:gd name="T4" fmla="*/ 0 w 48"/>
                <a:gd name="T5" fmla="*/ 90 h 96"/>
                <a:gd name="T6" fmla="*/ 0 w 48"/>
                <a:gd name="T7" fmla="*/ 24 h 96"/>
                <a:gd name="T8" fmla="*/ 24 w 48"/>
                <a:gd name="T9" fmla="*/ 0 h 96"/>
                <a:gd name="T10" fmla="*/ 48 w 48"/>
                <a:gd name="T11" fmla="*/ 24 h 96"/>
                <a:gd name="T12" fmla="*/ 48 w 48"/>
                <a:gd name="T13" fmla="*/ 90 h 96"/>
                <a:gd name="T14" fmla="*/ 42 w 48"/>
                <a:gd name="T15" fmla="*/ 96 h 96"/>
                <a:gd name="T16" fmla="*/ 12 w 48"/>
                <a:gd name="T17" fmla="*/ 84 h 96"/>
                <a:gd name="T18" fmla="*/ 36 w 48"/>
                <a:gd name="T19" fmla="*/ 84 h 96"/>
                <a:gd name="T20" fmla="*/ 36 w 48"/>
                <a:gd name="T21" fmla="*/ 24 h 96"/>
                <a:gd name="T22" fmla="*/ 24 w 48"/>
                <a:gd name="T23" fmla="*/ 12 h 96"/>
                <a:gd name="T24" fmla="*/ 12 w 48"/>
                <a:gd name="T25" fmla="*/ 24 h 96"/>
                <a:gd name="T26" fmla="*/ 12 w 48"/>
                <a:gd name="T27" fmla="*/ 84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96">
                  <a:moveTo>
                    <a:pt x="42" y="96"/>
                  </a:moveTo>
                  <a:cubicBezTo>
                    <a:pt x="6" y="96"/>
                    <a:pt x="6" y="96"/>
                    <a:pt x="6" y="96"/>
                  </a:cubicBezTo>
                  <a:cubicBezTo>
                    <a:pt x="3" y="96"/>
                    <a:pt x="0" y="93"/>
                    <a:pt x="0" y="90"/>
                  </a:cubicBezTo>
                  <a:cubicBezTo>
                    <a:pt x="0" y="24"/>
                    <a:pt x="0" y="24"/>
                    <a:pt x="0" y="24"/>
                  </a:cubicBezTo>
                  <a:cubicBezTo>
                    <a:pt x="0" y="10"/>
                    <a:pt x="11" y="0"/>
                    <a:pt x="24" y="0"/>
                  </a:cubicBezTo>
                  <a:cubicBezTo>
                    <a:pt x="38" y="0"/>
                    <a:pt x="48" y="10"/>
                    <a:pt x="48" y="24"/>
                  </a:cubicBezTo>
                  <a:cubicBezTo>
                    <a:pt x="48" y="90"/>
                    <a:pt x="48" y="90"/>
                    <a:pt x="48" y="90"/>
                  </a:cubicBezTo>
                  <a:cubicBezTo>
                    <a:pt x="48" y="93"/>
                    <a:pt x="46" y="96"/>
                    <a:pt x="42" y="96"/>
                  </a:cubicBezTo>
                  <a:close/>
                  <a:moveTo>
                    <a:pt x="12" y="84"/>
                  </a:moveTo>
                  <a:cubicBezTo>
                    <a:pt x="36" y="84"/>
                    <a:pt x="36" y="84"/>
                    <a:pt x="36" y="84"/>
                  </a:cubicBezTo>
                  <a:cubicBezTo>
                    <a:pt x="36" y="24"/>
                    <a:pt x="36" y="24"/>
                    <a:pt x="36" y="24"/>
                  </a:cubicBezTo>
                  <a:cubicBezTo>
                    <a:pt x="36" y="17"/>
                    <a:pt x="31" y="12"/>
                    <a:pt x="24" y="12"/>
                  </a:cubicBezTo>
                  <a:cubicBezTo>
                    <a:pt x="18" y="12"/>
                    <a:pt x="12" y="17"/>
                    <a:pt x="12" y="24"/>
                  </a:cubicBezTo>
                  <a:lnTo>
                    <a:pt x="12" y="8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chemeClr val="tx2"/>
                </a:solidFill>
                <a:effectLst/>
                <a:uLnTx/>
                <a:uFillTx/>
                <a:cs typeface="Arial" charset="0"/>
              </a:endParaRPr>
            </a:p>
          </p:txBody>
        </p:sp>
        <p:sp>
          <p:nvSpPr>
            <p:cNvPr id="58" name="Freeform 61">
              <a:extLst>
                <a:ext uri="{FF2B5EF4-FFF2-40B4-BE49-F238E27FC236}">
                  <a16:creationId xmlns:a16="http://schemas.microsoft.com/office/drawing/2014/main" id="{0E7CAE92-ACE7-CA61-A3A0-6320F6CFCE1A}"/>
                </a:ext>
              </a:extLst>
            </p:cNvPr>
            <p:cNvSpPr>
              <a:spLocks noEditPoints="1"/>
            </p:cNvSpPr>
            <p:nvPr/>
          </p:nvSpPr>
          <p:spPr bwMode="auto">
            <a:xfrm>
              <a:off x="6773" y="806"/>
              <a:ext cx="73" cy="144"/>
            </a:xfrm>
            <a:custGeom>
              <a:avLst/>
              <a:gdLst>
                <a:gd name="T0" fmla="*/ 42 w 48"/>
                <a:gd name="T1" fmla="*/ 96 h 96"/>
                <a:gd name="T2" fmla="*/ 6 w 48"/>
                <a:gd name="T3" fmla="*/ 96 h 96"/>
                <a:gd name="T4" fmla="*/ 0 w 48"/>
                <a:gd name="T5" fmla="*/ 90 h 96"/>
                <a:gd name="T6" fmla="*/ 0 w 48"/>
                <a:gd name="T7" fmla="*/ 24 h 96"/>
                <a:gd name="T8" fmla="*/ 24 w 48"/>
                <a:gd name="T9" fmla="*/ 0 h 96"/>
                <a:gd name="T10" fmla="*/ 48 w 48"/>
                <a:gd name="T11" fmla="*/ 24 h 96"/>
                <a:gd name="T12" fmla="*/ 48 w 48"/>
                <a:gd name="T13" fmla="*/ 90 h 96"/>
                <a:gd name="T14" fmla="*/ 42 w 48"/>
                <a:gd name="T15" fmla="*/ 96 h 96"/>
                <a:gd name="T16" fmla="*/ 12 w 48"/>
                <a:gd name="T17" fmla="*/ 84 h 96"/>
                <a:gd name="T18" fmla="*/ 36 w 48"/>
                <a:gd name="T19" fmla="*/ 84 h 96"/>
                <a:gd name="T20" fmla="*/ 36 w 48"/>
                <a:gd name="T21" fmla="*/ 24 h 96"/>
                <a:gd name="T22" fmla="*/ 24 w 48"/>
                <a:gd name="T23" fmla="*/ 12 h 96"/>
                <a:gd name="T24" fmla="*/ 12 w 48"/>
                <a:gd name="T25" fmla="*/ 24 h 96"/>
                <a:gd name="T26" fmla="*/ 12 w 48"/>
                <a:gd name="T27" fmla="*/ 84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96">
                  <a:moveTo>
                    <a:pt x="42" y="96"/>
                  </a:moveTo>
                  <a:cubicBezTo>
                    <a:pt x="6" y="96"/>
                    <a:pt x="6" y="96"/>
                    <a:pt x="6" y="96"/>
                  </a:cubicBezTo>
                  <a:cubicBezTo>
                    <a:pt x="3" y="96"/>
                    <a:pt x="0" y="93"/>
                    <a:pt x="0" y="90"/>
                  </a:cubicBezTo>
                  <a:cubicBezTo>
                    <a:pt x="0" y="24"/>
                    <a:pt x="0" y="24"/>
                    <a:pt x="0" y="24"/>
                  </a:cubicBezTo>
                  <a:cubicBezTo>
                    <a:pt x="0" y="10"/>
                    <a:pt x="11" y="0"/>
                    <a:pt x="24" y="0"/>
                  </a:cubicBezTo>
                  <a:cubicBezTo>
                    <a:pt x="38" y="0"/>
                    <a:pt x="48" y="10"/>
                    <a:pt x="48" y="24"/>
                  </a:cubicBezTo>
                  <a:cubicBezTo>
                    <a:pt x="48" y="90"/>
                    <a:pt x="48" y="90"/>
                    <a:pt x="48" y="90"/>
                  </a:cubicBezTo>
                  <a:cubicBezTo>
                    <a:pt x="48" y="93"/>
                    <a:pt x="46" y="96"/>
                    <a:pt x="42" y="96"/>
                  </a:cubicBezTo>
                  <a:close/>
                  <a:moveTo>
                    <a:pt x="12" y="84"/>
                  </a:moveTo>
                  <a:cubicBezTo>
                    <a:pt x="36" y="84"/>
                    <a:pt x="36" y="84"/>
                    <a:pt x="36" y="84"/>
                  </a:cubicBezTo>
                  <a:cubicBezTo>
                    <a:pt x="36" y="24"/>
                    <a:pt x="36" y="24"/>
                    <a:pt x="36" y="24"/>
                  </a:cubicBezTo>
                  <a:cubicBezTo>
                    <a:pt x="36" y="17"/>
                    <a:pt x="31" y="12"/>
                    <a:pt x="24" y="12"/>
                  </a:cubicBezTo>
                  <a:cubicBezTo>
                    <a:pt x="18" y="12"/>
                    <a:pt x="12" y="17"/>
                    <a:pt x="12" y="24"/>
                  </a:cubicBezTo>
                  <a:lnTo>
                    <a:pt x="12" y="8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chemeClr val="tx2"/>
                </a:solidFill>
                <a:effectLst/>
                <a:uLnTx/>
                <a:uFillTx/>
                <a:cs typeface="Arial" charset="0"/>
              </a:endParaRPr>
            </a:p>
          </p:txBody>
        </p:sp>
      </p:grpSp>
      <p:sp>
        <p:nvSpPr>
          <p:cNvPr id="4" name="object 50">
            <a:extLst>
              <a:ext uri="{FF2B5EF4-FFF2-40B4-BE49-F238E27FC236}">
                <a16:creationId xmlns:a16="http://schemas.microsoft.com/office/drawing/2014/main" id="{98F9746E-4322-A1F6-028E-D018482C17CB}"/>
              </a:ext>
            </a:extLst>
          </p:cNvPr>
          <p:cNvSpPr txBox="1"/>
          <p:nvPr/>
        </p:nvSpPr>
        <p:spPr>
          <a:xfrm>
            <a:off x="8178343" y="5411040"/>
            <a:ext cx="1494785" cy="692496"/>
          </a:xfrm>
          <a:prstGeom prst="rect">
            <a:avLst/>
          </a:prstGeom>
        </p:spPr>
        <p:txBody>
          <a:bodyPr vert="horz" wrap="square" lIns="0" tIns="116839" rIns="0" bIns="0" rtlCol="0">
            <a:spAutoFit/>
          </a:bodyPr>
          <a:lstStyle/>
          <a:p>
            <a:pPr marL="0" marR="0" lvl="0" indent="0" algn="ctr" defTabSz="914400" rtl="0" eaLnBrk="1" fontAlgn="auto" latinLnBrk="0" hangingPunct="1">
              <a:lnSpc>
                <a:spcPct val="100000"/>
              </a:lnSpc>
              <a:spcBef>
                <a:spcPts val="919"/>
              </a:spcBef>
              <a:spcAft>
                <a:spcPts val="0"/>
              </a:spcAft>
              <a:buClrTx/>
              <a:buSzTx/>
              <a:buFontTx/>
              <a:buNone/>
              <a:tabLst/>
              <a:defRPr/>
            </a:pPr>
            <a:r>
              <a:rPr kumimoji="0" lang="en-US" sz="1600" b="1" i="0" u="none" strike="noStrike" kern="1200" cap="none" spc="70" normalizeH="0" baseline="0" noProof="0">
                <a:ln>
                  <a:noFill/>
                </a:ln>
                <a:solidFill>
                  <a:schemeClr val="bg1"/>
                </a:solidFill>
                <a:effectLst/>
                <a:uLnTx/>
                <a:uFillTx/>
                <a:ea typeface="Verdana" panose="020B0604030504040204" pitchFamily="34" charset="0"/>
                <a:cs typeface="Arial" panose="020B0604020202020204" pitchFamily="34" charset="0"/>
              </a:rPr>
              <a:t>100%</a:t>
            </a:r>
            <a:endParaRPr kumimoji="0" lang="en-US" sz="1600" b="0" i="0" u="none" strike="noStrike" kern="1200" cap="none" spc="0" normalizeH="0" baseline="0" noProof="0">
              <a:ln>
                <a:noFill/>
              </a:ln>
              <a:solidFill>
                <a:schemeClr val="bg1"/>
              </a:solidFill>
              <a:effectLst/>
              <a:uLnTx/>
              <a:uFillTx/>
              <a:ea typeface="Verdana" panose="020B0604030504040204" pitchFamily="34" charset="0"/>
              <a:cs typeface="Arial" panose="020B0604020202020204" pitchFamily="34" charset="0"/>
            </a:endParaRPr>
          </a:p>
          <a:p>
            <a:pPr lvl="0" algn="ctr">
              <a:spcBef>
                <a:spcPts val="409"/>
              </a:spcBef>
              <a:defRPr/>
            </a:pPr>
            <a:r>
              <a:rPr lang="en-US" sz="900">
                <a:solidFill>
                  <a:schemeClr val="bg1"/>
                </a:solidFill>
              </a:rPr>
              <a:t>A</a:t>
            </a:r>
            <a:r>
              <a:rPr lang="en-US" sz="900" spc="-10">
                <a:solidFill>
                  <a:schemeClr val="bg1"/>
                </a:solidFill>
                <a:ea typeface="Verdana" panose="020B0604030504040204" pitchFamily="34" charset="0"/>
                <a:cs typeface="Arial" panose="020B0604020202020204" pitchFamily="34" charset="0"/>
              </a:rPr>
              <a:t>uditability of AI decisions and outputs </a:t>
            </a:r>
          </a:p>
        </p:txBody>
      </p:sp>
      <p:sp>
        <p:nvSpPr>
          <p:cNvPr id="2" name="Title 1">
            <a:extLst>
              <a:ext uri="{FF2B5EF4-FFF2-40B4-BE49-F238E27FC236}">
                <a16:creationId xmlns:a16="http://schemas.microsoft.com/office/drawing/2014/main" id="{B094DC7E-4191-898A-30F4-8C39C8A41C16}"/>
              </a:ext>
            </a:extLst>
          </p:cNvPr>
          <p:cNvSpPr txBox="1">
            <a:spLocks/>
          </p:cNvSpPr>
          <p:nvPr/>
        </p:nvSpPr>
        <p:spPr>
          <a:xfrm>
            <a:off x="420376" y="145894"/>
            <a:ext cx="2497945" cy="423271"/>
          </a:xfrm>
          <a:prstGeom prst="rect">
            <a:avLst/>
          </a:prstGeom>
        </p:spPr>
        <p:txBody>
          <a:bodyPr vert="horz" lIns="0" tIns="0" rIns="0" bIns="0" rtlCol="0" anchor="t">
            <a:normAutofit lnSpcReduction="10000"/>
          </a:bodyPr>
          <a:lstStyle>
            <a:lvl1pPr algn="l" defTabSz="914400" rtl="0" eaLnBrk="1" latinLnBrk="0" hangingPunct="1">
              <a:lnSpc>
                <a:spcPct val="100000"/>
              </a:lnSpc>
              <a:spcBef>
                <a:spcPct val="0"/>
              </a:spcBef>
              <a:spcAft>
                <a:spcPts val="600"/>
              </a:spcAft>
              <a:buNone/>
              <a:defRPr sz="3200" b="0" i="0" kern="1200">
                <a:solidFill>
                  <a:schemeClr val="tx1"/>
                </a:solidFill>
                <a:latin typeface="PP Neue Machina Plain" pitchFamily="2" charset="0"/>
                <a:ea typeface="+mj-ea"/>
                <a:cs typeface="+mj-cs"/>
              </a:defRPr>
            </a:lvl1pPr>
          </a:lstStyle>
          <a:p>
            <a:r>
              <a:rPr lang="en-IN" sz="2800">
                <a:latin typeface="PP Neue Machina Plain" pitchFamily="50" charset="0"/>
              </a:rPr>
              <a:t>AI Advisory</a:t>
            </a:r>
          </a:p>
        </p:txBody>
      </p:sp>
      <p:pic>
        <p:nvPicPr>
          <p:cNvPr id="1026" name="Picture 2" descr="SchoolsFirst Federal Credit Union Celebrates International Credit Union Day">
            <a:extLst>
              <a:ext uri="{FF2B5EF4-FFF2-40B4-BE49-F238E27FC236}">
                <a16:creationId xmlns:a16="http://schemas.microsoft.com/office/drawing/2014/main" id="{9719FACB-0A42-07B9-B396-38C578D6466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446153" y="4172665"/>
            <a:ext cx="1972123" cy="328687"/>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Photo | Carnival Cruise Line Logo | Carnival Cruise Line">
            <a:extLst>
              <a:ext uri="{FF2B5EF4-FFF2-40B4-BE49-F238E27FC236}">
                <a16:creationId xmlns:a16="http://schemas.microsoft.com/office/drawing/2014/main" id="{B4D509C4-D7AA-E168-CEB3-E98903A3869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65941" y="4587613"/>
            <a:ext cx="1222464" cy="296702"/>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Pearson North America - Credly">
            <a:extLst>
              <a:ext uri="{FF2B5EF4-FFF2-40B4-BE49-F238E27FC236}">
                <a16:creationId xmlns:a16="http://schemas.microsoft.com/office/drawing/2014/main" id="{2002960F-9CEE-908F-E534-1946349992A6}"/>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7830" t="37824" r="8221" b="35667"/>
          <a:stretch>
            <a:fillRect/>
          </a:stretch>
        </p:blipFill>
        <p:spPr bwMode="auto">
          <a:xfrm>
            <a:off x="10591340" y="4587613"/>
            <a:ext cx="1104809" cy="348875"/>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AF Group Completes its Acquisition of AmeriTrust Group">
            <a:extLst>
              <a:ext uri="{FF2B5EF4-FFF2-40B4-BE49-F238E27FC236}">
                <a16:creationId xmlns:a16="http://schemas.microsoft.com/office/drawing/2014/main" id="{952F12E7-3BE2-57AB-9140-6E4F1A0AD4E4}"/>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1827" t="24608" r="3125" b="30155"/>
          <a:stretch>
            <a:fillRect/>
          </a:stretch>
        </p:blipFill>
        <p:spPr bwMode="auto">
          <a:xfrm>
            <a:off x="9851768" y="5036417"/>
            <a:ext cx="1160891" cy="2897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01807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6C6798B0-984A-351C-1E56-6D8E4B06C0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1612E6-2B9E-1D61-51C8-17E2A63D52A6}"/>
              </a:ext>
            </a:extLst>
          </p:cNvPr>
          <p:cNvSpPr>
            <a:spLocks noGrp="1"/>
          </p:cNvSpPr>
          <p:nvPr>
            <p:ph type="ctrTitle"/>
          </p:nvPr>
        </p:nvSpPr>
        <p:spPr>
          <a:xfrm>
            <a:off x="397334" y="-2090"/>
            <a:ext cx="11396086" cy="1025526"/>
          </a:xfrm>
        </p:spPr>
        <p:txBody>
          <a:bodyPr>
            <a:normAutofit/>
          </a:bodyPr>
          <a:lstStyle/>
          <a:p>
            <a:r>
              <a:rPr lang="en-IN" sz="2400">
                <a:ea typeface="+mj-lt"/>
                <a:cs typeface="+mj-lt"/>
              </a:rPr>
              <a:t>Rapid Prototyping for </a:t>
            </a:r>
            <a:r>
              <a:rPr lang="en-IN" sz="2400" b="0">
                <a:ea typeface="+mj-lt"/>
                <a:cs typeface="+mj-lt"/>
              </a:rPr>
              <a:t>Agentic AI</a:t>
            </a:r>
            <a:r>
              <a:rPr lang="en-IN" sz="2400">
                <a:ea typeface="+mj-lt"/>
                <a:cs typeface="+mj-lt"/>
              </a:rPr>
              <a:t>: enabling the Art of the Possible </a:t>
            </a:r>
            <a:endParaRPr lang="en-US" sz="3200"/>
          </a:p>
        </p:txBody>
      </p:sp>
      <p:sp>
        <p:nvSpPr>
          <p:cNvPr id="6" name="TextBox 5">
            <a:extLst>
              <a:ext uri="{FF2B5EF4-FFF2-40B4-BE49-F238E27FC236}">
                <a16:creationId xmlns:a16="http://schemas.microsoft.com/office/drawing/2014/main" id="{72565B72-7235-1E2E-D98A-BA1BC79C6CC7}"/>
              </a:ext>
            </a:extLst>
          </p:cNvPr>
          <p:cNvSpPr txBox="1"/>
          <p:nvPr/>
        </p:nvSpPr>
        <p:spPr>
          <a:xfrm>
            <a:off x="391916" y="952446"/>
            <a:ext cx="11772029" cy="959649"/>
          </a:xfrm>
          <a:prstGeom prst="rect">
            <a:avLst/>
          </a:prstGeom>
          <a:noFill/>
        </p:spPr>
        <p:txBody>
          <a:bodyPr wrap="square" lIns="91440" tIns="45720" rIns="91440" bIns="45720" rtlCol="0" anchor="t">
            <a:noAutofit/>
          </a:bodyPr>
          <a:lstStyle/>
          <a:p>
            <a:r>
              <a:rPr lang="en-US" sz="1400" b="1">
                <a:ea typeface="+mn-lt"/>
                <a:cs typeface="+mn-lt"/>
              </a:rPr>
              <a:t>The Situation: </a:t>
            </a:r>
            <a:r>
              <a:rPr lang="en-US" sz="1400" b="1" err="1">
                <a:ea typeface="+mn-lt"/>
                <a:cs typeface="+mn-lt"/>
              </a:rPr>
              <a:t>GenAI</a:t>
            </a:r>
            <a:r>
              <a:rPr lang="en-US" sz="1400" b="1">
                <a:ea typeface="+mn-lt"/>
                <a:cs typeface="+mn-lt"/>
              </a:rPr>
              <a:t> experimentation is often delayed by long dev cycles, unclear value, and high engineering effort. </a:t>
            </a:r>
            <a:endParaRPr lang="en-US" b="1"/>
          </a:p>
          <a:p>
            <a:pPr algn="just">
              <a:buFont typeface="Arial"/>
              <a:buChar char="•"/>
            </a:pPr>
            <a:r>
              <a:rPr lang="en-IN" sz="1200">
                <a:ea typeface="+mn-lt"/>
                <a:cs typeface="+mn-lt"/>
              </a:rPr>
              <a:t>Rapid prototyping enables us to explore the art of the possible, test feasibility quickly, and prioritize what delivers maximum value. </a:t>
            </a:r>
            <a:endParaRPr lang="en-IN"/>
          </a:p>
          <a:p>
            <a:pPr algn="just">
              <a:buFont typeface="Arial"/>
              <a:buChar char="•"/>
            </a:pPr>
            <a:r>
              <a:rPr lang="en-IN" sz="1200">
                <a:ea typeface="+mn-lt"/>
                <a:cs typeface="+mn-lt"/>
              </a:rPr>
              <a:t>Helps teams shift from “Can we build this?” to “Should we build this?” </a:t>
            </a:r>
            <a:endParaRPr lang="en-US">
              <a:ea typeface="+mn-lt"/>
              <a:cs typeface="+mn-lt"/>
            </a:endParaRPr>
          </a:p>
          <a:p>
            <a:pPr algn="just">
              <a:buFont typeface="Arial"/>
              <a:buChar char="•"/>
            </a:pPr>
            <a:r>
              <a:rPr lang="en-IN" sz="1200">
                <a:ea typeface="+mn-lt"/>
                <a:cs typeface="+mn-lt"/>
              </a:rPr>
              <a:t>Helps enterprises focus only on what works, and feed validated ideas into scalable delivery. Reduces cost, improves learning velocity, and derisks investments </a:t>
            </a:r>
            <a:endParaRPr lang="en-US"/>
          </a:p>
        </p:txBody>
      </p:sp>
      <p:sp>
        <p:nvSpPr>
          <p:cNvPr id="29" name="TextBox 28">
            <a:extLst>
              <a:ext uri="{FF2B5EF4-FFF2-40B4-BE49-F238E27FC236}">
                <a16:creationId xmlns:a16="http://schemas.microsoft.com/office/drawing/2014/main" id="{F578AFC6-310D-949B-6B93-F3CAE08A23C5}"/>
              </a:ext>
            </a:extLst>
          </p:cNvPr>
          <p:cNvSpPr txBox="1"/>
          <p:nvPr/>
        </p:nvSpPr>
        <p:spPr>
          <a:xfrm>
            <a:off x="2859951" y="5755087"/>
            <a:ext cx="2565713" cy="373935"/>
          </a:xfrm>
          <a:prstGeom prst="rect">
            <a:avLst/>
          </a:prstGeom>
          <a:noFill/>
        </p:spPr>
        <p:txBody>
          <a:bodyPr wrap="square" lIns="91440" tIns="45720" rIns="91440" bIns="45720" rtlCol="0" anchor="t">
            <a:noAutofit/>
          </a:bodyPr>
          <a:lstStyle/>
          <a:p>
            <a:r>
              <a:rPr lang="en-US" sz="1300" b="1">
                <a:solidFill>
                  <a:srgbClr val="F50F7C"/>
                </a:solidFill>
                <a:latin typeface="Century Gothic"/>
                <a:ea typeface="Verdana"/>
              </a:rPr>
              <a:t>Key Highlights</a:t>
            </a:r>
            <a:endParaRPr lang="en-US"/>
          </a:p>
        </p:txBody>
      </p:sp>
      <p:sp>
        <p:nvSpPr>
          <p:cNvPr id="38" name="TextBox 37">
            <a:extLst>
              <a:ext uri="{FF2B5EF4-FFF2-40B4-BE49-F238E27FC236}">
                <a16:creationId xmlns:a16="http://schemas.microsoft.com/office/drawing/2014/main" id="{8CDA0905-FF16-833A-7436-780D89A6232E}"/>
              </a:ext>
            </a:extLst>
          </p:cNvPr>
          <p:cNvSpPr txBox="1"/>
          <p:nvPr/>
        </p:nvSpPr>
        <p:spPr>
          <a:xfrm>
            <a:off x="2939490" y="6065904"/>
            <a:ext cx="1031685" cy="444119"/>
          </a:xfrm>
          <a:prstGeom prst="rect">
            <a:avLst/>
          </a:prstGeom>
          <a:noFill/>
        </p:spPr>
        <p:txBody>
          <a:bodyPr wrap="square" lIns="91440" tIns="45720" rIns="91440" bIns="45720" rtlCol="0" anchor="t">
            <a:noAutofit/>
          </a:bodyPr>
          <a:lstStyle/>
          <a:p>
            <a:r>
              <a:rPr lang="en-US" sz="2400">
                <a:solidFill>
                  <a:schemeClr val="tx1">
                    <a:lumMod val="95000"/>
                    <a:lumOff val="5000"/>
                  </a:schemeClr>
                </a:solidFill>
                <a:ea typeface="Verdana"/>
              </a:rPr>
              <a:t>2</a:t>
            </a:r>
            <a:r>
              <a:rPr lang="en-US" sz="800">
                <a:solidFill>
                  <a:schemeClr val="tx1">
                    <a:lumMod val="95000"/>
                    <a:lumOff val="5000"/>
                  </a:schemeClr>
                </a:solidFill>
                <a:ea typeface="Verdana"/>
              </a:rPr>
              <a:t> weeks</a:t>
            </a:r>
          </a:p>
        </p:txBody>
      </p:sp>
      <p:sp>
        <p:nvSpPr>
          <p:cNvPr id="40" name="TextBox 39">
            <a:extLst>
              <a:ext uri="{FF2B5EF4-FFF2-40B4-BE49-F238E27FC236}">
                <a16:creationId xmlns:a16="http://schemas.microsoft.com/office/drawing/2014/main" id="{DC1B8624-0891-DECD-7321-0BB88B342F5A}"/>
              </a:ext>
            </a:extLst>
          </p:cNvPr>
          <p:cNvSpPr txBox="1"/>
          <p:nvPr/>
        </p:nvSpPr>
        <p:spPr>
          <a:xfrm>
            <a:off x="3494278" y="6131755"/>
            <a:ext cx="1693424" cy="253619"/>
          </a:xfrm>
          <a:prstGeom prst="rect">
            <a:avLst/>
          </a:prstGeom>
          <a:noFill/>
        </p:spPr>
        <p:txBody>
          <a:bodyPr wrap="square" lIns="91440" tIns="45720" rIns="91440" bIns="45720" rtlCol="0" anchor="t">
            <a:noAutofit/>
          </a:bodyPr>
          <a:lstStyle/>
          <a:p>
            <a:r>
              <a:rPr lang="en-US" sz="1100">
                <a:solidFill>
                  <a:srgbClr val="334054"/>
                </a:solidFill>
                <a:latin typeface="Century Gothic"/>
                <a:ea typeface="Verdana"/>
                <a:cs typeface="Arial"/>
              </a:rPr>
              <a:t>Max time to PoC</a:t>
            </a:r>
            <a:endParaRPr lang="en-US"/>
          </a:p>
        </p:txBody>
      </p:sp>
      <p:sp>
        <p:nvSpPr>
          <p:cNvPr id="41" name="TextBox 40">
            <a:extLst>
              <a:ext uri="{FF2B5EF4-FFF2-40B4-BE49-F238E27FC236}">
                <a16:creationId xmlns:a16="http://schemas.microsoft.com/office/drawing/2014/main" id="{1F42F597-7AA8-5C7B-F734-B3A58A72CCB8}"/>
              </a:ext>
            </a:extLst>
          </p:cNvPr>
          <p:cNvSpPr txBox="1"/>
          <p:nvPr/>
        </p:nvSpPr>
        <p:spPr>
          <a:xfrm>
            <a:off x="6632133" y="6056497"/>
            <a:ext cx="1789720" cy="539112"/>
          </a:xfrm>
          <a:prstGeom prst="rect">
            <a:avLst/>
          </a:prstGeom>
          <a:noFill/>
        </p:spPr>
        <p:txBody>
          <a:bodyPr wrap="square" lIns="91440" tIns="45720" rIns="91440" bIns="45720" rtlCol="0" anchor="t">
            <a:noAutofit/>
          </a:bodyPr>
          <a:lstStyle/>
          <a:p>
            <a:r>
              <a:rPr lang="en-US" sz="2400">
                <a:solidFill>
                  <a:schemeClr val="tx1">
                    <a:lumMod val="95000"/>
                    <a:lumOff val="5000"/>
                  </a:schemeClr>
                </a:solidFill>
                <a:ea typeface="Verdana"/>
              </a:rPr>
              <a:t>80-90% </a:t>
            </a:r>
            <a:r>
              <a:rPr lang="en-US" sz="1200">
                <a:solidFill>
                  <a:schemeClr val="tx1">
                    <a:lumMod val="95000"/>
                    <a:lumOff val="5000"/>
                  </a:schemeClr>
                </a:solidFill>
                <a:ea typeface="Verdana"/>
              </a:rPr>
              <a:t>faster</a:t>
            </a:r>
          </a:p>
        </p:txBody>
      </p:sp>
      <p:sp>
        <p:nvSpPr>
          <p:cNvPr id="43" name="TextBox 42">
            <a:extLst>
              <a:ext uri="{FF2B5EF4-FFF2-40B4-BE49-F238E27FC236}">
                <a16:creationId xmlns:a16="http://schemas.microsoft.com/office/drawing/2014/main" id="{5DC12F5B-E41D-42A8-2C78-24365A5E7E8A}"/>
              </a:ext>
            </a:extLst>
          </p:cNvPr>
          <p:cNvSpPr txBox="1"/>
          <p:nvPr/>
        </p:nvSpPr>
        <p:spPr>
          <a:xfrm>
            <a:off x="8399594" y="6098829"/>
            <a:ext cx="1434967" cy="328878"/>
          </a:xfrm>
          <a:prstGeom prst="rect">
            <a:avLst/>
          </a:prstGeom>
          <a:noFill/>
        </p:spPr>
        <p:txBody>
          <a:bodyPr wrap="square" lIns="91440" tIns="45720" rIns="91440" bIns="45720" rtlCol="0" anchor="t">
            <a:noAutofit/>
          </a:bodyPr>
          <a:lstStyle/>
          <a:p>
            <a:r>
              <a:rPr lang="en-US" sz="1100">
                <a:solidFill>
                  <a:srgbClr val="334054"/>
                </a:solidFill>
                <a:latin typeface="Century Gothic"/>
                <a:ea typeface="Verdana"/>
                <a:cs typeface="Arial"/>
              </a:rPr>
              <a:t>Using Agentic </a:t>
            </a:r>
            <a:endParaRPr lang="en-US" err="1">
              <a:solidFill>
                <a:srgbClr val="000000"/>
              </a:solidFill>
              <a:latin typeface="Century Gothic"/>
              <a:ea typeface="Verdana"/>
              <a:cs typeface="Arial"/>
            </a:endParaRPr>
          </a:p>
          <a:p>
            <a:r>
              <a:rPr lang="en-US" sz="1100">
                <a:solidFill>
                  <a:srgbClr val="334054"/>
                </a:solidFill>
                <a:latin typeface="Century Gothic"/>
                <a:ea typeface="Verdana"/>
                <a:cs typeface="Arial"/>
              </a:rPr>
              <a:t>and </a:t>
            </a:r>
            <a:r>
              <a:rPr lang="en-US" sz="1100" err="1">
                <a:solidFill>
                  <a:srgbClr val="334054"/>
                </a:solidFill>
                <a:latin typeface="Century Gothic"/>
                <a:ea typeface="Verdana"/>
                <a:cs typeface="Arial"/>
              </a:rPr>
              <a:t>GenAI</a:t>
            </a:r>
            <a:endParaRPr lang="en-US"/>
          </a:p>
        </p:txBody>
      </p:sp>
      <p:cxnSp>
        <p:nvCxnSpPr>
          <p:cNvPr id="53" name="Straight Connector 52">
            <a:extLst>
              <a:ext uri="{FF2B5EF4-FFF2-40B4-BE49-F238E27FC236}">
                <a16:creationId xmlns:a16="http://schemas.microsoft.com/office/drawing/2014/main" id="{E95CD355-0812-D3B1-8A68-0DEEA19A54C2}"/>
              </a:ext>
            </a:extLst>
          </p:cNvPr>
          <p:cNvCxnSpPr/>
          <p:nvPr/>
        </p:nvCxnSpPr>
        <p:spPr>
          <a:xfrm>
            <a:off x="4920864" y="6109843"/>
            <a:ext cx="0" cy="501315"/>
          </a:xfrm>
          <a:prstGeom prst="line">
            <a:avLst/>
          </a:prstGeom>
          <a:ln>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85" name="Rectangle 84">
            <a:extLst>
              <a:ext uri="{FF2B5EF4-FFF2-40B4-BE49-F238E27FC236}">
                <a16:creationId xmlns:a16="http://schemas.microsoft.com/office/drawing/2014/main" id="{4E1E13E6-CBDA-3CDD-BB7E-F1BB49DBB24B}"/>
              </a:ext>
            </a:extLst>
          </p:cNvPr>
          <p:cNvSpPr/>
          <p:nvPr/>
        </p:nvSpPr>
        <p:spPr>
          <a:xfrm>
            <a:off x="2936865" y="6038068"/>
            <a:ext cx="6637305" cy="532720"/>
          </a:xfrm>
          <a:prstGeom prst="rect">
            <a:avLst/>
          </a:prstGeom>
          <a:noFill/>
          <a:ln w="6350">
            <a:solidFill>
              <a:srgbClr val="6362D7"/>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Straight Connector 2">
            <a:extLst>
              <a:ext uri="{FF2B5EF4-FFF2-40B4-BE49-F238E27FC236}">
                <a16:creationId xmlns:a16="http://schemas.microsoft.com/office/drawing/2014/main" id="{CB8AA728-066D-4771-72A4-0E3300AD24FC}"/>
              </a:ext>
            </a:extLst>
          </p:cNvPr>
          <p:cNvCxnSpPr>
            <a:cxnSpLocks/>
          </p:cNvCxnSpPr>
          <p:nvPr/>
        </p:nvCxnSpPr>
        <p:spPr>
          <a:xfrm>
            <a:off x="6510716" y="5996954"/>
            <a:ext cx="0" cy="501315"/>
          </a:xfrm>
          <a:prstGeom prst="line">
            <a:avLst/>
          </a:prstGeom>
          <a:ln>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2A32FCF3-A1B6-0FF7-C21F-D6DDEBB8024F}"/>
              </a:ext>
            </a:extLst>
          </p:cNvPr>
          <p:cNvSpPr txBox="1"/>
          <p:nvPr/>
        </p:nvSpPr>
        <p:spPr>
          <a:xfrm>
            <a:off x="4999712" y="6056497"/>
            <a:ext cx="1031685" cy="444119"/>
          </a:xfrm>
          <a:prstGeom prst="rect">
            <a:avLst/>
          </a:prstGeom>
          <a:noFill/>
        </p:spPr>
        <p:txBody>
          <a:bodyPr wrap="square" lIns="91440" tIns="45720" rIns="91440" bIns="45720" rtlCol="0" anchor="t">
            <a:noAutofit/>
          </a:bodyPr>
          <a:lstStyle/>
          <a:p>
            <a:r>
              <a:rPr lang="en-US" sz="2400">
                <a:solidFill>
                  <a:schemeClr val="tx1">
                    <a:lumMod val="95000"/>
                    <a:lumOff val="5000"/>
                  </a:schemeClr>
                </a:solidFill>
                <a:ea typeface="Verdana"/>
              </a:rPr>
              <a:t>200+</a:t>
            </a:r>
            <a:endParaRPr lang="en-US" sz="800">
              <a:solidFill>
                <a:schemeClr val="tx1">
                  <a:lumMod val="95000"/>
                  <a:lumOff val="5000"/>
                </a:schemeClr>
              </a:solidFill>
              <a:ea typeface="Verdana"/>
            </a:endParaRPr>
          </a:p>
        </p:txBody>
      </p:sp>
      <p:sp>
        <p:nvSpPr>
          <p:cNvPr id="7" name="TextBox 6">
            <a:extLst>
              <a:ext uri="{FF2B5EF4-FFF2-40B4-BE49-F238E27FC236}">
                <a16:creationId xmlns:a16="http://schemas.microsoft.com/office/drawing/2014/main" id="{955611DE-AA16-30CA-A46A-37E9D3F76ECD}"/>
              </a:ext>
            </a:extLst>
          </p:cNvPr>
          <p:cNvSpPr txBox="1"/>
          <p:nvPr/>
        </p:nvSpPr>
        <p:spPr>
          <a:xfrm>
            <a:off x="5686204" y="6319902"/>
            <a:ext cx="926721" cy="211287"/>
          </a:xfrm>
          <a:prstGeom prst="rect">
            <a:avLst/>
          </a:prstGeom>
          <a:noFill/>
        </p:spPr>
        <p:txBody>
          <a:bodyPr wrap="square" lIns="91440" tIns="45720" rIns="91440" bIns="45720" rtlCol="0" anchor="t">
            <a:noAutofit/>
          </a:bodyPr>
          <a:lstStyle/>
          <a:p>
            <a:r>
              <a:rPr lang="en-US" sz="1100">
                <a:solidFill>
                  <a:srgbClr val="334054"/>
                </a:solidFill>
                <a:latin typeface="Century Gothic"/>
                <a:ea typeface="Verdana"/>
                <a:cs typeface="Arial"/>
              </a:rPr>
              <a:t>PoC built</a:t>
            </a:r>
            <a:endParaRPr lang="en-US"/>
          </a:p>
        </p:txBody>
      </p:sp>
      <p:pic>
        <p:nvPicPr>
          <p:cNvPr id="26" name="Picture 25" descr="A diagram of a company&#10;&#10;AI-generated content may be incorrect.">
            <a:extLst>
              <a:ext uri="{FF2B5EF4-FFF2-40B4-BE49-F238E27FC236}">
                <a16:creationId xmlns:a16="http://schemas.microsoft.com/office/drawing/2014/main" id="{536196FD-71A6-9040-AF9E-A44C5513D0E1}"/>
              </a:ext>
            </a:extLst>
          </p:cNvPr>
          <p:cNvPicPr>
            <a:picLocks noChangeAspect="1"/>
          </p:cNvPicPr>
          <p:nvPr/>
        </p:nvPicPr>
        <p:blipFill>
          <a:blip r:embed="rId3"/>
          <a:stretch>
            <a:fillRect/>
          </a:stretch>
        </p:blipFill>
        <p:spPr>
          <a:xfrm>
            <a:off x="8421237" y="1986464"/>
            <a:ext cx="3599723" cy="3377262"/>
          </a:xfrm>
          <a:prstGeom prst="rect">
            <a:avLst/>
          </a:prstGeom>
        </p:spPr>
      </p:pic>
      <p:sp>
        <p:nvSpPr>
          <p:cNvPr id="77" name="object 16">
            <a:extLst>
              <a:ext uri="{FF2B5EF4-FFF2-40B4-BE49-F238E27FC236}">
                <a16:creationId xmlns:a16="http://schemas.microsoft.com/office/drawing/2014/main" id="{2A18ADA8-0777-8302-2578-E2D3229CC669}"/>
              </a:ext>
            </a:extLst>
          </p:cNvPr>
          <p:cNvSpPr txBox="1"/>
          <p:nvPr/>
        </p:nvSpPr>
        <p:spPr>
          <a:xfrm>
            <a:off x="586198" y="3248494"/>
            <a:ext cx="3507410" cy="1020513"/>
          </a:xfrm>
          <a:prstGeom prst="rect">
            <a:avLst/>
          </a:prstGeom>
        </p:spPr>
        <p:txBody>
          <a:bodyPr vert="horz" wrap="square" lIns="0" tIns="96243" rIns="0" bIns="0" rtlCol="0" anchor="t">
            <a:spAutoFit/>
          </a:bodyPr>
          <a:lstStyle/>
          <a:p>
            <a:pPr marL="11430" marR="0" lvl="0" indent="0" algn="l" defTabSz="829909" rtl="0" eaLnBrk="1" fontAlgn="auto" latinLnBrk="0" hangingPunct="1">
              <a:lnSpc>
                <a:spcPct val="100000"/>
              </a:lnSpc>
              <a:spcBef>
                <a:spcPts val="758"/>
              </a:spcBef>
              <a:spcAft>
                <a:spcPts val="0"/>
              </a:spcAft>
              <a:buClrTx/>
              <a:buSzTx/>
              <a:buFontTx/>
              <a:buNone/>
              <a:tabLst/>
              <a:defRPr/>
            </a:pPr>
            <a:endParaRPr lang="en-US" sz="1000" b="1" kern="0" spc="-68">
              <a:latin typeface="Verdana"/>
              <a:ea typeface="Verdana"/>
            </a:endParaRPr>
          </a:p>
          <a:p>
            <a:pPr marL="182880" marR="0" lvl="0" indent="-171450" algn="l" defTabSz="829909" rtl="0" eaLnBrk="1" fontAlgn="auto" latinLnBrk="0" hangingPunct="1">
              <a:lnSpc>
                <a:spcPct val="100000"/>
              </a:lnSpc>
              <a:spcBef>
                <a:spcPts val="758"/>
              </a:spcBef>
              <a:spcAft>
                <a:spcPts val="0"/>
              </a:spcAft>
              <a:buClrTx/>
              <a:buSzTx/>
              <a:buFont typeface="Arial" panose="020B0604020202020204" pitchFamily="34" charset="0"/>
              <a:buChar char="•"/>
              <a:tabLst/>
              <a:defRPr/>
            </a:pPr>
            <a:r>
              <a:rPr kumimoji="0" lang="en-US" sz="1000" b="0" i="0" u="none" strike="noStrike" kern="0" cap="none" spc="-9" normalizeH="0" baseline="0" noProof="0">
                <a:ln>
                  <a:noFill/>
                </a:ln>
                <a:solidFill>
                  <a:srgbClr val="4A5462"/>
                </a:solidFill>
                <a:effectLst/>
                <a:uLnTx/>
                <a:uFillTx/>
                <a:latin typeface="Verdana"/>
                <a:ea typeface="Verdana"/>
                <a:cs typeface="Verdana" panose="020B0604030504040204" pitchFamily="34" charset="0"/>
              </a:rPr>
              <a:t>Run user testing with SMEs and business users</a:t>
            </a:r>
            <a:endParaRPr lang="en-US" sz="1000" b="0" i="0" u="none" strike="noStrike" kern="0" cap="none" spc="-9" normalizeH="0" baseline="0" noProof="0">
              <a:ln>
                <a:noFill/>
              </a:ln>
              <a:solidFill>
                <a:srgbClr val="4A5462"/>
              </a:solidFill>
              <a:effectLst/>
              <a:uLnTx/>
              <a:uFillTx/>
              <a:latin typeface="Verdana"/>
              <a:ea typeface="Verdana"/>
              <a:cs typeface="Verdana" panose="020B0604030504040204" pitchFamily="34" charset="0"/>
            </a:endParaRPr>
          </a:p>
          <a:p>
            <a:pPr marL="182880" marR="0" lvl="0" indent="-171450" algn="l" defTabSz="829909" rtl="0" eaLnBrk="1" fontAlgn="auto" latinLnBrk="0" hangingPunct="1">
              <a:lnSpc>
                <a:spcPct val="100000"/>
              </a:lnSpc>
              <a:spcBef>
                <a:spcPts val="758"/>
              </a:spcBef>
              <a:spcAft>
                <a:spcPts val="0"/>
              </a:spcAft>
              <a:buClrTx/>
              <a:buSzTx/>
              <a:buFont typeface="Arial" panose="020B0604020202020204" pitchFamily="34" charset="0"/>
              <a:buChar char="•"/>
              <a:tabLst/>
              <a:defRPr/>
            </a:pPr>
            <a:r>
              <a:rPr kumimoji="0" lang="en-US" sz="1000" b="0" i="0" u="none" strike="noStrike" kern="0" cap="none" spc="-9" normalizeH="0" baseline="0" noProof="0">
                <a:ln>
                  <a:noFill/>
                </a:ln>
                <a:solidFill>
                  <a:srgbClr val="4A5462"/>
                </a:solidFill>
                <a:effectLst/>
                <a:uLnTx/>
                <a:uFillTx/>
                <a:latin typeface="Verdana"/>
                <a:ea typeface="Verdana"/>
                <a:cs typeface="Verdana" panose="020B0604030504040204" pitchFamily="34" charset="0"/>
              </a:rPr>
              <a:t>Version prompts, modify toolchains instantly</a:t>
            </a:r>
            <a:endParaRPr lang="en-US" sz="1000" b="0" i="0" u="none" strike="noStrike" kern="0" cap="none" spc="-9" normalizeH="0" baseline="0" noProof="0">
              <a:ln>
                <a:noFill/>
              </a:ln>
              <a:solidFill>
                <a:srgbClr val="4A5462"/>
              </a:solidFill>
              <a:effectLst/>
              <a:uLnTx/>
              <a:uFillTx/>
              <a:latin typeface="Verdana"/>
              <a:ea typeface="Verdana"/>
              <a:cs typeface="Verdana" panose="020B0604030504040204" pitchFamily="34" charset="0"/>
            </a:endParaRPr>
          </a:p>
          <a:p>
            <a:pPr marL="182880" marR="0" lvl="0" indent="-171450" algn="l" defTabSz="829909" rtl="0" eaLnBrk="1" fontAlgn="auto" latinLnBrk="0" hangingPunct="1">
              <a:lnSpc>
                <a:spcPct val="100000"/>
              </a:lnSpc>
              <a:spcBef>
                <a:spcPts val="758"/>
              </a:spcBef>
              <a:spcAft>
                <a:spcPts val="0"/>
              </a:spcAft>
              <a:buClrTx/>
              <a:buSzTx/>
              <a:buFont typeface="Arial" panose="020B0604020202020204" pitchFamily="34" charset="0"/>
              <a:buChar char="•"/>
              <a:tabLst/>
              <a:defRPr/>
            </a:pPr>
            <a:r>
              <a:rPr kumimoji="0" lang="en-US" sz="1000" b="0" i="0" u="none" strike="noStrike" kern="0" cap="none" spc="-9" normalizeH="0" baseline="0" noProof="0">
                <a:ln>
                  <a:noFill/>
                </a:ln>
                <a:solidFill>
                  <a:srgbClr val="4A5462"/>
                </a:solidFill>
                <a:effectLst/>
                <a:uLnTx/>
                <a:uFillTx/>
                <a:latin typeface="Verdana"/>
                <a:ea typeface="Verdana"/>
                <a:cs typeface="Verdana" panose="020B0604030504040204" pitchFamily="34" charset="0"/>
              </a:rPr>
              <a:t>Continuously refine agents and RAG responses</a:t>
            </a:r>
            <a:endParaRPr kumimoji="0" lang="en-US" sz="1000" b="0" i="0" u="none" strike="noStrike" kern="0" cap="none" spc="-9" normalizeH="0" baseline="0" noProof="0">
              <a:ln>
                <a:noFill/>
              </a:ln>
              <a:solidFill>
                <a:srgbClr val="4A5462"/>
              </a:solidFill>
              <a:effectLst/>
              <a:uLnTx/>
              <a:uFillTx/>
              <a:latin typeface="Verdana"/>
              <a:ea typeface="Verdana"/>
            </a:endParaRPr>
          </a:p>
        </p:txBody>
      </p:sp>
      <p:sp>
        <p:nvSpPr>
          <p:cNvPr id="80" name="object 18">
            <a:extLst>
              <a:ext uri="{FF2B5EF4-FFF2-40B4-BE49-F238E27FC236}">
                <a16:creationId xmlns:a16="http://schemas.microsoft.com/office/drawing/2014/main" id="{97DD8C33-AD02-DE43-A760-4BC3FF63BF3E}"/>
              </a:ext>
            </a:extLst>
          </p:cNvPr>
          <p:cNvSpPr txBox="1"/>
          <p:nvPr/>
        </p:nvSpPr>
        <p:spPr>
          <a:xfrm>
            <a:off x="822984" y="4562268"/>
            <a:ext cx="3227915" cy="988592"/>
          </a:xfrm>
          <a:prstGeom prst="rect">
            <a:avLst/>
          </a:prstGeom>
        </p:spPr>
        <p:txBody>
          <a:bodyPr vert="horz" wrap="square" lIns="0" tIns="13831" rIns="0" bIns="0" rtlCol="0" anchor="t">
            <a:spAutoFit/>
          </a:bodyPr>
          <a:lstStyle/>
          <a:p>
            <a:pPr marL="11430" marR="0" lvl="0" indent="0" algn="l" defTabSz="829909" rtl="0" eaLnBrk="1" fontAlgn="auto" latinLnBrk="0" hangingPunct="1">
              <a:lnSpc>
                <a:spcPct val="100000"/>
              </a:lnSpc>
              <a:spcBef>
                <a:spcPts val="109"/>
              </a:spcBef>
              <a:spcAft>
                <a:spcPts val="0"/>
              </a:spcAft>
              <a:buClrTx/>
              <a:buSzTx/>
              <a:buFontTx/>
              <a:buNone/>
              <a:tabLst/>
              <a:defRPr/>
            </a:pPr>
            <a:endParaRPr lang="en-US" sz="1000" b="1" kern="0" spc="-68">
              <a:latin typeface="Verdana"/>
              <a:ea typeface="Verdana"/>
            </a:endParaRPr>
          </a:p>
          <a:p>
            <a:pPr marL="182880" marR="0" lvl="0" indent="-171450" algn="l" defTabSz="829909" rtl="0" eaLnBrk="1" fontAlgn="auto" latinLnBrk="0" hangingPunct="1">
              <a:lnSpc>
                <a:spcPct val="100000"/>
              </a:lnSpc>
              <a:spcBef>
                <a:spcPts val="109"/>
              </a:spcBef>
              <a:spcAft>
                <a:spcPts val="0"/>
              </a:spcAft>
              <a:buClrTx/>
              <a:buSzTx/>
              <a:buFont typeface="Arial" panose="020B0604020202020204" pitchFamily="34" charset="0"/>
              <a:buChar char="•"/>
              <a:tabLst/>
              <a:defRPr/>
            </a:pPr>
            <a:endParaRPr lang="en-US" sz="1000" kern="0" spc="-9">
              <a:solidFill>
                <a:srgbClr val="4A5462"/>
              </a:solidFill>
              <a:latin typeface="Verdana" panose="020B0604030504040204" pitchFamily="34" charset="0"/>
              <a:ea typeface="Verdana" panose="020B0604030504040204" pitchFamily="34" charset="0"/>
            </a:endParaRPr>
          </a:p>
          <a:p>
            <a:pPr marL="182880" marR="0" lvl="0" indent="-171450" algn="l" defTabSz="829909" rtl="0" eaLnBrk="1" fontAlgn="auto" latinLnBrk="0" hangingPunct="1">
              <a:lnSpc>
                <a:spcPct val="100000"/>
              </a:lnSpc>
              <a:spcBef>
                <a:spcPts val="109"/>
              </a:spcBef>
              <a:spcAft>
                <a:spcPts val="0"/>
              </a:spcAft>
              <a:buClrTx/>
              <a:buSzTx/>
              <a:buFont typeface="Arial" panose="020B0604020202020204" pitchFamily="34" charset="0"/>
              <a:buChar char="•"/>
              <a:tabLst/>
              <a:defRPr/>
            </a:pPr>
            <a:r>
              <a:rPr lang="en-US" sz="1000" kern="0" spc="-9">
                <a:solidFill>
                  <a:srgbClr val="4A5462"/>
                </a:solidFill>
                <a:latin typeface="Verdana"/>
                <a:ea typeface="Verdana"/>
              </a:rPr>
              <a:t>Evaluate and </a:t>
            </a:r>
            <a:r>
              <a:rPr lang="en-US" sz="1000" b="1" kern="0" spc="-9">
                <a:solidFill>
                  <a:srgbClr val="4A5462"/>
                </a:solidFill>
                <a:latin typeface="Verdana"/>
                <a:ea typeface="Verdana"/>
              </a:rPr>
              <a:t>Apply Go / No-Go decision criteria</a:t>
            </a:r>
          </a:p>
          <a:p>
            <a:pPr marL="182880" marR="0" lvl="0" indent="-171450" algn="l" defTabSz="829909" rtl="0" eaLnBrk="1" fontAlgn="auto" latinLnBrk="0" hangingPunct="1">
              <a:lnSpc>
                <a:spcPct val="100000"/>
              </a:lnSpc>
              <a:spcBef>
                <a:spcPts val="109"/>
              </a:spcBef>
              <a:spcAft>
                <a:spcPts val="0"/>
              </a:spcAft>
              <a:buClrTx/>
              <a:buSzTx/>
              <a:buFont typeface="Arial" panose="020B0604020202020204" pitchFamily="34" charset="0"/>
              <a:buChar char="•"/>
              <a:tabLst/>
              <a:defRPr/>
            </a:pPr>
            <a:r>
              <a:rPr lang="en-US" sz="1000" kern="0" spc="-9">
                <a:solidFill>
                  <a:srgbClr val="4A5462"/>
                </a:solidFill>
                <a:latin typeface="Verdana"/>
                <a:ea typeface="Verdana"/>
              </a:rPr>
              <a:t>Feed successful </a:t>
            </a:r>
            <a:r>
              <a:rPr lang="en-US" sz="1000" kern="0" spc="-9" err="1">
                <a:solidFill>
                  <a:srgbClr val="4A5462"/>
                </a:solidFill>
                <a:latin typeface="Verdana"/>
                <a:ea typeface="Verdana"/>
              </a:rPr>
              <a:t>PoCs</a:t>
            </a:r>
            <a:r>
              <a:rPr lang="en-US" sz="1000" kern="0" spc="-9">
                <a:solidFill>
                  <a:srgbClr val="4A5462"/>
                </a:solidFill>
                <a:latin typeface="Verdana"/>
                <a:ea typeface="Verdana"/>
              </a:rPr>
              <a:t> into the blueprint track</a:t>
            </a:r>
          </a:p>
          <a:p>
            <a:pPr marL="11430" marR="0" lvl="0" indent="0" algn="l" defTabSz="829909" rtl="0" eaLnBrk="1" fontAlgn="auto" latinLnBrk="0" hangingPunct="1">
              <a:lnSpc>
                <a:spcPct val="100000"/>
              </a:lnSpc>
              <a:spcBef>
                <a:spcPts val="109"/>
              </a:spcBef>
              <a:spcAft>
                <a:spcPts val="0"/>
              </a:spcAft>
              <a:buClrTx/>
              <a:buSzTx/>
              <a:buFontTx/>
              <a:buNone/>
              <a:tabLst/>
              <a:defRPr/>
            </a:pPr>
            <a:endParaRPr lang="en-US" sz="1000" b="0" i="0" u="none" strike="noStrike" kern="0" cap="none" spc="-9" normalizeH="0" baseline="0" noProof="0">
              <a:ln>
                <a:noFill/>
              </a:ln>
              <a:solidFill>
                <a:srgbClr val="4A5462"/>
              </a:solidFill>
              <a:effectLst/>
              <a:uLnTx/>
              <a:uFillTx/>
              <a:latin typeface="Verdana" panose="020B0604030504040204" pitchFamily="34" charset="0"/>
              <a:ea typeface="Verdana" panose="020B0604030504040204" pitchFamily="34" charset="0"/>
            </a:endParaRPr>
          </a:p>
        </p:txBody>
      </p:sp>
      <p:pic>
        <p:nvPicPr>
          <p:cNvPr id="88" name="Graphic 87">
            <a:extLst>
              <a:ext uri="{FF2B5EF4-FFF2-40B4-BE49-F238E27FC236}">
                <a16:creationId xmlns:a16="http://schemas.microsoft.com/office/drawing/2014/main" id="{305CE78F-B910-A068-EE6A-9A8E532BF96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3624" y="4661564"/>
            <a:ext cx="554101" cy="554101"/>
          </a:xfrm>
          <a:prstGeom prst="rect">
            <a:avLst/>
          </a:prstGeom>
        </p:spPr>
      </p:pic>
      <p:pic>
        <p:nvPicPr>
          <p:cNvPr id="91" name="Graphic 90">
            <a:extLst>
              <a:ext uri="{FF2B5EF4-FFF2-40B4-BE49-F238E27FC236}">
                <a16:creationId xmlns:a16="http://schemas.microsoft.com/office/drawing/2014/main" id="{E89E6614-D377-C7D9-662E-8D06B6BFDB4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5852" y="3645591"/>
            <a:ext cx="513219" cy="513219"/>
          </a:xfrm>
          <a:prstGeom prst="rect">
            <a:avLst/>
          </a:prstGeom>
        </p:spPr>
      </p:pic>
      <p:sp>
        <p:nvSpPr>
          <p:cNvPr id="98" name="object 15">
            <a:extLst>
              <a:ext uri="{FF2B5EF4-FFF2-40B4-BE49-F238E27FC236}">
                <a16:creationId xmlns:a16="http://schemas.microsoft.com/office/drawing/2014/main" id="{98835AE6-0985-2420-55D0-F9730838A10D}"/>
              </a:ext>
            </a:extLst>
          </p:cNvPr>
          <p:cNvSpPr txBox="1"/>
          <p:nvPr/>
        </p:nvSpPr>
        <p:spPr>
          <a:xfrm>
            <a:off x="632737" y="2091691"/>
            <a:ext cx="3507410" cy="1224223"/>
          </a:xfrm>
          <a:prstGeom prst="rect">
            <a:avLst/>
          </a:prstGeom>
        </p:spPr>
        <p:txBody>
          <a:bodyPr vert="horz" wrap="square" lIns="0" tIns="96243" rIns="0" bIns="0" rtlCol="0" anchor="t">
            <a:spAutoFit/>
          </a:bodyPr>
          <a:lstStyle/>
          <a:p>
            <a:pPr marL="11430" marR="0" lvl="0" indent="0" algn="l" defTabSz="829909" rtl="0" eaLnBrk="1" fontAlgn="auto" latinLnBrk="0" hangingPunct="1">
              <a:lnSpc>
                <a:spcPct val="100000"/>
              </a:lnSpc>
              <a:spcBef>
                <a:spcPts val="758"/>
              </a:spcBef>
              <a:spcAft>
                <a:spcPts val="0"/>
              </a:spcAft>
              <a:buClrTx/>
              <a:buSzTx/>
              <a:buFontTx/>
              <a:buNone/>
              <a:tabLst/>
              <a:defRPr/>
            </a:pPr>
            <a:endParaRPr lang="en-US" sz="1000" b="1" i="0" u="none" strike="noStrike" kern="0" cap="none" spc="-77"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endParaRPr>
          </a:p>
          <a:p>
            <a:pPr marL="171450" indent="-171450">
              <a:buFont typeface="Arial" panose="020B0604020202020204" pitchFamily="34" charset="0"/>
              <a:buChar char="•"/>
            </a:pPr>
            <a:endParaRPr lang="en-US" sz="1000" kern="0" spc="-32">
              <a:solidFill>
                <a:srgbClr val="4A5462"/>
              </a:solidFill>
              <a:latin typeface="Verdana" panose="020B0604030504040204" pitchFamily="34" charset="0"/>
              <a:ea typeface="Verdana" panose="020B0604030504040204" pitchFamily="34" charset="0"/>
            </a:endParaRPr>
          </a:p>
          <a:p>
            <a:pPr marL="171450" indent="-171450">
              <a:buFont typeface="Arial" panose="020B0604020202020204" pitchFamily="34" charset="0"/>
              <a:buChar char="•"/>
            </a:pPr>
            <a:r>
              <a:rPr lang="en-US" sz="1000" kern="0" spc="-32">
                <a:solidFill>
                  <a:srgbClr val="4A5462"/>
                </a:solidFill>
                <a:latin typeface="Verdana"/>
                <a:ea typeface="Verdana"/>
              </a:rPr>
              <a:t>Use prebuilt agents, tools, and RAG modules</a:t>
            </a:r>
          </a:p>
          <a:p>
            <a:pPr marL="171450" indent="-171450">
              <a:buFont typeface="Arial" panose="020B0604020202020204" pitchFamily="34" charset="0"/>
              <a:buChar char="•"/>
            </a:pPr>
            <a:r>
              <a:rPr lang="en-US" sz="1000" kern="0" spc="-32">
                <a:solidFill>
                  <a:srgbClr val="4A5462"/>
                </a:solidFill>
                <a:latin typeface="Verdana"/>
                <a:ea typeface="Verdana"/>
              </a:rPr>
              <a:t>Low-code interfaces , Synthetic Data</a:t>
            </a:r>
          </a:p>
          <a:p>
            <a:pPr marL="171450" indent="-171450">
              <a:buFont typeface="Arial" panose="020B0604020202020204" pitchFamily="34" charset="0"/>
              <a:buChar char="•"/>
            </a:pPr>
            <a:r>
              <a:rPr lang="en-US" sz="1000" kern="0" spc="-32">
                <a:solidFill>
                  <a:srgbClr val="4A5462"/>
                </a:solidFill>
                <a:latin typeface="Verdana"/>
                <a:ea typeface="Verdana"/>
              </a:rPr>
              <a:t>Connect lightweight data and APIs</a:t>
            </a:r>
          </a:p>
          <a:p>
            <a:pPr marL="171450" indent="-171450">
              <a:buFont typeface="Arial" panose="020B0604020202020204" pitchFamily="34" charset="0"/>
              <a:buChar char="•"/>
            </a:pPr>
            <a:r>
              <a:rPr lang="en-US" sz="1000" kern="0" spc="-32">
                <a:solidFill>
                  <a:srgbClr val="4A5462"/>
                </a:solidFill>
                <a:latin typeface="Verdana"/>
                <a:ea typeface="Verdana"/>
              </a:rPr>
              <a:t>Standalone agent execution with MCP-lite setups</a:t>
            </a:r>
          </a:p>
          <a:p>
            <a:pPr marL="11430" marR="4445" lvl="0" indent="0" algn="l" defTabSz="829909" rtl="0" eaLnBrk="1" fontAlgn="auto" latinLnBrk="0" hangingPunct="1">
              <a:lnSpc>
                <a:spcPct val="108700"/>
              </a:lnSpc>
              <a:spcBef>
                <a:spcPts val="413"/>
              </a:spcBef>
              <a:spcAft>
                <a:spcPts val="0"/>
              </a:spcAft>
              <a:buClrTx/>
              <a:buSzTx/>
              <a:buFontTx/>
              <a:buNone/>
              <a:tabLst/>
              <a:defRPr/>
            </a:pPr>
            <a:endParaRPr lang="en-US" sz="1000" b="0" i="0" u="none" strike="noStrike" kern="0" cap="none" spc="0" normalizeH="0" baseline="0" noProof="0">
              <a:ln>
                <a:noFill/>
              </a:ln>
              <a:solidFill>
                <a:sysClr val="windowText" lastClr="000000"/>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pic>
        <p:nvPicPr>
          <p:cNvPr id="100" name="Graphic 99">
            <a:extLst>
              <a:ext uri="{FF2B5EF4-FFF2-40B4-BE49-F238E27FC236}">
                <a16:creationId xmlns:a16="http://schemas.microsoft.com/office/drawing/2014/main" id="{F6A6CEE3-1FEB-7FDF-35EF-817D0F8DFDD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7618" y="2458050"/>
            <a:ext cx="467884" cy="467884"/>
          </a:xfrm>
          <a:prstGeom prst="rect">
            <a:avLst/>
          </a:prstGeom>
        </p:spPr>
      </p:pic>
      <p:cxnSp>
        <p:nvCxnSpPr>
          <p:cNvPr id="103" name="Straight Connector 102">
            <a:extLst>
              <a:ext uri="{FF2B5EF4-FFF2-40B4-BE49-F238E27FC236}">
                <a16:creationId xmlns:a16="http://schemas.microsoft.com/office/drawing/2014/main" id="{640BACE4-15F7-8B85-98E1-56034E2F598E}"/>
              </a:ext>
            </a:extLst>
          </p:cNvPr>
          <p:cNvCxnSpPr/>
          <p:nvPr/>
        </p:nvCxnSpPr>
        <p:spPr>
          <a:xfrm>
            <a:off x="77864" y="3219427"/>
            <a:ext cx="4058186" cy="16212"/>
          </a:xfrm>
          <a:prstGeom prst="line">
            <a:avLst/>
          </a:prstGeom>
          <a:ln>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B6CA4EDA-B38F-90F5-09D3-9A88FBFDB577}"/>
              </a:ext>
            </a:extLst>
          </p:cNvPr>
          <p:cNvCxnSpPr>
            <a:cxnSpLocks/>
          </p:cNvCxnSpPr>
          <p:nvPr/>
        </p:nvCxnSpPr>
        <p:spPr>
          <a:xfrm>
            <a:off x="2203" y="4381341"/>
            <a:ext cx="4058186" cy="16212"/>
          </a:xfrm>
          <a:prstGeom prst="line">
            <a:avLst/>
          </a:prstGeom>
          <a:ln>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06" name="TextBox 105">
            <a:extLst>
              <a:ext uri="{FF2B5EF4-FFF2-40B4-BE49-F238E27FC236}">
                <a16:creationId xmlns:a16="http://schemas.microsoft.com/office/drawing/2014/main" id="{CB53298F-E1F4-4934-7F21-D9BC5CE7EF9B}"/>
              </a:ext>
            </a:extLst>
          </p:cNvPr>
          <p:cNvSpPr txBox="1"/>
          <p:nvPr/>
        </p:nvSpPr>
        <p:spPr>
          <a:xfrm>
            <a:off x="611781" y="2092712"/>
            <a:ext cx="2056824" cy="269681"/>
          </a:xfrm>
          <a:prstGeom prst="rect">
            <a:avLst/>
          </a:prstGeom>
          <a:noFill/>
        </p:spPr>
        <p:txBody>
          <a:bodyPr wrap="square" lIns="91440" tIns="45720" rIns="91440" bIns="45720" rtlCol="0" anchor="t">
            <a:noAutofit/>
          </a:bodyPr>
          <a:lstStyle/>
          <a:p>
            <a:r>
              <a:rPr lang="en-US" sz="1300" b="1">
                <a:solidFill>
                  <a:srgbClr val="F50F7C"/>
                </a:solidFill>
                <a:latin typeface="Century Gothic"/>
                <a:ea typeface="Verdana"/>
              </a:rPr>
              <a:t>Ideation to PoC</a:t>
            </a:r>
            <a:endParaRPr lang="en-US"/>
          </a:p>
        </p:txBody>
      </p:sp>
      <p:sp>
        <p:nvSpPr>
          <p:cNvPr id="107" name="TextBox 106">
            <a:extLst>
              <a:ext uri="{FF2B5EF4-FFF2-40B4-BE49-F238E27FC236}">
                <a16:creationId xmlns:a16="http://schemas.microsoft.com/office/drawing/2014/main" id="{5314ACD3-5B91-70E6-2218-64CEBB7EFC49}"/>
              </a:ext>
            </a:extLst>
          </p:cNvPr>
          <p:cNvSpPr txBox="1"/>
          <p:nvPr/>
        </p:nvSpPr>
        <p:spPr>
          <a:xfrm>
            <a:off x="611780" y="3292456"/>
            <a:ext cx="2056824" cy="269681"/>
          </a:xfrm>
          <a:prstGeom prst="rect">
            <a:avLst/>
          </a:prstGeom>
          <a:noFill/>
        </p:spPr>
        <p:txBody>
          <a:bodyPr wrap="square" lIns="91440" tIns="45720" rIns="91440" bIns="45720" rtlCol="0" anchor="t">
            <a:noAutofit/>
          </a:bodyPr>
          <a:lstStyle/>
          <a:p>
            <a:r>
              <a:rPr lang="en-US" sz="1300" b="1">
                <a:solidFill>
                  <a:srgbClr val="F50F7C"/>
                </a:solidFill>
                <a:latin typeface="Century Gothic"/>
                <a:ea typeface="Verdana"/>
              </a:rPr>
              <a:t>Test and Iterate</a:t>
            </a:r>
            <a:endParaRPr lang="en-US"/>
          </a:p>
        </p:txBody>
      </p:sp>
      <p:sp>
        <p:nvSpPr>
          <p:cNvPr id="108" name="TextBox 107">
            <a:extLst>
              <a:ext uri="{FF2B5EF4-FFF2-40B4-BE49-F238E27FC236}">
                <a16:creationId xmlns:a16="http://schemas.microsoft.com/office/drawing/2014/main" id="{D4C43296-2594-6DED-C221-D2ACE8C9BACF}"/>
              </a:ext>
            </a:extLst>
          </p:cNvPr>
          <p:cNvSpPr txBox="1"/>
          <p:nvPr/>
        </p:nvSpPr>
        <p:spPr>
          <a:xfrm>
            <a:off x="611781" y="4524627"/>
            <a:ext cx="2056824" cy="269681"/>
          </a:xfrm>
          <a:prstGeom prst="rect">
            <a:avLst/>
          </a:prstGeom>
          <a:noFill/>
        </p:spPr>
        <p:txBody>
          <a:bodyPr wrap="square" lIns="91440" tIns="45720" rIns="91440" bIns="45720" rtlCol="0" anchor="t">
            <a:noAutofit/>
          </a:bodyPr>
          <a:lstStyle/>
          <a:p>
            <a:r>
              <a:rPr lang="en-US" sz="1300" b="1">
                <a:solidFill>
                  <a:srgbClr val="F50F7C"/>
                </a:solidFill>
                <a:latin typeface="Century Gothic"/>
                <a:ea typeface="Verdana"/>
              </a:rPr>
              <a:t>Evaluate and Gate</a:t>
            </a:r>
            <a:endParaRPr lang="en-US"/>
          </a:p>
        </p:txBody>
      </p:sp>
      <p:cxnSp>
        <p:nvCxnSpPr>
          <p:cNvPr id="110" name="Straight Connector 109">
            <a:extLst>
              <a:ext uri="{FF2B5EF4-FFF2-40B4-BE49-F238E27FC236}">
                <a16:creationId xmlns:a16="http://schemas.microsoft.com/office/drawing/2014/main" id="{9D4DC5F8-D13C-EB01-176A-12C08276D85B}"/>
              </a:ext>
            </a:extLst>
          </p:cNvPr>
          <p:cNvCxnSpPr/>
          <p:nvPr/>
        </p:nvCxnSpPr>
        <p:spPr>
          <a:xfrm>
            <a:off x="4409972" y="1912764"/>
            <a:ext cx="27020" cy="3613237"/>
          </a:xfrm>
          <a:prstGeom prst="line">
            <a:avLst/>
          </a:prstGeom>
          <a:ln>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12" name="object 6">
            <a:extLst>
              <a:ext uri="{FF2B5EF4-FFF2-40B4-BE49-F238E27FC236}">
                <a16:creationId xmlns:a16="http://schemas.microsoft.com/office/drawing/2014/main" id="{7061BCA0-5AB7-F1D1-D864-55118E06AF64}"/>
              </a:ext>
            </a:extLst>
          </p:cNvPr>
          <p:cNvSpPr txBox="1"/>
          <p:nvPr/>
        </p:nvSpPr>
        <p:spPr>
          <a:xfrm>
            <a:off x="4848625" y="2500329"/>
            <a:ext cx="2403857" cy="262251"/>
          </a:xfrm>
          <a:prstGeom prst="rect">
            <a:avLst/>
          </a:prstGeom>
        </p:spPr>
        <p:txBody>
          <a:bodyPr vert="horz" wrap="square" lIns="0" tIns="99695" rIns="0" bIns="0" rtlCol="0" anchor="ctr">
            <a:spAutoFit/>
          </a:bodyPr>
          <a:lstStyle/>
          <a:p>
            <a:pPr marL="12700">
              <a:spcBef>
                <a:spcPts val="125"/>
              </a:spcBef>
              <a:defRPr/>
            </a:pPr>
            <a:r>
              <a:rPr lang="en-IN" sz="1050" spc="-10">
                <a:solidFill>
                  <a:srgbClr val="0C0C0C"/>
                </a:solidFill>
                <a:ea typeface="+mn-lt"/>
                <a:cs typeface="+mn-lt"/>
              </a:rPr>
              <a:t>Start Fast with Agentic &amp; </a:t>
            </a:r>
            <a:r>
              <a:rPr lang="en-IN" sz="1050" spc="-10" err="1">
                <a:solidFill>
                  <a:srgbClr val="0C0C0C"/>
                </a:solidFill>
                <a:ea typeface="+mn-lt"/>
                <a:cs typeface="+mn-lt"/>
              </a:rPr>
              <a:t>GenAI</a:t>
            </a:r>
            <a:r>
              <a:rPr lang="en-IN" sz="1050" spc="-10">
                <a:solidFill>
                  <a:srgbClr val="0C0C0C"/>
                </a:solidFill>
                <a:ea typeface="+mn-lt"/>
                <a:cs typeface="+mn-lt"/>
              </a:rPr>
              <a:t> </a:t>
            </a:r>
            <a:endParaRPr lang="en-US"/>
          </a:p>
        </p:txBody>
      </p:sp>
      <p:sp>
        <p:nvSpPr>
          <p:cNvPr id="114" name="object 6">
            <a:extLst>
              <a:ext uri="{FF2B5EF4-FFF2-40B4-BE49-F238E27FC236}">
                <a16:creationId xmlns:a16="http://schemas.microsoft.com/office/drawing/2014/main" id="{218934F5-D3E1-9669-9F69-263514667190}"/>
              </a:ext>
            </a:extLst>
          </p:cNvPr>
          <p:cNvSpPr txBox="1"/>
          <p:nvPr/>
        </p:nvSpPr>
        <p:spPr>
          <a:xfrm>
            <a:off x="4859434" y="2853350"/>
            <a:ext cx="3722494" cy="262251"/>
          </a:xfrm>
          <a:prstGeom prst="rect">
            <a:avLst/>
          </a:prstGeom>
        </p:spPr>
        <p:txBody>
          <a:bodyPr vert="horz" wrap="square" lIns="0" tIns="99695" rIns="0" bIns="0" rtlCol="0" anchor="ctr">
            <a:spAutoFit/>
          </a:bodyPr>
          <a:lstStyle/>
          <a:p>
            <a:pPr marL="12700">
              <a:spcBef>
                <a:spcPts val="125"/>
              </a:spcBef>
              <a:defRPr/>
            </a:pPr>
            <a:r>
              <a:rPr lang="en-IN" sz="1050" spc="-10">
                <a:solidFill>
                  <a:srgbClr val="0C0C0C"/>
                </a:solidFill>
                <a:ea typeface="+mn-lt"/>
                <a:cs typeface="+mn-lt"/>
              </a:rPr>
              <a:t>Turns ambiguous ideas into tangible working prototypes</a:t>
            </a:r>
            <a:endParaRPr lang="en-US"/>
          </a:p>
        </p:txBody>
      </p:sp>
      <p:sp>
        <p:nvSpPr>
          <p:cNvPr id="116" name="object 6">
            <a:extLst>
              <a:ext uri="{FF2B5EF4-FFF2-40B4-BE49-F238E27FC236}">
                <a16:creationId xmlns:a16="http://schemas.microsoft.com/office/drawing/2014/main" id="{C3362BBE-D09F-3F9C-4E03-455679D6D15D}"/>
              </a:ext>
            </a:extLst>
          </p:cNvPr>
          <p:cNvSpPr txBox="1"/>
          <p:nvPr/>
        </p:nvSpPr>
        <p:spPr>
          <a:xfrm>
            <a:off x="4848625" y="3252682"/>
            <a:ext cx="2403857" cy="262251"/>
          </a:xfrm>
          <a:prstGeom prst="rect">
            <a:avLst/>
          </a:prstGeom>
        </p:spPr>
        <p:txBody>
          <a:bodyPr vert="horz" wrap="square" lIns="0" tIns="99695" rIns="0" bIns="0" rtlCol="0" anchor="ctr">
            <a:spAutoFit/>
          </a:bodyPr>
          <a:lstStyle/>
          <a:p>
            <a:pPr marL="12700">
              <a:spcBef>
                <a:spcPts val="125"/>
              </a:spcBef>
              <a:defRPr/>
            </a:pPr>
            <a:r>
              <a:rPr lang="en-IN" sz="1050" spc="-10">
                <a:solidFill>
                  <a:srgbClr val="0C0C0C"/>
                </a:solidFill>
                <a:ea typeface="+mn-lt"/>
                <a:cs typeface="+mn-lt"/>
              </a:rPr>
              <a:t>Focus Resources on What Works </a:t>
            </a:r>
            <a:endParaRPr lang="en-US"/>
          </a:p>
        </p:txBody>
      </p:sp>
      <p:sp>
        <p:nvSpPr>
          <p:cNvPr id="118" name="TextBox 117">
            <a:extLst>
              <a:ext uri="{FF2B5EF4-FFF2-40B4-BE49-F238E27FC236}">
                <a16:creationId xmlns:a16="http://schemas.microsoft.com/office/drawing/2014/main" id="{97074DFC-47D9-5400-B040-AD6E31349EFD}"/>
              </a:ext>
            </a:extLst>
          </p:cNvPr>
          <p:cNvSpPr txBox="1"/>
          <p:nvPr/>
        </p:nvSpPr>
        <p:spPr>
          <a:xfrm>
            <a:off x="4581172" y="2050641"/>
            <a:ext cx="2729688" cy="441453"/>
          </a:xfrm>
          <a:prstGeom prst="rect">
            <a:avLst/>
          </a:prstGeom>
          <a:noFill/>
        </p:spPr>
        <p:txBody>
          <a:bodyPr wrap="square" lIns="91440" tIns="45720" rIns="91440" bIns="45720" rtlCol="0" anchor="t">
            <a:noAutofit/>
          </a:bodyPr>
          <a:lstStyle/>
          <a:p>
            <a:r>
              <a:rPr lang="en-US" sz="1300" b="1">
                <a:solidFill>
                  <a:srgbClr val="F50F7C"/>
                </a:solidFill>
                <a:latin typeface="Century Gothic"/>
                <a:ea typeface="Verdana"/>
              </a:rPr>
              <a:t>Iterative and Proven Approach</a:t>
            </a:r>
            <a:endParaRPr lang="en-US">
              <a:solidFill>
                <a:srgbClr val="F50F7C"/>
              </a:solidFill>
            </a:endParaRPr>
          </a:p>
        </p:txBody>
      </p:sp>
      <p:cxnSp>
        <p:nvCxnSpPr>
          <p:cNvPr id="120" name="Straight Arrow Connector 119">
            <a:extLst>
              <a:ext uri="{FF2B5EF4-FFF2-40B4-BE49-F238E27FC236}">
                <a16:creationId xmlns:a16="http://schemas.microsoft.com/office/drawing/2014/main" id="{41DE8CE0-16D3-DEB6-B38A-0ABA23AFC50C}"/>
              </a:ext>
            </a:extLst>
          </p:cNvPr>
          <p:cNvCxnSpPr/>
          <p:nvPr/>
        </p:nvCxnSpPr>
        <p:spPr>
          <a:xfrm>
            <a:off x="4581172" y="2685006"/>
            <a:ext cx="184354" cy="0"/>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2" name="Straight Arrow Connector 121">
            <a:extLst>
              <a:ext uri="{FF2B5EF4-FFF2-40B4-BE49-F238E27FC236}">
                <a16:creationId xmlns:a16="http://schemas.microsoft.com/office/drawing/2014/main" id="{4103209E-02D8-FC42-6C1E-02C6172A76F2}"/>
              </a:ext>
            </a:extLst>
          </p:cNvPr>
          <p:cNvCxnSpPr/>
          <p:nvPr/>
        </p:nvCxnSpPr>
        <p:spPr>
          <a:xfrm>
            <a:off x="4581172" y="3049635"/>
            <a:ext cx="184354" cy="0"/>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4" name="Straight Arrow Connector 123">
            <a:extLst>
              <a:ext uri="{FF2B5EF4-FFF2-40B4-BE49-F238E27FC236}">
                <a16:creationId xmlns:a16="http://schemas.microsoft.com/office/drawing/2014/main" id="{A9A927BA-E3E2-4672-6D9E-C84DDF413D78}"/>
              </a:ext>
            </a:extLst>
          </p:cNvPr>
          <p:cNvCxnSpPr/>
          <p:nvPr/>
        </p:nvCxnSpPr>
        <p:spPr>
          <a:xfrm>
            <a:off x="4581172" y="3428374"/>
            <a:ext cx="184354" cy="0"/>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5" name="object 6">
            <a:extLst>
              <a:ext uri="{FF2B5EF4-FFF2-40B4-BE49-F238E27FC236}">
                <a16:creationId xmlns:a16="http://schemas.microsoft.com/office/drawing/2014/main" id="{AE5AD173-15B1-67E2-F7D2-D912436FAB64}"/>
              </a:ext>
            </a:extLst>
          </p:cNvPr>
          <p:cNvSpPr txBox="1"/>
          <p:nvPr/>
        </p:nvSpPr>
        <p:spPr>
          <a:xfrm>
            <a:off x="4854029" y="3649894"/>
            <a:ext cx="3576580" cy="262251"/>
          </a:xfrm>
          <a:prstGeom prst="rect">
            <a:avLst/>
          </a:prstGeom>
        </p:spPr>
        <p:txBody>
          <a:bodyPr vert="horz" wrap="square" lIns="0" tIns="99695" rIns="0" bIns="0" rtlCol="0" anchor="ctr">
            <a:spAutoFit/>
          </a:bodyPr>
          <a:lstStyle/>
          <a:p>
            <a:pPr marL="12700">
              <a:spcBef>
                <a:spcPts val="125"/>
              </a:spcBef>
              <a:defRPr/>
            </a:pPr>
            <a:r>
              <a:rPr lang="en-IN" sz="1050" spc="-10">
                <a:solidFill>
                  <a:srgbClr val="0C0C0C"/>
                </a:solidFill>
                <a:ea typeface="+mn-lt"/>
                <a:cs typeface="+mn-lt"/>
              </a:rPr>
              <a:t>PoC outcomes directly plug into scale-up workflow </a:t>
            </a:r>
            <a:endParaRPr lang="en-US">
              <a:ea typeface="+mn-lt"/>
              <a:cs typeface="+mn-lt"/>
            </a:endParaRPr>
          </a:p>
        </p:txBody>
      </p:sp>
      <p:cxnSp>
        <p:nvCxnSpPr>
          <p:cNvPr id="126" name="Straight Arrow Connector 125">
            <a:extLst>
              <a:ext uri="{FF2B5EF4-FFF2-40B4-BE49-F238E27FC236}">
                <a16:creationId xmlns:a16="http://schemas.microsoft.com/office/drawing/2014/main" id="{9B1C975B-0E45-29C7-D61F-211210F54EDF}"/>
              </a:ext>
            </a:extLst>
          </p:cNvPr>
          <p:cNvCxnSpPr>
            <a:cxnSpLocks/>
          </p:cNvCxnSpPr>
          <p:nvPr/>
        </p:nvCxnSpPr>
        <p:spPr>
          <a:xfrm>
            <a:off x="4591980" y="3828288"/>
            <a:ext cx="184354" cy="0"/>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75699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29A4CB9D-CFF2-1979-C01E-EB33776DF3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271FD6-EF0A-CC53-49F5-93455DD7ED8B}"/>
              </a:ext>
            </a:extLst>
          </p:cNvPr>
          <p:cNvSpPr>
            <a:spLocks noGrp="1"/>
          </p:cNvSpPr>
          <p:nvPr>
            <p:ph type="ctrTitle"/>
          </p:nvPr>
        </p:nvSpPr>
        <p:spPr/>
        <p:txBody>
          <a:bodyPr>
            <a:normAutofit/>
          </a:bodyPr>
          <a:lstStyle/>
          <a:p>
            <a:r>
              <a:rPr lang="en-IN" sz="2800" b="0">
                <a:latin typeface="PP Neue Machina Plain" pitchFamily="50" charset="0"/>
              </a:rPr>
              <a:t>Transforming your Contact Centre with Agentic AI</a:t>
            </a:r>
          </a:p>
        </p:txBody>
      </p:sp>
      <p:sp>
        <p:nvSpPr>
          <p:cNvPr id="6" name="TextBox 5">
            <a:extLst>
              <a:ext uri="{FF2B5EF4-FFF2-40B4-BE49-F238E27FC236}">
                <a16:creationId xmlns:a16="http://schemas.microsoft.com/office/drawing/2014/main" id="{E9861FF7-6D4F-A1C4-6068-87DFB25C8CF1}"/>
              </a:ext>
            </a:extLst>
          </p:cNvPr>
          <p:cNvSpPr txBox="1"/>
          <p:nvPr/>
        </p:nvSpPr>
        <p:spPr>
          <a:xfrm>
            <a:off x="391916" y="1145298"/>
            <a:ext cx="11391029" cy="959649"/>
          </a:xfrm>
          <a:prstGeom prst="rect">
            <a:avLst/>
          </a:prstGeom>
          <a:noFill/>
        </p:spPr>
        <p:txBody>
          <a:bodyPr wrap="square" lIns="91440" tIns="45720" rIns="91440" bIns="45720" rtlCol="0" anchor="t">
            <a:noAutofit/>
          </a:bodyPr>
          <a:lstStyle/>
          <a:p>
            <a:r>
              <a:rPr lang="en-US" sz="1400" b="1">
                <a:latin typeface="Century Gothic"/>
                <a:ea typeface="Verdana"/>
              </a:rPr>
              <a:t>The Situation: Enhance, Don't Replace</a:t>
            </a:r>
            <a:endParaRPr lang="en-US">
              <a:latin typeface="Century Gothic"/>
            </a:endParaRPr>
          </a:p>
          <a:p>
            <a:pPr marL="184150" marR="5080" indent="-171450" algn="just">
              <a:lnSpc>
                <a:spcPct val="108700"/>
              </a:lnSpc>
              <a:spcBef>
                <a:spcPts val="455"/>
              </a:spcBef>
              <a:buFont typeface="Arial,Sans-Serif"/>
              <a:buChar char="•"/>
            </a:pPr>
            <a:r>
              <a:rPr lang="en-IN" sz="1200">
                <a:latin typeface="Century Gothic"/>
                <a:ea typeface="Verdana"/>
                <a:cs typeface="Century Gothic" panose="020B0502020202020204" pitchFamily="34" charset="0"/>
              </a:rPr>
              <a:t>Traditional contact centres face significant challenges, including high agent attrition (&gt;30%) and rising operational costs. </a:t>
            </a:r>
          </a:p>
          <a:p>
            <a:pPr marL="184150" marR="5080" indent="-171450" algn="just">
              <a:lnSpc>
                <a:spcPct val="108700"/>
              </a:lnSpc>
              <a:spcBef>
                <a:spcPts val="455"/>
              </a:spcBef>
              <a:buFont typeface="Arial,Sans-Serif"/>
              <a:buChar char="•"/>
            </a:pPr>
            <a:r>
              <a:rPr lang="en-US" sz="1200">
                <a:latin typeface="Century Gothic"/>
                <a:ea typeface="Verdana"/>
                <a:cs typeface="Century Gothic" panose="020B0502020202020204" pitchFamily="34" charset="0"/>
              </a:rPr>
              <a:t>The objective is to </a:t>
            </a:r>
            <a:r>
              <a:rPr lang="en-US" sz="1200" b="1">
                <a:latin typeface="Century Gothic"/>
                <a:ea typeface="Verdana"/>
                <a:cs typeface="Century Gothic" panose="020B0502020202020204" pitchFamily="34" charset="0"/>
              </a:rPr>
              <a:t>preserve existing infrastructure</a:t>
            </a:r>
            <a:r>
              <a:rPr lang="en-US" sz="1200">
                <a:latin typeface="Century Gothic"/>
                <a:ea typeface="Verdana"/>
                <a:cs typeface="Century Gothic" panose="020B0502020202020204" pitchFamily="34" charset="0"/>
              </a:rPr>
              <a:t> by adding an intelligent AI layer to address these issues and drive superior outcomes.</a:t>
            </a:r>
            <a:endParaRPr lang="en-US">
              <a:latin typeface="Century Gothic"/>
            </a:endParaRPr>
          </a:p>
        </p:txBody>
      </p:sp>
      <p:sp>
        <p:nvSpPr>
          <p:cNvPr id="10" name="object 7">
            <a:extLst>
              <a:ext uri="{FF2B5EF4-FFF2-40B4-BE49-F238E27FC236}">
                <a16:creationId xmlns:a16="http://schemas.microsoft.com/office/drawing/2014/main" id="{4E04FBAA-E2F2-6497-4A6C-4795D6245F5F}"/>
              </a:ext>
            </a:extLst>
          </p:cNvPr>
          <p:cNvSpPr txBox="1"/>
          <p:nvPr/>
        </p:nvSpPr>
        <p:spPr>
          <a:xfrm>
            <a:off x="807438" y="3411885"/>
            <a:ext cx="2496480" cy="516167"/>
          </a:xfrm>
          <a:prstGeom prst="rect">
            <a:avLst/>
          </a:prstGeom>
        </p:spPr>
        <p:txBody>
          <a:bodyPr vert="horz" wrap="square" lIns="0" tIns="99695" rIns="0" bIns="0" rtlCol="0" anchor="t">
            <a:spAutoFit/>
          </a:bodyPr>
          <a:lstStyle/>
          <a:p>
            <a:pPr marL="12700" marR="0" lvl="0" indent="0" algn="l" defTabSz="914400" rtl="0" eaLnBrk="1" fontAlgn="auto" latinLnBrk="0" hangingPunct="1">
              <a:lnSpc>
                <a:spcPct val="100000"/>
              </a:lnSpc>
              <a:spcBef>
                <a:spcPts val="785"/>
              </a:spcBef>
              <a:spcAft>
                <a:spcPts val="0"/>
              </a:spcAft>
              <a:buClrTx/>
              <a:buSzTx/>
              <a:buFontTx/>
              <a:buNone/>
              <a:tabLst/>
              <a:defRPr/>
            </a:pPr>
            <a:r>
              <a:rPr kumimoji="0" sz="1100" b="1" i="0" u="none" strike="noStrike" kern="1200" cap="none" spc="-55" normalizeH="0" baseline="0" noProof="0">
                <a:ln>
                  <a:noFill/>
                </a:ln>
                <a:solidFill>
                  <a:srgbClr val="000000"/>
                </a:solidFill>
                <a:effectLst/>
                <a:uLnTx/>
                <a:uFillTx/>
                <a:latin typeface="Century Gothic"/>
                <a:ea typeface="Verdana"/>
                <a:cs typeface="Arial"/>
              </a:rPr>
              <a:t>Real-</a:t>
            </a:r>
            <a:r>
              <a:rPr kumimoji="0" sz="1100" b="1" i="0" u="none" strike="noStrike" kern="1200" cap="none" spc="-35" normalizeH="0" baseline="0" noProof="0">
                <a:ln>
                  <a:noFill/>
                </a:ln>
                <a:solidFill>
                  <a:srgbClr val="000000"/>
                </a:solidFill>
                <a:effectLst/>
                <a:uLnTx/>
                <a:uFillTx/>
                <a:latin typeface="Century Gothic"/>
                <a:ea typeface="Verdana"/>
                <a:cs typeface="Arial"/>
              </a:rPr>
              <a:t>Time</a:t>
            </a:r>
            <a:r>
              <a:rPr kumimoji="0" sz="1100" b="1" i="0" u="none" strike="noStrike" kern="1200" cap="none" spc="-30" normalizeH="0" baseline="0" noProof="0">
                <a:ln>
                  <a:noFill/>
                </a:ln>
                <a:solidFill>
                  <a:srgbClr val="000000"/>
                </a:solidFill>
                <a:effectLst/>
                <a:uLnTx/>
                <a:uFillTx/>
                <a:latin typeface="Century Gothic"/>
                <a:ea typeface="Verdana"/>
                <a:cs typeface="Arial"/>
              </a:rPr>
              <a:t> </a:t>
            </a:r>
            <a:r>
              <a:rPr kumimoji="0" sz="1100" b="1" i="0" u="none" strike="noStrike" kern="1200" cap="none" spc="-45" normalizeH="0" baseline="0" noProof="0">
                <a:ln>
                  <a:noFill/>
                </a:ln>
                <a:solidFill>
                  <a:srgbClr val="000000"/>
                </a:solidFill>
                <a:effectLst/>
                <a:uLnTx/>
                <a:uFillTx/>
                <a:latin typeface="Century Gothic"/>
                <a:ea typeface="Verdana"/>
                <a:cs typeface="Arial"/>
              </a:rPr>
              <a:t>Agent</a:t>
            </a:r>
            <a:r>
              <a:rPr kumimoji="0" sz="1100" b="1" i="0" u="none" strike="noStrike" kern="1200" cap="none" spc="-30" normalizeH="0" baseline="0" noProof="0">
                <a:ln>
                  <a:noFill/>
                </a:ln>
                <a:solidFill>
                  <a:srgbClr val="000000"/>
                </a:solidFill>
                <a:effectLst/>
                <a:uLnTx/>
                <a:uFillTx/>
                <a:latin typeface="Century Gothic"/>
                <a:ea typeface="Verdana"/>
                <a:cs typeface="Arial"/>
              </a:rPr>
              <a:t> </a:t>
            </a:r>
            <a:r>
              <a:rPr kumimoji="0" sz="1100" b="1" i="0" u="none" strike="noStrike" kern="1200" cap="none" spc="-10" normalizeH="0" baseline="0" noProof="0">
                <a:ln>
                  <a:noFill/>
                </a:ln>
                <a:solidFill>
                  <a:srgbClr val="000000"/>
                </a:solidFill>
                <a:effectLst/>
                <a:uLnTx/>
                <a:uFillTx/>
                <a:latin typeface="Century Gothic"/>
                <a:ea typeface="Verdana"/>
                <a:cs typeface="Arial"/>
              </a:rPr>
              <a:t>Assist</a:t>
            </a:r>
            <a:endParaRPr kumimoji="0" sz="1100" b="1" i="0" u="none" strike="noStrike" kern="1200" cap="none" spc="0" normalizeH="0" baseline="0" noProof="0">
              <a:ln>
                <a:noFill/>
              </a:ln>
              <a:solidFill>
                <a:srgbClr val="000000"/>
              </a:solidFill>
              <a:effectLst/>
              <a:uLnTx/>
              <a:uFillTx/>
              <a:latin typeface="Century Gothic"/>
              <a:ea typeface="Verdana"/>
              <a:cs typeface="Arial"/>
            </a:endParaRPr>
          </a:p>
          <a:p>
            <a:pPr marL="12700">
              <a:spcBef>
                <a:spcPts val="560"/>
              </a:spcBef>
              <a:defRPr/>
            </a:pPr>
            <a:r>
              <a:rPr kumimoji="0" sz="1100" b="0" i="0" u="none" strike="noStrike" kern="1200" cap="none" spc="-35" normalizeH="0" baseline="0" noProof="0">
                <a:ln>
                  <a:noFill/>
                </a:ln>
                <a:solidFill>
                  <a:srgbClr val="4A5467"/>
                </a:solidFill>
                <a:effectLst/>
                <a:uLnTx/>
                <a:uFillTx/>
                <a:latin typeface="Century Gothic"/>
                <a:ea typeface="Verdana"/>
                <a:cs typeface="Microsoft Sans Serif"/>
              </a:rPr>
              <a:t>Guide</a:t>
            </a:r>
            <a:r>
              <a:rPr kumimoji="0" sz="1100" b="0" i="0" u="none" strike="noStrike" kern="1200" cap="none" spc="-20" normalizeH="0" baseline="0" noProof="0">
                <a:ln>
                  <a:noFill/>
                </a:ln>
                <a:solidFill>
                  <a:srgbClr val="4A5467"/>
                </a:solidFill>
                <a:effectLst/>
                <a:uLnTx/>
                <a:uFillTx/>
                <a:latin typeface="Century Gothic"/>
                <a:ea typeface="Verdana"/>
                <a:cs typeface="Microsoft Sans Serif"/>
              </a:rPr>
              <a:t> </a:t>
            </a:r>
            <a:r>
              <a:rPr kumimoji="0" sz="1100" b="0" i="0" u="none" strike="noStrike" kern="1200" cap="none" spc="-25" normalizeH="0" baseline="0" noProof="0">
                <a:ln>
                  <a:noFill/>
                </a:ln>
                <a:solidFill>
                  <a:srgbClr val="4A5467"/>
                </a:solidFill>
                <a:effectLst/>
                <a:uLnTx/>
                <a:uFillTx/>
                <a:latin typeface="Century Gothic"/>
                <a:ea typeface="Verdana"/>
                <a:cs typeface="Microsoft Sans Serif"/>
              </a:rPr>
              <a:t>agents</a:t>
            </a:r>
            <a:r>
              <a:rPr kumimoji="0" sz="1100" b="0" i="0" u="none" strike="noStrike" kern="1200" cap="none" spc="-20" normalizeH="0" baseline="0" noProof="0">
                <a:ln>
                  <a:noFill/>
                </a:ln>
                <a:solidFill>
                  <a:srgbClr val="4A5467"/>
                </a:solidFill>
                <a:effectLst/>
                <a:uLnTx/>
                <a:uFillTx/>
                <a:latin typeface="Century Gothic"/>
                <a:ea typeface="Verdana"/>
                <a:cs typeface="Microsoft Sans Serif"/>
              </a:rPr>
              <a:t> </a:t>
            </a:r>
            <a:r>
              <a:rPr kumimoji="0" sz="1100" b="0" i="0" u="none" strike="noStrike" kern="1200" cap="none" spc="0" normalizeH="0" baseline="0" noProof="0">
                <a:ln>
                  <a:noFill/>
                </a:ln>
                <a:solidFill>
                  <a:srgbClr val="4A5467"/>
                </a:solidFill>
                <a:effectLst/>
                <a:uLnTx/>
                <a:uFillTx/>
                <a:latin typeface="Century Gothic"/>
                <a:ea typeface="Verdana"/>
                <a:cs typeface="Microsoft Sans Serif"/>
              </a:rPr>
              <a:t>with</a:t>
            </a:r>
            <a:r>
              <a:rPr kumimoji="0" sz="1100" b="0" i="0" u="none" strike="noStrike" kern="1200" cap="none" spc="-15" normalizeH="0" baseline="0" noProof="0">
                <a:ln>
                  <a:noFill/>
                </a:ln>
                <a:solidFill>
                  <a:srgbClr val="4A5467"/>
                </a:solidFill>
                <a:effectLst/>
                <a:uLnTx/>
                <a:uFillTx/>
                <a:latin typeface="Century Gothic"/>
                <a:ea typeface="Verdana"/>
                <a:cs typeface="Microsoft Sans Serif"/>
              </a:rPr>
              <a:t> </a:t>
            </a:r>
            <a:r>
              <a:rPr lang="en-US" sz="1100" spc="-20">
                <a:solidFill>
                  <a:srgbClr val="4A5467"/>
                </a:solidFill>
                <a:latin typeface="Century Gothic"/>
                <a:ea typeface="Verdana"/>
                <a:cs typeface="Microsoft Sans Serif"/>
              </a:rPr>
              <a:t>smart </a:t>
            </a:r>
            <a:r>
              <a:rPr lang="en-US" sz="1100" spc="-10">
                <a:solidFill>
                  <a:srgbClr val="4A5467"/>
                </a:solidFill>
                <a:latin typeface="Century Gothic"/>
                <a:ea typeface="Verdana"/>
                <a:cs typeface="Microsoft Sans Serif"/>
              </a:rPr>
              <a:t>suggestions</a:t>
            </a:r>
            <a:r>
              <a:rPr kumimoji="0" sz="1100" b="0" i="0" u="none" strike="noStrike" kern="1200" cap="none" spc="-10" normalizeH="0" baseline="0" noProof="0">
                <a:ln>
                  <a:noFill/>
                </a:ln>
                <a:solidFill>
                  <a:srgbClr val="4A5467"/>
                </a:solidFill>
                <a:effectLst/>
                <a:uLnTx/>
                <a:uFillTx/>
                <a:latin typeface="Century Gothic"/>
                <a:ea typeface="Verdana"/>
                <a:cs typeface="Microsoft Sans Serif"/>
              </a:rPr>
              <a:t>.</a:t>
            </a:r>
            <a:endParaRPr kumimoji="0" sz="1100" b="0" i="0" u="none" strike="noStrike" kern="1200" cap="none" spc="0" normalizeH="0" baseline="0" noProof="0">
              <a:ln>
                <a:noFill/>
              </a:ln>
              <a:solidFill>
                <a:srgbClr val="000000"/>
              </a:solidFill>
              <a:effectLst/>
              <a:uLnTx/>
              <a:uFillTx/>
              <a:latin typeface="Century Gothic"/>
              <a:ea typeface="Verdana"/>
              <a:cs typeface="Microsoft Sans Serif"/>
            </a:endParaRPr>
          </a:p>
        </p:txBody>
      </p:sp>
      <p:sp>
        <p:nvSpPr>
          <p:cNvPr id="12" name="object 8">
            <a:extLst>
              <a:ext uri="{FF2B5EF4-FFF2-40B4-BE49-F238E27FC236}">
                <a16:creationId xmlns:a16="http://schemas.microsoft.com/office/drawing/2014/main" id="{BC5358BF-321D-33E3-653A-DD8FCB132B5D}"/>
              </a:ext>
            </a:extLst>
          </p:cNvPr>
          <p:cNvSpPr txBox="1"/>
          <p:nvPr/>
        </p:nvSpPr>
        <p:spPr>
          <a:xfrm>
            <a:off x="807438" y="4012722"/>
            <a:ext cx="2395044" cy="516167"/>
          </a:xfrm>
          <a:prstGeom prst="rect">
            <a:avLst/>
          </a:prstGeom>
        </p:spPr>
        <p:txBody>
          <a:bodyPr vert="horz" wrap="square" lIns="0" tIns="99695" rIns="0" bIns="0" rtlCol="0">
            <a:spAutoFit/>
          </a:bodyPr>
          <a:lstStyle/>
          <a:p>
            <a:pPr marL="12700" marR="0" lvl="0" indent="0" algn="l" defTabSz="914400" rtl="0" eaLnBrk="1" fontAlgn="auto" latinLnBrk="0" hangingPunct="1">
              <a:lnSpc>
                <a:spcPct val="100000"/>
              </a:lnSpc>
              <a:spcBef>
                <a:spcPts val="785"/>
              </a:spcBef>
              <a:spcAft>
                <a:spcPts val="0"/>
              </a:spcAft>
              <a:buClrTx/>
              <a:buSzTx/>
              <a:buFontTx/>
              <a:buNone/>
              <a:tabLst/>
              <a:defRPr/>
            </a:pPr>
            <a:r>
              <a:rPr kumimoji="0" sz="1100" b="1" i="0" u="none" strike="noStrike" kern="1200" cap="none" spc="-45" normalizeH="0" baseline="0" noProof="0">
                <a:ln>
                  <a:noFill/>
                </a:ln>
                <a:solidFill>
                  <a:srgbClr val="000000"/>
                </a:solidFill>
                <a:effectLst/>
                <a:uLnTx/>
                <a:uFillTx/>
                <a:latin typeface="Century Gothic"/>
                <a:ea typeface="Verdana" panose="020B0604030504040204" pitchFamily="34" charset="0"/>
                <a:cs typeface="Arial"/>
              </a:rPr>
              <a:t>Actionable</a:t>
            </a:r>
            <a:r>
              <a:rPr kumimoji="0" sz="1100" b="1" i="0" u="none" strike="noStrike" kern="1200" cap="none" spc="-5" normalizeH="0" baseline="0" noProof="0">
                <a:ln>
                  <a:noFill/>
                </a:ln>
                <a:solidFill>
                  <a:srgbClr val="000000"/>
                </a:solidFill>
                <a:effectLst/>
                <a:uLnTx/>
                <a:uFillTx/>
                <a:latin typeface="Century Gothic"/>
                <a:ea typeface="Verdana" panose="020B0604030504040204" pitchFamily="34" charset="0"/>
                <a:cs typeface="Arial"/>
              </a:rPr>
              <a:t> </a:t>
            </a:r>
            <a:r>
              <a:rPr kumimoji="0" sz="1100" b="1" i="0" u="none" strike="noStrike" kern="1200" cap="none" spc="-10" normalizeH="0" baseline="0" noProof="0">
                <a:ln>
                  <a:noFill/>
                </a:ln>
                <a:solidFill>
                  <a:srgbClr val="000000"/>
                </a:solidFill>
                <a:effectLst/>
                <a:uLnTx/>
                <a:uFillTx/>
                <a:latin typeface="Century Gothic"/>
                <a:ea typeface="Verdana" panose="020B0604030504040204" pitchFamily="34" charset="0"/>
                <a:cs typeface="Arial"/>
              </a:rPr>
              <a:t>Insights</a:t>
            </a:r>
            <a:endParaRPr kumimoji="0" sz="1100" b="0" i="0" u="none" strike="noStrike" kern="1200" cap="none" spc="0" normalizeH="0" baseline="0" noProof="0">
              <a:ln>
                <a:noFill/>
              </a:ln>
              <a:solidFill>
                <a:srgbClr val="000000"/>
              </a:solidFill>
              <a:effectLst/>
              <a:uLnTx/>
              <a:uFillTx/>
              <a:latin typeface="Century Gothic"/>
              <a:ea typeface="Verdana" panose="020B0604030504040204" pitchFamily="34" charset="0"/>
              <a:cs typeface="Arial"/>
            </a:endParaRPr>
          </a:p>
          <a:p>
            <a:pPr marL="12700" marR="0" lvl="0" indent="0" algn="l" defTabSz="914400" rtl="0" eaLnBrk="1" fontAlgn="auto" latinLnBrk="0" hangingPunct="1">
              <a:lnSpc>
                <a:spcPct val="100000"/>
              </a:lnSpc>
              <a:spcBef>
                <a:spcPts val="560"/>
              </a:spcBef>
              <a:spcAft>
                <a:spcPts val="0"/>
              </a:spcAft>
              <a:buClrTx/>
              <a:buSzTx/>
              <a:buFontTx/>
              <a:buNone/>
              <a:tabLst/>
              <a:defRPr/>
            </a:pPr>
            <a:r>
              <a:rPr kumimoji="0" sz="1100" b="0" i="0" u="none" strike="noStrike" kern="1200" cap="none" spc="-25" normalizeH="0" baseline="0" noProof="0">
                <a:ln>
                  <a:noFill/>
                </a:ln>
                <a:solidFill>
                  <a:srgbClr val="4A5467"/>
                </a:solidFill>
                <a:effectLst/>
                <a:uLnTx/>
                <a:uFillTx/>
                <a:latin typeface="Century Gothic"/>
                <a:ea typeface="Verdana" panose="020B0604030504040204" pitchFamily="34" charset="0"/>
                <a:cs typeface="Microsoft Sans Serif"/>
              </a:rPr>
              <a:t>Analyze</a:t>
            </a:r>
            <a:r>
              <a:rPr kumimoji="0" sz="1100" b="0" i="0" u="none" strike="noStrike" kern="1200" cap="none" spc="0" normalizeH="0" baseline="0" noProof="0">
                <a:ln>
                  <a:noFill/>
                </a:ln>
                <a:solidFill>
                  <a:srgbClr val="4A5467"/>
                </a:solidFill>
                <a:effectLst/>
                <a:uLnTx/>
                <a:uFillTx/>
                <a:latin typeface="Century Gothic"/>
                <a:ea typeface="Verdana" panose="020B0604030504040204" pitchFamily="34" charset="0"/>
                <a:cs typeface="Microsoft Sans Serif"/>
              </a:rPr>
              <a:t> </a:t>
            </a:r>
            <a:r>
              <a:rPr kumimoji="0" sz="1100" b="0" i="0" u="none" strike="noStrike" kern="1200" cap="none" spc="-50" normalizeH="0" baseline="0" noProof="0">
                <a:ln>
                  <a:noFill/>
                </a:ln>
                <a:solidFill>
                  <a:srgbClr val="4A5467"/>
                </a:solidFill>
                <a:effectLst/>
                <a:uLnTx/>
                <a:uFillTx/>
                <a:latin typeface="Century Gothic"/>
                <a:ea typeface="Verdana" panose="020B0604030504040204" pitchFamily="34" charset="0"/>
                <a:cs typeface="Microsoft Sans Serif"/>
              </a:rPr>
              <a:t>100%</a:t>
            </a:r>
            <a:r>
              <a:rPr kumimoji="0" sz="1100" b="0" i="0" u="none" strike="noStrike" kern="1200" cap="none" spc="0" normalizeH="0" baseline="0" noProof="0">
                <a:ln>
                  <a:noFill/>
                </a:ln>
                <a:solidFill>
                  <a:srgbClr val="4A5467"/>
                </a:solidFill>
                <a:effectLst/>
                <a:uLnTx/>
                <a:uFillTx/>
                <a:latin typeface="Century Gothic"/>
                <a:ea typeface="Verdana" panose="020B0604030504040204" pitchFamily="34" charset="0"/>
                <a:cs typeface="Microsoft Sans Serif"/>
              </a:rPr>
              <a:t> of</a:t>
            </a:r>
            <a:r>
              <a:rPr kumimoji="0" sz="1100" b="0" i="0" u="none" strike="noStrike" kern="1200" cap="none" spc="5" normalizeH="0" baseline="0" noProof="0">
                <a:ln>
                  <a:noFill/>
                </a:ln>
                <a:solidFill>
                  <a:srgbClr val="4A5467"/>
                </a:solidFill>
                <a:effectLst/>
                <a:uLnTx/>
                <a:uFillTx/>
                <a:latin typeface="Century Gothic"/>
                <a:ea typeface="Verdana" panose="020B0604030504040204" pitchFamily="34" charset="0"/>
                <a:cs typeface="Microsoft Sans Serif"/>
              </a:rPr>
              <a:t> </a:t>
            </a:r>
            <a:r>
              <a:rPr kumimoji="0" sz="1100" b="0" i="0" u="none" strike="noStrike" kern="1200" cap="none" spc="-10" normalizeH="0" baseline="0" noProof="0">
                <a:ln>
                  <a:noFill/>
                </a:ln>
                <a:solidFill>
                  <a:srgbClr val="4A5467"/>
                </a:solidFill>
                <a:effectLst/>
                <a:uLnTx/>
                <a:uFillTx/>
                <a:latin typeface="Century Gothic"/>
                <a:ea typeface="Verdana" panose="020B0604030504040204" pitchFamily="34" charset="0"/>
                <a:cs typeface="Microsoft Sans Serif"/>
              </a:rPr>
              <a:t>conversations.</a:t>
            </a:r>
            <a:endParaRPr kumimoji="0" sz="1100" b="0" i="0" u="none" strike="noStrike" kern="1200" cap="none" spc="0" normalizeH="0" baseline="0" noProof="0">
              <a:ln>
                <a:noFill/>
              </a:ln>
              <a:solidFill>
                <a:srgbClr val="000000"/>
              </a:solidFill>
              <a:effectLst/>
              <a:uLnTx/>
              <a:uFillTx/>
              <a:latin typeface="Century Gothic"/>
              <a:ea typeface="Verdana" panose="020B0604030504040204" pitchFamily="34" charset="0"/>
              <a:cs typeface="Microsoft Sans Serif"/>
            </a:endParaRPr>
          </a:p>
        </p:txBody>
      </p:sp>
      <p:sp>
        <p:nvSpPr>
          <p:cNvPr id="16" name="object 6">
            <a:extLst>
              <a:ext uri="{FF2B5EF4-FFF2-40B4-BE49-F238E27FC236}">
                <a16:creationId xmlns:a16="http://schemas.microsoft.com/office/drawing/2014/main" id="{2092C1D6-9FB8-E293-F965-08E1BA8B25D0}"/>
              </a:ext>
            </a:extLst>
          </p:cNvPr>
          <p:cNvSpPr txBox="1"/>
          <p:nvPr/>
        </p:nvSpPr>
        <p:spPr>
          <a:xfrm>
            <a:off x="807438" y="2801402"/>
            <a:ext cx="2403857" cy="516167"/>
          </a:xfrm>
          <a:prstGeom prst="rect">
            <a:avLst/>
          </a:prstGeom>
        </p:spPr>
        <p:txBody>
          <a:bodyPr vert="horz" wrap="square" lIns="0" tIns="99695" rIns="0" bIns="0" rtlCol="0" anchor="ctr">
            <a:spAutoFit/>
          </a:bodyPr>
          <a:lstStyle/>
          <a:p>
            <a:pPr marL="12700" marR="0" lvl="0" indent="0" algn="l" defTabSz="914400" rtl="0" eaLnBrk="1" fontAlgn="auto" latinLnBrk="0" hangingPunct="1">
              <a:lnSpc>
                <a:spcPct val="100000"/>
              </a:lnSpc>
              <a:spcBef>
                <a:spcPts val="785"/>
              </a:spcBef>
              <a:spcAft>
                <a:spcPts val="0"/>
              </a:spcAft>
              <a:buClrTx/>
              <a:buSzTx/>
              <a:buFontTx/>
              <a:buNone/>
              <a:tabLst/>
              <a:defRPr/>
            </a:pPr>
            <a:r>
              <a:rPr kumimoji="0" sz="1100" b="1" i="0" u="none" strike="noStrike" kern="1200" cap="none" spc="-35" normalizeH="0" baseline="0" noProof="0">
                <a:ln>
                  <a:noFill/>
                </a:ln>
                <a:solidFill>
                  <a:srgbClr val="000000"/>
                </a:solidFill>
                <a:effectLst/>
                <a:uLnTx/>
                <a:uFillTx/>
                <a:latin typeface="Century Gothic"/>
                <a:ea typeface="Verdana" panose="020B0604030504040204" pitchFamily="34" charset="0"/>
                <a:cs typeface="Arial"/>
              </a:rPr>
              <a:t>Intelligent</a:t>
            </a:r>
            <a:r>
              <a:rPr kumimoji="0" sz="1100" b="1" i="0" u="none" strike="noStrike" kern="1200" cap="none" spc="-25" normalizeH="0" baseline="0" noProof="0">
                <a:ln>
                  <a:noFill/>
                </a:ln>
                <a:solidFill>
                  <a:srgbClr val="000000"/>
                </a:solidFill>
                <a:effectLst/>
                <a:uLnTx/>
                <a:uFillTx/>
                <a:latin typeface="Century Gothic"/>
                <a:ea typeface="Verdana" panose="020B0604030504040204" pitchFamily="34" charset="0"/>
                <a:cs typeface="Arial"/>
              </a:rPr>
              <a:t> Virtual</a:t>
            </a:r>
            <a:r>
              <a:rPr kumimoji="0" sz="1100" b="1" i="0" u="none" strike="noStrike" kern="1200" cap="none" spc="-20" normalizeH="0" baseline="0" noProof="0">
                <a:ln>
                  <a:noFill/>
                </a:ln>
                <a:solidFill>
                  <a:srgbClr val="000000"/>
                </a:solidFill>
                <a:effectLst/>
                <a:uLnTx/>
                <a:uFillTx/>
                <a:latin typeface="Century Gothic"/>
                <a:ea typeface="Verdana" panose="020B0604030504040204" pitchFamily="34" charset="0"/>
                <a:cs typeface="Arial"/>
              </a:rPr>
              <a:t> </a:t>
            </a:r>
            <a:r>
              <a:rPr kumimoji="0" sz="1100" b="1" i="0" u="none" strike="noStrike" kern="1200" cap="none" spc="-10" normalizeH="0" baseline="0" noProof="0">
                <a:ln>
                  <a:noFill/>
                </a:ln>
                <a:solidFill>
                  <a:srgbClr val="000000"/>
                </a:solidFill>
                <a:effectLst/>
                <a:uLnTx/>
                <a:uFillTx/>
                <a:latin typeface="Century Gothic"/>
                <a:ea typeface="Verdana" panose="020B0604030504040204" pitchFamily="34" charset="0"/>
                <a:cs typeface="Arial"/>
              </a:rPr>
              <a:t>Agents</a:t>
            </a:r>
            <a:endParaRPr kumimoji="0" sz="1100" b="0" i="0" u="none" strike="noStrike" kern="1200" cap="none" spc="0" normalizeH="0" baseline="0" noProof="0">
              <a:ln>
                <a:noFill/>
              </a:ln>
              <a:solidFill>
                <a:srgbClr val="000000"/>
              </a:solidFill>
              <a:effectLst/>
              <a:uLnTx/>
              <a:uFillTx/>
              <a:latin typeface="Century Gothic"/>
              <a:ea typeface="Verdana" panose="020B0604030504040204" pitchFamily="34" charset="0"/>
              <a:cs typeface="Arial"/>
            </a:endParaRPr>
          </a:p>
          <a:p>
            <a:pPr marL="12700" marR="0" lvl="0" indent="0" algn="l" defTabSz="914400" rtl="0" eaLnBrk="1" fontAlgn="auto" latinLnBrk="0" hangingPunct="1">
              <a:lnSpc>
                <a:spcPct val="100000"/>
              </a:lnSpc>
              <a:spcBef>
                <a:spcPts val="560"/>
              </a:spcBef>
              <a:spcAft>
                <a:spcPts val="0"/>
              </a:spcAft>
              <a:buClrTx/>
              <a:buSzTx/>
              <a:buFontTx/>
              <a:buNone/>
              <a:tabLst/>
              <a:defRPr/>
            </a:pPr>
            <a:r>
              <a:rPr kumimoji="0" sz="1100" b="0" i="0" u="none" strike="noStrike" kern="1200" cap="none" spc="-40" normalizeH="0" baseline="0" noProof="0">
                <a:ln>
                  <a:noFill/>
                </a:ln>
                <a:solidFill>
                  <a:srgbClr val="4A5467"/>
                </a:solidFill>
                <a:effectLst/>
                <a:uLnTx/>
                <a:uFillTx/>
                <a:latin typeface="Century Gothic"/>
                <a:ea typeface="Verdana" panose="020B0604030504040204" pitchFamily="34" charset="0"/>
                <a:cs typeface="Microsoft Sans Serif"/>
              </a:rPr>
              <a:t>Resolve</a:t>
            </a:r>
            <a:r>
              <a:rPr kumimoji="0" sz="1100" b="0" i="0" u="none" strike="noStrike" kern="1200" cap="none" spc="5" normalizeH="0" baseline="0" noProof="0">
                <a:ln>
                  <a:noFill/>
                </a:ln>
                <a:solidFill>
                  <a:srgbClr val="4A5467"/>
                </a:solidFill>
                <a:effectLst/>
                <a:uLnTx/>
                <a:uFillTx/>
                <a:latin typeface="Century Gothic"/>
                <a:ea typeface="Verdana" panose="020B0604030504040204" pitchFamily="34" charset="0"/>
                <a:cs typeface="Microsoft Sans Serif"/>
              </a:rPr>
              <a:t> </a:t>
            </a:r>
            <a:r>
              <a:rPr kumimoji="0" sz="1100" b="0" i="0" u="none" strike="noStrike" kern="1200" cap="none" spc="-20" normalizeH="0" baseline="0" noProof="0">
                <a:ln>
                  <a:noFill/>
                </a:ln>
                <a:solidFill>
                  <a:srgbClr val="4A5467"/>
                </a:solidFill>
                <a:effectLst/>
                <a:uLnTx/>
                <a:uFillTx/>
                <a:latin typeface="Century Gothic"/>
                <a:ea typeface="Verdana" panose="020B0604030504040204" pitchFamily="34" charset="0"/>
                <a:cs typeface="Microsoft Sans Serif"/>
              </a:rPr>
              <a:t>complex</a:t>
            </a:r>
            <a:r>
              <a:rPr kumimoji="0" sz="1100" b="0" i="0" u="none" strike="noStrike" kern="1200" cap="none" spc="5" normalizeH="0" baseline="0" noProof="0">
                <a:ln>
                  <a:noFill/>
                </a:ln>
                <a:solidFill>
                  <a:srgbClr val="4A5467"/>
                </a:solidFill>
                <a:effectLst/>
                <a:uLnTx/>
                <a:uFillTx/>
                <a:latin typeface="Century Gothic"/>
                <a:ea typeface="Verdana" panose="020B0604030504040204" pitchFamily="34" charset="0"/>
                <a:cs typeface="Microsoft Sans Serif"/>
              </a:rPr>
              <a:t> </a:t>
            </a:r>
            <a:r>
              <a:rPr kumimoji="0" sz="1100" b="0" i="0" u="none" strike="noStrike" kern="1200" cap="none" spc="-20" normalizeH="0" baseline="0" noProof="0">
                <a:ln>
                  <a:noFill/>
                </a:ln>
                <a:solidFill>
                  <a:srgbClr val="4A5467"/>
                </a:solidFill>
                <a:effectLst/>
                <a:uLnTx/>
                <a:uFillTx/>
                <a:latin typeface="Century Gothic"/>
                <a:ea typeface="Verdana" panose="020B0604030504040204" pitchFamily="34" charset="0"/>
                <a:cs typeface="Microsoft Sans Serif"/>
              </a:rPr>
              <a:t>issues</a:t>
            </a:r>
            <a:r>
              <a:rPr kumimoji="0" sz="1100" b="0" i="0" u="none" strike="noStrike" kern="1200" cap="none" spc="5" normalizeH="0" baseline="0" noProof="0">
                <a:ln>
                  <a:noFill/>
                </a:ln>
                <a:solidFill>
                  <a:srgbClr val="4A5467"/>
                </a:solidFill>
                <a:effectLst/>
                <a:uLnTx/>
                <a:uFillTx/>
                <a:latin typeface="Century Gothic"/>
                <a:ea typeface="Verdana" panose="020B0604030504040204" pitchFamily="34" charset="0"/>
                <a:cs typeface="Microsoft Sans Serif"/>
              </a:rPr>
              <a:t> </a:t>
            </a:r>
            <a:r>
              <a:rPr kumimoji="0" sz="1100" b="0" i="0" u="none" strike="noStrike" kern="1200" cap="none" spc="0" normalizeH="0" baseline="0" noProof="0">
                <a:ln>
                  <a:noFill/>
                </a:ln>
                <a:solidFill>
                  <a:srgbClr val="4A5467"/>
                </a:solidFill>
                <a:effectLst/>
                <a:uLnTx/>
                <a:uFillTx/>
                <a:latin typeface="Century Gothic"/>
                <a:ea typeface="Verdana" panose="020B0604030504040204" pitchFamily="34" charset="0"/>
                <a:cs typeface="Microsoft Sans Serif"/>
              </a:rPr>
              <a:t>end-to-</a:t>
            </a:r>
            <a:r>
              <a:rPr kumimoji="0" sz="1100" b="0" i="0" u="none" strike="noStrike" kern="1200" cap="none" spc="-20" normalizeH="0" baseline="0" noProof="0">
                <a:ln>
                  <a:noFill/>
                </a:ln>
                <a:solidFill>
                  <a:srgbClr val="4A5467"/>
                </a:solidFill>
                <a:effectLst/>
                <a:uLnTx/>
                <a:uFillTx/>
                <a:latin typeface="Century Gothic"/>
                <a:ea typeface="Verdana" panose="020B0604030504040204" pitchFamily="34" charset="0"/>
                <a:cs typeface="Microsoft Sans Serif"/>
              </a:rPr>
              <a:t>end.</a:t>
            </a:r>
            <a:endParaRPr kumimoji="0" sz="1100" b="0" i="0" u="none" strike="noStrike" kern="1200" cap="none" spc="0" normalizeH="0" baseline="0" noProof="0">
              <a:ln>
                <a:noFill/>
              </a:ln>
              <a:solidFill>
                <a:srgbClr val="000000"/>
              </a:solidFill>
              <a:effectLst/>
              <a:uLnTx/>
              <a:uFillTx/>
              <a:latin typeface="Century Gothic"/>
              <a:ea typeface="Verdana" panose="020B0604030504040204" pitchFamily="34" charset="0"/>
              <a:cs typeface="Microsoft Sans Serif"/>
            </a:endParaRPr>
          </a:p>
        </p:txBody>
      </p:sp>
      <p:sp>
        <p:nvSpPr>
          <p:cNvPr id="21" name="object 6">
            <a:extLst>
              <a:ext uri="{FF2B5EF4-FFF2-40B4-BE49-F238E27FC236}">
                <a16:creationId xmlns:a16="http://schemas.microsoft.com/office/drawing/2014/main" id="{A705B577-E14E-E990-37DE-1AD219569105}"/>
              </a:ext>
            </a:extLst>
          </p:cNvPr>
          <p:cNvSpPr txBox="1"/>
          <p:nvPr/>
        </p:nvSpPr>
        <p:spPr>
          <a:xfrm>
            <a:off x="4102838" y="2802967"/>
            <a:ext cx="2403857" cy="262251"/>
          </a:xfrm>
          <a:prstGeom prst="rect">
            <a:avLst/>
          </a:prstGeom>
        </p:spPr>
        <p:txBody>
          <a:bodyPr vert="horz" wrap="square" lIns="0" tIns="99695" rIns="0" bIns="0" rtlCol="0" anchor="ctr">
            <a:spAutoFit/>
          </a:bodyPr>
          <a:lstStyle/>
          <a:p>
            <a:pPr marL="12700">
              <a:spcBef>
                <a:spcPts val="125"/>
              </a:spcBef>
              <a:defRPr/>
            </a:pPr>
            <a:r>
              <a:rPr lang="en-IN" sz="1050" b="1" spc="-10">
                <a:solidFill>
                  <a:srgbClr val="0C0C0C"/>
                </a:solidFill>
                <a:latin typeface="Century Gothic"/>
                <a:ea typeface="Verdana"/>
                <a:cs typeface="Arial"/>
              </a:rPr>
              <a:t>Extending Hyper-scalers</a:t>
            </a:r>
            <a:endParaRPr lang="en-US" sz="1050" b="0" i="0" u="none" strike="noStrike" kern="1200" cap="none" spc="0" normalizeH="0" baseline="0" noProof="0">
              <a:ln>
                <a:noFill/>
              </a:ln>
              <a:solidFill>
                <a:srgbClr val="0C0C0C"/>
              </a:solidFill>
              <a:effectLst/>
              <a:uLnTx/>
              <a:uFillTx/>
              <a:latin typeface="Century Gothic"/>
              <a:ea typeface="Verdana" panose="020B0604030504040204" pitchFamily="34" charset="0"/>
              <a:cs typeface="Microsoft Sans Serif"/>
            </a:endParaRPr>
          </a:p>
        </p:txBody>
      </p:sp>
      <p:sp>
        <p:nvSpPr>
          <p:cNvPr id="22" name="object 6">
            <a:extLst>
              <a:ext uri="{FF2B5EF4-FFF2-40B4-BE49-F238E27FC236}">
                <a16:creationId xmlns:a16="http://schemas.microsoft.com/office/drawing/2014/main" id="{3A0C46EA-3294-7405-7601-B9351EB3A4BB}"/>
              </a:ext>
            </a:extLst>
          </p:cNvPr>
          <p:cNvSpPr txBox="1"/>
          <p:nvPr/>
        </p:nvSpPr>
        <p:spPr>
          <a:xfrm>
            <a:off x="4102838" y="3169498"/>
            <a:ext cx="2403857" cy="262251"/>
          </a:xfrm>
          <a:prstGeom prst="rect">
            <a:avLst/>
          </a:prstGeom>
        </p:spPr>
        <p:txBody>
          <a:bodyPr vert="horz" wrap="square" lIns="0" tIns="99695" rIns="0" bIns="0" rtlCol="0" anchor="ctr">
            <a:spAutoFit/>
          </a:bodyPr>
          <a:lstStyle/>
          <a:p>
            <a:pPr marL="12700">
              <a:spcBef>
                <a:spcPts val="125"/>
              </a:spcBef>
              <a:defRPr/>
            </a:pPr>
            <a:r>
              <a:rPr lang="en-IN" sz="1050" b="1" spc="-10">
                <a:solidFill>
                  <a:srgbClr val="0C0C0C"/>
                </a:solidFill>
                <a:latin typeface="Century Gothic"/>
                <a:ea typeface="Verdana"/>
                <a:cs typeface="Arial"/>
              </a:rPr>
              <a:t>Developing Custom AI</a:t>
            </a:r>
            <a:endParaRPr lang="en-US" sz="1050" b="0" i="0" u="none" strike="noStrike" kern="1200" cap="none" spc="0" normalizeH="0" baseline="0" noProof="0">
              <a:ln>
                <a:noFill/>
              </a:ln>
              <a:solidFill>
                <a:srgbClr val="0C0C0C"/>
              </a:solidFill>
              <a:effectLst/>
              <a:uLnTx/>
              <a:uFillTx/>
              <a:latin typeface="Century Gothic"/>
              <a:ea typeface="Verdana" panose="020B0604030504040204" pitchFamily="34" charset="0"/>
              <a:cs typeface="Microsoft Sans Serif"/>
            </a:endParaRPr>
          </a:p>
        </p:txBody>
      </p:sp>
      <p:sp>
        <p:nvSpPr>
          <p:cNvPr id="23" name="object 6">
            <a:extLst>
              <a:ext uri="{FF2B5EF4-FFF2-40B4-BE49-F238E27FC236}">
                <a16:creationId xmlns:a16="http://schemas.microsoft.com/office/drawing/2014/main" id="{A7252EE6-78BC-1BE7-34A6-AB161AC419BE}"/>
              </a:ext>
            </a:extLst>
          </p:cNvPr>
          <p:cNvSpPr txBox="1"/>
          <p:nvPr/>
        </p:nvSpPr>
        <p:spPr>
          <a:xfrm>
            <a:off x="4102838" y="3555320"/>
            <a:ext cx="2403857" cy="262251"/>
          </a:xfrm>
          <a:prstGeom prst="rect">
            <a:avLst/>
          </a:prstGeom>
        </p:spPr>
        <p:txBody>
          <a:bodyPr vert="horz" wrap="square" lIns="0" tIns="99695" rIns="0" bIns="0" rtlCol="0" anchor="ctr">
            <a:spAutoFit/>
          </a:bodyPr>
          <a:lstStyle/>
          <a:p>
            <a:pPr marL="12700">
              <a:spcBef>
                <a:spcPts val="125"/>
              </a:spcBef>
              <a:defRPr/>
            </a:pPr>
            <a:r>
              <a:rPr lang="en-IN" sz="1050" b="1" spc="-10">
                <a:solidFill>
                  <a:srgbClr val="0C0C0C"/>
                </a:solidFill>
                <a:latin typeface="Century Gothic"/>
                <a:ea typeface="Verdana"/>
                <a:cs typeface="Arial"/>
              </a:rPr>
              <a:t>Integrating 3rd-Party Tools</a:t>
            </a:r>
            <a:endParaRPr lang="en-US" sz="1050" b="0" i="0" u="none" strike="noStrike" kern="1200" cap="none" spc="0" normalizeH="0" baseline="0" noProof="0">
              <a:ln>
                <a:noFill/>
              </a:ln>
              <a:solidFill>
                <a:srgbClr val="0C0C0C"/>
              </a:solidFill>
              <a:effectLst/>
              <a:uLnTx/>
              <a:uFillTx/>
              <a:latin typeface="Century Gothic"/>
              <a:ea typeface="Verdana" panose="020B0604030504040204" pitchFamily="34" charset="0"/>
              <a:cs typeface="Microsoft Sans Serif"/>
            </a:endParaRPr>
          </a:p>
        </p:txBody>
      </p:sp>
      <p:sp>
        <p:nvSpPr>
          <p:cNvPr id="24" name="TextBox 23">
            <a:extLst>
              <a:ext uri="{FF2B5EF4-FFF2-40B4-BE49-F238E27FC236}">
                <a16:creationId xmlns:a16="http://schemas.microsoft.com/office/drawing/2014/main" id="{F6891492-1113-AD1A-510A-921FD166BFF0}"/>
              </a:ext>
            </a:extLst>
          </p:cNvPr>
          <p:cNvSpPr txBox="1"/>
          <p:nvPr/>
        </p:nvSpPr>
        <p:spPr>
          <a:xfrm>
            <a:off x="4019739" y="4012316"/>
            <a:ext cx="2611270" cy="692239"/>
          </a:xfrm>
          <a:prstGeom prst="rect">
            <a:avLst/>
          </a:prstGeom>
          <a:noFill/>
        </p:spPr>
        <p:txBody>
          <a:bodyPr wrap="square" lIns="91440" tIns="45720" rIns="91440" bIns="45720" rtlCol="0" anchor="t">
            <a:noAutofit/>
          </a:bodyPr>
          <a:lstStyle/>
          <a:p>
            <a:r>
              <a:rPr lang="en-US" sz="1000">
                <a:latin typeface="Century Gothic"/>
                <a:ea typeface="Verdana"/>
                <a:cs typeface="Century Gothic" panose="020B0502020202020204" pitchFamily="34" charset="0"/>
              </a:rPr>
              <a:t>Backed by</a:t>
            </a:r>
            <a:r>
              <a:rPr lang="en-IN" sz="1000">
                <a:latin typeface="Century Gothic"/>
                <a:ea typeface="Verdana"/>
                <a:cs typeface="Century Gothic" panose="020B0502020202020204" pitchFamily="34" charset="0"/>
              </a:rPr>
              <a:t> </a:t>
            </a:r>
            <a:r>
              <a:rPr lang="en-US" sz="1000" b="1">
                <a:latin typeface="Century Gothic"/>
                <a:ea typeface="Verdana"/>
                <a:cs typeface="Century Gothic" panose="020B0502020202020204" pitchFamily="34" charset="0"/>
              </a:rPr>
              <a:t>comprehensive AI testing </a:t>
            </a:r>
            <a:r>
              <a:rPr lang="en-US" sz="1000">
                <a:latin typeface="Century Gothic"/>
                <a:ea typeface="Verdana"/>
                <a:cs typeface="Century Gothic" panose="020B0502020202020204" pitchFamily="34" charset="0"/>
              </a:rPr>
              <a:t>(functional, UX, adversarial) to ensure a robust system.</a:t>
            </a:r>
            <a:endParaRPr lang="en-US" sz="1000">
              <a:latin typeface="Century Gothic"/>
              <a:ea typeface="Verdana"/>
            </a:endParaRPr>
          </a:p>
        </p:txBody>
      </p:sp>
      <p:sp>
        <p:nvSpPr>
          <p:cNvPr id="29" name="TextBox 28">
            <a:extLst>
              <a:ext uri="{FF2B5EF4-FFF2-40B4-BE49-F238E27FC236}">
                <a16:creationId xmlns:a16="http://schemas.microsoft.com/office/drawing/2014/main" id="{6F2B4B8D-434A-EF51-9DE5-8E13AF67252D}"/>
              </a:ext>
            </a:extLst>
          </p:cNvPr>
          <p:cNvSpPr txBox="1"/>
          <p:nvPr/>
        </p:nvSpPr>
        <p:spPr>
          <a:xfrm>
            <a:off x="719866" y="4976874"/>
            <a:ext cx="2565713" cy="373935"/>
          </a:xfrm>
          <a:prstGeom prst="rect">
            <a:avLst/>
          </a:prstGeom>
          <a:noFill/>
        </p:spPr>
        <p:txBody>
          <a:bodyPr wrap="square" lIns="91440" tIns="45720" rIns="91440" bIns="45720" rtlCol="0" anchor="t">
            <a:noAutofit/>
          </a:bodyPr>
          <a:lstStyle/>
          <a:p>
            <a:r>
              <a:rPr lang="en-US" sz="1300" b="1">
                <a:solidFill>
                  <a:srgbClr val="F50F7C"/>
                </a:solidFill>
                <a:latin typeface="Century Gothic"/>
                <a:ea typeface="Verdana"/>
              </a:rPr>
              <a:t>Proven Business Outcomes</a:t>
            </a:r>
            <a:endParaRPr lang="en-US" sz="1300">
              <a:solidFill>
                <a:srgbClr val="F50F7C"/>
              </a:solidFill>
              <a:latin typeface="Century Gothic"/>
              <a:ea typeface="Verdana"/>
            </a:endParaRPr>
          </a:p>
        </p:txBody>
      </p:sp>
      <p:sp>
        <p:nvSpPr>
          <p:cNvPr id="30" name="TextBox 29">
            <a:extLst>
              <a:ext uri="{FF2B5EF4-FFF2-40B4-BE49-F238E27FC236}">
                <a16:creationId xmlns:a16="http://schemas.microsoft.com/office/drawing/2014/main" id="{00879B9E-6A33-F18A-7BD1-59B8A6E0C16F}"/>
              </a:ext>
            </a:extLst>
          </p:cNvPr>
          <p:cNvSpPr txBox="1"/>
          <p:nvPr/>
        </p:nvSpPr>
        <p:spPr>
          <a:xfrm>
            <a:off x="719866" y="2362925"/>
            <a:ext cx="2035207" cy="431808"/>
          </a:xfrm>
          <a:prstGeom prst="rect">
            <a:avLst/>
          </a:prstGeom>
          <a:noFill/>
        </p:spPr>
        <p:txBody>
          <a:bodyPr wrap="square" lIns="91440" tIns="45720" rIns="91440" bIns="45720" rtlCol="0" anchor="t">
            <a:noAutofit/>
          </a:bodyPr>
          <a:lstStyle/>
          <a:p>
            <a:r>
              <a:rPr lang="en-US" sz="1300" b="1">
                <a:solidFill>
                  <a:srgbClr val="F50F7C"/>
                </a:solidFill>
                <a:latin typeface="Century Gothic"/>
                <a:ea typeface="Verdana"/>
              </a:rPr>
              <a:t>Core AI Capabilities</a:t>
            </a:r>
            <a:endParaRPr lang="en-US">
              <a:solidFill>
                <a:srgbClr val="F50F7C"/>
              </a:solidFill>
            </a:endParaRPr>
          </a:p>
        </p:txBody>
      </p:sp>
      <p:sp>
        <p:nvSpPr>
          <p:cNvPr id="31" name="TextBox 30">
            <a:extLst>
              <a:ext uri="{FF2B5EF4-FFF2-40B4-BE49-F238E27FC236}">
                <a16:creationId xmlns:a16="http://schemas.microsoft.com/office/drawing/2014/main" id="{A44EE7D9-4B25-FB76-92FD-D291E9B6F3D1}"/>
              </a:ext>
            </a:extLst>
          </p:cNvPr>
          <p:cNvSpPr txBox="1"/>
          <p:nvPr/>
        </p:nvSpPr>
        <p:spPr>
          <a:xfrm>
            <a:off x="3835385" y="2353279"/>
            <a:ext cx="2729688" cy="441453"/>
          </a:xfrm>
          <a:prstGeom prst="rect">
            <a:avLst/>
          </a:prstGeom>
          <a:noFill/>
        </p:spPr>
        <p:txBody>
          <a:bodyPr wrap="square" lIns="91440" tIns="45720" rIns="91440" bIns="45720" rtlCol="0" anchor="t">
            <a:noAutofit/>
          </a:bodyPr>
          <a:lstStyle/>
          <a:p>
            <a:r>
              <a:rPr lang="en-US" sz="1300" b="1">
                <a:solidFill>
                  <a:srgbClr val="F50F7C"/>
                </a:solidFill>
                <a:latin typeface="Century Gothic"/>
                <a:ea typeface="Verdana"/>
              </a:rPr>
              <a:t>Flexible and Tested Approach</a:t>
            </a:r>
            <a:endParaRPr lang="en-US">
              <a:solidFill>
                <a:srgbClr val="F50F7C"/>
              </a:solidFill>
            </a:endParaRPr>
          </a:p>
        </p:txBody>
      </p:sp>
      <p:sp>
        <p:nvSpPr>
          <p:cNvPr id="38" name="TextBox 37">
            <a:extLst>
              <a:ext uri="{FF2B5EF4-FFF2-40B4-BE49-F238E27FC236}">
                <a16:creationId xmlns:a16="http://schemas.microsoft.com/office/drawing/2014/main" id="{F516FE6D-F9DD-292D-7F9F-AFE8F2152FB2}"/>
              </a:ext>
            </a:extLst>
          </p:cNvPr>
          <p:cNvSpPr txBox="1"/>
          <p:nvPr/>
        </p:nvSpPr>
        <p:spPr>
          <a:xfrm>
            <a:off x="799405" y="5287691"/>
            <a:ext cx="1031685" cy="444119"/>
          </a:xfrm>
          <a:prstGeom prst="rect">
            <a:avLst/>
          </a:prstGeom>
          <a:noFill/>
        </p:spPr>
        <p:txBody>
          <a:bodyPr wrap="square" lIns="91440" tIns="45720" rIns="91440" bIns="45720" rtlCol="0" anchor="t">
            <a:noAutofit/>
          </a:bodyPr>
          <a:lstStyle/>
          <a:p>
            <a:r>
              <a:rPr lang="en-US" sz="2400">
                <a:solidFill>
                  <a:schemeClr val="tx1">
                    <a:lumMod val="95000"/>
                    <a:lumOff val="5000"/>
                  </a:schemeClr>
                </a:solidFill>
                <a:latin typeface="Century Gothic"/>
                <a:ea typeface="Verdana"/>
              </a:rPr>
              <a:t>15%</a:t>
            </a:r>
            <a:endParaRPr lang="en-US" sz="2400">
              <a:solidFill>
                <a:schemeClr val="tx1">
                  <a:lumMod val="95000"/>
                  <a:lumOff val="5000"/>
                </a:schemeClr>
              </a:solidFill>
            </a:endParaRPr>
          </a:p>
        </p:txBody>
      </p:sp>
      <p:sp>
        <p:nvSpPr>
          <p:cNvPr id="39" name="TextBox 38">
            <a:extLst>
              <a:ext uri="{FF2B5EF4-FFF2-40B4-BE49-F238E27FC236}">
                <a16:creationId xmlns:a16="http://schemas.microsoft.com/office/drawing/2014/main" id="{B0425D23-2BD6-3156-43E6-3060D1A8813F}"/>
              </a:ext>
            </a:extLst>
          </p:cNvPr>
          <p:cNvSpPr txBox="1"/>
          <p:nvPr/>
        </p:nvSpPr>
        <p:spPr>
          <a:xfrm>
            <a:off x="1491220" y="5458137"/>
            <a:ext cx="1693424" cy="253619"/>
          </a:xfrm>
          <a:prstGeom prst="rect">
            <a:avLst/>
          </a:prstGeom>
          <a:noFill/>
        </p:spPr>
        <p:txBody>
          <a:bodyPr wrap="square" lIns="91440" tIns="45720" rIns="91440" bIns="45720" rtlCol="0" anchor="t">
            <a:noAutofit/>
          </a:bodyPr>
          <a:lstStyle/>
          <a:p>
            <a:r>
              <a:rPr lang="en-US" sz="1200" b="1">
                <a:solidFill>
                  <a:schemeClr val="tx1">
                    <a:lumMod val="95000"/>
                    <a:lumOff val="5000"/>
                  </a:schemeClr>
                </a:solidFill>
                <a:latin typeface="Century Gothic"/>
                <a:ea typeface="Verdana"/>
              </a:rPr>
              <a:t>Increase in CSAT</a:t>
            </a:r>
            <a:endParaRPr lang="en-US" sz="1200">
              <a:solidFill>
                <a:schemeClr val="tx1">
                  <a:lumMod val="95000"/>
                  <a:lumOff val="5000"/>
                </a:schemeClr>
              </a:solidFill>
            </a:endParaRPr>
          </a:p>
        </p:txBody>
      </p:sp>
      <p:sp>
        <p:nvSpPr>
          <p:cNvPr id="40" name="TextBox 39">
            <a:extLst>
              <a:ext uri="{FF2B5EF4-FFF2-40B4-BE49-F238E27FC236}">
                <a16:creationId xmlns:a16="http://schemas.microsoft.com/office/drawing/2014/main" id="{0E30FAAC-63FA-E483-934E-D04B099618D5}"/>
              </a:ext>
            </a:extLst>
          </p:cNvPr>
          <p:cNvSpPr txBox="1"/>
          <p:nvPr/>
        </p:nvSpPr>
        <p:spPr>
          <a:xfrm>
            <a:off x="1481193" y="5287690"/>
            <a:ext cx="1693424" cy="253619"/>
          </a:xfrm>
          <a:prstGeom prst="rect">
            <a:avLst/>
          </a:prstGeom>
          <a:noFill/>
        </p:spPr>
        <p:txBody>
          <a:bodyPr wrap="square" lIns="91440" tIns="45720" rIns="91440" bIns="45720" rtlCol="0" anchor="t">
            <a:noAutofit/>
          </a:bodyPr>
          <a:lstStyle/>
          <a:p>
            <a:r>
              <a:rPr lang="en-US" sz="1100">
                <a:solidFill>
                  <a:srgbClr val="334054"/>
                </a:solidFill>
                <a:latin typeface="Century Gothic"/>
                <a:ea typeface="Verdana"/>
                <a:cs typeface="Arial"/>
              </a:rPr>
              <a:t>A Leading Retailer</a:t>
            </a:r>
            <a:endParaRPr lang="en-US" sz="1100">
              <a:latin typeface="Century Gothic"/>
            </a:endParaRPr>
          </a:p>
        </p:txBody>
      </p:sp>
      <p:sp>
        <p:nvSpPr>
          <p:cNvPr id="41" name="TextBox 40">
            <a:extLst>
              <a:ext uri="{FF2B5EF4-FFF2-40B4-BE49-F238E27FC236}">
                <a16:creationId xmlns:a16="http://schemas.microsoft.com/office/drawing/2014/main" id="{6F18C3EF-DFEE-9341-84B1-82564F1701E3}"/>
              </a:ext>
            </a:extLst>
          </p:cNvPr>
          <p:cNvSpPr txBox="1"/>
          <p:nvPr/>
        </p:nvSpPr>
        <p:spPr>
          <a:xfrm>
            <a:off x="3537196" y="5287691"/>
            <a:ext cx="1201757" cy="529706"/>
          </a:xfrm>
          <a:prstGeom prst="rect">
            <a:avLst/>
          </a:prstGeom>
          <a:noFill/>
        </p:spPr>
        <p:txBody>
          <a:bodyPr wrap="square" lIns="91440" tIns="45720" rIns="91440" bIns="45720" rtlCol="0" anchor="t">
            <a:noAutofit/>
          </a:bodyPr>
          <a:lstStyle/>
          <a:p>
            <a:r>
              <a:rPr lang="en-US" sz="2400">
                <a:solidFill>
                  <a:schemeClr val="tx1">
                    <a:lumMod val="95000"/>
                    <a:lumOff val="5000"/>
                  </a:schemeClr>
                </a:solidFill>
                <a:latin typeface="Century Gothic"/>
                <a:ea typeface="Verdana"/>
              </a:rPr>
              <a:t>99.8%</a:t>
            </a:r>
            <a:endParaRPr lang="en-US" sz="2400">
              <a:solidFill>
                <a:schemeClr val="tx1">
                  <a:lumMod val="95000"/>
                  <a:lumOff val="5000"/>
                </a:schemeClr>
              </a:solidFill>
            </a:endParaRPr>
          </a:p>
        </p:txBody>
      </p:sp>
      <p:sp>
        <p:nvSpPr>
          <p:cNvPr id="42" name="TextBox 41">
            <a:extLst>
              <a:ext uri="{FF2B5EF4-FFF2-40B4-BE49-F238E27FC236}">
                <a16:creationId xmlns:a16="http://schemas.microsoft.com/office/drawing/2014/main" id="{523FBFD8-16F1-B6BB-AE73-BB3FB00637D7}"/>
              </a:ext>
            </a:extLst>
          </p:cNvPr>
          <p:cNvSpPr txBox="1"/>
          <p:nvPr/>
        </p:nvSpPr>
        <p:spPr>
          <a:xfrm>
            <a:off x="4481509" y="5458137"/>
            <a:ext cx="2315055" cy="253617"/>
          </a:xfrm>
          <a:prstGeom prst="rect">
            <a:avLst/>
          </a:prstGeom>
          <a:noFill/>
        </p:spPr>
        <p:txBody>
          <a:bodyPr wrap="square" lIns="91440" tIns="45720" rIns="91440" bIns="45720" rtlCol="0" anchor="t">
            <a:noAutofit/>
          </a:bodyPr>
          <a:lstStyle/>
          <a:p>
            <a:r>
              <a:rPr lang="en-US" sz="1200" b="1">
                <a:solidFill>
                  <a:schemeClr val="tx1">
                    <a:lumMod val="95000"/>
                    <a:lumOff val="5000"/>
                  </a:schemeClr>
                </a:solidFill>
                <a:latin typeface="Century Gothic"/>
                <a:ea typeface="Verdana"/>
              </a:rPr>
              <a:t>In Compliance Adherence</a:t>
            </a:r>
          </a:p>
        </p:txBody>
      </p:sp>
      <p:sp>
        <p:nvSpPr>
          <p:cNvPr id="43" name="TextBox 42">
            <a:extLst>
              <a:ext uri="{FF2B5EF4-FFF2-40B4-BE49-F238E27FC236}">
                <a16:creationId xmlns:a16="http://schemas.microsoft.com/office/drawing/2014/main" id="{516E7E62-54A3-8A4B-CD19-D935FE7CBAFF}"/>
              </a:ext>
            </a:extLst>
          </p:cNvPr>
          <p:cNvSpPr txBox="1"/>
          <p:nvPr/>
        </p:nvSpPr>
        <p:spPr>
          <a:xfrm>
            <a:off x="4481508" y="5287690"/>
            <a:ext cx="2154634" cy="253619"/>
          </a:xfrm>
          <a:prstGeom prst="rect">
            <a:avLst/>
          </a:prstGeom>
          <a:noFill/>
        </p:spPr>
        <p:txBody>
          <a:bodyPr wrap="square" lIns="91440" tIns="45720" rIns="91440" bIns="45720" rtlCol="0" anchor="t">
            <a:noAutofit/>
          </a:bodyPr>
          <a:lstStyle/>
          <a:p>
            <a:r>
              <a:rPr lang="en-US" sz="1100">
                <a:solidFill>
                  <a:srgbClr val="334054"/>
                </a:solidFill>
                <a:latin typeface="Century Gothic"/>
                <a:ea typeface="Verdana"/>
                <a:cs typeface="Arial"/>
              </a:rPr>
              <a:t>A Global Health Provider</a:t>
            </a:r>
            <a:endParaRPr lang="en-US" sz="1100">
              <a:latin typeface="Century Gothic"/>
            </a:endParaRPr>
          </a:p>
        </p:txBody>
      </p:sp>
      <p:cxnSp>
        <p:nvCxnSpPr>
          <p:cNvPr id="53" name="Straight Connector 52">
            <a:extLst>
              <a:ext uri="{FF2B5EF4-FFF2-40B4-BE49-F238E27FC236}">
                <a16:creationId xmlns:a16="http://schemas.microsoft.com/office/drawing/2014/main" id="{10344251-BF10-DC7D-276D-E4E7AEE17C52}"/>
              </a:ext>
            </a:extLst>
          </p:cNvPr>
          <p:cNvCxnSpPr/>
          <p:nvPr/>
        </p:nvCxnSpPr>
        <p:spPr>
          <a:xfrm>
            <a:off x="3326409" y="5279889"/>
            <a:ext cx="0" cy="501315"/>
          </a:xfrm>
          <a:prstGeom prst="line">
            <a:avLst/>
          </a:prstGeom>
          <a:ln>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609B73B6-3EF2-5F67-7C1B-42BDB6393C50}"/>
              </a:ext>
            </a:extLst>
          </p:cNvPr>
          <p:cNvCxnSpPr/>
          <p:nvPr/>
        </p:nvCxnSpPr>
        <p:spPr>
          <a:xfrm>
            <a:off x="807438" y="3435597"/>
            <a:ext cx="2166698" cy="0"/>
          </a:xfrm>
          <a:prstGeom prst="line">
            <a:avLst/>
          </a:prstGeom>
          <a:ln>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10052A6C-7E23-703F-3B35-5D928B9ACA27}"/>
              </a:ext>
            </a:extLst>
          </p:cNvPr>
          <p:cNvCxnSpPr/>
          <p:nvPr/>
        </p:nvCxnSpPr>
        <p:spPr>
          <a:xfrm>
            <a:off x="807438" y="4030422"/>
            <a:ext cx="2166698" cy="0"/>
          </a:xfrm>
          <a:prstGeom prst="line">
            <a:avLst/>
          </a:prstGeom>
          <a:ln>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26ED0369-CA9B-C470-C518-BD1E6294B771}"/>
              </a:ext>
            </a:extLst>
          </p:cNvPr>
          <p:cNvCxnSpPr/>
          <p:nvPr/>
        </p:nvCxnSpPr>
        <p:spPr>
          <a:xfrm>
            <a:off x="816491" y="4704555"/>
            <a:ext cx="2166698" cy="0"/>
          </a:xfrm>
          <a:prstGeom prst="line">
            <a:avLst/>
          </a:prstGeom>
          <a:ln>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280D0FB6-0515-4CCD-B632-12D4C8DD9135}"/>
              </a:ext>
            </a:extLst>
          </p:cNvPr>
          <p:cNvCxnSpPr/>
          <p:nvPr/>
        </p:nvCxnSpPr>
        <p:spPr>
          <a:xfrm>
            <a:off x="3835385" y="2987644"/>
            <a:ext cx="184354" cy="0"/>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96B08FBB-D171-4F7F-261E-A2AA6A3400C8}"/>
              </a:ext>
            </a:extLst>
          </p:cNvPr>
          <p:cNvCxnSpPr/>
          <p:nvPr/>
        </p:nvCxnSpPr>
        <p:spPr>
          <a:xfrm>
            <a:off x="3835385" y="3352273"/>
            <a:ext cx="184354" cy="0"/>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D6C0B5FD-B24A-DC34-9761-8EA28D2627C6}"/>
              </a:ext>
            </a:extLst>
          </p:cNvPr>
          <p:cNvCxnSpPr/>
          <p:nvPr/>
        </p:nvCxnSpPr>
        <p:spPr>
          <a:xfrm>
            <a:off x="3835385" y="3731012"/>
            <a:ext cx="184354" cy="0"/>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398DE197-D18F-A9B1-DDF3-09C8B43145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1267" y="3571476"/>
            <a:ext cx="413970" cy="413970"/>
          </a:xfrm>
          <a:prstGeom prst="rect">
            <a:avLst/>
          </a:prstGeom>
        </p:spPr>
      </p:pic>
      <p:pic>
        <p:nvPicPr>
          <p:cNvPr id="14" name="Picture 13">
            <a:extLst>
              <a:ext uri="{FF2B5EF4-FFF2-40B4-BE49-F238E27FC236}">
                <a16:creationId xmlns:a16="http://schemas.microsoft.com/office/drawing/2014/main" id="{35EE5CEC-A2CA-781F-BD53-6DB7BE042C6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1927" y="2925055"/>
            <a:ext cx="432390" cy="432390"/>
          </a:xfrm>
          <a:prstGeom prst="rect">
            <a:avLst/>
          </a:prstGeom>
        </p:spPr>
      </p:pic>
      <p:pic>
        <p:nvPicPr>
          <p:cNvPr id="15" name="Picture 14">
            <a:extLst>
              <a:ext uri="{FF2B5EF4-FFF2-40B4-BE49-F238E27FC236}">
                <a16:creationId xmlns:a16="http://schemas.microsoft.com/office/drawing/2014/main" id="{0BE7D483-BA73-EC86-2FBC-0BAD5546ABC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5287" y="4125993"/>
            <a:ext cx="359818" cy="359818"/>
          </a:xfrm>
          <a:prstGeom prst="rect">
            <a:avLst/>
          </a:prstGeom>
        </p:spPr>
      </p:pic>
      <p:pic>
        <p:nvPicPr>
          <p:cNvPr id="17" name="Picture 16">
            <a:extLst>
              <a:ext uri="{FF2B5EF4-FFF2-40B4-BE49-F238E27FC236}">
                <a16:creationId xmlns:a16="http://schemas.microsoft.com/office/drawing/2014/main" id="{8B20B470-4A2A-E0A8-95FF-36359295F6CE}"/>
              </a:ext>
            </a:extLst>
          </p:cNvPr>
          <p:cNvPicPr>
            <a:picLocks noChangeAspect="1"/>
          </p:cNvPicPr>
          <p:nvPr/>
        </p:nvPicPr>
        <p:blipFill>
          <a:blip r:embed="rId6"/>
          <a:stretch>
            <a:fillRect/>
          </a:stretch>
        </p:blipFill>
        <p:spPr>
          <a:xfrm>
            <a:off x="8829760" y="2322326"/>
            <a:ext cx="268974" cy="240660"/>
          </a:xfrm>
          <a:prstGeom prst="rect">
            <a:avLst/>
          </a:prstGeom>
        </p:spPr>
      </p:pic>
      <p:pic>
        <p:nvPicPr>
          <p:cNvPr id="18" name="Picture 17">
            <a:extLst>
              <a:ext uri="{FF2B5EF4-FFF2-40B4-BE49-F238E27FC236}">
                <a16:creationId xmlns:a16="http://schemas.microsoft.com/office/drawing/2014/main" id="{9D45F99C-ED6D-2605-1DB4-08A5655796E7}"/>
              </a:ext>
            </a:extLst>
          </p:cNvPr>
          <p:cNvPicPr>
            <a:picLocks noChangeAspect="1"/>
          </p:cNvPicPr>
          <p:nvPr/>
        </p:nvPicPr>
        <p:blipFill>
          <a:blip r:embed="rId7"/>
          <a:stretch>
            <a:fillRect/>
          </a:stretch>
        </p:blipFill>
        <p:spPr>
          <a:xfrm>
            <a:off x="9224888" y="2285657"/>
            <a:ext cx="706764" cy="292454"/>
          </a:xfrm>
          <a:prstGeom prst="rect">
            <a:avLst/>
          </a:prstGeom>
        </p:spPr>
      </p:pic>
      <p:pic>
        <p:nvPicPr>
          <p:cNvPr id="19" name="Picture 18">
            <a:extLst>
              <a:ext uri="{FF2B5EF4-FFF2-40B4-BE49-F238E27FC236}">
                <a16:creationId xmlns:a16="http://schemas.microsoft.com/office/drawing/2014/main" id="{CBBF8B05-64BC-4C1B-3E0C-C10182B0EBA6}"/>
              </a:ext>
            </a:extLst>
          </p:cNvPr>
          <p:cNvPicPr>
            <a:picLocks noChangeAspect="1"/>
          </p:cNvPicPr>
          <p:nvPr/>
        </p:nvPicPr>
        <p:blipFill>
          <a:blip r:embed="rId8"/>
          <a:stretch>
            <a:fillRect/>
          </a:stretch>
        </p:blipFill>
        <p:spPr>
          <a:xfrm>
            <a:off x="10064408" y="2321973"/>
            <a:ext cx="209536" cy="245310"/>
          </a:xfrm>
          <a:prstGeom prst="rect">
            <a:avLst/>
          </a:prstGeom>
        </p:spPr>
      </p:pic>
      <p:cxnSp>
        <p:nvCxnSpPr>
          <p:cNvPr id="58" name="Straight Arrow Connector 57">
            <a:extLst>
              <a:ext uri="{FF2B5EF4-FFF2-40B4-BE49-F238E27FC236}">
                <a16:creationId xmlns:a16="http://schemas.microsoft.com/office/drawing/2014/main" id="{0C02A070-5132-5028-F822-84692144E68C}"/>
              </a:ext>
            </a:extLst>
          </p:cNvPr>
          <p:cNvCxnSpPr/>
          <p:nvPr/>
        </p:nvCxnSpPr>
        <p:spPr>
          <a:xfrm flipH="1">
            <a:off x="9393382" y="2619867"/>
            <a:ext cx="534" cy="218955"/>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9" name="object 6">
            <a:extLst>
              <a:ext uri="{FF2B5EF4-FFF2-40B4-BE49-F238E27FC236}">
                <a16:creationId xmlns:a16="http://schemas.microsoft.com/office/drawing/2014/main" id="{ACA965EE-DDE2-A2CA-136B-9943D700259D}"/>
              </a:ext>
            </a:extLst>
          </p:cNvPr>
          <p:cNvSpPr txBox="1"/>
          <p:nvPr/>
        </p:nvSpPr>
        <p:spPr>
          <a:xfrm>
            <a:off x="9033635" y="2805563"/>
            <a:ext cx="756022" cy="223779"/>
          </a:xfrm>
          <a:prstGeom prst="rect">
            <a:avLst/>
          </a:prstGeom>
        </p:spPr>
        <p:txBody>
          <a:bodyPr vert="horz" wrap="square" lIns="0" tIns="99695" rIns="0" bIns="0" rtlCol="0" anchor="ctr">
            <a:spAutoFit/>
          </a:bodyPr>
          <a:lstStyle/>
          <a:p>
            <a:pPr marL="12700" algn="ctr">
              <a:spcBef>
                <a:spcPts val="125"/>
              </a:spcBef>
              <a:defRPr/>
            </a:pPr>
            <a:r>
              <a:rPr lang="en-IN" sz="800" b="1" spc="-10">
                <a:solidFill>
                  <a:schemeClr val="accent6">
                    <a:lumMod val="75000"/>
                  </a:schemeClr>
                </a:solidFill>
                <a:latin typeface="Century Gothic"/>
                <a:ea typeface="Verdana"/>
                <a:cs typeface="Arial"/>
              </a:rPr>
              <a:t>User Memory</a:t>
            </a:r>
            <a:endParaRPr lang="en-US" sz="800" b="0" i="0" u="none" strike="noStrike" kern="1200" cap="none" spc="0" normalizeH="0" baseline="0" noProof="0">
              <a:ln>
                <a:noFill/>
              </a:ln>
              <a:solidFill>
                <a:schemeClr val="accent6">
                  <a:lumMod val="75000"/>
                </a:schemeClr>
              </a:solidFill>
              <a:effectLst/>
              <a:uLnTx/>
              <a:uFillTx/>
              <a:latin typeface="Century Gothic"/>
              <a:ea typeface="Verdana" panose="020B0604030504040204" pitchFamily="34" charset="0"/>
              <a:cs typeface="Microsoft Sans Serif"/>
            </a:endParaRPr>
          </a:p>
        </p:txBody>
      </p:sp>
      <p:sp>
        <p:nvSpPr>
          <p:cNvPr id="60" name="object 6">
            <a:extLst>
              <a:ext uri="{FF2B5EF4-FFF2-40B4-BE49-F238E27FC236}">
                <a16:creationId xmlns:a16="http://schemas.microsoft.com/office/drawing/2014/main" id="{B97E8018-EE6D-1B1F-344F-723CE3A456F0}"/>
              </a:ext>
            </a:extLst>
          </p:cNvPr>
          <p:cNvSpPr txBox="1"/>
          <p:nvPr/>
        </p:nvSpPr>
        <p:spPr>
          <a:xfrm>
            <a:off x="8360743" y="4049865"/>
            <a:ext cx="756022" cy="346890"/>
          </a:xfrm>
          <a:prstGeom prst="rect">
            <a:avLst/>
          </a:prstGeom>
          <a:ln>
            <a:solidFill>
              <a:srgbClr val="6362D7"/>
            </a:solidFill>
            <a:prstDash val="dash"/>
          </a:ln>
        </p:spPr>
        <p:txBody>
          <a:bodyPr vert="horz" wrap="square" lIns="0" tIns="99695" rIns="0" bIns="0" rtlCol="0" anchor="ctr">
            <a:spAutoFit/>
          </a:bodyPr>
          <a:lstStyle/>
          <a:p>
            <a:pPr marL="12700" algn="ctr">
              <a:spcBef>
                <a:spcPts val="125"/>
              </a:spcBef>
              <a:defRPr/>
            </a:pPr>
            <a:r>
              <a:rPr lang="en-IN" sz="800" b="1" spc="-10">
                <a:solidFill>
                  <a:schemeClr val="accent6">
                    <a:lumMod val="75000"/>
                  </a:schemeClr>
                </a:solidFill>
                <a:latin typeface="Century Gothic"/>
                <a:ea typeface="Verdana"/>
                <a:cs typeface="Arial"/>
              </a:rPr>
              <a:t>Cognitive Reasoning</a:t>
            </a:r>
            <a:endParaRPr lang="en-US" sz="800" b="0" i="0" u="none" strike="noStrike" kern="1200" cap="none" spc="0" normalizeH="0" baseline="0" noProof="0">
              <a:ln>
                <a:noFill/>
              </a:ln>
              <a:solidFill>
                <a:schemeClr val="accent6">
                  <a:lumMod val="75000"/>
                </a:schemeClr>
              </a:solidFill>
              <a:effectLst/>
              <a:uLnTx/>
              <a:uFillTx/>
              <a:latin typeface="Century Gothic"/>
              <a:ea typeface="Verdana" panose="020B0604030504040204" pitchFamily="34" charset="0"/>
              <a:cs typeface="Microsoft Sans Serif"/>
            </a:endParaRPr>
          </a:p>
        </p:txBody>
      </p:sp>
      <p:sp>
        <p:nvSpPr>
          <p:cNvPr id="61" name="object 6">
            <a:extLst>
              <a:ext uri="{FF2B5EF4-FFF2-40B4-BE49-F238E27FC236}">
                <a16:creationId xmlns:a16="http://schemas.microsoft.com/office/drawing/2014/main" id="{F9A98378-9F58-F000-AC37-FF88FA9FB8D5}"/>
              </a:ext>
            </a:extLst>
          </p:cNvPr>
          <p:cNvSpPr txBox="1"/>
          <p:nvPr/>
        </p:nvSpPr>
        <p:spPr>
          <a:xfrm>
            <a:off x="9250438" y="4049865"/>
            <a:ext cx="756022" cy="346890"/>
          </a:xfrm>
          <a:prstGeom prst="rect">
            <a:avLst/>
          </a:prstGeom>
          <a:ln>
            <a:solidFill>
              <a:srgbClr val="6362D7"/>
            </a:solidFill>
            <a:prstDash val="dash"/>
          </a:ln>
        </p:spPr>
        <p:txBody>
          <a:bodyPr vert="horz" wrap="square" lIns="0" tIns="99695" rIns="0" bIns="0" rtlCol="0" anchor="ctr">
            <a:spAutoFit/>
          </a:bodyPr>
          <a:lstStyle/>
          <a:p>
            <a:pPr marL="12700" algn="ctr">
              <a:spcBef>
                <a:spcPts val="125"/>
              </a:spcBef>
              <a:defRPr/>
            </a:pPr>
            <a:r>
              <a:rPr lang="en-IN" sz="800" b="1" spc="-10">
                <a:solidFill>
                  <a:schemeClr val="accent6">
                    <a:lumMod val="75000"/>
                  </a:schemeClr>
                </a:solidFill>
                <a:latin typeface="Century Gothic"/>
                <a:ea typeface="Verdana"/>
                <a:cs typeface="Arial"/>
              </a:rPr>
              <a:t>Foundational Knowledge</a:t>
            </a:r>
            <a:endParaRPr lang="en-US" sz="800" b="0" i="0" u="none" strike="noStrike" kern="1200" cap="none" spc="0" normalizeH="0" baseline="0" noProof="0">
              <a:ln>
                <a:noFill/>
              </a:ln>
              <a:solidFill>
                <a:schemeClr val="accent6">
                  <a:lumMod val="75000"/>
                </a:schemeClr>
              </a:solidFill>
              <a:effectLst/>
              <a:uLnTx/>
              <a:uFillTx/>
              <a:latin typeface="Century Gothic"/>
              <a:ea typeface="Verdana" panose="020B0604030504040204" pitchFamily="34" charset="0"/>
              <a:cs typeface="Microsoft Sans Serif"/>
            </a:endParaRPr>
          </a:p>
        </p:txBody>
      </p:sp>
      <p:sp>
        <p:nvSpPr>
          <p:cNvPr id="62" name="object 6">
            <a:extLst>
              <a:ext uri="{FF2B5EF4-FFF2-40B4-BE49-F238E27FC236}">
                <a16:creationId xmlns:a16="http://schemas.microsoft.com/office/drawing/2014/main" id="{2538D311-5C3E-4B48-E3B0-03E9F2EA1F60}"/>
              </a:ext>
            </a:extLst>
          </p:cNvPr>
          <p:cNvSpPr txBox="1"/>
          <p:nvPr/>
        </p:nvSpPr>
        <p:spPr>
          <a:xfrm>
            <a:off x="10177722" y="4049865"/>
            <a:ext cx="490278" cy="346890"/>
          </a:xfrm>
          <a:prstGeom prst="rect">
            <a:avLst/>
          </a:prstGeom>
          <a:ln>
            <a:solidFill>
              <a:srgbClr val="6362D7"/>
            </a:solidFill>
            <a:prstDash val="dash"/>
          </a:ln>
        </p:spPr>
        <p:txBody>
          <a:bodyPr vert="horz" wrap="square" lIns="0" tIns="99695" rIns="0" bIns="0" rtlCol="0" anchor="ctr">
            <a:spAutoFit/>
          </a:bodyPr>
          <a:lstStyle/>
          <a:p>
            <a:pPr marL="12700" algn="ctr">
              <a:spcBef>
                <a:spcPts val="125"/>
              </a:spcBef>
              <a:defRPr/>
            </a:pPr>
            <a:r>
              <a:rPr lang="en-IN" sz="800" b="1" spc="-10">
                <a:solidFill>
                  <a:schemeClr val="accent6">
                    <a:lumMod val="75000"/>
                  </a:schemeClr>
                </a:solidFill>
                <a:latin typeface="Century Gothic"/>
                <a:ea typeface="Verdana"/>
                <a:cs typeface="Arial"/>
              </a:rPr>
              <a:t>Base Skills</a:t>
            </a:r>
            <a:endParaRPr lang="en-US" sz="800" b="0" i="0" u="none" strike="noStrike" kern="1200" cap="none" spc="0" normalizeH="0" baseline="0" noProof="0">
              <a:ln>
                <a:noFill/>
              </a:ln>
              <a:solidFill>
                <a:schemeClr val="accent6">
                  <a:lumMod val="75000"/>
                </a:schemeClr>
              </a:solidFill>
              <a:effectLst/>
              <a:uLnTx/>
              <a:uFillTx/>
              <a:latin typeface="Century Gothic"/>
              <a:ea typeface="Verdana" panose="020B0604030504040204" pitchFamily="34" charset="0"/>
              <a:cs typeface="Microsoft Sans Serif"/>
            </a:endParaRPr>
          </a:p>
        </p:txBody>
      </p:sp>
      <p:sp>
        <p:nvSpPr>
          <p:cNvPr id="45" name="Oval 44">
            <a:extLst>
              <a:ext uri="{FF2B5EF4-FFF2-40B4-BE49-F238E27FC236}">
                <a16:creationId xmlns:a16="http://schemas.microsoft.com/office/drawing/2014/main" id="{CBAC04E0-83CD-364B-F720-3057A469DDB8}"/>
              </a:ext>
            </a:extLst>
          </p:cNvPr>
          <p:cNvSpPr/>
          <p:nvPr/>
        </p:nvSpPr>
        <p:spPr>
          <a:xfrm>
            <a:off x="8680888" y="3255227"/>
            <a:ext cx="763915" cy="763915"/>
          </a:xfrm>
          <a:prstGeom prst="ellipse">
            <a:avLst/>
          </a:prstGeom>
          <a:blipFill>
            <a:blip r:embed="rId9"/>
            <a:stretch>
              <a:fillRect/>
            </a:stretch>
          </a:bli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3" name="TextBox 62">
            <a:extLst>
              <a:ext uri="{FF2B5EF4-FFF2-40B4-BE49-F238E27FC236}">
                <a16:creationId xmlns:a16="http://schemas.microsoft.com/office/drawing/2014/main" id="{D0A03F51-0DAC-00A6-CCCA-08AB29F4677F}"/>
              </a:ext>
            </a:extLst>
          </p:cNvPr>
          <p:cNvSpPr txBox="1"/>
          <p:nvPr/>
        </p:nvSpPr>
        <p:spPr>
          <a:xfrm>
            <a:off x="9357193" y="3468187"/>
            <a:ext cx="952834" cy="362277"/>
          </a:xfrm>
          <a:prstGeom prst="rect">
            <a:avLst/>
          </a:prstGeom>
          <a:noFill/>
        </p:spPr>
        <p:txBody>
          <a:bodyPr wrap="square" lIns="91440" tIns="45720" rIns="91440" bIns="45720" rtlCol="0" anchor="t">
            <a:noAutofit/>
          </a:bodyPr>
          <a:lstStyle/>
          <a:p>
            <a:r>
              <a:rPr lang="en-US" sz="1300" b="1">
                <a:solidFill>
                  <a:srgbClr val="F50F7C"/>
                </a:solidFill>
                <a:latin typeface="Century Gothic"/>
                <a:ea typeface="Verdana"/>
              </a:rPr>
              <a:t>AI Agent</a:t>
            </a:r>
            <a:endParaRPr lang="en-US">
              <a:solidFill>
                <a:srgbClr val="F50F7C"/>
              </a:solidFill>
            </a:endParaRPr>
          </a:p>
        </p:txBody>
      </p:sp>
      <p:cxnSp>
        <p:nvCxnSpPr>
          <p:cNvPr id="46" name="Straight Arrow Connector 45">
            <a:extLst>
              <a:ext uri="{FF2B5EF4-FFF2-40B4-BE49-F238E27FC236}">
                <a16:creationId xmlns:a16="http://schemas.microsoft.com/office/drawing/2014/main" id="{A4466698-7C39-5014-874F-C3F112BCAF74}"/>
              </a:ext>
            </a:extLst>
          </p:cNvPr>
          <p:cNvCxnSpPr/>
          <p:nvPr/>
        </p:nvCxnSpPr>
        <p:spPr>
          <a:xfrm flipH="1">
            <a:off x="9391960" y="3122644"/>
            <a:ext cx="534" cy="218955"/>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7" name="object 6">
            <a:extLst>
              <a:ext uri="{FF2B5EF4-FFF2-40B4-BE49-F238E27FC236}">
                <a16:creationId xmlns:a16="http://schemas.microsoft.com/office/drawing/2014/main" id="{A8A70A1F-0E82-1084-95D3-4406922A0055}"/>
              </a:ext>
            </a:extLst>
          </p:cNvPr>
          <p:cNvSpPr txBox="1"/>
          <p:nvPr/>
        </p:nvSpPr>
        <p:spPr>
          <a:xfrm>
            <a:off x="10760908" y="3090053"/>
            <a:ext cx="756022" cy="223779"/>
          </a:xfrm>
          <a:prstGeom prst="rect">
            <a:avLst/>
          </a:prstGeom>
        </p:spPr>
        <p:txBody>
          <a:bodyPr vert="horz" wrap="square" lIns="0" tIns="99695" rIns="0" bIns="0" rtlCol="0" anchor="ctr">
            <a:spAutoFit/>
          </a:bodyPr>
          <a:lstStyle/>
          <a:p>
            <a:pPr marL="12700" algn="ctr">
              <a:spcBef>
                <a:spcPts val="125"/>
              </a:spcBef>
              <a:defRPr/>
            </a:pPr>
            <a:r>
              <a:rPr lang="en-IN" sz="800" b="1" spc="-10">
                <a:solidFill>
                  <a:srgbClr val="F50F7C"/>
                </a:solidFill>
                <a:latin typeface="Century Gothic"/>
                <a:ea typeface="Verdana"/>
                <a:cs typeface="Arial"/>
              </a:rPr>
              <a:t>Actions</a:t>
            </a:r>
            <a:endParaRPr lang="en-US" sz="800" b="0" i="0" u="none" strike="noStrike" kern="1200" cap="none" spc="0" normalizeH="0" baseline="0" noProof="0">
              <a:ln>
                <a:noFill/>
              </a:ln>
              <a:solidFill>
                <a:srgbClr val="F50F7C"/>
              </a:solidFill>
              <a:effectLst/>
              <a:uLnTx/>
              <a:uFillTx/>
              <a:latin typeface="Century Gothic"/>
              <a:ea typeface="Verdana" panose="020B0604030504040204" pitchFamily="34" charset="0"/>
              <a:cs typeface="Microsoft Sans Serif"/>
            </a:endParaRPr>
          </a:p>
        </p:txBody>
      </p:sp>
      <p:sp>
        <p:nvSpPr>
          <p:cNvPr id="48" name="object 6">
            <a:extLst>
              <a:ext uri="{FF2B5EF4-FFF2-40B4-BE49-F238E27FC236}">
                <a16:creationId xmlns:a16="http://schemas.microsoft.com/office/drawing/2014/main" id="{68F24978-3A44-FCD0-024A-445ED361FFD8}"/>
              </a:ext>
            </a:extLst>
          </p:cNvPr>
          <p:cNvSpPr txBox="1"/>
          <p:nvPr/>
        </p:nvSpPr>
        <p:spPr>
          <a:xfrm>
            <a:off x="11569298" y="3096015"/>
            <a:ext cx="409055" cy="223779"/>
          </a:xfrm>
          <a:prstGeom prst="rect">
            <a:avLst/>
          </a:prstGeom>
        </p:spPr>
        <p:txBody>
          <a:bodyPr vert="horz" wrap="square" lIns="0" tIns="99695" rIns="0" bIns="0" rtlCol="0" anchor="ctr">
            <a:spAutoFit/>
          </a:bodyPr>
          <a:lstStyle/>
          <a:p>
            <a:pPr marL="12700" algn="ctr">
              <a:spcBef>
                <a:spcPts val="125"/>
              </a:spcBef>
              <a:defRPr/>
            </a:pPr>
            <a:r>
              <a:rPr lang="en-IN" sz="800" b="1" spc="-10">
                <a:solidFill>
                  <a:srgbClr val="F50F7C"/>
                </a:solidFill>
                <a:latin typeface="Century Gothic"/>
                <a:ea typeface="Verdana"/>
                <a:cs typeface="Arial"/>
              </a:rPr>
              <a:t>CRM</a:t>
            </a:r>
            <a:endParaRPr lang="en-US" sz="800" b="0" i="0" u="none" strike="noStrike" kern="1200" cap="none" spc="0" normalizeH="0" baseline="0" noProof="0">
              <a:ln>
                <a:noFill/>
              </a:ln>
              <a:solidFill>
                <a:srgbClr val="F50F7C"/>
              </a:solidFill>
              <a:effectLst/>
              <a:uLnTx/>
              <a:uFillTx/>
              <a:latin typeface="Century Gothic"/>
              <a:ea typeface="Verdana" panose="020B0604030504040204" pitchFamily="34" charset="0"/>
              <a:cs typeface="Microsoft Sans Serif"/>
            </a:endParaRPr>
          </a:p>
        </p:txBody>
      </p:sp>
      <p:sp>
        <p:nvSpPr>
          <p:cNvPr id="64" name="TextBox 63">
            <a:extLst>
              <a:ext uri="{FF2B5EF4-FFF2-40B4-BE49-F238E27FC236}">
                <a16:creationId xmlns:a16="http://schemas.microsoft.com/office/drawing/2014/main" id="{726CFBA8-B6BB-CAF0-FBD9-5F4B33F509AA}"/>
              </a:ext>
            </a:extLst>
          </p:cNvPr>
          <p:cNvSpPr txBox="1"/>
          <p:nvPr/>
        </p:nvSpPr>
        <p:spPr>
          <a:xfrm>
            <a:off x="10730159" y="3442699"/>
            <a:ext cx="826681" cy="253619"/>
          </a:xfrm>
          <a:prstGeom prst="rect">
            <a:avLst/>
          </a:prstGeom>
          <a:noFill/>
        </p:spPr>
        <p:txBody>
          <a:bodyPr wrap="square" lIns="91440" tIns="45720" rIns="91440" bIns="45720" rtlCol="0" anchor="t">
            <a:noAutofit/>
          </a:bodyPr>
          <a:lstStyle/>
          <a:p>
            <a:pPr algn="ctr"/>
            <a:r>
              <a:rPr lang="en-US" sz="800">
                <a:solidFill>
                  <a:srgbClr val="334054"/>
                </a:solidFill>
                <a:latin typeface="Century Gothic"/>
                <a:ea typeface="Verdana"/>
                <a:cs typeface="Arial"/>
              </a:rPr>
              <a:t>Knowledge Query</a:t>
            </a:r>
            <a:endParaRPr lang="en-US" sz="800">
              <a:latin typeface="Century Gothic"/>
            </a:endParaRPr>
          </a:p>
        </p:txBody>
      </p:sp>
      <p:sp>
        <p:nvSpPr>
          <p:cNvPr id="65" name="TextBox 64">
            <a:extLst>
              <a:ext uri="{FF2B5EF4-FFF2-40B4-BE49-F238E27FC236}">
                <a16:creationId xmlns:a16="http://schemas.microsoft.com/office/drawing/2014/main" id="{FAD0E1A5-0FA4-9DE3-AA94-E44EE9672AEA}"/>
              </a:ext>
            </a:extLst>
          </p:cNvPr>
          <p:cNvSpPr txBox="1"/>
          <p:nvPr/>
        </p:nvSpPr>
        <p:spPr>
          <a:xfrm>
            <a:off x="10675583" y="3754938"/>
            <a:ext cx="935832" cy="312019"/>
          </a:xfrm>
          <a:prstGeom prst="rect">
            <a:avLst/>
          </a:prstGeom>
          <a:noFill/>
        </p:spPr>
        <p:txBody>
          <a:bodyPr wrap="square" lIns="91440" tIns="45720" rIns="91440" bIns="45720" rtlCol="0" anchor="t">
            <a:noAutofit/>
          </a:bodyPr>
          <a:lstStyle/>
          <a:p>
            <a:pPr algn="ctr"/>
            <a:r>
              <a:rPr lang="en-US" sz="800">
                <a:solidFill>
                  <a:srgbClr val="334054"/>
                </a:solidFill>
                <a:latin typeface="Century Gothic"/>
                <a:ea typeface="Verdana"/>
                <a:cs typeface="Arial"/>
              </a:rPr>
              <a:t>Transactional Query</a:t>
            </a:r>
            <a:endParaRPr lang="en-US" sz="800">
              <a:latin typeface="Century Gothic"/>
            </a:endParaRPr>
          </a:p>
        </p:txBody>
      </p:sp>
      <p:sp>
        <p:nvSpPr>
          <p:cNvPr id="66" name="TextBox 65">
            <a:extLst>
              <a:ext uri="{FF2B5EF4-FFF2-40B4-BE49-F238E27FC236}">
                <a16:creationId xmlns:a16="http://schemas.microsoft.com/office/drawing/2014/main" id="{780167F3-1C46-EEA3-3969-C167EA7B73E6}"/>
              </a:ext>
            </a:extLst>
          </p:cNvPr>
          <p:cNvSpPr txBox="1"/>
          <p:nvPr/>
        </p:nvSpPr>
        <p:spPr>
          <a:xfrm>
            <a:off x="10809031" y="4120332"/>
            <a:ext cx="668936" cy="253619"/>
          </a:xfrm>
          <a:prstGeom prst="rect">
            <a:avLst/>
          </a:prstGeom>
          <a:noFill/>
        </p:spPr>
        <p:txBody>
          <a:bodyPr wrap="square" lIns="91440" tIns="45720" rIns="91440" bIns="45720" rtlCol="0" anchor="t">
            <a:noAutofit/>
          </a:bodyPr>
          <a:lstStyle/>
          <a:p>
            <a:pPr algn="ctr"/>
            <a:r>
              <a:rPr lang="en-US" sz="800">
                <a:solidFill>
                  <a:srgbClr val="334054"/>
                </a:solidFill>
                <a:latin typeface="Century Gothic"/>
                <a:ea typeface="Verdana"/>
                <a:cs typeface="Arial"/>
              </a:rPr>
              <a:t>Agent Assist</a:t>
            </a:r>
            <a:endParaRPr lang="en-US" sz="800">
              <a:latin typeface="Century Gothic"/>
            </a:endParaRPr>
          </a:p>
        </p:txBody>
      </p:sp>
      <p:cxnSp>
        <p:nvCxnSpPr>
          <p:cNvPr id="4" name="Straight Connector 3">
            <a:extLst>
              <a:ext uri="{FF2B5EF4-FFF2-40B4-BE49-F238E27FC236}">
                <a16:creationId xmlns:a16="http://schemas.microsoft.com/office/drawing/2014/main" id="{571D25EC-6763-BEAA-24CC-675B4E77C078}"/>
              </a:ext>
            </a:extLst>
          </p:cNvPr>
          <p:cNvCxnSpPr/>
          <p:nvPr/>
        </p:nvCxnSpPr>
        <p:spPr>
          <a:xfrm>
            <a:off x="11024075" y="3780311"/>
            <a:ext cx="222190" cy="0"/>
          </a:xfrm>
          <a:prstGeom prst="line">
            <a:avLst/>
          </a:prstGeom>
          <a:ln w="19050">
            <a:solidFill>
              <a:srgbClr val="F50F7C"/>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C1090747-EFDD-3C81-B2A2-84FF0D5373CF}"/>
              </a:ext>
            </a:extLst>
          </p:cNvPr>
          <p:cNvCxnSpPr/>
          <p:nvPr/>
        </p:nvCxnSpPr>
        <p:spPr>
          <a:xfrm>
            <a:off x="11024075" y="4109215"/>
            <a:ext cx="222190" cy="0"/>
          </a:xfrm>
          <a:prstGeom prst="line">
            <a:avLst/>
          </a:prstGeom>
          <a:ln w="19050">
            <a:solidFill>
              <a:srgbClr val="F50F7C"/>
            </a:solidFill>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DFA5B14B-7518-8185-45A3-21F2DDA8CB2D}"/>
              </a:ext>
            </a:extLst>
          </p:cNvPr>
          <p:cNvSpPr txBox="1"/>
          <p:nvPr/>
        </p:nvSpPr>
        <p:spPr>
          <a:xfrm>
            <a:off x="11513201" y="3975275"/>
            <a:ext cx="668936" cy="253619"/>
          </a:xfrm>
          <a:prstGeom prst="rect">
            <a:avLst/>
          </a:prstGeom>
          <a:noFill/>
        </p:spPr>
        <p:txBody>
          <a:bodyPr wrap="square" lIns="91440" tIns="45720" rIns="91440" bIns="45720" rtlCol="0" anchor="t">
            <a:noAutofit/>
          </a:bodyPr>
          <a:lstStyle/>
          <a:p>
            <a:pPr algn="ctr"/>
            <a:r>
              <a:rPr lang="en-US" sz="800">
                <a:solidFill>
                  <a:srgbClr val="334054"/>
                </a:solidFill>
                <a:latin typeface="Century Gothic"/>
                <a:ea typeface="Verdana"/>
                <a:cs typeface="Arial"/>
              </a:rPr>
              <a:t>Enterprise Backend</a:t>
            </a:r>
            <a:endParaRPr lang="en-US" sz="800">
              <a:latin typeface="Century Gothic"/>
            </a:endParaRPr>
          </a:p>
        </p:txBody>
      </p:sp>
      <p:cxnSp>
        <p:nvCxnSpPr>
          <p:cNvPr id="9" name="Straight Connector 8">
            <a:extLst>
              <a:ext uri="{FF2B5EF4-FFF2-40B4-BE49-F238E27FC236}">
                <a16:creationId xmlns:a16="http://schemas.microsoft.com/office/drawing/2014/main" id="{5C9B2192-DFA6-7B60-9F56-45FFD31044E7}"/>
              </a:ext>
            </a:extLst>
          </p:cNvPr>
          <p:cNvCxnSpPr/>
          <p:nvPr/>
        </p:nvCxnSpPr>
        <p:spPr>
          <a:xfrm flipH="1">
            <a:off x="11523191" y="3184209"/>
            <a:ext cx="11923" cy="1188850"/>
          </a:xfrm>
          <a:prstGeom prst="line">
            <a:avLst/>
          </a:prstGeom>
          <a:ln w="3175">
            <a:solidFill>
              <a:schemeClr val="accent6">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96756AEB-AA6D-A782-2B89-569B3577248A}"/>
              </a:ext>
            </a:extLst>
          </p:cNvPr>
          <p:cNvCxnSpPr/>
          <p:nvPr/>
        </p:nvCxnSpPr>
        <p:spPr>
          <a:xfrm flipH="1">
            <a:off x="10735854" y="3184209"/>
            <a:ext cx="11923" cy="1188850"/>
          </a:xfrm>
          <a:prstGeom prst="line">
            <a:avLst/>
          </a:prstGeom>
          <a:ln w="3175">
            <a:solidFill>
              <a:schemeClr val="accent6">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pic>
        <p:nvPicPr>
          <p:cNvPr id="25" name="Picture 24">
            <a:extLst>
              <a:ext uri="{FF2B5EF4-FFF2-40B4-BE49-F238E27FC236}">
                <a16:creationId xmlns:a16="http://schemas.microsoft.com/office/drawing/2014/main" id="{C63D9075-99CE-A525-35F2-59CCFE88FCA1}"/>
              </a:ext>
            </a:extLst>
          </p:cNvPr>
          <p:cNvPicPr>
            <a:picLocks noChangeAspect="1"/>
          </p:cNvPicPr>
          <p:nvPr/>
        </p:nvPicPr>
        <p:blipFill>
          <a:blip r:embed="rId10"/>
          <a:stretch>
            <a:fillRect/>
          </a:stretch>
        </p:blipFill>
        <p:spPr>
          <a:xfrm>
            <a:off x="7187730" y="3468747"/>
            <a:ext cx="209139" cy="193051"/>
          </a:xfrm>
          <a:prstGeom prst="rect">
            <a:avLst/>
          </a:prstGeom>
        </p:spPr>
      </p:pic>
      <p:pic>
        <p:nvPicPr>
          <p:cNvPr id="27" name="Picture 26">
            <a:extLst>
              <a:ext uri="{FF2B5EF4-FFF2-40B4-BE49-F238E27FC236}">
                <a16:creationId xmlns:a16="http://schemas.microsoft.com/office/drawing/2014/main" id="{5C463795-76EA-DC28-BDCF-957F8F977B87}"/>
              </a:ext>
            </a:extLst>
          </p:cNvPr>
          <p:cNvPicPr>
            <a:picLocks noChangeAspect="1"/>
          </p:cNvPicPr>
          <p:nvPr/>
        </p:nvPicPr>
        <p:blipFill>
          <a:blip r:embed="rId11"/>
          <a:stretch>
            <a:fillRect/>
          </a:stretch>
        </p:blipFill>
        <p:spPr>
          <a:xfrm>
            <a:off x="7185076" y="3929995"/>
            <a:ext cx="214446" cy="182507"/>
          </a:xfrm>
          <a:prstGeom prst="rect">
            <a:avLst/>
          </a:prstGeom>
        </p:spPr>
      </p:pic>
      <p:pic>
        <p:nvPicPr>
          <p:cNvPr id="28" name="Picture 27">
            <a:extLst>
              <a:ext uri="{FF2B5EF4-FFF2-40B4-BE49-F238E27FC236}">
                <a16:creationId xmlns:a16="http://schemas.microsoft.com/office/drawing/2014/main" id="{E637E0CF-E2C5-EE24-B158-CFE48F12EC8D}"/>
              </a:ext>
            </a:extLst>
          </p:cNvPr>
          <p:cNvPicPr>
            <a:picLocks noChangeAspect="1"/>
          </p:cNvPicPr>
          <p:nvPr/>
        </p:nvPicPr>
        <p:blipFill>
          <a:blip r:embed="rId12"/>
          <a:stretch>
            <a:fillRect/>
          </a:stretch>
        </p:blipFill>
        <p:spPr>
          <a:xfrm>
            <a:off x="7205616" y="4157575"/>
            <a:ext cx="173366" cy="165757"/>
          </a:xfrm>
          <a:prstGeom prst="rect">
            <a:avLst/>
          </a:prstGeom>
        </p:spPr>
      </p:pic>
      <p:pic>
        <p:nvPicPr>
          <p:cNvPr id="32" name="Picture 31">
            <a:extLst>
              <a:ext uri="{FF2B5EF4-FFF2-40B4-BE49-F238E27FC236}">
                <a16:creationId xmlns:a16="http://schemas.microsoft.com/office/drawing/2014/main" id="{A1642312-E5EA-BF37-FF55-780AE250A03A}"/>
              </a:ext>
            </a:extLst>
          </p:cNvPr>
          <p:cNvPicPr>
            <a:picLocks noChangeAspect="1"/>
          </p:cNvPicPr>
          <p:nvPr/>
        </p:nvPicPr>
        <p:blipFill>
          <a:blip r:embed="rId13"/>
          <a:stretch>
            <a:fillRect/>
          </a:stretch>
        </p:blipFill>
        <p:spPr>
          <a:xfrm>
            <a:off x="7187730" y="3684819"/>
            <a:ext cx="209139" cy="182326"/>
          </a:xfrm>
          <a:prstGeom prst="rect">
            <a:avLst/>
          </a:prstGeom>
        </p:spPr>
      </p:pic>
      <p:pic>
        <p:nvPicPr>
          <p:cNvPr id="33" name="Picture 32">
            <a:extLst>
              <a:ext uri="{FF2B5EF4-FFF2-40B4-BE49-F238E27FC236}">
                <a16:creationId xmlns:a16="http://schemas.microsoft.com/office/drawing/2014/main" id="{C1BFF351-19B4-3B2A-5430-F0B48C54F975}"/>
              </a:ext>
            </a:extLst>
          </p:cNvPr>
          <p:cNvPicPr>
            <a:picLocks noChangeAspect="1"/>
          </p:cNvPicPr>
          <p:nvPr/>
        </p:nvPicPr>
        <p:blipFill>
          <a:blip r:embed="rId14"/>
          <a:stretch>
            <a:fillRect/>
          </a:stretch>
        </p:blipFill>
        <p:spPr>
          <a:xfrm>
            <a:off x="7656702" y="3493825"/>
            <a:ext cx="498489" cy="124622"/>
          </a:xfrm>
          <a:prstGeom prst="rect">
            <a:avLst/>
          </a:prstGeom>
        </p:spPr>
      </p:pic>
      <p:pic>
        <p:nvPicPr>
          <p:cNvPr id="35" name="Picture 34">
            <a:extLst>
              <a:ext uri="{FF2B5EF4-FFF2-40B4-BE49-F238E27FC236}">
                <a16:creationId xmlns:a16="http://schemas.microsoft.com/office/drawing/2014/main" id="{79A95C33-B9FA-1602-14A8-750ECF074F78}"/>
              </a:ext>
            </a:extLst>
          </p:cNvPr>
          <p:cNvPicPr>
            <a:picLocks noChangeAspect="1"/>
          </p:cNvPicPr>
          <p:nvPr/>
        </p:nvPicPr>
        <p:blipFill>
          <a:blip r:embed="rId15"/>
          <a:stretch>
            <a:fillRect/>
          </a:stretch>
        </p:blipFill>
        <p:spPr>
          <a:xfrm>
            <a:off x="7762425" y="3663177"/>
            <a:ext cx="306842" cy="140636"/>
          </a:xfrm>
          <a:prstGeom prst="rect">
            <a:avLst/>
          </a:prstGeom>
        </p:spPr>
      </p:pic>
      <p:pic>
        <p:nvPicPr>
          <p:cNvPr id="36" name="Picture 35">
            <a:extLst>
              <a:ext uri="{FF2B5EF4-FFF2-40B4-BE49-F238E27FC236}">
                <a16:creationId xmlns:a16="http://schemas.microsoft.com/office/drawing/2014/main" id="{6790F2C0-7A98-1057-60D6-03BE70E31C8F}"/>
              </a:ext>
            </a:extLst>
          </p:cNvPr>
          <p:cNvPicPr>
            <a:picLocks noChangeAspect="1"/>
          </p:cNvPicPr>
          <p:nvPr/>
        </p:nvPicPr>
        <p:blipFill>
          <a:blip r:embed="rId16"/>
          <a:stretch>
            <a:fillRect/>
          </a:stretch>
        </p:blipFill>
        <p:spPr>
          <a:xfrm>
            <a:off x="7710364" y="3891273"/>
            <a:ext cx="417087" cy="102562"/>
          </a:xfrm>
          <a:prstGeom prst="rect">
            <a:avLst/>
          </a:prstGeom>
        </p:spPr>
      </p:pic>
      <p:sp>
        <p:nvSpPr>
          <p:cNvPr id="70" name="TextBox 69">
            <a:extLst>
              <a:ext uri="{FF2B5EF4-FFF2-40B4-BE49-F238E27FC236}">
                <a16:creationId xmlns:a16="http://schemas.microsoft.com/office/drawing/2014/main" id="{70B9F6DC-2F65-5479-AB77-89F7052FE3B3}"/>
              </a:ext>
            </a:extLst>
          </p:cNvPr>
          <p:cNvSpPr txBox="1"/>
          <p:nvPr/>
        </p:nvSpPr>
        <p:spPr>
          <a:xfrm>
            <a:off x="7622711" y="4007135"/>
            <a:ext cx="597002" cy="253619"/>
          </a:xfrm>
          <a:prstGeom prst="rect">
            <a:avLst/>
          </a:prstGeom>
          <a:noFill/>
        </p:spPr>
        <p:txBody>
          <a:bodyPr wrap="square" lIns="91440" tIns="45720" rIns="91440" bIns="45720" rtlCol="0" anchor="t">
            <a:noAutofit/>
          </a:bodyPr>
          <a:lstStyle/>
          <a:p>
            <a:pPr algn="ctr"/>
            <a:r>
              <a:rPr lang="en-US" sz="700">
                <a:solidFill>
                  <a:srgbClr val="334054"/>
                </a:solidFill>
                <a:latin typeface="Century Gothic"/>
                <a:ea typeface="Verdana"/>
                <a:cs typeface="Arial"/>
              </a:rPr>
              <a:t>others</a:t>
            </a:r>
            <a:endParaRPr lang="en-US" sz="700">
              <a:latin typeface="Century Gothic"/>
            </a:endParaRPr>
          </a:p>
        </p:txBody>
      </p:sp>
      <p:sp>
        <p:nvSpPr>
          <p:cNvPr id="71" name="object 6">
            <a:extLst>
              <a:ext uri="{FF2B5EF4-FFF2-40B4-BE49-F238E27FC236}">
                <a16:creationId xmlns:a16="http://schemas.microsoft.com/office/drawing/2014/main" id="{718E5394-5C87-4DF9-3C4E-EF37480AA21D}"/>
              </a:ext>
            </a:extLst>
          </p:cNvPr>
          <p:cNvSpPr txBox="1"/>
          <p:nvPr/>
        </p:nvSpPr>
        <p:spPr>
          <a:xfrm>
            <a:off x="8829760" y="4644202"/>
            <a:ext cx="1163773" cy="223779"/>
          </a:xfrm>
          <a:prstGeom prst="rect">
            <a:avLst/>
          </a:prstGeom>
        </p:spPr>
        <p:txBody>
          <a:bodyPr vert="horz" wrap="square" lIns="0" tIns="99695" rIns="0" bIns="0" rtlCol="0" anchor="ctr">
            <a:spAutoFit/>
          </a:bodyPr>
          <a:lstStyle/>
          <a:p>
            <a:pPr marL="12700" algn="ctr">
              <a:spcBef>
                <a:spcPts val="125"/>
              </a:spcBef>
              <a:defRPr/>
            </a:pPr>
            <a:r>
              <a:rPr lang="en-IN" sz="800" b="1" spc="-10">
                <a:solidFill>
                  <a:schemeClr val="accent6">
                    <a:lumMod val="75000"/>
                  </a:schemeClr>
                </a:solidFill>
                <a:latin typeface="Century Gothic"/>
                <a:ea typeface="Verdana"/>
                <a:cs typeface="Arial"/>
              </a:rPr>
              <a:t>Your Knowledge</a:t>
            </a:r>
            <a:endParaRPr lang="en-US" sz="800" b="0" i="0" u="none" strike="noStrike" kern="1200" cap="none" spc="0" normalizeH="0" baseline="0" noProof="0">
              <a:ln>
                <a:noFill/>
              </a:ln>
              <a:solidFill>
                <a:schemeClr val="accent6">
                  <a:lumMod val="75000"/>
                </a:schemeClr>
              </a:solidFill>
              <a:effectLst/>
              <a:uLnTx/>
              <a:uFillTx/>
              <a:latin typeface="Century Gothic"/>
              <a:ea typeface="Verdana" panose="020B0604030504040204" pitchFamily="34" charset="0"/>
              <a:cs typeface="Microsoft Sans Serif"/>
            </a:endParaRPr>
          </a:p>
        </p:txBody>
      </p:sp>
      <p:pic>
        <p:nvPicPr>
          <p:cNvPr id="72" name="Picture 71">
            <a:extLst>
              <a:ext uri="{FF2B5EF4-FFF2-40B4-BE49-F238E27FC236}">
                <a16:creationId xmlns:a16="http://schemas.microsoft.com/office/drawing/2014/main" id="{69BAA2FC-9A2B-0C8D-D360-3953E5117524}"/>
              </a:ext>
            </a:extLst>
          </p:cNvPr>
          <p:cNvPicPr>
            <a:picLocks noChangeAspect="1"/>
          </p:cNvPicPr>
          <p:nvPr/>
        </p:nvPicPr>
        <p:blipFill>
          <a:blip r:embed="rId6"/>
          <a:stretch>
            <a:fillRect/>
          </a:stretch>
        </p:blipFill>
        <p:spPr>
          <a:xfrm>
            <a:off x="7997515" y="5022752"/>
            <a:ext cx="268974" cy="240660"/>
          </a:xfrm>
          <a:prstGeom prst="rect">
            <a:avLst/>
          </a:prstGeom>
        </p:spPr>
      </p:pic>
      <p:pic>
        <p:nvPicPr>
          <p:cNvPr id="37" name="Picture 36">
            <a:extLst>
              <a:ext uri="{FF2B5EF4-FFF2-40B4-BE49-F238E27FC236}">
                <a16:creationId xmlns:a16="http://schemas.microsoft.com/office/drawing/2014/main" id="{92C63904-A635-F755-DABA-869D4C6261CB}"/>
              </a:ext>
            </a:extLst>
          </p:cNvPr>
          <p:cNvPicPr>
            <a:picLocks noChangeAspect="1"/>
          </p:cNvPicPr>
          <p:nvPr/>
        </p:nvPicPr>
        <p:blipFill>
          <a:blip r:embed="rId17"/>
          <a:stretch>
            <a:fillRect/>
          </a:stretch>
        </p:blipFill>
        <p:spPr>
          <a:xfrm>
            <a:off x="8386817" y="5066516"/>
            <a:ext cx="761432" cy="176564"/>
          </a:xfrm>
          <a:prstGeom prst="rect">
            <a:avLst/>
          </a:prstGeom>
        </p:spPr>
      </p:pic>
      <p:pic>
        <p:nvPicPr>
          <p:cNvPr id="44" name="Picture 43">
            <a:extLst>
              <a:ext uri="{FF2B5EF4-FFF2-40B4-BE49-F238E27FC236}">
                <a16:creationId xmlns:a16="http://schemas.microsoft.com/office/drawing/2014/main" id="{2AAD5D53-52D9-061B-CBE5-B74B4A41787F}"/>
              </a:ext>
            </a:extLst>
          </p:cNvPr>
          <p:cNvPicPr>
            <a:picLocks noChangeAspect="1"/>
          </p:cNvPicPr>
          <p:nvPr/>
        </p:nvPicPr>
        <p:blipFill>
          <a:blip r:embed="rId18"/>
          <a:stretch>
            <a:fillRect/>
          </a:stretch>
        </p:blipFill>
        <p:spPr>
          <a:xfrm>
            <a:off x="9234532" y="5063927"/>
            <a:ext cx="889401" cy="163493"/>
          </a:xfrm>
          <a:prstGeom prst="rect">
            <a:avLst/>
          </a:prstGeom>
        </p:spPr>
      </p:pic>
      <p:pic>
        <p:nvPicPr>
          <p:cNvPr id="73" name="Picture 72">
            <a:extLst>
              <a:ext uri="{FF2B5EF4-FFF2-40B4-BE49-F238E27FC236}">
                <a16:creationId xmlns:a16="http://schemas.microsoft.com/office/drawing/2014/main" id="{D7E4F19C-84B5-9502-CE73-CE353C64116B}"/>
              </a:ext>
            </a:extLst>
          </p:cNvPr>
          <p:cNvPicPr>
            <a:picLocks noChangeAspect="1"/>
          </p:cNvPicPr>
          <p:nvPr/>
        </p:nvPicPr>
        <p:blipFill>
          <a:blip r:embed="rId19"/>
          <a:stretch>
            <a:fillRect/>
          </a:stretch>
        </p:blipFill>
        <p:spPr>
          <a:xfrm>
            <a:off x="10210216" y="5059552"/>
            <a:ext cx="190527" cy="214343"/>
          </a:xfrm>
          <a:prstGeom prst="rect">
            <a:avLst/>
          </a:prstGeom>
        </p:spPr>
      </p:pic>
      <p:pic>
        <p:nvPicPr>
          <p:cNvPr id="74" name="Picture 73">
            <a:extLst>
              <a:ext uri="{FF2B5EF4-FFF2-40B4-BE49-F238E27FC236}">
                <a16:creationId xmlns:a16="http://schemas.microsoft.com/office/drawing/2014/main" id="{8E7BB499-54FA-6234-342F-AB98EB3305A1}"/>
              </a:ext>
            </a:extLst>
          </p:cNvPr>
          <p:cNvPicPr>
            <a:picLocks noChangeAspect="1"/>
          </p:cNvPicPr>
          <p:nvPr/>
        </p:nvPicPr>
        <p:blipFill>
          <a:blip r:embed="rId20"/>
          <a:stretch>
            <a:fillRect/>
          </a:stretch>
        </p:blipFill>
        <p:spPr>
          <a:xfrm>
            <a:off x="10580442" y="5065391"/>
            <a:ext cx="539518" cy="155381"/>
          </a:xfrm>
          <a:prstGeom prst="rect">
            <a:avLst/>
          </a:prstGeom>
        </p:spPr>
      </p:pic>
      <p:pic>
        <p:nvPicPr>
          <p:cNvPr id="75" name="Picture 74">
            <a:extLst>
              <a:ext uri="{FF2B5EF4-FFF2-40B4-BE49-F238E27FC236}">
                <a16:creationId xmlns:a16="http://schemas.microsoft.com/office/drawing/2014/main" id="{CAF15985-E6D7-98CB-2439-69B62F15252D}"/>
              </a:ext>
            </a:extLst>
          </p:cNvPr>
          <p:cNvPicPr>
            <a:picLocks noChangeAspect="1"/>
          </p:cNvPicPr>
          <p:nvPr/>
        </p:nvPicPr>
        <p:blipFill>
          <a:blip r:embed="rId21"/>
          <a:stretch>
            <a:fillRect/>
          </a:stretch>
        </p:blipFill>
        <p:spPr>
          <a:xfrm>
            <a:off x="10572679" y="5270624"/>
            <a:ext cx="280481" cy="87261"/>
          </a:xfrm>
          <a:prstGeom prst="rect">
            <a:avLst/>
          </a:prstGeom>
        </p:spPr>
      </p:pic>
      <p:cxnSp>
        <p:nvCxnSpPr>
          <p:cNvPr id="76" name="Straight Connector 75">
            <a:extLst>
              <a:ext uri="{FF2B5EF4-FFF2-40B4-BE49-F238E27FC236}">
                <a16:creationId xmlns:a16="http://schemas.microsoft.com/office/drawing/2014/main" id="{ACAFECAA-3D15-B0C7-2345-D28FA4616B3F}"/>
              </a:ext>
            </a:extLst>
          </p:cNvPr>
          <p:cNvCxnSpPr/>
          <p:nvPr/>
        </p:nvCxnSpPr>
        <p:spPr>
          <a:xfrm flipH="1">
            <a:off x="7540552" y="3438645"/>
            <a:ext cx="8716" cy="868978"/>
          </a:xfrm>
          <a:prstGeom prst="line">
            <a:avLst/>
          </a:prstGeom>
          <a:ln w="3175">
            <a:solidFill>
              <a:schemeClr val="accent6">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D0B94BA8-A2D5-7B75-A468-5BA29C6007AE}"/>
              </a:ext>
            </a:extLst>
          </p:cNvPr>
          <p:cNvCxnSpPr/>
          <p:nvPr/>
        </p:nvCxnSpPr>
        <p:spPr>
          <a:xfrm flipH="1">
            <a:off x="8239123" y="3445897"/>
            <a:ext cx="8716" cy="868978"/>
          </a:xfrm>
          <a:prstGeom prst="line">
            <a:avLst/>
          </a:prstGeom>
          <a:ln w="3175">
            <a:solidFill>
              <a:schemeClr val="accent6">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sp>
        <p:nvSpPr>
          <p:cNvPr id="81" name="Rectangle 80">
            <a:extLst>
              <a:ext uri="{FF2B5EF4-FFF2-40B4-BE49-F238E27FC236}">
                <a16:creationId xmlns:a16="http://schemas.microsoft.com/office/drawing/2014/main" id="{48B0A794-4067-1755-0B65-9B9C5EEFC8FB}"/>
              </a:ext>
            </a:extLst>
          </p:cNvPr>
          <p:cNvSpPr/>
          <p:nvPr/>
        </p:nvSpPr>
        <p:spPr>
          <a:xfrm>
            <a:off x="7762425" y="4976874"/>
            <a:ext cx="3483840" cy="433703"/>
          </a:xfrm>
          <a:prstGeom prst="rect">
            <a:avLst/>
          </a:prstGeom>
          <a:noFill/>
          <a:ln>
            <a:solidFill>
              <a:srgbClr val="6362D7"/>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a:extLst>
              <a:ext uri="{FF2B5EF4-FFF2-40B4-BE49-F238E27FC236}">
                <a16:creationId xmlns:a16="http://schemas.microsoft.com/office/drawing/2014/main" id="{C3496A61-7E16-4A8D-E969-E58404D9BDAD}"/>
              </a:ext>
            </a:extLst>
          </p:cNvPr>
          <p:cNvSpPr/>
          <p:nvPr/>
        </p:nvSpPr>
        <p:spPr>
          <a:xfrm>
            <a:off x="8588522" y="2198249"/>
            <a:ext cx="1991919" cy="433703"/>
          </a:xfrm>
          <a:prstGeom prst="rect">
            <a:avLst/>
          </a:prstGeom>
          <a:noFill/>
          <a:ln>
            <a:solidFill>
              <a:srgbClr val="6362D7"/>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a:extLst>
              <a:ext uri="{FF2B5EF4-FFF2-40B4-BE49-F238E27FC236}">
                <a16:creationId xmlns:a16="http://schemas.microsoft.com/office/drawing/2014/main" id="{330000A3-ABBB-2821-D6D9-A494855592FE}"/>
              </a:ext>
            </a:extLst>
          </p:cNvPr>
          <p:cNvSpPr/>
          <p:nvPr/>
        </p:nvSpPr>
        <p:spPr>
          <a:xfrm>
            <a:off x="10891016" y="5284751"/>
            <a:ext cx="665824" cy="239895"/>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solidFill>
                  <a:schemeClr val="bg2">
                    <a:lumMod val="25000"/>
                  </a:schemeClr>
                </a:solidFill>
                <a:latin typeface="Century Gothic" panose="020B0502020202020204" pitchFamily="34" charset="0"/>
              </a:rPr>
              <a:t>+BYO RAG</a:t>
            </a:r>
          </a:p>
        </p:txBody>
      </p:sp>
      <p:sp>
        <p:nvSpPr>
          <p:cNvPr id="84" name="Rectangle 83">
            <a:extLst>
              <a:ext uri="{FF2B5EF4-FFF2-40B4-BE49-F238E27FC236}">
                <a16:creationId xmlns:a16="http://schemas.microsoft.com/office/drawing/2014/main" id="{3A060FB3-9293-8E94-E9CA-94CD13D3D2E5}"/>
              </a:ext>
            </a:extLst>
          </p:cNvPr>
          <p:cNvSpPr/>
          <p:nvPr/>
        </p:nvSpPr>
        <p:spPr>
          <a:xfrm>
            <a:off x="10373683" y="2496864"/>
            <a:ext cx="665824" cy="239895"/>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solidFill>
                  <a:schemeClr val="bg2">
                    <a:lumMod val="25000"/>
                  </a:schemeClr>
                </a:solidFill>
                <a:latin typeface="Century Gothic" panose="020B0502020202020204" pitchFamily="34" charset="0"/>
              </a:rPr>
              <a:t>More..</a:t>
            </a:r>
          </a:p>
        </p:txBody>
      </p:sp>
      <p:sp>
        <p:nvSpPr>
          <p:cNvPr id="85" name="Rectangle 84">
            <a:extLst>
              <a:ext uri="{FF2B5EF4-FFF2-40B4-BE49-F238E27FC236}">
                <a16:creationId xmlns:a16="http://schemas.microsoft.com/office/drawing/2014/main" id="{1720E9AF-8B13-0C4A-60EF-A60702A8B996}"/>
              </a:ext>
            </a:extLst>
          </p:cNvPr>
          <p:cNvSpPr/>
          <p:nvPr/>
        </p:nvSpPr>
        <p:spPr>
          <a:xfrm>
            <a:off x="792077" y="5259855"/>
            <a:ext cx="6002305" cy="542127"/>
          </a:xfrm>
          <a:prstGeom prst="rect">
            <a:avLst/>
          </a:prstGeom>
          <a:noFill/>
          <a:ln w="6350">
            <a:solidFill>
              <a:srgbClr val="6362D7"/>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6" name="Straight Connector 85">
            <a:extLst>
              <a:ext uri="{FF2B5EF4-FFF2-40B4-BE49-F238E27FC236}">
                <a16:creationId xmlns:a16="http://schemas.microsoft.com/office/drawing/2014/main" id="{1B61E48A-839C-25A8-ED83-EB0940853A2F}"/>
              </a:ext>
            </a:extLst>
          </p:cNvPr>
          <p:cNvCxnSpPr/>
          <p:nvPr/>
        </p:nvCxnSpPr>
        <p:spPr>
          <a:xfrm>
            <a:off x="3464227" y="2734211"/>
            <a:ext cx="0" cy="1970344"/>
          </a:xfrm>
          <a:prstGeom prst="line">
            <a:avLst/>
          </a:prstGeom>
          <a:ln>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E3517BEA-8160-0961-651A-166690A6498D}"/>
              </a:ext>
            </a:extLst>
          </p:cNvPr>
          <p:cNvCxnSpPr/>
          <p:nvPr/>
        </p:nvCxnSpPr>
        <p:spPr>
          <a:xfrm>
            <a:off x="7428684" y="3800326"/>
            <a:ext cx="253849" cy="0"/>
          </a:xfrm>
          <a:prstGeom prst="line">
            <a:avLst/>
          </a:prstGeom>
          <a:ln w="12700">
            <a:solidFill>
              <a:srgbClr val="6362D7"/>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C1BE2296-258B-B608-7135-A8326D4414C9}"/>
              </a:ext>
            </a:extLst>
          </p:cNvPr>
          <p:cNvCxnSpPr/>
          <p:nvPr/>
        </p:nvCxnSpPr>
        <p:spPr>
          <a:xfrm>
            <a:off x="8125707" y="3800326"/>
            <a:ext cx="253849" cy="0"/>
          </a:xfrm>
          <a:prstGeom prst="line">
            <a:avLst/>
          </a:prstGeom>
          <a:ln w="12700">
            <a:solidFill>
              <a:srgbClr val="6362D7"/>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9DD51E21-644F-5748-74A3-39D7F210A6A3}"/>
              </a:ext>
            </a:extLst>
          </p:cNvPr>
          <p:cNvCxnSpPr/>
          <p:nvPr/>
        </p:nvCxnSpPr>
        <p:spPr>
          <a:xfrm>
            <a:off x="10508979" y="3800326"/>
            <a:ext cx="253849" cy="0"/>
          </a:xfrm>
          <a:prstGeom prst="line">
            <a:avLst/>
          </a:prstGeom>
          <a:ln w="12700">
            <a:solidFill>
              <a:srgbClr val="6362D7"/>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6A2D14AA-6E81-A588-5A4D-726A4B031590}"/>
              </a:ext>
            </a:extLst>
          </p:cNvPr>
          <p:cNvCxnSpPr/>
          <p:nvPr/>
        </p:nvCxnSpPr>
        <p:spPr>
          <a:xfrm>
            <a:off x="11504615" y="3800326"/>
            <a:ext cx="253849" cy="0"/>
          </a:xfrm>
          <a:prstGeom prst="line">
            <a:avLst/>
          </a:prstGeom>
          <a:ln w="12700">
            <a:solidFill>
              <a:srgbClr val="6362D7"/>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5963034E-BF9A-F246-D235-EB702B0778EE}"/>
              </a:ext>
            </a:extLst>
          </p:cNvPr>
          <p:cNvCxnSpPr/>
          <p:nvPr/>
        </p:nvCxnSpPr>
        <p:spPr>
          <a:xfrm>
            <a:off x="9431042" y="4469033"/>
            <a:ext cx="0" cy="26142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87115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5" name="Title 1">
            <a:extLst>
              <a:ext uri="{FF2B5EF4-FFF2-40B4-BE49-F238E27FC236}">
                <a16:creationId xmlns:a16="http://schemas.microsoft.com/office/drawing/2014/main" id="{491F7CF3-EF8B-E05F-0489-70D15EA0CA3F}"/>
              </a:ext>
            </a:extLst>
          </p:cNvPr>
          <p:cNvSpPr txBox="1">
            <a:spLocks/>
          </p:cNvSpPr>
          <p:nvPr/>
        </p:nvSpPr>
        <p:spPr>
          <a:xfrm>
            <a:off x="385998" y="241050"/>
            <a:ext cx="11396086" cy="1025526"/>
          </a:xfrm>
          <a:prstGeom prst="rect">
            <a:avLst/>
          </a:prstGeom>
          <a:noFill/>
          <a:ln>
            <a:noFill/>
          </a:ln>
        </p:spPr>
        <p:txBody>
          <a:bodyPr spcFirstLastPara="1" vert="horz" wrap="square" lIns="91425" tIns="45700" rIns="91425" bIns="45700" rtlCol="0" anchor="ctr" anchorCtr="0">
            <a:normAutofit/>
          </a:bodyPr>
          <a:lstStyle>
            <a:lvl1pPr lvl="0" algn="l" defTabSz="914377" rtl="0" eaLnBrk="1" latinLnBrk="0" hangingPunct="1">
              <a:lnSpc>
                <a:spcPct val="90000"/>
              </a:lnSpc>
              <a:spcBef>
                <a:spcPts val="0"/>
              </a:spcBef>
              <a:spcAft>
                <a:spcPts val="0"/>
              </a:spcAft>
              <a:buClr>
                <a:schemeClr val="dk1"/>
              </a:buClr>
              <a:buSzPts val="3600"/>
              <a:buFont typeface="Arial"/>
              <a:buNone/>
              <a:defRPr sz="3600" b="1" i="0" kern="1200">
                <a:solidFill>
                  <a:schemeClr val="dk1"/>
                </a:solidFill>
                <a:latin typeface="+mj-lt"/>
                <a:ea typeface="Myriad Pro" panose="020B0503030403020204" pitchFamily="34" charset="0"/>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IN" sz="2800" b="0">
                <a:latin typeface="PP Neue Machina Plain" pitchFamily="50" charset="0"/>
              </a:rPr>
              <a:t>Information and Knowledge Management</a:t>
            </a:r>
            <a:endParaRPr lang="en-US" sz="2800" b="0">
              <a:latin typeface="PP Neue Machina Plain" pitchFamily="50" charset="0"/>
            </a:endParaRPr>
          </a:p>
        </p:txBody>
      </p:sp>
      <p:sp>
        <p:nvSpPr>
          <p:cNvPr id="7" name="TextBox 6">
            <a:extLst>
              <a:ext uri="{FF2B5EF4-FFF2-40B4-BE49-F238E27FC236}">
                <a16:creationId xmlns:a16="http://schemas.microsoft.com/office/drawing/2014/main" id="{6B442F1D-072D-064C-E4E3-201F121BA8C5}"/>
              </a:ext>
            </a:extLst>
          </p:cNvPr>
          <p:cNvSpPr txBox="1"/>
          <p:nvPr/>
        </p:nvSpPr>
        <p:spPr>
          <a:xfrm>
            <a:off x="382271" y="1110650"/>
            <a:ext cx="11400674" cy="1162205"/>
          </a:xfrm>
          <a:prstGeom prst="rect">
            <a:avLst/>
          </a:prstGeom>
          <a:noFill/>
        </p:spPr>
        <p:txBody>
          <a:bodyPr wrap="square" lIns="91440" tIns="45720" rIns="91440" bIns="45720" rtlCol="0" anchor="t">
            <a:noAutofit/>
          </a:bodyPr>
          <a:lstStyle/>
          <a:p>
            <a:pPr marL="12700" algn="just">
              <a:spcBef>
                <a:spcPts val="844"/>
              </a:spcBef>
            </a:pPr>
            <a:r>
              <a:rPr lang="en-US" sz="1400" b="1">
                <a:latin typeface="Century Gothic"/>
                <a:ea typeface="Verdana"/>
              </a:rPr>
              <a:t>The Situation: Connect the dots amongst documents that “are all over the place” …. literarily</a:t>
            </a:r>
            <a:endParaRPr lang="en-US" sz="1400">
              <a:latin typeface="Century Gothic"/>
              <a:ea typeface="Verdana"/>
            </a:endParaRPr>
          </a:p>
          <a:p>
            <a:pPr marL="184150" marR="5080" indent="-171450" algn="just">
              <a:lnSpc>
                <a:spcPct val="108700"/>
              </a:lnSpc>
              <a:spcBef>
                <a:spcPts val="455"/>
              </a:spcBef>
              <a:buFont typeface="Arial,Sans-Serif"/>
              <a:buChar char="•"/>
            </a:pPr>
            <a:r>
              <a:rPr lang="en-US" sz="1200">
                <a:latin typeface="Century Gothic"/>
                <a:ea typeface="Verdana"/>
              </a:rPr>
              <a:t>Your organization’s knowledge are hidden amongst many documents, web sites, wikis</a:t>
            </a:r>
            <a:r>
              <a:rPr lang="en-US" sz="1200">
                <a:latin typeface="Century Gothic"/>
                <a:ea typeface="Verdana"/>
                <a:cs typeface="Century Gothic" panose="020B0502020202020204" pitchFamily="34" charset="0"/>
              </a:rPr>
              <a:t>, and repos</a:t>
            </a:r>
          </a:p>
          <a:p>
            <a:pPr marL="184150" marR="5080" indent="-171450" algn="just">
              <a:lnSpc>
                <a:spcPct val="108700"/>
              </a:lnSpc>
              <a:spcBef>
                <a:spcPts val="455"/>
              </a:spcBef>
              <a:buFont typeface="Arial,Sans-Serif"/>
              <a:buChar char="•"/>
            </a:pPr>
            <a:r>
              <a:rPr lang="en-US" sz="1200">
                <a:latin typeface="Century Gothic"/>
                <a:ea typeface="Verdana"/>
                <a:cs typeface="Century Gothic" panose="020B0502020202020204" pitchFamily="34" charset="0"/>
              </a:rPr>
              <a:t>Your colleagues are wasting time searching them and finding answers … with varying level of success</a:t>
            </a:r>
          </a:p>
          <a:p>
            <a:pPr marL="184150" marR="5080" indent="-171450" algn="just">
              <a:lnSpc>
                <a:spcPct val="108700"/>
              </a:lnSpc>
              <a:spcBef>
                <a:spcPts val="455"/>
              </a:spcBef>
              <a:buFont typeface="Arial,Sans-Serif"/>
              <a:buChar char="•"/>
            </a:pPr>
            <a:r>
              <a:rPr lang="en-US" sz="1200">
                <a:latin typeface="Century Gothic"/>
                <a:ea typeface="Verdana"/>
                <a:cs typeface="Century Gothic" panose="020B0502020202020204" pitchFamily="34" charset="0"/>
              </a:rPr>
              <a:t>Let the AI connect the dots for them</a:t>
            </a:r>
            <a:endParaRPr lang="en-US" sz="1200">
              <a:latin typeface="Century Gothic"/>
            </a:endParaRPr>
          </a:p>
        </p:txBody>
      </p:sp>
      <p:sp>
        <p:nvSpPr>
          <p:cNvPr id="13" name="object 6">
            <a:extLst>
              <a:ext uri="{FF2B5EF4-FFF2-40B4-BE49-F238E27FC236}">
                <a16:creationId xmlns:a16="http://schemas.microsoft.com/office/drawing/2014/main" id="{9F4EE215-DB81-13F9-3E03-F7FA56B85189}"/>
              </a:ext>
            </a:extLst>
          </p:cNvPr>
          <p:cNvSpPr txBox="1"/>
          <p:nvPr/>
        </p:nvSpPr>
        <p:spPr>
          <a:xfrm>
            <a:off x="767333" y="2637138"/>
            <a:ext cx="2905172" cy="854721"/>
          </a:xfrm>
          <a:prstGeom prst="rect">
            <a:avLst/>
          </a:prstGeom>
        </p:spPr>
        <p:txBody>
          <a:bodyPr vert="horz" wrap="square" lIns="0" tIns="99695" rIns="0" bIns="0" rtlCol="0" anchor="ctr">
            <a:spAutoFit/>
          </a:bodyPr>
          <a:lstStyle/>
          <a:p>
            <a:pPr marL="12700">
              <a:spcBef>
                <a:spcPts val="785"/>
              </a:spcBef>
              <a:defRPr/>
            </a:pPr>
            <a:r>
              <a:rPr kumimoji="0" sz="1100" b="1" i="0" u="none" strike="noStrike" kern="1200" cap="none" spc="-35" normalizeH="0" baseline="0" noProof="0">
                <a:ln>
                  <a:noFill/>
                </a:ln>
                <a:solidFill>
                  <a:srgbClr val="000000"/>
                </a:solidFill>
                <a:effectLst/>
                <a:uLnTx/>
                <a:uFillTx/>
                <a:latin typeface="Century Gothic"/>
                <a:ea typeface="Verdana"/>
                <a:cs typeface="Arial"/>
              </a:rPr>
              <a:t>Intelligent</a:t>
            </a:r>
            <a:r>
              <a:rPr lang="en-US" sz="1100" b="1" spc="-25">
                <a:solidFill>
                  <a:srgbClr val="000000"/>
                </a:solidFill>
                <a:latin typeface="Century Gothic"/>
                <a:ea typeface="Verdana"/>
                <a:cs typeface="Arial"/>
              </a:rPr>
              <a:t> Retrieval</a:t>
            </a:r>
            <a:endParaRPr lang="en-US" sz="1100" b="0" i="0" u="none" strike="noStrike" kern="1200" cap="none" spc="0" normalizeH="0" baseline="0" noProof="0">
              <a:ln>
                <a:noFill/>
              </a:ln>
              <a:solidFill>
                <a:srgbClr val="000000"/>
              </a:solidFill>
              <a:effectLst/>
              <a:uLnTx/>
              <a:uFillTx/>
              <a:latin typeface="Century Gothic"/>
              <a:ea typeface="Verdana"/>
              <a:cs typeface="Arial"/>
            </a:endParaRPr>
          </a:p>
          <a:p>
            <a:pPr marL="12700">
              <a:spcBef>
                <a:spcPts val="560"/>
              </a:spcBef>
              <a:defRPr/>
            </a:pPr>
            <a:r>
              <a:rPr lang="en-US" sz="1100" spc="-20">
                <a:solidFill>
                  <a:srgbClr val="4A5467"/>
                </a:solidFill>
                <a:latin typeface="Century Gothic"/>
                <a:ea typeface="Verdana"/>
                <a:cs typeface="Microsoft Sans Serif"/>
              </a:rPr>
              <a:t>R</a:t>
            </a:r>
            <a:r>
              <a:rPr lang="en-US" sz="1100" spc="-20">
                <a:solidFill>
                  <a:schemeClr val="tx1">
                    <a:lumMod val="65000"/>
                    <a:lumOff val="35000"/>
                  </a:schemeClr>
                </a:solidFill>
                <a:latin typeface="Century Gothic"/>
                <a:ea typeface="Verdana"/>
                <a:cs typeface="Microsoft Sans Serif"/>
              </a:rPr>
              <a:t>etrieve relevant context using semantic/ hybrid search </a:t>
            </a:r>
            <a:r>
              <a:rPr lang="en-US" sz="1100" spc="-20">
                <a:solidFill>
                  <a:srgbClr val="4A5467"/>
                </a:solidFill>
                <a:latin typeface="Century Gothic"/>
                <a:ea typeface="Verdana"/>
                <a:cs typeface="Microsoft Sans Serif"/>
              </a:rPr>
              <a:t>with query re-write, retrieval planning and re-ranking</a:t>
            </a:r>
            <a:endParaRPr sz="1100">
              <a:latin typeface="Century Gothic"/>
            </a:endParaRPr>
          </a:p>
        </p:txBody>
      </p:sp>
      <p:sp>
        <p:nvSpPr>
          <p:cNvPr id="15" name="object 6">
            <a:extLst>
              <a:ext uri="{FF2B5EF4-FFF2-40B4-BE49-F238E27FC236}">
                <a16:creationId xmlns:a16="http://schemas.microsoft.com/office/drawing/2014/main" id="{9ACD9D71-77E2-03EF-2E62-27A81D1ED13B}"/>
              </a:ext>
            </a:extLst>
          </p:cNvPr>
          <p:cNvSpPr txBox="1"/>
          <p:nvPr/>
        </p:nvSpPr>
        <p:spPr>
          <a:xfrm>
            <a:off x="4093785" y="2806814"/>
            <a:ext cx="2403857" cy="254557"/>
          </a:xfrm>
          <a:prstGeom prst="rect">
            <a:avLst/>
          </a:prstGeom>
        </p:spPr>
        <p:txBody>
          <a:bodyPr vert="horz" wrap="square" lIns="0" tIns="99695" rIns="0" bIns="0" rtlCol="0" anchor="ctr">
            <a:spAutoFit/>
          </a:bodyPr>
          <a:lstStyle/>
          <a:p>
            <a:pPr marL="12700">
              <a:spcBef>
                <a:spcPts val="125"/>
              </a:spcBef>
              <a:defRPr/>
            </a:pPr>
            <a:r>
              <a:rPr lang="en-IN" sz="1000" b="1" spc="-10">
                <a:solidFill>
                  <a:srgbClr val="0C0C0C"/>
                </a:solidFill>
                <a:latin typeface="Century Gothic"/>
                <a:ea typeface="Verdana"/>
                <a:cs typeface="Arial"/>
              </a:rPr>
              <a:t>Ingestion from multiple sources</a:t>
            </a:r>
            <a:endParaRPr lang="en-US" sz="1000" b="1"/>
          </a:p>
        </p:txBody>
      </p:sp>
      <p:sp>
        <p:nvSpPr>
          <p:cNvPr id="17" name="object 6">
            <a:extLst>
              <a:ext uri="{FF2B5EF4-FFF2-40B4-BE49-F238E27FC236}">
                <a16:creationId xmlns:a16="http://schemas.microsoft.com/office/drawing/2014/main" id="{3E6B6BAD-E423-AA38-BF0E-9C1DFB7F53C6}"/>
              </a:ext>
            </a:extLst>
          </p:cNvPr>
          <p:cNvSpPr txBox="1"/>
          <p:nvPr/>
        </p:nvSpPr>
        <p:spPr>
          <a:xfrm>
            <a:off x="4093785" y="3106428"/>
            <a:ext cx="2403857" cy="408445"/>
          </a:xfrm>
          <a:prstGeom prst="rect">
            <a:avLst/>
          </a:prstGeom>
        </p:spPr>
        <p:txBody>
          <a:bodyPr vert="horz" wrap="square" lIns="0" tIns="99695" rIns="0" bIns="0" rtlCol="0" anchor="ctr">
            <a:spAutoFit/>
          </a:bodyPr>
          <a:lstStyle/>
          <a:p>
            <a:pPr marL="12700">
              <a:spcBef>
                <a:spcPts val="125"/>
              </a:spcBef>
              <a:defRPr/>
            </a:pPr>
            <a:r>
              <a:rPr lang="en-IN" sz="1000" b="1" spc="-10">
                <a:solidFill>
                  <a:srgbClr val="0C0C0C"/>
                </a:solidFill>
                <a:latin typeface="Century Gothic"/>
                <a:ea typeface="Verdana"/>
                <a:cs typeface="Arial"/>
              </a:rPr>
              <a:t>Built-in chunking, embedding and re-ranking knowledge </a:t>
            </a:r>
            <a:endParaRPr lang="en-US" sz="1000" b="1"/>
          </a:p>
        </p:txBody>
      </p:sp>
      <p:sp>
        <p:nvSpPr>
          <p:cNvPr id="19" name="object 6">
            <a:extLst>
              <a:ext uri="{FF2B5EF4-FFF2-40B4-BE49-F238E27FC236}">
                <a16:creationId xmlns:a16="http://schemas.microsoft.com/office/drawing/2014/main" id="{55BD47CC-2F2C-F1A2-73D4-52AD82DE9339}"/>
              </a:ext>
            </a:extLst>
          </p:cNvPr>
          <p:cNvSpPr txBox="1"/>
          <p:nvPr/>
        </p:nvSpPr>
        <p:spPr>
          <a:xfrm>
            <a:off x="4093785" y="3639379"/>
            <a:ext cx="2403857" cy="254557"/>
          </a:xfrm>
          <a:prstGeom prst="rect">
            <a:avLst/>
          </a:prstGeom>
        </p:spPr>
        <p:txBody>
          <a:bodyPr vert="horz" wrap="square" lIns="0" tIns="99695" rIns="0" bIns="0" rtlCol="0" anchor="ctr">
            <a:spAutoFit/>
          </a:bodyPr>
          <a:lstStyle/>
          <a:p>
            <a:pPr marL="12700">
              <a:spcBef>
                <a:spcPts val="125"/>
              </a:spcBef>
              <a:defRPr/>
            </a:pPr>
            <a:r>
              <a:rPr lang="en-IN" sz="1000" b="1" spc="-10">
                <a:solidFill>
                  <a:srgbClr val="0C0C0C"/>
                </a:solidFill>
                <a:latin typeface="Century Gothic"/>
                <a:ea typeface="Verdana"/>
                <a:cs typeface="Arial"/>
              </a:rPr>
              <a:t>Semantic search with metadata filtering</a:t>
            </a:r>
            <a:endParaRPr lang="en-US" sz="1000" b="1"/>
          </a:p>
        </p:txBody>
      </p:sp>
      <p:sp>
        <p:nvSpPr>
          <p:cNvPr id="23" name="TextBox 22">
            <a:extLst>
              <a:ext uri="{FF2B5EF4-FFF2-40B4-BE49-F238E27FC236}">
                <a16:creationId xmlns:a16="http://schemas.microsoft.com/office/drawing/2014/main" id="{46C8ABFC-4667-B539-137E-EA816B2FC985}"/>
              </a:ext>
            </a:extLst>
          </p:cNvPr>
          <p:cNvSpPr txBox="1"/>
          <p:nvPr/>
        </p:nvSpPr>
        <p:spPr>
          <a:xfrm>
            <a:off x="719866" y="2362925"/>
            <a:ext cx="2035207" cy="431808"/>
          </a:xfrm>
          <a:prstGeom prst="rect">
            <a:avLst/>
          </a:prstGeom>
          <a:noFill/>
        </p:spPr>
        <p:txBody>
          <a:bodyPr wrap="square" lIns="91440" tIns="45720" rIns="91440" bIns="45720" rtlCol="0" anchor="t">
            <a:noAutofit/>
          </a:bodyPr>
          <a:lstStyle/>
          <a:p>
            <a:r>
              <a:rPr lang="en-US" sz="1300" b="1">
                <a:solidFill>
                  <a:srgbClr val="F50F7C"/>
                </a:solidFill>
                <a:latin typeface="Century Gothic"/>
                <a:ea typeface="Verdana"/>
              </a:rPr>
              <a:t>Core AI Capabilities</a:t>
            </a:r>
            <a:endParaRPr lang="en-US">
              <a:solidFill>
                <a:srgbClr val="F50F7C"/>
              </a:solidFill>
            </a:endParaRPr>
          </a:p>
        </p:txBody>
      </p:sp>
      <p:sp>
        <p:nvSpPr>
          <p:cNvPr id="25" name="TextBox 24">
            <a:extLst>
              <a:ext uri="{FF2B5EF4-FFF2-40B4-BE49-F238E27FC236}">
                <a16:creationId xmlns:a16="http://schemas.microsoft.com/office/drawing/2014/main" id="{6DE3C529-7BA7-9990-7389-CC6853F30652}"/>
              </a:ext>
            </a:extLst>
          </p:cNvPr>
          <p:cNvSpPr txBox="1"/>
          <p:nvPr/>
        </p:nvSpPr>
        <p:spPr>
          <a:xfrm>
            <a:off x="3835385" y="2353279"/>
            <a:ext cx="2729688" cy="441453"/>
          </a:xfrm>
          <a:prstGeom prst="rect">
            <a:avLst/>
          </a:prstGeom>
          <a:noFill/>
        </p:spPr>
        <p:txBody>
          <a:bodyPr wrap="square" lIns="91440" tIns="45720" rIns="91440" bIns="45720" rtlCol="0" anchor="t">
            <a:noAutofit/>
          </a:bodyPr>
          <a:lstStyle/>
          <a:p>
            <a:r>
              <a:rPr lang="en-US" sz="1300" b="1">
                <a:solidFill>
                  <a:srgbClr val="F50F7C"/>
                </a:solidFill>
                <a:latin typeface="Century Gothic"/>
                <a:ea typeface="Verdana"/>
              </a:rPr>
              <a:t>Flexible and Tested Approach</a:t>
            </a:r>
            <a:endParaRPr lang="en-US">
              <a:solidFill>
                <a:srgbClr val="F50F7C"/>
              </a:solidFill>
            </a:endParaRPr>
          </a:p>
        </p:txBody>
      </p:sp>
      <p:sp>
        <p:nvSpPr>
          <p:cNvPr id="42" name="object 6">
            <a:extLst>
              <a:ext uri="{FF2B5EF4-FFF2-40B4-BE49-F238E27FC236}">
                <a16:creationId xmlns:a16="http://schemas.microsoft.com/office/drawing/2014/main" id="{C86C9AAF-488A-75A5-9E62-0E611305D391}"/>
              </a:ext>
            </a:extLst>
          </p:cNvPr>
          <p:cNvSpPr txBox="1"/>
          <p:nvPr/>
        </p:nvSpPr>
        <p:spPr>
          <a:xfrm>
            <a:off x="767333" y="3723093"/>
            <a:ext cx="2905172" cy="854721"/>
          </a:xfrm>
          <a:prstGeom prst="rect">
            <a:avLst/>
          </a:prstGeom>
        </p:spPr>
        <p:txBody>
          <a:bodyPr vert="horz" wrap="square" lIns="0" tIns="99695" rIns="0" bIns="0" rtlCol="0" anchor="ctr">
            <a:spAutoFit/>
          </a:bodyPr>
          <a:lstStyle/>
          <a:p>
            <a:pPr marL="12700">
              <a:spcBef>
                <a:spcPts val="785"/>
              </a:spcBef>
              <a:defRPr/>
            </a:pPr>
            <a:r>
              <a:rPr lang="en-US" sz="1100" b="1" spc="-25">
                <a:solidFill>
                  <a:srgbClr val="000000"/>
                </a:solidFill>
                <a:latin typeface="Century Gothic"/>
                <a:ea typeface="Verdana"/>
                <a:cs typeface="Arial"/>
              </a:rPr>
              <a:t>Semantic Knowledge Store</a:t>
            </a:r>
            <a:endParaRPr lang="en-US">
              <a:solidFill>
                <a:srgbClr val="000000"/>
              </a:solidFill>
              <a:latin typeface="Aptos"/>
              <a:ea typeface="Verdana"/>
              <a:cs typeface="Arial"/>
            </a:endParaRPr>
          </a:p>
          <a:p>
            <a:pPr marL="12700">
              <a:spcBef>
                <a:spcPts val="560"/>
              </a:spcBef>
              <a:defRPr/>
            </a:pPr>
            <a:r>
              <a:rPr lang="en-US" sz="1100" spc="-20">
                <a:solidFill>
                  <a:srgbClr val="4A5467"/>
                </a:solidFill>
                <a:latin typeface="Century Gothic"/>
                <a:ea typeface="Verdana"/>
                <a:cs typeface="Microsoft Sans Serif"/>
              </a:rPr>
              <a:t>Chunk, embed, and enrich content with metadata, skills, and lineage to create a searchable enterprise corpus.</a:t>
            </a:r>
            <a:endParaRPr lang="en-US" sz="1100">
              <a:latin typeface="Century Gothic"/>
            </a:endParaRPr>
          </a:p>
        </p:txBody>
      </p:sp>
      <p:sp>
        <p:nvSpPr>
          <p:cNvPr id="43" name="object 6">
            <a:extLst>
              <a:ext uri="{FF2B5EF4-FFF2-40B4-BE49-F238E27FC236}">
                <a16:creationId xmlns:a16="http://schemas.microsoft.com/office/drawing/2014/main" id="{114999AB-7532-B650-5F5F-9428E122FA21}"/>
              </a:ext>
            </a:extLst>
          </p:cNvPr>
          <p:cNvSpPr txBox="1"/>
          <p:nvPr/>
        </p:nvSpPr>
        <p:spPr>
          <a:xfrm>
            <a:off x="717201" y="4758279"/>
            <a:ext cx="2905172" cy="685444"/>
          </a:xfrm>
          <a:prstGeom prst="rect">
            <a:avLst/>
          </a:prstGeom>
        </p:spPr>
        <p:txBody>
          <a:bodyPr vert="horz" wrap="square" lIns="0" tIns="99695" rIns="0" bIns="0" rtlCol="0" anchor="ctr">
            <a:spAutoFit/>
          </a:bodyPr>
          <a:lstStyle/>
          <a:p>
            <a:pPr marL="12700">
              <a:spcBef>
                <a:spcPts val="785"/>
              </a:spcBef>
              <a:defRPr/>
            </a:pPr>
            <a:r>
              <a:rPr lang="en-US" sz="1100" b="1" spc="-25">
                <a:solidFill>
                  <a:srgbClr val="000000"/>
                </a:solidFill>
                <a:latin typeface="Century Gothic"/>
                <a:ea typeface="Verdana"/>
                <a:cs typeface="Arial"/>
              </a:rPr>
              <a:t>Scalable Ingestion Pipeline</a:t>
            </a:r>
            <a:endParaRPr lang="en-US">
              <a:solidFill>
                <a:srgbClr val="000000"/>
              </a:solidFill>
              <a:latin typeface="Aptos"/>
              <a:ea typeface="Verdana"/>
              <a:cs typeface="Arial"/>
            </a:endParaRPr>
          </a:p>
          <a:p>
            <a:pPr marL="12700">
              <a:spcBef>
                <a:spcPts val="560"/>
              </a:spcBef>
              <a:defRPr/>
            </a:pPr>
            <a:r>
              <a:rPr lang="en-US" sz="1100" spc="-20">
                <a:solidFill>
                  <a:srgbClr val="4A5467"/>
                </a:solidFill>
                <a:latin typeface="Century Gothic"/>
                <a:ea typeface="Verdana"/>
                <a:cs typeface="Microsoft Sans Serif"/>
              </a:rPr>
              <a:t>Ingest data from diverse enterprise systems via scheduled, API, or custom pipelines..</a:t>
            </a:r>
            <a:endParaRPr lang="en-US" sz="1100">
              <a:latin typeface="Century Gothic"/>
            </a:endParaRPr>
          </a:p>
        </p:txBody>
      </p:sp>
      <p:sp>
        <p:nvSpPr>
          <p:cNvPr id="44" name="object 6">
            <a:extLst>
              <a:ext uri="{FF2B5EF4-FFF2-40B4-BE49-F238E27FC236}">
                <a16:creationId xmlns:a16="http://schemas.microsoft.com/office/drawing/2014/main" id="{D3EC971C-0051-09A2-D8EB-2049BAC904D0}"/>
              </a:ext>
            </a:extLst>
          </p:cNvPr>
          <p:cNvSpPr txBox="1"/>
          <p:nvPr/>
        </p:nvSpPr>
        <p:spPr>
          <a:xfrm>
            <a:off x="4093785" y="3983540"/>
            <a:ext cx="2247245" cy="408445"/>
          </a:xfrm>
          <a:prstGeom prst="rect">
            <a:avLst/>
          </a:prstGeom>
        </p:spPr>
        <p:txBody>
          <a:bodyPr vert="horz" wrap="square" lIns="0" tIns="99695" rIns="0" bIns="0" rtlCol="0" anchor="ctr">
            <a:spAutoFit/>
          </a:bodyPr>
          <a:lstStyle/>
          <a:p>
            <a:pPr marL="12700">
              <a:spcBef>
                <a:spcPts val="125"/>
              </a:spcBef>
              <a:defRPr/>
            </a:pPr>
            <a:r>
              <a:rPr lang="en-IN" sz="1000" b="1" spc="-10">
                <a:solidFill>
                  <a:srgbClr val="0C0C0C"/>
                </a:solidFill>
                <a:latin typeface="Century Gothic"/>
                <a:ea typeface="Verdana"/>
                <a:cs typeface="Arial"/>
              </a:rPr>
              <a:t>Feedback loops improve chunking, re-ranking and metadata quality</a:t>
            </a:r>
            <a:endParaRPr lang="en-US" sz="1000" b="1"/>
          </a:p>
        </p:txBody>
      </p:sp>
      <p:sp>
        <p:nvSpPr>
          <p:cNvPr id="47" name="TextBox 46">
            <a:extLst>
              <a:ext uri="{FF2B5EF4-FFF2-40B4-BE49-F238E27FC236}">
                <a16:creationId xmlns:a16="http://schemas.microsoft.com/office/drawing/2014/main" id="{AD91B0AE-C14F-0C43-7D52-126E0DE974E2}"/>
              </a:ext>
            </a:extLst>
          </p:cNvPr>
          <p:cNvSpPr txBox="1"/>
          <p:nvPr/>
        </p:nvSpPr>
        <p:spPr>
          <a:xfrm>
            <a:off x="3898208" y="4676084"/>
            <a:ext cx="2565713" cy="373935"/>
          </a:xfrm>
          <a:prstGeom prst="rect">
            <a:avLst/>
          </a:prstGeom>
          <a:noFill/>
        </p:spPr>
        <p:txBody>
          <a:bodyPr wrap="square" lIns="91440" tIns="45720" rIns="91440" bIns="45720" rtlCol="0" anchor="t">
            <a:noAutofit/>
          </a:bodyPr>
          <a:lstStyle/>
          <a:p>
            <a:r>
              <a:rPr lang="en-US" sz="1300" b="1">
                <a:solidFill>
                  <a:srgbClr val="F50F7C"/>
                </a:solidFill>
                <a:latin typeface="Century Gothic"/>
                <a:ea typeface="Verdana"/>
              </a:rPr>
              <a:t>Proven Business Outcomes</a:t>
            </a:r>
            <a:endParaRPr lang="en-US" sz="1300">
              <a:solidFill>
                <a:srgbClr val="F50F7C"/>
              </a:solidFill>
              <a:latin typeface="Century Gothic"/>
              <a:ea typeface="Verdana"/>
            </a:endParaRPr>
          </a:p>
        </p:txBody>
      </p:sp>
      <p:sp>
        <p:nvSpPr>
          <p:cNvPr id="49" name="TextBox 48">
            <a:extLst>
              <a:ext uri="{FF2B5EF4-FFF2-40B4-BE49-F238E27FC236}">
                <a16:creationId xmlns:a16="http://schemas.microsoft.com/office/drawing/2014/main" id="{3F9E9ABD-73FF-7AAA-3DF1-2BC052D0FF29}"/>
              </a:ext>
            </a:extLst>
          </p:cNvPr>
          <p:cNvSpPr txBox="1"/>
          <p:nvPr/>
        </p:nvSpPr>
        <p:spPr>
          <a:xfrm>
            <a:off x="3858103" y="4986901"/>
            <a:ext cx="1031685" cy="444119"/>
          </a:xfrm>
          <a:prstGeom prst="rect">
            <a:avLst/>
          </a:prstGeom>
          <a:noFill/>
        </p:spPr>
        <p:txBody>
          <a:bodyPr wrap="square" lIns="91440" tIns="45720" rIns="91440" bIns="45720" rtlCol="0" anchor="t">
            <a:noAutofit/>
          </a:bodyPr>
          <a:lstStyle/>
          <a:p>
            <a:r>
              <a:rPr lang="en-US" sz="2400">
                <a:solidFill>
                  <a:schemeClr val="tx1">
                    <a:lumMod val="95000"/>
                    <a:lumOff val="5000"/>
                  </a:schemeClr>
                </a:solidFill>
                <a:latin typeface="Century Gothic"/>
                <a:ea typeface="Verdana"/>
              </a:rPr>
              <a:t>20+</a:t>
            </a:r>
            <a:endParaRPr lang="en-US" sz="2400">
              <a:solidFill>
                <a:schemeClr val="tx1">
                  <a:lumMod val="95000"/>
                  <a:lumOff val="5000"/>
                </a:schemeClr>
              </a:solidFill>
            </a:endParaRPr>
          </a:p>
        </p:txBody>
      </p:sp>
      <p:sp>
        <p:nvSpPr>
          <p:cNvPr id="51" name="TextBox 50">
            <a:extLst>
              <a:ext uri="{FF2B5EF4-FFF2-40B4-BE49-F238E27FC236}">
                <a16:creationId xmlns:a16="http://schemas.microsoft.com/office/drawing/2014/main" id="{6740CE97-1C26-12B4-7253-781334914709}"/>
              </a:ext>
            </a:extLst>
          </p:cNvPr>
          <p:cNvSpPr txBox="1"/>
          <p:nvPr/>
        </p:nvSpPr>
        <p:spPr>
          <a:xfrm>
            <a:off x="4549918" y="5157348"/>
            <a:ext cx="1693424" cy="253619"/>
          </a:xfrm>
          <a:prstGeom prst="rect">
            <a:avLst/>
          </a:prstGeom>
          <a:noFill/>
        </p:spPr>
        <p:txBody>
          <a:bodyPr wrap="square" lIns="91440" tIns="45720" rIns="91440" bIns="45720" rtlCol="0" anchor="t">
            <a:noAutofit/>
          </a:bodyPr>
          <a:lstStyle/>
          <a:p>
            <a:r>
              <a:rPr lang="en-US" sz="1200" b="1">
                <a:solidFill>
                  <a:schemeClr val="tx1">
                    <a:lumMod val="95000"/>
                    <a:lumOff val="5000"/>
                  </a:schemeClr>
                </a:solidFill>
                <a:latin typeface="Century Gothic"/>
                <a:ea typeface="Verdana"/>
              </a:rPr>
              <a:t>and counting..</a:t>
            </a:r>
            <a:endParaRPr lang="en-US" sz="1200">
              <a:solidFill>
                <a:schemeClr val="tx1">
                  <a:lumMod val="95000"/>
                  <a:lumOff val="5000"/>
                </a:schemeClr>
              </a:solidFill>
            </a:endParaRPr>
          </a:p>
        </p:txBody>
      </p:sp>
      <p:sp>
        <p:nvSpPr>
          <p:cNvPr id="53" name="TextBox 52">
            <a:extLst>
              <a:ext uri="{FF2B5EF4-FFF2-40B4-BE49-F238E27FC236}">
                <a16:creationId xmlns:a16="http://schemas.microsoft.com/office/drawing/2014/main" id="{4F63F099-3EBA-D0A8-75AF-034F1EFCE962}"/>
              </a:ext>
            </a:extLst>
          </p:cNvPr>
          <p:cNvSpPr txBox="1"/>
          <p:nvPr/>
        </p:nvSpPr>
        <p:spPr>
          <a:xfrm>
            <a:off x="4539891" y="4986900"/>
            <a:ext cx="1693424" cy="253619"/>
          </a:xfrm>
          <a:prstGeom prst="rect">
            <a:avLst/>
          </a:prstGeom>
          <a:noFill/>
        </p:spPr>
        <p:txBody>
          <a:bodyPr wrap="square" lIns="91440" tIns="45720" rIns="91440" bIns="45720" rtlCol="0" anchor="t">
            <a:noAutofit/>
          </a:bodyPr>
          <a:lstStyle/>
          <a:p>
            <a:r>
              <a:rPr lang="en-US" sz="1100">
                <a:solidFill>
                  <a:srgbClr val="334054"/>
                </a:solidFill>
                <a:latin typeface="Century Gothic"/>
                <a:ea typeface="Verdana"/>
                <a:cs typeface="Arial"/>
              </a:rPr>
              <a:t>Enterprises benefitted</a:t>
            </a:r>
            <a:endParaRPr lang="en-US"/>
          </a:p>
        </p:txBody>
      </p:sp>
      <p:pic>
        <p:nvPicPr>
          <p:cNvPr id="55" name="Picture 54" descr="A screenshot of a computer application&#10;&#10;AI-generated content may be incorrect.">
            <a:extLst>
              <a:ext uri="{FF2B5EF4-FFF2-40B4-BE49-F238E27FC236}">
                <a16:creationId xmlns:a16="http://schemas.microsoft.com/office/drawing/2014/main" id="{24C7EED3-55C0-F157-1393-3A265F86775C}"/>
              </a:ext>
            </a:extLst>
          </p:cNvPr>
          <p:cNvPicPr>
            <a:picLocks noChangeAspect="1"/>
          </p:cNvPicPr>
          <p:nvPr/>
        </p:nvPicPr>
        <p:blipFill>
          <a:blip r:embed="rId3"/>
          <a:stretch>
            <a:fillRect/>
          </a:stretch>
        </p:blipFill>
        <p:spPr>
          <a:xfrm>
            <a:off x="6678293" y="2197054"/>
            <a:ext cx="5278501" cy="3586808"/>
          </a:xfrm>
          <a:prstGeom prst="rect">
            <a:avLst/>
          </a:prstGeom>
        </p:spPr>
      </p:pic>
      <p:cxnSp>
        <p:nvCxnSpPr>
          <p:cNvPr id="3" name="Straight Connector 2"/>
          <p:cNvCxnSpPr/>
          <p:nvPr/>
        </p:nvCxnSpPr>
        <p:spPr>
          <a:xfrm>
            <a:off x="792078" y="3677020"/>
            <a:ext cx="1643473" cy="0"/>
          </a:xfrm>
          <a:prstGeom prst="line">
            <a:avLst/>
          </a:prstGeom>
          <a:ln>
            <a:solidFill>
              <a:srgbClr val="6362D7"/>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792078" y="4703836"/>
            <a:ext cx="1643473" cy="0"/>
          </a:xfrm>
          <a:prstGeom prst="line">
            <a:avLst/>
          </a:prstGeom>
          <a:ln>
            <a:solidFill>
              <a:srgbClr val="6362D7"/>
            </a:solidFill>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3835385" y="2987644"/>
            <a:ext cx="184354" cy="0"/>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a:off x="3835385" y="3309543"/>
            <a:ext cx="184354" cy="0"/>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a:off x="3835385" y="3731012"/>
            <a:ext cx="184354" cy="0"/>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a:off x="3825414" y="4165426"/>
            <a:ext cx="184354" cy="0"/>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3754784" y="2734211"/>
            <a:ext cx="0" cy="2676756"/>
          </a:xfrm>
          <a:prstGeom prst="line">
            <a:avLst/>
          </a:prstGeom>
          <a:ln>
            <a:solidFill>
              <a:srgbClr val="6362D7"/>
            </a:solidFill>
          </a:ln>
        </p:spPr>
        <p:style>
          <a:lnRef idx="1">
            <a:schemeClr val="accent1"/>
          </a:lnRef>
          <a:fillRef idx="0">
            <a:schemeClr val="accent1"/>
          </a:fillRef>
          <a:effectRef idx="0">
            <a:schemeClr val="accent1"/>
          </a:effectRef>
          <a:fontRef idx="minor">
            <a:schemeClr val="tx1"/>
          </a:fontRef>
        </p:style>
      </p:cxn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1490" y="3893937"/>
            <a:ext cx="523762" cy="523762"/>
          </a:xfrm>
          <a:prstGeom prst="rect">
            <a:avLst/>
          </a:prstGeom>
        </p:spPr>
      </p:pic>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7288" y="2947813"/>
            <a:ext cx="432619" cy="432619"/>
          </a:xfrm>
          <a:prstGeom prst="rect">
            <a:avLst/>
          </a:prstGeom>
        </p:spPr>
      </p:pic>
      <p:pic>
        <p:nvPicPr>
          <p:cNvPr id="9" name="Picture 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90985" y="5001514"/>
            <a:ext cx="390025" cy="390025"/>
          </a:xfrm>
          <a:prstGeom prst="rect">
            <a:avLst/>
          </a:prstGeom>
        </p:spPr>
      </p:pic>
    </p:spTree>
    <p:extLst>
      <p:ext uri="{BB962C8B-B14F-4D97-AF65-F5344CB8AC3E}">
        <p14:creationId xmlns:p14="http://schemas.microsoft.com/office/powerpoint/2010/main" val="42301084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F79FCFC0-8199-02A8-F9D6-BF9320CBC472}"/>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C5C417AE-478A-167F-D9ED-39EBD0113A52}"/>
              </a:ext>
            </a:extLst>
          </p:cNvPr>
          <p:cNvSpPr txBox="1">
            <a:spLocks/>
          </p:cNvSpPr>
          <p:nvPr/>
        </p:nvSpPr>
        <p:spPr>
          <a:xfrm>
            <a:off x="385998" y="241050"/>
            <a:ext cx="11396086" cy="1025526"/>
          </a:xfrm>
          <a:prstGeom prst="rect">
            <a:avLst/>
          </a:prstGeom>
          <a:noFill/>
          <a:ln>
            <a:noFill/>
          </a:ln>
        </p:spPr>
        <p:txBody>
          <a:bodyPr spcFirstLastPara="1" vert="horz" wrap="square" lIns="91425" tIns="45700" rIns="91425" bIns="45700" rtlCol="0" anchor="ctr" anchorCtr="0">
            <a:normAutofit/>
          </a:bodyPr>
          <a:lstStyle>
            <a:lvl1pPr lvl="0" algn="l" defTabSz="914377" rtl="0" eaLnBrk="1" latinLnBrk="0" hangingPunct="1">
              <a:lnSpc>
                <a:spcPct val="90000"/>
              </a:lnSpc>
              <a:spcBef>
                <a:spcPts val="0"/>
              </a:spcBef>
              <a:spcAft>
                <a:spcPts val="0"/>
              </a:spcAft>
              <a:buClr>
                <a:schemeClr val="dk1"/>
              </a:buClr>
              <a:buSzPts val="3600"/>
              <a:buFont typeface="Arial"/>
              <a:buNone/>
              <a:defRPr sz="3600" b="1" i="0" kern="1200">
                <a:solidFill>
                  <a:schemeClr val="dk1"/>
                </a:solidFill>
                <a:latin typeface="+mj-lt"/>
                <a:ea typeface="Myriad Pro" panose="020B0503030403020204" pitchFamily="34" charset="0"/>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IN" sz="2800" b="0">
                <a:latin typeface="PP Neue Machina Plain" pitchFamily="50" charset="0"/>
              </a:rPr>
              <a:t>Agentic Document Processing</a:t>
            </a:r>
            <a:endParaRPr lang="en-US" sz="2800" b="0">
              <a:latin typeface="PP Neue Machina Plain" pitchFamily="50" charset="0"/>
            </a:endParaRPr>
          </a:p>
        </p:txBody>
      </p:sp>
      <p:sp>
        <p:nvSpPr>
          <p:cNvPr id="7" name="TextBox 6">
            <a:extLst>
              <a:ext uri="{FF2B5EF4-FFF2-40B4-BE49-F238E27FC236}">
                <a16:creationId xmlns:a16="http://schemas.microsoft.com/office/drawing/2014/main" id="{9CE7295D-72EC-441F-6AA5-7976FE0BEE60}"/>
              </a:ext>
            </a:extLst>
          </p:cNvPr>
          <p:cNvSpPr txBox="1"/>
          <p:nvPr/>
        </p:nvSpPr>
        <p:spPr>
          <a:xfrm>
            <a:off x="382271" y="1110650"/>
            <a:ext cx="11661105" cy="1162205"/>
          </a:xfrm>
          <a:prstGeom prst="rect">
            <a:avLst/>
          </a:prstGeom>
          <a:noFill/>
        </p:spPr>
        <p:txBody>
          <a:bodyPr wrap="square" lIns="91440" tIns="45720" rIns="91440" bIns="45720" rtlCol="0" anchor="t">
            <a:noAutofit/>
          </a:bodyPr>
          <a:lstStyle/>
          <a:p>
            <a:pPr marL="12700" algn="just">
              <a:spcBef>
                <a:spcPts val="844"/>
              </a:spcBef>
            </a:pPr>
            <a:r>
              <a:rPr lang="en-US" sz="1400" b="1">
                <a:latin typeface="Century Gothic"/>
                <a:ea typeface="Verdana"/>
              </a:rPr>
              <a:t>The Situation: Agent-</a:t>
            </a:r>
            <a:r>
              <a:rPr lang="en-US" sz="1400" b="1" err="1">
                <a:latin typeface="Century Gothic"/>
                <a:ea typeface="Verdana"/>
              </a:rPr>
              <a:t>i</a:t>
            </a:r>
            <a:r>
              <a:rPr lang="en-US" sz="1400" b="1">
                <a:latin typeface="Century Gothic"/>
                <a:ea typeface="Verdana"/>
              </a:rPr>
              <a:t>-</a:t>
            </a:r>
            <a:r>
              <a:rPr lang="en-US" sz="1400" b="1" err="1">
                <a:latin typeface="Century Gothic"/>
                <a:ea typeface="Verdana"/>
              </a:rPr>
              <a:t>fy</a:t>
            </a:r>
            <a:r>
              <a:rPr lang="en-US" sz="1400" b="1">
                <a:latin typeface="Century Gothic"/>
                <a:ea typeface="Verdana"/>
              </a:rPr>
              <a:t> processing of your documents …. Regardless of their form and format</a:t>
            </a:r>
            <a:endParaRPr lang="en-US" sz="1400">
              <a:latin typeface="Century Gothic"/>
              <a:ea typeface="Verdana"/>
            </a:endParaRPr>
          </a:p>
          <a:p>
            <a:pPr marL="184150" marR="5080" indent="-171450" algn="just">
              <a:lnSpc>
                <a:spcPct val="108700"/>
              </a:lnSpc>
              <a:spcBef>
                <a:spcPts val="455"/>
              </a:spcBef>
              <a:buFont typeface="Arial,Sans-Serif"/>
              <a:buChar char="•"/>
            </a:pPr>
            <a:r>
              <a:rPr lang="en-US" sz="1100">
                <a:latin typeface="Century Gothic"/>
                <a:ea typeface="Verdana"/>
              </a:rPr>
              <a:t>Enterprises deal with a high volume of unstructured and semi-structured documents (invoices, forms, contracts, medical records, etc.) which are manually processed—leading to delays, errors</a:t>
            </a:r>
            <a:r>
              <a:rPr lang="en-US" sz="1100">
                <a:latin typeface="Century Gothic"/>
                <a:ea typeface="Verdana"/>
                <a:cs typeface="Century Gothic" panose="020B0502020202020204" pitchFamily="34" charset="0"/>
              </a:rPr>
              <a:t>, and compliance risks.</a:t>
            </a:r>
          </a:p>
          <a:p>
            <a:pPr marL="184150" marR="5080" indent="-171450" algn="just">
              <a:lnSpc>
                <a:spcPct val="108700"/>
              </a:lnSpc>
              <a:spcBef>
                <a:spcPts val="455"/>
              </a:spcBef>
              <a:buFont typeface="Arial,Sans-Serif"/>
              <a:buChar char="•"/>
            </a:pPr>
            <a:r>
              <a:rPr lang="en-US" sz="1100">
                <a:latin typeface="Century Gothic"/>
                <a:ea typeface="Verdana"/>
                <a:cs typeface="Century Gothic" panose="020B0502020202020204" pitchFamily="34" charset="0"/>
              </a:rPr>
              <a:t>Intelligent Document Processing (IDP) using Agentic AI enables automation by extracting, classifying, and validating information from documents with high accuracy, auditability, and integration capabilities.</a:t>
            </a:r>
            <a:endParaRPr lang="en-US" sz="1100">
              <a:latin typeface="Century Gothic"/>
            </a:endParaRPr>
          </a:p>
        </p:txBody>
      </p:sp>
      <p:sp>
        <p:nvSpPr>
          <p:cNvPr id="9" name="object 6">
            <a:extLst>
              <a:ext uri="{FF2B5EF4-FFF2-40B4-BE49-F238E27FC236}">
                <a16:creationId xmlns:a16="http://schemas.microsoft.com/office/drawing/2014/main" id="{FC2AE0E7-26F4-213A-C114-F2C254B94575}"/>
              </a:ext>
            </a:extLst>
          </p:cNvPr>
          <p:cNvSpPr txBox="1"/>
          <p:nvPr/>
        </p:nvSpPr>
        <p:spPr>
          <a:xfrm>
            <a:off x="792077" y="2727376"/>
            <a:ext cx="2880428" cy="654666"/>
          </a:xfrm>
          <a:prstGeom prst="rect">
            <a:avLst/>
          </a:prstGeom>
        </p:spPr>
        <p:txBody>
          <a:bodyPr vert="horz" wrap="square" lIns="0" tIns="99695" rIns="0" bIns="0" rtlCol="0" anchor="ctr">
            <a:spAutoFit/>
          </a:bodyPr>
          <a:lstStyle/>
          <a:p>
            <a:pPr marL="12700">
              <a:spcBef>
                <a:spcPts val="785"/>
              </a:spcBef>
              <a:defRPr/>
            </a:pPr>
            <a:r>
              <a:rPr lang="en-US" sz="1100" b="1" spc="-25">
                <a:solidFill>
                  <a:srgbClr val="000000"/>
                </a:solidFill>
                <a:latin typeface="Century Gothic"/>
                <a:ea typeface="Verdana"/>
                <a:cs typeface="Arial"/>
              </a:rPr>
              <a:t>Functional Validation</a:t>
            </a:r>
            <a:endParaRPr lang="en-US" sz="1100" b="0" i="0" u="none" strike="noStrike" kern="1200" cap="none" spc="0" normalizeH="0" baseline="0" noProof="0">
              <a:ln>
                <a:noFill/>
              </a:ln>
              <a:solidFill>
                <a:srgbClr val="000000"/>
              </a:solidFill>
              <a:effectLst/>
              <a:uLnTx/>
              <a:uFillTx/>
              <a:latin typeface="Century Gothic"/>
              <a:ea typeface="Verdana"/>
              <a:cs typeface="Arial"/>
            </a:endParaRPr>
          </a:p>
          <a:p>
            <a:pPr marL="12700">
              <a:spcBef>
                <a:spcPts val="560"/>
              </a:spcBef>
              <a:defRPr/>
            </a:pPr>
            <a:r>
              <a:rPr lang="en-US" sz="1000" spc="-20">
                <a:solidFill>
                  <a:srgbClr val="4A5462"/>
                </a:solidFill>
                <a:latin typeface="Verdana"/>
                <a:ea typeface="Verdana"/>
                <a:cs typeface="Microsoft Sans Serif"/>
              </a:rPr>
              <a:t>Ensured model accuracy, relevance, and consistency across prompt-response pairs.</a:t>
            </a:r>
            <a:endParaRPr lang="en-US" sz="1000" spc="-20">
              <a:solidFill>
                <a:srgbClr val="000000"/>
              </a:solidFill>
              <a:latin typeface="Verdana"/>
              <a:ea typeface="Verdana"/>
              <a:cs typeface="Microsoft Sans Serif"/>
            </a:endParaRPr>
          </a:p>
        </p:txBody>
      </p:sp>
      <p:sp>
        <p:nvSpPr>
          <p:cNvPr id="11" name="object 6">
            <a:extLst>
              <a:ext uri="{FF2B5EF4-FFF2-40B4-BE49-F238E27FC236}">
                <a16:creationId xmlns:a16="http://schemas.microsoft.com/office/drawing/2014/main" id="{312754AF-F0BD-D961-E690-9AB37212CDAA}"/>
              </a:ext>
            </a:extLst>
          </p:cNvPr>
          <p:cNvSpPr txBox="1"/>
          <p:nvPr/>
        </p:nvSpPr>
        <p:spPr>
          <a:xfrm>
            <a:off x="4093785" y="2820107"/>
            <a:ext cx="2403857" cy="408445"/>
          </a:xfrm>
          <a:prstGeom prst="rect">
            <a:avLst/>
          </a:prstGeom>
        </p:spPr>
        <p:txBody>
          <a:bodyPr vert="horz" wrap="square" lIns="0" tIns="99695" rIns="0" bIns="0" rtlCol="0" anchor="ctr">
            <a:spAutoFit/>
          </a:bodyPr>
          <a:lstStyle/>
          <a:p>
            <a:pPr marL="12700">
              <a:spcBef>
                <a:spcPts val="125"/>
              </a:spcBef>
              <a:defRPr/>
            </a:pPr>
            <a:r>
              <a:rPr lang="en-US" sz="1000" b="1" spc="-10">
                <a:latin typeface="Century Gothic"/>
                <a:ea typeface="Verdana"/>
                <a:cs typeface="Arial"/>
              </a:rPr>
              <a:t>Ingest documents via email, API, SharePoint or RPA or file systems</a:t>
            </a:r>
            <a:endParaRPr lang="en-US" sz="1000" b="1">
              <a:latin typeface="Century Gothic"/>
            </a:endParaRPr>
          </a:p>
        </p:txBody>
      </p:sp>
      <p:sp>
        <p:nvSpPr>
          <p:cNvPr id="15" name="object 6">
            <a:extLst>
              <a:ext uri="{FF2B5EF4-FFF2-40B4-BE49-F238E27FC236}">
                <a16:creationId xmlns:a16="http://schemas.microsoft.com/office/drawing/2014/main" id="{2E55CDFE-2E2A-D759-041E-4913D709231A}"/>
              </a:ext>
            </a:extLst>
          </p:cNvPr>
          <p:cNvSpPr txBox="1"/>
          <p:nvPr/>
        </p:nvSpPr>
        <p:spPr>
          <a:xfrm>
            <a:off x="4083759" y="3298604"/>
            <a:ext cx="2403857" cy="575157"/>
          </a:xfrm>
          <a:prstGeom prst="rect">
            <a:avLst/>
          </a:prstGeom>
        </p:spPr>
        <p:txBody>
          <a:bodyPr vert="horz" wrap="square" lIns="0" tIns="99695" rIns="0" bIns="0" rtlCol="0" anchor="ctr">
            <a:spAutoFit/>
          </a:bodyPr>
          <a:lstStyle/>
          <a:p>
            <a:pPr marL="12700">
              <a:spcBef>
                <a:spcPts val="125"/>
              </a:spcBef>
              <a:defRPr/>
            </a:pPr>
            <a:r>
              <a:rPr lang="en-US" sz="1000" b="1" spc="-10">
                <a:latin typeface="Century Gothic"/>
                <a:ea typeface="Verdana"/>
                <a:cs typeface="Arial"/>
              </a:rPr>
              <a:t>Apply layout-aware parsing, OCR, NER, and table extraction</a:t>
            </a:r>
            <a:endParaRPr lang="en-IN" sz="1000" b="1" spc="-10">
              <a:latin typeface="Century Gothic"/>
              <a:ea typeface="Verdana"/>
              <a:cs typeface="Arial"/>
            </a:endParaRPr>
          </a:p>
          <a:p>
            <a:pPr marL="12700">
              <a:spcBef>
                <a:spcPts val="125"/>
              </a:spcBef>
              <a:defRPr/>
            </a:pPr>
            <a:endParaRPr lang="en-IN" sz="1000" b="1" spc="-10">
              <a:solidFill>
                <a:srgbClr val="0C0C0C"/>
              </a:solidFill>
              <a:latin typeface="Century Gothic"/>
              <a:ea typeface="Verdana"/>
              <a:cs typeface="Arial"/>
            </a:endParaRPr>
          </a:p>
        </p:txBody>
      </p:sp>
      <p:sp>
        <p:nvSpPr>
          <p:cNvPr id="17" name="TextBox 16">
            <a:extLst>
              <a:ext uri="{FF2B5EF4-FFF2-40B4-BE49-F238E27FC236}">
                <a16:creationId xmlns:a16="http://schemas.microsoft.com/office/drawing/2014/main" id="{D29637F9-67AB-C3CF-5D8B-043C31D70D01}"/>
              </a:ext>
            </a:extLst>
          </p:cNvPr>
          <p:cNvSpPr txBox="1"/>
          <p:nvPr/>
        </p:nvSpPr>
        <p:spPr>
          <a:xfrm>
            <a:off x="719866" y="2453162"/>
            <a:ext cx="2035207" cy="431808"/>
          </a:xfrm>
          <a:prstGeom prst="rect">
            <a:avLst/>
          </a:prstGeom>
          <a:noFill/>
        </p:spPr>
        <p:txBody>
          <a:bodyPr wrap="square" lIns="91440" tIns="45720" rIns="91440" bIns="45720" rtlCol="0" anchor="t">
            <a:noAutofit/>
          </a:bodyPr>
          <a:lstStyle/>
          <a:p>
            <a:r>
              <a:rPr lang="en-US" sz="1300" b="1">
                <a:solidFill>
                  <a:schemeClr val="accent2">
                    <a:lumMod val="60000"/>
                    <a:lumOff val="40000"/>
                  </a:schemeClr>
                </a:solidFill>
                <a:latin typeface="Century Gothic"/>
                <a:ea typeface="Verdana"/>
              </a:rPr>
              <a:t>Core AI Capabilities</a:t>
            </a:r>
            <a:endParaRPr lang="en-US">
              <a:solidFill>
                <a:schemeClr val="accent2">
                  <a:lumMod val="60000"/>
                  <a:lumOff val="40000"/>
                </a:schemeClr>
              </a:solidFill>
            </a:endParaRPr>
          </a:p>
        </p:txBody>
      </p:sp>
      <p:sp>
        <p:nvSpPr>
          <p:cNvPr id="19" name="TextBox 18">
            <a:extLst>
              <a:ext uri="{FF2B5EF4-FFF2-40B4-BE49-F238E27FC236}">
                <a16:creationId xmlns:a16="http://schemas.microsoft.com/office/drawing/2014/main" id="{D4330FF6-8C34-BFAC-4A48-51D3786C6132}"/>
              </a:ext>
            </a:extLst>
          </p:cNvPr>
          <p:cNvSpPr txBox="1"/>
          <p:nvPr/>
        </p:nvSpPr>
        <p:spPr>
          <a:xfrm>
            <a:off x="3835385" y="2443516"/>
            <a:ext cx="2729688" cy="441453"/>
          </a:xfrm>
          <a:prstGeom prst="rect">
            <a:avLst/>
          </a:prstGeom>
          <a:noFill/>
        </p:spPr>
        <p:txBody>
          <a:bodyPr wrap="square" lIns="91440" tIns="45720" rIns="91440" bIns="45720" rtlCol="0" anchor="t">
            <a:noAutofit/>
          </a:bodyPr>
          <a:lstStyle/>
          <a:p>
            <a:r>
              <a:rPr lang="en-US" sz="1300" b="1">
                <a:solidFill>
                  <a:schemeClr val="accent2">
                    <a:lumMod val="60000"/>
                    <a:lumOff val="40000"/>
                  </a:schemeClr>
                </a:solidFill>
                <a:latin typeface="Century Gothic"/>
                <a:ea typeface="Verdana"/>
              </a:rPr>
              <a:t>Flexible and Tested Approach</a:t>
            </a:r>
            <a:endParaRPr lang="en-US">
              <a:solidFill>
                <a:schemeClr val="accent2">
                  <a:lumMod val="60000"/>
                  <a:lumOff val="40000"/>
                </a:schemeClr>
              </a:solidFill>
            </a:endParaRPr>
          </a:p>
        </p:txBody>
      </p:sp>
      <p:sp>
        <p:nvSpPr>
          <p:cNvPr id="31" name="object 6">
            <a:extLst>
              <a:ext uri="{FF2B5EF4-FFF2-40B4-BE49-F238E27FC236}">
                <a16:creationId xmlns:a16="http://schemas.microsoft.com/office/drawing/2014/main" id="{DF20A9D1-97EB-63FA-243D-112213E69F75}"/>
              </a:ext>
            </a:extLst>
          </p:cNvPr>
          <p:cNvSpPr txBox="1"/>
          <p:nvPr/>
        </p:nvSpPr>
        <p:spPr>
          <a:xfrm>
            <a:off x="792077" y="3533941"/>
            <a:ext cx="2880428" cy="854721"/>
          </a:xfrm>
          <a:prstGeom prst="rect">
            <a:avLst/>
          </a:prstGeom>
        </p:spPr>
        <p:txBody>
          <a:bodyPr vert="horz" wrap="square" lIns="0" tIns="99695" rIns="0" bIns="0" rtlCol="0" anchor="ctr">
            <a:spAutoFit/>
          </a:bodyPr>
          <a:lstStyle/>
          <a:p>
            <a:pPr marL="12700">
              <a:spcBef>
                <a:spcPts val="785"/>
              </a:spcBef>
              <a:defRPr/>
            </a:pPr>
            <a:r>
              <a:rPr lang="en-US" sz="1100" b="1" spc="-25">
                <a:solidFill>
                  <a:srgbClr val="000000"/>
                </a:solidFill>
                <a:latin typeface="Century Gothic"/>
                <a:ea typeface="Verdana"/>
                <a:cs typeface="Arial"/>
              </a:rPr>
              <a:t>Domain-Enriched Ontologies</a:t>
            </a:r>
            <a:endParaRPr lang="en-US" sz="1100">
              <a:latin typeface="Century Gothic"/>
            </a:endParaRPr>
          </a:p>
          <a:p>
            <a:pPr marL="12700">
              <a:spcBef>
                <a:spcPts val="560"/>
              </a:spcBef>
              <a:defRPr/>
            </a:pPr>
            <a:r>
              <a:rPr lang="en-US" sz="1100" spc="-20">
                <a:solidFill>
                  <a:srgbClr val="4A5467"/>
                </a:solidFill>
                <a:latin typeface="Century Gothic"/>
                <a:ea typeface="Verdana"/>
                <a:cs typeface="Microsoft Sans Serif"/>
              </a:rPr>
              <a:t>Enhance extracted data with domain-specific taxonomies, entity normalization, and policy-rule engine.</a:t>
            </a:r>
            <a:endParaRPr lang="en-US" sz="1100">
              <a:latin typeface="Century Gothic"/>
            </a:endParaRPr>
          </a:p>
        </p:txBody>
      </p:sp>
      <p:sp>
        <p:nvSpPr>
          <p:cNvPr id="33" name="object 6">
            <a:extLst>
              <a:ext uri="{FF2B5EF4-FFF2-40B4-BE49-F238E27FC236}">
                <a16:creationId xmlns:a16="http://schemas.microsoft.com/office/drawing/2014/main" id="{35AB69BB-271F-AB98-D356-9AB73B3A5EDF}"/>
              </a:ext>
            </a:extLst>
          </p:cNvPr>
          <p:cNvSpPr txBox="1"/>
          <p:nvPr/>
        </p:nvSpPr>
        <p:spPr>
          <a:xfrm>
            <a:off x="792077" y="4513559"/>
            <a:ext cx="2830295" cy="854721"/>
          </a:xfrm>
          <a:prstGeom prst="rect">
            <a:avLst/>
          </a:prstGeom>
        </p:spPr>
        <p:txBody>
          <a:bodyPr vert="horz" wrap="square" lIns="0" tIns="99695" rIns="0" bIns="0" rtlCol="0" anchor="ctr">
            <a:spAutoFit/>
          </a:bodyPr>
          <a:lstStyle/>
          <a:p>
            <a:pPr marL="12700">
              <a:spcBef>
                <a:spcPts val="785"/>
              </a:spcBef>
              <a:defRPr/>
            </a:pPr>
            <a:r>
              <a:rPr lang="en-US" sz="1100" b="1" spc="-25">
                <a:solidFill>
                  <a:srgbClr val="000000"/>
                </a:solidFill>
                <a:latin typeface="Century Gothic"/>
                <a:ea typeface="Verdana"/>
                <a:cs typeface="Arial"/>
              </a:rPr>
              <a:t>Automated Workflows &amp; Feedback Loops</a:t>
            </a:r>
            <a:endParaRPr lang="en-US" sz="1100">
              <a:latin typeface="Century Gothic"/>
            </a:endParaRPr>
          </a:p>
          <a:p>
            <a:pPr marL="12700">
              <a:spcBef>
                <a:spcPts val="560"/>
              </a:spcBef>
              <a:defRPr/>
            </a:pPr>
            <a:r>
              <a:rPr lang="en-US" sz="1100" spc="-20">
                <a:solidFill>
                  <a:srgbClr val="4A5467"/>
                </a:solidFill>
                <a:latin typeface="Century Gothic"/>
                <a:ea typeface="Verdana"/>
                <a:cs typeface="Microsoft Sans Serif"/>
              </a:rPr>
              <a:t>Trigger downstream actions with human-in-the-loop validation and continuous improvement</a:t>
            </a:r>
            <a:endParaRPr lang="en-US" sz="1100">
              <a:latin typeface="Century Gothic"/>
            </a:endParaRPr>
          </a:p>
        </p:txBody>
      </p:sp>
      <p:sp>
        <p:nvSpPr>
          <p:cNvPr id="35" name="object 6">
            <a:extLst>
              <a:ext uri="{FF2B5EF4-FFF2-40B4-BE49-F238E27FC236}">
                <a16:creationId xmlns:a16="http://schemas.microsoft.com/office/drawing/2014/main" id="{DA9E0323-30A7-886D-9E52-E672D15E8C34}"/>
              </a:ext>
            </a:extLst>
          </p:cNvPr>
          <p:cNvSpPr txBox="1"/>
          <p:nvPr/>
        </p:nvSpPr>
        <p:spPr>
          <a:xfrm>
            <a:off x="4093785" y="3762960"/>
            <a:ext cx="2403857" cy="408445"/>
          </a:xfrm>
          <a:prstGeom prst="rect">
            <a:avLst/>
          </a:prstGeom>
        </p:spPr>
        <p:txBody>
          <a:bodyPr vert="horz" wrap="square" lIns="0" tIns="99695" rIns="0" bIns="0" rtlCol="0" anchor="ctr">
            <a:spAutoFit/>
          </a:bodyPr>
          <a:lstStyle/>
          <a:p>
            <a:pPr marL="12700">
              <a:spcBef>
                <a:spcPts val="125"/>
              </a:spcBef>
              <a:defRPr/>
            </a:pPr>
            <a:r>
              <a:rPr lang="en-US" sz="1000" b="1" spc="-10">
                <a:latin typeface="Century Gothic"/>
                <a:ea typeface="Verdana"/>
                <a:cs typeface="Arial"/>
              </a:rPr>
              <a:t>Use pre-trained &amp; fine-tuned models with contextual validation</a:t>
            </a:r>
            <a:endParaRPr lang="en-US" sz="1000" b="1">
              <a:latin typeface="Century Gothic"/>
            </a:endParaRPr>
          </a:p>
        </p:txBody>
      </p:sp>
      <p:pic>
        <p:nvPicPr>
          <p:cNvPr id="53" name="Picture 52" descr="A diagram of a document processing process&#10;&#10;AI-generated content may be incorrect.">
            <a:extLst>
              <a:ext uri="{FF2B5EF4-FFF2-40B4-BE49-F238E27FC236}">
                <a16:creationId xmlns:a16="http://schemas.microsoft.com/office/drawing/2014/main" id="{A7EBC704-E000-D1A1-38AB-B4FBC8D56F12}"/>
              </a:ext>
            </a:extLst>
          </p:cNvPr>
          <p:cNvPicPr>
            <a:picLocks noChangeAspect="1"/>
          </p:cNvPicPr>
          <p:nvPr/>
        </p:nvPicPr>
        <p:blipFill>
          <a:blip r:embed="rId3">
            <a:clrChange>
              <a:clrFrom>
                <a:srgbClr val="EFF0F5"/>
              </a:clrFrom>
              <a:clrTo>
                <a:srgbClr val="EFF0F5">
                  <a:alpha val="0"/>
                </a:srgbClr>
              </a:clrTo>
            </a:clrChange>
          </a:blip>
          <a:stretch>
            <a:fillRect/>
          </a:stretch>
        </p:blipFill>
        <p:spPr>
          <a:xfrm>
            <a:off x="7278228" y="2437596"/>
            <a:ext cx="4909172" cy="3041266"/>
          </a:xfrm>
          <a:prstGeom prst="rect">
            <a:avLst/>
          </a:prstGeom>
        </p:spPr>
      </p:pic>
      <p:sp>
        <p:nvSpPr>
          <p:cNvPr id="55" name="object 6">
            <a:extLst>
              <a:ext uri="{FF2B5EF4-FFF2-40B4-BE49-F238E27FC236}">
                <a16:creationId xmlns:a16="http://schemas.microsoft.com/office/drawing/2014/main" id="{1670F0FD-C0A4-0FE3-2736-986B26BE3345}"/>
              </a:ext>
            </a:extLst>
          </p:cNvPr>
          <p:cNvSpPr txBox="1"/>
          <p:nvPr/>
        </p:nvSpPr>
        <p:spPr>
          <a:xfrm>
            <a:off x="4093785" y="4204119"/>
            <a:ext cx="2403857" cy="408445"/>
          </a:xfrm>
          <a:prstGeom prst="rect">
            <a:avLst/>
          </a:prstGeom>
        </p:spPr>
        <p:txBody>
          <a:bodyPr vert="horz" wrap="square" lIns="0" tIns="99695" rIns="0" bIns="0" rtlCol="0" anchor="ctr">
            <a:spAutoFit/>
          </a:bodyPr>
          <a:lstStyle/>
          <a:p>
            <a:pPr marL="12700">
              <a:spcBef>
                <a:spcPts val="125"/>
              </a:spcBef>
              <a:defRPr/>
            </a:pPr>
            <a:r>
              <a:rPr lang="en-US" sz="1000" b="1" spc="-10">
                <a:latin typeface="Century Gothic"/>
                <a:ea typeface="Verdana"/>
                <a:cs typeface="Arial"/>
              </a:rPr>
              <a:t>Feedback loops improve field accuracy</a:t>
            </a:r>
            <a:endParaRPr lang="en-US" sz="1000" b="1">
              <a:latin typeface="Century Gothic"/>
            </a:endParaRPr>
          </a:p>
        </p:txBody>
      </p:sp>
      <p:sp>
        <p:nvSpPr>
          <p:cNvPr id="57" name="TextBox 56">
            <a:extLst>
              <a:ext uri="{FF2B5EF4-FFF2-40B4-BE49-F238E27FC236}">
                <a16:creationId xmlns:a16="http://schemas.microsoft.com/office/drawing/2014/main" id="{B2836108-B5FC-946B-D787-F1DB1A38F303}"/>
              </a:ext>
            </a:extLst>
          </p:cNvPr>
          <p:cNvSpPr txBox="1"/>
          <p:nvPr/>
        </p:nvSpPr>
        <p:spPr>
          <a:xfrm>
            <a:off x="719866" y="5513719"/>
            <a:ext cx="2565713" cy="373935"/>
          </a:xfrm>
          <a:prstGeom prst="rect">
            <a:avLst/>
          </a:prstGeom>
          <a:noFill/>
        </p:spPr>
        <p:txBody>
          <a:bodyPr wrap="square" lIns="91440" tIns="45720" rIns="91440" bIns="45720" rtlCol="0" anchor="t">
            <a:noAutofit/>
          </a:bodyPr>
          <a:lstStyle/>
          <a:p>
            <a:r>
              <a:rPr lang="en-US" sz="1300" b="1">
                <a:solidFill>
                  <a:schemeClr val="accent2">
                    <a:lumMod val="60000"/>
                    <a:lumOff val="40000"/>
                  </a:schemeClr>
                </a:solidFill>
                <a:latin typeface="Century Gothic"/>
                <a:ea typeface="Verdana"/>
              </a:rPr>
              <a:t>Proven Business Outcomes</a:t>
            </a:r>
            <a:endParaRPr lang="en-US" sz="1300">
              <a:solidFill>
                <a:schemeClr val="accent2">
                  <a:lumMod val="60000"/>
                  <a:lumOff val="40000"/>
                </a:schemeClr>
              </a:solidFill>
              <a:latin typeface="Century Gothic"/>
              <a:ea typeface="Verdana"/>
            </a:endParaRPr>
          </a:p>
        </p:txBody>
      </p:sp>
      <p:sp>
        <p:nvSpPr>
          <p:cNvPr id="59" name="TextBox 58">
            <a:extLst>
              <a:ext uri="{FF2B5EF4-FFF2-40B4-BE49-F238E27FC236}">
                <a16:creationId xmlns:a16="http://schemas.microsoft.com/office/drawing/2014/main" id="{706333C0-3C2F-C8A3-7C74-49979A7F4BFB}"/>
              </a:ext>
            </a:extLst>
          </p:cNvPr>
          <p:cNvSpPr txBox="1"/>
          <p:nvPr/>
        </p:nvSpPr>
        <p:spPr>
          <a:xfrm>
            <a:off x="833588" y="5850174"/>
            <a:ext cx="1031685" cy="444119"/>
          </a:xfrm>
          <a:prstGeom prst="rect">
            <a:avLst/>
          </a:prstGeom>
          <a:noFill/>
        </p:spPr>
        <p:txBody>
          <a:bodyPr wrap="square" lIns="91440" tIns="45720" rIns="91440" bIns="45720" rtlCol="0" anchor="t">
            <a:noAutofit/>
          </a:bodyPr>
          <a:lstStyle/>
          <a:p>
            <a:r>
              <a:rPr lang="en-US" sz="2400">
                <a:solidFill>
                  <a:schemeClr val="tx1">
                    <a:lumMod val="95000"/>
                    <a:lumOff val="5000"/>
                  </a:schemeClr>
                </a:solidFill>
                <a:latin typeface="Century Gothic"/>
                <a:ea typeface="Verdana"/>
              </a:rPr>
              <a:t>90%</a:t>
            </a:r>
            <a:endParaRPr lang="en-US" sz="2400">
              <a:solidFill>
                <a:schemeClr val="tx1">
                  <a:lumMod val="95000"/>
                  <a:lumOff val="5000"/>
                </a:schemeClr>
              </a:solidFill>
            </a:endParaRPr>
          </a:p>
        </p:txBody>
      </p:sp>
      <p:sp>
        <p:nvSpPr>
          <p:cNvPr id="61" name="TextBox 60">
            <a:extLst>
              <a:ext uri="{FF2B5EF4-FFF2-40B4-BE49-F238E27FC236}">
                <a16:creationId xmlns:a16="http://schemas.microsoft.com/office/drawing/2014/main" id="{79818027-9B40-1425-6BA5-AA72E866EBD7}"/>
              </a:ext>
            </a:extLst>
          </p:cNvPr>
          <p:cNvSpPr txBox="1"/>
          <p:nvPr/>
        </p:nvSpPr>
        <p:spPr>
          <a:xfrm>
            <a:off x="1525403" y="6020620"/>
            <a:ext cx="1693424" cy="253619"/>
          </a:xfrm>
          <a:prstGeom prst="rect">
            <a:avLst/>
          </a:prstGeom>
          <a:noFill/>
        </p:spPr>
        <p:txBody>
          <a:bodyPr wrap="square" lIns="91440" tIns="45720" rIns="91440" bIns="45720" rtlCol="0" anchor="t">
            <a:noAutofit/>
          </a:bodyPr>
          <a:lstStyle/>
          <a:p>
            <a:r>
              <a:rPr lang="en-US" sz="1200" b="1">
                <a:solidFill>
                  <a:schemeClr val="tx1">
                    <a:lumMod val="95000"/>
                    <a:lumOff val="5000"/>
                  </a:schemeClr>
                </a:solidFill>
                <a:latin typeface="Century Gothic"/>
                <a:ea typeface="Verdana"/>
              </a:rPr>
              <a:t>Accuracy</a:t>
            </a:r>
            <a:endParaRPr lang="en-US"/>
          </a:p>
        </p:txBody>
      </p:sp>
      <p:sp>
        <p:nvSpPr>
          <p:cNvPr id="63" name="TextBox 62">
            <a:extLst>
              <a:ext uri="{FF2B5EF4-FFF2-40B4-BE49-F238E27FC236}">
                <a16:creationId xmlns:a16="http://schemas.microsoft.com/office/drawing/2014/main" id="{2DC2BC07-85A1-66F6-BD7D-C5D3C54B9614}"/>
              </a:ext>
            </a:extLst>
          </p:cNvPr>
          <p:cNvSpPr txBox="1"/>
          <p:nvPr/>
        </p:nvSpPr>
        <p:spPr>
          <a:xfrm>
            <a:off x="1515376" y="5850173"/>
            <a:ext cx="1693424" cy="253619"/>
          </a:xfrm>
          <a:prstGeom prst="rect">
            <a:avLst/>
          </a:prstGeom>
          <a:noFill/>
        </p:spPr>
        <p:txBody>
          <a:bodyPr wrap="square" lIns="91440" tIns="45720" rIns="91440" bIns="45720" rtlCol="0" anchor="t">
            <a:noAutofit/>
          </a:bodyPr>
          <a:lstStyle/>
          <a:p>
            <a:r>
              <a:rPr lang="en-US" sz="1100">
                <a:solidFill>
                  <a:srgbClr val="334054"/>
                </a:solidFill>
                <a:latin typeface="Century Gothic"/>
                <a:ea typeface="Verdana"/>
                <a:cs typeface="Arial"/>
              </a:rPr>
              <a:t>A Leading Bank</a:t>
            </a:r>
            <a:endParaRPr lang="en-US" sz="1100">
              <a:latin typeface="Century Gothic"/>
            </a:endParaRPr>
          </a:p>
        </p:txBody>
      </p:sp>
      <p:sp>
        <p:nvSpPr>
          <p:cNvPr id="65" name="TextBox 64">
            <a:extLst>
              <a:ext uri="{FF2B5EF4-FFF2-40B4-BE49-F238E27FC236}">
                <a16:creationId xmlns:a16="http://schemas.microsoft.com/office/drawing/2014/main" id="{5E11B11C-1AEC-67F0-B3AF-A8601C27091D}"/>
              </a:ext>
            </a:extLst>
          </p:cNvPr>
          <p:cNvSpPr txBox="1"/>
          <p:nvPr/>
        </p:nvSpPr>
        <p:spPr>
          <a:xfrm>
            <a:off x="3488746" y="5850174"/>
            <a:ext cx="861536" cy="584486"/>
          </a:xfrm>
          <a:prstGeom prst="rect">
            <a:avLst/>
          </a:prstGeom>
          <a:noFill/>
        </p:spPr>
        <p:txBody>
          <a:bodyPr wrap="square" lIns="91440" tIns="45720" rIns="91440" bIns="45720" rtlCol="0" anchor="t">
            <a:noAutofit/>
          </a:bodyPr>
          <a:lstStyle/>
          <a:p>
            <a:r>
              <a:rPr lang="en-US" sz="2400">
                <a:solidFill>
                  <a:schemeClr val="tx1">
                    <a:lumMod val="95000"/>
                    <a:lumOff val="5000"/>
                  </a:schemeClr>
                </a:solidFill>
                <a:latin typeface="Century Gothic"/>
                <a:ea typeface="Verdana"/>
              </a:rPr>
              <a:t>70%</a:t>
            </a:r>
            <a:endParaRPr lang="en-US" sz="2400">
              <a:solidFill>
                <a:schemeClr val="tx1">
                  <a:lumMod val="95000"/>
                  <a:lumOff val="5000"/>
                </a:schemeClr>
              </a:solidFill>
            </a:endParaRPr>
          </a:p>
        </p:txBody>
      </p:sp>
      <p:sp>
        <p:nvSpPr>
          <p:cNvPr id="67" name="TextBox 66">
            <a:extLst>
              <a:ext uri="{FF2B5EF4-FFF2-40B4-BE49-F238E27FC236}">
                <a16:creationId xmlns:a16="http://schemas.microsoft.com/office/drawing/2014/main" id="{412A6F9C-AC9C-CE91-9E66-5AC01131696E}"/>
              </a:ext>
            </a:extLst>
          </p:cNvPr>
          <p:cNvSpPr txBox="1"/>
          <p:nvPr/>
        </p:nvSpPr>
        <p:spPr>
          <a:xfrm>
            <a:off x="4245831" y="6020620"/>
            <a:ext cx="2315055" cy="253617"/>
          </a:xfrm>
          <a:prstGeom prst="rect">
            <a:avLst/>
          </a:prstGeom>
          <a:noFill/>
        </p:spPr>
        <p:txBody>
          <a:bodyPr wrap="square" lIns="91440" tIns="45720" rIns="91440" bIns="45720" rtlCol="0" anchor="t">
            <a:noAutofit/>
          </a:bodyPr>
          <a:lstStyle/>
          <a:p>
            <a:r>
              <a:rPr lang="en-US" sz="1200" b="1">
                <a:solidFill>
                  <a:schemeClr val="tx1">
                    <a:lumMod val="95000"/>
                    <a:lumOff val="5000"/>
                  </a:schemeClr>
                </a:solidFill>
                <a:latin typeface="Century Gothic"/>
                <a:ea typeface="Verdana"/>
              </a:rPr>
              <a:t>Efficiency Gains</a:t>
            </a:r>
          </a:p>
        </p:txBody>
      </p:sp>
      <p:sp>
        <p:nvSpPr>
          <p:cNvPr id="69" name="TextBox 68">
            <a:extLst>
              <a:ext uri="{FF2B5EF4-FFF2-40B4-BE49-F238E27FC236}">
                <a16:creationId xmlns:a16="http://schemas.microsoft.com/office/drawing/2014/main" id="{73B6145F-8A22-E196-9230-8C405F904050}"/>
              </a:ext>
            </a:extLst>
          </p:cNvPr>
          <p:cNvSpPr txBox="1"/>
          <p:nvPr/>
        </p:nvSpPr>
        <p:spPr>
          <a:xfrm>
            <a:off x="4245830" y="5850173"/>
            <a:ext cx="2565712" cy="253619"/>
          </a:xfrm>
          <a:prstGeom prst="rect">
            <a:avLst/>
          </a:prstGeom>
          <a:noFill/>
        </p:spPr>
        <p:txBody>
          <a:bodyPr wrap="square" lIns="91440" tIns="45720" rIns="91440" bIns="45720" rtlCol="0" anchor="t">
            <a:noAutofit/>
          </a:bodyPr>
          <a:lstStyle/>
          <a:p>
            <a:r>
              <a:rPr lang="en-US" sz="1100">
                <a:solidFill>
                  <a:srgbClr val="334054"/>
                </a:solidFill>
                <a:latin typeface="Century Gothic"/>
                <a:ea typeface="Verdana"/>
                <a:cs typeface="Arial"/>
              </a:rPr>
              <a:t>A Leading Health Care Provider</a:t>
            </a:r>
            <a:endParaRPr lang="en-US" sz="1100" err="1">
              <a:latin typeface="Century Gothic"/>
            </a:endParaRPr>
          </a:p>
        </p:txBody>
      </p:sp>
      <p:sp>
        <p:nvSpPr>
          <p:cNvPr id="89" name="TextBox 88">
            <a:extLst>
              <a:ext uri="{FF2B5EF4-FFF2-40B4-BE49-F238E27FC236}">
                <a16:creationId xmlns:a16="http://schemas.microsoft.com/office/drawing/2014/main" id="{41BBFD3E-022B-1A5B-5C58-FE83BB252AE6}"/>
              </a:ext>
            </a:extLst>
          </p:cNvPr>
          <p:cNvSpPr txBox="1"/>
          <p:nvPr/>
        </p:nvSpPr>
        <p:spPr>
          <a:xfrm>
            <a:off x="7456168" y="5828481"/>
            <a:ext cx="1395812" cy="258188"/>
          </a:xfrm>
          <a:prstGeom prst="rect">
            <a:avLst/>
          </a:prstGeom>
          <a:noFill/>
        </p:spPr>
        <p:txBody>
          <a:bodyPr wrap="square" lIns="91440" tIns="45720" rIns="91440" bIns="45720" rtlCol="0" anchor="t">
            <a:noAutofit/>
          </a:bodyPr>
          <a:lstStyle/>
          <a:p>
            <a:r>
              <a:rPr lang="en-US" sz="1200" b="1">
                <a:solidFill>
                  <a:schemeClr val="bg1"/>
                </a:solidFill>
                <a:latin typeface="Century Gothic"/>
                <a:ea typeface="Verdana"/>
              </a:rPr>
              <a:t>Your End-to-End Partner</a:t>
            </a:r>
          </a:p>
        </p:txBody>
      </p:sp>
      <p:pic>
        <p:nvPicPr>
          <p:cNvPr id="36" name="Picture 3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5961" y="4955347"/>
            <a:ext cx="432619" cy="432619"/>
          </a:xfrm>
          <a:prstGeom prst="rect">
            <a:avLst/>
          </a:prstGeom>
        </p:spPr>
      </p:pic>
      <p:cxnSp>
        <p:nvCxnSpPr>
          <p:cNvPr id="38" name="Straight Arrow Connector 37"/>
          <p:cNvCxnSpPr/>
          <p:nvPr/>
        </p:nvCxnSpPr>
        <p:spPr>
          <a:xfrm>
            <a:off x="3835385" y="3013282"/>
            <a:ext cx="184354" cy="0"/>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a:off x="3835385" y="3489007"/>
            <a:ext cx="184354" cy="0"/>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a:off x="3835385" y="3936109"/>
            <a:ext cx="184354" cy="0"/>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a:off x="3825414" y="4421799"/>
            <a:ext cx="184354" cy="0"/>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792078" y="3523194"/>
            <a:ext cx="1643473" cy="0"/>
          </a:xfrm>
          <a:prstGeom prst="line">
            <a:avLst/>
          </a:prstGeom>
          <a:ln>
            <a:solidFill>
              <a:srgbClr val="6362D7"/>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792078" y="4532918"/>
            <a:ext cx="1643473" cy="0"/>
          </a:xfrm>
          <a:prstGeom prst="line">
            <a:avLst/>
          </a:prstGeom>
          <a:ln>
            <a:solidFill>
              <a:srgbClr val="6362D7"/>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3754784" y="2734211"/>
            <a:ext cx="0" cy="2676756"/>
          </a:xfrm>
          <a:prstGeom prst="line">
            <a:avLst/>
          </a:prstGeom>
          <a:ln>
            <a:solidFill>
              <a:srgbClr val="6362D7"/>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3326409" y="5836012"/>
            <a:ext cx="0" cy="501315"/>
          </a:xfrm>
          <a:prstGeom prst="line">
            <a:avLst/>
          </a:prstGeom>
          <a:ln>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6" name="Rectangle 45"/>
          <p:cNvSpPr/>
          <p:nvPr/>
        </p:nvSpPr>
        <p:spPr>
          <a:xfrm>
            <a:off x="792077" y="5815978"/>
            <a:ext cx="6002305" cy="542127"/>
          </a:xfrm>
          <a:prstGeom prst="rect">
            <a:avLst/>
          </a:prstGeom>
          <a:noFill/>
          <a:ln w="6350">
            <a:solidFill>
              <a:srgbClr val="6362D7"/>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8" name="Straight Arrow Connector 47">
            <a:extLst>
              <a:ext uri="{FF2B5EF4-FFF2-40B4-BE49-F238E27FC236}">
                <a16:creationId xmlns:a16="http://schemas.microsoft.com/office/drawing/2014/main" id="{7AD250FF-3047-B794-BD11-4371635F38D7}"/>
              </a:ext>
            </a:extLst>
          </p:cNvPr>
          <p:cNvCxnSpPr/>
          <p:nvPr/>
        </p:nvCxnSpPr>
        <p:spPr>
          <a:xfrm>
            <a:off x="8892491" y="5768932"/>
            <a:ext cx="0" cy="648636"/>
          </a:xfrm>
          <a:prstGeom prst="straightConnector1">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4" name="Picture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1404" y="3835639"/>
            <a:ext cx="455328" cy="455328"/>
          </a:xfrm>
          <a:prstGeom prst="rect">
            <a:avLst/>
          </a:prstGeom>
        </p:spPr>
      </p:pic>
      <p:pic>
        <p:nvPicPr>
          <p:cNvPr id="6" name="Picture 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0388" y="2884969"/>
            <a:ext cx="483122" cy="483122"/>
          </a:xfrm>
          <a:prstGeom prst="rect">
            <a:avLst/>
          </a:prstGeom>
        </p:spPr>
      </p:pic>
    </p:spTree>
    <p:extLst>
      <p:ext uri="{BB962C8B-B14F-4D97-AF65-F5344CB8AC3E}">
        <p14:creationId xmlns:p14="http://schemas.microsoft.com/office/powerpoint/2010/main" val="12109665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55A74CD6-62A8-9E6F-254C-653B11BA2650}"/>
            </a:ext>
          </a:extLst>
        </p:cNvPr>
        <p:cNvGrpSpPr/>
        <p:nvPr/>
      </p:nvGrpSpPr>
      <p:grpSpPr>
        <a:xfrm>
          <a:off x="0" y="0"/>
          <a:ext cx="0" cy="0"/>
          <a:chOff x="0" y="0"/>
          <a:chExt cx="0" cy="0"/>
        </a:xfrm>
      </p:grpSpPr>
      <p:sp>
        <p:nvSpPr>
          <p:cNvPr id="46" name="Rectangle 45"/>
          <p:cNvSpPr/>
          <p:nvPr/>
        </p:nvSpPr>
        <p:spPr>
          <a:xfrm>
            <a:off x="4386551" y="3613593"/>
            <a:ext cx="3605657" cy="1080532"/>
          </a:xfrm>
          <a:prstGeom prst="rect">
            <a:avLst/>
          </a:prstGeom>
          <a:noFill/>
          <a:ln w="6350">
            <a:solidFill>
              <a:srgbClr val="6362D7"/>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p:nvPr/>
        </p:nvSpPr>
        <p:spPr>
          <a:xfrm>
            <a:off x="4386551" y="2284658"/>
            <a:ext cx="3605657" cy="1109468"/>
          </a:xfrm>
          <a:prstGeom prst="rect">
            <a:avLst/>
          </a:prstGeom>
          <a:noFill/>
          <a:ln w="6350">
            <a:solidFill>
              <a:srgbClr val="6362D7"/>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9CFCE710-ECC5-D820-E05E-9034EE2810F2}"/>
              </a:ext>
            </a:extLst>
          </p:cNvPr>
          <p:cNvSpPr/>
          <p:nvPr/>
        </p:nvSpPr>
        <p:spPr>
          <a:xfrm>
            <a:off x="640124" y="4985213"/>
            <a:ext cx="6092961" cy="971826"/>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2D3F6C2-40D7-3833-398F-89B00EFE4544}"/>
              </a:ext>
            </a:extLst>
          </p:cNvPr>
          <p:cNvSpPr/>
          <p:nvPr/>
        </p:nvSpPr>
        <p:spPr>
          <a:xfrm>
            <a:off x="8442157" y="2024044"/>
            <a:ext cx="3308684" cy="2917657"/>
          </a:xfrm>
          <a:prstGeom prst="rect">
            <a:avLst/>
          </a:prstGeom>
          <a:solidFill>
            <a:srgbClr val="6362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59798413-4AED-FD25-B1F6-5A7A9ACEBAA4}"/>
              </a:ext>
            </a:extLst>
          </p:cNvPr>
          <p:cNvSpPr txBox="1">
            <a:spLocks/>
          </p:cNvSpPr>
          <p:nvPr/>
        </p:nvSpPr>
        <p:spPr>
          <a:xfrm>
            <a:off x="385998" y="241050"/>
            <a:ext cx="11396086" cy="1025526"/>
          </a:xfrm>
          <a:prstGeom prst="rect">
            <a:avLst/>
          </a:prstGeom>
          <a:noFill/>
          <a:ln>
            <a:noFill/>
          </a:ln>
        </p:spPr>
        <p:txBody>
          <a:bodyPr spcFirstLastPara="1" vert="horz" wrap="square" lIns="91425" tIns="45700" rIns="91425" bIns="45700" rtlCol="0" anchor="ctr" anchorCtr="0">
            <a:normAutofit/>
          </a:bodyPr>
          <a:lstStyle>
            <a:lvl1pPr lvl="0" algn="l" defTabSz="914377" rtl="0" eaLnBrk="1" latinLnBrk="0" hangingPunct="1">
              <a:lnSpc>
                <a:spcPct val="90000"/>
              </a:lnSpc>
              <a:spcBef>
                <a:spcPts val="0"/>
              </a:spcBef>
              <a:spcAft>
                <a:spcPts val="0"/>
              </a:spcAft>
              <a:buClr>
                <a:schemeClr val="dk1"/>
              </a:buClr>
              <a:buSzPts val="3600"/>
              <a:buFont typeface="Arial"/>
              <a:buNone/>
              <a:defRPr sz="3600" b="1" i="0" kern="1200">
                <a:solidFill>
                  <a:schemeClr val="dk1"/>
                </a:solidFill>
                <a:latin typeface="+mj-lt"/>
                <a:ea typeface="Myriad Pro" panose="020B0503030403020204" pitchFamily="34" charset="0"/>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IN" sz="2800" b="0">
                <a:latin typeface="PP Neue Machina Plain" pitchFamily="50" charset="0"/>
              </a:rPr>
              <a:t>AI/GenAI Validation and hardening</a:t>
            </a:r>
            <a:endParaRPr lang="en-US" sz="2800" b="0">
              <a:latin typeface="PP Neue Machina Plain" pitchFamily="50" charset="0"/>
            </a:endParaRPr>
          </a:p>
        </p:txBody>
      </p:sp>
      <p:sp>
        <p:nvSpPr>
          <p:cNvPr id="7" name="TextBox 6">
            <a:extLst>
              <a:ext uri="{FF2B5EF4-FFF2-40B4-BE49-F238E27FC236}">
                <a16:creationId xmlns:a16="http://schemas.microsoft.com/office/drawing/2014/main" id="{6AE353BD-E110-C0D2-1514-CB5066A64DDB}"/>
              </a:ext>
            </a:extLst>
          </p:cNvPr>
          <p:cNvSpPr txBox="1"/>
          <p:nvPr/>
        </p:nvSpPr>
        <p:spPr>
          <a:xfrm>
            <a:off x="382271" y="1110650"/>
            <a:ext cx="11661105" cy="853547"/>
          </a:xfrm>
          <a:prstGeom prst="rect">
            <a:avLst/>
          </a:prstGeom>
          <a:noFill/>
        </p:spPr>
        <p:txBody>
          <a:bodyPr wrap="square" lIns="91440" tIns="45720" rIns="91440" bIns="45720" rtlCol="0" anchor="t">
            <a:noAutofit/>
          </a:bodyPr>
          <a:lstStyle/>
          <a:p>
            <a:pPr marL="12700" algn="just">
              <a:spcBef>
                <a:spcPts val="844"/>
              </a:spcBef>
            </a:pPr>
            <a:r>
              <a:rPr lang="en-US" sz="1400" b="1">
                <a:latin typeface="Century Gothic"/>
                <a:ea typeface="Verdana"/>
              </a:rPr>
              <a:t>The Situation: </a:t>
            </a:r>
            <a:r>
              <a:rPr lang="en-US" sz="1400" b="1" err="1">
                <a:latin typeface="Century Gothic"/>
                <a:ea typeface="Verdana"/>
              </a:rPr>
              <a:t>GenAI</a:t>
            </a:r>
            <a:r>
              <a:rPr lang="en-US" sz="1400" b="1">
                <a:latin typeface="Century Gothic"/>
                <a:ea typeface="Verdana"/>
              </a:rPr>
              <a:t> systems can hallucinate … and generate some ‘off the mark’ responses </a:t>
            </a:r>
            <a:endParaRPr lang="en-US" sz="1400">
              <a:latin typeface="Century Gothic"/>
              <a:ea typeface="Verdana"/>
            </a:endParaRPr>
          </a:p>
          <a:p>
            <a:pPr marL="184150" marR="5080" indent="-171450" algn="just">
              <a:lnSpc>
                <a:spcPct val="108700"/>
              </a:lnSpc>
              <a:spcBef>
                <a:spcPts val="455"/>
              </a:spcBef>
              <a:buFont typeface="Arial,Sans-Serif"/>
              <a:buChar char="•"/>
            </a:pPr>
            <a:r>
              <a:rPr lang="en-US" sz="1100">
                <a:latin typeface="Century Gothic"/>
                <a:ea typeface="Verdana"/>
              </a:rPr>
              <a:t>A comprehensive </a:t>
            </a:r>
            <a:r>
              <a:rPr lang="en-US" sz="1100" err="1">
                <a:latin typeface="Century Gothic"/>
                <a:ea typeface="Verdana"/>
              </a:rPr>
              <a:t>GenAI</a:t>
            </a:r>
            <a:r>
              <a:rPr lang="en-US" sz="1100">
                <a:latin typeface="Century Gothic"/>
                <a:ea typeface="Verdana"/>
              </a:rPr>
              <a:t> model validation framework designed and deployed across 20 enterprise clients spanning healthcare, finance, legal</a:t>
            </a:r>
            <a:r>
              <a:rPr lang="en-US" sz="1100">
                <a:latin typeface="Century Gothic"/>
                <a:ea typeface="Verdana"/>
                <a:cs typeface="Century Gothic" panose="020B0502020202020204" pitchFamily="34" charset="0"/>
              </a:rPr>
              <a:t>, and IT </a:t>
            </a:r>
            <a:r>
              <a:rPr lang="en-US" sz="1100" err="1">
                <a:latin typeface="Century Gothic"/>
                <a:ea typeface="Verdana"/>
                <a:cs typeface="Century Gothic" panose="020B0502020202020204" pitchFamily="34" charset="0"/>
              </a:rPr>
              <a:t>supportdomains</a:t>
            </a:r>
            <a:r>
              <a:rPr lang="en-US" sz="1100">
                <a:latin typeface="Century Gothic"/>
                <a:ea typeface="Verdana"/>
                <a:cs typeface="Century Gothic" panose="020B0502020202020204" pitchFamily="34" charset="0"/>
              </a:rPr>
              <a:t>. </a:t>
            </a:r>
          </a:p>
          <a:p>
            <a:pPr marL="184150" marR="5080" indent="-171450" algn="just">
              <a:lnSpc>
                <a:spcPct val="108700"/>
              </a:lnSpc>
              <a:spcBef>
                <a:spcPts val="455"/>
              </a:spcBef>
              <a:buFont typeface="Arial,Sans-Serif"/>
              <a:buChar char="•"/>
            </a:pPr>
            <a:r>
              <a:rPr lang="en-US" sz="1100">
                <a:latin typeface="Century Gothic"/>
                <a:ea typeface="Verdana"/>
                <a:cs typeface="Century Gothic" panose="020B0502020202020204" pitchFamily="34" charset="0"/>
              </a:rPr>
              <a:t>Prevention against </a:t>
            </a:r>
            <a:r>
              <a:rPr lang="en-US" sz="1100" err="1">
                <a:latin typeface="Century Gothic"/>
                <a:ea typeface="Verdana"/>
                <a:cs typeface="Century Gothic" panose="020B0502020202020204" pitchFamily="34" charset="0"/>
              </a:rPr>
              <a:t>advererial</a:t>
            </a:r>
            <a:r>
              <a:rPr lang="en-US" sz="1100">
                <a:latin typeface="Century Gothic"/>
                <a:ea typeface="Verdana"/>
                <a:cs typeface="Century Gothic" panose="020B0502020202020204" pitchFamily="34" charset="0"/>
              </a:rPr>
              <a:t> attacks – Codify and scale AI policies and compliance</a:t>
            </a:r>
            <a:endParaRPr lang="en-US" sz="1100">
              <a:latin typeface="Century Gothic"/>
            </a:endParaRPr>
          </a:p>
        </p:txBody>
      </p:sp>
      <p:sp>
        <p:nvSpPr>
          <p:cNvPr id="9" name="object 6">
            <a:extLst>
              <a:ext uri="{FF2B5EF4-FFF2-40B4-BE49-F238E27FC236}">
                <a16:creationId xmlns:a16="http://schemas.microsoft.com/office/drawing/2014/main" id="{CCD77C27-4BF7-4F42-7A98-D746F813E63B}"/>
              </a:ext>
            </a:extLst>
          </p:cNvPr>
          <p:cNvSpPr txBox="1"/>
          <p:nvPr/>
        </p:nvSpPr>
        <p:spPr>
          <a:xfrm>
            <a:off x="777023" y="2107887"/>
            <a:ext cx="2905172" cy="685444"/>
          </a:xfrm>
          <a:prstGeom prst="rect">
            <a:avLst/>
          </a:prstGeom>
        </p:spPr>
        <p:txBody>
          <a:bodyPr vert="horz" wrap="square" lIns="0" tIns="99695" rIns="0" bIns="0" rtlCol="0" anchor="ctr">
            <a:spAutoFit/>
          </a:bodyPr>
          <a:lstStyle/>
          <a:p>
            <a:pPr marL="12700">
              <a:spcBef>
                <a:spcPts val="785"/>
              </a:spcBef>
              <a:defRPr/>
            </a:pPr>
            <a:r>
              <a:rPr lang="en-US" sz="1100" b="1" spc="-25">
                <a:solidFill>
                  <a:srgbClr val="000000"/>
                </a:solidFill>
                <a:latin typeface="Century Gothic"/>
                <a:ea typeface="Verdana"/>
                <a:cs typeface="Arial"/>
              </a:rPr>
              <a:t>Functional Validation</a:t>
            </a:r>
            <a:endParaRPr lang="en-US" sz="1100" b="1" i="0" u="none" strike="noStrike" kern="1200" cap="none" spc="0" normalizeH="0" baseline="0" noProof="0">
              <a:ln>
                <a:noFill/>
              </a:ln>
              <a:solidFill>
                <a:srgbClr val="000000"/>
              </a:solidFill>
              <a:effectLst/>
              <a:uLnTx/>
              <a:uFillTx/>
              <a:latin typeface="Century Gothic"/>
              <a:ea typeface="Verdana"/>
              <a:cs typeface="Arial"/>
            </a:endParaRPr>
          </a:p>
          <a:p>
            <a:pPr marL="12700">
              <a:spcBef>
                <a:spcPts val="560"/>
              </a:spcBef>
              <a:defRPr/>
            </a:pPr>
            <a:r>
              <a:rPr lang="en-US" sz="1100" spc="-20">
                <a:solidFill>
                  <a:schemeClr val="tx1">
                    <a:lumMod val="65000"/>
                    <a:lumOff val="35000"/>
                  </a:schemeClr>
                </a:solidFill>
                <a:latin typeface="Century Gothic"/>
                <a:ea typeface="Verdana"/>
                <a:cs typeface="Microsoft Sans Serif"/>
              </a:rPr>
              <a:t> </a:t>
            </a:r>
            <a:r>
              <a:rPr lang="en-US" sz="1100" spc="-20">
                <a:solidFill>
                  <a:srgbClr val="4A5462"/>
                </a:solidFill>
                <a:latin typeface="Century Gothic"/>
                <a:ea typeface="Verdana"/>
                <a:cs typeface="Microsoft Sans Serif"/>
              </a:rPr>
              <a:t>Ensured model accuracy, relevance, and consistency across prompt-response pairs.</a:t>
            </a:r>
            <a:endParaRPr sz="1100">
              <a:solidFill>
                <a:srgbClr val="4A5462"/>
              </a:solidFill>
              <a:latin typeface="Century Gothic"/>
            </a:endParaRPr>
          </a:p>
        </p:txBody>
      </p:sp>
      <p:sp>
        <p:nvSpPr>
          <p:cNvPr id="11" name="object 6">
            <a:extLst>
              <a:ext uri="{FF2B5EF4-FFF2-40B4-BE49-F238E27FC236}">
                <a16:creationId xmlns:a16="http://schemas.microsoft.com/office/drawing/2014/main" id="{0B671848-1E96-9085-1675-456A8DC2C536}"/>
              </a:ext>
            </a:extLst>
          </p:cNvPr>
          <p:cNvSpPr txBox="1"/>
          <p:nvPr/>
        </p:nvSpPr>
        <p:spPr>
          <a:xfrm>
            <a:off x="9166974" y="2677153"/>
            <a:ext cx="2403857" cy="269946"/>
          </a:xfrm>
          <a:prstGeom prst="rect">
            <a:avLst/>
          </a:prstGeom>
        </p:spPr>
        <p:txBody>
          <a:bodyPr vert="horz" wrap="square" lIns="0" tIns="99695" rIns="0" bIns="0" rtlCol="0" anchor="ctr">
            <a:spAutoFit/>
          </a:bodyPr>
          <a:lstStyle/>
          <a:p>
            <a:pPr marL="12700">
              <a:spcBef>
                <a:spcPts val="125"/>
              </a:spcBef>
              <a:defRPr/>
            </a:pPr>
            <a:r>
              <a:rPr lang="en-US" sz="1050" spc="-10">
                <a:solidFill>
                  <a:srgbClr val="FFFFFF"/>
                </a:solidFill>
                <a:latin typeface="Century Gothic"/>
                <a:ea typeface="Verdana"/>
                <a:cs typeface="Arial"/>
              </a:rPr>
              <a:t>Conversation flow testing</a:t>
            </a:r>
            <a:endParaRPr lang="en-US" sz="1600">
              <a:solidFill>
                <a:srgbClr val="FFFFFF"/>
              </a:solidFill>
            </a:endParaRPr>
          </a:p>
        </p:txBody>
      </p:sp>
      <p:sp>
        <p:nvSpPr>
          <p:cNvPr id="15" name="object 6">
            <a:extLst>
              <a:ext uri="{FF2B5EF4-FFF2-40B4-BE49-F238E27FC236}">
                <a16:creationId xmlns:a16="http://schemas.microsoft.com/office/drawing/2014/main" id="{A526A20E-4755-1838-F3D7-62D095EF0708}"/>
              </a:ext>
            </a:extLst>
          </p:cNvPr>
          <p:cNvSpPr txBox="1"/>
          <p:nvPr/>
        </p:nvSpPr>
        <p:spPr>
          <a:xfrm>
            <a:off x="9166974" y="3009685"/>
            <a:ext cx="2403857" cy="439223"/>
          </a:xfrm>
          <a:prstGeom prst="rect">
            <a:avLst/>
          </a:prstGeom>
        </p:spPr>
        <p:txBody>
          <a:bodyPr vert="horz" wrap="square" lIns="0" tIns="99695" rIns="0" bIns="0" rtlCol="0" anchor="ctr">
            <a:spAutoFit/>
          </a:bodyPr>
          <a:lstStyle/>
          <a:p>
            <a:pPr marL="12700">
              <a:spcBef>
                <a:spcPts val="125"/>
              </a:spcBef>
              <a:defRPr/>
            </a:pPr>
            <a:r>
              <a:rPr lang="en-US" sz="1050" spc="-10">
                <a:solidFill>
                  <a:srgbClr val="FFFFFF"/>
                </a:solidFill>
                <a:latin typeface="Century Gothic"/>
                <a:ea typeface="Verdana"/>
                <a:cs typeface="Arial"/>
              </a:rPr>
              <a:t>Prompt variation and edge-case validation</a:t>
            </a:r>
          </a:p>
        </p:txBody>
      </p:sp>
      <p:sp>
        <p:nvSpPr>
          <p:cNvPr id="19" name="TextBox 18">
            <a:extLst>
              <a:ext uri="{FF2B5EF4-FFF2-40B4-BE49-F238E27FC236}">
                <a16:creationId xmlns:a16="http://schemas.microsoft.com/office/drawing/2014/main" id="{21E60332-001B-10FF-35DD-30BB465A0899}"/>
              </a:ext>
            </a:extLst>
          </p:cNvPr>
          <p:cNvSpPr txBox="1"/>
          <p:nvPr/>
        </p:nvSpPr>
        <p:spPr>
          <a:xfrm>
            <a:off x="9063284" y="2231313"/>
            <a:ext cx="2729688" cy="441453"/>
          </a:xfrm>
          <a:prstGeom prst="rect">
            <a:avLst/>
          </a:prstGeom>
          <a:noFill/>
        </p:spPr>
        <p:txBody>
          <a:bodyPr wrap="square" lIns="91440" tIns="45720" rIns="91440" bIns="45720" rtlCol="0" anchor="t">
            <a:noAutofit/>
          </a:bodyPr>
          <a:lstStyle/>
          <a:p>
            <a:r>
              <a:rPr lang="en-US" sz="1400" b="1">
                <a:solidFill>
                  <a:srgbClr val="FFFFFF"/>
                </a:solidFill>
                <a:latin typeface="Century Gothic"/>
                <a:ea typeface="Verdana"/>
              </a:rPr>
              <a:t>Highlights</a:t>
            </a:r>
            <a:endParaRPr lang="en-US" sz="2000">
              <a:solidFill>
                <a:srgbClr val="FFFFFF"/>
              </a:solidFill>
            </a:endParaRPr>
          </a:p>
        </p:txBody>
      </p:sp>
      <p:cxnSp>
        <p:nvCxnSpPr>
          <p:cNvPr id="21" name="Straight Arrow Connector 20">
            <a:extLst>
              <a:ext uri="{FF2B5EF4-FFF2-40B4-BE49-F238E27FC236}">
                <a16:creationId xmlns:a16="http://schemas.microsoft.com/office/drawing/2014/main" id="{13B5C122-1771-9E22-8EE4-8B557EB14271}"/>
              </a:ext>
            </a:extLst>
          </p:cNvPr>
          <p:cNvCxnSpPr/>
          <p:nvPr/>
        </p:nvCxnSpPr>
        <p:spPr>
          <a:xfrm>
            <a:off x="772026" y="3055741"/>
            <a:ext cx="2205789" cy="10026"/>
          </a:xfrm>
          <a:prstGeom prst="straightConnector1">
            <a:avLst/>
          </a:prstGeom>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CE3B4C2E-AD6D-456C-5FE3-A243B4077C1D}"/>
              </a:ext>
            </a:extLst>
          </p:cNvPr>
          <p:cNvCxnSpPr>
            <a:cxnSpLocks/>
          </p:cNvCxnSpPr>
          <p:nvPr/>
        </p:nvCxnSpPr>
        <p:spPr>
          <a:xfrm>
            <a:off x="862262" y="4078425"/>
            <a:ext cx="2205789" cy="10026"/>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31" name="object 6">
            <a:extLst>
              <a:ext uri="{FF2B5EF4-FFF2-40B4-BE49-F238E27FC236}">
                <a16:creationId xmlns:a16="http://schemas.microsoft.com/office/drawing/2014/main" id="{0AE80479-CD4D-41CB-6942-AEFA6A4462E9}"/>
              </a:ext>
            </a:extLst>
          </p:cNvPr>
          <p:cNvSpPr txBox="1"/>
          <p:nvPr/>
        </p:nvSpPr>
        <p:spPr>
          <a:xfrm>
            <a:off x="777023" y="3077645"/>
            <a:ext cx="2905172" cy="854721"/>
          </a:xfrm>
          <a:prstGeom prst="rect">
            <a:avLst/>
          </a:prstGeom>
        </p:spPr>
        <p:txBody>
          <a:bodyPr vert="horz" wrap="square" lIns="0" tIns="99695" rIns="0" bIns="0" rtlCol="0" anchor="ctr">
            <a:spAutoFit/>
          </a:bodyPr>
          <a:lstStyle/>
          <a:p>
            <a:pPr marL="12700">
              <a:spcBef>
                <a:spcPts val="785"/>
              </a:spcBef>
              <a:defRPr/>
            </a:pPr>
            <a:r>
              <a:rPr lang="en-US" sz="1100" b="1" spc="-25">
                <a:solidFill>
                  <a:srgbClr val="000000"/>
                </a:solidFill>
                <a:latin typeface="Century Gothic"/>
                <a:ea typeface="Verdana"/>
                <a:cs typeface="Arial"/>
              </a:rPr>
              <a:t>Hallucination Assessment and Prevention </a:t>
            </a:r>
            <a:endParaRPr lang="en-US" sz="1100" spc="-25">
              <a:solidFill>
                <a:srgbClr val="5937B0"/>
              </a:solidFill>
              <a:latin typeface="Century Gothic"/>
              <a:ea typeface="Verdana"/>
              <a:cs typeface="Arial"/>
            </a:endParaRPr>
          </a:p>
          <a:p>
            <a:pPr marL="12700">
              <a:spcBef>
                <a:spcPts val="560"/>
              </a:spcBef>
              <a:defRPr/>
            </a:pPr>
            <a:r>
              <a:rPr lang="en-US" sz="1100" spc="-20">
                <a:solidFill>
                  <a:srgbClr val="4A5467"/>
                </a:solidFill>
                <a:latin typeface="Century Gothic"/>
                <a:ea typeface="Verdana"/>
                <a:cs typeface="Microsoft Sans Serif"/>
              </a:rPr>
              <a:t> </a:t>
            </a:r>
            <a:r>
              <a:rPr lang="en-US" sz="1100" spc="-20">
                <a:solidFill>
                  <a:srgbClr val="4A5462"/>
                </a:solidFill>
                <a:latin typeface="Century Gothic"/>
                <a:ea typeface="Verdana"/>
                <a:cs typeface="Microsoft Sans Serif"/>
              </a:rPr>
              <a:t>Built automated pipelines to detect factual inconsistencies, unsupported claims, and unreliable generations</a:t>
            </a:r>
          </a:p>
        </p:txBody>
      </p:sp>
      <p:sp>
        <p:nvSpPr>
          <p:cNvPr id="33" name="object 6">
            <a:extLst>
              <a:ext uri="{FF2B5EF4-FFF2-40B4-BE49-F238E27FC236}">
                <a16:creationId xmlns:a16="http://schemas.microsoft.com/office/drawing/2014/main" id="{2EEBE1BB-0DFB-4111-8479-8FFDB0C436C3}"/>
              </a:ext>
            </a:extLst>
          </p:cNvPr>
          <p:cNvSpPr txBox="1"/>
          <p:nvPr/>
        </p:nvSpPr>
        <p:spPr>
          <a:xfrm>
            <a:off x="777023" y="4049816"/>
            <a:ext cx="3223475" cy="854721"/>
          </a:xfrm>
          <a:prstGeom prst="rect">
            <a:avLst/>
          </a:prstGeom>
        </p:spPr>
        <p:txBody>
          <a:bodyPr vert="horz" wrap="square" lIns="0" tIns="99695" rIns="0" bIns="0" rtlCol="0" anchor="ctr">
            <a:spAutoFit/>
          </a:bodyPr>
          <a:lstStyle/>
          <a:p>
            <a:pPr marL="12700">
              <a:spcBef>
                <a:spcPts val="785"/>
              </a:spcBef>
              <a:defRPr/>
            </a:pPr>
            <a:r>
              <a:rPr lang="en-US" sz="1100" b="1" spc="-25">
                <a:solidFill>
                  <a:srgbClr val="000000"/>
                </a:solidFill>
                <a:latin typeface="Century Gothic"/>
                <a:ea typeface="Verdana"/>
                <a:cs typeface="Arial"/>
              </a:rPr>
              <a:t>Adversarial Threat Assessment and Mitigation</a:t>
            </a:r>
            <a:endParaRPr lang="en-US" sz="1100" b="1">
              <a:latin typeface="Century Gothic"/>
            </a:endParaRPr>
          </a:p>
          <a:p>
            <a:pPr marL="12700">
              <a:spcBef>
                <a:spcPts val="560"/>
              </a:spcBef>
              <a:defRPr/>
            </a:pPr>
            <a:r>
              <a:rPr lang="en-US" sz="1100" spc="-20">
                <a:solidFill>
                  <a:srgbClr val="4A5462"/>
                </a:solidFill>
                <a:latin typeface="Century Gothic"/>
                <a:ea typeface="Verdana"/>
                <a:cs typeface="Microsoft Sans Serif"/>
              </a:rPr>
              <a:t>Injected edge-case and prompt-perturbation scenarios to evaluate model robustness and resilience.</a:t>
            </a:r>
            <a:endParaRPr lang="en-US" sz="1100">
              <a:latin typeface="Century Gothic"/>
            </a:endParaRPr>
          </a:p>
        </p:txBody>
      </p:sp>
      <p:sp>
        <p:nvSpPr>
          <p:cNvPr id="35" name="object 6">
            <a:extLst>
              <a:ext uri="{FF2B5EF4-FFF2-40B4-BE49-F238E27FC236}">
                <a16:creationId xmlns:a16="http://schemas.microsoft.com/office/drawing/2014/main" id="{DB14ECF8-9308-54B1-7906-BF40745EDA24}"/>
              </a:ext>
            </a:extLst>
          </p:cNvPr>
          <p:cNvSpPr txBox="1"/>
          <p:nvPr/>
        </p:nvSpPr>
        <p:spPr>
          <a:xfrm>
            <a:off x="9166974" y="3535368"/>
            <a:ext cx="2403857" cy="439223"/>
          </a:xfrm>
          <a:prstGeom prst="rect">
            <a:avLst/>
          </a:prstGeom>
        </p:spPr>
        <p:txBody>
          <a:bodyPr vert="horz" wrap="square" lIns="0" tIns="99695" rIns="0" bIns="0" rtlCol="0" anchor="ctr">
            <a:spAutoFit/>
          </a:bodyPr>
          <a:lstStyle/>
          <a:p>
            <a:pPr marL="12700">
              <a:spcBef>
                <a:spcPts val="125"/>
              </a:spcBef>
              <a:defRPr/>
            </a:pPr>
            <a:r>
              <a:rPr lang="en-US" sz="1050" spc="-10">
                <a:solidFill>
                  <a:srgbClr val="FFFFFF"/>
                </a:solidFill>
                <a:latin typeface="Century Gothic"/>
                <a:ea typeface="Verdana"/>
                <a:cs typeface="Arial"/>
              </a:rPr>
              <a:t>Guardrail and safety feature assessment</a:t>
            </a:r>
          </a:p>
        </p:txBody>
      </p:sp>
      <p:sp>
        <p:nvSpPr>
          <p:cNvPr id="55" name="object 6">
            <a:extLst>
              <a:ext uri="{FF2B5EF4-FFF2-40B4-BE49-F238E27FC236}">
                <a16:creationId xmlns:a16="http://schemas.microsoft.com/office/drawing/2014/main" id="{270C5F97-F398-B13E-EF93-8EB6B971497B}"/>
              </a:ext>
            </a:extLst>
          </p:cNvPr>
          <p:cNvSpPr txBox="1"/>
          <p:nvPr/>
        </p:nvSpPr>
        <p:spPr>
          <a:xfrm>
            <a:off x="9166974" y="3976527"/>
            <a:ext cx="2403857" cy="439223"/>
          </a:xfrm>
          <a:prstGeom prst="rect">
            <a:avLst/>
          </a:prstGeom>
        </p:spPr>
        <p:txBody>
          <a:bodyPr vert="horz" wrap="square" lIns="0" tIns="99695" rIns="0" bIns="0" rtlCol="0" anchor="ctr">
            <a:spAutoFit/>
          </a:bodyPr>
          <a:lstStyle/>
          <a:p>
            <a:pPr marL="12700">
              <a:spcBef>
                <a:spcPts val="125"/>
              </a:spcBef>
              <a:defRPr/>
            </a:pPr>
            <a:r>
              <a:rPr lang="en-US" sz="1050" spc="-10">
                <a:solidFill>
                  <a:srgbClr val="FFFFFF"/>
                </a:solidFill>
                <a:latin typeface="Century Gothic"/>
                <a:ea typeface="Verdana"/>
                <a:cs typeface="Arial"/>
              </a:rPr>
              <a:t>Automated scoring using LLMs and evaluation tools </a:t>
            </a:r>
            <a:endParaRPr lang="en-US" sz="1600">
              <a:solidFill>
                <a:srgbClr val="FFFFFF"/>
              </a:solidFill>
            </a:endParaRPr>
          </a:p>
        </p:txBody>
      </p:sp>
      <p:pic>
        <p:nvPicPr>
          <p:cNvPr id="3" name="Graphic 2">
            <a:extLst>
              <a:ext uri="{FF2B5EF4-FFF2-40B4-BE49-F238E27FC236}">
                <a16:creationId xmlns:a16="http://schemas.microsoft.com/office/drawing/2014/main" id="{658E1F6B-C9AE-405A-1ACF-12E3CBF0FAC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5459" y="4388244"/>
            <a:ext cx="508502" cy="508502"/>
          </a:xfrm>
          <a:prstGeom prst="rect">
            <a:avLst/>
          </a:prstGeom>
        </p:spPr>
      </p:pic>
      <p:pic>
        <p:nvPicPr>
          <p:cNvPr id="6" name="Graphic 5">
            <a:extLst>
              <a:ext uri="{FF2B5EF4-FFF2-40B4-BE49-F238E27FC236}">
                <a16:creationId xmlns:a16="http://schemas.microsoft.com/office/drawing/2014/main" id="{83EAC6D7-5ACE-3A18-B99E-B2D1181D0E8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1290" y="3496475"/>
            <a:ext cx="392432" cy="392432"/>
          </a:xfrm>
          <a:prstGeom prst="rect">
            <a:avLst/>
          </a:prstGeom>
        </p:spPr>
      </p:pic>
      <p:pic>
        <p:nvPicPr>
          <p:cNvPr id="10" name="Graphic 9">
            <a:extLst>
              <a:ext uri="{FF2B5EF4-FFF2-40B4-BE49-F238E27FC236}">
                <a16:creationId xmlns:a16="http://schemas.microsoft.com/office/drawing/2014/main" id="{AFAEFF87-94C8-AB00-88B6-BC633C14CED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45220" y="2483384"/>
            <a:ext cx="392197" cy="392197"/>
          </a:xfrm>
          <a:prstGeom prst="rect">
            <a:avLst/>
          </a:prstGeom>
        </p:spPr>
      </p:pic>
      <p:sp>
        <p:nvSpPr>
          <p:cNvPr id="4" name="TextBox 3">
            <a:extLst>
              <a:ext uri="{FF2B5EF4-FFF2-40B4-BE49-F238E27FC236}">
                <a16:creationId xmlns:a16="http://schemas.microsoft.com/office/drawing/2014/main" id="{4444146D-138C-E763-DF2D-787761C15C4D}"/>
              </a:ext>
            </a:extLst>
          </p:cNvPr>
          <p:cNvSpPr txBox="1"/>
          <p:nvPr/>
        </p:nvSpPr>
        <p:spPr>
          <a:xfrm>
            <a:off x="4952342" y="2049627"/>
            <a:ext cx="2565713" cy="373935"/>
          </a:xfrm>
          <a:prstGeom prst="rect">
            <a:avLst/>
          </a:prstGeom>
          <a:noFill/>
        </p:spPr>
        <p:txBody>
          <a:bodyPr wrap="square" lIns="91440" tIns="45720" rIns="91440" bIns="45720" rtlCol="0" anchor="t">
            <a:noAutofit/>
          </a:bodyPr>
          <a:lstStyle/>
          <a:p>
            <a:pPr algn="ctr"/>
            <a:r>
              <a:rPr lang="en-US" sz="1300" b="1">
                <a:solidFill>
                  <a:srgbClr val="6362D7"/>
                </a:solidFill>
                <a:latin typeface="Century Gothic"/>
                <a:ea typeface="Verdana"/>
              </a:rPr>
              <a:t>Business Outcomes &amp; Metrics</a:t>
            </a:r>
            <a:endParaRPr lang="en-US" sz="1300">
              <a:solidFill>
                <a:srgbClr val="6362D7"/>
              </a:solidFill>
              <a:latin typeface="Century Gothic"/>
              <a:ea typeface="Verdana"/>
            </a:endParaRPr>
          </a:p>
        </p:txBody>
      </p:sp>
      <p:sp>
        <p:nvSpPr>
          <p:cNvPr id="13" name="TextBox 12">
            <a:extLst>
              <a:ext uri="{FF2B5EF4-FFF2-40B4-BE49-F238E27FC236}">
                <a16:creationId xmlns:a16="http://schemas.microsoft.com/office/drawing/2014/main" id="{503CD4DF-AB03-DE5C-57F1-295DD44C5C43}"/>
              </a:ext>
            </a:extLst>
          </p:cNvPr>
          <p:cNvSpPr txBox="1"/>
          <p:nvPr/>
        </p:nvSpPr>
        <p:spPr>
          <a:xfrm>
            <a:off x="4728970" y="2410620"/>
            <a:ext cx="1369281" cy="434474"/>
          </a:xfrm>
          <a:prstGeom prst="rect">
            <a:avLst/>
          </a:prstGeom>
          <a:noFill/>
        </p:spPr>
        <p:txBody>
          <a:bodyPr wrap="square" lIns="91440" tIns="45720" rIns="91440" bIns="45720" rtlCol="0" anchor="t">
            <a:noAutofit/>
          </a:bodyPr>
          <a:lstStyle/>
          <a:p>
            <a:pPr algn="ctr"/>
            <a:r>
              <a:rPr lang="en-US" sz="2000">
                <a:solidFill>
                  <a:srgbClr val="F50F7C"/>
                </a:solidFill>
                <a:latin typeface="Century Gothic"/>
                <a:ea typeface="Verdana"/>
              </a:rPr>
              <a:t>~12,000</a:t>
            </a:r>
            <a:endParaRPr lang="en-US" sz="2000">
              <a:solidFill>
                <a:srgbClr val="F50F7C"/>
              </a:solidFill>
              <a:latin typeface="Century Gothic"/>
            </a:endParaRPr>
          </a:p>
        </p:txBody>
      </p:sp>
      <p:sp>
        <p:nvSpPr>
          <p:cNvPr id="16" name="TextBox 15">
            <a:extLst>
              <a:ext uri="{FF2B5EF4-FFF2-40B4-BE49-F238E27FC236}">
                <a16:creationId xmlns:a16="http://schemas.microsoft.com/office/drawing/2014/main" id="{EE4C8A5E-A068-B59C-A583-CB3A4C91FAF8}"/>
              </a:ext>
            </a:extLst>
          </p:cNvPr>
          <p:cNvSpPr txBox="1"/>
          <p:nvPr/>
        </p:nvSpPr>
        <p:spPr>
          <a:xfrm>
            <a:off x="4883299" y="2860787"/>
            <a:ext cx="1056817" cy="369366"/>
          </a:xfrm>
          <a:prstGeom prst="rect">
            <a:avLst/>
          </a:prstGeom>
          <a:noFill/>
        </p:spPr>
        <p:txBody>
          <a:bodyPr wrap="square" lIns="91440" tIns="45720" rIns="91440" bIns="45720" rtlCol="0" anchor="t">
            <a:noAutofit/>
          </a:bodyPr>
          <a:lstStyle/>
          <a:p>
            <a:pPr algn="ctr"/>
            <a:r>
              <a:rPr lang="en-US" sz="1050" b="1">
                <a:solidFill>
                  <a:srgbClr val="595959"/>
                </a:solidFill>
                <a:latin typeface="Century Gothic"/>
                <a:ea typeface="Verdana"/>
              </a:rPr>
              <a:t>Test cases executed</a:t>
            </a:r>
            <a:endParaRPr lang="en-US" sz="1400">
              <a:solidFill>
                <a:srgbClr val="595959"/>
              </a:solidFill>
            </a:endParaRPr>
          </a:p>
        </p:txBody>
      </p:sp>
      <p:sp>
        <p:nvSpPr>
          <p:cNvPr id="34" name="TextBox 33">
            <a:extLst>
              <a:ext uri="{FF2B5EF4-FFF2-40B4-BE49-F238E27FC236}">
                <a16:creationId xmlns:a16="http://schemas.microsoft.com/office/drawing/2014/main" id="{39CB4E51-65FA-C320-9200-2DCC78278A81}"/>
              </a:ext>
            </a:extLst>
          </p:cNvPr>
          <p:cNvSpPr txBox="1"/>
          <p:nvPr/>
        </p:nvSpPr>
        <p:spPr>
          <a:xfrm>
            <a:off x="6463839" y="2410620"/>
            <a:ext cx="1205307" cy="386247"/>
          </a:xfrm>
          <a:prstGeom prst="rect">
            <a:avLst/>
          </a:prstGeom>
          <a:noFill/>
        </p:spPr>
        <p:txBody>
          <a:bodyPr wrap="square" lIns="91440" tIns="45720" rIns="91440" bIns="45720" rtlCol="0" anchor="t">
            <a:noAutofit/>
          </a:bodyPr>
          <a:lstStyle/>
          <a:p>
            <a:pPr algn="ctr"/>
            <a:r>
              <a:rPr lang="en-US" sz="2000">
                <a:solidFill>
                  <a:srgbClr val="F50F7C"/>
                </a:solidFill>
                <a:latin typeface="Century Gothic"/>
                <a:ea typeface="Verdana"/>
              </a:rPr>
              <a:t>1,500+</a:t>
            </a:r>
            <a:endParaRPr lang="en-US" sz="2000">
              <a:solidFill>
                <a:srgbClr val="F50F7C"/>
              </a:solidFill>
              <a:latin typeface="Century Gothic"/>
            </a:endParaRPr>
          </a:p>
        </p:txBody>
      </p:sp>
      <p:sp>
        <p:nvSpPr>
          <p:cNvPr id="36" name="TextBox 35">
            <a:extLst>
              <a:ext uri="{FF2B5EF4-FFF2-40B4-BE49-F238E27FC236}">
                <a16:creationId xmlns:a16="http://schemas.microsoft.com/office/drawing/2014/main" id="{C9CC26FB-272D-7D74-7C89-7402E6C9758A}"/>
              </a:ext>
            </a:extLst>
          </p:cNvPr>
          <p:cNvSpPr txBox="1"/>
          <p:nvPr/>
        </p:nvSpPr>
        <p:spPr>
          <a:xfrm>
            <a:off x="6386674" y="2860787"/>
            <a:ext cx="1355829" cy="533339"/>
          </a:xfrm>
          <a:prstGeom prst="rect">
            <a:avLst/>
          </a:prstGeom>
          <a:noFill/>
        </p:spPr>
        <p:txBody>
          <a:bodyPr wrap="square" lIns="91440" tIns="45720" rIns="91440" bIns="45720" rtlCol="0" anchor="t">
            <a:noAutofit/>
          </a:bodyPr>
          <a:lstStyle/>
          <a:p>
            <a:pPr algn="ctr"/>
            <a:r>
              <a:rPr lang="en-US" sz="1050" b="1">
                <a:solidFill>
                  <a:srgbClr val="595959"/>
                </a:solidFill>
                <a:latin typeface="Century Gothic"/>
                <a:ea typeface="Verdana"/>
              </a:rPr>
              <a:t>Defects Logged and </a:t>
            </a:r>
            <a:r>
              <a:rPr lang="en-US" sz="1050" b="1" err="1">
                <a:solidFill>
                  <a:srgbClr val="595959"/>
                </a:solidFill>
                <a:latin typeface="Century Gothic"/>
                <a:ea typeface="Verdana"/>
              </a:rPr>
              <a:t>Analysed</a:t>
            </a:r>
            <a:endParaRPr lang="en-US" sz="1400" err="1"/>
          </a:p>
        </p:txBody>
      </p:sp>
      <p:sp>
        <p:nvSpPr>
          <p:cNvPr id="38" name="TextBox 37">
            <a:extLst>
              <a:ext uri="{FF2B5EF4-FFF2-40B4-BE49-F238E27FC236}">
                <a16:creationId xmlns:a16="http://schemas.microsoft.com/office/drawing/2014/main" id="{DD4D66A7-3CA7-1E40-C315-4FBDADC04640}"/>
              </a:ext>
            </a:extLst>
          </p:cNvPr>
          <p:cNvSpPr txBox="1"/>
          <p:nvPr/>
        </p:nvSpPr>
        <p:spPr>
          <a:xfrm>
            <a:off x="5470961" y="3387062"/>
            <a:ext cx="1452286" cy="373935"/>
          </a:xfrm>
          <a:prstGeom prst="rect">
            <a:avLst/>
          </a:prstGeom>
          <a:noFill/>
        </p:spPr>
        <p:txBody>
          <a:bodyPr wrap="square" lIns="91440" tIns="45720" rIns="91440" bIns="45720" rtlCol="0" anchor="t">
            <a:noAutofit/>
          </a:bodyPr>
          <a:lstStyle/>
          <a:p>
            <a:pPr algn="ctr"/>
            <a:r>
              <a:rPr lang="en-US" sz="1300" b="1">
                <a:solidFill>
                  <a:srgbClr val="6362D7"/>
                </a:solidFill>
                <a:latin typeface="Century Gothic"/>
                <a:ea typeface="Verdana"/>
              </a:rPr>
              <a:t>Defect Analysis</a:t>
            </a:r>
            <a:endParaRPr lang="en-US">
              <a:solidFill>
                <a:srgbClr val="6362D7"/>
              </a:solidFill>
            </a:endParaRPr>
          </a:p>
        </p:txBody>
      </p:sp>
      <p:sp>
        <p:nvSpPr>
          <p:cNvPr id="39" name="TextBox 38">
            <a:extLst>
              <a:ext uri="{FF2B5EF4-FFF2-40B4-BE49-F238E27FC236}">
                <a16:creationId xmlns:a16="http://schemas.microsoft.com/office/drawing/2014/main" id="{FCE26BF1-5F21-D221-6434-509AF5E43179}"/>
              </a:ext>
            </a:extLst>
          </p:cNvPr>
          <p:cNvSpPr txBox="1"/>
          <p:nvPr/>
        </p:nvSpPr>
        <p:spPr>
          <a:xfrm>
            <a:off x="4352792" y="3741709"/>
            <a:ext cx="1041333" cy="415183"/>
          </a:xfrm>
          <a:prstGeom prst="rect">
            <a:avLst/>
          </a:prstGeom>
          <a:noFill/>
        </p:spPr>
        <p:txBody>
          <a:bodyPr wrap="square" lIns="91440" tIns="45720" rIns="91440" bIns="45720" rtlCol="0" anchor="t">
            <a:noAutofit/>
          </a:bodyPr>
          <a:lstStyle/>
          <a:p>
            <a:pPr algn="ctr"/>
            <a:r>
              <a:rPr lang="en-US" sz="2000">
                <a:solidFill>
                  <a:srgbClr val="F50F7C"/>
                </a:solidFill>
                <a:latin typeface="Century Gothic"/>
                <a:ea typeface="Verdana"/>
              </a:rPr>
              <a:t>~40%</a:t>
            </a:r>
            <a:endParaRPr lang="en-US" sz="1600">
              <a:solidFill>
                <a:srgbClr val="F50F7C"/>
              </a:solidFill>
            </a:endParaRPr>
          </a:p>
        </p:txBody>
      </p:sp>
      <p:sp>
        <p:nvSpPr>
          <p:cNvPr id="40" name="TextBox 39">
            <a:extLst>
              <a:ext uri="{FF2B5EF4-FFF2-40B4-BE49-F238E27FC236}">
                <a16:creationId xmlns:a16="http://schemas.microsoft.com/office/drawing/2014/main" id="{713C090B-626F-F256-9006-9EE77ACBE455}"/>
              </a:ext>
            </a:extLst>
          </p:cNvPr>
          <p:cNvSpPr txBox="1"/>
          <p:nvPr/>
        </p:nvSpPr>
        <p:spPr>
          <a:xfrm>
            <a:off x="4386552" y="4230458"/>
            <a:ext cx="1278664" cy="340429"/>
          </a:xfrm>
          <a:prstGeom prst="rect">
            <a:avLst/>
          </a:prstGeom>
          <a:noFill/>
        </p:spPr>
        <p:txBody>
          <a:bodyPr wrap="square" lIns="91440" tIns="45720" rIns="91440" bIns="45720" rtlCol="0" anchor="t">
            <a:noAutofit/>
          </a:bodyPr>
          <a:lstStyle/>
          <a:p>
            <a:pPr algn="ctr"/>
            <a:r>
              <a:rPr lang="en-US" sz="1050" b="1">
                <a:solidFill>
                  <a:srgbClr val="595959"/>
                </a:solidFill>
                <a:latin typeface="Century Gothic"/>
                <a:ea typeface="Verdana"/>
              </a:rPr>
              <a:t>Hallucinations</a:t>
            </a:r>
            <a:endParaRPr lang="en-US" sz="1400"/>
          </a:p>
        </p:txBody>
      </p:sp>
      <p:sp>
        <p:nvSpPr>
          <p:cNvPr id="41" name="TextBox 40">
            <a:extLst>
              <a:ext uri="{FF2B5EF4-FFF2-40B4-BE49-F238E27FC236}">
                <a16:creationId xmlns:a16="http://schemas.microsoft.com/office/drawing/2014/main" id="{592C6DAE-364A-428F-1E9B-0418B2171B7A}"/>
              </a:ext>
            </a:extLst>
          </p:cNvPr>
          <p:cNvSpPr txBox="1"/>
          <p:nvPr/>
        </p:nvSpPr>
        <p:spPr>
          <a:xfrm>
            <a:off x="5671823" y="3741708"/>
            <a:ext cx="1041333" cy="415183"/>
          </a:xfrm>
          <a:prstGeom prst="rect">
            <a:avLst/>
          </a:prstGeom>
          <a:noFill/>
        </p:spPr>
        <p:txBody>
          <a:bodyPr wrap="square" lIns="91440" tIns="45720" rIns="91440" bIns="45720" rtlCol="0" anchor="t">
            <a:noAutofit/>
          </a:bodyPr>
          <a:lstStyle/>
          <a:p>
            <a:pPr algn="ctr"/>
            <a:r>
              <a:rPr lang="en-US" sz="2000">
                <a:solidFill>
                  <a:srgbClr val="F50F7C"/>
                </a:solidFill>
                <a:latin typeface="Century Gothic"/>
                <a:ea typeface="Verdana"/>
              </a:rPr>
              <a:t>~35%</a:t>
            </a:r>
            <a:endParaRPr lang="en-US" sz="1600">
              <a:solidFill>
                <a:srgbClr val="F50F7C"/>
              </a:solidFill>
            </a:endParaRPr>
          </a:p>
        </p:txBody>
      </p:sp>
      <p:sp>
        <p:nvSpPr>
          <p:cNvPr id="42" name="TextBox 41">
            <a:extLst>
              <a:ext uri="{FF2B5EF4-FFF2-40B4-BE49-F238E27FC236}">
                <a16:creationId xmlns:a16="http://schemas.microsoft.com/office/drawing/2014/main" id="{D525D369-BB3F-DBBA-C83F-8016D3620013}"/>
              </a:ext>
            </a:extLst>
          </p:cNvPr>
          <p:cNvSpPr txBox="1"/>
          <p:nvPr/>
        </p:nvSpPr>
        <p:spPr>
          <a:xfrm>
            <a:off x="5604304" y="4230457"/>
            <a:ext cx="1182209" cy="369366"/>
          </a:xfrm>
          <a:prstGeom prst="rect">
            <a:avLst/>
          </a:prstGeom>
          <a:noFill/>
        </p:spPr>
        <p:txBody>
          <a:bodyPr wrap="square" lIns="91440" tIns="45720" rIns="91440" bIns="45720" rtlCol="0" anchor="t">
            <a:noAutofit/>
          </a:bodyPr>
          <a:lstStyle/>
          <a:p>
            <a:pPr algn="ctr"/>
            <a:r>
              <a:rPr lang="en-US" sz="1050" b="1">
                <a:solidFill>
                  <a:srgbClr val="595959"/>
                </a:solidFill>
                <a:latin typeface="Century Gothic"/>
                <a:ea typeface="Verdana"/>
              </a:rPr>
              <a:t>Functional</a:t>
            </a:r>
            <a:endParaRPr lang="en-US" sz="1400"/>
          </a:p>
        </p:txBody>
      </p:sp>
      <p:sp>
        <p:nvSpPr>
          <p:cNvPr id="43" name="TextBox 42">
            <a:extLst>
              <a:ext uri="{FF2B5EF4-FFF2-40B4-BE49-F238E27FC236}">
                <a16:creationId xmlns:a16="http://schemas.microsoft.com/office/drawing/2014/main" id="{1C1BBB02-EAFB-B8AE-F75F-AA544C373C0C}"/>
              </a:ext>
            </a:extLst>
          </p:cNvPr>
          <p:cNvSpPr txBox="1"/>
          <p:nvPr/>
        </p:nvSpPr>
        <p:spPr>
          <a:xfrm>
            <a:off x="6877519" y="3741707"/>
            <a:ext cx="1041333" cy="415183"/>
          </a:xfrm>
          <a:prstGeom prst="rect">
            <a:avLst/>
          </a:prstGeom>
          <a:noFill/>
        </p:spPr>
        <p:txBody>
          <a:bodyPr wrap="square" lIns="91440" tIns="45720" rIns="91440" bIns="45720" rtlCol="0" anchor="t">
            <a:noAutofit/>
          </a:bodyPr>
          <a:lstStyle/>
          <a:p>
            <a:pPr algn="ctr"/>
            <a:r>
              <a:rPr lang="en-US" sz="2000">
                <a:solidFill>
                  <a:srgbClr val="F50F7C"/>
                </a:solidFill>
                <a:latin typeface="Century Gothic"/>
                <a:ea typeface="Verdana"/>
              </a:rPr>
              <a:t>~25%</a:t>
            </a:r>
            <a:endParaRPr lang="en-US" sz="1600">
              <a:solidFill>
                <a:srgbClr val="F50F7C"/>
              </a:solidFill>
            </a:endParaRPr>
          </a:p>
        </p:txBody>
      </p:sp>
      <p:sp>
        <p:nvSpPr>
          <p:cNvPr id="44" name="TextBox 43">
            <a:extLst>
              <a:ext uri="{FF2B5EF4-FFF2-40B4-BE49-F238E27FC236}">
                <a16:creationId xmlns:a16="http://schemas.microsoft.com/office/drawing/2014/main" id="{EFFF368D-72C6-1D27-07FB-7D19A642A807}"/>
              </a:ext>
            </a:extLst>
          </p:cNvPr>
          <p:cNvSpPr txBox="1"/>
          <p:nvPr/>
        </p:nvSpPr>
        <p:spPr>
          <a:xfrm>
            <a:off x="6810000" y="4230456"/>
            <a:ext cx="1182209" cy="369366"/>
          </a:xfrm>
          <a:prstGeom prst="rect">
            <a:avLst/>
          </a:prstGeom>
          <a:noFill/>
        </p:spPr>
        <p:txBody>
          <a:bodyPr wrap="square" lIns="91440" tIns="45720" rIns="91440" bIns="45720" rtlCol="0" anchor="t">
            <a:noAutofit/>
          </a:bodyPr>
          <a:lstStyle/>
          <a:p>
            <a:pPr algn="ctr"/>
            <a:r>
              <a:rPr lang="en-US" sz="1050" b="1">
                <a:solidFill>
                  <a:srgbClr val="595959"/>
                </a:solidFill>
                <a:latin typeface="Century Gothic"/>
                <a:ea typeface="Verdana"/>
              </a:rPr>
              <a:t>Adversarial</a:t>
            </a:r>
            <a:endParaRPr lang="en-US" sz="1400"/>
          </a:p>
        </p:txBody>
      </p:sp>
      <p:sp>
        <p:nvSpPr>
          <p:cNvPr id="2" name="TextBox 1">
            <a:extLst>
              <a:ext uri="{FF2B5EF4-FFF2-40B4-BE49-F238E27FC236}">
                <a16:creationId xmlns:a16="http://schemas.microsoft.com/office/drawing/2014/main" id="{44139B4D-37F9-23ED-B239-A5E3AA528744}"/>
              </a:ext>
            </a:extLst>
          </p:cNvPr>
          <p:cNvSpPr txBox="1"/>
          <p:nvPr/>
        </p:nvSpPr>
        <p:spPr>
          <a:xfrm>
            <a:off x="720750" y="5273195"/>
            <a:ext cx="1827295" cy="373935"/>
          </a:xfrm>
          <a:prstGeom prst="rect">
            <a:avLst/>
          </a:prstGeom>
          <a:noFill/>
        </p:spPr>
        <p:txBody>
          <a:bodyPr wrap="square" lIns="91440" tIns="45720" rIns="91440" bIns="45720" rtlCol="0" anchor="t">
            <a:noAutofit/>
          </a:bodyPr>
          <a:lstStyle/>
          <a:p>
            <a:r>
              <a:rPr lang="en-US" sz="1300" b="1">
                <a:solidFill>
                  <a:schemeClr val="accent5">
                    <a:lumMod val="60000"/>
                    <a:lumOff val="40000"/>
                  </a:schemeClr>
                </a:solidFill>
                <a:latin typeface="Century Gothic"/>
                <a:ea typeface="Verdana"/>
              </a:rPr>
              <a:t>Key Improvements</a:t>
            </a:r>
            <a:endParaRPr lang="en-US">
              <a:solidFill>
                <a:schemeClr val="accent5">
                  <a:lumMod val="60000"/>
                  <a:lumOff val="40000"/>
                </a:schemeClr>
              </a:solidFill>
            </a:endParaRPr>
          </a:p>
        </p:txBody>
      </p:sp>
      <p:sp>
        <p:nvSpPr>
          <p:cNvPr id="8" name="TextBox 7">
            <a:extLst>
              <a:ext uri="{FF2B5EF4-FFF2-40B4-BE49-F238E27FC236}">
                <a16:creationId xmlns:a16="http://schemas.microsoft.com/office/drawing/2014/main" id="{A4FCC924-C019-1272-70B7-A4D076661C99}"/>
              </a:ext>
            </a:extLst>
          </p:cNvPr>
          <p:cNvSpPr txBox="1"/>
          <p:nvPr/>
        </p:nvSpPr>
        <p:spPr>
          <a:xfrm>
            <a:off x="2877019" y="5043861"/>
            <a:ext cx="1041333" cy="415183"/>
          </a:xfrm>
          <a:prstGeom prst="rect">
            <a:avLst/>
          </a:prstGeom>
          <a:noFill/>
        </p:spPr>
        <p:txBody>
          <a:bodyPr wrap="square" lIns="91440" tIns="45720" rIns="91440" bIns="45720" rtlCol="0" anchor="t">
            <a:noAutofit/>
          </a:bodyPr>
          <a:lstStyle/>
          <a:p>
            <a:pPr algn="ctr"/>
            <a:r>
              <a:rPr lang="en-US" sz="2000">
                <a:solidFill>
                  <a:srgbClr val="6362D7"/>
                </a:solidFill>
                <a:latin typeface="Century Gothic"/>
                <a:ea typeface="Verdana"/>
              </a:rPr>
              <a:t>~40%</a:t>
            </a:r>
            <a:endParaRPr lang="en-US" sz="1600">
              <a:solidFill>
                <a:srgbClr val="6362D7"/>
              </a:solidFill>
            </a:endParaRPr>
          </a:p>
        </p:txBody>
      </p:sp>
      <p:sp>
        <p:nvSpPr>
          <p:cNvPr id="14" name="TextBox 13">
            <a:extLst>
              <a:ext uri="{FF2B5EF4-FFF2-40B4-BE49-F238E27FC236}">
                <a16:creationId xmlns:a16="http://schemas.microsoft.com/office/drawing/2014/main" id="{B0279BE4-8078-9498-5F2A-B91BD3C096A5}"/>
              </a:ext>
            </a:extLst>
          </p:cNvPr>
          <p:cNvSpPr txBox="1"/>
          <p:nvPr/>
        </p:nvSpPr>
        <p:spPr>
          <a:xfrm>
            <a:off x="2893687" y="5532610"/>
            <a:ext cx="1278664" cy="340429"/>
          </a:xfrm>
          <a:prstGeom prst="rect">
            <a:avLst/>
          </a:prstGeom>
          <a:noFill/>
        </p:spPr>
        <p:txBody>
          <a:bodyPr wrap="square" lIns="91440" tIns="45720" rIns="91440" bIns="45720" rtlCol="0" anchor="t">
            <a:noAutofit/>
          </a:bodyPr>
          <a:lstStyle/>
          <a:p>
            <a:pPr algn="ctr"/>
            <a:r>
              <a:rPr lang="en-US" sz="1100" b="1">
                <a:solidFill>
                  <a:srgbClr val="595959"/>
                </a:solidFill>
                <a:latin typeface="Century Gothic"/>
                <a:ea typeface="Verdana"/>
              </a:rPr>
              <a:t>Hallucinations</a:t>
            </a:r>
            <a:endParaRPr lang="en-US" sz="1600"/>
          </a:p>
        </p:txBody>
      </p:sp>
      <p:sp>
        <p:nvSpPr>
          <p:cNvPr id="17" name="TextBox 16">
            <a:extLst>
              <a:ext uri="{FF2B5EF4-FFF2-40B4-BE49-F238E27FC236}">
                <a16:creationId xmlns:a16="http://schemas.microsoft.com/office/drawing/2014/main" id="{8C6A37F8-7BE3-4DA9-6236-BF4527EACD99}"/>
              </a:ext>
            </a:extLst>
          </p:cNvPr>
          <p:cNvSpPr txBox="1"/>
          <p:nvPr/>
        </p:nvSpPr>
        <p:spPr>
          <a:xfrm>
            <a:off x="4196050" y="5043860"/>
            <a:ext cx="1041333" cy="415183"/>
          </a:xfrm>
          <a:prstGeom prst="rect">
            <a:avLst/>
          </a:prstGeom>
          <a:noFill/>
        </p:spPr>
        <p:txBody>
          <a:bodyPr wrap="square" lIns="91440" tIns="45720" rIns="91440" bIns="45720" rtlCol="0" anchor="t">
            <a:noAutofit/>
          </a:bodyPr>
          <a:lstStyle/>
          <a:p>
            <a:pPr algn="ctr"/>
            <a:r>
              <a:rPr lang="en-US" sz="2000">
                <a:solidFill>
                  <a:srgbClr val="6362D7"/>
                </a:solidFill>
                <a:latin typeface="Century Gothic"/>
                <a:ea typeface="Verdana"/>
              </a:rPr>
              <a:t>~35%</a:t>
            </a:r>
            <a:endParaRPr lang="en-US" sz="1600">
              <a:solidFill>
                <a:srgbClr val="6362D7"/>
              </a:solidFill>
            </a:endParaRPr>
          </a:p>
        </p:txBody>
      </p:sp>
      <p:sp>
        <p:nvSpPr>
          <p:cNvPr id="18" name="TextBox 17">
            <a:extLst>
              <a:ext uri="{FF2B5EF4-FFF2-40B4-BE49-F238E27FC236}">
                <a16:creationId xmlns:a16="http://schemas.microsoft.com/office/drawing/2014/main" id="{4C42DEEC-82D2-583F-122F-61171B0E542E}"/>
              </a:ext>
            </a:extLst>
          </p:cNvPr>
          <p:cNvSpPr txBox="1"/>
          <p:nvPr/>
        </p:nvSpPr>
        <p:spPr>
          <a:xfrm>
            <a:off x="4128531" y="5532608"/>
            <a:ext cx="1182209" cy="369366"/>
          </a:xfrm>
          <a:prstGeom prst="rect">
            <a:avLst/>
          </a:prstGeom>
          <a:noFill/>
        </p:spPr>
        <p:txBody>
          <a:bodyPr wrap="square" lIns="91440" tIns="45720" rIns="91440" bIns="45720" rtlCol="0" anchor="t">
            <a:noAutofit/>
          </a:bodyPr>
          <a:lstStyle/>
          <a:p>
            <a:pPr algn="ctr"/>
            <a:r>
              <a:rPr lang="en-US" sz="1100" b="1">
                <a:solidFill>
                  <a:srgbClr val="595959"/>
                </a:solidFill>
                <a:latin typeface="Century Gothic"/>
                <a:ea typeface="Verdana"/>
              </a:rPr>
              <a:t>Functional</a:t>
            </a:r>
            <a:endParaRPr lang="en-US" sz="1600"/>
          </a:p>
        </p:txBody>
      </p:sp>
      <p:sp>
        <p:nvSpPr>
          <p:cNvPr id="20" name="TextBox 19">
            <a:extLst>
              <a:ext uri="{FF2B5EF4-FFF2-40B4-BE49-F238E27FC236}">
                <a16:creationId xmlns:a16="http://schemas.microsoft.com/office/drawing/2014/main" id="{FD562DA4-A26E-43DB-80C3-D53DC215300B}"/>
              </a:ext>
            </a:extLst>
          </p:cNvPr>
          <p:cNvSpPr txBox="1"/>
          <p:nvPr/>
        </p:nvSpPr>
        <p:spPr>
          <a:xfrm>
            <a:off x="5401746" y="5043859"/>
            <a:ext cx="1041333" cy="415183"/>
          </a:xfrm>
          <a:prstGeom prst="rect">
            <a:avLst/>
          </a:prstGeom>
          <a:noFill/>
        </p:spPr>
        <p:txBody>
          <a:bodyPr wrap="square" lIns="91440" tIns="45720" rIns="91440" bIns="45720" rtlCol="0" anchor="t">
            <a:noAutofit/>
          </a:bodyPr>
          <a:lstStyle/>
          <a:p>
            <a:pPr algn="ctr"/>
            <a:r>
              <a:rPr lang="en-US" sz="2000">
                <a:solidFill>
                  <a:srgbClr val="6362D7"/>
                </a:solidFill>
                <a:latin typeface="Century Gothic"/>
                <a:ea typeface="Verdana"/>
              </a:rPr>
              <a:t>~25%</a:t>
            </a:r>
            <a:endParaRPr lang="en-US" sz="1600">
              <a:solidFill>
                <a:srgbClr val="6362D7"/>
              </a:solidFill>
            </a:endParaRPr>
          </a:p>
        </p:txBody>
      </p:sp>
      <p:sp>
        <p:nvSpPr>
          <p:cNvPr id="22" name="TextBox 21">
            <a:extLst>
              <a:ext uri="{FF2B5EF4-FFF2-40B4-BE49-F238E27FC236}">
                <a16:creationId xmlns:a16="http://schemas.microsoft.com/office/drawing/2014/main" id="{E6F5FD33-D502-39D5-4C1E-E66A4EE7DFA1}"/>
              </a:ext>
            </a:extLst>
          </p:cNvPr>
          <p:cNvSpPr txBox="1"/>
          <p:nvPr/>
        </p:nvSpPr>
        <p:spPr>
          <a:xfrm>
            <a:off x="5334227" y="5532608"/>
            <a:ext cx="1182209" cy="369366"/>
          </a:xfrm>
          <a:prstGeom prst="rect">
            <a:avLst/>
          </a:prstGeom>
          <a:noFill/>
        </p:spPr>
        <p:txBody>
          <a:bodyPr wrap="square" lIns="91440" tIns="45720" rIns="91440" bIns="45720" rtlCol="0" anchor="t">
            <a:noAutofit/>
          </a:bodyPr>
          <a:lstStyle/>
          <a:p>
            <a:pPr algn="ctr"/>
            <a:r>
              <a:rPr lang="en-US" sz="1100" b="1">
                <a:solidFill>
                  <a:srgbClr val="595959"/>
                </a:solidFill>
                <a:latin typeface="Century Gothic"/>
                <a:ea typeface="Verdana"/>
              </a:rPr>
              <a:t>Adversarial</a:t>
            </a:r>
            <a:endParaRPr lang="en-US" sz="1600"/>
          </a:p>
        </p:txBody>
      </p:sp>
      <p:cxnSp>
        <p:nvCxnSpPr>
          <p:cNvPr id="47" name="Straight Arrow Connector 46"/>
          <p:cNvCxnSpPr/>
          <p:nvPr/>
        </p:nvCxnSpPr>
        <p:spPr>
          <a:xfrm>
            <a:off x="8749217" y="2863652"/>
            <a:ext cx="184354" cy="0"/>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p:nvPr/>
        </p:nvCxnSpPr>
        <p:spPr>
          <a:xfrm>
            <a:off x="8749217" y="3229540"/>
            <a:ext cx="184354" cy="0"/>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p:nvPr/>
        </p:nvCxnSpPr>
        <p:spPr>
          <a:xfrm>
            <a:off x="8749217" y="3730967"/>
            <a:ext cx="184354" cy="0"/>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p:nvPr/>
        </p:nvCxnSpPr>
        <p:spPr>
          <a:xfrm>
            <a:off x="8749217" y="4194650"/>
            <a:ext cx="184354" cy="0"/>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32222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5" name="Title 1">
            <a:extLst>
              <a:ext uri="{FF2B5EF4-FFF2-40B4-BE49-F238E27FC236}">
                <a16:creationId xmlns:a16="http://schemas.microsoft.com/office/drawing/2014/main" id="{8BC58BF2-EA0D-B75E-10EC-2058823B785F}"/>
              </a:ext>
            </a:extLst>
          </p:cNvPr>
          <p:cNvSpPr txBox="1">
            <a:spLocks/>
          </p:cNvSpPr>
          <p:nvPr/>
        </p:nvSpPr>
        <p:spPr>
          <a:xfrm>
            <a:off x="385998" y="241050"/>
            <a:ext cx="11396086" cy="1025526"/>
          </a:xfrm>
          <a:prstGeom prst="rect">
            <a:avLst/>
          </a:prstGeom>
          <a:noFill/>
          <a:ln>
            <a:noFill/>
          </a:ln>
        </p:spPr>
        <p:txBody>
          <a:bodyPr spcFirstLastPara="1" vert="horz" wrap="square" lIns="91425" tIns="45700" rIns="91425" bIns="45700" rtlCol="0" anchor="ctr" anchorCtr="0">
            <a:normAutofit/>
          </a:bodyPr>
          <a:lstStyle>
            <a:lvl1pPr lvl="0" algn="l" defTabSz="914377" rtl="0" eaLnBrk="1" latinLnBrk="0" hangingPunct="1">
              <a:lnSpc>
                <a:spcPct val="90000"/>
              </a:lnSpc>
              <a:spcBef>
                <a:spcPts val="0"/>
              </a:spcBef>
              <a:spcAft>
                <a:spcPts val="0"/>
              </a:spcAft>
              <a:buClr>
                <a:schemeClr val="dk1"/>
              </a:buClr>
              <a:buSzPts val="3600"/>
              <a:buFont typeface="Arial"/>
              <a:buNone/>
              <a:defRPr sz="3600" b="1" i="0" kern="1200">
                <a:solidFill>
                  <a:schemeClr val="dk1"/>
                </a:solidFill>
                <a:latin typeface="+mj-lt"/>
                <a:ea typeface="Myriad Pro" panose="020B0503030403020204" pitchFamily="34" charset="0"/>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IN" sz="2800" b="0">
                <a:latin typeface="PP Neue Machina Plain" pitchFamily="50" charset="0"/>
              </a:rPr>
              <a:t>Let your people do the High-value work</a:t>
            </a:r>
            <a:endParaRPr lang="en-US" sz="2800" b="0">
              <a:latin typeface="PP Neue Machina Plain" pitchFamily="50" charset="0"/>
            </a:endParaRPr>
          </a:p>
        </p:txBody>
      </p:sp>
      <p:sp>
        <p:nvSpPr>
          <p:cNvPr id="7" name="TextBox 6">
            <a:extLst>
              <a:ext uri="{FF2B5EF4-FFF2-40B4-BE49-F238E27FC236}">
                <a16:creationId xmlns:a16="http://schemas.microsoft.com/office/drawing/2014/main" id="{CDDA6095-6E84-7450-7349-7ADA6A07ACA4}"/>
              </a:ext>
            </a:extLst>
          </p:cNvPr>
          <p:cNvSpPr txBox="1"/>
          <p:nvPr/>
        </p:nvSpPr>
        <p:spPr>
          <a:xfrm>
            <a:off x="382271" y="1110650"/>
            <a:ext cx="7880885" cy="853547"/>
          </a:xfrm>
          <a:prstGeom prst="rect">
            <a:avLst/>
          </a:prstGeom>
          <a:noFill/>
        </p:spPr>
        <p:txBody>
          <a:bodyPr wrap="square" lIns="91440" tIns="45720" rIns="91440" bIns="45720" rtlCol="0" anchor="t">
            <a:noAutofit/>
          </a:bodyPr>
          <a:lstStyle/>
          <a:p>
            <a:pPr marL="12700" algn="just">
              <a:spcBef>
                <a:spcPts val="844"/>
              </a:spcBef>
            </a:pPr>
            <a:r>
              <a:rPr lang="en-US" sz="1400" b="1">
                <a:latin typeface="Century Gothic"/>
                <a:ea typeface="Verdana"/>
              </a:rPr>
              <a:t>The Situation: Don’t waste your people’s time</a:t>
            </a:r>
            <a:r>
              <a:rPr lang="en-US" sz="1400" b="1">
                <a:latin typeface="Century Gothic"/>
                <a:ea typeface="Verdana"/>
                <a:cs typeface="Century Gothic" panose="020B0502020202020204" pitchFamily="34" charset="0"/>
              </a:rPr>
              <a:t>, doing the mechanical and repetitive tasks</a:t>
            </a:r>
            <a:endParaRPr lang="en-US" sz="1100">
              <a:latin typeface="Century Gothic"/>
              <a:ea typeface="Verdana"/>
              <a:cs typeface="Century Gothic" panose="020B0502020202020204" pitchFamily="34" charset="0"/>
            </a:endParaRPr>
          </a:p>
          <a:p>
            <a:pPr marL="184150" marR="5080" indent="-171450" algn="just">
              <a:lnSpc>
                <a:spcPct val="108700"/>
              </a:lnSpc>
              <a:spcBef>
                <a:spcPts val="455"/>
              </a:spcBef>
              <a:buFont typeface="Arial,Sans-Serif"/>
              <a:buChar char="•"/>
            </a:pPr>
            <a:r>
              <a:rPr lang="en-US" sz="1100">
                <a:latin typeface="Century Gothic"/>
                <a:ea typeface="Verdana"/>
                <a:cs typeface="Century Gothic" panose="020B0502020202020204" pitchFamily="34" charset="0"/>
              </a:rPr>
              <a:t>AI is good at doing the repetitive tasks – let the AI do it for your people</a:t>
            </a:r>
          </a:p>
          <a:p>
            <a:pPr marL="184150" marR="5080" indent="-171450" algn="just">
              <a:lnSpc>
                <a:spcPct val="108700"/>
              </a:lnSpc>
              <a:spcBef>
                <a:spcPts val="455"/>
              </a:spcBef>
              <a:buFont typeface="Arial,Sans-Serif"/>
              <a:buChar char="•"/>
            </a:pPr>
            <a:r>
              <a:rPr lang="en-US" sz="1100">
                <a:latin typeface="Century Gothic"/>
                <a:ea typeface="Verdana"/>
                <a:cs typeface="Century Gothic" panose="020B0502020202020204" pitchFamily="34" charset="0"/>
              </a:rPr>
              <a:t>Free your people to spend all their time on core, higher value work</a:t>
            </a:r>
            <a:endParaRPr lang="en-US" sz="1100">
              <a:latin typeface="Century Gothic"/>
            </a:endParaRPr>
          </a:p>
        </p:txBody>
      </p:sp>
      <p:sp>
        <p:nvSpPr>
          <p:cNvPr id="9" name="object 6">
            <a:extLst>
              <a:ext uri="{FF2B5EF4-FFF2-40B4-BE49-F238E27FC236}">
                <a16:creationId xmlns:a16="http://schemas.microsoft.com/office/drawing/2014/main" id="{E7003149-C80C-BD96-0773-CFD8230614A9}"/>
              </a:ext>
            </a:extLst>
          </p:cNvPr>
          <p:cNvSpPr txBox="1"/>
          <p:nvPr/>
        </p:nvSpPr>
        <p:spPr>
          <a:xfrm>
            <a:off x="468320" y="2824802"/>
            <a:ext cx="1446827" cy="1639551"/>
          </a:xfrm>
          <a:prstGeom prst="rect">
            <a:avLst/>
          </a:prstGeom>
        </p:spPr>
        <p:txBody>
          <a:bodyPr vert="horz" wrap="square" lIns="0" tIns="99695" rIns="0" bIns="0" rtlCol="0" anchor="ctr">
            <a:spAutoFit/>
          </a:bodyPr>
          <a:lstStyle/>
          <a:p>
            <a:pPr marL="171450" indent="-171450">
              <a:buFont typeface="Arial"/>
              <a:buChar char="•"/>
              <a:defRPr/>
            </a:pPr>
            <a:r>
              <a:rPr lang="en-US" sz="1000" spc="-20">
                <a:solidFill>
                  <a:srgbClr val="000000"/>
                </a:solidFill>
                <a:latin typeface="Century Gothic" panose="020B0502020202020204" pitchFamily="34" charset="0"/>
                <a:ea typeface="Verdana"/>
                <a:cs typeface="Microsoft Sans Serif"/>
              </a:rPr>
              <a:t>Process Discovery and Mapping</a:t>
            </a:r>
            <a:endParaRPr lang="en-US" sz="1000">
              <a:solidFill>
                <a:srgbClr val="000000"/>
              </a:solidFill>
              <a:latin typeface="Century Gothic" panose="020B0502020202020204" pitchFamily="34" charset="0"/>
            </a:endParaRPr>
          </a:p>
          <a:p>
            <a:pPr marL="171450" indent="-171450">
              <a:buFont typeface="Arial"/>
              <a:buChar char="•"/>
              <a:defRPr/>
            </a:pPr>
            <a:endParaRPr lang="en-US" sz="1000" spc="-20">
              <a:solidFill>
                <a:srgbClr val="000000"/>
              </a:solidFill>
              <a:latin typeface="Century Gothic" panose="020B0502020202020204" pitchFamily="34" charset="0"/>
              <a:ea typeface="Verdana"/>
              <a:cs typeface="Microsoft Sans Serif"/>
            </a:endParaRPr>
          </a:p>
          <a:p>
            <a:pPr marL="171450" indent="-171450">
              <a:buFont typeface="Arial"/>
              <a:buChar char="•"/>
              <a:defRPr/>
            </a:pPr>
            <a:r>
              <a:rPr lang="en-US" sz="1000" spc="-20">
                <a:solidFill>
                  <a:srgbClr val="000000"/>
                </a:solidFill>
                <a:latin typeface="Century Gothic" panose="020B0502020202020204" pitchFamily="34" charset="0"/>
                <a:ea typeface="Verdana"/>
                <a:cs typeface="Microsoft Sans Serif"/>
              </a:rPr>
              <a:t>Task Decomposition</a:t>
            </a:r>
          </a:p>
          <a:p>
            <a:pPr marL="171450" indent="-171450">
              <a:buFont typeface="Arial"/>
              <a:buChar char="•"/>
              <a:defRPr/>
            </a:pPr>
            <a:endParaRPr lang="en-US" sz="1000" spc="-20">
              <a:solidFill>
                <a:srgbClr val="000000"/>
              </a:solidFill>
              <a:latin typeface="Century Gothic" panose="020B0502020202020204" pitchFamily="34" charset="0"/>
              <a:ea typeface="Verdana"/>
              <a:cs typeface="Microsoft Sans Serif"/>
            </a:endParaRPr>
          </a:p>
          <a:p>
            <a:pPr marL="171450" indent="-171450">
              <a:buFont typeface="Arial"/>
              <a:buChar char="•"/>
              <a:defRPr/>
            </a:pPr>
            <a:r>
              <a:rPr lang="en-US" sz="1000" spc="-20" err="1">
                <a:solidFill>
                  <a:srgbClr val="000000"/>
                </a:solidFill>
                <a:latin typeface="Century Gothic" panose="020B0502020202020204" pitchFamily="34" charset="0"/>
                <a:ea typeface="Verdana"/>
                <a:cs typeface="Microsoft Sans Serif"/>
              </a:rPr>
              <a:t>Agentification</a:t>
            </a:r>
            <a:r>
              <a:rPr lang="en-US" sz="1000" spc="-20">
                <a:solidFill>
                  <a:srgbClr val="000000"/>
                </a:solidFill>
                <a:latin typeface="Century Gothic" panose="020B0502020202020204" pitchFamily="34" charset="0"/>
                <a:ea typeface="Verdana"/>
                <a:cs typeface="Microsoft Sans Serif"/>
              </a:rPr>
              <a:t> Assessment</a:t>
            </a:r>
          </a:p>
          <a:p>
            <a:pPr marL="171450" indent="-171450">
              <a:buFont typeface="Arial"/>
              <a:buChar char="•"/>
              <a:defRPr/>
            </a:pPr>
            <a:endParaRPr lang="en-US" sz="1000" spc="-20">
              <a:solidFill>
                <a:srgbClr val="000000"/>
              </a:solidFill>
              <a:latin typeface="Century Gothic" panose="020B0502020202020204" pitchFamily="34" charset="0"/>
              <a:ea typeface="Verdana"/>
              <a:cs typeface="Microsoft Sans Serif"/>
            </a:endParaRPr>
          </a:p>
          <a:p>
            <a:pPr marL="171450" indent="-171450">
              <a:buFont typeface="Arial"/>
              <a:buChar char="•"/>
              <a:defRPr/>
            </a:pPr>
            <a:r>
              <a:rPr lang="en-US" sz="1000" spc="-20">
                <a:solidFill>
                  <a:srgbClr val="000000"/>
                </a:solidFill>
                <a:latin typeface="Century Gothic" panose="020B0502020202020204" pitchFamily="34" charset="0"/>
                <a:ea typeface="Verdana"/>
                <a:cs typeface="Microsoft Sans Serif"/>
              </a:rPr>
              <a:t>ROI and Feasibility Analysis</a:t>
            </a:r>
            <a:endParaRPr lang="en-US" sz="1000">
              <a:solidFill>
                <a:srgbClr val="000000"/>
              </a:solidFill>
              <a:latin typeface="Century Gothic" panose="020B0502020202020204" pitchFamily="34" charset="0"/>
            </a:endParaRPr>
          </a:p>
        </p:txBody>
      </p:sp>
      <p:sp>
        <p:nvSpPr>
          <p:cNvPr id="11" name="TextBox 10">
            <a:extLst>
              <a:ext uri="{FF2B5EF4-FFF2-40B4-BE49-F238E27FC236}">
                <a16:creationId xmlns:a16="http://schemas.microsoft.com/office/drawing/2014/main" id="{12A7D24A-B05C-1DB9-44F3-263B8D4BF492}"/>
              </a:ext>
            </a:extLst>
          </p:cNvPr>
          <p:cNvSpPr txBox="1"/>
          <p:nvPr/>
        </p:nvSpPr>
        <p:spPr>
          <a:xfrm>
            <a:off x="381510" y="2215550"/>
            <a:ext cx="1668675" cy="364290"/>
          </a:xfrm>
          <a:prstGeom prst="rect">
            <a:avLst/>
          </a:prstGeom>
          <a:noFill/>
        </p:spPr>
        <p:txBody>
          <a:bodyPr wrap="square" lIns="91440" tIns="45720" rIns="91440" bIns="45720" rtlCol="0" anchor="t">
            <a:noAutofit/>
          </a:bodyPr>
          <a:lstStyle/>
          <a:p>
            <a:r>
              <a:rPr lang="en-US" sz="1200" b="1">
                <a:solidFill>
                  <a:srgbClr val="000000"/>
                </a:solidFill>
                <a:latin typeface="Century Gothic"/>
                <a:ea typeface="Verdana"/>
              </a:rPr>
              <a:t>Process Inventory and Decomp</a:t>
            </a:r>
            <a:endParaRPr lang="en-US" sz="1600">
              <a:solidFill>
                <a:srgbClr val="000000"/>
              </a:solidFill>
            </a:endParaRPr>
          </a:p>
        </p:txBody>
      </p:sp>
      <p:sp>
        <p:nvSpPr>
          <p:cNvPr id="12" name="Rectangle 11">
            <a:extLst>
              <a:ext uri="{FF2B5EF4-FFF2-40B4-BE49-F238E27FC236}">
                <a16:creationId xmlns:a16="http://schemas.microsoft.com/office/drawing/2014/main" id="{63572512-46AB-7308-6E98-1ED209F27D62}"/>
              </a:ext>
            </a:extLst>
          </p:cNvPr>
          <p:cNvSpPr/>
          <p:nvPr/>
        </p:nvSpPr>
        <p:spPr>
          <a:xfrm>
            <a:off x="99391" y="2310602"/>
            <a:ext cx="276086" cy="265043"/>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lumMod val="65000"/>
                    <a:lumOff val="35000"/>
                  </a:schemeClr>
                </a:solidFill>
                <a:latin typeface="Century Gothic"/>
              </a:rPr>
              <a:t>1</a:t>
            </a:r>
          </a:p>
        </p:txBody>
      </p:sp>
      <p:sp>
        <p:nvSpPr>
          <p:cNvPr id="13" name="object 6">
            <a:extLst>
              <a:ext uri="{FF2B5EF4-FFF2-40B4-BE49-F238E27FC236}">
                <a16:creationId xmlns:a16="http://schemas.microsoft.com/office/drawing/2014/main" id="{29B42AAA-5247-FED4-FA4D-94C49932971E}"/>
              </a:ext>
            </a:extLst>
          </p:cNvPr>
          <p:cNvSpPr txBox="1"/>
          <p:nvPr/>
        </p:nvSpPr>
        <p:spPr>
          <a:xfrm>
            <a:off x="2843328" y="4687160"/>
            <a:ext cx="1574085" cy="1485663"/>
          </a:xfrm>
          <a:prstGeom prst="rect">
            <a:avLst/>
          </a:prstGeom>
        </p:spPr>
        <p:txBody>
          <a:bodyPr vert="horz" wrap="square" lIns="0" tIns="99695" rIns="0" bIns="0" rtlCol="0" anchor="ctr">
            <a:spAutoFit/>
          </a:bodyPr>
          <a:lstStyle/>
          <a:p>
            <a:pPr marL="171450" indent="-171450">
              <a:buFont typeface="Arial"/>
              <a:buChar char="•"/>
              <a:defRPr/>
            </a:pPr>
            <a:r>
              <a:rPr lang="en-US" sz="1000" spc="-20">
                <a:solidFill>
                  <a:srgbClr val="000000"/>
                </a:solidFill>
                <a:latin typeface="Century Gothic" panose="020B0502020202020204" pitchFamily="34" charset="0"/>
                <a:ea typeface="Verdana"/>
                <a:cs typeface="Microsoft Sans Serif"/>
              </a:rPr>
              <a:t>Agent Role Definition</a:t>
            </a:r>
            <a:endParaRPr lang="en-US" sz="1000">
              <a:solidFill>
                <a:srgbClr val="000000"/>
              </a:solidFill>
              <a:latin typeface="Century Gothic" panose="020B0502020202020204" pitchFamily="34" charset="0"/>
            </a:endParaRPr>
          </a:p>
          <a:p>
            <a:pPr marL="171450" indent="-171450">
              <a:buFont typeface="Arial"/>
              <a:buChar char="•"/>
              <a:defRPr/>
            </a:pPr>
            <a:endParaRPr lang="en-US" sz="1000" spc="-20">
              <a:solidFill>
                <a:srgbClr val="000000"/>
              </a:solidFill>
              <a:latin typeface="Century Gothic" panose="020B0502020202020204" pitchFamily="34" charset="0"/>
              <a:ea typeface="Verdana"/>
              <a:cs typeface="Microsoft Sans Serif"/>
            </a:endParaRPr>
          </a:p>
          <a:p>
            <a:pPr marL="171450" indent="-171450">
              <a:buFont typeface="Arial"/>
              <a:buChar char="•"/>
              <a:defRPr/>
            </a:pPr>
            <a:r>
              <a:rPr lang="en-US" sz="1000" spc="-20">
                <a:solidFill>
                  <a:srgbClr val="000000"/>
                </a:solidFill>
                <a:latin typeface="Century Gothic" panose="020B0502020202020204" pitchFamily="34" charset="0"/>
                <a:ea typeface="Verdana"/>
                <a:cs typeface="Microsoft Sans Serif"/>
              </a:rPr>
              <a:t>Human in the loop architecture</a:t>
            </a:r>
          </a:p>
          <a:p>
            <a:pPr marL="171450" indent="-171450">
              <a:buFont typeface="Arial"/>
              <a:buChar char="•"/>
              <a:defRPr/>
            </a:pPr>
            <a:endParaRPr lang="en-US" sz="1000" spc="-20">
              <a:solidFill>
                <a:srgbClr val="000000"/>
              </a:solidFill>
              <a:latin typeface="Century Gothic" panose="020B0502020202020204" pitchFamily="34" charset="0"/>
              <a:ea typeface="Verdana"/>
              <a:cs typeface="Microsoft Sans Serif"/>
            </a:endParaRPr>
          </a:p>
          <a:p>
            <a:pPr marL="171450" indent="-171450">
              <a:buFont typeface="Arial"/>
              <a:buChar char="•"/>
              <a:defRPr/>
            </a:pPr>
            <a:r>
              <a:rPr lang="en-US" sz="1000" spc="-20">
                <a:solidFill>
                  <a:srgbClr val="000000"/>
                </a:solidFill>
                <a:latin typeface="Century Gothic" panose="020B0502020202020204" pitchFamily="34" charset="0"/>
                <a:ea typeface="Verdana"/>
                <a:cs typeface="Microsoft Sans Serif"/>
              </a:rPr>
              <a:t>Process redesign</a:t>
            </a:r>
          </a:p>
          <a:p>
            <a:pPr marL="171450" indent="-171450">
              <a:buFont typeface="Arial"/>
              <a:buChar char="•"/>
              <a:defRPr/>
            </a:pPr>
            <a:endParaRPr lang="en-US" sz="1000" spc="-20">
              <a:solidFill>
                <a:srgbClr val="000000"/>
              </a:solidFill>
              <a:latin typeface="Century Gothic" panose="020B0502020202020204" pitchFamily="34" charset="0"/>
              <a:ea typeface="Verdana"/>
              <a:cs typeface="Microsoft Sans Serif"/>
            </a:endParaRPr>
          </a:p>
          <a:p>
            <a:pPr marL="171450" indent="-171450">
              <a:buFont typeface="Arial"/>
              <a:buChar char="•"/>
              <a:defRPr/>
            </a:pPr>
            <a:r>
              <a:rPr lang="en-US" sz="1000" spc="-20">
                <a:solidFill>
                  <a:srgbClr val="000000"/>
                </a:solidFill>
                <a:latin typeface="Century Gothic" panose="020B0502020202020204" pitchFamily="34" charset="0"/>
                <a:ea typeface="Verdana"/>
                <a:cs typeface="Microsoft Sans Serif"/>
              </a:rPr>
              <a:t>Governance Framework </a:t>
            </a:r>
            <a:endParaRPr lang="en-US" sz="1000">
              <a:solidFill>
                <a:srgbClr val="000000"/>
              </a:solidFill>
              <a:latin typeface="Century Gothic" panose="020B0502020202020204" pitchFamily="34" charset="0"/>
            </a:endParaRPr>
          </a:p>
        </p:txBody>
      </p:sp>
      <p:sp>
        <p:nvSpPr>
          <p:cNvPr id="14" name="TextBox 13">
            <a:extLst>
              <a:ext uri="{FF2B5EF4-FFF2-40B4-BE49-F238E27FC236}">
                <a16:creationId xmlns:a16="http://schemas.microsoft.com/office/drawing/2014/main" id="{06478BEE-4385-CEDE-0D12-2D61B846E2C2}"/>
              </a:ext>
            </a:extLst>
          </p:cNvPr>
          <p:cNvSpPr txBox="1"/>
          <p:nvPr/>
        </p:nvSpPr>
        <p:spPr>
          <a:xfrm>
            <a:off x="2773610" y="4077907"/>
            <a:ext cx="1659030" cy="499327"/>
          </a:xfrm>
          <a:prstGeom prst="rect">
            <a:avLst/>
          </a:prstGeom>
          <a:noFill/>
        </p:spPr>
        <p:txBody>
          <a:bodyPr wrap="square" lIns="91440" tIns="45720" rIns="91440" bIns="45720" rtlCol="0" anchor="t">
            <a:noAutofit/>
          </a:bodyPr>
          <a:lstStyle/>
          <a:p>
            <a:r>
              <a:rPr lang="en-US" sz="1200" b="1">
                <a:solidFill>
                  <a:srgbClr val="000000"/>
                </a:solidFill>
                <a:latin typeface="Century Gothic"/>
                <a:ea typeface="Verdana"/>
              </a:rPr>
              <a:t>Human Agent Collab Design</a:t>
            </a:r>
            <a:endParaRPr lang="en-US" sz="1600">
              <a:solidFill>
                <a:srgbClr val="000000"/>
              </a:solidFill>
            </a:endParaRPr>
          </a:p>
        </p:txBody>
      </p:sp>
      <p:sp>
        <p:nvSpPr>
          <p:cNvPr id="15" name="Rectangle 14">
            <a:extLst>
              <a:ext uri="{FF2B5EF4-FFF2-40B4-BE49-F238E27FC236}">
                <a16:creationId xmlns:a16="http://schemas.microsoft.com/office/drawing/2014/main" id="{6F4F1F42-5EAE-5CD9-31B1-5464CEE81F54}"/>
              </a:ext>
            </a:extLst>
          </p:cNvPr>
          <p:cNvSpPr/>
          <p:nvPr/>
        </p:nvSpPr>
        <p:spPr>
          <a:xfrm>
            <a:off x="2491491" y="4172959"/>
            <a:ext cx="276086" cy="265043"/>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b="1">
                <a:solidFill>
                  <a:schemeClr val="tx1">
                    <a:lumMod val="65000"/>
                    <a:lumOff val="35000"/>
                  </a:schemeClr>
                </a:solidFill>
                <a:latin typeface="Century Gothic"/>
              </a:rPr>
              <a:t>2</a:t>
            </a:r>
          </a:p>
        </p:txBody>
      </p:sp>
      <p:sp>
        <p:nvSpPr>
          <p:cNvPr id="2" name="object 6">
            <a:extLst>
              <a:ext uri="{FF2B5EF4-FFF2-40B4-BE49-F238E27FC236}">
                <a16:creationId xmlns:a16="http://schemas.microsoft.com/office/drawing/2014/main" id="{1A71C509-4A84-6EA3-018F-ABD1B6D2A939}"/>
              </a:ext>
            </a:extLst>
          </p:cNvPr>
          <p:cNvSpPr txBox="1"/>
          <p:nvPr/>
        </p:nvSpPr>
        <p:spPr>
          <a:xfrm>
            <a:off x="5175357" y="2824802"/>
            <a:ext cx="1680186" cy="1177887"/>
          </a:xfrm>
          <a:prstGeom prst="rect">
            <a:avLst/>
          </a:prstGeom>
        </p:spPr>
        <p:txBody>
          <a:bodyPr vert="horz" wrap="square" lIns="0" tIns="99695" rIns="0" bIns="0" rtlCol="0" anchor="ctr">
            <a:spAutoFit/>
          </a:bodyPr>
          <a:lstStyle/>
          <a:p>
            <a:pPr marL="171450" indent="-171450">
              <a:buFont typeface="Arial"/>
              <a:buChar char="•"/>
              <a:defRPr/>
            </a:pPr>
            <a:r>
              <a:rPr lang="en-US" sz="1000" spc="-20">
                <a:solidFill>
                  <a:srgbClr val="000000"/>
                </a:solidFill>
                <a:latin typeface="Century Gothic" panose="020B0502020202020204" pitchFamily="34" charset="0"/>
                <a:ea typeface="Verdana"/>
                <a:cs typeface="Microsoft Sans Serif"/>
              </a:rPr>
              <a:t>Agent Development</a:t>
            </a:r>
            <a:endParaRPr lang="en-US" sz="1000">
              <a:solidFill>
                <a:srgbClr val="000000"/>
              </a:solidFill>
              <a:latin typeface="Century Gothic" panose="020B0502020202020204" pitchFamily="34" charset="0"/>
            </a:endParaRPr>
          </a:p>
          <a:p>
            <a:pPr marL="171450" indent="-171450">
              <a:buFont typeface="Arial"/>
              <a:buChar char="•"/>
              <a:defRPr/>
            </a:pPr>
            <a:endParaRPr lang="en-US" sz="1000" spc="-20">
              <a:solidFill>
                <a:srgbClr val="000000"/>
              </a:solidFill>
              <a:latin typeface="Century Gothic" panose="020B0502020202020204" pitchFamily="34" charset="0"/>
              <a:ea typeface="Verdana"/>
              <a:cs typeface="Microsoft Sans Serif"/>
            </a:endParaRPr>
          </a:p>
          <a:p>
            <a:pPr marL="171450" indent="-171450">
              <a:buFont typeface="Arial"/>
              <a:buChar char="•"/>
              <a:defRPr/>
            </a:pPr>
            <a:r>
              <a:rPr lang="en-US" sz="1000" spc="-20">
                <a:solidFill>
                  <a:srgbClr val="000000"/>
                </a:solidFill>
                <a:latin typeface="Century Gothic" panose="020B0502020202020204" pitchFamily="34" charset="0"/>
                <a:ea typeface="Verdana"/>
                <a:cs typeface="Microsoft Sans Serif"/>
              </a:rPr>
              <a:t>System Integration</a:t>
            </a:r>
          </a:p>
          <a:p>
            <a:pPr marL="171450" indent="-171450">
              <a:buFont typeface="Arial"/>
              <a:buChar char="•"/>
              <a:defRPr/>
            </a:pPr>
            <a:endParaRPr lang="en-US" sz="1000" spc="-20">
              <a:solidFill>
                <a:srgbClr val="000000"/>
              </a:solidFill>
              <a:latin typeface="Century Gothic" panose="020B0502020202020204" pitchFamily="34" charset="0"/>
              <a:ea typeface="Verdana"/>
              <a:cs typeface="Microsoft Sans Serif"/>
            </a:endParaRPr>
          </a:p>
          <a:p>
            <a:pPr marL="171450" indent="-171450">
              <a:buFont typeface="Arial"/>
              <a:buChar char="•"/>
              <a:defRPr/>
            </a:pPr>
            <a:r>
              <a:rPr lang="en-US" sz="1000" spc="-20">
                <a:solidFill>
                  <a:srgbClr val="000000"/>
                </a:solidFill>
                <a:latin typeface="Century Gothic" panose="020B0502020202020204" pitchFamily="34" charset="0"/>
                <a:ea typeface="Verdana"/>
                <a:cs typeface="Microsoft Sans Serif"/>
              </a:rPr>
              <a:t>User Interface Design</a:t>
            </a:r>
          </a:p>
          <a:p>
            <a:pPr marL="171450" indent="-171450">
              <a:buFont typeface="Arial"/>
              <a:buChar char="•"/>
              <a:defRPr/>
            </a:pPr>
            <a:endParaRPr lang="en-US" sz="1000" spc="-20">
              <a:solidFill>
                <a:srgbClr val="000000"/>
              </a:solidFill>
              <a:latin typeface="Century Gothic" panose="020B0502020202020204" pitchFamily="34" charset="0"/>
              <a:ea typeface="Verdana"/>
              <a:cs typeface="Microsoft Sans Serif"/>
            </a:endParaRPr>
          </a:p>
          <a:p>
            <a:pPr marL="171450" indent="-171450">
              <a:buFont typeface="Arial"/>
              <a:buChar char="•"/>
              <a:defRPr/>
            </a:pPr>
            <a:r>
              <a:rPr lang="en-US" sz="1000" spc="-20">
                <a:solidFill>
                  <a:srgbClr val="000000"/>
                </a:solidFill>
                <a:latin typeface="Century Gothic" panose="020B0502020202020204" pitchFamily="34" charset="0"/>
                <a:ea typeface="Verdana"/>
                <a:cs typeface="Microsoft Sans Serif"/>
              </a:rPr>
              <a:t>Testing and Validation</a:t>
            </a:r>
            <a:endParaRPr lang="en-US" sz="1000">
              <a:solidFill>
                <a:srgbClr val="000000"/>
              </a:solidFill>
              <a:latin typeface="Century Gothic" panose="020B0502020202020204" pitchFamily="34" charset="0"/>
            </a:endParaRPr>
          </a:p>
        </p:txBody>
      </p:sp>
      <p:sp>
        <p:nvSpPr>
          <p:cNvPr id="3" name="TextBox 2">
            <a:extLst>
              <a:ext uri="{FF2B5EF4-FFF2-40B4-BE49-F238E27FC236}">
                <a16:creationId xmlns:a16="http://schemas.microsoft.com/office/drawing/2014/main" id="{3E832BD2-81B5-DD07-C2DA-252B397C6709}"/>
              </a:ext>
            </a:extLst>
          </p:cNvPr>
          <p:cNvSpPr txBox="1"/>
          <p:nvPr/>
        </p:nvSpPr>
        <p:spPr>
          <a:xfrm>
            <a:off x="5088546" y="2215548"/>
            <a:ext cx="1562574" cy="373936"/>
          </a:xfrm>
          <a:prstGeom prst="rect">
            <a:avLst/>
          </a:prstGeom>
          <a:noFill/>
        </p:spPr>
        <p:txBody>
          <a:bodyPr wrap="square" lIns="91440" tIns="45720" rIns="91440" bIns="45720" rtlCol="0" anchor="t">
            <a:noAutofit/>
          </a:bodyPr>
          <a:lstStyle/>
          <a:p>
            <a:r>
              <a:rPr lang="en-US" sz="1200" b="1">
                <a:solidFill>
                  <a:srgbClr val="000000"/>
                </a:solidFill>
                <a:latin typeface="Century Gothic"/>
                <a:ea typeface="Verdana"/>
              </a:rPr>
              <a:t>Agentic Flow Implementation</a:t>
            </a:r>
            <a:endParaRPr lang="en-US" sz="1600">
              <a:solidFill>
                <a:srgbClr val="000000"/>
              </a:solidFill>
            </a:endParaRPr>
          </a:p>
        </p:txBody>
      </p:sp>
      <p:sp>
        <p:nvSpPr>
          <p:cNvPr id="4" name="Rectangle 3">
            <a:extLst>
              <a:ext uri="{FF2B5EF4-FFF2-40B4-BE49-F238E27FC236}">
                <a16:creationId xmlns:a16="http://schemas.microsoft.com/office/drawing/2014/main" id="{D4342329-715D-470F-4EBA-8ABC655E0E96}"/>
              </a:ext>
            </a:extLst>
          </p:cNvPr>
          <p:cNvSpPr/>
          <p:nvPr/>
        </p:nvSpPr>
        <p:spPr>
          <a:xfrm>
            <a:off x="4806427" y="2310600"/>
            <a:ext cx="276086" cy="265043"/>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b="1">
                <a:solidFill>
                  <a:schemeClr val="tx1">
                    <a:lumMod val="65000"/>
                    <a:lumOff val="35000"/>
                  </a:schemeClr>
                </a:solidFill>
                <a:latin typeface="Century Gothic"/>
              </a:rPr>
              <a:t>3</a:t>
            </a:r>
          </a:p>
        </p:txBody>
      </p:sp>
      <p:sp>
        <p:nvSpPr>
          <p:cNvPr id="6" name="object 6">
            <a:extLst>
              <a:ext uri="{FF2B5EF4-FFF2-40B4-BE49-F238E27FC236}">
                <a16:creationId xmlns:a16="http://schemas.microsoft.com/office/drawing/2014/main" id="{298F6EFD-7CBC-21BF-40E5-8F0DFA68E353}"/>
              </a:ext>
            </a:extLst>
          </p:cNvPr>
          <p:cNvSpPr txBox="1"/>
          <p:nvPr/>
        </p:nvSpPr>
        <p:spPr>
          <a:xfrm>
            <a:off x="7654267" y="4678771"/>
            <a:ext cx="1882743" cy="1485663"/>
          </a:xfrm>
          <a:prstGeom prst="rect">
            <a:avLst/>
          </a:prstGeom>
        </p:spPr>
        <p:txBody>
          <a:bodyPr vert="horz" wrap="square" lIns="0" tIns="99695" rIns="0" bIns="0" rtlCol="0" anchor="ctr">
            <a:spAutoFit/>
          </a:bodyPr>
          <a:lstStyle/>
          <a:p>
            <a:pPr marL="171450" indent="-171450">
              <a:buFont typeface="Arial"/>
              <a:buChar char="•"/>
              <a:defRPr/>
            </a:pPr>
            <a:r>
              <a:rPr lang="en-US" sz="1000" spc="-20">
                <a:solidFill>
                  <a:srgbClr val="000000"/>
                </a:solidFill>
                <a:latin typeface="Century Gothic" panose="020B0502020202020204" pitchFamily="34" charset="0"/>
                <a:ea typeface="Verdana"/>
                <a:cs typeface="Microsoft Sans Serif"/>
              </a:rPr>
              <a:t>Change Management</a:t>
            </a:r>
            <a:endParaRPr lang="en-US" sz="1000">
              <a:solidFill>
                <a:srgbClr val="000000"/>
              </a:solidFill>
              <a:latin typeface="Century Gothic" panose="020B0502020202020204" pitchFamily="34" charset="0"/>
            </a:endParaRPr>
          </a:p>
          <a:p>
            <a:pPr marL="171450" indent="-171450">
              <a:buFont typeface="Arial"/>
              <a:buChar char="•"/>
              <a:defRPr/>
            </a:pPr>
            <a:endParaRPr lang="en-US" sz="1000" spc="-20">
              <a:solidFill>
                <a:srgbClr val="000000"/>
              </a:solidFill>
              <a:latin typeface="Century Gothic" panose="020B0502020202020204" pitchFamily="34" charset="0"/>
              <a:ea typeface="Verdana"/>
              <a:cs typeface="Microsoft Sans Serif"/>
            </a:endParaRPr>
          </a:p>
          <a:p>
            <a:pPr marL="171450" indent="-171450">
              <a:buFont typeface="Arial"/>
              <a:buChar char="•"/>
              <a:defRPr/>
            </a:pPr>
            <a:r>
              <a:rPr lang="en-US" sz="1000" spc="-20">
                <a:solidFill>
                  <a:srgbClr val="000000"/>
                </a:solidFill>
                <a:latin typeface="Century Gothic" panose="020B0502020202020204" pitchFamily="34" charset="0"/>
                <a:ea typeface="Verdana"/>
                <a:cs typeface="Microsoft Sans Serif"/>
              </a:rPr>
              <a:t>Training and Skill development</a:t>
            </a:r>
          </a:p>
          <a:p>
            <a:pPr marL="171450" indent="-171450">
              <a:buFont typeface="Arial"/>
              <a:buChar char="•"/>
              <a:defRPr/>
            </a:pPr>
            <a:endParaRPr lang="en-US" sz="1000" spc="-20">
              <a:solidFill>
                <a:srgbClr val="000000"/>
              </a:solidFill>
              <a:latin typeface="Century Gothic" panose="020B0502020202020204" pitchFamily="34" charset="0"/>
              <a:ea typeface="Verdana"/>
              <a:cs typeface="Microsoft Sans Serif"/>
            </a:endParaRPr>
          </a:p>
          <a:p>
            <a:pPr marL="171450" indent="-171450">
              <a:buFont typeface="Arial"/>
              <a:buChar char="•"/>
              <a:defRPr/>
            </a:pPr>
            <a:r>
              <a:rPr lang="en-US" sz="1000" spc="-20">
                <a:solidFill>
                  <a:srgbClr val="000000"/>
                </a:solidFill>
                <a:latin typeface="Century Gothic" panose="020B0502020202020204" pitchFamily="34" charset="0"/>
                <a:ea typeface="Verdana"/>
                <a:cs typeface="Microsoft Sans Serif"/>
              </a:rPr>
              <a:t>Organizational Restructuring</a:t>
            </a:r>
          </a:p>
          <a:p>
            <a:pPr marL="171450" indent="-171450">
              <a:buFont typeface="Arial"/>
              <a:buChar char="•"/>
              <a:defRPr/>
            </a:pPr>
            <a:endParaRPr lang="en-US" sz="1000" spc="-20">
              <a:solidFill>
                <a:srgbClr val="000000"/>
              </a:solidFill>
              <a:latin typeface="Century Gothic" panose="020B0502020202020204" pitchFamily="34" charset="0"/>
              <a:ea typeface="Verdana"/>
              <a:cs typeface="Microsoft Sans Serif"/>
            </a:endParaRPr>
          </a:p>
          <a:p>
            <a:pPr marL="171450" indent="-171450">
              <a:buFont typeface="Arial"/>
              <a:buChar char="•"/>
              <a:defRPr/>
            </a:pPr>
            <a:r>
              <a:rPr lang="en-US" sz="1000" spc="-20">
                <a:solidFill>
                  <a:srgbClr val="000000"/>
                </a:solidFill>
                <a:latin typeface="Century Gothic" panose="020B0502020202020204" pitchFamily="34" charset="0"/>
                <a:ea typeface="Verdana"/>
                <a:cs typeface="Microsoft Sans Serif"/>
              </a:rPr>
              <a:t>Knowledge base and Support System</a:t>
            </a:r>
            <a:endParaRPr lang="en-US" sz="1000">
              <a:solidFill>
                <a:srgbClr val="000000"/>
              </a:solidFill>
              <a:latin typeface="Century Gothic" panose="020B0502020202020204" pitchFamily="34" charset="0"/>
            </a:endParaRPr>
          </a:p>
        </p:txBody>
      </p:sp>
      <p:sp>
        <p:nvSpPr>
          <p:cNvPr id="8" name="TextBox 7">
            <a:extLst>
              <a:ext uri="{FF2B5EF4-FFF2-40B4-BE49-F238E27FC236}">
                <a16:creationId xmlns:a16="http://schemas.microsoft.com/office/drawing/2014/main" id="{B0F2C057-D3B5-B417-E9D0-0AF2E3014C92}"/>
              </a:ext>
            </a:extLst>
          </p:cNvPr>
          <p:cNvSpPr txBox="1"/>
          <p:nvPr/>
        </p:nvSpPr>
        <p:spPr>
          <a:xfrm>
            <a:off x="7567457" y="4069516"/>
            <a:ext cx="1562574" cy="499327"/>
          </a:xfrm>
          <a:prstGeom prst="rect">
            <a:avLst/>
          </a:prstGeom>
          <a:noFill/>
        </p:spPr>
        <p:txBody>
          <a:bodyPr wrap="square" lIns="91440" tIns="45720" rIns="91440" bIns="45720" rtlCol="0" anchor="t">
            <a:noAutofit/>
          </a:bodyPr>
          <a:lstStyle/>
          <a:p>
            <a:r>
              <a:rPr lang="en-US" sz="1200" b="1">
                <a:solidFill>
                  <a:srgbClr val="000000"/>
                </a:solidFill>
                <a:latin typeface="Century Gothic"/>
                <a:ea typeface="Verdana"/>
              </a:rPr>
              <a:t>Organizational Transformation</a:t>
            </a:r>
            <a:endParaRPr lang="en-US" sz="1600">
              <a:solidFill>
                <a:srgbClr val="000000"/>
              </a:solidFill>
            </a:endParaRPr>
          </a:p>
        </p:txBody>
      </p:sp>
      <p:sp>
        <p:nvSpPr>
          <p:cNvPr id="10" name="Rectangle 9">
            <a:extLst>
              <a:ext uri="{FF2B5EF4-FFF2-40B4-BE49-F238E27FC236}">
                <a16:creationId xmlns:a16="http://schemas.microsoft.com/office/drawing/2014/main" id="{3ECF5B7D-54F2-2EAF-88C5-E4E29A0FB438}"/>
              </a:ext>
            </a:extLst>
          </p:cNvPr>
          <p:cNvSpPr/>
          <p:nvPr/>
        </p:nvSpPr>
        <p:spPr>
          <a:xfrm>
            <a:off x="7285338" y="4164568"/>
            <a:ext cx="276086" cy="265043"/>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b="1">
                <a:solidFill>
                  <a:schemeClr val="tx1">
                    <a:lumMod val="65000"/>
                    <a:lumOff val="35000"/>
                  </a:schemeClr>
                </a:solidFill>
                <a:latin typeface="Century Gothic"/>
              </a:rPr>
              <a:t>4</a:t>
            </a:r>
          </a:p>
        </p:txBody>
      </p:sp>
      <p:sp>
        <p:nvSpPr>
          <p:cNvPr id="16" name="object 6">
            <a:extLst>
              <a:ext uri="{FF2B5EF4-FFF2-40B4-BE49-F238E27FC236}">
                <a16:creationId xmlns:a16="http://schemas.microsoft.com/office/drawing/2014/main" id="{0A613E95-4884-D615-B8C8-3B431883CE2B}"/>
              </a:ext>
            </a:extLst>
          </p:cNvPr>
          <p:cNvSpPr txBox="1"/>
          <p:nvPr/>
        </p:nvSpPr>
        <p:spPr>
          <a:xfrm>
            <a:off x="10162114" y="2824802"/>
            <a:ext cx="1882743" cy="1177887"/>
          </a:xfrm>
          <a:prstGeom prst="rect">
            <a:avLst/>
          </a:prstGeom>
        </p:spPr>
        <p:txBody>
          <a:bodyPr vert="horz" wrap="square" lIns="0" tIns="99695" rIns="0" bIns="0" rtlCol="0" anchor="ctr">
            <a:spAutoFit/>
          </a:bodyPr>
          <a:lstStyle/>
          <a:p>
            <a:pPr marL="171450" indent="-171450">
              <a:buFont typeface="Arial"/>
              <a:buChar char="•"/>
              <a:defRPr/>
            </a:pPr>
            <a:r>
              <a:rPr lang="en-US" sz="1000" spc="-20">
                <a:solidFill>
                  <a:srgbClr val="000000"/>
                </a:solidFill>
                <a:latin typeface="Century Gothic" panose="020B0502020202020204" pitchFamily="34" charset="0"/>
                <a:ea typeface="Verdana"/>
                <a:cs typeface="Microsoft Sans Serif"/>
              </a:rPr>
              <a:t>Phased Rollout</a:t>
            </a:r>
            <a:endParaRPr lang="en-US" sz="1000">
              <a:solidFill>
                <a:srgbClr val="000000"/>
              </a:solidFill>
              <a:latin typeface="Century Gothic" panose="020B0502020202020204" pitchFamily="34" charset="0"/>
            </a:endParaRPr>
          </a:p>
          <a:p>
            <a:pPr marL="171450" indent="-171450">
              <a:buFont typeface="Arial"/>
              <a:buChar char="•"/>
              <a:defRPr/>
            </a:pPr>
            <a:endParaRPr lang="en-US" sz="1000" spc="-20">
              <a:solidFill>
                <a:srgbClr val="000000"/>
              </a:solidFill>
              <a:latin typeface="Century Gothic" panose="020B0502020202020204" pitchFamily="34" charset="0"/>
              <a:ea typeface="Verdana"/>
              <a:cs typeface="Microsoft Sans Serif"/>
            </a:endParaRPr>
          </a:p>
          <a:p>
            <a:pPr marL="171450" indent="-171450">
              <a:buFont typeface="Arial"/>
              <a:buChar char="•"/>
              <a:defRPr/>
            </a:pPr>
            <a:r>
              <a:rPr lang="en-US" sz="1000" spc="-20">
                <a:solidFill>
                  <a:srgbClr val="000000"/>
                </a:solidFill>
                <a:latin typeface="Century Gothic" panose="020B0502020202020204" pitchFamily="34" charset="0"/>
                <a:ea typeface="Verdana"/>
                <a:cs typeface="Microsoft Sans Serif"/>
              </a:rPr>
              <a:t>Performance Monitoring</a:t>
            </a:r>
          </a:p>
          <a:p>
            <a:pPr marL="171450" indent="-171450">
              <a:buFont typeface="Arial"/>
              <a:buChar char="•"/>
              <a:defRPr/>
            </a:pPr>
            <a:endParaRPr lang="en-US" sz="1000" spc="-20">
              <a:solidFill>
                <a:srgbClr val="000000"/>
              </a:solidFill>
              <a:latin typeface="Century Gothic" panose="020B0502020202020204" pitchFamily="34" charset="0"/>
              <a:ea typeface="Verdana"/>
              <a:cs typeface="Microsoft Sans Serif"/>
            </a:endParaRPr>
          </a:p>
          <a:p>
            <a:pPr marL="171450" indent="-171450">
              <a:buFont typeface="Arial"/>
              <a:buChar char="•"/>
              <a:defRPr/>
            </a:pPr>
            <a:r>
              <a:rPr lang="en-US" sz="1000" spc="-20">
                <a:solidFill>
                  <a:srgbClr val="000000"/>
                </a:solidFill>
                <a:latin typeface="Century Gothic" panose="020B0502020202020204" pitchFamily="34" charset="0"/>
                <a:ea typeface="Verdana"/>
                <a:cs typeface="Microsoft Sans Serif"/>
              </a:rPr>
              <a:t>Continuous Improvement</a:t>
            </a:r>
          </a:p>
          <a:p>
            <a:pPr marL="171450" indent="-171450">
              <a:buFont typeface="Arial"/>
              <a:buChar char="•"/>
              <a:defRPr/>
            </a:pPr>
            <a:endParaRPr lang="en-US" sz="1000" spc="-20">
              <a:solidFill>
                <a:srgbClr val="000000"/>
              </a:solidFill>
              <a:latin typeface="Century Gothic" panose="020B0502020202020204" pitchFamily="34" charset="0"/>
              <a:ea typeface="Verdana"/>
              <a:cs typeface="Microsoft Sans Serif"/>
            </a:endParaRPr>
          </a:p>
          <a:p>
            <a:pPr marL="171450" indent="-171450">
              <a:buFont typeface="Arial"/>
              <a:buChar char="•"/>
              <a:defRPr/>
            </a:pPr>
            <a:r>
              <a:rPr lang="en-US" sz="1000" spc="-20">
                <a:solidFill>
                  <a:srgbClr val="000000"/>
                </a:solidFill>
                <a:latin typeface="Century Gothic" panose="020B0502020202020204" pitchFamily="34" charset="0"/>
                <a:ea typeface="Verdana"/>
                <a:cs typeface="Microsoft Sans Serif"/>
              </a:rPr>
              <a:t>Enterprise Scaling</a:t>
            </a:r>
            <a:endParaRPr lang="en-US" sz="1000">
              <a:solidFill>
                <a:srgbClr val="000000"/>
              </a:solidFill>
              <a:latin typeface="Century Gothic" panose="020B0502020202020204" pitchFamily="34" charset="0"/>
            </a:endParaRPr>
          </a:p>
        </p:txBody>
      </p:sp>
      <p:sp>
        <p:nvSpPr>
          <p:cNvPr id="17" name="TextBox 16">
            <a:extLst>
              <a:ext uri="{FF2B5EF4-FFF2-40B4-BE49-F238E27FC236}">
                <a16:creationId xmlns:a16="http://schemas.microsoft.com/office/drawing/2014/main" id="{831D061C-2EE5-079A-3532-00861506C38B}"/>
              </a:ext>
            </a:extLst>
          </p:cNvPr>
          <p:cNvSpPr txBox="1"/>
          <p:nvPr/>
        </p:nvSpPr>
        <p:spPr>
          <a:xfrm>
            <a:off x="10075304" y="2215546"/>
            <a:ext cx="1408245" cy="508972"/>
          </a:xfrm>
          <a:prstGeom prst="rect">
            <a:avLst/>
          </a:prstGeom>
          <a:noFill/>
        </p:spPr>
        <p:txBody>
          <a:bodyPr wrap="square" lIns="91440" tIns="45720" rIns="91440" bIns="45720" rtlCol="0" anchor="t">
            <a:noAutofit/>
          </a:bodyPr>
          <a:lstStyle/>
          <a:p>
            <a:r>
              <a:rPr lang="en-US" sz="1200" b="1">
                <a:solidFill>
                  <a:srgbClr val="000000"/>
                </a:solidFill>
                <a:latin typeface="Century Gothic"/>
                <a:ea typeface="Verdana"/>
              </a:rPr>
              <a:t>Deployment and Scaling</a:t>
            </a:r>
            <a:endParaRPr lang="en-US" sz="1600">
              <a:solidFill>
                <a:srgbClr val="000000"/>
              </a:solidFill>
            </a:endParaRPr>
          </a:p>
        </p:txBody>
      </p:sp>
      <p:sp>
        <p:nvSpPr>
          <p:cNvPr id="18" name="Rectangle 17">
            <a:extLst>
              <a:ext uri="{FF2B5EF4-FFF2-40B4-BE49-F238E27FC236}">
                <a16:creationId xmlns:a16="http://schemas.microsoft.com/office/drawing/2014/main" id="{B01EBFEB-F16D-3089-9477-8A022C7E0E80}"/>
              </a:ext>
            </a:extLst>
          </p:cNvPr>
          <p:cNvSpPr/>
          <p:nvPr/>
        </p:nvSpPr>
        <p:spPr>
          <a:xfrm>
            <a:off x="9793185" y="2310598"/>
            <a:ext cx="276086" cy="265043"/>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b="1">
                <a:solidFill>
                  <a:schemeClr val="tx1">
                    <a:lumMod val="65000"/>
                    <a:lumOff val="35000"/>
                  </a:schemeClr>
                </a:solidFill>
                <a:latin typeface="Century Gothic"/>
              </a:rPr>
              <a:t>5</a:t>
            </a:r>
          </a:p>
        </p:txBody>
      </p:sp>
      <p:sp>
        <p:nvSpPr>
          <p:cNvPr id="20" name="Arrow: Right 19">
            <a:extLst>
              <a:ext uri="{FF2B5EF4-FFF2-40B4-BE49-F238E27FC236}">
                <a16:creationId xmlns:a16="http://schemas.microsoft.com/office/drawing/2014/main" id="{119B34AB-CB25-D5B8-A5F8-F5155B9D1E80}"/>
              </a:ext>
            </a:extLst>
          </p:cNvPr>
          <p:cNvSpPr/>
          <p:nvPr/>
        </p:nvSpPr>
        <p:spPr>
          <a:xfrm>
            <a:off x="2122857" y="4272144"/>
            <a:ext cx="209826" cy="77304"/>
          </a:xfrm>
          <a:prstGeom prst="rightArrow">
            <a:avLst/>
          </a:prstGeom>
          <a:solidFill>
            <a:srgbClr val="6362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Arrow: Right 20">
            <a:extLst>
              <a:ext uri="{FF2B5EF4-FFF2-40B4-BE49-F238E27FC236}">
                <a16:creationId xmlns:a16="http://schemas.microsoft.com/office/drawing/2014/main" id="{14EBBF2E-EBFD-1F4E-F523-BAA8AB4EAEE6}"/>
              </a:ext>
            </a:extLst>
          </p:cNvPr>
          <p:cNvSpPr/>
          <p:nvPr/>
        </p:nvSpPr>
        <p:spPr>
          <a:xfrm>
            <a:off x="4418945" y="2401397"/>
            <a:ext cx="209826" cy="77304"/>
          </a:xfrm>
          <a:prstGeom prst="rightArrow">
            <a:avLst/>
          </a:prstGeom>
          <a:solidFill>
            <a:srgbClr val="6362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Arrow: Right 21">
            <a:extLst>
              <a:ext uri="{FF2B5EF4-FFF2-40B4-BE49-F238E27FC236}">
                <a16:creationId xmlns:a16="http://schemas.microsoft.com/office/drawing/2014/main" id="{D646F710-B0A2-D3C8-CA53-D2C1EB8C780A}"/>
              </a:ext>
            </a:extLst>
          </p:cNvPr>
          <p:cNvSpPr/>
          <p:nvPr/>
        </p:nvSpPr>
        <p:spPr>
          <a:xfrm>
            <a:off x="6904139" y="4272144"/>
            <a:ext cx="209826" cy="77304"/>
          </a:xfrm>
          <a:prstGeom prst="rightArrow">
            <a:avLst/>
          </a:prstGeom>
          <a:solidFill>
            <a:srgbClr val="6362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Arrow: Right 22">
            <a:extLst>
              <a:ext uri="{FF2B5EF4-FFF2-40B4-BE49-F238E27FC236}">
                <a16:creationId xmlns:a16="http://schemas.microsoft.com/office/drawing/2014/main" id="{560CC231-58D2-B4E9-49C7-776332F4E5C6}"/>
              </a:ext>
            </a:extLst>
          </p:cNvPr>
          <p:cNvSpPr/>
          <p:nvPr/>
        </p:nvSpPr>
        <p:spPr>
          <a:xfrm>
            <a:off x="9424995" y="2401397"/>
            <a:ext cx="209826" cy="77304"/>
          </a:xfrm>
          <a:prstGeom prst="rightArrow">
            <a:avLst/>
          </a:prstGeom>
          <a:solidFill>
            <a:srgbClr val="6362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02D3F6C2-40D7-3833-398F-89B00EFE4544}"/>
              </a:ext>
            </a:extLst>
          </p:cNvPr>
          <p:cNvSpPr/>
          <p:nvPr/>
        </p:nvSpPr>
        <p:spPr>
          <a:xfrm>
            <a:off x="417007" y="4870957"/>
            <a:ext cx="1633178" cy="1411394"/>
          </a:xfrm>
          <a:prstGeom prst="rect">
            <a:avLst/>
          </a:prstGeom>
          <a:solidFill>
            <a:srgbClr val="6362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02D3F6C2-40D7-3833-398F-89B00EFE4544}"/>
              </a:ext>
            </a:extLst>
          </p:cNvPr>
          <p:cNvSpPr/>
          <p:nvPr/>
        </p:nvSpPr>
        <p:spPr>
          <a:xfrm>
            <a:off x="2576375" y="2233183"/>
            <a:ext cx="1633178" cy="1411394"/>
          </a:xfrm>
          <a:prstGeom prst="rect">
            <a:avLst/>
          </a:prstGeom>
          <a:solidFill>
            <a:srgbClr val="6362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02D3F6C2-40D7-3833-398F-89B00EFE4544}"/>
              </a:ext>
            </a:extLst>
          </p:cNvPr>
          <p:cNvSpPr/>
          <p:nvPr/>
        </p:nvSpPr>
        <p:spPr>
          <a:xfrm>
            <a:off x="5125023" y="4870957"/>
            <a:ext cx="1633178" cy="1411394"/>
          </a:xfrm>
          <a:prstGeom prst="rect">
            <a:avLst/>
          </a:prstGeom>
          <a:solidFill>
            <a:srgbClr val="6362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02D3F6C2-40D7-3833-398F-89B00EFE4544}"/>
              </a:ext>
            </a:extLst>
          </p:cNvPr>
          <p:cNvSpPr/>
          <p:nvPr/>
        </p:nvSpPr>
        <p:spPr>
          <a:xfrm>
            <a:off x="7576760" y="2233183"/>
            <a:ext cx="1633178" cy="1411394"/>
          </a:xfrm>
          <a:prstGeom prst="rect">
            <a:avLst/>
          </a:prstGeom>
          <a:solidFill>
            <a:srgbClr val="6362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02D3F6C2-40D7-3833-398F-89B00EFE4544}"/>
              </a:ext>
            </a:extLst>
          </p:cNvPr>
          <p:cNvSpPr/>
          <p:nvPr/>
        </p:nvSpPr>
        <p:spPr>
          <a:xfrm>
            <a:off x="10153725" y="4870957"/>
            <a:ext cx="1633178" cy="1411394"/>
          </a:xfrm>
          <a:prstGeom prst="rect">
            <a:avLst/>
          </a:prstGeom>
          <a:solidFill>
            <a:srgbClr val="6362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3" name="Picture 3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1361" y="5174419"/>
            <a:ext cx="804471" cy="804471"/>
          </a:xfrm>
          <a:prstGeom prst="rect">
            <a:avLst/>
          </a:prstGeom>
        </p:spPr>
      </p:pic>
      <p:pic>
        <p:nvPicPr>
          <p:cNvPr id="34" name="Picture 3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94455" y="2540371"/>
            <a:ext cx="797018" cy="797018"/>
          </a:xfrm>
          <a:prstGeom prst="rect">
            <a:avLst/>
          </a:prstGeom>
        </p:spPr>
      </p:pic>
      <p:pic>
        <p:nvPicPr>
          <p:cNvPr id="35" name="Picture 3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77823" y="5117467"/>
            <a:ext cx="922977" cy="922977"/>
          </a:xfrm>
          <a:prstGeom prst="rect">
            <a:avLst/>
          </a:prstGeom>
        </p:spPr>
      </p:pic>
      <p:pic>
        <p:nvPicPr>
          <p:cNvPr id="36" name="Picture 3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494628" y="5087311"/>
            <a:ext cx="988921" cy="988921"/>
          </a:xfrm>
          <a:prstGeom prst="rect">
            <a:avLst/>
          </a:prstGeom>
        </p:spPr>
      </p:pic>
      <p:pic>
        <p:nvPicPr>
          <p:cNvPr id="37" name="Picture 36"/>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975628" y="2521159"/>
            <a:ext cx="835442" cy="835442"/>
          </a:xfrm>
          <a:prstGeom prst="rect">
            <a:avLst/>
          </a:prstGeom>
        </p:spPr>
      </p:pic>
    </p:spTree>
    <p:extLst>
      <p:ext uri="{BB962C8B-B14F-4D97-AF65-F5344CB8AC3E}">
        <p14:creationId xmlns:p14="http://schemas.microsoft.com/office/powerpoint/2010/main" val="9068484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288DF0EF-36CD-ECA6-B6B9-F1C4E87645A4}"/>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2346E592-1FCB-C6DD-D99F-E7AF1C343F7F}"/>
              </a:ext>
            </a:extLst>
          </p:cNvPr>
          <p:cNvSpPr txBox="1">
            <a:spLocks/>
          </p:cNvSpPr>
          <p:nvPr/>
        </p:nvSpPr>
        <p:spPr>
          <a:xfrm>
            <a:off x="385998" y="241050"/>
            <a:ext cx="11396086" cy="548598"/>
          </a:xfrm>
          <a:prstGeom prst="rect">
            <a:avLst/>
          </a:prstGeom>
          <a:noFill/>
          <a:ln>
            <a:noFill/>
          </a:ln>
        </p:spPr>
        <p:txBody>
          <a:bodyPr spcFirstLastPara="1" vert="horz" wrap="square" lIns="91425" tIns="45700" rIns="91425" bIns="45700" rtlCol="0" anchor="ctr" anchorCtr="0">
            <a:normAutofit/>
          </a:bodyPr>
          <a:lstStyle>
            <a:lvl1pPr lvl="0" algn="l" defTabSz="914377" rtl="0" eaLnBrk="1" latinLnBrk="0" hangingPunct="1">
              <a:lnSpc>
                <a:spcPct val="90000"/>
              </a:lnSpc>
              <a:spcBef>
                <a:spcPts val="0"/>
              </a:spcBef>
              <a:spcAft>
                <a:spcPts val="0"/>
              </a:spcAft>
              <a:buClr>
                <a:schemeClr val="dk1"/>
              </a:buClr>
              <a:buSzPts val="3600"/>
              <a:buFont typeface="Arial"/>
              <a:buNone/>
              <a:defRPr sz="3600" b="1" i="0" kern="1200">
                <a:solidFill>
                  <a:schemeClr val="dk1"/>
                </a:solidFill>
                <a:latin typeface="+mj-lt"/>
                <a:ea typeface="Myriad Pro" panose="020B0503030403020204" pitchFamily="34" charset="0"/>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IN" sz="2800" b="0">
                <a:latin typeface="PP Neue Machina Plain" pitchFamily="50" charset="0"/>
              </a:rPr>
              <a:t>Agentic Platform Buildout</a:t>
            </a:r>
            <a:endParaRPr lang="en-US" sz="2800" b="0">
              <a:latin typeface="PP Neue Machina Plain" pitchFamily="50" charset="0"/>
            </a:endParaRPr>
          </a:p>
        </p:txBody>
      </p:sp>
      <p:sp>
        <p:nvSpPr>
          <p:cNvPr id="7" name="TextBox 6">
            <a:extLst>
              <a:ext uri="{FF2B5EF4-FFF2-40B4-BE49-F238E27FC236}">
                <a16:creationId xmlns:a16="http://schemas.microsoft.com/office/drawing/2014/main" id="{67B7B212-C998-8A09-0171-5A461A038E85}"/>
              </a:ext>
            </a:extLst>
          </p:cNvPr>
          <p:cNvSpPr txBox="1"/>
          <p:nvPr/>
        </p:nvSpPr>
        <p:spPr>
          <a:xfrm>
            <a:off x="382270" y="857031"/>
            <a:ext cx="11661105" cy="1052077"/>
          </a:xfrm>
          <a:prstGeom prst="rect">
            <a:avLst/>
          </a:prstGeom>
          <a:noFill/>
        </p:spPr>
        <p:txBody>
          <a:bodyPr wrap="square" lIns="91440" tIns="45720" rIns="91440" bIns="45720" rtlCol="0" anchor="t">
            <a:noAutofit/>
          </a:bodyPr>
          <a:lstStyle/>
          <a:p>
            <a:pPr marL="12700" algn="just">
              <a:spcBef>
                <a:spcPts val="844"/>
              </a:spcBef>
            </a:pPr>
            <a:r>
              <a:rPr lang="en-US" sz="1400" b="1">
                <a:latin typeface="Century Gothic"/>
                <a:ea typeface="Verdana"/>
              </a:rPr>
              <a:t>The Situation: Enterprises need a reference framework to scale intelligent agents safely and efficiently.</a:t>
            </a:r>
          </a:p>
          <a:p>
            <a:pPr marL="184150" marR="5080" indent="-171450" algn="just">
              <a:lnSpc>
                <a:spcPct val="108700"/>
              </a:lnSpc>
              <a:spcBef>
                <a:spcPts val="455"/>
              </a:spcBef>
              <a:buFont typeface="Arial" panose="020B0604020202020204" pitchFamily="34" charset="0"/>
              <a:buChar char="•"/>
            </a:pPr>
            <a:r>
              <a:rPr lang="en-US" sz="1100">
                <a:latin typeface="Century Gothic"/>
              </a:rPr>
              <a:t>Fragmented AI Experiments → Disconnected </a:t>
            </a:r>
            <a:r>
              <a:rPr lang="en-US" sz="1100" err="1">
                <a:latin typeface="Century Gothic"/>
              </a:rPr>
              <a:t>PoCs</a:t>
            </a:r>
            <a:r>
              <a:rPr lang="en-US" sz="1100">
                <a:latin typeface="Century Gothic"/>
              </a:rPr>
              <a:t> with no path to scale.</a:t>
            </a:r>
          </a:p>
          <a:p>
            <a:pPr marL="184150" marR="5080" indent="-171450" algn="just">
              <a:lnSpc>
                <a:spcPct val="108700"/>
              </a:lnSpc>
              <a:spcBef>
                <a:spcPts val="455"/>
              </a:spcBef>
              <a:buFont typeface="Arial" panose="020B0604020202020204" pitchFamily="34" charset="0"/>
              <a:buChar char="•"/>
            </a:pPr>
            <a:r>
              <a:rPr lang="en-US" sz="1100">
                <a:latin typeface="Century Gothic"/>
              </a:rPr>
              <a:t>Lack of Governance → Shadow AI, hallucinations, policy violations.</a:t>
            </a:r>
          </a:p>
          <a:p>
            <a:pPr marL="184150" marR="5080" indent="-171450" algn="just">
              <a:lnSpc>
                <a:spcPct val="108700"/>
              </a:lnSpc>
              <a:spcBef>
                <a:spcPts val="455"/>
              </a:spcBef>
              <a:buFont typeface="Arial" panose="020B0604020202020204" pitchFamily="34" charset="0"/>
              <a:buChar char="•"/>
            </a:pPr>
            <a:r>
              <a:rPr lang="en-US" sz="1100">
                <a:latin typeface="Century Gothic"/>
              </a:rPr>
              <a:t>Low Reuse → Agents built per use case with no modularity</a:t>
            </a:r>
          </a:p>
        </p:txBody>
      </p:sp>
      <p:sp>
        <p:nvSpPr>
          <p:cNvPr id="11" name="object 6">
            <a:extLst>
              <a:ext uri="{FF2B5EF4-FFF2-40B4-BE49-F238E27FC236}">
                <a16:creationId xmlns:a16="http://schemas.microsoft.com/office/drawing/2014/main" id="{0D36978C-B06A-5486-45DC-1D65E3A7997F}"/>
              </a:ext>
            </a:extLst>
          </p:cNvPr>
          <p:cNvSpPr txBox="1"/>
          <p:nvPr/>
        </p:nvSpPr>
        <p:spPr>
          <a:xfrm>
            <a:off x="3600487" y="2416649"/>
            <a:ext cx="2403857" cy="421269"/>
          </a:xfrm>
          <a:prstGeom prst="rect">
            <a:avLst/>
          </a:prstGeom>
        </p:spPr>
        <p:txBody>
          <a:bodyPr vert="horz" wrap="square" lIns="0" tIns="99695" rIns="0" bIns="0" rtlCol="0" anchor="ctr">
            <a:spAutoFit/>
          </a:bodyPr>
          <a:lstStyle/>
          <a:p>
            <a:pPr marL="12700">
              <a:spcBef>
                <a:spcPts val="125"/>
              </a:spcBef>
              <a:defRPr/>
            </a:pPr>
            <a:r>
              <a:rPr lang="en-US" sz="1000" b="1" spc="-10">
                <a:latin typeface="Century Gothic"/>
                <a:ea typeface="Verdana"/>
                <a:cs typeface="Arial"/>
              </a:rPr>
              <a:t>Ensure safe, governed AI interactions</a:t>
            </a:r>
          </a:p>
          <a:p>
            <a:pPr marL="12700">
              <a:spcBef>
                <a:spcPts val="125"/>
              </a:spcBef>
              <a:defRPr/>
            </a:pPr>
            <a:endParaRPr lang="en-US" sz="1000" b="1" spc="-10">
              <a:latin typeface="Century Gothic"/>
              <a:ea typeface="Verdana"/>
              <a:cs typeface="Arial"/>
            </a:endParaRPr>
          </a:p>
        </p:txBody>
      </p:sp>
      <p:sp>
        <p:nvSpPr>
          <p:cNvPr id="15" name="object 6">
            <a:extLst>
              <a:ext uri="{FF2B5EF4-FFF2-40B4-BE49-F238E27FC236}">
                <a16:creationId xmlns:a16="http://schemas.microsoft.com/office/drawing/2014/main" id="{3E36BF19-D1B0-04F6-FB86-FAA18FFCD1DC}"/>
              </a:ext>
            </a:extLst>
          </p:cNvPr>
          <p:cNvSpPr txBox="1"/>
          <p:nvPr/>
        </p:nvSpPr>
        <p:spPr>
          <a:xfrm>
            <a:off x="3600487" y="2891281"/>
            <a:ext cx="3075020" cy="421269"/>
          </a:xfrm>
          <a:prstGeom prst="rect">
            <a:avLst/>
          </a:prstGeom>
        </p:spPr>
        <p:txBody>
          <a:bodyPr vert="horz" wrap="square" lIns="0" tIns="99695" rIns="0" bIns="0" rtlCol="0" anchor="ctr">
            <a:spAutoFit/>
          </a:bodyPr>
          <a:lstStyle/>
          <a:p>
            <a:pPr marL="12700">
              <a:spcBef>
                <a:spcPts val="125"/>
              </a:spcBef>
              <a:defRPr/>
            </a:pPr>
            <a:r>
              <a:rPr lang="en-US" sz="1000" b="1" spc="-10">
                <a:latin typeface="Century Gothic"/>
                <a:ea typeface="Verdana"/>
                <a:cs typeface="Arial"/>
              </a:rPr>
              <a:t>Enable proactive, intelligent automation at scale</a:t>
            </a:r>
          </a:p>
          <a:p>
            <a:pPr marL="12700">
              <a:spcBef>
                <a:spcPts val="125"/>
              </a:spcBef>
              <a:defRPr/>
            </a:pPr>
            <a:endParaRPr lang="en-US" sz="1000" b="1" spc="-10">
              <a:latin typeface="Century Gothic"/>
              <a:ea typeface="Verdana"/>
              <a:cs typeface="Arial"/>
            </a:endParaRPr>
          </a:p>
        </p:txBody>
      </p:sp>
      <p:sp>
        <p:nvSpPr>
          <p:cNvPr id="17" name="TextBox 16">
            <a:extLst>
              <a:ext uri="{FF2B5EF4-FFF2-40B4-BE49-F238E27FC236}">
                <a16:creationId xmlns:a16="http://schemas.microsoft.com/office/drawing/2014/main" id="{23DC4140-361A-5CD0-2DCB-CD9496A35A00}"/>
              </a:ext>
            </a:extLst>
          </p:cNvPr>
          <p:cNvSpPr txBox="1"/>
          <p:nvPr/>
        </p:nvSpPr>
        <p:spPr>
          <a:xfrm>
            <a:off x="719866" y="2056116"/>
            <a:ext cx="2035207" cy="431808"/>
          </a:xfrm>
          <a:prstGeom prst="rect">
            <a:avLst/>
          </a:prstGeom>
          <a:noFill/>
        </p:spPr>
        <p:txBody>
          <a:bodyPr wrap="square" lIns="91440" tIns="45720" rIns="91440" bIns="45720" rtlCol="0" anchor="t">
            <a:noAutofit/>
          </a:bodyPr>
          <a:lstStyle/>
          <a:p>
            <a:r>
              <a:rPr lang="en-US" sz="1300" b="1">
                <a:solidFill>
                  <a:schemeClr val="accent2">
                    <a:lumMod val="60000"/>
                    <a:lumOff val="40000"/>
                  </a:schemeClr>
                </a:solidFill>
                <a:latin typeface="Century Gothic"/>
                <a:ea typeface="Verdana"/>
              </a:rPr>
              <a:t>Core AI Capabilities</a:t>
            </a:r>
            <a:endParaRPr lang="en-US">
              <a:solidFill>
                <a:schemeClr val="accent2">
                  <a:lumMod val="60000"/>
                  <a:lumOff val="40000"/>
                </a:schemeClr>
              </a:solidFill>
            </a:endParaRPr>
          </a:p>
        </p:txBody>
      </p:sp>
      <p:sp>
        <p:nvSpPr>
          <p:cNvPr id="19" name="TextBox 18">
            <a:extLst>
              <a:ext uri="{FF2B5EF4-FFF2-40B4-BE49-F238E27FC236}">
                <a16:creationId xmlns:a16="http://schemas.microsoft.com/office/drawing/2014/main" id="{6BF58583-41E7-5722-8B9A-76AF477630CA}"/>
              </a:ext>
            </a:extLst>
          </p:cNvPr>
          <p:cNvSpPr txBox="1"/>
          <p:nvPr/>
        </p:nvSpPr>
        <p:spPr>
          <a:xfrm>
            <a:off x="3342087" y="2046470"/>
            <a:ext cx="2729688" cy="441453"/>
          </a:xfrm>
          <a:prstGeom prst="rect">
            <a:avLst/>
          </a:prstGeom>
          <a:noFill/>
        </p:spPr>
        <p:txBody>
          <a:bodyPr wrap="square" lIns="91440" tIns="45720" rIns="91440" bIns="45720" rtlCol="0" anchor="t">
            <a:noAutofit/>
          </a:bodyPr>
          <a:lstStyle/>
          <a:p>
            <a:r>
              <a:rPr lang="en-US" sz="1300" b="1">
                <a:solidFill>
                  <a:schemeClr val="accent2">
                    <a:lumMod val="60000"/>
                    <a:lumOff val="40000"/>
                  </a:schemeClr>
                </a:solidFill>
                <a:latin typeface="Century Gothic"/>
                <a:ea typeface="Verdana"/>
              </a:rPr>
              <a:t>Highlights</a:t>
            </a:r>
            <a:endParaRPr lang="en-US">
              <a:solidFill>
                <a:schemeClr val="accent2">
                  <a:lumMod val="60000"/>
                  <a:lumOff val="40000"/>
                </a:schemeClr>
              </a:solidFill>
            </a:endParaRPr>
          </a:p>
        </p:txBody>
      </p:sp>
      <p:sp>
        <p:nvSpPr>
          <p:cNvPr id="35" name="object 6">
            <a:extLst>
              <a:ext uri="{FF2B5EF4-FFF2-40B4-BE49-F238E27FC236}">
                <a16:creationId xmlns:a16="http://schemas.microsoft.com/office/drawing/2014/main" id="{86649125-8346-3112-27F1-C166C77AAFCA}"/>
              </a:ext>
            </a:extLst>
          </p:cNvPr>
          <p:cNvSpPr txBox="1"/>
          <p:nvPr/>
        </p:nvSpPr>
        <p:spPr>
          <a:xfrm>
            <a:off x="3600487" y="3380315"/>
            <a:ext cx="2908591" cy="254557"/>
          </a:xfrm>
          <a:prstGeom prst="rect">
            <a:avLst/>
          </a:prstGeom>
        </p:spPr>
        <p:txBody>
          <a:bodyPr vert="horz" wrap="square" lIns="0" tIns="99695" rIns="0" bIns="0" rtlCol="0" anchor="ctr">
            <a:spAutoFit/>
          </a:bodyPr>
          <a:lstStyle/>
          <a:p>
            <a:pPr marL="12700">
              <a:spcBef>
                <a:spcPts val="125"/>
              </a:spcBef>
              <a:defRPr/>
            </a:pPr>
            <a:r>
              <a:rPr lang="en-US" sz="1000" b="1" spc="-10">
                <a:latin typeface="Century Gothic"/>
                <a:ea typeface="Verdana"/>
                <a:cs typeface="Arial"/>
              </a:rPr>
              <a:t>Reduce time-to-value for AI investments</a:t>
            </a:r>
            <a:endParaRPr lang="en-US" sz="1000" b="1">
              <a:latin typeface="Century Gothic"/>
            </a:endParaRPr>
          </a:p>
        </p:txBody>
      </p:sp>
      <p:sp>
        <p:nvSpPr>
          <p:cNvPr id="55" name="object 6">
            <a:extLst>
              <a:ext uri="{FF2B5EF4-FFF2-40B4-BE49-F238E27FC236}">
                <a16:creationId xmlns:a16="http://schemas.microsoft.com/office/drawing/2014/main" id="{307586C1-4A46-C689-47B6-B225835A4B0A}"/>
              </a:ext>
            </a:extLst>
          </p:cNvPr>
          <p:cNvSpPr txBox="1"/>
          <p:nvPr/>
        </p:nvSpPr>
        <p:spPr>
          <a:xfrm>
            <a:off x="3600487" y="3884017"/>
            <a:ext cx="3245473" cy="254557"/>
          </a:xfrm>
          <a:prstGeom prst="rect">
            <a:avLst/>
          </a:prstGeom>
        </p:spPr>
        <p:txBody>
          <a:bodyPr vert="horz" wrap="square" lIns="0" tIns="99695" rIns="0" bIns="0" rtlCol="0" anchor="ctr">
            <a:spAutoFit/>
          </a:bodyPr>
          <a:lstStyle/>
          <a:p>
            <a:pPr marL="12700">
              <a:spcBef>
                <a:spcPts val="125"/>
              </a:spcBef>
              <a:defRPr/>
            </a:pPr>
            <a:r>
              <a:rPr lang="en-US" sz="1000" b="1" spc="-10">
                <a:latin typeface="Century Gothic"/>
                <a:ea typeface="Verdana"/>
                <a:cs typeface="Arial"/>
              </a:rPr>
              <a:t>Drive innovation with reusable, composable agents</a:t>
            </a:r>
          </a:p>
        </p:txBody>
      </p:sp>
      <p:sp>
        <p:nvSpPr>
          <p:cNvPr id="89" name="TextBox 88">
            <a:extLst>
              <a:ext uri="{FF2B5EF4-FFF2-40B4-BE49-F238E27FC236}">
                <a16:creationId xmlns:a16="http://schemas.microsoft.com/office/drawing/2014/main" id="{0ACDBD71-9526-BBBE-AA6D-DF65F02C9351}"/>
              </a:ext>
            </a:extLst>
          </p:cNvPr>
          <p:cNvSpPr txBox="1"/>
          <p:nvPr/>
        </p:nvSpPr>
        <p:spPr>
          <a:xfrm>
            <a:off x="7456168" y="5828481"/>
            <a:ext cx="1395812" cy="258188"/>
          </a:xfrm>
          <a:prstGeom prst="rect">
            <a:avLst/>
          </a:prstGeom>
          <a:noFill/>
        </p:spPr>
        <p:txBody>
          <a:bodyPr wrap="square" lIns="91440" tIns="45720" rIns="91440" bIns="45720" rtlCol="0" anchor="t">
            <a:noAutofit/>
          </a:bodyPr>
          <a:lstStyle/>
          <a:p>
            <a:r>
              <a:rPr lang="en-US" sz="1200" b="1">
                <a:solidFill>
                  <a:schemeClr val="bg1"/>
                </a:solidFill>
                <a:latin typeface="Century Gothic"/>
                <a:ea typeface="Verdana"/>
              </a:rPr>
              <a:t>Your End-to-End Partner</a:t>
            </a:r>
          </a:p>
        </p:txBody>
      </p:sp>
      <p:cxnSp>
        <p:nvCxnSpPr>
          <p:cNvPr id="38" name="Straight Arrow Connector 37">
            <a:extLst>
              <a:ext uri="{FF2B5EF4-FFF2-40B4-BE49-F238E27FC236}">
                <a16:creationId xmlns:a16="http://schemas.microsoft.com/office/drawing/2014/main" id="{2F0A391E-9232-8689-792F-FDEB1D81929A}"/>
              </a:ext>
            </a:extLst>
          </p:cNvPr>
          <p:cNvCxnSpPr/>
          <p:nvPr/>
        </p:nvCxnSpPr>
        <p:spPr>
          <a:xfrm>
            <a:off x="3342087" y="2616236"/>
            <a:ext cx="184354" cy="0"/>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C0528DB3-8544-12B0-2DFD-F6AF8EE8FDF9}"/>
              </a:ext>
            </a:extLst>
          </p:cNvPr>
          <p:cNvCxnSpPr/>
          <p:nvPr/>
        </p:nvCxnSpPr>
        <p:spPr>
          <a:xfrm>
            <a:off x="3342087" y="3091961"/>
            <a:ext cx="184354" cy="0"/>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9AF2100C-49EB-9D70-61FC-B06BB0D714B7}"/>
              </a:ext>
            </a:extLst>
          </p:cNvPr>
          <p:cNvCxnSpPr/>
          <p:nvPr/>
        </p:nvCxnSpPr>
        <p:spPr>
          <a:xfrm>
            <a:off x="3342087" y="3539063"/>
            <a:ext cx="184354" cy="0"/>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C6A5242D-892B-E9FB-A36D-423CC2CAA73C}"/>
              </a:ext>
            </a:extLst>
          </p:cNvPr>
          <p:cNvCxnSpPr/>
          <p:nvPr/>
        </p:nvCxnSpPr>
        <p:spPr>
          <a:xfrm>
            <a:off x="3332116" y="4024753"/>
            <a:ext cx="184354" cy="0"/>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735F8D00-F81B-E028-4830-7598A57E18A1}"/>
              </a:ext>
            </a:extLst>
          </p:cNvPr>
          <p:cNvCxnSpPr/>
          <p:nvPr/>
        </p:nvCxnSpPr>
        <p:spPr>
          <a:xfrm>
            <a:off x="792078" y="3126148"/>
            <a:ext cx="1643473" cy="0"/>
          </a:xfrm>
          <a:prstGeom prst="line">
            <a:avLst/>
          </a:prstGeom>
          <a:ln>
            <a:solidFill>
              <a:srgbClr val="6362D7"/>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669FEA63-59F2-E8A2-8031-968979E37EE1}"/>
              </a:ext>
            </a:extLst>
          </p:cNvPr>
          <p:cNvCxnSpPr/>
          <p:nvPr/>
        </p:nvCxnSpPr>
        <p:spPr>
          <a:xfrm>
            <a:off x="792078" y="4135872"/>
            <a:ext cx="1643473" cy="0"/>
          </a:xfrm>
          <a:prstGeom prst="line">
            <a:avLst/>
          </a:prstGeom>
          <a:ln>
            <a:solidFill>
              <a:srgbClr val="6362D7"/>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14816B33-B857-4929-0694-BFE6EE42EDCB}"/>
              </a:ext>
            </a:extLst>
          </p:cNvPr>
          <p:cNvCxnSpPr/>
          <p:nvPr/>
        </p:nvCxnSpPr>
        <p:spPr>
          <a:xfrm>
            <a:off x="3261486" y="2337165"/>
            <a:ext cx="0" cy="2676756"/>
          </a:xfrm>
          <a:prstGeom prst="line">
            <a:avLst/>
          </a:prstGeom>
          <a:ln>
            <a:solidFill>
              <a:srgbClr val="6362D7"/>
            </a:solidFill>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4626606E-1EF9-9D6A-A6E4-144416AD1AB0}"/>
              </a:ext>
            </a:extLst>
          </p:cNvPr>
          <p:cNvCxnSpPr/>
          <p:nvPr/>
        </p:nvCxnSpPr>
        <p:spPr>
          <a:xfrm>
            <a:off x="8892491" y="5768932"/>
            <a:ext cx="0" cy="648636"/>
          </a:xfrm>
          <a:prstGeom prst="straightConnector1">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Graphic 1">
            <a:extLst>
              <a:ext uri="{FF2B5EF4-FFF2-40B4-BE49-F238E27FC236}">
                <a16:creationId xmlns:a16="http://schemas.microsoft.com/office/drawing/2014/main" id="{C8519A20-2BF9-EC3F-82E5-076654EA955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0271" y="2521682"/>
            <a:ext cx="467884" cy="467884"/>
          </a:xfrm>
          <a:prstGeom prst="rect">
            <a:avLst/>
          </a:prstGeom>
        </p:spPr>
      </p:pic>
      <p:sp>
        <p:nvSpPr>
          <p:cNvPr id="3" name="object 16">
            <a:extLst>
              <a:ext uri="{FF2B5EF4-FFF2-40B4-BE49-F238E27FC236}">
                <a16:creationId xmlns:a16="http://schemas.microsoft.com/office/drawing/2014/main" id="{632D22FF-F203-6DA1-2EB5-E479DE5849E9}"/>
              </a:ext>
            </a:extLst>
          </p:cNvPr>
          <p:cNvSpPr txBox="1"/>
          <p:nvPr/>
        </p:nvSpPr>
        <p:spPr>
          <a:xfrm>
            <a:off x="868497" y="2272470"/>
            <a:ext cx="2434676" cy="764032"/>
          </a:xfrm>
          <a:prstGeom prst="rect">
            <a:avLst/>
          </a:prstGeom>
        </p:spPr>
        <p:txBody>
          <a:bodyPr vert="horz" wrap="square" lIns="0" tIns="96243" rIns="0" bIns="0" rtlCol="0" anchor="t">
            <a:spAutoFit/>
          </a:bodyPr>
          <a:lstStyle/>
          <a:p>
            <a:pPr marL="11527" marR="0" lvl="0" indent="0" algn="l" defTabSz="829909" rtl="0" eaLnBrk="1" fontAlgn="auto" latinLnBrk="0" hangingPunct="1">
              <a:lnSpc>
                <a:spcPct val="100000"/>
              </a:lnSpc>
              <a:spcBef>
                <a:spcPts val="758"/>
              </a:spcBef>
              <a:spcAft>
                <a:spcPts val="0"/>
              </a:spcAft>
              <a:buClrTx/>
              <a:buSzTx/>
              <a:buFontTx/>
              <a:buNone/>
              <a:tabLst/>
              <a:defRPr/>
            </a:pPr>
            <a:r>
              <a:rPr kumimoji="0" lang="en-US" sz="1000" b="1" i="0" u="none" strike="noStrike" kern="0" cap="none" spc="-68"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 Foundational Setup</a:t>
            </a:r>
          </a:p>
          <a:p>
            <a:pPr marL="182880" marR="0" lvl="0" indent="-171450" algn="l" defTabSz="829909" rtl="0" eaLnBrk="1" fontAlgn="auto" latinLnBrk="0" hangingPunct="1">
              <a:lnSpc>
                <a:spcPct val="100000"/>
              </a:lnSpc>
              <a:spcBef>
                <a:spcPts val="758"/>
              </a:spcBef>
              <a:spcAft>
                <a:spcPts val="0"/>
              </a:spcAft>
              <a:buClrTx/>
              <a:buSzTx/>
              <a:buFont typeface="Arial" panose="020B0604020202020204" pitchFamily="34" charset="0"/>
              <a:buChar char="•"/>
              <a:tabLst/>
              <a:defRPr/>
            </a:pPr>
            <a:r>
              <a:rPr kumimoji="0" lang="en-US" sz="1000" b="0" i="0" u="none" strike="noStrike" kern="0" cap="none" spc="-9" normalizeH="0" baseline="0" noProof="0">
                <a:ln>
                  <a:noFill/>
                </a:ln>
                <a:solidFill>
                  <a:srgbClr val="4A5462"/>
                </a:solidFill>
                <a:effectLst/>
                <a:uLnTx/>
                <a:uFillTx/>
                <a:latin typeface="Verdana" panose="020B0604030504040204" pitchFamily="34" charset="0"/>
                <a:ea typeface="Verdana" panose="020B0604030504040204" pitchFamily="34" charset="0"/>
                <a:cs typeface="Verdana" panose="020B0604030504040204" pitchFamily="34" charset="0"/>
              </a:rPr>
              <a:t>Tech Stack / Orchestration /</a:t>
            </a:r>
          </a:p>
          <a:p>
            <a:pPr marL="182880" marR="0" lvl="0" indent="-171450" algn="l" defTabSz="829909" rtl="0" eaLnBrk="1" fontAlgn="auto" latinLnBrk="0" hangingPunct="1">
              <a:lnSpc>
                <a:spcPct val="100000"/>
              </a:lnSpc>
              <a:spcBef>
                <a:spcPts val="758"/>
              </a:spcBef>
              <a:spcAft>
                <a:spcPts val="0"/>
              </a:spcAft>
              <a:buClrTx/>
              <a:buSzTx/>
              <a:buFont typeface="Arial" panose="020B0604020202020204" pitchFamily="34" charset="0"/>
              <a:buChar char="•"/>
              <a:tabLst/>
              <a:defRPr/>
            </a:pPr>
            <a:r>
              <a:rPr kumimoji="0" lang="en-US" sz="1000" b="0" i="0" u="none" strike="noStrike" kern="0" cap="none" spc="-9" normalizeH="0" baseline="0" noProof="0">
                <a:ln>
                  <a:noFill/>
                </a:ln>
                <a:solidFill>
                  <a:srgbClr val="4A5462"/>
                </a:solidFill>
                <a:effectLst/>
                <a:uLnTx/>
                <a:uFillTx/>
                <a:latin typeface="Verdana" panose="020B0604030504040204" pitchFamily="34" charset="0"/>
                <a:ea typeface="Verdana" panose="020B0604030504040204" pitchFamily="34" charset="0"/>
                <a:cs typeface="Verdana" panose="020B0604030504040204" pitchFamily="34" charset="0"/>
              </a:rPr>
              <a:t>Telemetry/ Guardrails</a:t>
            </a:r>
          </a:p>
        </p:txBody>
      </p:sp>
      <p:pic>
        <p:nvPicPr>
          <p:cNvPr id="8" name="Graphic 7">
            <a:extLst>
              <a:ext uri="{FF2B5EF4-FFF2-40B4-BE49-F238E27FC236}">
                <a16:creationId xmlns:a16="http://schemas.microsoft.com/office/drawing/2014/main" id="{BD182E18-3731-1D72-4149-DDBC52D8A49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4294" y="3452506"/>
            <a:ext cx="513219" cy="513219"/>
          </a:xfrm>
          <a:prstGeom prst="rect">
            <a:avLst/>
          </a:prstGeom>
        </p:spPr>
      </p:pic>
      <p:sp>
        <p:nvSpPr>
          <p:cNvPr id="10" name="object 16">
            <a:extLst>
              <a:ext uri="{FF2B5EF4-FFF2-40B4-BE49-F238E27FC236}">
                <a16:creationId xmlns:a16="http://schemas.microsoft.com/office/drawing/2014/main" id="{3FA72C20-7259-4364-DF7A-E71192242888}"/>
              </a:ext>
            </a:extLst>
          </p:cNvPr>
          <p:cNvSpPr txBox="1"/>
          <p:nvPr/>
        </p:nvSpPr>
        <p:spPr>
          <a:xfrm>
            <a:off x="891733" y="3252856"/>
            <a:ext cx="2434676" cy="764032"/>
          </a:xfrm>
          <a:prstGeom prst="rect">
            <a:avLst/>
          </a:prstGeom>
        </p:spPr>
        <p:txBody>
          <a:bodyPr vert="horz" wrap="square" lIns="0" tIns="96243" rIns="0" bIns="0" rtlCol="0" anchor="t">
            <a:spAutoFit/>
          </a:bodyPr>
          <a:lstStyle/>
          <a:p>
            <a:pPr marL="11527" marR="0" lvl="0" indent="0" algn="l" defTabSz="829909" rtl="0" eaLnBrk="1" fontAlgn="auto" latinLnBrk="0" hangingPunct="1">
              <a:lnSpc>
                <a:spcPct val="100000"/>
              </a:lnSpc>
              <a:spcBef>
                <a:spcPts val="758"/>
              </a:spcBef>
              <a:spcAft>
                <a:spcPts val="0"/>
              </a:spcAft>
              <a:buClrTx/>
              <a:buSzTx/>
              <a:buFontTx/>
              <a:buNone/>
              <a:tabLst/>
              <a:defRPr/>
            </a:pPr>
            <a:r>
              <a:rPr kumimoji="0" lang="en-US" sz="1000" b="1" i="0" u="none" strike="noStrike" kern="0" cap="none" spc="-68"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 Pilot Use Cases</a:t>
            </a:r>
          </a:p>
          <a:p>
            <a:pPr marL="182880" marR="0" lvl="0" indent="-171450" algn="l" defTabSz="829909" rtl="0" eaLnBrk="1" fontAlgn="auto" latinLnBrk="0" hangingPunct="1">
              <a:lnSpc>
                <a:spcPct val="100000"/>
              </a:lnSpc>
              <a:spcBef>
                <a:spcPts val="758"/>
              </a:spcBef>
              <a:spcAft>
                <a:spcPts val="0"/>
              </a:spcAft>
              <a:buClrTx/>
              <a:buSzTx/>
              <a:buFont typeface="Arial" panose="020B0604020202020204" pitchFamily="34" charset="0"/>
              <a:buChar char="•"/>
              <a:tabLst/>
              <a:defRPr/>
            </a:pPr>
            <a:r>
              <a:rPr kumimoji="0" lang="en-US" sz="1000" b="0" i="0" u="none" strike="noStrike" kern="0" cap="none" spc="-9" normalizeH="0" baseline="0" noProof="0">
                <a:ln>
                  <a:noFill/>
                </a:ln>
                <a:solidFill>
                  <a:srgbClr val="4A5462"/>
                </a:solidFill>
                <a:effectLst/>
                <a:uLnTx/>
                <a:uFillTx/>
                <a:latin typeface="Verdana" panose="020B0604030504040204" pitchFamily="34" charset="0"/>
                <a:ea typeface="Verdana" panose="020B0604030504040204" pitchFamily="34" charset="0"/>
                <a:cs typeface="Verdana" panose="020B0604030504040204" pitchFamily="34" charset="0"/>
              </a:rPr>
              <a:t>2-3 Business Scenarios</a:t>
            </a:r>
          </a:p>
          <a:p>
            <a:pPr marL="182880" marR="0" lvl="0" indent="-171450" algn="l" defTabSz="829909" rtl="0" eaLnBrk="1" fontAlgn="auto" latinLnBrk="0" hangingPunct="1">
              <a:lnSpc>
                <a:spcPct val="100000"/>
              </a:lnSpc>
              <a:spcBef>
                <a:spcPts val="758"/>
              </a:spcBef>
              <a:spcAft>
                <a:spcPts val="0"/>
              </a:spcAft>
              <a:buClrTx/>
              <a:buSzTx/>
              <a:buFont typeface="Arial" panose="020B0604020202020204" pitchFamily="34" charset="0"/>
              <a:buChar char="•"/>
              <a:tabLst/>
              <a:defRPr/>
            </a:pPr>
            <a:r>
              <a:rPr lang="en-US" sz="1000" kern="0" spc="-9">
                <a:solidFill>
                  <a:srgbClr val="4A5462"/>
                </a:solidFill>
                <a:latin typeface="Verdana" panose="020B0604030504040204" pitchFamily="34" charset="0"/>
                <a:ea typeface="Verdana" panose="020B0604030504040204" pitchFamily="34" charset="0"/>
                <a:cs typeface="Verdana" panose="020B0604030504040204" pitchFamily="34" charset="0"/>
              </a:rPr>
              <a:t>Deploy and Evaluate</a:t>
            </a:r>
            <a:endParaRPr kumimoji="0" lang="en-US" sz="1000" b="0" i="0" u="none" strike="noStrike" kern="0" cap="none" spc="-9" normalizeH="0" baseline="0" noProof="0">
              <a:ln>
                <a:noFill/>
              </a:ln>
              <a:solidFill>
                <a:srgbClr val="4A5462"/>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pic>
        <p:nvPicPr>
          <p:cNvPr id="12" name="Graphic 11">
            <a:extLst>
              <a:ext uri="{FF2B5EF4-FFF2-40B4-BE49-F238E27FC236}">
                <a16:creationId xmlns:a16="http://schemas.microsoft.com/office/drawing/2014/main" id="{C026C7F7-7309-005A-AD2E-7DB67415591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42093" y="4430578"/>
            <a:ext cx="554101" cy="554101"/>
          </a:xfrm>
          <a:prstGeom prst="rect">
            <a:avLst/>
          </a:prstGeom>
        </p:spPr>
      </p:pic>
      <p:sp>
        <p:nvSpPr>
          <p:cNvPr id="13" name="object 16">
            <a:extLst>
              <a:ext uri="{FF2B5EF4-FFF2-40B4-BE49-F238E27FC236}">
                <a16:creationId xmlns:a16="http://schemas.microsoft.com/office/drawing/2014/main" id="{4F93199F-52DD-3ACE-8134-BD160ECD9750}"/>
              </a:ext>
            </a:extLst>
          </p:cNvPr>
          <p:cNvSpPr txBox="1"/>
          <p:nvPr/>
        </p:nvSpPr>
        <p:spPr>
          <a:xfrm>
            <a:off x="792077" y="4118120"/>
            <a:ext cx="2859598" cy="1071809"/>
          </a:xfrm>
          <a:prstGeom prst="rect">
            <a:avLst/>
          </a:prstGeom>
        </p:spPr>
        <p:txBody>
          <a:bodyPr vert="horz" wrap="square" lIns="0" tIns="96243" rIns="0" bIns="0" rtlCol="0" anchor="t">
            <a:spAutoFit/>
          </a:bodyPr>
          <a:lstStyle/>
          <a:p>
            <a:pPr marL="11527" marR="0" lvl="0" indent="0" algn="l" defTabSz="829909" rtl="0" eaLnBrk="1" fontAlgn="auto" latinLnBrk="0" hangingPunct="1">
              <a:lnSpc>
                <a:spcPct val="100000"/>
              </a:lnSpc>
              <a:spcBef>
                <a:spcPts val="758"/>
              </a:spcBef>
              <a:spcAft>
                <a:spcPts val="0"/>
              </a:spcAft>
              <a:buClrTx/>
              <a:buSzTx/>
              <a:buFontTx/>
              <a:buNone/>
              <a:tabLst/>
              <a:defRPr/>
            </a:pPr>
            <a:r>
              <a:rPr kumimoji="0" lang="en-US" sz="1000" b="1" i="0" u="none" strike="noStrike" kern="0" cap="none" spc="-68"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 Scale and Extend</a:t>
            </a:r>
          </a:p>
          <a:p>
            <a:pPr marL="182880" marR="0" lvl="0" indent="-171450" algn="l" defTabSz="829909" rtl="0" eaLnBrk="1" fontAlgn="auto" latinLnBrk="0" hangingPunct="1">
              <a:lnSpc>
                <a:spcPct val="100000"/>
              </a:lnSpc>
              <a:spcBef>
                <a:spcPts val="758"/>
              </a:spcBef>
              <a:spcAft>
                <a:spcPts val="0"/>
              </a:spcAft>
              <a:buClrTx/>
              <a:buSzTx/>
              <a:buFont typeface="Arial" panose="020B0604020202020204" pitchFamily="34" charset="0"/>
              <a:buChar char="•"/>
              <a:tabLst/>
              <a:defRPr/>
            </a:pPr>
            <a:r>
              <a:rPr kumimoji="0" lang="en-US" sz="1000" b="0" i="0" u="none" strike="noStrike" kern="0" cap="none" spc="-9" normalizeH="0" baseline="0" noProof="0">
                <a:ln>
                  <a:noFill/>
                </a:ln>
                <a:solidFill>
                  <a:srgbClr val="4A5462"/>
                </a:solidFill>
                <a:effectLst/>
                <a:uLnTx/>
                <a:uFillTx/>
                <a:latin typeface="Verdana" panose="020B0604030504040204" pitchFamily="34" charset="0"/>
                <a:ea typeface="Verdana" panose="020B0604030504040204" pitchFamily="34" charset="0"/>
                <a:cs typeface="Verdana" panose="020B0604030504040204" pitchFamily="34" charset="0"/>
              </a:rPr>
              <a:t>Enable agent federation across departments</a:t>
            </a:r>
          </a:p>
          <a:p>
            <a:pPr marL="182880" marR="0" lvl="0" indent="-171450" algn="l" defTabSz="829909" rtl="0" eaLnBrk="1" fontAlgn="auto" latinLnBrk="0" hangingPunct="1">
              <a:lnSpc>
                <a:spcPct val="100000"/>
              </a:lnSpc>
              <a:spcBef>
                <a:spcPts val="758"/>
              </a:spcBef>
              <a:spcAft>
                <a:spcPts val="0"/>
              </a:spcAft>
              <a:buClrTx/>
              <a:buSzTx/>
              <a:buFont typeface="Arial" panose="020B0604020202020204" pitchFamily="34" charset="0"/>
              <a:buChar char="•"/>
              <a:tabLst/>
              <a:defRPr/>
            </a:pPr>
            <a:r>
              <a:rPr lang="en-US" sz="1000" kern="0" spc="-9">
                <a:solidFill>
                  <a:srgbClr val="4A5462"/>
                </a:solidFill>
                <a:latin typeface="Verdana" panose="020B0604030504040204" pitchFamily="34" charset="0"/>
                <a:ea typeface="Verdana" panose="020B0604030504040204" pitchFamily="34" charset="0"/>
                <a:cs typeface="Verdana" panose="020B0604030504040204" pitchFamily="34" charset="0"/>
              </a:rPr>
              <a:t>Harden security, compliance, and governance models</a:t>
            </a:r>
            <a:endParaRPr kumimoji="0" lang="en-US" sz="1000" b="0" i="0" u="none" strike="noStrike" kern="0" cap="none" spc="-9" normalizeH="0" baseline="0" noProof="0">
              <a:ln>
                <a:noFill/>
              </a:ln>
              <a:solidFill>
                <a:srgbClr val="4A5462"/>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pic>
        <p:nvPicPr>
          <p:cNvPr id="14" name="Picture 13">
            <a:extLst>
              <a:ext uri="{FF2B5EF4-FFF2-40B4-BE49-F238E27FC236}">
                <a16:creationId xmlns:a16="http://schemas.microsoft.com/office/drawing/2014/main" id="{900332A0-1DB6-00E9-3805-F4E2C2734847}"/>
              </a:ext>
            </a:extLst>
          </p:cNvPr>
          <p:cNvPicPr>
            <a:picLocks noChangeAspect="1"/>
          </p:cNvPicPr>
          <p:nvPr/>
        </p:nvPicPr>
        <p:blipFill>
          <a:blip r:embed="rId6"/>
          <a:stretch>
            <a:fillRect/>
          </a:stretch>
        </p:blipFill>
        <p:spPr>
          <a:xfrm>
            <a:off x="6715964" y="2196323"/>
            <a:ext cx="5327411" cy="2893035"/>
          </a:xfrm>
          <a:prstGeom prst="rect">
            <a:avLst/>
          </a:prstGeom>
          <a:ln>
            <a:solidFill>
              <a:schemeClr val="bg1">
                <a:lumMod val="85000"/>
              </a:schemeClr>
            </a:solidFill>
          </a:ln>
        </p:spPr>
      </p:pic>
      <p:sp>
        <p:nvSpPr>
          <p:cNvPr id="79" name="Arrow: Right 12">
            <a:extLst>
              <a:ext uri="{FF2B5EF4-FFF2-40B4-BE49-F238E27FC236}">
                <a16:creationId xmlns:a16="http://schemas.microsoft.com/office/drawing/2014/main" id="{0F5EA79C-43E4-CCD2-ABB3-29288815A83D}"/>
              </a:ext>
            </a:extLst>
          </p:cNvPr>
          <p:cNvSpPr/>
          <p:nvPr/>
        </p:nvSpPr>
        <p:spPr>
          <a:xfrm>
            <a:off x="504636" y="5637382"/>
            <a:ext cx="11279451" cy="815014"/>
          </a:xfrm>
          <a:prstGeom prst="rightArrow">
            <a:avLst/>
          </a:prstGeom>
          <a:solidFill>
            <a:schemeClr val="bg1">
              <a:lumMod val="95000"/>
            </a:schemeClr>
          </a:solidFill>
          <a:ln>
            <a:solidFill>
              <a:schemeClr val="tx1">
                <a:lumMod val="95000"/>
                <a:lumOff val="5000"/>
              </a:schemeClr>
            </a:solidFill>
          </a:ln>
          <a:effectLst>
            <a:outerShdw blurRad="63500" sx="102000" sy="102000" algn="ctr" rotWithShape="0">
              <a:prstClr val="black">
                <a:alpha val="40000"/>
              </a:prstClr>
            </a:outerShdw>
          </a:effectLst>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sz="1600">
              <a:solidFill>
                <a:schemeClr val="bg1"/>
              </a:solidFill>
            </a:endParaRPr>
          </a:p>
        </p:txBody>
      </p:sp>
      <p:grpSp>
        <p:nvGrpSpPr>
          <p:cNvPr id="80" name="Group 79">
            <a:extLst>
              <a:ext uri="{FF2B5EF4-FFF2-40B4-BE49-F238E27FC236}">
                <a16:creationId xmlns:a16="http://schemas.microsoft.com/office/drawing/2014/main" id="{72028AC7-29D2-F7D6-C4E4-DF71AD9F876F}"/>
              </a:ext>
            </a:extLst>
          </p:cNvPr>
          <p:cNvGrpSpPr/>
          <p:nvPr/>
        </p:nvGrpSpPr>
        <p:grpSpPr>
          <a:xfrm>
            <a:off x="1118682" y="5630193"/>
            <a:ext cx="1463040" cy="768096"/>
            <a:chOff x="1118682" y="5570033"/>
            <a:chExt cx="1463040" cy="768096"/>
          </a:xfrm>
        </p:grpSpPr>
        <p:sp>
          <p:nvSpPr>
            <p:cNvPr id="81" name="Rectangle: Rounded Corners 14">
              <a:extLst>
                <a:ext uri="{FF2B5EF4-FFF2-40B4-BE49-F238E27FC236}">
                  <a16:creationId xmlns:a16="http://schemas.microsoft.com/office/drawing/2014/main" id="{2BB46BA0-8E81-6416-65F6-0FB2D620AEAD}"/>
                </a:ext>
              </a:extLst>
            </p:cNvPr>
            <p:cNvSpPr/>
            <p:nvPr/>
          </p:nvSpPr>
          <p:spPr>
            <a:xfrm>
              <a:off x="1118682" y="5570033"/>
              <a:ext cx="1463040" cy="768096"/>
            </a:xfrm>
            <a:prstGeom prst="roundRect">
              <a:avLst/>
            </a:prstGeom>
            <a:solidFill>
              <a:schemeClr val="accent1">
                <a:lumMod val="40000"/>
                <a:lumOff val="60000"/>
              </a:schemeClr>
            </a:solidFill>
            <a:ln>
              <a:solidFill>
                <a:schemeClr val="accent3">
                  <a:lumMod val="20000"/>
                  <a:lumOff val="80000"/>
                </a:schemeClr>
              </a:solidFill>
            </a:ln>
          </p:spPr>
          <p:style>
            <a:lnRef idx="1">
              <a:schemeClr val="dk1"/>
            </a:lnRef>
            <a:fillRef idx="2">
              <a:schemeClr val="dk1"/>
            </a:fillRef>
            <a:effectRef idx="1">
              <a:schemeClr val="dk1"/>
            </a:effectRef>
            <a:fontRef idx="minor">
              <a:schemeClr val="dk1"/>
            </a:fontRef>
          </p:style>
          <p:txBody>
            <a:bodyPr/>
            <a:lstStyle/>
            <a:p>
              <a:endParaRPr lang="en-US" sz="1050">
                <a:solidFill>
                  <a:schemeClr val="tx1"/>
                </a:solidFill>
              </a:endParaRPr>
            </a:p>
          </p:txBody>
        </p:sp>
        <p:sp>
          <p:nvSpPr>
            <p:cNvPr id="82" name="Rectangle: Rounded Corners 4">
              <a:extLst>
                <a:ext uri="{FF2B5EF4-FFF2-40B4-BE49-F238E27FC236}">
                  <a16:creationId xmlns:a16="http://schemas.microsoft.com/office/drawing/2014/main" id="{6F9E9C76-361F-A02D-5E59-0DD874FAF6AF}"/>
                </a:ext>
              </a:extLst>
            </p:cNvPr>
            <p:cNvSpPr txBox="1"/>
            <p:nvPr/>
          </p:nvSpPr>
          <p:spPr>
            <a:xfrm>
              <a:off x="1221037" y="5692919"/>
              <a:ext cx="1239192" cy="560718"/>
            </a:xfrm>
            <a:prstGeom prst="rect">
              <a:avLst/>
            </a:prstGeom>
            <a:noFill/>
            <a:ln>
              <a:noFill/>
            </a:ln>
          </p:spPr>
          <p:style>
            <a:lnRef idx="1">
              <a:schemeClr val="dk1"/>
            </a:lnRef>
            <a:fillRef idx="2">
              <a:schemeClr val="dk1"/>
            </a:fillRef>
            <a:effectRef idx="1">
              <a:schemeClr val="dk1"/>
            </a:effectRef>
            <a:fontRef idx="minor">
              <a:schemeClr val="dk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050" i="0" kern="1200">
                  <a:solidFill>
                    <a:schemeClr val="tx1"/>
                  </a:solidFill>
                </a:rPr>
                <a:t>Understand Business Use Cases, IT and Cloud Landscape</a:t>
              </a:r>
              <a:endParaRPr lang="en-US" sz="1050" kern="1200">
                <a:solidFill>
                  <a:schemeClr val="tx1"/>
                </a:solidFill>
              </a:endParaRPr>
            </a:p>
          </p:txBody>
        </p:sp>
      </p:grpSp>
      <p:grpSp>
        <p:nvGrpSpPr>
          <p:cNvPr id="83" name="Group 82">
            <a:extLst>
              <a:ext uri="{FF2B5EF4-FFF2-40B4-BE49-F238E27FC236}">
                <a16:creationId xmlns:a16="http://schemas.microsoft.com/office/drawing/2014/main" id="{7B7EC709-D10A-4878-2E69-8BEAEC07F713}"/>
              </a:ext>
            </a:extLst>
          </p:cNvPr>
          <p:cNvGrpSpPr/>
          <p:nvPr/>
        </p:nvGrpSpPr>
        <p:grpSpPr>
          <a:xfrm>
            <a:off x="2821875" y="5630193"/>
            <a:ext cx="1463040" cy="768096"/>
            <a:chOff x="1876758" y="1536127"/>
            <a:chExt cx="1784469" cy="2048169"/>
          </a:xfrm>
          <a:solidFill>
            <a:schemeClr val="accent1">
              <a:lumMod val="40000"/>
              <a:lumOff val="60000"/>
            </a:schemeClr>
          </a:solidFill>
          <a:effectLst>
            <a:outerShdw blurRad="63500" sx="102000" sy="102000" algn="ctr" rotWithShape="0">
              <a:prstClr val="black">
                <a:alpha val="40000"/>
              </a:prstClr>
            </a:outerShdw>
          </a:effectLst>
        </p:grpSpPr>
        <p:sp>
          <p:nvSpPr>
            <p:cNvPr id="84" name="Rectangle: Rounded Corners 17">
              <a:extLst>
                <a:ext uri="{FF2B5EF4-FFF2-40B4-BE49-F238E27FC236}">
                  <a16:creationId xmlns:a16="http://schemas.microsoft.com/office/drawing/2014/main" id="{BF166AA1-47B5-758D-314A-3864CF76566B}"/>
                </a:ext>
              </a:extLst>
            </p:cNvPr>
            <p:cNvSpPr/>
            <p:nvPr/>
          </p:nvSpPr>
          <p:spPr>
            <a:xfrm>
              <a:off x="1876758" y="1536127"/>
              <a:ext cx="1784469" cy="2048169"/>
            </a:xfrm>
            <a:prstGeom prst="roundRect">
              <a:avLst/>
            </a:prstGeom>
            <a:grpFill/>
            <a:ln>
              <a:noFill/>
            </a:ln>
          </p:spPr>
          <p:style>
            <a:lnRef idx="1">
              <a:schemeClr val="dk1"/>
            </a:lnRef>
            <a:fillRef idx="2">
              <a:schemeClr val="dk1"/>
            </a:fillRef>
            <a:effectRef idx="1">
              <a:schemeClr val="dk1"/>
            </a:effectRef>
            <a:fontRef idx="minor">
              <a:schemeClr val="dk1"/>
            </a:fontRef>
          </p:style>
          <p:txBody>
            <a:bodyPr/>
            <a:lstStyle/>
            <a:p>
              <a:endParaRPr lang="en-US" sz="1050">
                <a:solidFill>
                  <a:schemeClr val="tx1"/>
                </a:solidFill>
              </a:endParaRPr>
            </a:p>
          </p:txBody>
        </p:sp>
        <p:sp>
          <p:nvSpPr>
            <p:cNvPr id="85" name="Rectangle: Rounded Corners 4">
              <a:extLst>
                <a:ext uri="{FF2B5EF4-FFF2-40B4-BE49-F238E27FC236}">
                  <a16:creationId xmlns:a16="http://schemas.microsoft.com/office/drawing/2014/main" id="{6C67ED30-43A3-41CF-BBD2-869B1A7F5BB2}"/>
                </a:ext>
              </a:extLst>
            </p:cNvPr>
            <p:cNvSpPr txBox="1"/>
            <p:nvPr/>
          </p:nvSpPr>
          <p:spPr>
            <a:xfrm>
              <a:off x="1963869" y="1623238"/>
              <a:ext cx="1610247" cy="1873947"/>
            </a:xfrm>
            <a:prstGeom prst="rect">
              <a:avLst/>
            </a:prstGeom>
            <a:grpFill/>
            <a:ln>
              <a:noFill/>
            </a:ln>
          </p:spPr>
          <p:style>
            <a:lnRef idx="1">
              <a:schemeClr val="dk1"/>
            </a:lnRef>
            <a:fillRef idx="2">
              <a:schemeClr val="dk1"/>
            </a:fillRef>
            <a:effectRef idx="1">
              <a:schemeClr val="dk1"/>
            </a:effectRef>
            <a:fontRef idx="minor">
              <a:schemeClr val="dk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050" i="0" kern="1200">
                  <a:solidFill>
                    <a:schemeClr val="tx1"/>
                  </a:solidFill>
                </a:rPr>
                <a:t>Decide on the Tech Stack</a:t>
              </a:r>
              <a:endParaRPr lang="en-US" sz="1050" kern="1200">
                <a:solidFill>
                  <a:schemeClr val="tx1"/>
                </a:solidFill>
              </a:endParaRPr>
            </a:p>
          </p:txBody>
        </p:sp>
      </p:grpSp>
      <p:grpSp>
        <p:nvGrpSpPr>
          <p:cNvPr id="86" name="Group 85">
            <a:extLst>
              <a:ext uri="{FF2B5EF4-FFF2-40B4-BE49-F238E27FC236}">
                <a16:creationId xmlns:a16="http://schemas.microsoft.com/office/drawing/2014/main" id="{F8F1BD30-C7FD-71E6-A7B0-B092B6496447}"/>
              </a:ext>
            </a:extLst>
          </p:cNvPr>
          <p:cNvGrpSpPr/>
          <p:nvPr/>
        </p:nvGrpSpPr>
        <p:grpSpPr>
          <a:xfrm>
            <a:off x="4525068" y="5630193"/>
            <a:ext cx="1463040" cy="768096"/>
            <a:chOff x="3750451" y="1536127"/>
            <a:chExt cx="1784469" cy="2048169"/>
          </a:xfrm>
          <a:solidFill>
            <a:schemeClr val="accent1">
              <a:lumMod val="40000"/>
              <a:lumOff val="60000"/>
            </a:schemeClr>
          </a:solidFill>
          <a:effectLst>
            <a:outerShdw blurRad="63500" sx="102000" sy="102000" algn="ctr" rotWithShape="0">
              <a:prstClr val="black">
                <a:alpha val="40000"/>
              </a:prstClr>
            </a:outerShdw>
          </a:effectLst>
        </p:grpSpPr>
        <p:sp>
          <p:nvSpPr>
            <p:cNvPr id="87" name="Rectangle: Rounded Corners 20">
              <a:extLst>
                <a:ext uri="{FF2B5EF4-FFF2-40B4-BE49-F238E27FC236}">
                  <a16:creationId xmlns:a16="http://schemas.microsoft.com/office/drawing/2014/main" id="{774551F0-537C-98E8-BA34-8FA21FA67952}"/>
                </a:ext>
              </a:extLst>
            </p:cNvPr>
            <p:cNvSpPr/>
            <p:nvPr/>
          </p:nvSpPr>
          <p:spPr>
            <a:xfrm>
              <a:off x="3750451" y="1536127"/>
              <a:ext cx="1784469" cy="2048169"/>
            </a:xfrm>
            <a:prstGeom prst="roundRect">
              <a:avLst/>
            </a:prstGeom>
            <a:grpFill/>
            <a:ln>
              <a:noFill/>
            </a:ln>
          </p:spPr>
          <p:style>
            <a:lnRef idx="1">
              <a:schemeClr val="dk1"/>
            </a:lnRef>
            <a:fillRef idx="2">
              <a:schemeClr val="dk1"/>
            </a:fillRef>
            <a:effectRef idx="1">
              <a:schemeClr val="dk1"/>
            </a:effectRef>
            <a:fontRef idx="minor">
              <a:schemeClr val="dk1"/>
            </a:fontRef>
          </p:style>
          <p:txBody>
            <a:bodyPr/>
            <a:lstStyle/>
            <a:p>
              <a:endParaRPr lang="en-US" sz="1050">
                <a:solidFill>
                  <a:schemeClr val="tx1"/>
                </a:solidFill>
              </a:endParaRPr>
            </a:p>
          </p:txBody>
        </p:sp>
        <p:sp>
          <p:nvSpPr>
            <p:cNvPr id="88" name="Rectangle: Rounded Corners 6">
              <a:extLst>
                <a:ext uri="{FF2B5EF4-FFF2-40B4-BE49-F238E27FC236}">
                  <a16:creationId xmlns:a16="http://schemas.microsoft.com/office/drawing/2014/main" id="{3C2936EA-0952-9920-20CE-946562BD5732}"/>
                </a:ext>
              </a:extLst>
            </p:cNvPr>
            <p:cNvSpPr txBox="1"/>
            <p:nvPr/>
          </p:nvSpPr>
          <p:spPr>
            <a:xfrm>
              <a:off x="3837562" y="1623238"/>
              <a:ext cx="1610247" cy="1873947"/>
            </a:xfrm>
            <a:prstGeom prst="rect">
              <a:avLst/>
            </a:prstGeom>
            <a:grpFill/>
            <a:ln>
              <a:noFill/>
            </a:ln>
          </p:spPr>
          <p:style>
            <a:lnRef idx="1">
              <a:schemeClr val="dk1"/>
            </a:lnRef>
            <a:fillRef idx="2">
              <a:schemeClr val="dk1"/>
            </a:fillRef>
            <a:effectRef idx="1">
              <a:schemeClr val="dk1"/>
            </a:effectRef>
            <a:fontRef idx="minor">
              <a:schemeClr val="dk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050" i="0" kern="1200">
                  <a:solidFill>
                    <a:schemeClr val="tx1"/>
                  </a:solidFill>
                </a:rPr>
                <a:t>Identify 1-2 Reference Use Cases</a:t>
              </a:r>
              <a:endParaRPr lang="en-US" sz="1050" kern="1200">
                <a:solidFill>
                  <a:schemeClr val="tx1"/>
                </a:solidFill>
              </a:endParaRPr>
            </a:p>
          </p:txBody>
        </p:sp>
      </p:grpSp>
      <p:grpSp>
        <p:nvGrpSpPr>
          <p:cNvPr id="90" name="Group 89">
            <a:extLst>
              <a:ext uri="{FF2B5EF4-FFF2-40B4-BE49-F238E27FC236}">
                <a16:creationId xmlns:a16="http://schemas.microsoft.com/office/drawing/2014/main" id="{45A9220A-1564-B24A-059D-9B94598C590B}"/>
              </a:ext>
            </a:extLst>
          </p:cNvPr>
          <p:cNvGrpSpPr/>
          <p:nvPr/>
        </p:nvGrpSpPr>
        <p:grpSpPr>
          <a:xfrm>
            <a:off x="6228261" y="5630193"/>
            <a:ext cx="1463040" cy="768096"/>
            <a:chOff x="5624145" y="1536127"/>
            <a:chExt cx="1784469" cy="2048169"/>
          </a:xfrm>
          <a:solidFill>
            <a:schemeClr val="accent1">
              <a:lumMod val="40000"/>
              <a:lumOff val="60000"/>
            </a:schemeClr>
          </a:solidFill>
          <a:effectLst>
            <a:outerShdw blurRad="63500" sx="102000" sy="102000" algn="ctr" rotWithShape="0">
              <a:prstClr val="black">
                <a:alpha val="40000"/>
              </a:prstClr>
            </a:outerShdw>
          </a:effectLst>
        </p:grpSpPr>
        <p:sp>
          <p:nvSpPr>
            <p:cNvPr id="91" name="Rectangle: Rounded Corners 23">
              <a:extLst>
                <a:ext uri="{FF2B5EF4-FFF2-40B4-BE49-F238E27FC236}">
                  <a16:creationId xmlns:a16="http://schemas.microsoft.com/office/drawing/2014/main" id="{7A414254-CF21-5D9A-1C24-FF735C62BE56}"/>
                </a:ext>
              </a:extLst>
            </p:cNvPr>
            <p:cNvSpPr/>
            <p:nvPr/>
          </p:nvSpPr>
          <p:spPr>
            <a:xfrm>
              <a:off x="5624145" y="1536127"/>
              <a:ext cx="1784469" cy="2048169"/>
            </a:xfrm>
            <a:prstGeom prst="roundRect">
              <a:avLst/>
            </a:prstGeom>
            <a:grpFill/>
            <a:ln>
              <a:noFill/>
            </a:ln>
          </p:spPr>
          <p:style>
            <a:lnRef idx="1">
              <a:schemeClr val="dk1"/>
            </a:lnRef>
            <a:fillRef idx="2">
              <a:schemeClr val="dk1"/>
            </a:fillRef>
            <a:effectRef idx="1">
              <a:schemeClr val="dk1"/>
            </a:effectRef>
            <a:fontRef idx="minor">
              <a:schemeClr val="dk1"/>
            </a:fontRef>
          </p:style>
          <p:txBody>
            <a:bodyPr/>
            <a:lstStyle/>
            <a:p>
              <a:endParaRPr lang="en-US" sz="1050">
                <a:solidFill>
                  <a:schemeClr val="tx1"/>
                </a:solidFill>
              </a:endParaRPr>
            </a:p>
          </p:txBody>
        </p:sp>
        <p:sp>
          <p:nvSpPr>
            <p:cNvPr id="92" name="Rectangle: Rounded Corners 8">
              <a:extLst>
                <a:ext uri="{FF2B5EF4-FFF2-40B4-BE49-F238E27FC236}">
                  <a16:creationId xmlns:a16="http://schemas.microsoft.com/office/drawing/2014/main" id="{3F8D2D42-181E-2CF6-9895-DEE4FBA21115}"/>
                </a:ext>
              </a:extLst>
            </p:cNvPr>
            <p:cNvSpPr txBox="1"/>
            <p:nvPr/>
          </p:nvSpPr>
          <p:spPr>
            <a:xfrm>
              <a:off x="5711256" y="1623238"/>
              <a:ext cx="1610247" cy="1873947"/>
            </a:xfrm>
            <a:prstGeom prst="rect">
              <a:avLst/>
            </a:prstGeom>
            <a:grpFill/>
            <a:ln>
              <a:noFill/>
            </a:ln>
          </p:spPr>
          <p:style>
            <a:lnRef idx="1">
              <a:schemeClr val="dk1"/>
            </a:lnRef>
            <a:fillRef idx="2">
              <a:schemeClr val="dk1"/>
            </a:fillRef>
            <a:effectRef idx="1">
              <a:schemeClr val="dk1"/>
            </a:effectRef>
            <a:fontRef idx="minor">
              <a:schemeClr val="dk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050" i="0" kern="1200">
                  <a:solidFill>
                    <a:schemeClr val="tx1"/>
                  </a:solidFill>
                </a:rPr>
                <a:t>Define framework,  Standards, Scalability and Security</a:t>
              </a:r>
              <a:endParaRPr lang="en-US" sz="1050" kern="1200">
                <a:solidFill>
                  <a:schemeClr val="tx1"/>
                </a:solidFill>
              </a:endParaRPr>
            </a:p>
          </p:txBody>
        </p:sp>
      </p:grpSp>
      <p:grpSp>
        <p:nvGrpSpPr>
          <p:cNvPr id="93" name="Group 92">
            <a:extLst>
              <a:ext uri="{FF2B5EF4-FFF2-40B4-BE49-F238E27FC236}">
                <a16:creationId xmlns:a16="http://schemas.microsoft.com/office/drawing/2014/main" id="{ABF839F7-AD43-AF2C-2D93-558EE53AB36D}"/>
              </a:ext>
            </a:extLst>
          </p:cNvPr>
          <p:cNvGrpSpPr/>
          <p:nvPr/>
        </p:nvGrpSpPr>
        <p:grpSpPr>
          <a:xfrm>
            <a:off x="7931454" y="5630193"/>
            <a:ext cx="1463040" cy="768096"/>
            <a:chOff x="7497838" y="1536127"/>
            <a:chExt cx="1784469" cy="2048169"/>
          </a:xfrm>
          <a:solidFill>
            <a:schemeClr val="accent1">
              <a:lumMod val="40000"/>
              <a:lumOff val="60000"/>
            </a:schemeClr>
          </a:solidFill>
          <a:effectLst>
            <a:outerShdw blurRad="63500" sx="102000" sy="102000" algn="ctr" rotWithShape="0">
              <a:prstClr val="black">
                <a:alpha val="40000"/>
              </a:prstClr>
            </a:outerShdw>
          </a:effectLst>
        </p:grpSpPr>
        <p:sp>
          <p:nvSpPr>
            <p:cNvPr id="94" name="Rectangle: Rounded Corners 26">
              <a:extLst>
                <a:ext uri="{FF2B5EF4-FFF2-40B4-BE49-F238E27FC236}">
                  <a16:creationId xmlns:a16="http://schemas.microsoft.com/office/drawing/2014/main" id="{1A29FCAA-6BC1-43A9-D0D8-6AED4661B6A1}"/>
                </a:ext>
              </a:extLst>
            </p:cNvPr>
            <p:cNvSpPr/>
            <p:nvPr/>
          </p:nvSpPr>
          <p:spPr>
            <a:xfrm>
              <a:off x="7497838" y="1536127"/>
              <a:ext cx="1784469" cy="2048169"/>
            </a:xfrm>
            <a:prstGeom prst="roundRect">
              <a:avLst/>
            </a:prstGeom>
            <a:grpFill/>
            <a:ln>
              <a:noFill/>
            </a:ln>
          </p:spPr>
          <p:style>
            <a:lnRef idx="1">
              <a:schemeClr val="dk1"/>
            </a:lnRef>
            <a:fillRef idx="2">
              <a:schemeClr val="dk1"/>
            </a:fillRef>
            <a:effectRef idx="1">
              <a:schemeClr val="dk1"/>
            </a:effectRef>
            <a:fontRef idx="minor">
              <a:schemeClr val="dk1"/>
            </a:fontRef>
          </p:style>
          <p:txBody>
            <a:bodyPr/>
            <a:lstStyle/>
            <a:p>
              <a:endParaRPr lang="en-US" sz="1050">
                <a:solidFill>
                  <a:schemeClr val="tx1"/>
                </a:solidFill>
              </a:endParaRPr>
            </a:p>
          </p:txBody>
        </p:sp>
        <p:sp>
          <p:nvSpPr>
            <p:cNvPr id="95" name="Rectangle: Rounded Corners 10">
              <a:extLst>
                <a:ext uri="{FF2B5EF4-FFF2-40B4-BE49-F238E27FC236}">
                  <a16:creationId xmlns:a16="http://schemas.microsoft.com/office/drawing/2014/main" id="{DB2825E8-1EF0-E992-0A1C-F7C703607A4D}"/>
                </a:ext>
              </a:extLst>
            </p:cNvPr>
            <p:cNvSpPr txBox="1"/>
            <p:nvPr/>
          </p:nvSpPr>
          <p:spPr>
            <a:xfrm>
              <a:off x="7584949" y="1623238"/>
              <a:ext cx="1610247" cy="1873947"/>
            </a:xfrm>
            <a:prstGeom prst="rect">
              <a:avLst/>
            </a:prstGeom>
            <a:grpFill/>
            <a:ln>
              <a:noFill/>
            </a:ln>
          </p:spPr>
          <p:style>
            <a:lnRef idx="1">
              <a:schemeClr val="dk1"/>
            </a:lnRef>
            <a:fillRef idx="2">
              <a:schemeClr val="dk1"/>
            </a:fillRef>
            <a:effectRef idx="1">
              <a:schemeClr val="dk1"/>
            </a:effectRef>
            <a:fontRef idx="minor">
              <a:schemeClr val="dk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050" i="0" kern="1200">
                  <a:solidFill>
                    <a:schemeClr val="tx1"/>
                  </a:solidFill>
                </a:rPr>
                <a:t>Side by side start developing the reference use case</a:t>
              </a:r>
              <a:endParaRPr lang="en-US" sz="1050" kern="1200">
                <a:solidFill>
                  <a:schemeClr val="tx1"/>
                </a:solidFill>
              </a:endParaRPr>
            </a:p>
          </p:txBody>
        </p:sp>
      </p:grpSp>
      <p:grpSp>
        <p:nvGrpSpPr>
          <p:cNvPr id="96" name="Group 95">
            <a:extLst>
              <a:ext uri="{FF2B5EF4-FFF2-40B4-BE49-F238E27FC236}">
                <a16:creationId xmlns:a16="http://schemas.microsoft.com/office/drawing/2014/main" id="{EA888245-659C-7FD5-F370-531B533C418E}"/>
              </a:ext>
            </a:extLst>
          </p:cNvPr>
          <p:cNvGrpSpPr/>
          <p:nvPr/>
        </p:nvGrpSpPr>
        <p:grpSpPr>
          <a:xfrm>
            <a:off x="9634645" y="5630193"/>
            <a:ext cx="1463040" cy="768096"/>
            <a:chOff x="9371532" y="1536127"/>
            <a:chExt cx="1784469" cy="2048169"/>
          </a:xfrm>
          <a:solidFill>
            <a:schemeClr val="accent1">
              <a:lumMod val="40000"/>
              <a:lumOff val="60000"/>
            </a:schemeClr>
          </a:solidFill>
          <a:effectLst>
            <a:outerShdw blurRad="63500" sx="102000" sy="102000" algn="ctr" rotWithShape="0">
              <a:prstClr val="black">
                <a:alpha val="40000"/>
              </a:prstClr>
            </a:outerShdw>
          </a:effectLst>
        </p:grpSpPr>
        <p:sp>
          <p:nvSpPr>
            <p:cNvPr id="97" name="Rectangle: Rounded Corners 29">
              <a:extLst>
                <a:ext uri="{FF2B5EF4-FFF2-40B4-BE49-F238E27FC236}">
                  <a16:creationId xmlns:a16="http://schemas.microsoft.com/office/drawing/2014/main" id="{5A19CD2C-CE8D-B15A-CD7F-AA52BE51D3D9}"/>
                </a:ext>
              </a:extLst>
            </p:cNvPr>
            <p:cNvSpPr/>
            <p:nvPr/>
          </p:nvSpPr>
          <p:spPr>
            <a:xfrm>
              <a:off x="9371532" y="1536127"/>
              <a:ext cx="1784469" cy="2048169"/>
            </a:xfrm>
            <a:prstGeom prst="roundRect">
              <a:avLst/>
            </a:prstGeom>
            <a:grpFill/>
            <a:ln>
              <a:noFill/>
            </a:ln>
          </p:spPr>
          <p:style>
            <a:lnRef idx="1">
              <a:schemeClr val="dk1"/>
            </a:lnRef>
            <a:fillRef idx="2">
              <a:schemeClr val="dk1"/>
            </a:fillRef>
            <a:effectRef idx="1">
              <a:schemeClr val="dk1"/>
            </a:effectRef>
            <a:fontRef idx="minor">
              <a:schemeClr val="dk1"/>
            </a:fontRef>
          </p:style>
          <p:txBody>
            <a:bodyPr/>
            <a:lstStyle/>
            <a:p>
              <a:endParaRPr lang="en-US" sz="1050">
                <a:solidFill>
                  <a:schemeClr val="tx1"/>
                </a:solidFill>
              </a:endParaRPr>
            </a:p>
          </p:txBody>
        </p:sp>
        <p:sp>
          <p:nvSpPr>
            <p:cNvPr id="98" name="Rectangle: Rounded Corners 12">
              <a:extLst>
                <a:ext uri="{FF2B5EF4-FFF2-40B4-BE49-F238E27FC236}">
                  <a16:creationId xmlns:a16="http://schemas.microsoft.com/office/drawing/2014/main" id="{E1BC0D10-0750-EE8B-D31F-D10B52EC19BA}"/>
                </a:ext>
              </a:extLst>
            </p:cNvPr>
            <p:cNvSpPr txBox="1"/>
            <p:nvPr/>
          </p:nvSpPr>
          <p:spPr>
            <a:xfrm>
              <a:off x="9458643" y="1623238"/>
              <a:ext cx="1610247" cy="1873947"/>
            </a:xfrm>
            <a:prstGeom prst="rect">
              <a:avLst/>
            </a:prstGeom>
            <a:grpFill/>
            <a:ln>
              <a:noFill/>
            </a:ln>
          </p:spPr>
          <p:style>
            <a:lnRef idx="1">
              <a:schemeClr val="dk1"/>
            </a:lnRef>
            <a:fillRef idx="2">
              <a:schemeClr val="dk1"/>
            </a:fillRef>
            <a:effectRef idx="1">
              <a:schemeClr val="dk1"/>
            </a:effectRef>
            <a:fontRef idx="minor">
              <a:schemeClr val="dk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050" i="0" kern="1200">
                  <a:solidFill>
                    <a:schemeClr val="tx1"/>
                  </a:solidFill>
                </a:rPr>
                <a:t>Refine and Release the Framework and Ref Implementation</a:t>
              </a:r>
              <a:endParaRPr lang="en-US" sz="1050" kern="1200">
                <a:solidFill>
                  <a:schemeClr val="tx1"/>
                </a:solidFill>
              </a:endParaRPr>
            </a:p>
          </p:txBody>
        </p:sp>
      </p:grpSp>
      <p:sp>
        <p:nvSpPr>
          <p:cNvPr id="99" name="TextBox 98">
            <a:extLst>
              <a:ext uri="{FF2B5EF4-FFF2-40B4-BE49-F238E27FC236}">
                <a16:creationId xmlns:a16="http://schemas.microsoft.com/office/drawing/2014/main" id="{ACF206B8-DA9B-E669-CDFF-38DC5CC313EE}"/>
              </a:ext>
            </a:extLst>
          </p:cNvPr>
          <p:cNvSpPr txBox="1"/>
          <p:nvPr/>
        </p:nvSpPr>
        <p:spPr>
          <a:xfrm>
            <a:off x="3333773" y="5230779"/>
            <a:ext cx="3341734" cy="373935"/>
          </a:xfrm>
          <a:prstGeom prst="rect">
            <a:avLst/>
          </a:prstGeom>
          <a:noFill/>
        </p:spPr>
        <p:txBody>
          <a:bodyPr wrap="square" lIns="91440" tIns="45720" rIns="91440" bIns="45720" rtlCol="0" anchor="t">
            <a:noAutofit/>
          </a:bodyPr>
          <a:lstStyle/>
          <a:p>
            <a:r>
              <a:rPr lang="en-US" sz="1300" b="1">
                <a:solidFill>
                  <a:schemeClr val="accent2">
                    <a:lumMod val="60000"/>
                    <a:lumOff val="40000"/>
                  </a:schemeClr>
                </a:solidFill>
                <a:latin typeface="Century Gothic"/>
                <a:ea typeface="Verdana"/>
              </a:rPr>
              <a:t>Framework Blueprint Implementation</a:t>
            </a:r>
            <a:endParaRPr lang="en-US" sz="1300">
              <a:solidFill>
                <a:schemeClr val="accent2">
                  <a:lumMod val="60000"/>
                  <a:lumOff val="40000"/>
                </a:schemeClr>
              </a:solidFill>
              <a:latin typeface="Century Gothic"/>
              <a:ea typeface="Verdana"/>
            </a:endParaRPr>
          </a:p>
        </p:txBody>
      </p:sp>
    </p:spTree>
    <p:extLst>
      <p:ext uri="{BB962C8B-B14F-4D97-AF65-F5344CB8AC3E}">
        <p14:creationId xmlns:p14="http://schemas.microsoft.com/office/powerpoint/2010/main" val="28527356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EC14058C-5F7D-EE52-20D1-AB4D550047A8}"/>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8D5E42C6-1F8E-EE4A-508F-48575DBE3C50}"/>
              </a:ext>
            </a:extLst>
          </p:cNvPr>
          <p:cNvSpPr txBox="1">
            <a:spLocks/>
          </p:cNvSpPr>
          <p:nvPr/>
        </p:nvSpPr>
        <p:spPr>
          <a:xfrm>
            <a:off x="385998" y="241050"/>
            <a:ext cx="11396086" cy="393876"/>
          </a:xfrm>
          <a:prstGeom prst="rect">
            <a:avLst/>
          </a:prstGeom>
          <a:noFill/>
          <a:ln>
            <a:noFill/>
          </a:ln>
        </p:spPr>
        <p:txBody>
          <a:bodyPr spcFirstLastPara="1" vert="horz" wrap="square" lIns="91425" tIns="45700" rIns="91425" bIns="45700" rtlCol="0" anchor="ctr" anchorCtr="0">
            <a:normAutofit lnSpcReduction="10000"/>
          </a:bodyPr>
          <a:lstStyle>
            <a:lvl1pPr lvl="0" algn="l" defTabSz="914377" rtl="0" eaLnBrk="1" latinLnBrk="0" hangingPunct="1">
              <a:lnSpc>
                <a:spcPct val="90000"/>
              </a:lnSpc>
              <a:spcBef>
                <a:spcPts val="0"/>
              </a:spcBef>
              <a:spcAft>
                <a:spcPts val="0"/>
              </a:spcAft>
              <a:buClr>
                <a:schemeClr val="dk1"/>
              </a:buClr>
              <a:buSzPts val="3600"/>
              <a:buFont typeface="Arial"/>
              <a:buNone/>
              <a:defRPr sz="3600" b="1" i="0" kern="1200">
                <a:solidFill>
                  <a:schemeClr val="dk1"/>
                </a:solidFill>
                <a:latin typeface="+mj-lt"/>
                <a:ea typeface="Myriad Pro" panose="020B0503030403020204" pitchFamily="34" charset="0"/>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IN" sz="2400" b="0">
                <a:latin typeface="PP Neue Machina Plain" pitchFamily="50" charset="0"/>
              </a:rPr>
              <a:t>Modern AI Operationalizing: Observability, Reliability &amp; Governance</a:t>
            </a:r>
            <a:endParaRPr lang="en-US" sz="2400" b="0">
              <a:latin typeface="PP Neue Machina Plain" pitchFamily="50" charset="0"/>
            </a:endParaRPr>
          </a:p>
        </p:txBody>
      </p:sp>
      <p:sp>
        <p:nvSpPr>
          <p:cNvPr id="7" name="TextBox 6">
            <a:extLst>
              <a:ext uri="{FF2B5EF4-FFF2-40B4-BE49-F238E27FC236}">
                <a16:creationId xmlns:a16="http://schemas.microsoft.com/office/drawing/2014/main" id="{B7556AD5-7FBC-870A-9255-5073930737FF}"/>
              </a:ext>
            </a:extLst>
          </p:cNvPr>
          <p:cNvSpPr txBox="1"/>
          <p:nvPr/>
        </p:nvSpPr>
        <p:spPr>
          <a:xfrm>
            <a:off x="382270" y="725792"/>
            <a:ext cx="11661105" cy="1162205"/>
          </a:xfrm>
          <a:prstGeom prst="rect">
            <a:avLst/>
          </a:prstGeom>
          <a:noFill/>
        </p:spPr>
        <p:txBody>
          <a:bodyPr wrap="square" lIns="91440" tIns="45720" rIns="91440" bIns="45720" rtlCol="0" anchor="t">
            <a:noAutofit/>
          </a:bodyPr>
          <a:lstStyle/>
          <a:p>
            <a:pPr marL="12700" algn="just">
              <a:spcBef>
                <a:spcPts val="844"/>
              </a:spcBef>
            </a:pPr>
            <a:r>
              <a:rPr lang="en-US" sz="1400" b="1">
                <a:latin typeface="Century Gothic"/>
                <a:ea typeface="Verdana"/>
              </a:rPr>
              <a:t>The Situation: GenAI systems require continuous validation and oversight post-deployment</a:t>
            </a:r>
          </a:p>
          <a:p>
            <a:pPr marL="184150" indent="-171450" algn="just">
              <a:spcBef>
                <a:spcPts val="844"/>
              </a:spcBef>
              <a:buFont typeface="Arial" panose="020B0604020202020204" pitchFamily="34" charset="0"/>
              <a:buChar char="•"/>
            </a:pPr>
            <a:r>
              <a:rPr lang="en-US" sz="1100">
                <a:latin typeface="Century Gothic"/>
                <a:ea typeface="Verdana"/>
              </a:rPr>
              <a:t>Unlike traditional ML, GenAI systems are prompt-driven, context-sensitive, and non-deterministic — making them harder to monitor and govern.</a:t>
            </a:r>
          </a:p>
          <a:p>
            <a:pPr marL="184150" indent="-171450" algn="just">
              <a:spcBef>
                <a:spcPts val="844"/>
              </a:spcBef>
              <a:buFont typeface="Arial" panose="020B0604020202020204" pitchFamily="34" charset="0"/>
              <a:buChar char="•"/>
            </a:pPr>
            <a:r>
              <a:rPr lang="en-US" sz="1100">
                <a:latin typeface="Century Gothic"/>
                <a:ea typeface="Verdana"/>
              </a:rPr>
              <a:t>Requires robust observability, testing, and guardrails to maintain performance, reliability, and safety at scale.</a:t>
            </a:r>
          </a:p>
          <a:p>
            <a:pPr marL="184150" indent="-171450" algn="just">
              <a:spcBef>
                <a:spcPts val="844"/>
              </a:spcBef>
              <a:buFont typeface="Arial" panose="020B0604020202020204" pitchFamily="34" charset="0"/>
              <a:buChar char="•"/>
            </a:pPr>
            <a:r>
              <a:rPr lang="en-US" sz="1100">
                <a:latin typeface="Century Gothic"/>
                <a:ea typeface="Verdana"/>
              </a:rPr>
              <a:t>We continuously monitor GenAI applications in production to ensure safe, reliable, and governed behavior — even as prompts, data, and user interactions evolve</a:t>
            </a:r>
          </a:p>
        </p:txBody>
      </p:sp>
      <p:sp>
        <p:nvSpPr>
          <p:cNvPr id="11" name="object 6">
            <a:extLst>
              <a:ext uri="{FF2B5EF4-FFF2-40B4-BE49-F238E27FC236}">
                <a16:creationId xmlns:a16="http://schemas.microsoft.com/office/drawing/2014/main" id="{7340D031-07DF-1241-C004-DF005CA3ABCE}"/>
              </a:ext>
            </a:extLst>
          </p:cNvPr>
          <p:cNvSpPr txBox="1"/>
          <p:nvPr/>
        </p:nvSpPr>
        <p:spPr>
          <a:xfrm>
            <a:off x="5537578" y="2820107"/>
            <a:ext cx="2403857" cy="408445"/>
          </a:xfrm>
          <a:prstGeom prst="rect">
            <a:avLst/>
          </a:prstGeom>
        </p:spPr>
        <p:txBody>
          <a:bodyPr vert="horz" wrap="square" lIns="0" tIns="99695" rIns="0" bIns="0" rtlCol="0" anchor="ctr">
            <a:spAutoFit/>
          </a:bodyPr>
          <a:lstStyle/>
          <a:p>
            <a:pPr marL="12700">
              <a:spcBef>
                <a:spcPts val="125"/>
              </a:spcBef>
              <a:defRPr/>
            </a:pPr>
            <a:r>
              <a:rPr lang="en-US" sz="1000" b="1" spc="-10">
                <a:latin typeface="Century Gothic"/>
                <a:ea typeface="Verdana"/>
                <a:cs typeface="Arial"/>
              </a:rPr>
              <a:t>Ingest documents via email, API, SharePoint or RPA or file systems</a:t>
            </a:r>
            <a:endParaRPr lang="en-US" sz="1000" b="1">
              <a:latin typeface="Century Gothic"/>
            </a:endParaRPr>
          </a:p>
        </p:txBody>
      </p:sp>
      <p:sp>
        <p:nvSpPr>
          <p:cNvPr id="15" name="object 6">
            <a:extLst>
              <a:ext uri="{FF2B5EF4-FFF2-40B4-BE49-F238E27FC236}">
                <a16:creationId xmlns:a16="http://schemas.microsoft.com/office/drawing/2014/main" id="{5AB83205-F8A4-CEB7-E7B3-0D1607FF7FD0}"/>
              </a:ext>
            </a:extLst>
          </p:cNvPr>
          <p:cNvSpPr txBox="1"/>
          <p:nvPr/>
        </p:nvSpPr>
        <p:spPr>
          <a:xfrm>
            <a:off x="5527552" y="3298604"/>
            <a:ext cx="2403857" cy="575157"/>
          </a:xfrm>
          <a:prstGeom prst="rect">
            <a:avLst/>
          </a:prstGeom>
        </p:spPr>
        <p:txBody>
          <a:bodyPr vert="horz" wrap="square" lIns="0" tIns="99695" rIns="0" bIns="0" rtlCol="0" anchor="ctr">
            <a:spAutoFit/>
          </a:bodyPr>
          <a:lstStyle/>
          <a:p>
            <a:pPr marL="12700">
              <a:spcBef>
                <a:spcPts val="125"/>
              </a:spcBef>
              <a:defRPr/>
            </a:pPr>
            <a:r>
              <a:rPr lang="en-US" sz="1000" b="1" spc="-10">
                <a:latin typeface="Century Gothic"/>
                <a:ea typeface="Verdana"/>
                <a:cs typeface="Arial"/>
              </a:rPr>
              <a:t>Apply layout-aware parsing, OCR, NER, and table extraction</a:t>
            </a:r>
            <a:endParaRPr lang="en-IN" sz="1000" b="1" spc="-10">
              <a:latin typeface="Century Gothic"/>
              <a:ea typeface="Verdana"/>
              <a:cs typeface="Arial"/>
            </a:endParaRPr>
          </a:p>
          <a:p>
            <a:pPr marL="12700">
              <a:spcBef>
                <a:spcPts val="125"/>
              </a:spcBef>
              <a:defRPr/>
            </a:pPr>
            <a:endParaRPr lang="en-IN" sz="1000" b="1" spc="-10">
              <a:solidFill>
                <a:srgbClr val="0C0C0C"/>
              </a:solidFill>
              <a:latin typeface="Century Gothic"/>
              <a:ea typeface="Verdana"/>
              <a:cs typeface="Arial"/>
            </a:endParaRPr>
          </a:p>
        </p:txBody>
      </p:sp>
      <p:sp>
        <p:nvSpPr>
          <p:cNvPr id="17" name="TextBox 16">
            <a:extLst>
              <a:ext uri="{FF2B5EF4-FFF2-40B4-BE49-F238E27FC236}">
                <a16:creationId xmlns:a16="http://schemas.microsoft.com/office/drawing/2014/main" id="{E421EB11-B04D-2225-7E7D-DE99E1CEDE42}"/>
              </a:ext>
            </a:extLst>
          </p:cNvPr>
          <p:cNvSpPr txBox="1"/>
          <p:nvPr/>
        </p:nvSpPr>
        <p:spPr>
          <a:xfrm>
            <a:off x="719866" y="2008096"/>
            <a:ext cx="2035207" cy="431808"/>
          </a:xfrm>
          <a:prstGeom prst="rect">
            <a:avLst/>
          </a:prstGeom>
          <a:noFill/>
        </p:spPr>
        <p:txBody>
          <a:bodyPr wrap="square" lIns="91440" tIns="45720" rIns="91440" bIns="45720" rtlCol="0" anchor="t">
            <a:noAutofit/>
          </a:bodyPr>
          <a:lstStyle/>
          <a:p>
            <a:r>
              <a:rPr lang="en-US" sz="1300" b="1">
                <a:solidFill>
                  <a:schemeClr val="accent2">
                    <a:lumMod val="60000"/>
                    <a:lumOff val="40000"/>
                  </a:schemeClr>
                </a:solidFill>
                <a:latin typeface="Century Gothic"/>
                <a:ea typeface="Verdana"/>
              </a:rPr>
              <a:t>Core AI Capabilities</a:t>
            </a:r>
            <a:endParaRPr lang="en-US">
              <a:solidFill>
                <a:schemeClr val="accent2">
                  <a:lumMod val="60000"/>
                  <a:lumOff val="40000"/>
                </a:schemeClr>
              </a:solidFill>
            </a:endParaRPr>
          </a:p>
        </p:txBody>
      </p:sp>
      <p:sp>
        <p:nvSpPr>
          <p:cNvPr id="19" name="TextBox 18">
            <a:extLst>
              <a:ext uri="{FF2B5EF4-FFF2-40B4-BE49-F238E27FC236}">
                <a16:creationId xmlns:a16="http://schemas.microsoft.com/office/drawing/2014/main" id="{DF75A2D0-47F8-213D-ED67-FDFE1E23ECE4}"/>
              </a:ext>
            </a:extLst>
          </p:cNvPr>
          <p:cNvSpPr txBox="1"/>
          <p:nvPr/>
        </p:nvSpPr>
        <p:spPr>
          <a:xfrm>
            <a:off x="5269207" y="1974568"/>
            <a:ext cx="2729688" cy="441453"/>
          </a:xfrm>
          <a:prstGeom prst="rect">
            <a:avLst/>
          </a:prstGeom>
          <a:noFill/>
        </p:spPr>
        <p:txBody>
          <a:bodyPr wrap="square" lIns="91440" tIns="45720" rIns="91440" bIns="45720" rtlCol="0" anchor="t">
            <a:noAutofit/>
          </a:bodyPr>
          <a:lstStyle/>
          <a:p>
            <a:r>
              <a:rPr lang="en-US" sz="1300" b="1">
                <a:solidFill>
                  <a:schemeClr val="accent2">
                    <a:lumMod val="60000"/>
                    <a:lumOff val="40000"/>
                  </a:schemeClr>
                </a:solidFill>
                <a:latin typeface="Century Gothic"/>
                <a:ea typeface="Verdana"/>
              </a:rPr>
              <a:t>Flexible and Tested Approach</a:t>
            </a:r>
            <a:endParaRPr lang="en-US">
              <a:solidFill>
                <a:schemeClr val="accent2">
                  <a:lumMod val="60000"/>
                  <a:lumOff val="40000"/>
                </a:schemeClr>
              </a:solidFill>
            </a:endParaRPr>
          </a:p>
        </p:txBody>
      </p:sp>
      <p:sp>
        <p:nvSpPr>
          <p:cNvPr id="35" name="object 6">
            <a:extLst>
              <a:ext uri="{FF2B5EF4-FFF2-40B4-BE49-F238E27FC236}">
                <a16:creationId xmlns:a16="http://schemas.microsoft.com/office/drawing/2014/main" id="{78E87B45-4ACA-0770-34A0-E96E20F4B55A}"/>
              </a:ext>
            </a:extLst>
          </p:cNvPr>
          <p:cNvSpPr txBox="1"/>
          <p:nvPr/>
        </p:nvSpPr>
        <p:spPr>
          <a:xfrm>
            <a:off x="5537578" y="3762960"/>
            <a:ext cx="2403857" cy="408445"/>
          </a:xfrm>
          <a:prstGeom prst="rect">
            <a:avLst/>
          </a:prstGeom>
        </p:spPr>
        <p:txBody>
          <a:bodyPr vert="horz" wrap="square" lIns="0" tIns="99695" rIns="0" bIns="0" rtlCol="0" anchor="ctr">
            <a:spAutoFit/>
          </a:bodyPr>
          <a:lstStyle/>
          <a:p>
            <a:pPr marL="12700">
              <a:spcBef>
                <a:spcPts val="125"/>
              </a:spcBef>
              <a:defRPr/>
            </a:pPr>
            <a:r>
              <a:rPr lang="en-US" sz="1000" b="1" spc="-10">
                <a:latin typeface="Century Gothic"/>
                <a:ea typeface="Verdana"/>
                <a:cs typeface="Arial"/>
              </a:rPr>
              <a:t>Use pre-trained &amp; fine-tuned models with contextual validation</a:t>
            </a:r>
            <a:endParaRPr lang="en-US" sz="1000" b="1">
              <a:latin typeface="Century Gothic"/>
            </a:endParaRPr>
          </a:p>
        </p:txBody>
      </p:sp>
      <p:sp>
        <p:nvSpPr>
          <p:cNvPr id="55" name="object 6">
            <a:extLst>
              <a:ext uri="{FF2B5EF4-FFF2-40B4-BE49-F238E27FC236}">
                <a16:creationId xmlns:a16="http://schemas.microsoft.com/office/drawing/2014/main" id="{891D772D-F22B-49D8-E202-10FF070D743D}"/>
              </a:ext>
            </a:extLst>
          </p:cNvPr>
          <p:cNvSpPr txBox="1"/>
          <p:nvPr/>
        </p:nvSpPr>
        <p:spPr>
          <a:xfrm>
            <a:off x="5537578" y="4204119"/>
            <a:ext cx="2403857" cy="408445"/>
          </a:xfrm>
          <a:prstGeom prst="rect">
            <a:avLst/>
          </a:prstGeom>
        </p:spPr>
        <p:txBody>
          <a:bodyPr vert="horz" wrap="square" lIns="0" tIns="99695" rIns="0" bIns="0" rtlCol="0" anchor="ctr">
            <a:spAutoFit/>
          </a:bodyPr>
          <a:lstStyle/>
          <a:p>
            <a:pPr marL="12700">
              <a:spcBef>
                <a:spcPts val="125"/>
              </a:spcBef>
              <a:defRPr/>
            </a:pPr>
            <a:r>
              <a:rPr lang="en-US" sz="1000" b="1" spc="-10">
                <a:latin typeface="Century Gothic"/>
                <a:ea typeface="Verdana"/>
                <a:cs typeface="Arial"/>
              </a:rPr>
              <a:t>Feedback loops improve field accuracy</a:t>
            </a:r>
            <a:endParaRPr lang="en-US" sz="1000" b="1">
              <a:latin typeface="Century Gothic"/>
            </a:endParaRPr>
          </a:p>
        </p:txBody>
      </p:sp>
      <p:sp>
        <p:nvSpPr>
          <p:cNvPr id="57" name="TextBox 56">
            <a:extLst>
              <a:ext uri="{FF2B5EF4-FFF2-40B4-BE49-F238E27FC236}">
                <a16:creationId xmlns:a16="http://schemas.microsoft.com/office/drawing/2014/main" id="{53FEE82E-7695-C58B-D3B5-0F1CA5E7112E}"/>
              </a:ext>
            </a:extLst>
          </p:cNvPr>
          <p:cNvSpPr txBox="1"/>
          <p:nvPr/>
        </p:nvSpPr>
        <p:spPr>
          <a:xfrm>
            <a:off x="719866" y="5513719"/>
            <a:ext cx="2565713" cy="373935"/>
          </a:xfrm>
          <a:prstGeom prst="rect">
            <a:avLst/>
          </a:prstGeom>
          <a:noFill/>
        </p:spPr>
        <p:txBody>
          <a:bodyPr wrap="square" lIns="91440" tIns="45720" rIns="91440" bIns="45720" rtlCol="0" anchor="t">
            <a:noAutofit/>
          </a:bodyPr>
          <a:lstStyle/>
          <a:p>
            <a:r>
              <a:rPr lang="en-US" sz="1300" b="1">
                <a:solidFill>
                  <a:schemeClr val="accent2">
                    <a:lumMod val="60000"/>
                    <a:lumOff val="40000"/>
                  </a:schemeClr>
                </a:solidFill>
                <a:latin typeface="Century Gothic"/>
                <a:ea typeface="Verdana"/>
              </a:rPr>
              <a:t>Key Improvements</a:t>
            </a:r>
            <a:endParaRPr lang="en-US" sz="1300">
              <a:solidFill>
                <a:schemeClr val="accent2">
                  <a:lumMod val="60000"/>
                  <a:lumOff val="40000"/>
                </a:schemeClr>
              </a:solidFill>
              <a:latin typeface="Century Gothic"/>
              <a:ea typeface="Verdana"/>
            </a:endParaRPr>
          </a:p>
        </p:txBody>
      </p:sp>
      <p:sp>
        <p:nvSpPr>
          <p:cNvPr id="59" name="TextBox 58">
            <a:extLst>
              <a:ext uri="{FF2B5EF4-FFF2-40B4-BE49-F238E27FC236}">
                <a16:creationId xmlns:a16="http://schemas.microsoft.com/office/drawing/2014/main" id="{0F1522DF-0775-64B1-FD42-35E30E22C3FC}"/>
              </a:ext>
            </a:extLst>
          </p:cNvPr>
          <p:cNvSpPr txBox="1"/>
          <p:nvPr/>
        </p:nvSpPr>
        <p:spPr>
          <a:xfrm>
            <a:off x="382270" y="5850174"/>
            <a:ext cx="1483003" cy="444119"/>
          </a:xfrm>
          <a:prstGeom prst="rect">
            <a:avLst/>
          </a:prstGeom>
          <a:noFill/>
        </p:spPr>
        <p:txBody>
          <a:bodyPr wrap="square" lIns="91440" tIns="45720" rIns="91440" bIns="45720" rtlCol="0" anchor="t">
            <a:noAutofit/>
          </a:bodyPr>
          <a:lstStyle/>
          <a:p>
            <a:r>
              <a:rPr lang="en-US" sz="2400">
                <a:solidFill>
                  <a:schemeClr val="tx1">
                    <a:lumMod val="95000"/>
                    <a:lumOff val="5000"/>
                  </a:schemeClr>
                </a:solidFill>
                <a:latin typeface="Century Gothic"/>
                <a:ea typeface="Verdana"/>
              </a:rPr>
              <a:t>30-45%</a:t>
            </a:r>
            <a:endParaRPr lang="en-US" sz="2400">
              <a:solidFill>
                <a:schemeClr val="tx1">
                  <a:lumMod val="95000"/>
                  <a:lumOff val="5000"/>
                </a:schemeClr>
              </a:solidFill>
            </a:endParaRPr>
          </a:p>
        </p:txBody>
      </p:sp>
      <p:sp>
        <p:nvSpPr>
          <p:cNvPr id="63" name="TextBox 62">
            <a:extLst>
              <a:ext uri="{FF2B5EF4-FFF2-40B4-BE49-F238E27FC236}">
                <a16:creationId xmlns:a16="http://schemas.microsoft.com/office/drawing/2014/main" id="{E9C65186-BD18-000D-D027-E97719949586}"/>
              </a:ext>
            </a:extLst>
          </p:cNvPr>
          <p:cNvSpPr txBox="1"/>
          <p:nvPr/>
        </p:nvSpPr>
        <p:spPr>
          <a:xfrm>
            <a:off x="1663187" y="5861347"/>
            <a:ext cx="1693424" cy="253619"/>
          </a:xfrm>
          <a:prstGeom prst="rect">
            <a:avLst/>
          </a:prstGeom>
          <a:noFill/>
        </p:spPr>
        <p:txBody>
          <a:bodyPr wrap="square" lIns="91440" tIns="45720" rIns="91440" bIns="45720" rtlCol="0" anchor="t">
            <a:noAutofit/>
          </a:bodyPr>
          <a:lstStyle/>
          <a:p>
            <a:r>
              <a:rPr lang="en-US" sz="1100">
                <a:solidFill>
                  <a:srgbClr val="334054"/>
                </a:solidFill>
                <a:latin typeface="Century Gothic"/>
                <a:ea typeface="Verdana"/>
                <a:cs typeface="Arial"/>
              </a:rPr>
              <a:t>Prompt Consistency Improvement</a:t>
            </a:r>
            <a:endParaRPr lang="en-US" sz="1100">
              <a:latin typeface="Century Gothic"/>
            </a:endParaRPr>
          </a:p>
        </p:txBody>
      </p:sp>
      <p:sp>
        <p:nvSpPr>
          <p:cNvPr id="65" name="TextBox 64">
            <a:extLst>
              <a:ext uri="{FF2B5EF4-FFF2-40B4-BE49-F238E27FC236}">
                <a16:creationId xmlns:a16="http://schemas.microsoft.com/office/drawing/2014/main" id="{D759FD77-F6EC-CB96-596B-DAD67D367FBE}"/>
              </a:ext>
            </a:extLst>
          </p:cNvPr>
          <p:cNvSpPr txBox="1"/>
          <p:nvPr/>
        </p:nvSpPr>
        <p:spPr>
          <a:xfrm>
            <a:off x="3488745" y="5850174"/>
            <a:ext cx="1006707" cy="584486"/>
          </a:xfrm>
          <a:prstGeom prst="rect">
            <a:avLst/>
          </a:prstGeom>
          <a:noFill/>
        </p:spPr>
        <p:txBody>
          <a:bodyPr wrap="square" lIns="91440" tIns="45720" rIns="91440" bIns="45720" rtlCol="0" anchor="t">
            <a:noAutofit/>
          </a:bodyPr>
          <a:lstStyle/>
          <a:p>
            <a:r>
              <a:rPr lang="en-US" sz="2400">
                <a:solidFill>
                  <a:schemeClr val="tx1">
                    <a:lumMod val="95000"/>
                    <a:lumOff val="5000"/>
                  </a:schemeClr>
                </a:solidFill>
                <a:latin typeface="Century Gothic"/>
                <a:ea typeface="Verdana"/>
              </a:rPr>
              <a:t>~60%</a:t>
            </a:r>
            <a:endParaRPr lang="en-US" sz="2400">
              <a:solidFill>
                <a:schemeClr val="tx1">
                  <a:lumMod val="95000"/>
                  <a:lumOff val="5000"/>
                </a:schemeClr>
              </a:solidFill>
            </a:endParaRPr>
          </a:p>
        </p:txBody>
      </p:sp>
      <p:sp>
        <p:nvSpPr>
          <p:cNvPr id="69" name="TextBox 68">
            <a:extLst>
              <a:ext uri="{FF2B5EF4-FFF2-40B4-BE49-F238E27FC236}">
                <a16:creationId xmlns:a16="http://schemas.microsoft.com/office/drawing/2014/main" id="{742317CA-B878-72D3-8638-1CD5655C618B}"/>
              </a:ext>
            </a:extLst>
          </p:cNvPr>
          <p:cNvSpPr txBox="1"/>
          <p:nvPr/>
        </p:nvSpPr>
        <p:spPr>
          <a:xfrm>
            <a:off x="4566496" y="5850173"/>
            <a:ext cx="2245046" cy="258188"/>
          </a:xfrm>
          <a:prstGeom prst="rect">
            <a:avLst/>
          </a:prstGeom>
          <a:noFill/>
        </p:spPr>
        <p:txBody>
          <a:bodyPr wrap="square" lIns="91440" tIns="45720" rIns="91440" bIns="45720" rtlCol="0" anchor="t">
            <a:noAutofit/>
          </a:bodyPr>
          <a:lstStyle/>
          <a:p>
            <a:r>
              <a:rPr lang="en-US" sz="1100">
                <a:solidFill>
                  <a:srgbClr val="334054"/>
                </a:solidFill>
                <a:latin typeface="Century Gothic"/>
                <a:ea typeface="Verdana"/>
                <a:cs typeface="Arial"/>
              </a:rPr>
              <a:t>Hallucination Reduction</a:t>
            </a:r>
            <a:endParaRPr lang="en-US" sz="1100">
              <a:latin typeface="Century Gothic"/>
            </a:endParaRPr>
          </a:p>
        </p:txBody>
      </p:sp>
      <p:sp>
        <p:nvSpPr>
          <p:cNvPr id="89" name="TextBox 88">
            <a:extLst>
              <a:ext uri="{FF2B5EF4-FFF2-40B4-BE49-F238E27FC236}">
                <a16:creationId xmlns:a16="http://schemas.microsoft.com/office/drawing/2014/main" id="{7A28B277-E9FA-FFF9-CCC6-D35FEE2F540D}"/>
              </a:ext>
            </a:extLst>
          </p:cNvPr>
          <p:cNvSpPr txBox="1"/>
          <p:nvPr/>
        </p:nvSpPr>
        <p:spPr>
          <a:xfrm>
            <a:off x="7456168" y="5828481"/>
            <a:ext cx="1395812" cy="258188"/>
          </a:xfrm>
          <a:prstGeom prst="rect">
            <a:avLst/>
          </a:prstGeom>
          <a:noFill/>
        </p:spPr>
        <p:txBody>
          <a:bodyPr wrap="square" lIns="91440" tIns="45720" rIns="91440" bIns="45720" rtlCol="0" anchor="t">
            <a:noAutofit/>
          </a:bodyPr>
          <a:lstStyle/>
          <a:p>
            <a:r>
              <a:rPr lang="en-US" sz="1200" b="1">
                <a:solidFill>
                  <a:schemeClr val="bg1"/>
                </a:solidFill>
                <a:latin typeface="Century Gothic"/>
                <a:ea typeface="Verdana"/>
              </a:rPr>
              <a:t>Your End-to-End Partner</a:t>
            </a:r>
          </a:p>
        </p:txBody>
      </p:sp>
      <p:cxnSp>
        <p:nvCxnSpPr>
          <p:cNvPr id="38" name="Straight Arrow Connector 37">
            <a:extLst>
              <a:ext uri="{FF2B5EF4-FFF2-40B4-BE49-F238E27FC236}">
                <a16:creationId xmlns:a16="http://schemas.microsoft.com/office/drawing/2014/main" id="{071E5FCE-B883-04A4-794F-38179147B812}"/>
              </a:ext>
            </a:extLst>
          </p:cNvPr>
          <p:cNvCxnSpPr/>
          <p:nvPr/>
        </p:nvCxnSpPr>
        <p:spPr>
          <a:xfrm>
            <a:off x="5327305" y="3013282"/>
            <a:ext cx="184354" cy="0"/>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1E793ABF-05C5-82BB-FE0B-1098664B70AF}"/>
              </a:ext>
            </a:extLst>
          </p:cNvPr>
          <p:cNvCxnSpPr/>
          <p:nvPr/>
        </p:nvCxnSpPr>
        <p:spPr>
          <a:xfrm>
            <a:off x="5279178" y="3489007"/>
            <a:ext cx="184354" cy="0"/>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464EDFB2-7D33-A3C9-0844-16D08223CFDC}"/>
              </a:ext>
            </a:extLst>
          </p:cNvPr>
          <p:cNvCxnSpPr/>
          <p:nvPr/>
        </p:nvCxnSpPr>
        <p:spPr>
          <a:xfrm>
            <a:off x="5279178" y="3936109"/>
            <a:ext cx="184354" cy="0"/>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F8A4468B-00EA-BB59-75E1-08443A6B922F}"/>
              </a:ext>
            </a:extLst>
          </p:cNvPr>
          <p:cNvCxnSpPr/>
          <p:nvPr/>
        </p:nvCxnSpPr>
        <p:spPr>
          <a:xfrm>
            <a:off x="5269207" y="4421799"/>
            <a:ext cx="184354" cy="0"/>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BE993738-CDE5-A25B-D84E-C2ACEBB3F14C}"/>
              </a:ext>
            </a:extLst>
          </p:cNvPr>
          <p:cNvCxnSpPr>
            <a:cxnSpLocks/>
          </p:cNvCxnSpPr>
          <p:nvPr/>
        </p:nvCxnSpPr>
        <p:spPr>
          <a:xfrm>
            <a:off x="792077" y="3204489"/>
            <a:ext cx="4237000" cy="0"/>
          </a:xfrm>
          <a:prstGeom prst="line">
            <a:avLst/>
          </a:prstGeom>
          <a:ln>
            <a:solidFill>
              <a:srgbClr val="6362D7"/>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042A09FB-80F3-13E6-E3C5-275BA04F6E93}"/>
              </a:ext>
            </a:extLst>
          </p:cNvPr>
          <p:cNvCxnSpPr>
            <a:cxnSpLocks/>
          </p:cNvCxnSpPr>
          <p:nvPr/>
        </p:nvCxnSpPr>
        <p:spPr>
          <a:xfrm>
            <a:off x="792078" y="4532918"/>
            <a:ext cx="4236999" cy="0"/>
          </a:xfrm>
          <a:prstGeom prst="line">
            <a:avLst/>
          </a:prstGeom>
          <a:ln>
            <a:solidFill>
              <a:srgbClr val="6362D7"/>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C40FD39D-5CBE-5EA1-47A4-93F36DBCAC52}"/>
              </a:ext>
            </a:extLst>
          </p:cNvPr>
          <p:cNvCxnSpPr/>
          <p:nvPr/>
        </p:nvCxnSpPr>
        <p:spPr>
          <a:xfrm>
            <a:off x="5198577" y="2734211"/>
            <a:ext cx="0" cy="2676756"/>
          </a:xfrm>
          <a:prstGeom prst="line">
            <a:avLst/>
          </a:prstGeom>
          <a:ln>
            <a:solidFill>
              <a:srgbClr val="6362D7"/>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DC6F0340-3AAC-32B1-E7C5-400655939791}"/>
              </a:ext>
            </a:extLst>
          </p:cNvPr>
          <p:cNvCxnSpPr/>
          <p:nvPr/>
        </p:nvCxnSpPr>
        <p:spPr>
          <a:xfrm>
            <a:off x="3326409" y="5836012"/>
            <a:ext cx="0" cy="501315"/>
          </a:xfrm>
          <a:prstGeom prst="line">
            <a:avLst/>
          </a:prstGeom>
          <a:ln>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6" name="Rectangle 45">
            <a:extLst>
              <a:ext uri="{FF2B5EF4-FFF2-40B4-BE49-F238E27FC236}">
                <a16:creationId xmlns:a16="http://schemas.microsoft.com/office/drawing/2014/main" id="{BD4F9BFC-0489-7050-16F9-EE27EC8D80A3}"/>
              </a:ext>
            </a:extLst>
          </p:cNvPr>
          <p:cNvSpPr/>
          <p:nvPr/>
        </p:nvSpPr>
        <p:spPr>
          <a:xfrm>
            <a:off x="341760" y="5815978"/>
            <a:ext cx="9656475" cy="542127"/>
          </a:xfrm>
          <a:prstGeom prst="rect">
            <a:avLst/>
          </a:prstGeom>
          <a:noFill/>
          <a:ln w="6350">
            <a:solidFill>
              <a:srgbClr val="6362D7"/>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8" name="Straight Arrow Connector 47">
            <a:extLst>
              <a:ext uri="{FF2B5EF4-FFF2-40B4-BE49-F238E27FC236}">
                <a16:creationId xmlns:a16="http://schemas.microsoft.com/office/drawing/2014/main" id="{426D192F-824B-ADDB-0F5F-00013E858E26}"/>
              </a:ext>
            </a:extLst>
          </p:cNvPr>
          <p:cNvCxnSpPr/>
          <p:nvPr/>
        </p:nvCxnSpPr>
        <p:spPr>
          <a:xfrm>
            <a:off x="8892491" y="5768932"/>
            <a:ext cx="0" cy="648636"/>
          </a:xfrm>
          <a:prstGeom prst="straightConnector1">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 name="object 15">
            <a:extLst>
              <a:ext uri="{FF2B5EF4-FFF2-40B4-BE49-F238E27FC236}">
                <a16:creationId xmlns:a16="http://schemas.microsoft.com/office/drawing/2014/main" id="{26567EBA-2806-BD14-FEB2-CFCB526F483E}"/>
              </a:ext>
            </a:extLst>
          </p:cNvPr>
          <p:cNvSpPr txBox="1"/>
          <p:nvPr/>
        </p:nvSpPr>
        <p:spPr>
          <a:xfrm>
            <a:off x="792078" y="2321459"/>
            <a:ext cx="4016504" cy="673751"/>
          </a:xfrm>
          <a:prstGeom prst="rect">
            <a:avLst/>
          </a:prstGeom>
        </p:spPr>
        <p:txBody>
          <a:bodyPr vert="horz" wrap="square" lIns="0" tIns="96243" rIns="0" bIns="0" rtlCol="0">
            <a:spAutoFit/>
          </a:bodyPr>
          <a:lstStyle/>
          <a:p>
            <a:pPr marL="11527" marR="0" lvl="0" indent="0" algn="l" defTabSz="829909" rtl="0" eaLnBrk="1" fontAlgn="auto" latinLnBrk="0" hangingPunct="1">
              <a:lnSpc>
                <a:spcPct val="100000"/>
              </a:lnSpc>
              <a:spcBef>
                <a:spcPts val="758"/>
              </a:spcBef>
              <a:spcAft>
                <a:spcPts val="0"/>
              </a:spcAft>
              <a:buClrTx/>
              <a:buSzTx/>
              <a:buFontTx/>
              <a:buNone/>
              <a:tabLst/>
              <a:defRPr/>
            </a:pPr>
            <a:r>
              <a:rPr kumimoji="0" lang="en-US" sz="1000" b="1" i="0" u="none" strike="noStrike" kern="0" cap="none" spc="-77"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Observability</a:t>
            </a:r>
            <a:endParaRPr kumimoji="0" lang="en-US" sz="10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endParaRPr>
          </a:p>
          <a:p>
            <a:pPr marL="11527" marR="4611" lvl="0" indent="0" algn="l" defTabSz="829909" rtl="0" eaLnBrk="1" fontAlgn="auto" latinLnBrk="0" hangingPunct="1">
              <a:lnSpc>
                <a:spcPct val="108700"/>
              </a:lnSpc>
              <a:spcBef>
                <a:spcPts val="413"/>
              </a:spcBef>
              <a:spcAft>
                <a:spcPts val="0"/>
              </a:spcAft>
              <a:buClrTx/>
              <a:buSzTx/>
              <a:buFontTx/>
              <a:buNone/>
              <a:tabLst/>
              <a:defRPr/>
            </a:pPr>
            <a:r>
              <a:rPr kumimoji="0" lang="en-US" sz="1000" b="0" i="0" u="none" strike="noStrike" kern="0" cap="none" spc="-32" normalizeH="0" baseline="0" noProof="0">
                <a:ln>
                  <a:noFill/>
                </a:ln>
                <a:solidFill>
                  <a:srgbClr val="4A5462"/>
                </a:solidFill>
                <a:effectLst/>
                <a:uLnTx/>
                <a:uFillTx/>
                <a:latin typeface="Verdana" panose="020B0604030504040204" pitchFamily="34" charset="0"/>
                <a:ea typeface="Verdana" panose="020B0604030504040204" pitchFamily="34" charset="0"/>
                <a:cs typeface="Verdana" panose="020B0604030504040204" pitchFamily="34" charset="0"/>
              </a:rPr>
              <a:t>Real-time logging and tracing of prompts, context, and tool usage</a:t>
            </a:r>
          </a:p>
          <a:p>
            <a:pPr marL="11527" marR="4611" lvl="0" indent="0" algn="l" defTabSz="829909" rtl="0" eaLnBrk="1" fontAlgn="auto" latinLnBrk="0" hangingPunct="1">
              <a:lnSpc>
                <a:spcPct val="108700"/>
              </a:lnSpc>
              <a:spcBef>
                <a:spcPts val="413"/>
              </a:spcBef>
              <a:spcAft>
                <a:spcPts val="0"/>
              </a:spcAft>
              <a:buClrTx/>
              <a:buSzTx/>
              <a:buFontTx/>
              <a:buNone/>
              <a:tabLst/>
              <a:defRPr/>
            </a:pPr>
            <a:r>
              <a:rPr kumimoji="0" lang="en-US" sz="1000" b="0" i="0" u="none" strike="noStrike" kern="0" cap="none" spc="-9" normalizeH="0" baseline="0" noProof="0">
                <a:ln>
                  <a:noFill/>
                </a:ln>
                <a:solidFill>
                  <a:srgbClr val="4A5462"/>
                </a:solidFill>
                <a:effectLst/>
                <a:uLnTx/>
                <a:uFillTx/>
                <a:latin typeface="Verdana" panose="020B0604030504040204" pitchFamily="34" charset="0"/>
                <a:ea typeface="Verdana" panose="020B0604030504040204" pitchFamily="34" charset="0"/>
                <a:cs typeface="Verdana" panose="020B0604030504040204" pitchFamily="34" charset="0"/>
              </a:rPr>
              <a:t>Dashboards for latency, token usage, and anomaly detection</a:t>
            </a:r>
            <a:endParaRPr kumimoji="0" lang="en-US" sz="1000" b="0" i="0" u="none" strike="noStrike" kern="0" cap="none" spc="0" normalizeH="0" baseline="0" noProof="0">
              <a:ln>
                <a:noFill/>
              </a:ln>
              <a:solidFill>
                <a:sysClr val="windowText" lastClr="000000"/>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pic>
        <p:nvPicPr>
          <p:cNvPr id="3" name="Graphic 2">
            <a:extLst>
              <a:ext uri="{FF2B5EF4-FFF2-40B4-BE49-F238E27FC236}">
                <a16:creationId xmlns:a16="http://schemas.microsoft.com/office/drawing/2014/main" id="{A2E8373C-1C16-F2A3-23D4-AD43D2830A7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8474" y="2516871"/>
            <a:ext cx="467884" cy="467884"/>
          </a:xfrm>
          <a:prstGeom prst="rect">
            <a:avLst/>
          </a:prstGeom>
        </p:spPr>
      </p:pic>
      <p:pic>
        <p:nvPicPr>
          <p:cNvPr id="8" name="Picture 7" descr="A diagram of a diagram of a company&#10;&#10;AI-generated content may be incorrect.">
            <a:extLst>
              <a:ext uri="{FF2B5EF4-FFF2-40B4-BE49-F238E27FC236}">
                <a16:creationId xmlns:a16="http://schemas.microsoft.com/office/drawing/2014/main" id="{05991B40-3F0B-1ABB-CAC5-18AC9CA61343}"/>
              </a:ext>
            </a:extLst>
          </p:cNvPr>
          <p:cNvPicPr>
            <a:picLocks noChangeAspect="1"/>
          </p:cNvPicPr>
          <p:nvPr/>
        </p:nvPicPr>
        <p:blipFill>
          <a:blip r:embed="rId4"/>
          <a:stretch>
            <a:fillRect/>
          </a:stretch>
        </p:blipFill>
        <p:spPr>
          <a:xfrm>
            <a:off x="7765567" y="2008095"/>
            <a:ext cx="4016505" cy="3686055"/>
          </a:xfrm>
          <a:prstGeom prst="rect">
            <a:avLst/>
          </a:prstGeom>
        </p:spPr>
      </p:pic>
      <p:sp>
        <p:nvSpPr>
          <p:cNvPr id="10" name="object 16">
            <a:extLst>
              <a:ext uri="{FF2B5EF4-FFF2-40B4-BE49-F238E27FC236}">
                <a16:creationId xmlns:a16="http://schemas.microsoft.com/office/drawing/2014/main" id="{DAE01C75-B36E-2E3A-809A-06C53A021E6B}"/>
              </a:ext>
            </a:extLst>
          </p:cNvPr>
          <p:cNvSpPr txBox="1"/>
          <p:nvPr/>
        </p:nvSpPr>
        <p:spPr>
          <a:xfrm>
            <a:off x="839533" y="3257608"/>
            <a:ext cx="4189544" cy="1020513"/>
          </a:xfrm>
          <a:prstGeom prst="rect">
            <a:avLst/>
          </a:prstGeom>
        </p:spPr>
        <p:txBody>
          <a:bodyPr vert="horz" wrap="square" lIns="0" tIns="96243" rIns="0" bIns="0" rtlCol="0" anchor="t">
            <a:spAutoFit/>
          </a:bodyPr>
          <a:lstStyle/>
          <a:p>
            <a:pPr marL="11527" marR="0" lvl="0" indent="0" algn="l" defTabSz="829909" rtl="0" eaLnBrk="1" fontAlgn="auto" latinLnBrk="0" hangingPunct="1">
              <a:lnSpc>
                <a:spcPct val="100000"/>
              </a:lnSpc>
              <a:spcBef>
                <a:spcPts val="758"/>
              </a:spcBef>
              <a:spcAft>
                <a:spcPts val="0"/>
              </a:spcAft>
              <a:buClrTx/>
              <a:buSzTx/>
              <a:buFontTx/>
              <a:buNone/>
              <a:tabLst/>
              <a:defRPr/>
            </a:pPr>
            <a:r>
              <a:rPr kumimoji="0" lang="en-US" sz="1000" b="1" i="0" u="none" strike="noStrike" kern="0" cap="none" spc="-68"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Reliability</a:t>
            </a:r>
          </a:p>
          <a:p>
            <a:pPr marL="11430" marR="0" lvl="0" indent="0" algn="l" defTabSz="829909" rtl="0" eaLnBrk="1" fontAlgn="auto" latinLnBrk="0" hangingPunct="1">
              <a:lnSpc>
                <a:spcPct val="100000"/>
              </a:lnSpc>
              <a:spcBef>
                <a:spcPts val="758"/>
              </a:spcBef>
              <a:spcAft>
                <a:spcPts val="0"/>
              </a:spcAft>
              <a:buClrTx/>
              <a:buSzTx/>
              <a:buFontTx/>
              <a:buNone/>
              <a:tabLst/>
              <a:defRPr/>
            </a:pPr>
            <a:r>
              <a:rPr kumimoji="0" lang="en-US" sz="1000" b="0" i="0" u="none" strike="noStrike" kern="0" cap="none" spc="-9" normalizeH="0" baseline="0" noProof="0">
                <a:ln>
                  <a:noFill/>
                </a:ln>
                <a:solidFill>
                  <a:srgbClr val="4A5462"/>
                </a:solidFill>
                <a:effectLst/>
                <a:uLnTx/>
                <a:uFillTx/>
                <a:latin typeface="Verdana" panose="020B0604030504040204" pitchFamily="34" charset="0"/>
                <a:ea typeface="Verdana" panose="020B0604030504040204" pitchFamily="34" charset="0"/>
                <a:cs typeface="Verdana" panose="020B0604030504040204" pitchFamily="34" charset="0"/>
              </a:rPr>
              <a:t>Prompt regression testing and output consistency scoring</a:t>
            </a:r>
            <a:endParaRPr lang="en-US" sz="1000" b="0" i="0" u="none" strike="noStrike" kern="0" cap="none" spc="-9" normalizeH="0" baseline="0" noProof="0">
              <a:ln>
                <a:noFill/>
              </a:ln>
              <a:solidFill>
                <a:srgbClr val="4A5462"/>
              </a:solidFill>
              <a:effectLst/>
              <a:uLnTx/>
              <a:uFillTx/>
              <a:latin typeface="Verdana" panose="020B0604030504040204" pitchFamily="34" charset="0"/>
              <a:ea typeface="Verdana" panose="020B0604030504040204" pitchFamily="34" charset="0"/>
              <a:cs typeface="Verdana" panose="020B0604030504040204" pitchFamily="34" charset="0"/>
            </a:endParaRPr>
          </a:p>
          <a:p>
            <a:pPr marL="11527" marR="0" lvl="0" indent="0" algn="l" defTabSz="829909" rtl="0" eaLnBrk="1" fontAlgn="auto" latinLnBrk="0" hangingPunct="1">
              <a:lnSpc>
                <a:spcPct val="100000"/>
              </a:lnSpc>
              <a:spcBef>
                <a:spcPts val="758"/>
              </a:spcBef>
              <a:spcAft>
                <a:spcPts val="0"/>
              </a:spcAft>
              <a:buClrTx/>
              <a:buSzTx/>
              <a:buFontTx/>
              <a:buNone/>
              <a:tabLst/>
              <a:defRPr/>
            </a:pPr>
            <a:r>
              <a:rPr kumimoji="0" lang="en-US" sz="1000" b="0" i="0" u="none" strike="noStrike" kern="0" cap="none" spc="-9" normalizeH="0" baseline="0" noProof="0">
                <a:ln>
                  <a:noFill/>
                </a:ln>
                <a:solidFill>
                  <a:srgbClr val="4A5462"/>
                </a:solidFill>
                <a:effectLst/>
                <a:uLnTx/>
                <a:uFillTx/>
                <a:latin typeface="Verdana" panose="020B0604030504040204" pitchFamily="34" charset="0"/>
                <a:ea typeface="Verdana" panose="020B0604030504040204" pitchFamily="34" charset="0"/>
                <a:cs typeface="+mn-cs"/>
              </a:rPr>
              <a:t>Automated hallucination detection pipelines</a:t>
            </a:r>
          </a:p>
          <a:p>
            <a:pPr marL="11527" marR="0" lvl="0" indent="0" algn="l" defTabSz="829909" rtl="0" eaLnBrk="1" fontAlgn="auto" latinLnBrk="0" hangingPunct="1">
              <a:lnSpc>
                <a:spcPct val="100000"/>
              </a:lnSpc>
              <a:spcBef>
                <a:spcPts val="758"/>
              </a:spcBef>
              <a:spcAft>
                <a:spcPts val="0"/>
              </a:spcAft>
              <a:buClrTx/>
              <a:buSzTx/>
              <a:buFontTx/>
              <a:buNone/>
              <a:tabLst/>
              <a:defRPr/>
            </a:pPr>
            <a:r>
              <a:rPr kumimoji="0" lang="en-US" sz="1000" b="0" i="0" u="none" strike="noStrike" kern="0" cap="none" spc="-9" normalizeH="0" baseline="0" noProof="0">
                <a:ln>
                  <a:noFill/>
                </a:ln>
                <a:solidFill>
                  <a:srgbClr val="4A5462"/>
                </a:solidFill>
                <a:effectLst/>
                <a:uLnTx/>
                <a:uFillTx/>
                <a:latin typeface="Verdana" panose="020B0604030504040204" pitchFamily="34" charset="0"/>
                <a:ea typeface="Verdana" panose="020B0604030504040204" pitchFamily="34" charset="0"/>
                <a:cs typeface="+mn-cs"/>
              </a:rPr>
              <a:t>Load, failover, and throughput testing for LLM services</a:t>
            </a:r>
          </a:p>
        </p:txBody>
      </p:sp>
      <p:pic>
        <p:nvPicPr>
          <p:cNvPr id="12" name="Graphic 11">
            <a:extLst>
              <a:ext uri="{FF2B5EF4-FFF2-40B4-BE49-F238E27FC236}">
                <a16:creationId xmlns:a16="http://schemas.microsoft.com/office/drawing/2014/main" id="{D2F831F3-00DC-1A19-5DFC-0FFDE4472DC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84022" y="3559370"/>
            <a:ext cx="513219" cy="513219"/>
          </a:xfrm>
          <a:prstGeom prst="rect">
            <a:avLst/>
          </a:prstGeom>
        </p:spPr>
      </p:pic>
      <p:sp>
        <p:nvSpPr>
          <p:cNvPr id="18" name="object 18">
            <a:extLst>
              <a:ext uri="{FF2B5EF4-FFF2-40B4-BE49-F238E27FC236}">
                <a16:creationId xmlns:a16="http://schemas.microsoft.com/office/drawing/2014/main" id="{A52440F1-E025-3FF7-FFF2-1F24993BE3EE}"/>
              </a:ext>
            </a:extLst>
          </p:cNvPr>
          <p:cNvSpPr txBox="1"/>
          <p:nvPr/>
        </p:nvSpPr>
        <p:spPr>
          <a:xfrm>
            <a:off x="833588" y="4619196"/>
            <a:ext cx="4236262" cy="667991"/>
          </a:xfrm>
          <a:prstGeom prst="rect">
            <a:avLst/>
          </a:prstGeom>
        </p:spPr>
        <p:txBody>
          <a:bodyPr vert="horz" wrap="square" lIns="0" tIns="13831" rIns="0" bIns="0" rtlCol="0">
            <a:spAutoFit/>
          </a:bodyPr>
          <a:lstStyle/>
          <a:p>
            <a:pPr marL="11527" marR="0" lvl="0" indent="0" algn="l" defTabSz="829909" rtl="0" eaLnBrk="1" fontAlgn="auto" latinLnBrk="0" hangingPunct="1">
              <a:lnSpc>
                <a:spcPct val="100000"/>
              </a:lnSpc>
              <a:spcBef>
                <a:spcPts val="109"/>
              </a:spcBef>
              <a:spcAft>
                <a:spcPts val="0"/>
              </a:spcAft>
              <a:buClrTx/>
              <a:buSzTx/>
              <a:buFontTx/>
              <a:buNone/>
              <a:tabLst/>
              <a:defRPr/>
            </a:pPr>
            <a:r>
              <a:rPr kumimoji="0" lang="en-US" sz="1000" b="1" i="0" u="none" strike="noStrike" kern="0" cap="none" spc="-68"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Governance</a:t>
            </a:r>
          </a:p>
          <a:p>
            <a:pPr marL="11527" marR="0" lvl="0" indent="0" algn="l" defTabSz="829909" rtl="0" eaLnBrk="1" fontAlgn="auto" latinLnBrk="0" hangingPunct="1">
              <a:lnSpc>
                <a:spcPct val="100000"/>
              </a:lnSpc>
              <a:spcBef>
                <a:spcPts val="109"/>
              </a:spcBef>
              <a:spcAft>
                <a:spcPts val="0"/>
              </a:spcAft>
              <a:buClrTx/>
              <a:buSzTx/>
              <a:buFontTx/>
              <a:buNone/>
              <a:tabLst/>
              <a:defRPr/>
            </a:pPr>
            <a:r>
              <a:rPr kumimoji="0" lang="en-US" sz="1000" b="0" i="0" u="none" strike="noStrike" kern="0" cap="none" spc="-9" normalizeH="0" baseline="0" noProof="0">
                <a:ln>
                  <a:noFill/>
                </a:ln>
                <a:solidFill>
                  <a:srgbClr val="4A5462"/>
                </a:solidFill>
                <a:effectLst/>
                <a:uLnTx/>
                <a:uFillTx/>
                <a:latin typeface="Verdana" panose="020B0604030504040204" pitchFamily="34" charset="0"/>
                <a:ea typeface="Verdana" panose="020B0604030504040204" pitchFamily="34" charset="0"/>
                <a:cs typeface="Verdana" panose="020B0604030504040204" pitchFamily="34" charset="0"/>
              </a:rPr>
              <a:t>Guardrail validation for jailbreaks, toxicity, and injection attacks</a:t>
            </a:r>
          </a:p>
          <a:p>
            <a:pPr marL="11527" marR="0" lvl="0" indent="0" algn="l" defTabSz="829909" rtl="0" eaLnBrk="1" fontAlgn="auto" latinLnBrk="0" hangingPunct="1">
              <a:lnSpc>
                <a:spcPct val="100000"/>
              </a:lnSpc>
              <a:spcBef>
                <a:spcPts val="109"/>
              </a:spcBef>
              <a:spcAft>
                <a:spcPts val="0"/>
              </a:spcAft>
              <a:buClrTx/>
              <a:buSzTx/>
              <a:buFontTx/>
              <a:buNone/>
              <a:tabLst/>
              <a:defRPr/>
            </a:pPr>
            <a:r>
              <a:rPr kumimoji="0" lang="en-US" sz="1000" b="0" i="0" u="none" strike="noStrike" kern="0" cap="none" spc="-9" normalizeH="0" baseline="0" noProof="0">
                <a:ln>
                  <a:noFill/>
                </a:ln>
                <a:solidFill>
                  <a:srgbClr val="4A5462"/>
                </a:solidFill>
                <a:effectLst/>
                <a:uLnTx/>
                <a:uFillTx/>
                <a:latin typeface="Verdana" panose="020B0604030504040204" pitchFamily="34" charset="0"/>
                <a:ea typeface="Verdana" panose="020B0604030504040204" pitchFamily="34" charset="0"/>
                <a:cs typeface="+mn-cs"/>
              </a:rPr>
              <a:t>Prompt versioning and rollback frameworks</a:t>
            </a:r>
          </a:p>
          <a:p>
            <a:pPr marL="11527" marR="0" lvl="0" indent="0" algn="l" defTabSz="829909" rtl="0" eaLnBrk="1" fontAlgn="auto" latinLnBrk="0" hangingPunct="1">
              <a:lnSpc>
                <a:spcPct val="100000"/>
              </a:lnSpc>
              <a:spcBef>
                <a:spcPts val="109"/>
              </a:spcBef>
              <a:spcAft>
                <a:spcPts val="0"/>
              </a:spcAft>
              <a:buClrTx/>
              <a:buSzTx/>
              <a:buFontTx/>
              <a:buNone/>
              <a:tabLst/>
              <a:defRPr/>
            </a:pPr>
            <a:r>
              <a:rPr kumimoji="0" lang="en-US" sz="1000" b="0" i="0" u="none" strike="noStrike" kern="0" cap="none" spc="-9" normalizeH="0" baseline="0" noProof="0">
                <a:ln>
                  <a:noFill/>
                </a:ln>
                <a:solidFill>
                  <a:srgbClr val="4A5462"/>
                </a:solidFill>
                <a:effectLst/>
                <a:uLnTx/>
                <a:uFillTx/>
                <a:latin typeface="Verdana" panose="020B0604030504040204" pitchFamily="34" charset="0"/>
                <a:ea typeface="Verdana" panose="020B0604030504040204" pitchFamily="34" charset="0"/>
                <a:cs typeface="+mn-cs"/>
              </a:rPr>
              <a:t>Human-in-the-loop review pipelines and feedback integration</a:t>
            </a:r>
          </a:p>
        </p:txBody>
      </p:sp>
      <p:pic>
        <p:nvPicPr>
          <p:cNvPr id="20" name="Graphic 19">
            <a:extLst>
              <a:ext uri="{FF2B5EF4-FFF2-40B4-BE49-F238E27FC236}">
                <a16:creationId xmlns:a16="http://schemas.microsoft.com/office/drawing/2014/main" id="{19A97479-076A-808B-0F01-C4D3A46107F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94737" y="4733086"/>
            <a:ext cx="554101" cy="554101"/>
          </a:xfrm>
          <a:prstGeom prst="rect">
            <a:avLst/>
          </a:prstGeom>
        </p:spPr>
      </p:pic>
      <p:sp>
        <p:nvSpPr>
          <p:cNvPr id="21" name="TextBox 20">
            <a:extLst>
              <a:ext uri="{FF2B5EF4-FFF2-40B4-BE49-F238E27FC236}">
                <a16:creationId xmlns:a16="http://schemas.microsoft.com/office/drawing/2014/main" id="{59CB1683-1BDE-4469-C89D-9635D9734E54}"/>
              </a:ext>
            </a:extLst>
          </p:cNvPr>
          <p:cNvSpPr txBox="1"/>
          <p:nvPr/>
        </p:nvSpPr>
        <p:spPr>
          <a:xfrm>
            <a:off x="6618799" y="5858922"/>
            <a:ext cx="1006707" cy="584486"/>
          </a:xfrm>
          <a:prstGeom prst="rect">
            <a:avLst/>
          </a:prstGeom>
          <a:noFill/>
        </p:spPr>
        <p:txBody>
          <a:bodyPr wrap="square" lIns="91440" tIns="45720" rIns="91440" bIns="45720" rtlCol="0" anchor="t">
            <a:noAutofit/>
          </a:bodyPr>
          <a:lstStyle/>
          <a:p>
            <a:r>
              <a:rPr lang="en-US" sz="2400">
                <a:solidFill>
                  <a:schemeClr val="tx1">
                    <a:lumMod val="95000"/>
                    <a:lumOff val="5000"/>
                  </a:schemeClr>
                </a:solidFill>
                <a:latin typeface="Century Gothic"/>
                <a:ea typeface="Verdana"/>
              </a:rPr>
              <a:t>&gt;75%</a:t>
            </a:r>
            <a:endParaRPr lang="en-US" sz="2400">
              <a:solidFill>
                <a:schemeClr val="tx1">
                  <a:lumMod val="95000"/>
                  <a:lumOff val="5000"/>
                </a:schemeClr>
              </a:solidFill>
            </a:endParaRPr>
          </a:p>
        </p:txBody>
      </p:sp>
      <p:sp>
        <p:nvSpPr>
          <p:cNvPr id="22" name="TextBox 21">
            <a:extLst>
              <a:ext uri="{FF2B5EF4-FFF2-40B4-BE49-F238E27FC236}">
                <a16:creationId xmlns:a16="http://schemas.microsoft.com/office/drawing/2014/main" id="{9F62E9CB-6BB7-38F9-04C9-24EEB71681D9}"/>
              </a:ext>
            </a:extLst>
          </p:cNvPr>
          <p:cNvSpPr txBox="1"/>
          <p:nvPr/>
        </p:nvSpPr>
        <p:spPr>
          <a:xfrm>
            <a:off x="7696549" y="5858920"/>
            <a:ext cx="2301685" cy="273287"/>
          </a:xfrm>
          <a:prstGeom prst="rect">
            <a:avLst/>
          </a:prstGeom>
          <a:noFill/>
        </p:spPr>
        <p:txBody>
          <a:bodyPr wrap="square" lIns="91440" tIns="45720" rIns="91440" bIns="45720" rtlCol="0" anchor="t">
            <a:noAutofit/>
          </a:bodyPr>
          <a:lstStyle/>
          <a:p>
            <a:r>
              <a:rPr lang="en-US" sz="1100">
                <a:solidFill>
                  <a:srgbClr val="334054"/>
                </a:solidFill>
                <a:latin typeface="Century Gothic"/>
                <a:ea typeface="Verdana"/>
                <a:cs typeface="Arial"/>
              </a:rPr>
              <a:t>Prompt Automation Coverage</a:t>
            </a:r>
            <a:endParaRPr lang="en-US" sz="1100">
              <a:latin typeface="Century Gothic"/>
            </a:endParaRPr>
          </a:p>
        </p:txBody>
      </p:sp>
      <p:cxnSp>
        <p:nvCxnSpPr>
          <p:cNvPr id="23" name="Straight Connector 22">
            <a:extLst>
              <a:ext uri="{FF2B5EF4-FFF2-40B4-BE49-F238E27FC236}">
                <a16:creationId xmlns:a16="http://schemas.microsoft.com/office/drawing/2014/main" id="{BFEAAB9B-5B9A-E3C9-5A13-E86354045315}"/>
              </a:ext>
            </a:extLst>
          </p:cNvPr>
          <p:cNvCxnSpPr/>
          <p:nvPr/>
        </p:nvCxnSpPr>
        <p:spPr>
          <a:xfrm>
            <a:off x="6456463" y="5844760"/>
            <a:ext cx="0" cy="501315"/>
          </a:xfrm>
          <a:prstGeom prst="line">
            <a:avLst/>
          </a:prstGeom>
          <a:ln>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242347"/>
      </p:ext>
    </p:extLst>
  </p:cSld>
  <p:clrMapOvr>
    <a:masterClrMapping/>
  </p:clrMapOvr>
</p:sld>
</file>

<file path=ppt/theme/theme1.xml><?xml version="1.0" encoding="utf-8"?>
<a:theme xmlns:a="http://schemas.openxmlformats.org/drawingml/2006/main" name="25_Template">
  <a:themeElements>
    <a:clrScheme name="25_New_ascendion colors">
      <a:dk1>
        <a:srgbClr val="000000"/>
      </a:dk1>
      <a:lt1>
        <a:srgbClr val="FFFFFF"/>
      </a:lt1>
      <a:dk2>
        <a:srgbClr val="B3B3B3"/>
      </a:dk2>
      <a:lt2>
        <a:srgbClr val="E8E8E8"/>
      </a:lt2>
      <a:accent1>
        <a:srgbClr val="2CDCAA"/>
      </a:accent1>
      <a:accent2>
        <a:srgbClr val="006450"/>
      </a:accent2>
      <a:accent3>
        <a:srgbClr val="F5821E"/>
      </a:accent3>
      <a:accent4>
        <a:srgbClr val="6666CC"/>
      </a:accent4>
      <a:accent5>
        <a:srgbClr val="8C0059"/>
      </a:accent5>
      <a:accent6>
        <a:srgbClr val="828282"/>
      </a:accent6>
      <a:hlink>
        <a:srgbClr val="968CFA"/>
      </a:hlink>
      <a:folHlink>
        <a:srgbClr val="000000"/>
      </a:folHlink>
    </a:clrScheme>
    <a:fontScheme name="Ascendion Fonts">
      <a:majorFont>
        <a:latin typeface="Aptos"/>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5_Template" id="{0519F492-4EE2-C240-8DA3-FEDCA163F0E4}" vid="{F95DF2F9-D131-DC46-B5ED-3DDCEE6E29CD}"/>
    </a:ext>
  </a:extLst>
</a:theme>
</file>

<file path=ppt/theme/theme2.xml><?xml version="1.0" encoding="utf-8"?>
<a:theme xmlns:a="http://schemas.openxmlformats.org/drawingml/2006/main" name="Content - Light">
  <a:themeElements>
    <a:clrScheme name="25_New_ascendion colors">
      <a:dk1>
        <a:srgbClr val="000000"/>
      </a:dk1>
      <a:lt1>
        <a:srgbClr val="FFFFFF"/>
      </a:lt1>
      <a:dk2>
        <a:srgbClr val="B3B3B3"/>
      </a:dk2>
      <a:lt2>
        <a:srgbClr val="E8E8E8"/>
      </a:lt2>
      <a:accent1>
        <a:srgbClr val="2CDCAA"/>
      </a:accent1>
      <a:accent2>
        <a:srgbClr val="006450"/>
      </a:accent2>
      <a:accent3>
        <a:srgbClr val="F5821E"/>
      </a:accent3>
      <a:accent4>
        <a:srgbClr val="6666CC"/>
      </a:accent4>
      <a:accent5>
        <a:srgbClr val="8C0059"/>
      </a:accent5>
      <a:accent6>
        <a:srgbClr val="828282"/>
      </a:accent6>
      <a:hlink>
        <a:srgbClr val="968CFA"/>
      </a:hlink>
      <a:folHlink>
        <a:srgbClr val="000000"/>
      </a:folHlink>
    </a:clrScheme>
    <a:fontScheme name="Ascendion Fonts">
      <a:majorFont>
        <a:latin typeface="Aptos"/>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1E3F4082-7808-4881-B841-DF50AC8472A2}" vid="{AD8F05DF-AF63-4EFF-8DEB-D5CA5C06AB57}"/>
    </a:ext>
  </a:extLst>
</a:theme>
</file>

<file path=ppt/theme/theme3.xml><?xml version="1.0" encoding="utf-8"?>
<a:theme xmlns:a="http://schemas.openxmlformats.org/drawingml/2006/main" name="2_Content - Light">
  <a:themeElements>
    <a:clrScheme name="25 Asc colors">
      <a:dk1>
        <a:srgbClr val="000000"/>
      </a:dk1>
      <a:lt1>
        <a:srgbClr val="FFFFFF"/>
      </a:lt1>
      <a:dk2>
        <a:srgbClr val="0E2841"/>
      </a:dk2>
      <a:lt2>
        <a:srgbClr val="B4B4B4"/>
      </a:lt2>
      <a:accent1>
        <a:srgbClr val="2EDCA9"/>
      </a:accent1>
      <a:accent2>
        <a:srgbClr val="006350"/>
      </a:accent2>
      <a:accent3>
        <a:srgbClr val="F5821E"/>
      </a:accent3>
      <a:accent4>
        <a:srgbClr val="5937AF"/>
      </a:accent4>
      <a:accent5>
        <a:srgbClr val="8C005A"/>
      </a:accent5>
      <a:accent6>
        <a:srgbClr val="828282"/>
      </a:accent6>
      <a:hlink>
        <a:srgbClr val="958BFA"/>
      </a:hlink>
      <a:folHlink>
        <a:srgbClr val="FEE04F"/>
      </a:folHlink>
    </a:clrScheme>
    <a:fontScheme name="Ascendion Fonts">
      <a:majorFont>
        <a:latin typeface="Aptos"/>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1E3F4082-7808-4881-B841-DF50AC8472A2}" vid="{AD8F05DF-AF63-4EFF-8DEB-D5CA5C06AB57}"/>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D17D077514BC341998BBA45225655AA" ma:contentTypeVersion="3" ma:contentTypeDescription="Create a new document." ma:contentTypeScope="" ma:versionID="2396a582a6befac04200bceb3822b478">
  <xsd:schema xmlns:xsd="http://www.w3.org/2001/XMLSchema" xmlns:xs="http://www.w3.org/2001/XMLSchema" xmlns:p="http://schemas.microsoft.com/office/2006/metadata/properties" xmlns:ns2="8b6de726-6a7a-4692-9584-22166a19873a" targetNamespace="http://schemas.microsoft.com/office/2006/metadata/properties" ma:root="true" ma:fieldsID="d315774a3da3dca3dcd2d4bd9531319d" ns2:_="">
    <xsd:import namespace="8b6de726-6a7a-4692-9584-22166a19873a"/>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b6de726-6a7a-4692-9584-22166a1987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80CBCBE-B10C-4D49-BEE1-872DDF386E8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b6de726-6a7a-4692-9584-22166a19873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9179B07-0447-4D31-BA7E-09C47EA7576B}">
  <ds:schemaRefs>
    <ds:schemaRef ds:uri="http://schemas.openxmlformats.org/package/2006/metadata/core-properties"/>
    <ds:schemaRef ds:uri="http://schemas.microsoft.com/office/2006/metadata/properties"/>
    <ds:schemaRef ds:uri="http://schemas.microsoft.com/office/2006/documentManagement/types"/>
    <ds:schemaRef ds:uri="http://purl.org/dc/terms/"/>
    <ds:schemaRef ds:uri="http://schemas.microsoft.com/office/infopath/2007/PartnerControls"/>
    <ds:schemaRef ds:uri="http://purl.org/dc/elements/1.1/"/>
    <ds:schemaRef ds:uri="http://purl.org/dc/dcmitype/"/>
    <ds:schemaRef ds:uri="8b6de726-6a7a-4692-9584-22166a19873a"/>
    <ds:schemaRef ds:uri="http://www.w3.org/XML/1998/namespace"/>
  </ds:schemaRefs>
</ds:datastoreItem>
</file>

<file path=customXml/itemProps3.xml><?xml version="1.0" encoding="utf-8"?>
<ds:datastoreItem xmlns:ds="http://schemas.openxmlformats.org/officeDocument/2006/customXml" ds:itemID="{67154E1E-A921-46DB-B0DF-1607B9F9458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2016</Words>
  <Application>Microsoft Office PowerPoint</Application>
  <PresentationFormat>Widescreen</PresentationFormat>
  <Paragraphs>377</Paragraphs>
  <Slides>12</Slides>
  <Notes>12</Notes>
  <HiddenSlides>0</HiddenSlides>
  <MMClips>0</MMClips>
  <ScaleCrop>false</ScaleCrop>
  <HeadingPairs>
    <vt:vector size="4" baseType="variant">
      <vt:variant>
        <vt:lpstr>Theme</vt:lpstr>
      </vt:variant>
      <vt:variant>
        <vt:i4>3</vt:i4>
      </vt:variant>
      <vt:variant>
        <vt:lpstr>Slide Titles</vt:lpstr>
      </vt:variant>
      <vt:variant>
        <vt:i4>12</vt:i4>
      </vt:variant>
    </vt:vector>
  </HeadingPairs>
  <TitlesOfParts>
    <vt:vector size="15" baseType="lpstr">
      <vt:lpstr>25_Template</vt:lpstr>
      <vt:lpstr>Content - Light</vt:lpstr>
      <vt:lpstr>2_Content - Light</vt:lpstr>
      <vt:lpstr>Applied AI / AI Services Offerings</vt:lpstr>
      <vt:lpstr>PowerPoint Presentation</vt:lpstr>
      <vt:lpstr>PowerPoint Presentation</vt:lpstr>
      <vt:lpstr>PowerPoint Presentation</vt:lpstr>
      <vt:lpstr>Rapid Prototyping for Agentic AI: enabling the Art of the Possible </vt:lpstr>
      <vt:lpstr>Transforming your Contact Centre with Agentic AI</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Daryush Laqab</dc:creator>
  <cp:lastModifiedBy>Daryush Laqab</cp:lastModifiedBy>
  <cp:revision>8</cp:revision>
  <dcterms:created xsi:type="dcterms:W3CDTF">2025-06-18T18:37:34Z</dcterms:created>
  <dcterms:modified xsi:type="dcterms:W3CDTF">2026-03-18T10:19:46Z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0x010100FD17D077514BC341998BBA45225655AA</vt:lpwstr>
  </property>
</Properties>
</file>