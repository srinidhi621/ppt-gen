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836" r:id="rId4"/>
    <p:sldMasterId id="2147483990" r:id="rId5"/>
  </p:sldMasterIdLst>
  <p:notesMasterIdLst>
    <p:notesMasterId r:id="rId8"/>
  </p:notesMasterIdLst>
  <p:handoutMasterIdLst>
    <p:handoutMasterId r:id="rId9"/>
  </p:handoutMasterIdLst>
  <p:sldIdLst>
    <p:sldId id="2147482700" r:id="rId6"/>
    <p:sldId id="2147482750" r:id="rId7"/>
  </p:sldIdLst>
  <p:sldSz cx="9144000" cy="5143500" type="screen16x9"/>
  <p:notesSz cx="6858000" cy="9144000"/>
  <p:embeddedFontLst>
    <p:embeddedFont>
      <p:font typeface="PP Neue Machina Plain" panose="020B0604020202020204" charset="0"/>
      <p:regular r:id="rId10"/>
    </p:embeddedFont>
    <p:embeddedFont>
      <p:font typeface="Verdana" panose="020B060403050404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0B32C60-7DD6-20F7-2C8C-66FB8807BC70}" name="Nalini Vijayraghavan" initials="NV" userId="S::nalini.vijayraghavan@nitorinfotech.com::8145f850-0a2a-4ad7-a658-5d135d16f177" providerId="AD"/>
  <p188:author id="{9D8F997E-231D-D988-9F7C-1F7502F72C3B}" name="Nalini Vijayraghavan" initials="NV" userId="S::nalini.vijayraghavan_nitorinfotech.com#ext#@ascendionhub.onmicrosoft.com::d74d9f35-ce6d-48e0-8571-d9ac977eab49" providerId="AD"/>
  <p188:author id="{9C634498-D5AC-8BAF-D6EE-F1F0F0FE543F}" name="Shravani Dhavale" initials="SD" userId="S::shravani.dhavale@nitorinfotech.com::cfe6810b-2524-43a9-ad2f-a3d1f61606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4B4"/>
    <a:srgbClr val="00DF9D"/>
    <a:srgbClr val="00DE9D"/>
    <a:srgbClr val="000000"/>
    <a:srgbClr val="FFFFFF"/>
    <a:srgbClr val="89035C"/>
    <a:srgbClr val="B21D21"/>
    <a:srgbClr val="6666CC"/>
    <a:srgbClr val="CC0066"/>
    <a:srgbClr val="333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77A057-D145-2D45-87B3-83A8E0FFF6D6}" v="70" dt="2024-12-23T18:20:58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78A903-E8D0-A339-1AEF-D7EF8477D4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EE6FB-6924-89DD-27F6-1BE97F472F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17FBF-CB58-4B09-B386-3C9BAF9F95D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E95D4-68A0-CDCC-782B-C7DF093F97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694C-1AB6-6276-2B1A-322780F08D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7242E-8435-44AE-8F68-EBCBBAA5D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523704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109837"/>
            <a:ext cx="1553766" cy="257175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050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1553766" y="1219027"/>
            <a:ext cx="7590234" cy="462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553766" cy="21098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1700538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4618" y="2477720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29511" y="2240945"/>
            <a:ext cx="937550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07409" y="3113412"/>
            <a:ext cx="1370675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Offering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1700538" y="1303324"/>
            <a:ext cx="1620267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Need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3516625" y="1303324"/>
            <a:ext cx="1603541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57DCEF-1560-9AF1-7A04-418461ED32AF}"/>
              </a:ext>
            </a:extLst>
          </p:cNvPr>
          <p:cNvSpPr txBox="1"/>
          <p:nvPr userDrawn="1"/>
        </p:nvSpPr>
        <p:spPr>
          <a:xfrm>
            <a:off x="7148800" y="1317508"/>
            <a:ext cx="1600949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52324D-44E9-7A47-42C3-953653BD00DF}"/>
              </a:ext>
            </a:extLst>
          </p:cNvPr>
          <p:cNvCxnSpPr>
            <a:cxnSpLocks/>
          </p:cNvCxnSpPr>
          <p:nvPr userDrawn="1"/>
        </p:nvCxnSpPr>
        <p:spPr>
          <a:xfrm>
            <a:off x="5225954" y="1303324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E24740-BF49-13A2-D93B-760FA193E090}"/>
              </a:ext>
            </a:extLst>
          </p:cNvPr>
          <p:cNvCxnSpPr>
            <a:cxnSpLocks/>
          </p:cNvCxnSpPr>
          <p:nvPr userDrawn="1"/>
        </p:nvCxnSpPr>
        <p:spPr>
          <a:xfrm>
            <a:off x="3420992" y="1303324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3516625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5332712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C79830-8908-1E07-2437-518AB0A44B50}"/>
              </a:ext>
            </a:extLst>
          </p:cNvPr>
          <p:cNvSpPr>
            <a:spLocks noGrp="1"/>
          </p:cNvSpPr>
          <p:nvPr>
            <p:ph sz="half" idx="34"/>
          </p:nvPr>
        </p:nvSpPr>
        <p:spPr>
          <a:xfrm>
            <a:off x="7148800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680F4E-05A8-E43C-4B6B-350DE6E011E3}"/>
              </a:ext>
            </a:extLst>
          </p:cNvPr>
          <p:cNvCxnSpPr>
            <a:cxnSpLocks/>
          </p:cNvCxnSpPr>
          <p:nvPr userDrawn="1"/>
        </p:nvCxnSpPr>
        <p:spPr>
          <a:xfrm>
            <a:off x="7035913" y="1300537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5332712" y="1303324"/>
            <a:ext cx="1555568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07409" y="3923042"/>
            <a:ext cx="1370675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Presence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0374" y="3359287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29511" y="4175664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220" y="295565"/>
            <a:ext cx="7084489" cy="72390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736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1298" y="1210084"/>
            <a:ext cx="3222703" cy="344894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386953" y="1202728"/>
            <a:ext cx="5258352" cy="284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386953" y="2870376"/>
            <a:ext cx="2423155" cy="2843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3222150" y="2870376"/>
            <a:ext cx="2423155" cy="2843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477193" y="1210084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477193" y="2870376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3312391" y="2877732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86950" y="1629262"/>
            <a:ext cx="5258352" cy="1096846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386950" y="3299000"/>
            <a:ext cx="2423155" cy="1360031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3222150" y="3299000"/>
            <a:ext cx="2423155" cy="1360031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52" y="295565"/>
            <a:ext cx="8378757" cy="723900"/>
          </a:xfrm>
        </p:spPr>
        <p:txBody>
          <a:bodyPr>
            <a:no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118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Case Study Templat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109837"/>
            <a:ext cx="1553766" cy="25717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05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1553766" y="1219027"/>
            <a:ext cx="7590234" cy="4620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553766" cy="21098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1700538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4618" y="2477720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29511" y="2240945"/>
            <a:ext cx="937550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07409" y="3113412"/>
            <a:ext cx="1370675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Offering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1700538" y="1303324"/>
            <a:ext cx="1620267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Need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3516625" y="1303324"/>
            <a:ext cx="1603541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57DCEF-1560-9AF1-7A04-418461ED32AF}"/>
              </a:ext>
            </a:extLst>
          </p:cNvPr>
          <p:cNvSpPr txBox="1"/>
          <p:nvPr userDrawn="1"/>
        </p:nvSpPr>
        <p:spPr>
          <a:xfrm>
            <a:off x="7148800" y="1317508"/>
            <a:ext cx="1600949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52324D-44E9-7A47-42C3-953653BD00DF}"/>
              </a:ext>
            </a:extLst>
          </p:cNvPr>
          <p:cNvCxnSpPr>
            <a:cxnSpLocks/>
          </p:cNvCxnSpPr>
          <p:nvPr userDrawn="1"/>
        </p:nvCxnSpPr>
        <p:spPr>
          <a:xfrm>
            <a:off x="5225954" y="1303324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E24740-BF49-13A2-D93B-760FA193E090}"/>
              </a:ext>
            </a:extLst>
          </p:cNvPr>
          <p:cNvCxnSpPr>
            <a:cxnSpLocks/>
          </p:cNvCxnSpPr>
          <p:nvPr userDrawn="1"/>
        </p:nvCxnSpPr>
        <p:spPr>
          <a:xfrm>
            <a:off x="3420992" y="1303324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3516625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5332712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C79830-8908-1E07-2437-518AB0A44B50}"/>
              </a:ext>
            </a:extLst>
          </p:cNvPr>
          <p:cNvSpPr>
            <a:spLocks noGrp="1"/>
          </p:cNvSpPr>
          <p:nvPr>
            <p:ph sz="half" idx="34"/>
          </p:nvPr>
        </p:nvSpPr>
        <p:spPr>
          <a:xfrm>
            <a:off x="7148800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680F4E-05A8-E43C-4B6B-350DE6E011E3}"/>
              </a:ext>
            </a:extLst>
          </p:cNvPr>
          <p:cNvCxnSpPr>
            <a:cxnSpLocks/>
          </p:cNvCxnSpPr>
          <p:nvPr userDrawn="1"/>
        </p:nvCxnSpPr>
        <p:spPr>
          <a:xfrm>
            <a:off x="7035913" y="1300537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5332712" y="1303324"/>
            <a:ext cx="1555568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07409" y="3923042"/>
            <a:ext cx="1370675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Presence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0374" y="3359287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29511" y="4175664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220" y="295565"/>
            <a:ext cx="7084489" cy="723900"/>
          </a:xfrm>
        </p:spPr>
        <p:txBody>
          <a:bodyPr>
            <a:no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61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Case Study Templat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1298" y="1210084"/>
            <a:ext cx="3222703" cy="344894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386953" y="1202728"/>
            <a:ext cx="5258352" cy="284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386953" y="2870376"/>
            <a:ext cx="2423155" cy="2843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3222150" y="2870376"/>
            <a:ext cx="2423155" cy="2843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477193" y="1210084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477193" y="2870376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3312391" y="2877732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86950" y="1629262"/>
            <a:ext cx="5258352" cy="1096846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386950" y="3299000"/>
            <a:ext cx="2423155" cy="1360031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3222150" y="3299000"/>
            <a:ext cx="2423155" cy="1360031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52" y="295565"/>
            <a:ext cx="8378757" cy="723900"/>
          </a:xfrm>
        </p:spPr>
        <p:txBody>
          <a:bodyPr>
            <a:no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24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2" y="295565"/>
            <a:ext cx="8370091" cy="72837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953" y="1219200"/>
            <a:ext cx="8370092" cy="345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FC3011FE-129A-723F-0258-2C3653C963AD}"/>
              </a:ext>
            </a:extLst>
          </p:cNvPr>
          <p:cNvGrpSpPr/>
          <p:nvPr/>
        </p:nvGrpSpPr>
        <p:grpSpPr>
          <a:xfrm>
            <a:off x="8148638" y="4851400"/>
            <a:ext cx="139700" cy="152400"/>
            <a:chOff x="8176402" y="4885530"/>
            <a:chExt cx="135493" cy="14301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D1C6C7-4F4F-56E8-A7C8-A48C7E8DA5B6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ABD7C35-BA12-9F26-537D-75B82B7D3876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/>
            </a:p>
          </p:txBody>
        </p:sp>
      </p:grpSp>
      <p:sp>
        <p:nvSpPr>
          <p:cNvPr id="8" name="Slide Number Placeholder 18">
            <a:extLst>
              <a:ext uri="{FF2B5EF4-FFF2-40B4-BE49-F238E27FC236}">
                <a16:creationId xmlns:a16="http://schemas.microsoft.com/office/drawing/2014/main" id="{56348CC3-4D9E-3009-191A-52A4BBC22FD7}"/>
              </a:ext>
            </a:extLst>
          </p:cNvPr>
          <p:cNvSpPr txBox="1">
            <a:spLocks/>
          </p:cNvSpPr>
          <p:nvPr userDrawn="1"/>
        </p:nvSpPr>
        <p:spPr>
          <a:xfrm>
            <a:off x="1378963" y="4772024"/>
            <a:ext cx="314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4E33F-C9AE-AD75-BA0B-87F4D61986B6}"/>
              </a:ext>
            </a:extLst>
          </p:cNvPr>
          <p:cNvSpPr txBox="1"/>
          <p:nvPr userDrawn="1"/>
        </p:nvSpPr>
        <p:spPr>
          <a:xfrm>
            <a:off x="206091" y="4772020"/>
            <a:ext cx="12477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+mj-lt"/>
              </a:rPr>
              <a:t>Ascendion Confidential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9F6D20-3D67-87E7-261D-1DCB206478C6}"/>
              </a:ext>
            </a:extLst>
          </p:cNvPr>
          <p:cNvGrpSpPr/>
          <p:nvPr userDrawn="1"/>
        </p:nvGrpSpPr>
        <p:grpSpPr>
          <a:xfrm>
            <a:off x="1676400" y="4748212"/>
            <a:ext cx="7467600" cy="142875"/>
            <a:chOff x="1676400" y="4748212"/>
            <a:chExt cx="7467600" cy="14287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4A157B6-58AF-33D6-96CC-D1BE31D6A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CE8D9D0-0569-DD45-6782-7D118915BD0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BB966-C387-C92B-FA58-18AA05DC5645}"/>
              </a:ext>
            </a:extLst>
          </p:cNvPr>
          <p:cNvCxnSpPr>
            <a:cxnSpLocks/>
          </p:cNvCxnSpPr>
          <p:nvPr userDrawn="1"/>
        </p:nvCxnSpPr>
        <p:spPr>
          <a:xfrm>
            <a:off x="0" y="4886325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46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spcAft>
          <a:spcPts val="450"/>
        </a:spcAft>
        <a:buNone/>
        <a:defRPr sz="2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spcAft>
          <a:spcPts val="450"/>
        </a:spcAft>
        <a:buFont typeface="Aptos" panose="020B0004020202020204" pitchFamily="34" charset="0"/>
        <a:buChar char="•"/>
        <a:defRPr sz="1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ptos" panose="020B0004020202020204" pitchFamily="34" charset="0"/>
        <a:buChar char="•"/>
        <a:defRPr sz="1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9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9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4" userDrawn="1">
          <p15:clr>
            <a:srgbClr val="F26B43"/>
          </p15:clr>
        </p15:guide>
        <p15:guide id="2" pos="5521" userDrawn="1">
          <p15:clr>
            <a:srgbClr val="F26B43"/>
          </p15:clr>
        </p15:guide>
        <p15:guide id="3" pos="239" userDrawn="1">
          <p15:clr>
            <a:srgbClr val="F26B43"/>
          </p15:clr>
        </p15:guide>
        <p15:guide id="4" pos="7354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758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645" userDrawn="1">
          <p15:clr>
            <a:srgbClr val="F26B43"/>
          </p15:clr>
        </p15:guide>
        <p15:guide id="9" orient="horz" pos="3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2" y="295565"/>
            <a:ext cx="8370091" cy="72837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953" y="1219200"/>
            <a:ext cx="8370092" cy="345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7134DD-645D-7499-A1FD-3696EB4D17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8638" y="4857750"/>
            <a:ext cx="137096" cy="146888"/>
          </a:xfrm>
          <a:prstGeom prst="rect">
            <a:avLst/>
          </a:prstGeom>
        </p:spPr>
      </p:pic>
      <p:sp>
        <p:nvSpPr>
          <p:cNvPr id="6" name="Slide Number Placeholder 18">
            <a:extLst>
              <a:ext uri="{FF2B5EF4-FFF2-40B4-BE49-F238E27FC236}">
                <a16:creationId xmlns:a16="http://schemas.microsoft.com/office/drawing/2014/main" id="{5B97538A-9BF3-5950-BE5A-66CADE79A486}"/>
              </a:ext>
            </a:extLst>
          </p:cNvPr>
          <p:cNvSpPr txBox="1">
            <a:spLocks/>
          </p:cNvSpPr>
          <p:nvPr userDrawn="1"/>
        </p:nvSpPr>
        <p:spPr>
          <a:xfrm>
            <a:off x="1378963" y="4772024"/>
            <a:ext cx="314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EF123-834A-3C2E-7EDC-775B6C920C5F}"/>
              </a:ext>
            </a:extLst>
          </p:cNvPr>
          <p:cNvSpPr txBox="1"/>
          <p:nvPr/>
        </p:nvSpPr>
        <p:spPr>
          <a:xfrm>
            <a:off x="206091" y="4772020"/>
            <a:ext cx="12477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bg1"/>
                </a:solidFill>
                <a:latin typeface="+mj-lt"/>
              </a:rPr>
              <a:t>Ascendion Confidential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7572BD6-E023-DC3B-6AAA-9FA579DC8C0A}"/>
              </a:ext>
            </a:extLst>
          </p:cNvPr>
          <p:cNvGrpSpPr/>
          <p:nvPr userDrawn="1"/>
        </p:nvGrpSpPr>
        <p:grpSpPr>
          <a:xfrm>
            <a:off x="1676400" y="4748212"/>
            <a:ext cx="7467600" cy="142875"/>
            <a:chOff x="1676400" y="4748212"/>
            <a:chExt cx="7467600" cy="142875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58A6F4AC-50F8-51CA-9051-4EE22893BA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831FDD1-BD31-1986-6D32-CA958A8E54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04AB48-29AA-8BD1-7AC2-4093FEB12BF7}"/>
              </a:ext>
            </a:extLst>
          </p:cNvPr>
          <p:cNvCxnSpPr>
            <a:cxnSpLocks/>
          </p:cNvCxnSpPr>
          <p:nvPr userDrawn="1"/>
        </p:nvCxnSpPr>
        <p:spPr>
          <a:xfrm>
            <a:off x="0" y="4886325"/>
            <a:ext cx="228600" cy="0"/>
          </a:xfrm>
          <a:prstGeom prst="line">
            <a:avLst/>
          </a:prstGeom>
          <a:noFill/>
          <a:ln w="9525" cap="flat">
            <a:solidFill>
              <a:schemeClr val="bg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78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spcAft>
          <a:spcPts val="450"/>
        </a:spcAft>
        <a:buNone/>
        <a:defRPr sz="2200" b="0" i="0" kern="1200">
          <a:solidFill>
            <a:schemeClr val="bg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spcAft>
          <a:spcPts val="450"/>
        </a:spcAft>
        <a:buFont typeface="Aptos" panose="020B0004020202020204" pitchFamily="34" charset="0"/>
        <a:buChar char="•"/>
        <a:defRPr sz="14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ptos" panose="020B0004020202020204" pitchFamily="34" charset="0"/>
        <a:buChar char="•"/>
        <a:defRPr sz="12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ptos" panose="020B0004020202020204" pitchFamily="34" charset="0"/>
        <a:buChar char="•"/>
        <a:defRPr sz="10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9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9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4">
          <p15:clr>
            <a:srgbClr val="F26B43"/>
          </p15:clr>
        </p15:guide>
        <p15:guide id="2" pos="5521">
          <p15:clr>
            <a:srgbClr val="F26B43"/>
          </p15:clr>
        </p15:guide>
        <p15:guide id="3" pos="239">
          <p15:clr>
            <a:srgbClr val="F26B43"/>
          </p15:clr>
        </p15:guide>
        <p15:guide id="4" pos="7354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758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645">
          <p15:clr>
            <a:srgbClr val="F26B43"/>
          </p15:clr>
        </p15:guide>
        <p15:guide id="9" orient="horz" pos="3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24F4295-9271-62DE-CC3D-93F52E9521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4253BF9-4E59-C63E-0264-D9F684A4405C}"/>
              </a:ext>
            </a:extLst>
          </p:cNvPr>
          <p:cNvSpPr>
            <a:spLocks noGrp="1"/>
          </p:cNvSpPr>
          <p:nvPr>
            <p:ph sz="half" idx="2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6805C32-09A1-876E-7610-A4FF863CD082}"/>
              </a:ext>
            </a:extLst>
          </p:cNvPr>
          <p:cNvSpPr>
            <a:spLocks noGrp="1"/>
          </p:cNvSpPr>
          <p:nvPr>
            <p:ph sz="half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BF98C00-DB61-5EDC-2007-5C7510F4E0CF}"/>
              </a:ext>
            </a:extLst>
          </p:cNvPr>
          <p:cNvSpPr>
            <a:spLocks noGrp="1"/>
          </p:cNvSpPr>
          <p:nvPr>
            <p:ph sz="half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CF0E3C1-87E5-B7FE-2761-B0036C25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3476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226291E-A170-A193-1DA6-C46613CB10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79905-0688-97FC-76CF-0E37AA74BF60}"/>
              </a:ext>
            </a:extLst>
          </p:cNvPr>
          <p:cNvSpPr>
            <a:spLocks noGrp="1"/>
          </p:cNvSpPr>
          <p:nvPr>
            <p:ph sz="half" idx="28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AU" dirty="0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BD9B4-102B-87CE-93AA-4EF5B01BB1D7}"/>
              </a:ext>
            </a:extLst>
          </p:cNvPr>
          <p:cNvSpPr>
            <a:spLocks noGrp="1"/>
          </p:cNvSpPr>
          <p:nvPr>
            <p:ph sz="half" idx="29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9FEC7-F1E4-E97E-1EB6-89D62640D0FB}"/>
              </a:ext>
            </a:extLst>
          </p:cNvPr>
          <p:cNvSpPr>
            <a:spLocks noGrp="1"/>
          </p:cNvSpPr>
          <p:nvPr>
            <p:ph sz="half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4DD4F7F-D91E-DCBB-54EF-5F40C795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1355203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- Light">
  <a:themeElements>
    <a:clrScheme name="ASC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00FAC2"/>
      </a:accent5>
      <a:accent6>
        <a:srgbClr val="71758A"/>
      </a:accent6>
      <a:hlink>
        <a:srgbClr val="0563C1"/>
      </a:hlink>
      <a:folHlink>
        <a:srgbClr val="954F72"/>
      </a:folHlink>
    </a:clrScheme>
    <a:fontScheme name="Ascendion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1_Content - Dark">
  <a:themeElements>
    <a:clrScheme name="ASC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00FAC2"/>
      </a:accent5>
      <a:accent6>
        <a:srgbClr val="71758A"/>
      </a:accent6>
      <a:hlink>
        <a:srgbClr val="0563C1"/>
      </a:hlink>
      <a:folHlink>
        <a:srgbClr val="954F72"/>
      </a:folHlink>
    </a:clrScheme>
    <a:fontScheme name="Ascendion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C548ABFE884841B7762CF46292F6C8" ma:contentTypeVersion="9" ma:contentTypeDescription="Create a new document." ma:contentTypeScope="" ma:versionID="cbd6caa2098fc878e25ff792833782d2">
  <xsd:schema xmlns:xsd="http://www.w3.org/2001/XMLSchema" xmlns:xs="http://www.w3.org/2001/XMLSchema" xmlns:p="http://schemas.microsoft.com/office/2006/metadata/properties" xmlns:ns2="e0bf21c7-9604-4162-909e-79eeace4e24c" xmlns:ns3="7ab9c3be-024f-4023-af36-b16ce83c127d" xmlns:ns4="8e1bcf63-e4f3-4ac2-9b4d-b749b0381fae" targetNamespace="http://schemas.microsoft.com/office/2006/metadata/properties" ma:root="true" ma:fieldsID="e2c470d1f051735025b6cba2b66be4cd" ns2:_="" ns3:_="" ns4:_="">
    <xsd:import namespace="e0bf21c7-9604-4162-909e-79eeace4e24c"/>
    <xsd:import namespace="7ab9c3be-024f-4023-af36-b16ce83c127d"/>
    <xsd:import namespace="8e1bcf63-e4f3-4ac2-9b4d-b749b0381fa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f21c7-9604-4162-909e-79eeace4e24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1bcf63-e4f3-4ac2-9b4d-b749b0381f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b9c3be-024f-4023-af36-b16ce83c127d" xsi:nil="true"/>
    <lcf76f155ced4ddcb4097134ff3c332f xmlns="e0bf21c7-9604-4162-909e-79eeace4e24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68C6EB-CFBF-49E0-8AEC-4FC2E4B753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bf21c7-9604-4162-909e-79eeace4e24c"/>
    <ds:schemaRef ds:uri="7ab9c3be-024f-4023-af36-b16ce83c127d"/>
    <ds:schemaRef ds:uri="8e1bcf63-e4f3-4ac2-9b4d-b749b0381f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B6DE54-8653-477C-A8EC-C6A282C9473E}">
  <ds:schemaRefs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f2347824-39d8-424e-b7d4-b88ecde1beab"/>
    <ds:schemaRef ds:uri="f436a321-05e3-4ec3-b8e9-109481339b4e"/>
    <ds:schemaRef ds:uri="7ab9c3be-024f-4023-af36-b16ce83c127d"/>
    <ds:schemaRef ds:uri="e0bf21c7-9604-4162-909e-79eeace4e24c"/>
  </ds:schemaRefs>
</ds:datastoreItem>
</file>

<file path=customXml/itemProps3.xml><?xml version="1.0" encoding="utf-8"?>
<ds:datastoreItem xmlns:ds="http://schemas.openxmlformats.org/officeDocument/2006/customXml" ds:itemID="{BF585142-EDEE-4494-83EA-4C1AB23988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Content - Light</vt:lpstr>
      <vt:lpstr>1_Content - Dark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Nalini Vijayraghavan</dc:creator>
  <cp:lastModifiedBy>Ariana Oleary</cp:lastModifiedBy>
  <cp:revision>2</cp:revision>
  <dcterms:modified xsi:type="dcterms:W3CDTF">2026-03-18T09:12:12Z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0x010100F6C548ABFE884841B7762CF46292F6C8</vt:lpwstr>
  </property>
  <property fmtid="{D5CDD505-2E9C-101B-9397-08002B2CF9AE}" pid="3" name="MediaServiceImageTags">
    <vt:lpwstr/>
  </property>
  <property fmtid="{D5CDD505-2E9C-101B-9397-08002B2CF9AE}" pid="4" name="Order">
    <vt:r8>276200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