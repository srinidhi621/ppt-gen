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836" r:id="rId4"/>
    <p:sldMasterId id="2147483990" r:id="rId5"/>
  </p:sldMasterIdLst>
  <p:notesMasterIdLst>
    <p:notesMasterId r:id="rId8"/>
  </p:notesMasterIdLst>
  <p:handoutMasterIdLst>
    <p:handoutMasterId r:id="rId9"/>
  </p:handoutMasterIdLst>
  <p:sldIdLst>
    <p:sldId id="2147482699" r:id="rId6"/>
    <p:sldId id="2147482749" r:id="rId7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0"/>
      <p:bold r:id="rId11"/>
      <p:italic r:id="rId12"/>
      <p:boldItalic r:id="rId13"/>
    </p:embeddedFont>
    <p:embeddedFont>
      <p:font typeface="PP Neue Machina Plain" panose="020B0604020202020204" charset="0"/>
      <p:regular r:id="rId14"/>
    </p:embeddedFont>
    <p:embeddedFont>
      <p:font typeface="Verdana" panose="020B060403050404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0B32C60-7DD6-20F7-2C8C-66FB8807BC70}" name="Nalini Vijayraghavan" initials="NV" userId="S::nalini.vijayraghavan@nitorinfotech.com::8145f850-0a2a-4ad7-a658-5d135d16f177" providerId="AD"/>
  <p188:author id="{9D8F997E-231D-D988-9F7C-1F7502F72C3B}" name="Nalini Vijayraghavan" initials="NV" userId="S::nalini.vijayraghavan_nitorinfotech.com#ext#@ascendionhub.onmicrosoft.com::d74d9f35-ce6d-48e0-8571-d9ac977eab49" providerId="AD"/>
  <p188:author id="{9C634498-D5AC-8BAF-D6EE-F1F0F0FE543F}" name="Shravani Dhavale" initials="SD" userId="S::shravani.dhavale@nitorinfotech.com::cfe6810b-2524-43a9-ad2f-a3d1f61606d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B4B4"/>
    <a:srgbClr val="00DF9D"/>
    <a:srgbClr val="00DE9D"/>
    <a:srgbClr val="000000"/>
    <a:srgbClr val="FFFFFF"/>
    <a:srgbClr val="89035C"/>
    <a:srgbClr val="B21D21"/>
    <a:srgbClr val="6666CC"/>
    <a:srgbClr val="CC0066"/>
    <a:srgbClr val="333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1BA676-85B2-BC44-95C6-CE63B7B4C14E}" v="67" dt="2024-12-23T18:23:07.7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11"/>
    <p:restoredTop sz="94694"/>
  </p:normalViewPr>
  <p:slideViewPr>
    <p:cSldViewPr snapToGrid="0">
      <p:cViewPr varScale="1">
        <p:scale>
          <a:sx n="172" d="100"/>
          <a:sy n="172" d="100"/>
        </p:scale>
        <p:origin x="464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customXml" Target="../customXml/item2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font" Target="fonts/font2.fntdata"/><Relationship Id="rId24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6.fntdata"/><Relationship Id="rId23" Type="http://schemas.microsoft.com/office/2015/10/relationships/revisionInfo" Target="revisionInfo.xml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78A903-E8D0-A339-1AEF-D7EF8477D4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EEE6FB-6924-89DD-27F6-1BE97F472F0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617FBF-CB58-4B09-B386-3C9BAF9F95D9}" type="datetimeFigureOut">
              <a:rPr lang="en-AU" smtClean="0"/>
              <a:t>18/03/2026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3E95D4-68A0-CDCC-782B-C7DF093F97B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08694C-1AB6-6276-2B1A-322780F08D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7242E-8435-44AE-8F68-EBCBBAA5DD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523704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ptos" panose="020B0004020202020204" pitchFamily="34" charset="0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ptos" panose="020B0004020202020204" pitchFamily="34" charset="0"/>
        <a:sym typeface="Aptos" panose="020B0004020202020204" pitchFamily="34" charset="0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Case Study Tem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6A9094-A25C-C476-ADF7-5818D23514A1}"/>
              </a:ext>
            </a:extLst>
          </p:cNvPr>
          <p:cNvSpPr/>
          <p:nvPr userDrawn="1"/>
        </p:nvSpPr>
        <p:spPr>
          <a:xfrm>
            <a:off x="0" y="2109837"/>
            <a:ext cx="1553766" cy="257175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de-DE" sz="1050" b="0" i="0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C091E0-9FAF-4FE5-D106-FA3E43B76942}"/>
              </a:ext>
            </a:extLst>
          </p:cNvPr>
          <p:cNvSpPr/>
          <p:nvPr userDrawn="1"/>
        </p:nvSpPr>
        <p:spPr>
          <a:xfrm>
            <a:off x="1553766" y="1219027"/>
            <a:ext cx="7590234" cy="4620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50" b="0" i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D9BE2CB-078E-195D-BC0F-19DCEDE5A8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553766" cy="21098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E8C6222-4482-5FB1-2AE4-5A8F512E1392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1700538" y="1772239"/>
            <a:ext cx="1600949" cy="2901362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ABF10A2-C9DA-5DAE-C7DB-0602BB4D5EE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04618" y="2477720"/>
            <a:ext cx="1293019" cy="391801"/>
          </a:xfrm>
        </p:spPr>
        <p:txBody>
          <a:bodyPr wrap="square">
            <a:normAutofit/>
          </a:bodyPr>
          <a:lstStyle>
            <a:lvl1pPr marL="0" indent="0">
              <a:buNone/>
              <a:defRPr sz="9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26B514-4B29-D25C-E426-090F0CCDED2B}"/>
              </a:ext>
            </a:extLst>
          </p:cNvPr>
          <p:cNvSpPr txBox="1"/>
          <p:nvPr userDrawn="1"/>
        </p:nvSpPr>
        <p:spPr>
          <a:xfrm>
            <a:off x="129511" y="2240945"/>
            <a:ext cx="937550" cy="276999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Industry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7D9ADA-1122-CD1D-3A8A-07F0E1EEE9EB}"/>
              </a:ext>
            </a:extLst>
          </p:cNvPr>
          <p:cNvSpPr txBox="1"/>
          <p:nvPr userDrawn="1"/>
        </p:nvSpPr>
        <p:spPr>
          <a:xfrm>
            <a:off x="107409" y="3113412"/>
            <a:ext cx="1370675" cy="276999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Core Offering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28BD4-B927-D5D7-3E8E-3B8E9CDB9CE1}"/>
              </a:ext>
            </a:extLst>
          </p:cNvPr>
          <p:cNvSpPr txBox="1"/>
          <p:nvPr userDrawn="1"/>
        </p:nvSpPr>
        <p:spPr>
          <a:xfrm>
            <a:off x="1700538" y="1303324"/>
            <a:ext cx="1620267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Need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2F0849-857F-20D1-6423-0570268546AD}"/>
              </a:ext>
            </a:extLst>
          </p:cNvPr>
          <p:cNvSpPr txBox="1"/>
          <p:nvPr userDrawn="1"/>
        </p:nvSpPr>
        <p:spPr>
          <a:xfrm>
            <a:off x="3516625" y="1303324"/>
            <a:ext cx="1603541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Challenge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57DCEF-1560-9AF1-7A04-418461ED32AF}"/>
              </a:ext>
            </a:extLst>
          </p:cNvPr>
          <p:cNvSpPr txBox="1"/>
          <p:nvPr userDrawn="1"/>
        </p:nvSpPr>
        <p:spPr>
          <a:xfrm>
            <a:off x="7148800" y="1317508"/>
            <a:ext cx="1600949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Business Impact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F52324D-44E9-7A47-42C3-953653BD00DF}"/>
              </a:ext>
            </a:extLst>
          </p:cNvPr>
          <p:cNvCxnSpPr>
            <a:cxnSpLocks/>
          </p:cNvCxnSpPr>
          <p:nvPr userDrawn="1"/>
        </p:nvCxnSpPr>
        <p:spPr>
          <a:xfrm>
            <a:off x="5225954" y="1303324"/>
            <a:ext cx="0" cy="28918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DE24740-BF49-13A2-D93B-760FA193E090}"/>
              </a:ext>
            </a:extLst>
          </p:cNvPr>
          <p:cNvCxnSpPr>
            <a:cxnSpLocks/>
          </p:cNvCxnSpPr>
          <p:nvPr userDrawn="1"/>
        </p:nvCxnSpPr>
        <p:spPr>
          <a:xfrm>
            <a:off x="3420992" y="1303324"/>
            <a:ext cx="0" cy="28918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FE8FD2C-FFE2-E8F7-2153-D79EBD4A283A}"/>
              </a:ext>
            </a:extLst>
          </p:cNvPr>
          <p:cNvSpPr>
            <a:spLocks noGrp="1"/>
          </p:cNvSpPr>
          <p:nvPr>
            <p:ph sz="half" idx="32"/>
          </p:nvPr>
        </p:nvSpPr>
        <p:spPr>
          <a:xfrm>
            <a:off x="3516625" y="1772239"/>
            <a:ext cx="1600949" cy="2901362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43A43A-EBDD-8F84-F264-07442277D8F0}"/>
              </a:ext>
            </a:extLst>
          </p:cNvPr>
          <p:cNvSpPr>
            <a:spLocks noGrp="1"/>
          </p:cNvSpPr>
          <p:nvPr>
            <p:ph sz="half" idx="33"/>
          </p:nvPr>
        </p:nvSpPr>
        <p:spPr>
          <a:xfrm>
            <a:off x="5332712" y="1772239"/>
            <a:ext cx="1600949" cy="2901362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EC79830-8908-1E07-2437-518AB0A44B50}"/>
              </a:ext>
            </a:extLst>
          </p:cNvPr>
          <p:cNvSpPr>
            <a:spLocks noGrp="1"/>
          </p:cNvSpPr>
          <p:nvPr>
            <p:ph sz="half" idx="34"/>
          </p:nvPr>
        </p:nvSpPr>
        <p:spPr>
          <a:xfrm>
            <a:off x="7148800" y="1772239"/>
            <a:ext cx="1600949" cy="2901362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E680F4E-05A8-E43C-4B6B-350DE6E011E3}"/>
              </a:ext>
            </a:extLst>
          </p:cNvPr>
          <p:cNvCxnSpPr>
            <a:cxnSpLocks/>
          </p:cNvCxnSpPr>
          <p:nvPr userDrawn="1"/>
        </p:nvCxnSpPr>
        <p:spPr>
          <a:xfrm>
            <a:off x="7035913" y="1300537"/>
            <a:ext cx="0" cy="28918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73689D8-C9B4-2D34-07F0-DB463189E114}"/>
              </a:ext>
            </a:extLst>
          </p:cNvPr>
          <p:cNvSpPr txBox="1"/>
          <p:nvPr userDrawn="1"/>
        </p:nvSpPr>
        <p:spPr>
          <a:xfrm>
            <a:off x="5332712" y="1303324"/>
            <a:ext cx="1555568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5B966B-1280-A9DA-8598-2560A332500B}"/>
              </a:ext>
            </a:extLst>
          </p:cNvPr>
          <p:cNvSpPr txBox="1"/>
          <p:nvPr userDrawn="1"/>
        </p:nvSpPr>
        <p:spPr>
          <a:xfrm>
            <a:off x="107409" y="3923042"/>
            <a:ext cx="1370675" cy="276999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Presence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3B36562D-95D3-D0A4-CCA6-FA7F6904A36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30374" y="3359287"/>
            <a:ext cx="1293019" cy="391801"/>
          </a:xfrm>
        </p:spPr>
        <p:txBody>
          <a:bodyPr wrap="square">
            <a:normAutofit/>
          </a:bodyPr>
          <a:lstStyle>
            <a:lvl1pPr marL="0" indent="0">
              <a:buNone/>
              <a:defRPr sz="9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5979479E-8C44-825E-CA22-2ECE22F9D65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29511" y="4175664"/>
            <a:ext cx="1293019" cy="391801"/>
          </a:xfrm>
        </p:spPr>
        <p:txBody>
          <a:bodyPr wrap="square">
            <a:normAutofit/>
          </a:bodyPr>
          <a:lstStyle>
            <a:lvl1pPr marL="0" indent="0">
              <a:buNone/>
              <a:defRPr sz="9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73BCE4-316C-2824-8669-331C25E93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1220" y="295565"/>
            <a:ext cx="7084489" cy="723900"/>
          </a:xfrm>
        </p:spPr>
        <p:txBody>
          <a:bodyPr>
            <a:no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7363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Case Study Tem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D9BE2CB-078E-195D-BC0F-19DCEDE5A8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21298" y="1210084"/>
            <a:ext cx="3222703" cy="344894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4601F4-528F-F337-00F9-6759A7127E8E}"/>
              </a:ext>
            </a:extLst>
          </p:cNvPr>
          <p:cNvSpPr/>
          <p:nvPr userDrawn="1"/>
        </p:nvSpPr>
        <p:spPr>
          <a:xfrm>
            <a:off x="386953" y="1202728"/>
            <a:ext cx="5258352" cy="2843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055DE9-65C3-3EB8-D8BF-E2BFF444B64E}"/>
              </a:ext>
            </a:extLst>
          </p:cNvPr>
          <p:cNvSpPr/>
          <p:nvPr userDrawn="1"/>
        </p:nvSpPr>
        <p:spPr>
          <a:xfrm>
            <a:off x="386953" y="2870376"/>
            <a:ext cx="2423155" cy="2843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30974A-A07E-A5F1-A9BD-7A4B30E3891D}"/>
              </a:ext>
            </a:extLst>
          </p:cNvPr>
          <p:cNvSpPr/>
          <p:nvPr userDrawn="1"/>
        </p:nvSpPr>
        <p:spPr>
          <a:xfrm>
            <a:off x="3222150" y="2870376"/>
            <a:ext cx="2423155" cy="28435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0" i="0"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28BD4-B927-D5D7-3E8E-3B8E9CDB9CE1}"/>
              </a:ext>
            </a:extLst>
          </p:cNvPr>
          <p:cNvSpPr txBox="1"/>
          <p:nvPr userDrawn="1"/>
        </p:nvSpPr>
        <p:spPr>
          <a:xfrm>
            <a:off x="477193" y="1210084"/>
            <a:ext cx="2242673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Challenge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D1FA6B-2360-0121-7292-A1CDE1A23140}"/>
              </a:ext>
            </a:extLst>
          </p:cNvPr>
          <p:cNvSpPr txBox="1"/>
          <p:nvPr userDrawn="1"/>
        </p:nvSpPr>
        <p:spPr>
          <a:xfrm>
            <a:off x="477193" y="2870376"/>
            <a:ext cx="2242673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Solution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A8D9C9-402E-E931-BA12-3C00810128F6}"/>
              </a:ext>
            </a:extLst>
          </p:cNvPr>
          <p:cNvSpPr txBox="1"/>
          <p:nvPr userDrawn="1"/>
        </p:nvSpPr>
        <p:spPr>
          <a:xfrm>
            <a:off x="3312391" y="2877732"/>
            <a:ext cx="2242673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Business Impact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B07B6CE-3309-07D1-52B1-7F1448FF875F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386950" y="1629262"/>
            <a:ext cx="5258352" cy="1096846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0FC2570-2B4A-0849-BB7F-453DC1B0B2A8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386950" y="3299000"/>
            <a:ext cx="2423155" cy="1360031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15EB2C9-7B59-46AC-C4E8-243BB8DEA0BE}"/>
              </a:ext>
            </a:extLst>
          </p:cNvPr>
          <p:cNvSpPr>
            <a:spLocks noGrp="1"/>
          </p:cNvSpPr>
          <p:nvPr>
            <p:ph sz="half" idx="30"/>
          </p:nvPr>
        </p:nvSpPr>
        <p:spPr>
          <a:xfrm>
            <a:off x="3222150" y="3299000"/>
            <a:ext cx="2423155" cy="1360031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5EDC12-290F-485B-9E72-9551694D7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952" y="295565"/>
            <a:ext cx="8378757" cy="7239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118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Case Study Templat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6A9094-A25C-C476-ADF7-5818D23514A1}"/>
              </a:ext>
            </a:extLst>
          </p:cNvPr>
          <p:cNvSpPr/>
          <p:nvPr userDrawn="1"/>
        </p:nvSpPr>
        <p:spPr>
          <a:xfrm>
            <a:off x="0" y="2109837"/>
            <a:ext cx="1553766" cy="25717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de-DE" sz="1050" b="0" i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C091E0-9FAF-4FE5-D106-FA3E43B76942}"/>
              </a:ext>
            </a:extLst>
          </p:cNvPr>
          <p:cNvSpPr/>
          <p:nvPr userDrawn="1"/>
        </p:nvSpPr>
        <p:spPr>
          <a:xfrm>
            <a:off x="1553766" y="1219027"/>
            <a:ext cx="7590234" cy="4620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50" b="0" i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D9BE2CB-078E-195D-BC0F-19DCEDE5A8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553766" cy="21098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E8C6222-4482-5FB1-2AE4-5A8F512E1392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1700538" y="1772239"/>
            <a:ext cx="1600949" cy="2901362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ABF10A2-C9DA-5DAE-C7DB-0602BB4D5EE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04618" y="2477720"/>
            <a:ext cx="1293019" cy="391801"/>
          </a:xfrm>
        </p:spPr>
        <p:txBody>
          <a:bodyPr wrap="square">
            <a:normAutofit/>
          </a:bodyPr>
          <a:lstStyle>
            <a:lvl1pPr marL="0" indent="0">
              <a:buNone/>
              <a:defRPr sz="9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26B514-4B29-D25C-E426-090F0CCDED2B}"/>
              </a:ext>
            </a:extLst>
          </p:cNvPr>
          <p:cNvSpPr txBox="1"/>
          <p:nvPr userDrawn="1"/>
        </p:nvSpPr>
        <p:spPr>
          <a:xfrm>
            <a:off x="129511" y="2240945"/>
            <a:ext cx="937550" cy="276999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Industry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7D9ADA-1122-CD1D-3A8A-07F0E1EEE9EB}"/>
              </a:ext>
            </a:extLst>
          </p:cNvPr>
          <p:cNvSpPr txBox="1"/>
          <p:nvPr userDrawn="1"/>
        </p:nvSpPr>
        <p:spPr>
          <a:xfrm>
            <a:off x="107409" y="3113412"/>
            <a:ext cx="1370675" cy="276999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Core Offering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28BD4-B927-D5D7-3E8E-3B8E9CDB9CE1}"/>
              </a:ext>
            </a:extLst>
          </p:cNvPr>
          <p:cNvSpPr txBox="1"/>
          <p:nvPr userDrawn="1"/>
        </p:nvSpPr>
        <p:spPr>
          <a:xfrm>
            <a:off x="1700538" y="1303324"/>
            <a:ext cx="1620267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Need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2F0849-857F-20D1-6423-0570268546AD}"/>
              </a:ext>
            </a:extLst>
          </p:cNvPr>
          <p:cNvSpPr txBox="1"/>
          <p:nvPr userDrawn="1"/>
        </p:nvSpPr>
        <p:spPr>
          <a:xfrm>
            <a:off x="3516625" y="1303324"/>
            <a:ext cx="1603541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Challenge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57DCEF-1560-9AF1-7A04-418461ED32AF}"/>
              </a:ext>
            </a:extLst>
          </p:cNvPr>
          <p:cNvSpPr txBox="1"/>
          <p:nvPr userDrawn="1"/>
        </p:nvSpPr>
        <p:spPr>
          <a:xfrm>
            <a:off x="7148800" y="1317508"/>
            <a:ext cx="1600949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Business Impact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F52324D-44E9-7A47-42C3-953653BD00DF}"/>
              </a:ext>
            </a:extLst>
          </p:cNvPr>
          <p:cNvCxnSpPr>
            <a:cxnSpLocks/>
          </p:cNvCxnSpPr>
          <p:nvPr userDrawn="1"/>
        </p:nvCxnSpPr>
        <p:spPr>
          <a:xfrm>
            <a:off x="5225954" y="1303324"/>
            <a:ext cx="0" cy="28918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DE24740-BF49-13A2-D93B-760FA193E090}"/>
              </a:ext>
            </a:extLst>
          </p:cNvPr>
          <p:cNvCxnSpPr>
            <a:cxnSpLocks/>
          </p:cNvCxnSpPr>
          <p:nvPr userDrawn="1"/>
        </p:nvCxnSpPr>
        <p:spPr>
          <a:xfrm>
            <a:off x="3420992" y="1303324"/>
            <a:ext cx="0" cy="28918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FE8FD2C-FFE2-E8F7-2153-D79EBD4A283A}"/>
              </a:ext>
            </a:extLst>
          </p:cNvPr>
          <p:cNvSpPr>
            <a:spLocks noGrp="1"/>
          </p:cNvSpPr>
          <p:nvPr>
            <p:ph sz="half" idx="32"/>
          </p:nvPr>
        </p:nvSpPr>
        <p:spPr>
          <a:xfrm>
            <a:off x="3516625" y="1772239"/>
            <a:ext cx="1600949" cy="2901362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43A43A-EBDD-8F84-F264-07442277D8F0}"/>
              </a:ext>
            </a:extLst>
          </p:cNvPr>
          <p:cNvSpPr>
            <a:spLocks noGrp="1"/>
          </p:cNvSpPr>
          <p:nvPr>
            <p:ph sz="half" idx="33"/>
          </p:nvPr>
        </p:nvSpPr>
        <p:spPr>
          <a:xfrm>
            <a:off x="5332712" y="1772239"/>
            <a:ext cx="1600949" cy="2901362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EC79830-8908-1E07-2437-518AB0A44B50}"/>
              </a:ext>
            </a:extLst>
          </p:cNvPr>
          <p:cNvSpPr>
            <a:spLocks noGrp="1"/>
          </p:cNvSpPr>
          <p:nvPr>
            <p:ph sz="half" idx="34"/>
          </p:nvPr>
        </p:nvSpPr>
        <p:spPr>
          <a:xfrm>
            <a:off x="7148800" y="1772239"/>
            <a:ext cx="1600949" cy="2901362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E680F4E-05A8-E43C-4B6B-350DE6E011E3}"/>
              </a:ext>
            </a:extLst>
          </p:cNvPr>
          <p:cNvCxnSpPr>
            <a:cxnSpLocks/>
          </p:cNvCxnSpPr>
          <p:nvPr userDrawn="1"/>
        </p:nvCxnSpPr>
        <p:spPr>
          <a:xfrm>
            <a:off x="7035913" y="1300537"/>
            <a:ext cx="0" cy="28918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73689D8-C9B4-2D34-07F0-DB463189E114}"/>
              </a:ext>
            </a:extLst>
          </p:cNvPr>
          <p:cNvSpPr txBox="1"/>
          <p:nvPr userDrawn="1"/>
        </p:nvSpPr>
        <p:spPr>
          <a:xfrm>
            <a:off x="5332712" y="1303324"/>
            <a:ext cx="1555568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5B966B-1280-A9DA-8598-2560A332500B}"/>
              </a:ext>
            </a:extLst>
          </p:cNvPr>
          <p:cNvSpPr txBox="1"/>
          <p:nvPr userDrawn="1"/>
        </p:nvSpPr>
        <p:spPr>
          <a:xfrm>
            <a:off x="107409" y="3923042"/>
            <a:ext cx="1370675" cy="276999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Presence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3B36562D-95D3-D0A4-CCA6-FA7F6904A36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30374" y="3359287"/>
            <a:ext cx="1293019" cy="391801"/>
          </a:xfrm>
        </p:spPr>
        <p:txBody>
          <a:bodyPr wrap="square">
            <a:normAutofit/>
          </a:bodyPr>
          <a:lstStyle>
            <a:lvl1pPr marL="0" indent="0">
              <a:buNone/>
              <a:defRPr sz="9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5979479E-8C44-825E-CA22-2ECE22F9D65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29511" y="4175664"/>
            <a:ext cx="1293019" cy="391801"/>
          </a:xfrm>
        </p:spPr>
        <p:txBody>
          <a:bodyPr wrap="square">
            <a:normAutofit/>
          </a:bodyPr>
          <a:lstStyle>
            <a:lvl1pPr marL="0" indent="0">
              <a:buNone/>
              <a:defRPr sz="9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73BCE4-316C-2824-8669-331C25E93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1220" y="295565"/>
            <a:ext cx="7084489" cy="723900"/>
          </a:xfrm>
        </p:spPr>
        <p:txBody>
          <a:bodyPr>
            <a:no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6616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Case Study Templat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D9BE2CB-078E-195D-BC0F-19DCEDE5A8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21298" y="1210084"/>
            <a:ext cx="3222703" cy="344894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4601F4-528F-F337-00F9-6759A7127E8E}"/>
              </a:ext>
            </a:extLst>
          </p:cNvPr>
          <p:cNvSpPr/>
          <p:nvPr userDrawn="1"/>
        </p:nvSpPr>
        <p:spPr>
          <a:xfrm>
            <a:off x="386953" y="1202728"/>
            <a:ext cx="5258352" cy="2843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055DE9-65C3-3EB8-D8BF-E2BFF444B64E}"/>
              </a:ext>
            </a:extLst>
          </p:cNvPr>
          <p:cNvSpPr/>
          <p:nvPr userDrawn="1"/>
        </p:nvSpPr>
        <p:spPr>
          <a:xfrm>
            <a:off x="386953" y="2870376"/>
            <a:ext cx="2423155" cy="2843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30974A-A07E-A5F1-A9BD-7A4B30E3891D}"/>
              </a:ext>
            </a:extLst>
          </p:cNvPr>
          <p:cNvSpPr/>
          <p:nvPr userDrawn="1"/>
        </p:nvSpPr>
        <p:spPr>
          <a:xfrm>
            <a:off x="3222150" y="2870376"/>
            <a:ext cx="2423155" cy="28435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b="0" i="0"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28BD4-B927-D5D7-3E8E-3B8E9CDB9CE1}"/>
              </a:ext>
            </a:extLst>
          </p:cNvPr>
          <p:cNvSpPr txBox="1"/>
          <p:nvPr userDrawn="1"/>
        </p:nvSpPr>
        <p:spPr>
          <a:xfrm>
            <a:off x="477193" y="1210084"/>
            <a:ext cx="2242673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Challenge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D1FA6B-2360-0121-7292-A1CDE1A23140}"/>
              </a:ext>
            </a:extLst>
          </p:cNvPr>
          <p:cNvSpPr txBox="1"/>
          <p:nvPr userDrawn="1"/>
        </p:nvSpPr>
        <p:spPr>
          <a:xfrm>
            <a:off x="477193" y="2870376"/>
            <a:ext cx="2242673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Solution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A8D9C9-402E-E931-BA12-3C00810128F6}"/>
              </a:ext>
            </a:extLst>
          </p:cNvPr>
          <p:cNvSpPr txBox="1"/>
          <p:nvPr userDrawn="1"/>
        </p:nvSpPr>
        <p:spPr>
          <a:xfrm>
            <a:off x="3312391" y="2877732"/>
            <a:ext cx="2242673" cy="276999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en-US"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Business Impact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B07B6CE-3309-07D1-52B1-7F1448FF875F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386950" y="1629262"/>
            <a:ext cx="5258352" cy="1096846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0FC2570-2B4A-0849-BB7F-453DC1B0B2A8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386950" y="3299000"/>
            <a:ext cx="2423155" cy="1360031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915EB2C9-7B59-46AC-C4E8-243BB8DEA0BE}"/>
              </a:ext>
            </a:extLst>
          </p:cNvPr>
          <p:cNvSpPr>
            <a:spLocks noGrp="1"/>
          </p:cNvSpPr>
          <p:nvPr>
            <p:ph sz="half" idx="30"/>
          </p:nvPr>
        </p:nvSpPr>
        <p:spPr>
          <a:xfrm>
            <a:off x="3222150" y="3299000"/>
            <a:ext cx="2423155" cy="1360031"/>
          </a:xfrm>
        </p:spPr>
        <p:txBody>
          <a:bodyPr wrap="square">
            <a:normAutofit/>
          </a:bodyPr>
          <a:lstStyle>
            <a:lvl1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5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ptos" panose="020B0004020202020204" pitchFamily="34" charset="0"/>
                <a:cs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5EDC12-290F-485B-9E72-9551694D7F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952" y="295565"/>
            <a:ext cx="8378757" cy="723900"/>
          </a:xfrm>
        </p:spPr>
        <p:txBody>
          <a:bodyPr>
            <a:no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324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52" y="295565"/>
            <a:ext cx="8370091" cy="72837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6953" y="1219200"/>
            <a:ext cx="8370092" cy="3454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7" name="Graphic 4">
            <a:extLst>
              <a:ext uri="{FF2B5EF4-FFF2-40B4-BE49-F238E27FC236}">
                <a16:creationId xmlns:a16="http://schemas.microsoft.com/office/drawing/2014/main" id="{FC3011FE-129A-723F-0258-2C3653C963AD}"/>
              </a:ext>
            </a:extLst>
          </p:cNvPr>
          <p:cNvGrpSpPr/>
          <p:nvPr/>
        </p:nvGrpSpPr>
        <p:grpSpPr>
          <a:xfrm>
            <a:off x="8148638" y="4851400"/>
            <a:ext cx="139700" cy="152400"/>
            <a:chOff x="8176402" y="4885530"/>
            <a:chExt cx="135493" cy="143018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DD1C6C7-4F4F-56E8-A7C8-A48C7E8DA5B6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ABD7C35-BA12-9F26-537D-75B82B7D3876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/>
            </a:p>
          </p:txBody>
        </p:sp>
      </p:grpSp>
      <p:sp>
        <p:nvSpPr>
          <p:cNvPr id="8" name="Slide Number Placeholder 18">
            <a:extLst>
              <a:ext uri="{FF2B5EF4-FFF2-40B4-BE49-F238E27FC236}">
                <a16:creationId xmlns:a16="http://schemas.microsoft.com/office/drawing/2014/main" id="{56348CC3-4D9E-3009-191A-52A4BBC22FD7}"/>
              </a:ext>
            </a:extLst>
          </p:cNvPr>
          <p:cNvSpPr txBox="1">
            <a:spLocks/>
          </p:cNvSpPr>
          <p:nvPr userDrawn="1"/>
        </p:nvSpPr>
        <p:spPr>
          <a:xfrm>
            <a:off x="1378963" y="4772024"/>
            <a:ext cx="3143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mtClean="0">
                <a:solidFill>
                  <a:schemeClr val="tx1"/>
                </a:solidFill>
              </a:rPr>
              <a:pPr/>
              <a:t>‹#›</a:t>
            </a:fld>
            <a:endParaRPr lang="en-AU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B4E33F-C9AE-AD75-BA0B-87F4D61986B6}"/>
              </a:ext>
            </a:extLst>
          </p:cNvPr>
          <p:cNvSpPr txBox="1"/>
          <p:nvPr userDrawn="1"/>
        </p:nvSpPr>
        <p:spPr>
          <a:xfrm>
            <a:off x="206091" y="4772020"/>
            <a:ext cx="12477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>
                <a:solidFill>
                  <a:schemeClr val="tx1"/>
                </a:solidFill>
                <a:latin typeface="+mj-lt"/>
              </a:rPr>
              <a:t>Ascendion Confidential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9F6D20-3D67-87E7-261D-1DCB206478C6}"/>
              </a:ext>
            </a:extLst>
          </p:cNvPr>
          <p:cNvGrpSpPr/>
          <p:nvPr userDrawn="1"/>
        </p:nvGrpSpPr>
        <p:grpSpPr>
          <a:xfrm>
            <a:off x="1676400" y="4748212"/>
            <a:ext cx="7467600" cy="142875"/>
            <a:chOff x="1676400" y="4748212"/>
            <a:chExt cx="7467600" cy="142875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34A157B6-58AF-33D6-96CC-D1BE31D6A0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14700" y="4748212"/>
              <a:ext cx="5829300" cy="142875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CE8D9D0-0569-DD45-6782-7D118915BD0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76400" y="4886325"/>
              <a:ext cx="16764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8BB966-C387-C92B-FA58-18AA05DC5645}"/>
              </a:ext>
            </a:extLst>
          </p:cNvPr>
          <p:cNvCxnSpPr>
            <a:cxnSpLocks/>
          </p:cNvCxnSpPr>
          <p:nvPr userDrawn="1"/>
        </p:nvCxnSpPr>
        <p:spPr>
          <a:xfrm>
            <a:off x="0" y="4886325"/>
            <a:ext cx="2286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46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spcAft>
          <a:spcPts val="450"/>
        </a:spcAft>
        <a:buNone/>
        <a:defRPr sz="2200" b="0" i="0" kern="1200">
          <a:solidFill>
            <a:schemeClr val="tx1"/>
          </a:solidFill>
          <a:latin typeface="PP Neue Machina Plain" pitchFamily="2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spcAft>
          <a:spcPts val="450"/>
        </a:spcAft>
        <a:buFont typeface="Aptos" panose="020B0004020202020204" pitchFamily="34" charset="0"/>
        <a:buChar char="•"/>
        <a:defRPr sz="1400" b="0" i="0" kern="1200">
          <a:solidFill>
            <a:schemeClr val="tx1"/>
          </a:solidFill>
          <a:latin typeface="Aptos" panose="020B0004020202020204" pitchFamily="34" charset="0"/>
          <a:ea typeface="+mn-ea"/>
          <a:cs typeface="Aptos" panose="020B000402020202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spcAft>
          <a:spcPts val="450"/>
        </a:spcAft>
        <a:buFont typeface="Aptos" panose="020B0004020202020204" pitchFamily="34" charset="0"/>
        <a:buChar char="•"/>
        <a:defRPr sz="1200" b="0" i="0" kern="1200">
          <a:solidFill>
            <a:schemeClr val="tx1"/>
          </a:solidFill>
          <a:latin typeface="Aptos" panose="020B0004020202020204" pitchFamily="34" charset="0"/>
          <a:ea typeface="+mn-ea"/>
          <a:cs typeface="Aptos" panose="020B000402020202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spcAft>
          <a:spcPts val="450"/>
        </a:spcAft>
        <a:buFont typeface="Aptos" panose="020B0004020202020204" pitchFamily="34" charset="0"/>
        <a:buChar char="•"/>
        <a:defRPr sz="1000" b="0" i="0" kern="1200">
          <a:solidFill>
            <a:schemeClr val="tx1"/>
          </a:solidFill>
          <a:latin typeface="Aptos" panose="020B0004020202020204" pitchFamily="34" charset="0"/>
          <a:ea typeface="+mn-ea"/>
          <a:cs typeface="Aptos" panose="020B00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900" b="0" i="0" kern="1200">
          <a:solidFill>
            <a:schemeClr val="tx1"/>
          </a:solidFill>
          <a:latin typeface="Aptos" panose="020B0004020202020204" pitchFamily="34" charset="0"/>
          <a:ea typeface="+mn-ea"/>
          <a:cs typeface="Aptos" panose="020B00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900" b="0" i="0" kern="1200">
          <a:solidFill>
            <a:schemeClr val="tx1"/>
          </a:solidFill>
          <a:latin typeface="Aptos" panose="020B0004020202020204" pitchFamily="34" charset="0"/>
          <a:ea typeface="+mn-ea"/>
          <a:cs typeface="Aptos" panose="020B00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44" userDrawn="1">
          <p15:clr>
            <a:srgbClr val="F26B43"/>
          </p15:clr>
        </p15:guide>
        <p15:guide id="2" pos="5521" userDrawn="1">
          <p15:clr>
            <a:srgbClr val="F26B43"/>
          </p15:clr>
        </p15:guide>
        <p15:guide id="3" pos="239" userDrawn="1">
          <p15:clr>
            <a:srgbClr val="F26B43"/>
          </p15:clr>
        </p15:guide>
        <p15:guide id="4" pos="7354">
          <p15:clr>
            <a:srgbClr val="F26B43"/>
          </p15:clr>
        </p15:guide>
        <p15:guide id="5" orient="horz" pos="3898">
          <p15:clr>
            <a:srgbClr val="F26B43"/>
          </p15:clr>
        </p15:guide>
        <p15:guide id="6" orient="horz" pos="758" userDrawn="1">
          <p15:clr>
            <a:srgbClr val="F26B43"/>
          </p15:clr>
        </p15:guide>
        <p15:guide id="7" pos="2880" userDrawn="1">
          <p15:clr>
            <a:srgbClr val="F26B43"/>
          </p15:clr>
        </p15:guide>
        <p15:guide id="8" orient="horz" pos="645" userDrawn="1">
          <p15:clr>
            <a:srgbClr val="F26B43"/>
          </p15:clr>
        </p15:guide>
        <p15:guide id="9" orient="horz" pos="36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52" y="295565"/>
            <a:ext cx="8370091" cy="72837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6953" y="1219200"/>
            <a:ext cx="8370092" cy="3454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67134DD-645D-7499-A1FD-3696EB4D17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48638" y="4857750"/>
            <a:ext cx="137096" cy="146888"/>
          </a:xfrm>
          <a:prstGeom prst="rect">
            <a:avLst/>
          </a:prstGeom>
        </p:spPr>
      </p:pic>
      <p:sp>
        <p:nvSpPr>
          <p:cNvPr id="6" name="Slide Number Placeholder 18">
            <a:extLst>
              <a:ext uri="{FF2B5EF4-FFF2-40B4-BE49-F238E27FC236}">
                <a16:creationId xmlns:a16="http://schemas.microsoft.com/office/drawing/2014/main" id="{5B97538A-9BF3-5950-BE5A-66CADE79A486}"/>
              </a:ext>
            </a:extLst>
          </p:cNvPr>
          <p:cNvSpPr txBox="1">
            <a:spLocks/>
          </p:cNvSpPr>
          <p:nvPr userDrawn="1"/>
        </p:nvSpPr>
        <p:spPr>
          <a:xfrm>
            <a:off x="1378963" y="4772024"/>
            <a:ext cx="31432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mtClean="0">
                <a:solidFill>
                  <a:schemeClr val="bg1"/>
                </a:solidFill>
              </a:rPr>
              <a:pPr/>
              <a:t>‹#›</a:t>
            </a:fld>
            <a:endParaRPr lang="en-AU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AEF123-834A-3C2E-7EDC-775B6C920C5F}"/>
              </a:ext>
            </a:extLst>
          </p:cNvPr>
          <p:cNvSpPr txBox="1"/>
          <p:nvPr/>
        </p:nvSpPr>
        <p:spPr>
          <a:xfrm>
            <a:off x="206091" y="4772020"/>
            <a:ext cx="12477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>
                <a:solidFill>
                  <a:schemeClr val="bg1"/>
                </a:solidFill>
                <a:latin typeface="+mj-lt"/>
              </a:rPr>
              <a:t>Ascendion Confidential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7572BD6-E023-DC3B-6AAA-9FA579DC8C0A}"/>
              </a:ext>
            </a:extLst>
          </p:cNvPr>
          <p:cNvGrpSpPr/>
          <p:nvPr userDrawn="1"/>
        </p:nvGrpSpPr>
        <p:grpSpPr>
          <a:xfrm>
            <a:off x="1676400" y="4748212"/>
            <a:ext cx="7467600" cy="142875"/>
            <a:chOff x="1676400" y="4748212"/>
            <a:chExt cx="7467600" cy="142875"/>
          </a:xfrm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58A6F4AC-50F8-51CA-9051-4EE22893BA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14700" y="4748212"/>
              <a:ext cx="5829300" cy="142875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831FDD1-BD31-1986-6D32-CA958A8E54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76400" y="4886325"/>
              <a:ext cx="1676400" cy="0"/>
            </a:xfrm>
            <a:prstGeom prst="line">
              <a:avLst/>
            </a:pr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904AB48-29AA-8BD1-7AC2-4093FEB12BF7}"/>
              </a:ext>
            </a:extLst>
          </p:cNvPr>
          <p:cNvCxnSpPr>
            <a:cxnSpLocks/>
          </p:cNvCxnSpPr>
          <p:nvPr userDrawn="1"/>
        </p:nvCxnSpPr>
        <p:spPr>
          <a:xfrm>
            <a:off x="0" y="4886325"/>
            <a:ext cx="228600" cy="0"/>
          </a:xfrm>
          <a:prstGeom prst="line">
            <a:avLst/>
          </a:prstGeom>
          <a:noFill/>
          <a:ln w="9525" cap="flat">
            <a:solidFill>
              <a:schemeClr val="bg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788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spcAft>
          <a:spcPts val="450"/>
        </a:spcAft>
        <a:buNone/>
        <a:defRPr sz="2200" b="0" i="0" kern="1200">
          <a:solidFill>
            <a:schemeClr val="bg1"/>
          </a:solidFill>
          <a:latin typeface="PP Neue Machina Plain" pitchFamily="2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spcAft>
          <a:spcPts val="450"/>
        </a:spcAft>
        <a:buFont typeface="Aptos" panose="020B0004020202020204" pitchFamily="34" charset="0"/>
        <a:buChar char="•"/>
        <a:defRPr sz="1400" b="0" i="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spcAft>
          <a:spcPts val="450"/>
        </a:spcAft>
        <a:buFont typeface="Aptos" panose="020B0004020202020204" pitchFamily="34" charset="0"/>
        <a:buChar char="•"/>
        <a:defRPr sz="1200" b="0" i="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spcAft>
          <a:spcPts val="450"/>
        </a:spcAft>
        <a:buFont typeface="Aptos" panose="020B0004020202020204" pitchFamily="34" charset="0"/>
        <a:buChar char="•"/>
        <a:defRPr sz="1000" b="0" i="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900" b="0" i="0" kern="1200">
          <a:solidFill>
            <a:schemeClr val="tx1"/>
          </a:solidFill>
          <a:latin typeface="Aptos" panose="020B0004020202020204" pitchFamily="34" charset="0"/>
          <a:ea typeface="+mn-ea"/>
          <a:cs typeface="Aptos" panose="020B00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900" b="0" i="0" kern="1200">
          <a:solidFill>
            <a:schemeClr val="tx1"/>
          </a:solidFill>
          <a:latin typeface="Aptos" panose="020B0004020202020204" pitchFamily="34" charset="0"/>
          <a:ea typeface="+mn-ea"/>
          <a:cs typeface="Aptos" panose="020B00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ptos" panose="020B00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44" userDrawn="1">
          <p15:clr>
            <a:srgbClr val="F26B43"/>
          </p15:clr>
        </p15:guide>
        <p15:guide id="2" pos="5521" userDrawn="1">
          <p15:clr>
            <a:srgbClr val="F26B43"/>
          </p15:clr>
        </p15:guide>
        <p15:guide id="3" pos="239" userDrawn="1">
          <p15:clr>
            <a:srgbClr val="F26B43"/>
          </p15:clr>
        </p15:guide>
        <p15:guide id="4" pos="7354">
          <p15:clr>
            <a:srgbClr val="F26B43"/>
          </p15:clr>
        </p15:guide>
        <p15:guide id="5" orient="horz" pos="3898">
          <p15:clr>
            <a:srgbClr val="F26B43"/>
          </p15:clr>
        </p15:guide>
        <p15:guide id="6" orient="horz" pos="758" userDrawn="1">
          <p15:clr>
            <a:srgbClr val="F26B43"/>
          </p15:clr>
        </p15:guide>
        <p15:guide id="7" pos="2880" userDrawn="1">
          <p15:clr>
            <a:srgbClr val="F26B43"/>
          </p15:clr>
        </p15:guide>
        <p15:guide id="8" orient="horz" pos="645" userDrawn="1">
          <p15:clr>
            <a:srgbClr val="F26B43"/>
          </p15:clr>
        </p15:guide>
        <p15:guide id="9" orient="horz" pos="3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0BCAFFB-7A03-94B9-38F9-4A0B2B34035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FC2EE4-B2C4-3D26-4A7B-98883CD52901}"/>
              </a:ext>
            </a:extLst>
          </p:cNvPr>
          <p:cNvSpPr>
            <a:spLocks noGrp="1"/>
          </p:cNvSpPr>
          <p:nvPr>
            <p:ph sz="half" idx="2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78FEA6-4081-FF72-EB62-840D171BBBB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A720D6B5-6C2C-5632-D4BC-E0CBA1976756}"/>
              </a:ext>
            </a:extLst>
          </p:cNvPr>
          <p:cNvSpPr>
            <a:spLocks noGrp="1"/>
          </p:cNvSpPr>
          <p:nvPr>
            <p:ph sz="half" idx="3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D382E3E-A017-1E5E-0F1D-2B4C0E03C584}"/>
              </a:ext>
            </a:extLst>
          </p:cNvPr>
          <p:cNvSpPr>
            <a:spLocks noGrp="1"/>
          </p:cNvSpPr>
          <p:nvPr>
            <p:ph sz="half" idx="3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C6A47A0C-C0A6-EC23-39F9-AE34E3AD2BA0}"/>
              </a:ext>
            </a:extLst>
          </p:cNvPr>
          <p:cNvSpPr>
            <a:spLocks noGrp="1"/>
          </p:cNvSpPr>
          <p:nvPr>
            <p:ph sz="half" idx="3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DD9292E-5271-8B77-9EF1-A5AD72893AD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E53C1F7-9B9A-744D-C335-76ABCBBBDDC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C30AB9A2-BF48-7A14-0AF6-48C00317C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3370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584D706-ED8A-D419-E381-EBBFAA584B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157A5-F7B7-47EE-E5F7-8A4552A9F798}"/>
              </a:ext>
            </a:extLst>
          </p:cNvPr>
          <p:cNvSpPr>
            <a:spLocks noGrp="1"/>
          </p:cNvSpPr>
          <p:nvPr>
            <p:ph sz="half" idx="2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1B6CC1-2D67-3542-28F1-F8684B81EA0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0608AE-4A60-C61F-25AC-8EBC266A03C2}"/>
              </a:ext>
            </a:extLst>
          </p:cNvPr>
          <p:cNvSpPr>
            <a:spLocks noGrp="1"/>
          </p:cNvSpPr>
          <p:nvPr>
            <p:ph sz="half" idx="3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5BE99-4600-C92C-29FA-CD58B6315CC3}"/>
              </a:ext>
            </a:extLst>
          </p:cNvPr>
          <p:cNvSpPr>
            <a:spLocks noGrp="1"/>
          </p:cNvSpPr>
          <p:nvPr>
            <p:ph sz="half" idx="3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A5BA6EB-C538-AB03-F0B9-F63040ED0DA3}"/>
              </a:ext>
            </a:extLst>
          </p:cNvPr>
          <p:cNvSpPr>
            <a:spLocks noGrp="1"/>
          </p:cNvSpPr>
          <p:nvPr>
            <p:ph sz="half" idx="3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BA9FBA0-0BD5-30AB-2C08-9F362750EF8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3F3618-F522-C34F-CF50-7AC92C35C83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BEC296A-7477-A898-EE05-BAB4CD283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4950819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- Light">
  <a:themeElements>
    <a:clrScheme name="ASC">
      <a:dk1>
        <a:srgbClr val="000000"/>
      </a:dk1>
      <a:lt1>
        <a:srgbClr val="FFFFFF"/>
      </a:lt1>
      <a:dk2>
        <a:srgbClr val="4D4D4D"/>
      </a:dk2>
      <a:lt2>
        <a:srgbClr val="CCCCCC"/>
      </a:lt2>
      <a:accent1>
        <a:srgbClr val="008567"/>
      </a:accent1>
      <a:accent2>
        <a:srgbClr val="CC0066"/>
      </a:accent2>
      <a:accent3>
        <a:srgbClr val="FFCC00"/>
      </a:accent3>
      <a:accent4>
        <a:srgbClr val="6666CC"/>
      </a:accent4>
      <a:accent5>
        <a:srgbClr val="00FAC2"/>
      </a:accent5>
      <a:accent6>
        <a:srgbClr val="71758A"/>
      </a:accent6>
      <a:hlink>
        <a:srgbClr val="0563C1"/>
      </a:hlink>
      <a:folHlink>
        <a:srgbClr val="954F72"/>
      </a:folHlink>
    </a:clrScheme>
    <a:fontScheme name="Ascendion Font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1_Content - Dark">
  <a:themeElements>
    <a:clrScheme name="ASC">
      <a:dk1>
        <a:srgbClr val="000000"/>
      </a:dk1>
      <a:lt1>
        <a:srgbClr val="FFFFFF"/>
      </a:lt1>
      <a:dk2>
        <a:srgbClr val="4D4D4D"/>
      </a:dk2>
      <a:lt2>
        <a:srgbClr val="CCCCCC"/>
      </a:lt2>
      <a:accent1>
        <a:srgbClr val="008567"/>
      </a:accent1>
      <a:accent2>
        <a:srgbClr val="CC0066"/>
      </a:accent2>
      <a:accent3>
        <a:srgbClr val="FFCC00"/>
      </a:accent3>
      <a:accent4>
        <a:srgbClr val="6666CC"/>
      </a:accent4>
      <a:accent5>
        <a:srgbClr val="00FAC2"/>
      </a:accent5>
      <a:accent6>
        <a:srgbClr val="71758A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ab9c3be-024f-4023-af36-b16ce83c127d" xsi:nil="true"/>
    <lcf76f155ced4ddcb4097134ff3c332f xmlns="e0bf21c7-9604-4162-909e-79eeace4e24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C548ABFE884841B7762CF46292F6C8" ma:contentTypeVersion="9" ma:contentTypeDescription="Create a new document." ma:contentTypeScope="" ma:versionID="cbd6caa2098fc878e25ff792833782d2">
  <xsd:schema xmlns:xsd="http://www.w3.org/2001/XMLSchema" xmlns:xs="http://www.w3.org/2001/XMLSchema" xmlns:p="http://schemas.microsoft.com/office/2006/metadata/properties" xmlns:ns2="e0bf21c7-9604-4162-909e-79eeace4e24c" xmlns:ns3="7ab9c3be-024f-4023-af36-b16ce83c127d" xmlns:ns4="8e1bcf63-e4f3-4ac2-9b4d-b749b0381fae" targetNamespace="http://schemas.microsoft.com/office/2006/metadata/properties" ma:root="true" ma:fieldsID="e2c470d1f051735025b6cba2b66be4cd" ns2:_="" ns3:_="" ns4:_="">
    <xsd:import namespace="e0bf21c7-9604-4162-909e-79eeace4e24c"/>
    <xsd:import namespace="7ab9c3be-024f-4023-af36-b16ce83c127d"/>
    <xsd:import namespace="8e1bcf63-e4f3-4ac2-9b4d-b749b0381fa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DateTake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bf21c7-9604-4162-909e-79eeace4e24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Image Tags" ma:readOnly="false" ma:fieldId="{5cf76f15-5ced-4ddc-b409-7134ff3c332f}" ma:taxonomyMulti="true" ma:sspId="ed186d10-97f7-4892-a460-100f03a627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b9c3be-024f-4023-af36-b16ce83c127d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ed33cc2b-5f74-40ff-a7a6-0805f592ce51}" ma:internalName="TaxCatchAll" ma:showField="CatchAllData" ma:web="7ab9c3be-024f-4023-af36-b16ce83c1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1bcf63-e4f3-4ac2-9b4d-b749b0381f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0B6DE54-8653-477C-A8EC-C6A282C9473E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http://www.w3.org/XML/1998/namespace"/>
    <ds:schemaRef ds:uri="http://schemas.microsoft.com/office/2006/metadata/properties"/>
    <ds:schemaRef ds:uri="f2347824-39d8-424e-b7d4-b88ecde1beab"/>
    <ds:schemaRef ds:uri="http://schemas.openxmlformats.org/package/2006/metadata/core-properties"/>
    <ds:schemaRef ds:uri="f436a321-05e3-4ec3-b8e9-109481339b4e"/>
    <ds:schemaRef ds:uri="7ab9c3be-024f-4023-af36-b16ce83c127d"/>
    <ds:schemaRef ds:uri="e0bf21c7-9604-4162-909e-79eeace4e24c"/>
  </ds:schemaRefs>
</ds:datastoreItem>
</file>

<file path=customXml/itemProps2.xml><?xml version="1.0" encoding="utf-8"?>
<ds:datastoreItem xmlns:ds="http://schemas.openxmlformats.org/officeDocument/2006/customXml" ds:itemID="{BF585142-EDEE-4494-83EA-4C1AB23988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12EC35-0853-4DA8-81F4-995670E2E6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bf21c7-9604-4162-909e-79eeace4e24c"/>
    <ds:schemaRef ds:uri="7ab9c3be-024f-4023-af36-b16ce83c127d"/>
    <ds:schemaRef ds:uri="8e1bcf63-e4f3-4ac2-9b4d-b749b0381f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Content - Light</vt:lpstr>
      <vt:lpstr>1_Content - Dark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Nalini Vijayraghavan</dc:creator>
  <cp:lastModifiedBy>Ariana Oleary</cp:lastModifiedBy>
  <cp:revision>2</cp:revision>
  <dcterms:modified xsi:type="dcterms:W3CDTF">2026-03-18T09:12:25Z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0x010100F6C548ABFE884841B7762CF46292F6C8</vt:lpwstr>
  </property>
  <property fmtid="{D5CDD505-2E9C-101B-9397-08002B2CF9AE}" pid="3" name="MediaServiceImageTags">
    <vt:lpwstr/>
  </property>
  <property fmtid="{D5CDD505-2E9C-101B-9397-08002B2CF9AE}" pid="4" name="Order">
    <vt:r8>276300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