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2.xml" ContentType="application/vnd.openxmlformats-officedocument.theme+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936" r:id="rId4"/>
    <p:sldMasterId id="2147483836" r:id="rId5"/>
    <p:sldMasterId id="2147483990" r:id="rId6"/>
  </p:sldMasterIdLst>
  <p:notesMasterIdLst>
    <p:notesMasterId r:id="rId68"/>
  </p:notesMasterIdLst>
  <p:handoutMasterIdLst>
    <p:handoutMasterId r:id="rId69"/>
  </p:handoutMasterIdLst>
  <p:sldIdLst>
    <p:sldId id="2147482713" r:id="rId7"/>
    <p:sldId id="2147482716" r:id="rId8"/>
    <p:sldId id="2147482715" r:id="rId9"/>
    <p:sldId id="2147482714" r:id="rId10"/>
    <p:sldId id="2147482727" r:id="rId11"/>
    <p:sldId id="2147482725" r:id="rId12"/>
    <p:sldId id="2147482723" r:id="rId13"/>
    <p:sldId id="2147482726" r:id="rId14"/>
    <p:sldId id="2147482717" r:id="rId15"/>
    <p:sldId id="2147482718" r:id="rId16"/>
    <p:sldId id="2147482720" r:id="rId17"/>
    <p:sldId id="2147482721" r:id="rId18"/>
    <p:sldId id="2147482722" r:id="rId19"/>
    <p:sldId id="2147482728" r:id="rId20"/>
    <p:sldId id="2147482729" r:id="rId21"/>
    <p:sldId id="2147482730" r:id="rId22"/>
    <p:sldId id="2147482731" r:id="rId23"/>
    <p:sldId id="2147482732" r:id="rId24"/>
    <p:sldId id="2147482733" r:id="rId25"/>
    <p:sldId id="2147482734" r:id="rId26"/>
    <p:sldId id="2147482735" r:id="rId27"/>
    <p:sldId id="2147482736" r:id="rId28"/>
    <p:sldId id="2147482737" r:id="rId29"/>
    <p:sldId id="2147482738" r:id="rId30"/>
    <p:sldId id="2147482739" r:id="rId31"/>
    <p:sldId id="2147482740" r:id="rId32"/>
    <p:sldId id="2147482752" r:id="rId33"/>
    <p:sldId id="2147482753" r:id="rId34"/>
    <p:sldId id="2147482754" r:id="rId35"/>
    <p:sldId id="2147482755" r:id="rId36"/>
    <p:sldId id="2147482756" r:id="rId37"/>
    <p:sldId id="2147482757" r:id="rId38"/>
    <p:sldId id="2147482758" r:id="rId39"/>
    <p:sldId id="2147482759" r:id="rId40"/>
    <p:sldId id="2147482760" r:id="rId41"/>
    <p:sldId id="2147482761" r:id="rId42"/>
    <p:sldId id="2147482762" r:id="rId43"/>
    <p:sldId id="2147482763" r:id="rId44"/>
    <p:sldId id="2147482764" r:id="rId45"/>
    <p:sldId id="2147482691" r:id="rId46"/>
    <p:sldId id="2147482692" r:id="rId47"/>
    <p:sldId id="2147482693" r:id="rId48"/>
    <p:sldId id="2147482694" r:id="rId49"/>
    <p:sldId id="2147482695" r:id="rId50"/>
    <p:sldId id="2147482696" r:id="rId51"/>
    <p:sldId id="2147482697" r:id="rId52"/>
    <p:sldId id="2147482698" r:id="rId53"/>
    <p:sldId id="2147482699" r:id="rId54"/>
    <p:sldId id="2147482765" r:id="rId55"/>
    <p:sldId id="2147482701" r:id="rId56"/>
    <p:sldId id="2147482741" r:id="rId57"/>
    <p:sldId id="2147482742" r:id="rId58"/>
    <p:sldId id="2147482743" r:id="rId59"/>
    <p:sldId id="2147482744" r:id="rId60"/>
    <p:sldId id="2147482745" r:id="rId61"/>
    <p:sldId id="2147482746" r:id="rId62"/>
    <p:sldId id="2147482747" r:id="rId63"/>
    <p:sldId id="2147482748" r:id="rId64"/>
    <p:sldId id="2147482749" r:id="rId65"/>
    <p:sldId id="2147482750" r:id="rId66"/>
    <p:sldId id="2147482751" r:id="rId67"/>
  </p:sldIdLst>
  <p:sldSz cx="9144000" cy="5143500" type="screen16x9"/>
  <p:notesSz cx="6858000" cy="9144000"/>
  <p:embeddedFontLst>
    <p:embeddedFont>
      <p:font typeface="PP Neue Machina Plain Ultrabold" pitchFamily="2" charset="77"/>
      <p:bold r:id="rId70"/>
    </p:embeddedFont>
    <p:embeddedFont>
      <p:font typeface="Verdana" panose="020B0604030504040204" pitchFamily="34" charset="0"/>
      <p:regular r:id="rId71"/>
      <p:bold r:id="rId72"/>
      <p:italic r:id="rId73"/>
      <p:boldItalic r:id="rId7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1pPr>
    <a:lvl2pPr marR="0" lvl="1"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2pPr>
    <a:lvl3pPr marR="0" lvl="2"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3pPr>
    <a:lvl4pPr marR="0" lvl="3"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4pPr>
    <a:lvl5pPr marR="0" lvl="4"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5pPr>
    <a:lvl6pPr marR="0" lvl="5"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6pPr>
    <a:lvl7pPr marR="0" lvl="6"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7pPr>
    <a:lvl8pPr marR="0" lvl="7"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8pPr>
    <a:lvl9pPr marR="0" lvl="8"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9pPr>
  </p:defaultTextStyle>
  <p:extLst>
    <p:ext uri="{521415D9-36F7-43E2-AB2F-B90AF26B5E84}">
      <p14:sectionLst xmlns:p14="http://schemas.microsoft.com/office/powerpoint/2010/main">
        <p14:section name="Lead Slides" id="{624A5424-C3EB-4AB9-9A33-BE7692E031C3}">
          <p14:sldIdLst>
            <p14:sldId id="2147482713"/>
            <p14:sldId id="2147482716"/>
            <p14:sldId id="2147482715"/>
            <p14:sldId id="2147482714"/>
            <p14:sldId id="2147482727"/>
            <p14:sldId id="2147482725"/>
            <p14:sldId id="2147482723"/>
            <p14:sldId id="2147482726"/>
            <p14:sldId id="2147482717"/>
            <p14:sldId id="2147482718"/>
            <p14:sldId id="2147482720"/>
            <p14:sldId id="2147482721"/>
            <p14:sldId id="2147482722"/>
            <p14:sldId id="2147482728"/>
            <p14:sldId id="2147482729"/>
            <p14:sldId id="2147482730"/>
            <p14:sldId id="2147482731"/>
            <p14:sldId id="2147482732"/>
            <p14:sldId id="2147482733"/>
            <p14:sldId id="2147482734"/>
            <p14:sldId id="2147482735"/>
            <p14:sldId id="2147482736"/>
            <p14:sldId id="2147482737"/>
            <p14:sldId id="2147482738"/>
            <p14:sldId id="2147482739"/>
            <p14:sldId id="2147482740"/>
            <p14:sldId id="2147482752"/>
            <p14:sldId id="2147482753"/>
            <p14:sldId id="2147482754"/>
            <p14:sldId id="2147482755"/>
            <p14:sldId id="2147482756"/>
            <p14:sldId id="2147482757"/>
            <p14:sldId id="2147482758"/>
            <p14:sldId id="2147482759"/>
            <p14:sldId id="2147482760"/>
            <p14:sldId id="2147482761"/>
            <p14:sldId id="2147482762"/>
            <p14:sldId id="2147482763"/>
            <p14:sldId id="2147482764"/>
          </p14:sldIdLst>
        </p14:section>
        <p14:section name="Content Slides - Light" id="{1ED65BF6-9F0C-414D-BF50-B104BAA36802}">
          <p14:sldIdLst>
            <p14:sldId id="2147482691"/>
            <p14:sldId id="2147482692"/>
            <p14:sldId id="2147482693"/>
            <p14:sldId id="2147482694"/>
            <p14:sldId id="2147482695"/>
            <p14:sldId id="2147482696"/>
            <p14:sldId id="2147482697"/>
            <p14:sldId id="2147482698"/>
            <p14:sldId id="2147482699"/>
            <p14:sldId id="2147482765"/>
            <p14:sldId id="2147482701"/>
            <p14:sldId id="2147482741"/>
            <p14:sldId id="2147482742"/>
            <p14:sldId id="2147482743"/>
            <p14:sldId id="2147482744"/>
            <p14:sldId id="2147482745"/>
            <p14:sldId id="2147482746"/>
            <p14:sldId id="2147482747"/>
            <p14:sldId id="2147482748"/>
            <p14:sldId id="2147482749"/>
            <p14:sldId id="2147482750"/>
            <p14:sldId id="2147482751"/>
          </p14:sldIdLst>
        </p14:section>
      </p14:sectionLst>
    </p:ext>
    <p:ext uri="{EFAFB233-063F-42B5-8137-9DF3F51BA10A}">
      <p15:sldGuideLst xmlns:p15="http://schemas.microsoft.com/office/powerpoint/2012/main">
        <p15:guide id="1" orient="horz" userDrawn="1">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0B32C60-7DD6-20F7-2C8C-66FB8807BC70}" name="Nalini Vijayraghavan" initials="NV" userId="S::nalini.vijayraghavan@nitorinfotech.com::8145f850-0a2a-4ad7-a658-5d135d16f177" providerId="AD"/>
  <p188:author id="{9D8F997E-231D-D988-9F7C-1F7502F72C3B}" name="Nalini Vijayraghavan" initials="NV" userId="S::nalini.vijayraghavan_nitorinfotech.com#ext#@ascendionhub.onmicrosoft.com::d74d9f35-ce6d-48e0-8571-d9ac977eab49" providerId="AD"/>
  <p188:author id="{9C634498-D5AC-8BAF-D6EE-F1F0F0FE543F}" name="Shravani Dhavale" initials="SD" userId="S::shravani.dhavale@nitorinfotech.com::cfe6810b-2524-43a9-ad2f-a3d1f61606d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450"/>
    <a:srgbClr val="8C005A"/>
    <a:srgbClr val="B4B4B4"/>
    <a:srgbClr val="828282"/>
    <a:srgbClr val="968CFA"/>
    <a:srgbClr val="FF7DBE"/>
    <a:srgbClr val="2DDCAA"/>
    <a:srgbClr val="FFE150"/>
    <a:srgbClr val="5A37AF"/>
    <a:srgbClr val="F5821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385" autoAdjust="0"/>
    <p:restoredTop sz="94918" autoAdjust="0"/>
  </p:normalViewPr>
  <p:slideViewPr>
    <p:cSldViewPr snapToGrid="0">
      <p:cViewPr varScale="1">
        <p:scale>
          <a:sx n="166" d="100"/>
          <a:sy n="166" d="100"/>
        </p:scale>
        <p:origin x="640" y="184"/>
      </p:cViewPr>
      <p:guideLst>
        <p:guide orient="horz"/>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3452"/>
    </p:cViewPr>
  </p:sorterViewPr>
  <p:notesViewPr>
    <p:cSldViewPr snapToGrid="0" showGuides="1">
      <p:cViewPr varScale="1">
        <p:scale>
          <a:sx n="60" d="100"/>
          <a:sy n="60" d="100"/>
        </p:scale>
        <p:origin x="2333" y="48"/>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slide" Target="slides/slide57.xml"/><Relationship Id="rId68" Type="http://schemas.openxmlformats.org/officeDocument/2006/relationships/notesMaster" Target="notesMasters/notesMaster1.xml"/><Relationship Id="rId16" Type="http://schemas.openxmlformats.org/officeDocument/2006/relationships/slide" Target="slides/slide10.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slide" Target="slides/slide47.xml"/><Relationship Id="rId58" Type="http://schemas.openxmlformats.org/officeDocument/2006/relationships/slide" Target="slides/slide52.xml"/><Relationship Id="rId66" Type="http://schemas.openxmlformats.org/officeDocument/2006/relationships/slide" Target="slides/slide60.xml"/><Relationship Id="rId74" Type="http://schemas.openxmlformats.org/officeDocument/2006/relationships/font" Target="fonts/font5.fntdata"/><Relationship Id="rId79" Type="http://schemas.microsoft.com/office/2018/10/relationships/authors" Target="authors.xml"/><Relationship Id="rId5" Type="http://schemas.openxmlformats.org/officeDocument/2006/relationships/slideMaster" Target="slideMasters/slideMaster2.xml"/><Relationship Id="rId61" Type="http://schemas.openxmlformats.org/officeDocument/2006/relationships/slide" Target="slides/slide55.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slide" Target="slides/slide58.xml"/><Relationship Id="rId69" Type="http://schemas.openxmlformats.org/officeDocument/2006/relationships/handoutMaster" Target="handoutMasters/handoutMaster1.xml"/><Relationship Id="rId77" Type="http://schemas.openxmlformats.org/officeDocument/2006/relationships/theme" Target="theme/theme1.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font" Target="fonts/font3.fntdata"/><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slide" Target="slides/slide61.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slide" Target="slides/slide56.xml"/><Relationship Id="rId70" Type="http://schemas.openxmlformats.org/officeDocument/2006/relationships/font" Target="fonts/font1.fntdata"/><Relationship Id="rId75"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slide" Target="slides/slide59.xml"/><Relationship Id="rId73" Type="http://schemas.openxmlformats.org/officeDocument/2006/relationships/font" Target="fonts/font4.fntdata"/><Relationship Id="rId78"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6" Type="http://schemas.openxmlformats.org/officeDocument/2006/relationships/viewProps" Target="viewProps.xml"/><Relationship Id="rId7" Type="http://schemas.openxmlformats.org/officeDocument/2006/relationships/slide" Target="slides/slide1.xml"/><Relationship Id="rId71" Type="http://schemas.openxmlformats.org/officeDocument/2006/relationships/font" Target="fonts/font2.fntdata"/><Relationship Id="rId2" Type="http://schemas.openxmlformats.org/officeDocument/2006/relationships/customXml" Target="../customXml/item2.xml"/><Relationship Id="rId29" Type="http://schemas.openxmlformats.org/officeDocument/2006/relationships/slide" Target="slides/slide2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778A903-E8D0-A339-1AEF-D7EF8477D4F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a:extLst>
              <a:ext uri="{FF2B5EF4-FFF2-40B4-BE49-F238E27FC236}">
                <a16:creationId xmlns:a16="http://schemas.microsoft.com/office/drawing/2014/main" id="{40EEE6FB-6924-89DD-27F6-1BE97F472F0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4617FBF-CB58-4B09-B386-3C9BAF9F95D9}" type="datetimeFigureOut">
              <a:rPr lang="en-AU" smtClean="0"/>
              <a:t>18/3/2026</a:t>
            </a:fld>
            <a:endParaRPr lang="en-AU"/>
          </a:p>
        </p:txBody>
      </p:sp>
      <p:sp>
        <p:nvSpPr>
          <p:cNvPr id="4" name="Footer Placeholder 3">
            <a:extLst>
              <a:ext uri="{FF2B5EF4-FFF2-40B4-BE49-F238E27FC236}">
                <a16:creationId xmlns:a16="http://schemas.microsoft.com/office/drawing/2014/main" id="{9B3E95D4-68A0-CDCC-782B-C7DF093F97B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5" name="Slide Number Placeholder 4">
            <a:extLst>
              <a:ext uri="{FF2B5EF4-FFF2-40B4-BE49-F238E27FC236}">
                <a16:creationId xmlns:a16="http://schemas.microsoft.com/office/drawing/2014/main" id="{3908694C-1AB6-6276-2B1A-322780F08D8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AB7242E-8435-44AE-8F68-EBCBBAA5DD34}" type="slidenum">
              <a:rPr lang="en-AU" smtClean="0"/>
              <a:t>‹#›</a:t>
            </a:fld>
            <a:endParaRPr lang="en-AU"/>
          </a:p>
        </p:txBody>
      </p:sp>
    </p:spTree>
    <p:extLst>
      <p:ext uri="{BB962C8B-B14F-4D97-AF65-F5344CB8AC3E}">
        <p14:creationId xmlns:p14="http://schemas.microsoft.com/office/powerpoint/2010/main" val="1395237040"/>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1pPr>
    <a:lvl2pPr marR="0" lvl="1"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2pPr>
    <a:lvl3pPr marR="0" lvl="2"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3pPr>
    <a:lvl4pPr marR="0" lvl="3"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4pPr>
    <a:lvl5pPr marR="0" lvl="4"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5pPr>
    <a:lvl6pPr marR="0" lvl="5"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6pPr>
    <a:lvl7pPr marR="0" lvl="6"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7pPr>
    <a:lvl8pPr marR="0" lvl="7"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8pPr>
    <a:lvl9pPr marR="0" lvl="8"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reserve="1" userDrawn="1">
  <p:cSld name="1_Title slide - Light">
    <p:bg>
      <p:bgPr>
        <a:solidFill>
          <a:schemeClr val="bg1"/>
        </a:solidFill>
        <a:effectLst/>
      </p:bgPr>
    </p:bg>
    <p:spTree>
      <p:nvGrpSpPr>
        <p:cNvPr id="1" name="Shape 9"/>
        <p:cNvGrpSpPr/>
        <p:nvPr/>
      </p:nvGrpSpPr>
      <p:grpSpPr>
        <a:xfrm>
          <a:off x="0" y="0"/>
          <a:ext cx="0" cy="0"/>
          <a:chOff x="0" y="0"/>
          <a:chExt cx="0" cy="0"/>
        </a:xfrm>
      </p:grpSpPr>
      <p:sp>
        <p:nvSpPr>
          <p:cNvPr id="3" name="Picture Placeholder 2">
            <a:extLst>
              <a:ext uri="{FF2B5EF4-FFF2-40B4-BE49-F238E27FC236}">
                <a16:creationId xmlns:a16="http://schemas.microsoft.com/office/drawing/2014/main" id="{8E170EA9-D2AF-9A09-EEFA-388294C307E3}"/>
              </a:ext>
            </a:extLst>
          </p:cNvPr>
          <p:cNvSpPr>
            <a:spLocks noGrp="1"/>
          </p:cNvSpPr>
          <p:nvPr>
            <p:ph type="pic" sz="quarter" idx="13" hasCustomPrompt="1"/>
          </p:nvPr>
        </p:nvSpPr>
        <p:spPr>
          <a:xfrm>
            <a:off x="0" y="703898"/>
            <a:ext cx="9146381" cy="2425381"/>
          </a:xfrm>
          <a:custGeom>
            <a:avLst/>
            <a:gdLst>
              <a:gd name="connsiteX0" fmla="*/ 0 w 9144000"/>
              <a:gd name="connsiteY0" fmla="*/ 0 h 2270297"/>
              <a:gd name="connsiteX1" fmla="*/ 9144000 w 9144000"/>
              <a:gd name="connsiteY1" fmla="*/ 0 h 2270297"/>
              <a:gd name="connsiteX2" fmla="*/ 9144000 w 9144000"/>
              <a:gd name="connsiteY2" fmla="*/ 2270297 h 2270297"/>
              <a:gd name="connsiteX3" fmla="*/ 0 w 9144000"/>
              <a:gd name="connsiteY3" fmla="*/ 2270297 h 2270297"/>
              <a:gd name="connsiteX4" fmla="*/ 0 w 9144000"/>
              <a:gd name="connsiteY4" fmla="*/ 0 h 2270297"/>
              <a:gd name="connsiteX0" fmla="*/ 0 w 9144000"/>
              <a:gd name="connsiteY0" fmla="*/ 5542 h 2275839"/>
              <a:gd name="connsiteX1" fmla="*/ 7642860 w 9144000"/>
              <a:gd name="connsiteY1" fmla="*/ 0 h 2275839"/>
              <a:gd name="connsiteX2" fmla="*/ 9144000 w 9144000"/>
              <a:gd name="connsiteY2" fmla="*/ 5542 h 2275839"/>
              <a:gd name="connsiteX3" fmla="*/ 9144000 w 9144000"/>
              <a:gd name="connsiteY3" fmla="*/ 2275839 h 2275839"/>
              <a:gd name="connsiteX4" fmla="*/ 0 w 9144000"/>
              <a:gd name="connsiteY4" fmla="*/ 2275839 h 2275839"/>
              <a:gd name="connsiteX5" fmla="*/ 0 w 9144000"/>
              <a:gd name="connsiteY5" fmla="*/ 5542 h 2275839"/>
              <a:gd name="connsiteX0" fmla="*/ 0 w 9144000"/>
              <a:gd name="connsiteY0" fmla="*/ 5542 h 2275839"/>
              <a:gd name="connsiteX1" fmla="*/ 7642860 w 9144000"/>
              <a:gd name="connsiteY1" fmla="*/ 0 h 2275839"/>
              <a:gd name="connsiteX2" fmla="*/ 8877300 w 9144000"/>
              <a:gd name="connsiteY2" fmla="*/ 0 h 2275839"/>
              <a:gd name="connsiteX3" fmla="*/ 9144000 w 9144000"/>
              <a:gd name="connsiteY3" fmla="*/ 5542 h 2275839"/>
              <a:gd name="connsiteX4" fmla="*/ 9144000 w 9144000"/>
              <a:gd name="connsiteY4" fmla="*/ 2275839 h 2275839"/>
              <a:gd name="connsiteX5" fmla="*/ 0 w 9144000"/>
              <a:gd name="connsiteY5" fmla="*/ 2275839 h 2275839"/>
              <a:gd name="connsiteX6" fmla="*/ 0 w 9144000"/>
              <a:gd name="connsiteY6" fmla="*/ 5542 h 2275839"/>
              <a:gd name="connsiteX0" fmla="*/ 0 w 9144000"/>
              <a:gd name="connsiteY0" fmla="*/ 13162 h 2283459"/>
              <a:gd name="connsiteX1" fmla="*/ 7642860 w 9144000"/>
              <a:gd name="connsiteY1" fmla="*/ 7620 h 2283459"/>
              <a:gd name="connsiteX2" fmla="*/ 8282940 w 9144000"/>
              <a:gd name="connsiteY2" fmla="*/ 0 h 2283459"/>
              <a:gd name="connsiteX3" fmla="*/ 8877300 w 9144000"/>
              <a:gd name="connsiteY3" fmla="*/ 7620 h 2283459"/>
              <a:gd name="connsiteX4" fmla="*/ 9144000 w 9144000"/>
              <a:gd name="connsiteY4" fmla="*/ 13162 h 2283459"/>
              <a:gd name="connsiteX5" fmla="*/ 9144000 w 9144000"/>
              <a:gd name="connsiteY5" fmla="*/ 2283459 h 2283459"/>
              <a:gd name="connsiteX6" fmla="*/ 0 w 9144000"/>
              <a:gd name="connsiteY6" fmla="*/ 2283459 h 2283459"/>
              <a:gd name="connsiteX7" fmla="*/ 0 w 9144000"/>
              <a:gd name="connsiteY7" fmla="*/ 13162 h 2283459"/>
              <a:gd name="connsiteX0" fmla="*/ 0 w 9144000"/>
              <a:gd name="connsiteY0" fmla="*/ 150322 h 2420619"/>
              <a:gd name="connsiteX1" fmla="*/ 7642860 w 9144000"/>
              <a:gd name="connsiteY1" fmla="*/ 144780 h 2420619"/>
              <a:gd name="connsiteX2" fmla="*/ 8260080 w 9144000"/>
              <a:gd name="connsiteY2" fmla="*/ 0 h 2420619"/>
              <a:gd name="connsiteX3" fmla="*/ 8877300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609523 w 9144000"/>
              <a:gd name="connsiteY1" fmla="*/ 140017 h 2420619"/>
              <a:gd name="connsiteX2" fmla="*/ 8260080 w 9144000"/>
              <a:gd name="connsiteY2" fmla="*/ 0 h 2420619"/>
              <a:gd name="connsiteX3" fmla="*/ 8877300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609523 w 9144000"/>
              <a:gd name="connsiteY1" fmla="*/ 140017 h 2420619"/>
              <a:gd name="connsiteX2" fmla="*/ 8260080 w 9144000"/>
              <a:gd name="connsiteY2" fmla="*/ 0 h 2420619"/>
              <a:gd name="connsiteX3" fmla="*/ 8893969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602379 w 9144000"/>
              <a:gd name="connsiteY1" fmla="*/ 147161 h 2420619"/>
              <a:gd name="connsiteX2" fmla="*/ 8260080 w 9144000"/>
              <a:gd name="connsiteY2" fmla="*/ 0 h 2420619"/>
              <a:gd name="connsiteX3" fmla="*/ 8893969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576185 w 9144000"/>
              <a:gd name="connsiteY1" fmla="*/ 144780 h 2420619"/>
              <a:gd name="connsiteX2" fmla="*/ 8260080 w 9144000"/>
              <a:gd name="connsiteY2" fmla="*/ 0 h 2420619"/>
              <a:gd name="connsiteX3" fmla="*/ 8893969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576185 w 9144000"/>
              <a:gd name="connsiteY1" fmla="*/ 144780 h 2420619"/>
              <a:gd name="connsiteX2" fmla="*/ 8260080 w 9144000"/>
              <a:gd name="connsiteY2" fmla="*/ 0 h 2420619"/>
              <a:gd name="connsiteX3" fmla="*/ 8893969 w 9144000"/>
              <a:gd name="connsiteY3" fmla="*/ 149543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576185 w 9144000"/>
              <a:gd name="connsiteY1" fmla="*/ 144780 h 2420619"/>
              <a:gd name="connsiteX2" fmla="*/ 8260080 w 9144000"/>
              <a:gd name="connsiteY2" fmla="*/ 0 h 2420619"/>
              <a:gd name="connsiteX3" fmla="*/ 8936831 w 9144000"/>
              <a:gd name="connsiteY3" fmla="*/ 151924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6381"/>
              <a:gd name="connsiteY0" fmla="*/ 150322 h 2420619"/>
              <a:gd name="connsiteX1" fmla="*/ 7576185 w 9146381"/>
              <a:gd name="connsiteY1" fmla="*/ 144780 h 2420619"/>
              <a:gd name="connsiteX2" fmla="*/ 8260080 w 9146381"/>
              <a:gd name="connsiteY2" fmla="*/ 0 h 2420619"/>
              <a:gd name="connsiteX3" fmla="*/ 8936831 w 9146381"/>
              <a:gd name="connsiteY3" fmla="*/ 151924 h 2420619"/>
              <a:gd name="connsiteX4" fmla="*/ 9146381 w 9146381"/>
              <a:gd name="connsiteY4" fmla="*/ 147941 h 2420619"/>
              <a:gd name="connsiteX5" fmla="*/ 9144000 w 9146381"/>
              <a:gd name="connsiteY5" fmla="*/ 2420619 h 2420619"/>
              <a:gd name="connsiteX6" fmla="*/ 0 w 9146381"/>
              <a:gd name="connsiteY6" fmla="*/ 2420619 h 2420619"/>
              <a:gd name="connsiteX7" fmla="*/ 0 w 9146381"/>
              <a:gd name="connsiteY7" fmla="*/ 150322 h 2420619"/>
              <a:gd name="connsiteX0" fmla="*/ 0 w 9146381"/>
              <a:gd name="connsiteY0" fmla="*/ 150322 h 2420619"/>
              <a:gd name="connsiteX1" fmla="*/ 7576185 w 9146381"/>
              <a:gd name="connsiteY1" fmla="*/ 144780 h 2420619"/>
              <a:gd name="connsiteX2" fmla="*/ 8260080 w 9146381"/>
              <a:gd name="connsiteY2" fmla="*/ 0 h 2420619"/>
              <a:gd name="connsiteX3" fmla="*/ 8936831 w 9146381"/>
              <a:gd name="connsiteY3" fmla="*/ 147162 h 2420619"/>
              <a:gd name="connsiteX4" fmla="*/ 9146381 w 9146381"/>
              <a:gd name="connsiteY4" fmla="*/ 147941 h 2420619"/>
              <a:gd name="connsiteX5" fmla="*/ 9144000 w 9146381"/>
              <a:gd name="connsiteY5" fmla="*/ 2420619 h 2420619"/>
              <a:gd name="connsiteX6" fmla="*/ 0 w 9146381"/>
              <a:gd name="connsiteY6" fmla="*/ 2420619 h 2420619"/>
              <a:gd name="connsiteX7" fmla="*/ 0 w 9146381"/>
              <a:gd name="connsiteY7" fmla="*/ 150322 h 2420619"/>
              <a:gd name="connsiteX0" fmla="*/ 0 w 9146381"/>
              <a:gd name="connsiteY0" fmla="*/ 150322 h 2420619"/>
              <a:gd name="connsiteX1" fmla="*/ 7566660 w 9146381"/>
              <a:gd name="connsiteY1" fmla="*/ 142399 h 2420619"/>
              <a:gd name="connsiteX2" fmla="*/ 8260080 w 9146381"/>
              <a:gd name="connsiteY2" fmla="*/ 0 h 2420619"/>
              <a:gd name="connsiteX3" fmla="*/ 8936831 w 9146381"/>
              <a:gd name="connsiteY3" fmla="*/ 147162 h 2420619"/>
              <a:gd name="connsiteX4" fmla="*/ 9146381 w 9146381"/>
              <a:gd name="connsiteY4" fmla="*/ 147941 h 2420619"/>
              <a:gd name="connsiteX5" fmla="*/ 9144000 w 9146381"/>
              <a:gd name="connsiteY5" fmla="*/ 2420619 h 2420619"/>
              <a:gd name="connsiteX6" fmla="*/ 0 w 9146381"/>
              <a:gd name="connsiteY6" fmla="*/ 2420619 h 2420619"/>
              <a:gd name="connsiteX7" fmla="*/ 0 w 9146381"/>
              <a:gd name="connsiteY7" fmla="*/ 150322 h 2420619"/>
              <a:gd name="connsiteX0" fmla="*/ 0 w 9146381"/>
              <a:gd name="connsiteY0" fmla="*/ 155084 h 2425381"/>
              <a:gd name="connsiteX1" fmla="*/ 7566660 w 9146381"/>
              <a:gd name="connsiteY1" fmla="*/ 147161 h 2425381"/>
              <a:gd name="connsiteX2" fmla="*/ 8250555 w 9146381"/>
              <a:gd name="connsiteY2" fmla="*/ 0 h 2425381"/>
              <a:gd name="connsiteX3" fmla="*/ 8936831 w 9146381"/>
              <a:gd name="connsiteY3" fmla="*/ 151924 h 2425381"/>
              <a:gd name="connsiteX4" fmla="*/ 9146381 w 9146381"/>
              <a:gd name="connsiteY4" fmla="*/ 152703 h 2425381"/>
              <a:gd name="connsiteX5" fmla="*/ 9144000 w 9146381"/>
              <a:gd name="connsiteY5" fmla="*/ 2425381 h 2425381"/>
              <a:gd name="connsiteX6" fmla="*/ 0 w 9146381"/>
              <a:gd name="connsiteY6" fmla="*/ 2425381 h 2425381"/>
              <a:gd name="connsiteX7" fmla="*/ 0 w 9146381"/>
              <a:gd name="connsiteY7" fmla="*/ 155084 h 2425381"/>
              <a:gd name="connsiteX0" fmla="*/ 0 w 9146381"/>
              <a:gd name="connsiteY0" fmla="*/ 142384 h 2425381"/>
              <a:gd name="connsiteX1" fmla="*/ 7566660 w 9146381"/>
              <a:gd name="connsiteY1" fmla="*/ 147161 h 2425381"/>
              <a:gd name="connsiteX2" fmla="*/ 8250555 w 9146381"/>
              <a:gd name="connsiteY2" fmla="*/ 0 h 2425381"/>
              <a:gd name="connsiteX3" fmla="*/ 8936831 w 9146381"/>
              <a:gd name="connsiteY3" fmla="*/ 151924 h 2425381"/>
              <a:gd name="connsiteX4" fmla="*/ 9146381 w 9146381"/>
              <a:gd name="connsiteY4" fmla="*/ 152703 h 2425381"/>
              <a:gd name="connsiteX5" fmla="*/ 9144000 w 9146381"/>
              <a:gd name="connsiteY5" fmla="*/ 2425381 h 2425381"/>
              <a:gd name="connsiteX6" fmla="*/ 0 w 9146381"/>
              <a:gd name="connsiteY6" fmla="*/ 2425381 h 2425381"/>
              <a:gd name="connsiteX7" fmla="*/ 0 w 9146381"/>
              <a:gd name="connsiteY7" fmla="*/ 142384 h 242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6381" h="2425381">
                <a:moveTo>
                  <a:pt x="0" y="142384"/>
                </a:moveTo>
                <a:lnTo>
                  <a:pt x="7566660" y="147161"/>
                </a:lnTo>
                <a:lnTo>
                  <a:pt x="8250555" y="0"/>
                </a:lnTo>
                <a:lnTo>
                  <a:pt x="8936831" y="151924"/>
                </a:lnTo>
                <a:lnTo>
                  <a:pt x="9146381" y="152703"/>
                </a:lnTo>
                <a:cubicBezTo>
                  <a:pt x="9145587" y="910262"/>
                  <a:pt x="9144794" y="1667822"/>
                  <a:pt x="9144000" y="2425381"/>
                </a:cubicBezTo>
                <a:lnTo>
                  <a:pt x="0" y="2425381"/>
                </a:lnTo>
                <a:lnTo>
                  <a:pt x="0" y="142384"/>
                </a:lnTo>
                <a:close/>
              </a:path>
            </a:pathLst>
          </a:custGeom>
        </p:spPr>
        <p:txBody>
          <a:bodyPr vert="horz" lIns="0" tIns="0" rIns="0" bIns="0" rtlCol="0" anchor="ctr">
            <a:normAutofit/>
          </a:bodyPr>
          <a:lstStyle>
            <a:lvl1pPr>
              <a:defRPr lang="en-AU" sz="1200" dirty="0"/>
            </a:lvl1pPr>
          </a:lstStyle>
          <a:p>
            <a:pPr marL="0" lvl="0" indent="0" algn="ctr">
              <a:buNone/>
            </a:pPr>
            <a:r>
              <a:rPr lang="en-IN" dirty="0"/>
              <a:t>Click here to add image</a:t>
            </a:r>
            <a:endParaRPr lang="en-AU" dirty="0"/>
          </a:p>
        </p:txBody>
      </p:sp>
      <p:sp>
        <p:nvSpPr>
          <p:cNvPr id="5" name="Google Shape;10;p2">
            <a:extLst>
              <a:ext uri="{FF2B5EF4-FFF2-40B4-BE49-F238E27FC236}">
                <a16:creationId xmlns:a16="http://schemas.microsoft.com/office/drawing/2014/main" id="{7DE77569-CF12-8ADA-417E-A17EED745482}"/>
              </a:ext>
            </a:extLst>
          </p:cNvPr>
          <p:cNvSpPr txBox="1">
            <a:spLocks noGrp="1"/>
          </p:cNvSpPr>
          <p:nvPr>
            <p:ph type="ctrTitle" hasCustomPrompt="1"/>
          </p:nvPr>
        </p:nvSpPr>
        <p:spPr>
          <a:xfrm>
            <a:off x="311708" y="3257550"/>
            <a:ext cx="8520600" cy="1047749"/>
          </a:xfrm>
          <a:prstGeom prst="rect">
            <a:avLst/>
          </a:prstGeom>
        </p:spPr>
        <p:txBody>
          <a:bodyPr spcFirstLastPara="1" wrap="square" lIns="90000" tIns="90000" rIns="90000" bIns="36000" anchor="b" anchorCtr="0">
            <a:noAutofit/>
          </a:bodyPr>
          <a:lstStyle>
            <a:lvl1pPr lvl="0" algn="l">
              <a:spcBef>
                <a:spcPts val="0"/>
              </a:spcBef>
              <a:spcAft>
                <a:spcPts val="0"/>
              </a:spcAft>
              <a:buSzPts val="5200"/>
              <a:buNone/>
              <a:defRPr sz="2800" b="1">
                <a:latin typeface="PP Neue Machina Plain Ultrabold" pitchFamily="50" charset="0"/>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br>
              <a:rPr lang="en-IN" dirty="0"/>
            </a:br>
            <a:r>
              <a:rPr lang="en-IN" dirty="0"/>
              <a:t>Click here to </a:t>
            </a:r>
            <a:br>
              <a:rPr lang="en-IN" dirty="0"/>
            </a:br>
            <a:r>
              <a:rPr lang="en-IN" dirty="0"/>
              <a:t>add title</a:t>
            </a:r>
            <a:endParaRPr dirty="0"/>
          </a:p>
        </p:txBody>
      </p:sp>
      <p:sp>
        <p:nvSpPr>
          <p:cNvPr id="6" name="Google Shape;11;p2">
            <a:extLst>
              <a:ext uri="{FF2B5EF4-FFF2-40B4-BE49-F238E27FC236}">
                <a16:creationId xmlns:a16="http://schemas.microsoft.com/office/drawing/2014/main" id="{0C50BD5F-C55E-53AD-DB29-26F4E5A5E512}"/>
              </a:ext>
            </a:extLst>
          </p:cNvPr>
          <p:cNvSpPr txBox="1">
            <a:spLocks noGrp="1"/>
          </p:cNvSpPr>
          <p:nvPr>
            <p:ph type="subTitle" idx="1"/>
          </p:nvPr>
        </p:nvSpPr>
        <p:spPr>
          <a:xfrm>
            <a:off x="304800" y="4324350"/>
            <a:ext cx="8520600" cy="457200"/>
          </a:xfrm>
          <a:prstGeom prst="rect">
            <a:avLst/>
          </a:prstGeom>
        </p:spPr>
        <p:txBody>
          <a:bodyPr spcFirstLastPara="1" wrap="square" lIns="90000" tIns="90000" rIns="90000" bIns="90000" anchor="t" anchorCtr="0">
            <a:noAutofit/>
          </a:bodyPr>
          <a:lstStyle>
            <a:lvl1pPr marL="0" lvl="0" indent="0" algn="l">
              <a:lnSpc>
                <a:spcPct val="100000"/>
              </a:lnSpc>
              <a:spcBef>
                <a:spcPts val="0"/>
              </a:spcBef>
              <a:spcAft>
                <a:spcPts val="0"/>
              </a:spcAft>
              <a:buSzPts val="2800"/>
              <a:buNone/>
              <a:defRPr sz="1800">
                <a:solidFill>
                  <a:schemeClr val="accent2"/>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dirty="0"/>
          </a:p>
        </p:txBody>
      </p:sp>
      <p:sp>
        <p:nvSpPr>
          <p:cNvPr id="22" name="Freeform: Shape 8">
            <a:extLst>
              <a:ext uri="{FF2B5EF4-FFF2-40B4-BE49-F238E27FC236}">
                <a16:creationId xmlns:a16="http://schemas.microsoft.com/office/drawing/2014/main" id="{09E8F167-CEB0-2B8A-DFBB-61B9FF5EE686}"/>
              </a:ext>
            </a:extLst>
          </p:cNvPr>
          <p:cNvSpPr/>
          <p:nvPr userDrawn="1"/>
        </p:nvSpPr>
        <p:spPr>
          <a:xfrm>
            <a:off x="0" y="0"/>
            <a:ext cx="9144000" cy="857250"/>
          </a:xfrm>
          <a:custGeom>
            <a:avLst/>
            <a:gdLst>
              <a:gd name="connsiteX0" fmla="*/ 0 w 9144000"/>
              <a:gd name="connsiteY0" fmla="*/ 0 h 857250"/>
              <a:gd name="connsiteX1" fmla="*/ 0 w 9144000"/>
              <a:gd name="connsiteY1" fmla="*/ 857250 h 857250"/>
              <a:gd name="connsiteX2" fmla="*/ 7540609 w 9144000"/>
              <a:gd name="connsiteY2" fmla="*/ 857250 h 857250"/>
              <a:gd name="connsiteX3" fmla="*/ 8245698 w 9144000"/>
              <a:gd name="connsiteY3" fmla="*/ 707422 h 857250"/>
              <a:gd name="connsiteX4" fmla="*/ 8933831 w 9144000"/>
              <a:gd name="connsiteY4" fmla="*/ 857250 h 857250"/>
              <a:gd name="connsiteX5" fmla="*/ 9144000 w 9144000"/>
              <a:gd name="connsiteY5" fmla="*/ 857250 h 857250"/>
              <a:gd name="connsiteX6" fmla="*/ 9144000 w 9144000"/>
              <a:gd name="connsiteY6" fmla="*/ 0 h 857250"/>
              <a:gd name="connsiteX7" fmla="*/ 0 w 9144000"/>
              <a:gd name="connsiteY7" fmla="*/ 0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0" h="857250">
                <a:moveTo>
                  <a:pt x="0" y="0"/>
                </a:moveTo>
                <a:lnTo>
                  <a:pt x="0" y="857250"/>
                </a:lnTo>
                <a:lnTo>
                  <a:pt x="7540609" y="857250"/>
                </a:lnTo>
                <a:lnTo>
                  <a:pt x="8245698" y="707422"/>
                </a:lnTo>
                <a:lnTo>
                  <a:pt x="8933831" y="857250"/>
                </a:lnTo>
                <a:lnTo>
                  <a:pt x="9144000" y="857250"/>
                </a:lnTo>
                <a:lnTo>
                  <a:pt x="9144000" y="0"/>
                </a:lnTo>
                <a:lnTo>
                  <a:pt x="0" y="0"/>
                </a:lnTo>
                <a:close/>
              </a:path>
            </a:pathLst>
          </a:custGeom>
          <a:gradFill>
            <a:gsLst>
              <a:gs pos="0">
                <a:srgbClr val="ED1A7D"/>
              </a:gs>
              <a:gs pos="50000">
                <a:srgbClr val="BB1B6D"/>
              </a:gs>
              <a:gs pos="100000">
                <a:srgbClr val="891D5D"/>
              </a:gs>
            </a:gsLst>
            <a:lin ang="0" scaled="1"/>
          </a:gradFill>
          <a:ln w="8132" cap="flat">
            <a:noFill/>
            <a:prstDash val="solid"/>
            <a:miter/>
          </a:ln>
        </p:spPr>
        <p:txBody>
          <a:bodyPr rtlCol="0" anchor="ctr"/>
          <a:lstStyle/>
          <a:p>
            <a:pPr marL="0" lvl="0" defTabSz="914400" eaLnBrk="1" latinLnBrk="0" hangingPunct="1"/>
            <a:endParaRPr lang="en-AU" sz="1800" kern="1200">
              <a:solidFill>
                <a:schemeClr val="tx1"/>
              </a:solidFill>
              <a:latin typeface="+mn-lt"/>
              <a:ea typeface="+mn-ea"/>
              <a:cs typeface="+mn-cs"/>
            </a:endParaRPr>
          </a:p>
        </p:txBody>
      </p:sp>
      <p:sp>
        <p:nvSpPr>
          <p:cNvPr id="23" name="Freeform: Shape 9">
            <a:extLst>
              <a:ext uri="{FF2B5EF4-FFF2-40B4-BE49-F238E27FC236}">
                <a16:creationId xmlns:a16="http://schemas.microsoft.com/office/drawing/2014/main" id="{C176B543-C5A8-1AFD-ECA3-DD51E3B090D0}"/>
              </a:ext>
            </a:extLst>
          </p:cNvPr>
          <p:cNvSpPr/>
          <p:nvPr userDrawn="1"/>
        </p:nvSpPr>
        <p:spPr>
          <a:xfrm>
            <a:off x="7540608" y="437149"/>
            <a:ext cx="1246536" cy="285083"/>
          </a:xfrm>
          <a:custGeom>
            <a:avLst/>
            <a:gdLst>
              <a:gd name="connsiteX0" fmla="*/ 718995 w 1246536"/>
              <a:gd name="connsiteY0" fmla="*/ 0 h 285083"/>
              <a:gd name="connsiteX1" fmla="*/ 769239 w 1246536"/>
              <a:gd name="connsiteY1" fmla="*/ 10668 h 285083"/>
              <a:gd name="connsiteX2" fmla="*/ 842391 w 1246536"/>
              <a:gd name="connsiteY2" fmla="*/ 94726 h 285083"/>
              <a:gd name="connsiteX3" fmla="*/ 769239 w 1246536"/>
              <a:gd name="connsiteY3" fmla="*/ 147876 h 285083"/>
              <a:gd name="connsiteX4" fmla="*/ 718995 w 1246536"/>
              <a:gd name="connsiteY4" fmla="*/ 137208 h 285083"/>
              <a:gd name="connsiteX5" fmla="*/ 718995 w 1246536"/>
              <a:gd name="connsiteY5" fmla="*/ 48 h 285083"/>
              <a:gd name="connsiteX6" fmla="*/ 769239 w 1246536"/>
              <a:gd name="connsiteY6" fmla="*/ 116681 h 285083"/>
              <a:gd name="connsiteX7" fmla="*/ 808530 w 1246536"/>
              <a:gd name="connsiteY7" fmla="*/ 87487 h 285083"/>
              <a:gd name="connsiteX8" fmla="*/ 769239 w 1246536"/>
              <a:gd name="connsiteY8" fmla="*/ 41577 h 285083"/>
              <a:gd name="connsiteX9" fmla="*/ 752856 w 1246536"/>
              <a:gd name="connsiteY9" fmla="*/ 38100 h 285083"/>
              <a:gd name="connsiteX10" fmla="*/ 752856 w 1246536"/>
              <a:gd name="connsiteY10" fmla="*/ 113205 h 285083"/>
              <a:gd name="connsiteX11" fmla="*/ 769239 w 1246536"/>
              <a:gd name="connsiteY11" fmla="*/ 116681 h 285083"/>
              <a:gd name="connsiteX12" fmla="*/ 947024 w 1246536"/>
              <a:gd name="connsiteY12" fmla="*/ 48482 h 285083"/>
              <a:gd name="connsiteX13" fmla="*/ 947024 w 1246536"/>
              <a:gd name="connsiteY13" fmla="*/ 79391 h 285083"/>
              <a:gd name="connsiteX14" fmla="*/ 917067 w 1246536"/>
              <a:gd name="connsiteY14" fmla="*/ 73009 h 285083"/>
              <a:gd name="connsiteX15" fmla="*/ 917067 w 1246536"/>
              <a:gd name="connsiteY15" fmla="*/ 148114 h 285083"/>
              <a:gd name="connsiteX16" fmla="*/ 947024 w 1246536"/>
              <a:gd name="connsiteY16" fmla="*/ 154496 h 285083"/>
              <a:gd name="connsiteX17" fmla="*/ 947024 w 1246536"/>
              <a:gd name="connsiteY17" fmla="*/ 185642 h 285083"/>
              <a:gd name="connsiteX18" fmla="*/ 853393 w 1246536"/>
              <a:gd name="connsiteY18" fmla="*/ 165735 h 285083"/>
              <a:gd name="connsiteX19" fmla="*/ 853393 w 1246536"/>
              <a:gd name="connsiteY19" fmla="*/ 134588 h 285083"/>
              <a:gd name="connsiteX20" fmla="*/ 883349 w 1246536"/>
              <a:gd name="connsiteY20" fmla="*/ 140970 h 285083"/>
              <a:gd name="connsiteX21" fmla="*/ 883349 w 1246536"/>
              <a:gd name="connsiteY21" fmla="*/ 65865 h 285083"/>
              <a:gd name="connsiteX22" fmla="*/ 853393 w 1246536"/>
              <a:gd name="connsiteY22" fmla="*/ 59484 h 285083"/>
              <a:gd name="connsiteX23" fmla="*/ 853393 w 1246536"/>
              <a:gd name="connsiteY23" fmla="*/ 28575 h 285083"/>
              <a:gd name="connsiteX24" fmla="*/ 947024 w 1246536"/>
              <a:gd name="connsiteY24" fmla="*/ 48482 h 285083"/>
              <a:gd name="connsiteX25" fmla="*/ 1026319 w 1246536"/>
              <a:gd name="connsiteY25" fmla="*/ 62579 h 285083"/>
              <a:gd name="connsiteX26" fmla="*/ 1094994 w 1246536"/>
              <a:gd name="connsiteY26" fmla="*/ 148399 h 285083"/>
              <a:gd name="connsiteX27" fmla="*/ 1026319 w 1246536"/>
              <a:gd name="connsiteY27" fmla="*/ 205216 h 285083"/>
              <a:gd name="connsiteX28" fmla="*/ 957263 w 1246536"/>
              <a:gd name="connsiteY28" fmla="*/ 119158 h 285083"/>
              <a:gd name="connsiteX29" fmla="*/ 1026319 w 1246536"/>
              <a:gd name="connsiteY29" fmla="*/ 62627 h 285083"/>
              <a:gd name="connsiteX30" fmla="*/ 1026319 w 1246536"/>
              <a:gd name="connsiteY30" fmla="*/ 173117 h 285083"/>
              <a:gd name="connsiteX31" fmla="*/ 1060180 w 1246536"/>
              <a:gd name="connsiteY31" fmla="*/ 141018 h 285083"/>
              <a:gd name="connsiteX32" fmla="*/ 1026319 w 1246536"/>
              <a:gd name="connsiteY32" fmla="*/ 94726 h 285083"/>
              <a:gd name="connsiteX33" fmla="*/ 992267 w 1246536"/>
              <a:gd name="connsiteY33" fmla="*/ 126587 h 285083"/>
              <a:gd name="connsiteX34" fmla="*/ 1026319 w 1246536"/>
              <a:gd name="connsiteY34" fmla="*/ 173117 h 285083"/>
              <a:gd name="connsiteX35" fmla="*/ 1111949 w 1246536"/>
              <a:gd name="connsiteY35" fmla="*/ 83534 h 285083"/>
              <a:gd name="connsiteX36" fmla="*/ 1175814 w 1246536"/>
              <a:gd name="connsiteY36" fmla="*/ 97107 h 285083"/>
              <a:gd name="connsiteX37" fmla="*/ 1212675 w 1246536"/>
              <a:gd name="connsiteY37" fmla="*/ 230791 h 285083"/>
              <a:gd name="connsiteX38" fmla="*/ 1212675 w 1246536"/>
              <a:gd name="connsiteY38" fmla="*/ 104918 h 285083"/>
              <a:gd name="connsiteX39" fmla="*/ 1246537 w 1246536"/>
              <a:gd name="connsiteY39" fmla="*/ 112109 h 285083"/>
              <a:gd name="connsiteX40" fmla="*/ 1246537 w 1246536"/>
              <a:gd name="connsiteY40" fmla="*/ 249269 h 285083"/>
              <a:gd name="connsiteX41" fmla="*/ 1182672 w 1246536"/>
              <a:gd name="connsiteY41" fmla="*/ 235696 h 285083"/>
              <a:gd name="connsiteX42" fmla="*/ 1145810 w 1246536"/>
              <a:gd name="connsiteY42" fmla="*/ 102013 h 285083"/>
              <a:gd name="connsiteX43" fmla="*/ 1145810 w 1246536"/>
              <a:gd name="connsiteY43" fmla="*/ 227886 h 285083"/>
              <a:gd name="connsiteX44" fmla="*/ 1111949 w 1246536"/>
              <a:gd name="connsiteY44" fmla="*/ 220694 h 285083"/>
              <a:gd name="connsiteX45" fmla="*/ 1111949 w 1246536"/>
              <a:gd name="connsiteY45" fmla="*/ 83534 h 285083"/>
              <a:gd name="connsiteX46" fmla="*/ 42101 w 1246536"/>
              <a:gd name="connsiteY46" fmla="*/ 138970 h 285083"/>
              <a:gd name="connsiteX47" fmla="*/ 104108 w 1246536"/>
              <a:gd name="connsiteY47" fmla="*/ 125778 h 285083"/>
              <a:gd name="connsiteX48" fmla="*/ 145971 w 1246536"/>
              <a:gd name="connsiteY48" fmla="*/ 254032 h 285083"/>
              <a:gd name="connsiteX49" fmla="*/ 110061 w 1246536"/>
              <a:gd name="connsiteY49" fmla="*/ 261652 h 285083"/>
              <a:gd name="connsiteX50" fmla="*/ 97774 w 1246536"/>
              <a:gd name="connsiteY50" fmla="*/ 222837 h 285083"/>
              <a:gd name="connsiteX51" fmla="*/ 47863 w 1246536"/>
              <a:gd name="connsiteY51" fmla="*/ 233458 h 285083"/>
              <a:gd name="connsiteX52" fmla="*/ 35576 w 1246536"/>
              <a:gd name="connsiteY52" fmla="*/ 277511 h 285083"/>
              <a:gd name="connsiteX53" fmla="*/ 0 w 1246536"/>
              <a:gd name="connsiteY53" fmla="*/ 285083 h 285083"/>
              <a:gd name="connsiteX54" fmla="*/ 42053 w 1246536"/>
              <a:gd name="connsiteY54" fmla="*/ 138970 h 285083"/>
              <a:gd name="connsiteX55" fmla="*/ 88440 w 1246536"/>
              <a:gd name="connsiteY55" fmla="*/ 193881 h 285083"/>
              <a:gd name="connsiteX56" fmla="*/ 72819 w 1246536"/>
              <a:gd name="connsiteY56" fmla="*/ 144875 h 285083"/>
              <a:gd name="connsiteX57" fmla="*/ 57198 w 1246536"/>
              <a:gd name="connsiteY57" fmla="*/ 200549 h 285083"/>
              <a:gd name="connsiteX58" fmla="*/ 88488 w 1246536"/>
              <a:gd name="connsiteY58" fmla="*/ 193881 h 285083"/>
              <a:gd name="connsiteX59" fmla="*/ 214646 w 1246536"/>
              <a:gd name="connsiteY59" fmla="*/ 242173 h 285083"/>
              <a:gd name="connsiteX60" fmla="*/ 148733 w 1246536"/>
              <a:gd name="connsiteY60" fmla="*/ 199930 h 285083"/>
              <a:gd name="connsiteX61" fmla="*/ 183738 w 1246536"/>
              <a:gd name="connsiteY61" fmla="*/ 192500 h 285083"/>
              <a:gd name="connsiteX62" fmla="*/ 215408 w 1246536"/>
              <a:gd name="connsiteY62" fmla="*/ 212408 h 285083"/>
              <a:gd name="connsiteX63" fmla="*/ 239030 w 1246536"/>
              <a:gd name="connsiteY63" fmla="*/ 195310 h 285083"/>
              <a:gd name="connsiteX64" fmla="*/ 227886 w 1246536"/>
              <a:gd name="connsiteY64" fmla="*/ 187166 h 285083"/>
              <a:gd name="connsiteX65" fmla="*/ 183975 w 1246536"/>
              <a:gd name="connsiteY65" fmla="*/ 184452 h 285083"/>
              <a:gd name="connsiteX66" fmla="*/ 154210 w 1246536"/>
              <a:gd name="connsiteY66" fmla="*/ 153210 h 285083"/>
              <a:gd name="connsiteX67" fmla="*/ 207645 w 1246536"/>
              <a:gd name="connsiteY67" fmla="*/ 101013 h 285083"/>
              <a:gd name="connsiteX68" fmla="*/ 268891 w 1246536"/>
              <a:gd name="connsiteY68" fmla="*/ 138017 h 285083"/>
              <a:gd name="connsiteX69" fmla="*/ 234077 w 1246536"/>
              <a:gd name="connsiteY69" fmla="*/ 145399 h 285083"/>
              <a:gd name="connsiteX70" fmla="*/ 208217 w 1246536"/>
              <a:gd name="connsiteY70" fmla="*/ 129873 h 285083"/>
              <a:gd name="connsiteX71" fmla="*/ 189215 w 1246536"/>
              <a:gd name="connsiteY71" fmla="*/ 145018 h 285083"/>
              <a:gd name="connsiteX72" fmla="*/ 199454 w 1246536"/>
              <a:gd name="connsiteY72" fmla="*/ 152352 h 285083"/>
              <a:gd name="connsiteX73" fmla="*/ 242078 w 1246536"/>
              <a:gd name="connsiteY73" fmla="*/ 154400 h 285083"/>
              <a:gd name="connsiteX74" fmla="*/ 273891 w 1246536"/>
              <a:gd name="connsiteY74" fmla="*/ 186357 h 285083"/>
              <a:gd name="connsiteX75" fmla="*/ 214694 w 1246536"/>
              <a:gd name="connsiteY75" fmla="*/ 242126 h 285083"/>
              <a:gd name="connsiteX76" fmla="*/ 283702 w 1246536"/>
              <a:gd name="connsiteY76" fmla="*/ 156067 h 285083"/>
              <a:gd name="connsiteX77" fmla="*/ 353330 w 1246536"/>
              <a:gd name="connsiteY77" fmla="*/ 70056 h 285083"/>
              <a:gd name="connsiteX78" fmla="*/ 419767 w 1246536"/>
              <a:gd name="connsiteY78" fmla="*/ 111585 h 285083"/>
              <a:gd name="connsiteX79" fmla="*/ 384953 w 1246536"/>
              <a:gd name="connsiteY79" fmla="*/ 118967 h 285083"/>
              <a:gd name="connsiteX80" fmla="*/ 353473 w 1246536"/>
              <a:gd name="connsiteY80" fmla="*/ 102108 h 285083"/>
              <a:gd name="connsiteX81" fmla="*/ 318659 w 1246536"/>
              <a:gd name="connsiteY81" fmla="*/ 148590 h 285083"/>
              <a:gd name="connsiteX82" fmla="*/ 353473 w 1246536"/>
              <a:gd name="connsiteY82" fmla="*/ 180499 h 285083"/>
              <a:gd name="connsiteX83" fmla="*/ 384953 w 1246536"/>
              <a:gd name="connsiteY83" fmla="*/ 150066 h 285083"/>
              <a:gd name="connsiteX84" fmla="*/ 419767 w 1246536"/>
              <a:gd name="connsiteY84" fmla="*/ 142685 h 285083"/>
              <a:gd name="connsiteX85" fmla="*/ 353330 w 1246536"/>
              <a:gd name="connsiteY85" fmla="*/ 212646 h 285083"/>
              <a:gd name="connsiteX86" fmla="*/ 283702 w 1246536"/>
              <a:gd name="connsiteY86" fmla="*/ 156067 h 285083"/>
              <a:gd name="connsiteX87" fmla="*/ 436340 w 1246536"/>
              <a:gd name="connsiteY87" fmla="*/ 55150 h 285083"/>
              <a:gd name="connsiteX88" fmla="*/ 540782 w 1246536"/>
              <a:gd name="connsiteY88" fmla="*/ 32956 h 285083"/>
              <a:gd name="connsiteX89" fmla="*/ 540782 w 1246536"/>
              <a:gd name="connsiteY89" fmla="*/ 63865 h 285083"/>
              <a:gd name="connsiteX90" fmla="*/ 470440 w 1246536"/>
              <a:gd name="connsiteY90" fmla="*/ 78819 h 285083"/>
              <a:gd name="connsiteX91" fmla="*/ 470440 w 1246536"/>
              <a:gd name="connsiteY91" fmla="*/ 101775 h 285083"/>
              <a:gd name="connsiteX92" fmla="*/ 531495 w 1246536"/>
              <a:gd name="connsiteY92" fmla="*/ 88821 h 285083"/>
              <a:gd name="connsiteX93" fmla="*/ 531495 w 1246536"/>
              <a:gd name="connsiteY93" fmla="*/ 118015 h 285083"/>
              <a:gd name="connsiteX94" fmla="*/ 470440 w 1246536"/>
              <a:gd name="connsiteY94" fmla="*/ 131016 h 285083"/>
              <a:gd name="connsiteX95" fmla="*/ 470440 w 1246536"/>
              <a:gd name="connsiteY95" fmla="*/ 154162 h 285083"/>
              <a:gd name="connsiteX96" fmla="*/ 540782 w 1246536"/>
              <a:gd name="connsiteY96" fmla="*/ 139208 h 285083"/>
              <a:gd name="connsiteX97" fmla="*/ 540782 w 1246536"/>
              <a:gd name="connsiteY97" fmla="*/ 170117 h 285083"/>
              <a:gd name="connsiteX98" fmla="*/ 436340 w 1246536"/>
              <a:gd name="connsiteY98" fmla="*/ 192310 h 285083"/>
              <a:gd name="connsiteX99" fmla="*/ 436340 w 1246536"/>
              <a:gd name="connsiteY99" fmla="*/ 55150 h 285083"/>
              <a:gd name="connsiteX100" fmla="*/ 561308 w 1246536"/>
              <a:gd name="connsiteY100" fmla="*/ 28575 h 285083"/>
              <a:gd name="connsiteX101" fmla="*/ 625173 w 1246536"/>
              <a:gd name="connsiteY101" fmla="*/ 15002 h 285083"/>
              <a:gd name="connsiteX102" fmla="*/ 662035 w 1246536"/>
              <a:gd name="connsiteY102" fmla="*/ 133064 h 285083"/>
              <a:gd name="connsiteX103" fmla="*/ 662035 w 1246536"/>
              <a:gd name="connsiteY103" fmla="*/ 7191 h 285083"/>
              <a:gd name="connsiteX104" fmla="*/ 695897 w 1246536"/>
              <a:gd name="connsiteY104" fmla="*/ 0 h 285083"/>
              <a:gd name="connsiteX105" fmla="*/ 695897 w 1246536"/>
              <a:gd name="connsiteY105" fmla="*/ 137160 h 285083"/>
              <a:gd name="connsiteX106" fmla="*/ 632032 w 1246536"/>
              <a:gd name="connsiteY106" fmla="*/ 150733 h 285083"/>
              <a:gd name="connsiteX107" fmla="*/ 595170 w 1246536"/>
              <a:gd name="connsiteY107" fmla="*/ 32671 h 285083"/>
              <a:gd name="connsiteX108" fmla="*/ 595170 w 1246536"/>
              <a:gd name="connsiteY108" fmla="*/ 158544 h 285083"/>
              <a:gd name="connsiteX109" fmla="*/ 561308 w 1246536"/>
              <a:gd name="connsiteY109" fmla="*/ 165735 h 285083"/>
              <a:gd name="connsiteX110" fmla="*/ 561308 w 1246536"/>
              <a:gd name="connsiteY110" fmla="*/ 28575 h 285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246536" h="285083">
                <a:moveTo>
                  <a:pt x="718995" y="0"/>
                </a:moveTo>
                <a:lnTo>
                  <a:pt x="769239" y="10668"/>
                </a:lnTo>
                <a:cubicBezTo>
                  <a:pt x="805149" y="18288"/>
                  <a:pt x="842391" y="35766"/>
                  <a:pt x="842391" y="94726"/>
                </a:cubicBezTo>
                <a:cubicBezTo>
                  <a:pt x="842391" y="153876"/>
                  <a:pt x="805149" y="155496"/>
                  <a:pt x="769239" y="147876"/>
                </a:cubicBezTo>
                <a:lnTo>
                  <a:pt x="718995" y="137208"/>
                </a:lnTo>
                <a:lnTo>
                  <a:pt x="718995" y="48"/>
                </a:lnTo>
                <a:close/>
                <a:moveTo>
                  <a:pt x="769239" y="116681"/>
                </a:moveTo>
                <a:cubicBezTo>
                  <a:pt x="791766" y="121491"/>
                  <a:pt x="808530" y="124254"/>
                  <a:pt x="808530" y="87487"/>
                </a:cubicBezTo>
                <a:cubicBezTo>
                  <a:pt x="808530" y="50721"/>
                  <a:pt x="791623" y="46339"/>
                  <a:pt x="769239" y="41577"/>
                </a:cubicBezTo>
                <a:lnTo>
                  <a:pt x="752856" y="38100"/>
                </a:lnTo>
                <a:lnTo>
                  <a:pt x="752856" y="113205"/>
                </a:lnTo>
                <a:cubicBezTo>
                  <a:pt x="752856" y="113205"/>
                  <a:pt x="769239" y="116681"/>
                  <a:pt x="769239" y="116681"/>
                </a:cubicBezTo>
                <a:close/>
                <a:moveTo>
                  <a:pt x="947024" y="48482"/>
                </a:moveTo>
                <a:lnTo>
                  <a:pt x="947024" y="79391"/>
                </a:lnTo>
                <a:cubicBezTo>
                  <a:pt x="947024" y="79391"/>
                  <a:pt x="917067" y="73009"/>
                  <a:pt x="917067" y="73009"/>
                </a:cubicBezTo>
                <a:lnTo>
                  <a:pt x="917067" y="148114"/>
                </a:lnTo>
                <a:cubicBezTo>
                  <a:pt x="917067" y="148114"/>
                  <a:pt x="947024" y="154496"/>
                  <a:pt x="947024" y="154496"/>
                </a:cubicBezTo>
                <a:lnTo>
                  <a:pt x="947024" y="185642"/>
                </a:lnTo>
                <a:cubicBezTo>
                  <a:pt x="947024" y="185642"/>
                  <a:pt x="853393" y="165735"/>
                  <a:pt x="853393" y="165735"/>
                </a:cubicBezTo>
                <a:lnTo>
                  <a:pt x="853393" y="134588"/>
                </a:lnTo>
                <a:cubicBezTo>
                  <a:pt x="853393" y="134588"/>
                  <a:pt x="883349" y="140970"/>
                  <a:pt x="883349" y="140970"/>
                </a:cubicBezTo>
                <a:lnTo>
                  <a:pt x="883349" y="65865"/>
                </a:lnTo>
                <a:cubicBezTo>
                  <a:pt x="883349" y="65865"/>
                  <a:pt x="853393" y="59484"/>
                  <a:pt x="853393" y="59484"/>
                </a:cubicBezTo>
                <a:lnTo>
                  <a:pt x="853393" y="28575"/>
                </a:lnTo>
                <a:cubicBezTo>
                  <a:pt x="853393" y="28575"/>
                  <a:pt x="947024" y="48482"/>
                  <a:pt x="947024" y="48482"/>
                </a:cubicBezTo>
                <a:close/>
                <a:moveTo>
                  <a:pt x="1026319" y="62579"/>
                </a:moveTo>
                <a:cubicBezTo>
                  <a:pt x="1068944" y="71628"/>
                  <a:pt x="1094994" y="107918"/>
                  <a:pt x="1094994" y="148399"/>
                </a:cubicBezTo>
                <a:cubicBezTo>
                  <a:pt x="1094994" y="189071"/>
                  <a:pt x="1068944" y="214265"/>
                  <a:pt x="1026319" y="205216"/>
                </a:cubicBezTo>
                <a:cubicBezTo>
                  <a:pt x="983504" y="196120"/>
                  <a:pt x="957263" y="159782"/>
                  <a:pt x="957263" y="119158"/>
                </a:cubicBezTo>
                <a:cubicBezTo>
                  <a:pt x="957263" y="78676"/>
                  <a:pt x="983504" y="53530"/>
                  <a:pt x="1026319" y="62627"/>
                </a:cubicBezTo>
                <a:moveTo>
                  <a:pt x="1026319" y="173117"/>
                </a:moveTo>
                <a:cubicBezTo>
                  <a:pt x="1049036" y="177927"/>
                  <a:pt x="1060180" y="165925"/>
                  <a:pt x="1060180" y="141018"/>
                </a:cubicBezTo>
                <a:cubicBezTo>
                  <a:pt x="1060180" y="116110"/>
                  <a:pt x="1048846" y="99489"/>
                  <a:pt x="1026319" y="94726"/>
                </a:cubicBezTo>
                <a:cubicBezTo>
                  <a:pt x="1003602" y="89916"/>
                  <a:pt x="992267" y="101870"/>
                  <a:pt x="992267" y="126587"/>
                </a:cubicBezTo>
                <a:cubicBezTo>
                  <a:pt x="992267" y="151495"/>
                  <a:pt x="1003649" y="168307"/>
                  <a:pt x="1026319" y="173117"/>
                </a:cubicBezTo>
                <a:moveTo>
                  <a:pt x="1111949" y="83534"/>
                </a:moveTo>
                <a:lnTo>
                  <a:pt x="1175814" y="97107"/>
                </a:lnTo>
                <a:lnTo>
                  <a:pt x="1212675" y="230791"/>
                </a:lnTo>
                <a:lnTo>
                  <a:pt x="1212675" y="104918"/>
                </a:lnTo>
                <a:cubicBezTo>
                  <a:pt x="1212675" y="104918"/>
                  <a:pt x="1246537" y="112109"/>
                  <a:pt x="1246537" y="112109"/>
                </a:cubicBezTo>
                <a:lnTo>
                  <a:pt x="1246537" y="249269"/>
                </a:lnTo>
                <a:cubicBezTo>
                  <a:pt x="1246537" y="249269"/>
                  <a:pt x="1182672" y="235696"/>
                  <a:pt x="1182672" y="235696"/>
                </a:cubicBezTo>
                <a:lnTo>
                  <a:pt x="1145810" y="102013"/>
                </a:lnTo>
                <a:lnTo>
                  <a:pt x="1145810" y="227886"/>
                </a:lnTo>
                <a:cubicBezTo>
                  <a:pt x="1145810" y="227886"/>
                  <a:pt x="1111949" y="220694"/>
                  <a:pt x="1111949" y="220694"/>
                </a:cubicBezTo>
                <a:lnTo>
                  <a:pt x="1111949" y="83534"/>
                </a:lnTo>
                <a:close/>
                <a:moveTo>
                  <a:pt x="42101" y="138970"/>
                </a:moveTo>
                <a:lnTo>
                  <a:pt x="104108" y="125778"/>
                </a:lnTo>
                <a:lnTo>
                  <a:pt x="145971" y="254032"/>
                </a:lnTo>
                <a:lnTo>
                  <a:pt x="110061" y="261652"/>
                </a:lnTo>
                <a:lnTo>
                  <a:pt x="97774" y="222837"/>
                </a:lnTo>
                <a:lnTo>
                  <a:pt x="47863" y="233458"/>
                </a:lnTo>
                <a:lnTo>
                  <a:pt x="35576" y="277511"/>
                </a:lnTo>
                <a:lnTo>
                  <a:pt x="0" y="285083"/>
                </a:lnTo>
                <a:lnTo>
                  <a:pt x="42053" y="138970"/>
                </a:lnTo>
                <a:close/>
                <a:moveTo>
                  <a:pt x="88440" y="193881"/>
                </a:moveTo>
                <a:lnTo>
                  <a:pt x="72819" y="144875"/>
                </a:lnTo>
                <a:lnTo>
                  <a:pt x="57198" y="200549"/>
                </a:lnTo>
                <a:lnTo>
                  <a:pt x="88488" y="193881"/>
                </a:lnTo>
                <a:close/>
                <a:moveTo>
                  <a:pt x="214646" y="242173"/>
                </a:moveTo>
                <a:cubicBezTo>
                  <a:pt x="168307" y="252032"/>
                  <a:pt x="148733" y="235553"/>
                  <a:pt x="148733" y="199930"/>
                </a:cubicBezTo>
                <a:lnTo>
                  <a:pt x="183738" y="192500"/>
                </a:lnTo>
                <a:cubicBezTo>
                  <a:pt x="183738" y="211979"/>
                  <a:pt x="190977" y="217599"/>
                  <a:pt x="215408" y="212408"/>
                </a:cubicBezTo>
                <a:cubicBezTo>
                  <a:pt x="231982" y="208883"/>
                  <a:pt x="239030" y="203883"/>
                  <a:pt x="239030" y="195310"/>
                </a:cubicBezTo>
                <a:cubicBezTo>
                  <a:pt x="239030" y="190452"/>
                  <a:pt x="235315" y="187547"/>
                  <a:pt x="227886" y="187166"/>
                </a:cubicBezTo>
                <a:lnTo>
                  <a:pt x="183975" y="184452"/>
                </a:lnTo>
                <a:cubicBezTo>
                  <a:pt x="161258" y="182880"/>
                  <a:pt x="154210" y="170545"/>
                  <a:pt x="154210" y="153210"/>
                </a:cubicBezTo>
                <a:cubicBezTo>
                  <a:pt x="154210" y="126540"/>
                  <a:pt x="173212" y="108299"/>
                  <a:pt x="207645" y="101013"/>
                </a:cubicBezTo>
                <a:cubicBezTo>
                  <a:pt x="248603" y="92297"/>
                  <a:pt x="268891" y="108252"/>
                  <a:pt x="268891" y="138017"/>
                </a:cubicBezTo>
                <a:lnTo>
                  <a:pt x="234077" y="145399"/>
                </a:lnTo>
                <a:cubicBezTo>
                  <a:pt x="234077" y="130635"/>
                  <a:pt x="226076" y="126111"/>
                  <a:pt x="208217" y="129873"/>
                </a:cubicBezTo>
                <a:cubicBezTo>
                  <a:pt x="195739" y="132540"/>
                  <a:pt x="189215" y="137208"/>
                  <a:pt x="189215" y="145018"/>
                </a:cubicBezTo>
                <a:cubicBezTo>
                  <a:pt x="189215" y="148923"/>
                  <a:pt x="191262" y="151781"/>
                  <a:pt x="199454" y="152352"/>
                </a:cubicBezTo>
                <a:lnTo>
                  <a:pt x="242078" y="154400"/>
                </a:lnTo>
                <a:cubicBezTo>
                  <a:pt x="263843" y="155400"/>
                  <a:pt x="273891" y="166306"/>
                  <a:pt x="273891" y="186357"/>
                </a:cubicBezTo>
                <a:cubicBezTo>
                  <a:pt x="273891" y="212408"/>
                  <a:pt x="256747" y="233172"/>
                  <a:pt x="214694" y="242126"/>
                </a:cubicBezTo>
                <a:moveTo>
                  <a:pt x="283702" y="156067"/>
                </a:moveTo>
                <a:cubicBezTo>
                  <a:pt x="283702" y="115586"/>
                  <a:pt x="310325" y="79200"/>
                  <a:pt x="353330" y="70056"/>
                </a:cubicBezTo>
                <a:cubicBezTo>
                  <a:pt x="390906" y="62055"/>
                  <a:pt x="415862" y="77962"/>
                  <a:pt x="419767" y="111585"/>
                </a:cubicBezTo>
                <a:lnTo>
                  <a:pt x="384953" y="118967"/>
                </a:lnTo>
                <a:cubicBezTo>
                  <a:pt x="382143" y="104775"/>
                  <a:pt x="370047" y="98584"/>
                  <a:pt x="353473" y="102108"/>
                </a:cubicBezTo>
                <a:cubicBezTo>
                  <a:pt x="333185" y="106442"/>
                  <a:pt x="318659" y="121587"/>
                  <a:pt x="318659" y="148590"/>
                </a:cubicBezTo>
                <a:cubicBezTo>
                  <a:pt x="318659" y="175832"/>
                  <a:pt x="333185" y="184785"/>
                  <a:pt x="353473" y="180499"/>
                </a:cubicBezTo>
                <a:cubicBezTo>
                  <a:pt x="370047" y="176974"/>
                  <a:pt x="382143" y="165449"/>
                  <a:pt x="384953" y="150066"/>
                </a:cubicBezTo>
                <a:lnTo>
                  <a:pt x="419767" y="142685"/>
                </a:lnTo>
                <a:cubicBezTo>
                  <a:pt x="415862" y="178165"/>
                  <a:pt x="390906" y="204645"/>
                  <a:pt x="353330" y="212646"/>
                </a:cubicBezTo>
                <a:cubicBezTo>
                  <a:pt x="310325" y="221790"/>
                  <a:pt x="283702" y="196691"/>
                  <a:pt x="283702" y="156067"/>
                </a:cubicBezTo>
                <a:moveTo>
                  <a:pt x="436340" y="55150"/>
                </a:moveTo>
                <a:lnTo>
                  <a:pt x="540782" y="32956"/>
                </a:lnTo>
                <a:lnTo>
                  <a:pt x="540782" y="63865"/>
                </a:lnTo>
                <a:cubicBezTo>
                  <a:pt x="540782" y="63865"/>
                  <a:pt x="470440" y="78819"/>
                  <a:pt x="470440" y="78819"/>
                </a:cubicBezTo>
                <a:lnTo>
                  <a:pt x="470440" y="101775"/>
                </a:lnTo>
                <a:cubicBezTo>
                  <a:pt x="470440" y="101775"/>
                  <a:pt x="531495" y="88821"/>
                  <a:pt x="531495" y="88821"/>
                </a:cubicBezTo>
                <a:lnTo>
                  <a:pt x="531495" y="118015"/>
                </a:lnTo>
                <a:cubicBezTo>
                  <a:pt x="531495" y="118015"/>
                  <a:pt x="470440" y="131016"/>
                  <a:pt x="470440" y="131016"/>
                </a:cubicBezTo>
                <a:lnTo>
                  <a:pt x="470440" y="154162"/>
                </a:lnTo>
                <a:cubicBezTo>
                  <a:pt x="470440" y="154162"/>
                  <a:pt x="540782" y="139208"/>
                  <a:pt x="540782" y="139208"/>
                </a:cubicBezTo>
                <a:lnTo>
                  <a:pt x="540782" y="170117"/>
                </a:lnTo>
                <a:cubicBezTo>
                  <a:pt x="540782" y="170117"/>
                  <a:pt x="436340" y="192310"/>
                  <a:pt x="436340" y="192310"/>
                </a:cubicBezTo>
                <a:lnTo>
                  <a:pt x="436340" y="55150"/>
                </a:lnTo>
                <a:close/>
                <a:moveTo>
                  <a:pt x="561308" y="28575"/>
                </a:moveTo>
                <a:lnTo>
                  <a:pt x="625173" y="15002"/>
                </a:lnTo>
                <a:lnTo>
                  <a:pt x="662035" y="133064"/>
                </a:lnTo>
                <a:lnTo>
                  <a:pt x="662035" y="7191"/>
                </a:lnTo>
                <a:cubicBezTo>
                  <a:pt x="662035" y="7191"/>
                  <a:pt x="695897" y="0"/>
                  <a:pt x="695897" y="0"/>
                </a:cubicBezTo>
                <a:lnTo>
                  <a:pt x="695897" y="137160"/>
                </a:lnTo>
                <a:cubicBezTo>
                  <a:pt x="695897" y="137160"/>
                  <a:pt x="632032" y="150733"/>
                  <a:pt x="632032" y="150733"/>
                </a:cubicBezTo>
                <a:lnTo>
                  <a:pt x="595170" y="32671"/>
                </a:lnTo>
                <a:lnTo>
                  <a:pt x="595170" y="158544"/>
                </a:lnTo>
                <a:cubicBezTo>
                  <a:pt x="595170" y="158544"/>
                  <a:pt x="561308" y="165735"/>
                  <a:pt x="561308" y="165735"/>
                </a:cubicBezTo>
                <a:lnTo>
                  <a:pt x="561308" y="28575"/>
                </a:lnTo>
                <a:close/>
              </a:path>
            </a:pathLst>
          </a:custGeom>
          <a:solidFill>
            <a:srgbClr val="FFFFFF"/>
          </a:solidFill>
          <a:ln w="4763" cap="flat">
            <a:noFill/>
            <a:prstDash val="solid"/>
            <a:miter/>
          </a:ln>
        </p:spPr>
        <p:txBody>
          <a:bodyPr rtlCol="0" anchor="ctr"/>
          <a:lstStyle/>
          <a:p>
            <a:endParaRPr lang="en-AU" dirty="0"/>
          </a:p>
        </p:txBody>
      </p:sp>
      <p:grpSp>
        <p:nvGrpSpPr>
          <p:cNvPr id="24" name="Graphic 3">
            <a:extLst>
              <a:ext uri="{FF2B5EF4-FFF2-40B4-BE49-F238E27FC236}">
                <a16:creationId xmlns:a16="http://schemas.microsoft.com/office/drawing/2014/main" id="{06A4F699-6A17-4038-2CE9-ED7519E9AE3C}"/>
              </a:ext>
            </a:extLst>
          </p:cNvPr>
          <p:cNvGrpSpPr/>
          <p:nvPr userDrawn="1"/>
        </p:nvGrpSpPr>
        <p:grpSpPr>
          <a:xfrm>
            <a:off x="186213" y="648700"/>
            <a:ext cx="739282" cy="73485"/>
            <a:chOff x="186213" y="648700"/>
            <a:chExt cx="739282" cy="73485"/>
          </a:xfrm>
          <a:solidFill>
            <a:srgbClr val="FFFFFF"/>
          </a:solidFill>
        </p:grpSpPr>
        <p:sp>
          <p:nvSpPr>
            <p:cNvPr id="25" name="Freeform: Shape 11">
              <a:extLst>
                <a:ext uri="{FF2B5EF4-FFF2-40B4-BE49-F238E27FC236}">
                  <a16:creationId xmlns:a16="http://schemas.microsoft.com/office/drawing/2014/main" id="{1B67B133-8FB9-E6D3-4798-01540264C69A}"/>
                </a:ext>
              </a:extLst>
            </p:cNvPr>
            <p:cNvSpPr/>
            <p:nvPr/>
          </p:nvSpPr>
          <p:spPr>
            <a:xfrm>
              <a:off x="186213" y="668274"/>
              <a:ext cx="46386" cy="53911"/>
            </a:xfrm>
            <a:custGeom>
              <a:avLst/>
              <a:gdLst>
                <a:gd name="connsiteX0" fmla="*/ 16574 w 46386"/>
                <a:gd name="connsiteY0" fmla="*/ 53864 h 53911"/>
                <a:gd name="connsiteX1" fmla="*/ 8334 w 46386"/>
                <a:gd name="connsiteY1" fmla="*/ 52197 h 53911"/>
                <a:gd name="connsiteX2" fmla="*/ 2286 w 46386"/>
                <a:gd name="connsiteY2" fmla="*/ 47101 h 53911"/>
                <a:gd name="connsiteX3" fmla="*/ 0 w 46386"/>
                <a:gd name="connsiteY3" fmla="*/ 38624 h 53911"/>
                <a:gd name="connsiteX4" fmla="*/ 4334 w 46386"/>
                <a:gd name="connsiteY4" fmla="*/ 27861 h 53911"/>
                <a:gd name="connsiteX5" fmla="*/ 16574 w 46386"/>
                <a:gd name="connsiteY5" fmla="*/ 22908 h 53911"/>
                <a:gd name="connsiteX6" fmla="*/ 35052 w 46386"/>
                <a:gd name="connsiteY6" fmla="*/ 21431 h 53911"/>
                <a:gd name="connsiteX7" fmla="*/ 35052 w 46386"/>
                <a:gd name="connsiteY7" fmla="*/ 18240 h 53911"/>
                <a:gd name="connsiteX8" fmla="*/ 32147 w 46386"/>
                <a:gd name="connsiteY8" fmla="*/ 10239 h 53911"/>
                <a:gd name="connsiteX9" fmla="*/ 24813 w 46386"/>
                <a:gd name="connsiteY9" fmla="*/ 8049 h 53911"/>
                <a:gd name="connsiteX10" fmla="*/ 16812 w 46386"/>
                <a:gd name="connsiteY10" fmla="*/ 10382 h 53911"/>
                <a:gd name="connsiteX11" fmla="*/ 13621 w 46386"/>
                <a:gd name="connsiteY11" fmla="*/ 17907 h 53911"/>
                <a:gd name="connsiteX12" fmla="*/ 2667 w 46386"/>
                <a:gd name="connsiteY12" fmla="*/ 17907 h 53911"/>
                <a:gd name="connsiteX13" fmla="*/ 5477 w 46386"/>
                <a:gd name="connsiteY13" fmla="*/ 7477 h 53911"/>
                <a:gd name="connsiteX14" fmla="*/ 13287 w 46386"/>
                <a:gd name="connsiteY14" fmla="*/ 1762 h 53911"/>
                <a:gd name="connsiteX15" fmla="*/ 24860 w 46386"/>
                <a:gd name="connsiteY15" fmla="*/ 0 h 53911"/>
                <a:gd name="connsiteX16" fmla="*/ 33195 w 46386"/>
                <a:gd name="connsiteY16" fmla="*/ 810 h 53911"/>
                <a:gd name="connsiteX17" fmla="*/ 40053 w 46386"/>
                <a:gd name="connsiteY17" fmla="*/ 3619 h 53911"/>
                <a:gd name="connsiteX18" fmla="*/ 44720 w 46386"/>
                <a:gd name="connsiteY18" fmla="*/ 9144 h 53911"/>
                <a:gd name="connsiteX19" fmla="*/ 46387 w 46386"/>
                <a:gd name="connsiteY19" fmla="*/ 18097 h 53911"/>
                <a:gd name="connsiteX20" fmla="*/ 46387 w 46386"/>
                <a:gd name="connsiteY20" fmla="*/ 53007 h 53911"/>
                <a:gd name="connsiteX21" fmla="*/ 35576 w 46386"/>
                <a:gd name="connsiteY21" fmla="*/ 53007 h 53911"/>
                <a:gd name="connsiteX22" fmla="*/ 35147 w 46386"/>
                <a:gd name="connsiteY22" fmla="*/ 45672 h 53911"/>
                <a:gd name="connsiteX23" fmla="*/ 27146 w 46386"/>
                <a:gd name="connsiteY23" fmla="*/ 51721 h 53911"/>
                <a:gd name="connsiteX24" fmla="*/ 16574 w 46386"/>
                <a:gd name="connsiteY24" fmla="*/ 53911 h 53911"/>
                <a:gd name="connsiteX25" fmla="*/ 20050 w 46386"/>
                <a:gd name="connsiteY25" fmla="*/ 45672 h 53911"/>
                <a:gd name="connsiteX26" fmla="*/ 28623 w 46386"/>
                <a:gd name="connsiteY26" fmla="*/ 43386 h 53911"/>
                <a:gd name="connsiteX27" fmla="*/ 34909 w 46386"/>
                <a:gd name="connsiteY27" fmla="*/ 37767 h 53911"/>
                <a:gd name="connsiteX28" fmla="*/ 34909 w 46386"/>
                <a:gd name="connsiteY28" fmla="*/ 28289 h 53911"/>
                <a:gd name="connsiteX29" fmla="*/ 16859 w 46386"/>
                <a:gd name="connsiteY29" fmla="*/ 30623 h 53911"/>
                <a:gd name="connsiteX30" fmla="*/ 11525 w 46386"/>
                <a:gd name="connsiteY30" fmla="*/ 38052 h 53911"/>
                <a:gd name="connsiteX31" fmla="*/ 13811 w 46386"/>
                <a:gd name="connsiteY31" fmla="*/ 43672 h 53911"/>
                <a:gd name="connsiteX32" fmla="*/ 20098 w 46386"/>
                <a:gd name="connsiteY32" fmla="*/ 45672 h 53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386" h="53911">
                  <a:moveTo>
                    <a:pt x="16574" y="53864"/>
                  </a:moveTo>
                  <a:cubicBezTo>
                    <a:pt x="13573" y="53864"/>
                    <a:pt x="10811" y="53292"/>
                    <a:pt x="8334" y="52197"/>
                  </a:cubicBezTo>
                  <a:cubicBezTo>
                    <a:pt x="5810" y="51054"/>
                    <a:pt x="3810" y="49387"/>
                    <a:pt x="2286" y="47101"/>
                  </a:cubicBezTo>
                  <a:cubicBezTo>
                    <a:pt x="762" y="44863"/>
                    <a:pt x="0" y="42005"/>
                    <a:pt x="0" y="38624"/>
                  </a:cubicBezTo>
                  <a:cubicBezTo>
                    <a:pt x="0" y="33861"/>
                    <a:pt x="1429" y="30289"/>
                    <a:pt x="4334" y="27861"/>
                  </a:cubicBezTo>
                  <a:cubicBezTo>
                    <a:pt x="7239" y="25432"/>
                    <a:pt x="11335" y="23765"/>
                    <a:pt x="16574" y="22908"/>
                  </a:cubicBezTo>
                  <a:cubicBezTo>
                    <a:pt x="21812" y="22050"/>
                    <a:pt x="28004" y="21526"/>
                    <a:pt x="35052" y="21431"/>
                  </a:cubicBezTo>
                  <a:lnTo>
                    <a:pt x="35052" y="18240"/>
                  </a:lnTo>
                  <a:cubicBezTo>
                    <a:pt x="35052" y="14335"/>
                    <a:pt x="34100" y="11668"/>
                    <a:pt x="32147" y="10239"/>
                  </a:cubicBezTo>
                  <a:cubicBezTo>
                    <a:pt x="30242" y="8763"/>
                    <a:pt x="27765" y="8049"/>
                    <a:pt x="24813" y="8049"/>
                  </a:cubicBezTo>
                  <a:cubicBezTo>
                    <a:pt x="21622" y="8049"/>
                    <a:pt x="18955" y="8811"/>
                    <a:pt x="16812" y="10382"/>
                  </a:cubicBezTo>
                  <a:cubicBezTo>
                    <a:pt x="14669" y="11954"/>
                    <a:pt x="13621" y="14478"/>
                    <a:pt x="13621" y="17907"/>
                  </a:cubicBezTo>
                  <a:lnTo>
                    <a:pt x="2667" y="17907"/>
                  </a:lnTo>
                  <a:cubicBezTo>
                    <a:pt x="2667" y="13573"/>
                    <a:pt x="3620" y="10096"/>
                    <a:pt x="5477" y="7477"/>
                  </a:cubicBezTo>
                  <a:cubicBezTo>
                    <a:pt x="7334" y="4858"/>
                    <a:pt x="9954" y="2953"/>
                    <a:pt x="13287" y="1762"/>
                  </a:cubicBezTo>
                  <a:cubicBezTo>
                    <a:pt x="16621" y="571"/>
                    <a:pt x="20479" y="0"/>
                    <a:pt x="24860" y="0"/>
                  </a:cubicBezTo>
                  <a:cubicBezTo>
                    <a:pt x="27813" y="0"/>
                    <a:pt x="30623" y="286"/>
                    <a:pt x="33195" y="810"/>
                  </a:cubicBezTo>
                  <a:cubicBezTo>
                    <a:pt x="35814" y="1333"/>
                    <a:pt x="38100" y="2286"/>
                    <a:pt x="40053" y="3619"/>
                  </a:cubicBezTo>
                  <a:cubicBezTo>
                    <a:pt x="42053" y="4953"/>
                    <a:pt x="43577" y="6810"/>
                    <a:pt x="44720" y="9144"/>
                  </a:cubicBezTo>
                  <a:cubicBezTo>
                    <a:pt x="45863" y="11478"/>
                    <a:pt x="46387" y="14478"/>
                    <a:pt x="46387" y="18097"/>
                  </a:cubicBezTo>
                  <a:lnTo>
                    <a:pt x="46387" y="53007"/>
                  </a:lnTo>
                  <a:lnTo>
                    <a:pt x="35576" y="53007"/>
                  </a:lnTo>
                  <a:lnTo>
                    <a:pt x="35147" y="45672"/>
                  </a:lnTo>
                  <a:cubicBezTo>
                    <a:pt x="32861" y="48244"/>
                    <a:pt x="30194" y="50244"/>
                    <a:pt x="27146" y="51721"/>
                  </a:cubicBezTo>
                  <a:cubicBezTo>
                    <a:pt x="24098" y="53197"/>
                    <a:pt x="20574" y="53911"/>
                    <a:pt x="16574" y="53911"/>
                  </a:cubicBezTo>
                  <a:close/>
                  <a:moveTo>
                    <a:pt x="20050" y="45672"/>
                  </a:moveTo>
                  <a:cubicBezTo>
                    <a:pt x="23193" y="45672"/>
                    <a:pt x="26051" y="44910"/>
                    <a:pt x="28623" y="43386"/>
                  </a:cubicBezTo>
                  <a:cubicBezTo>
                    <a:pt x="31194" y="41862"/>
                    <a:pt x="33290" y="40005"/>
                    <a:pt x="34909" y="37767"/>
                  </a:cubicBezTo>
                  <a:lnTo>
                    <a:pt x="34909" y="28289"/>
                  </a:lnTo>
                  <a:cubicBezTo>
                    <a:pt x="26432" y="28289"/>
                    <a:pt x="20384" y="29099"/>
                    <a:pt x="16859" y="30623"/>
                  </a:cubicBezTo>
                  <a:cubicBezTo>
                    <a:pt x="13287" y="32147"/>
                    <a:pt x="11525" y="34623"/>
                    <a:pt x="11525" y="38052"/>
                  </a:cubicBezTo>
                  <a:cubicBezTo>
                    <a:pt x="11525" y="40481"/>
                    <a:pt x="12287" y="42339"/>
                    <a:pt x="13811" y="43672"/>
                  </a:cubicBezTo>
                  <a:cubicBezTo>
                    <a:pt x="15335" y="45006"/>
                    <a:pt x="17431" y="45672"/>
                    <a:pt x="20098" y="45672"/>
                  </a:cubicBezTo>
                  <a:close/>
                </a:path>
              </a:pathLst>
            </a:custGeom>
            <a:solidFill>
              <a:srgbClr val="FFFFFF"/>
            </a:solidFill>
            <a:ln w="4763" cap="flat">
              <a:noFill/>
              <a:prstDash val="solid"/>
              <a:miter/>
            </a:ln>
          </p:spPr>
          <p:txBody>
            <a:bodyPr rtlCol="0" anchor="ctr"/>
            <a:lstStyle/>
            <a:p>
              <a:endParaRPr lang="en-AU"/>
            </a:p>
          </p:txBody>
        </p:sp>
        <p:sp>
          <p:nvSpPr>
            <p:cNvPr id="26" name="Freeform: Shape 12">
              <a:extLst>
                <a:ext uri="{FF2B5EF4-FFF2-40B4-BE49-F238E27FC236}">
                  <a16:creationId xmlns:a16="http://schemas.microsoft.com/office/drawing/2014/main" id="{C4B73B20-1B95-7A86-B61D-610B0219F3DD}"/>
                </a:ext>
              </a:extLst>
            </p:cNvPr>
            <p:cNvSpPr/>
            <p:nvPr/>
          </p:nvSpPr>
          <p:spPr>
            <a:xfrm>
              <a:off x="245459" y="668226"/>
              <a:ext cx="44195" cy="53959"/>
            </a:xfrm>
            <a:custGeom>
              <a:avLst/>
              <a:gdLst>
                <a:gd name="connsiteX0" fmla="*/ 22527 w 44195"/>
                <a:gd name="connsiteY0" fmla="*/ 53959 h 53959"/>
                <a:gd name="connsiteX1" fmla="*/ 14097 w 44195"/>
                <a:gd name="connsiteY1" fmla="*/ 53102 h 53959"/>
                <a:gd name="connsiteX2" fmla="*/ 6906 w 44195"/>
                <a:gd name="connsiteY2" fmla="*/ 50197 h 53959"/>
                <a:gd name="connsiteX3" fmla="*/ 1857 w 44195"/>
                <a:gd name="connsiteY3" fmla="*/ 44815 h 53959"/>
                <a:gd name="connsiteX4" fmla="*/ 0 w 44195"/>
                <a:gd name="connsiteY4" fmla="*/ 36528 h 53959"/>
                <a:gd name="connsiteX5" fmla="*/ 10906 w 44195"/>
                <a:gd name="connsiteY5" fmla="*/ 36528 h 53959"/>
                <a:gd name="connsiteX6" fmla="*/ 14335 w 44195"/>
                <a:gd name="connsiteY6" fmla="*/ 43863 h 53959"/>
                <a:gd name="connsiteX7" fmla="*/ 22622 w 44195"/>
                <a:gd name="connsiteY7" fmla="*/ 45958 h 53959"/>
                <a:gd name="connsiteX8" fmla="*/ 30004 w 44195"/>
                <a:gd name="connsiteY8" fmla="*/ 44339 h 53959"/>
                <a:gd name="connsiteX9" fmla="*/ 32766 w 44195"/>
                <a:gd name="connsiteY9" fmla="*/ 38910 h 53959"/>
                <a:gd name="connsiteX10" fmla="*/ 29956 w 44195"/>
                <a:gd name="connsiteY10" fmla="*/ 33861 h 53959"/>
                <a:gd name="connsiteX11" fmla="*/ 20050 w 44195"/>
                <a:gd name="connsiteY11" fmla="*/ 30623 h 53959"/>
                <a:gd name="connsiteX12" fmla="*/ 9954 w 44195"/>
                <a:gd name="connsiteY12" fmla="*/ 27289 h 53959"/>
                <a:gd name="connsiteX13" fmla="*/ 3429 w 44195"/>
                <a:gd name="connsiteY13" fmla="*/ 22336 h 53959"/>
                <a:gd name="connsiteX14" fmla="*/ 1143 w 44195"/>
                <a:gd name="connsiteY14" fmla="*/ 14430 h 53959"/>
                <a:gd name="connsiteX15" fmla="*/ 2810 w 44195"/>
                <a:gd name="connsiteY15" fmla="*/ 7953 h 53959"/>
                <a:gd name="connsiteX16" fmla="*/ 7382 w 44195"/>
                <a:gd name="connsiteY16" fmla="*/ 3477 h 53959"/>
                <a:gd name="connsiteX17" fmla="*/ 14002 w 44195"/>
                <a:gd name="connsiteY17" fmla="*/ 857 h 53959"/>
                <a:gd name="connsiteX18" fmla="*/ 21907 w 44195"/>
                <a:gd name="connsiteY18" fmla="*/ 0 h 53959"/>
                <a:gd name="connsiteX19" fmla="*/ 29670 w 44195"/>
                <a:gd name="connsiteY19" fmla="*/ 905 h 53959"/>
                <a:gd name="connsiteX20" fmla="*/ 36338 w 44195"/>
                <a:gd name="connsiteY20" fmla="*/ 3762 h 53959"/>
                <a:gd name="connsiteX21" fmla="*/ 41005 w 44195"/>
                <a:gd name="connsiteY21" fmla="*/ 8954 h 53959"/>
                <a:gd name="connsiteX22" fmla="*/ 42720 w 44195"/>
                <a:gd name="connsiteY22" fmla="*/ 16812 h 53959"/>
                <a:gd name="connsiteX23" fmla="*/ 31861 w 44195"/>
                <a:gd name="connsiteY23" fmla="*/ 16812 h 53959"/>
                <a:gd name="connsiteX24" fmla="*/ 28908 w 44195"/>
                <a:gd name="connsiteY24" fmla="*/ 10096 h 53959"/>
                <a:gd name="connsiteX25" fmla="*/ 21907 w 44195"/>
                <a:gd name="connsiteY25" fmla="*/ 8144 h 53959"/>
                <a:gd name="connsiteX26" fmla="*/ 15097 w 44195"/>
                <a:gd name="connsiteY26" fmla="*/ 9525 h 53959"/>
                <a:gd name="connsiteX27" fmla="*/ 12573 w 44195"/>
                <a:gd name="connsiteY27" fmla="*/ 14002 h 53959"/>
                <a:gd name="connsiteX28" fmla="*/ 13906 w 44195"/>
                <a:gd name="connsiteY28" fmla="*/ 17002 h 53959"/>
                <a:gd name="connsiteX29" fmla="*/ 18288 w 44195"/>
                <a:gd name="connsiteY29" fmla="*/ 19288 h 53959"/>
                <a:gd name="connsiteX30" fmla="*/ 26384 w 44195"/>
                <a:gd name="connsiteY30" fmla="*/ 21527 h 53959"/>
                <a:gd name="connsiteX31" fmla="*/ 35862 w 44195"/>
                <a:gd name="connsiteY31" fmla="*/ 24717 h 53959"/>
                <a:gd name="connsiteX32" fmla="*/ 42053 w 44195"/>
                <a:gd name="connsiteY32" fmla="*/ 29670 h 53959"/>
                <a:gd name="connsiteX33" fmla="*/ 44196 w 44195"/>
                <a:gd name="connsiteY33" fmla="*/ 37671 h 53959"/>
                <a:gd name="connsiteX34" fmla="*/ 42481 w 44195"/>
                <a:gd name="connsiteY34" fmla="*/ 45148 h 53959"/>
                <a:gd name="connsiteX35" fmla="*/ 37767 w 44195"/>
                <a:gd name="connsiteY35" fmla="*/ 50197 h 53959"/>
                <a:gd name="connsiteX36" fmla="*/ 30861 w 44195"/>
                <a:gd name="connsiteY36" fmla="*/ 53054 h 53959"/>
                <a:gd name="connsiteX37" fmla="*/ 22527 w 44195"/>
                <a:gd name="connsiteY37" fmla="*/ 53959 h 53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44195" h="53959">
                  <a:moveTo>
                    <a:pt x="22527" y="53959"/>
                  </a:moveTo>
                  <a:cubicBezTo>
                    <a:pt x="19621" y="53959"/>
                    <a:pt x="16812" y="53673"/>
                    <a:pt x="14097" y="53102"/>
                  </a:cubicBezTo>
                  <a:cubicBezTo>
                    <a:pt x="11430" y="52530"/>
                    <a:pt x="9001" y="51530"/>
                    <a:pt x="6906" y="50197"/>
                  </a:cubicBezTo>
                  <a:cubicBezTo>
                    <a:pt x="4810" y="48863"/>
                    <a:pt x="3096" y="47054"/>
                    <a:pt x="1857" y="44815"/>
                  </a:cubicBezTo>
                  <a:cubicBezTo>
                    <a:pt x="619" y="42577"/>
                    <a:pt x="0" y="39815"/>
                    <a:pt x="0" y="36528"/>
                  </a:cubicBezTo>
                  <a:lnTo>
                    <a:pt x="10906" y="36528"/>
                  </a:lnTo>
                  <a:cubicBezTo>
                    <a:pt x="10906" y="40005"/>
                    <a:pt x="12049" y="42481"/>
                    <a:pt x="14335" y="43863"/>
                  </a:cubicBezTo>
                  <a:cubicBezTo>
                    <a:pt x="16621" y="45244"/>
                    <a:pt x="19383" y="45958"/>
                    <a:pt x="22622" y="45958"/>
                  </a:cubicBezTo>
                  <a:cubicBezTo>
                    <a:pt x="25670" y="45958"/>
                    <a:pt x="28146" y="45434"/>
                    <a:pt x="30004" y="44339"/>
                  </a:cubicBezTo>
                  <a:cubicBezTo>
                    <a:pt x="31861" y="43244"/>
                    <a:pt x="32766" y="41434"/>
                    <a:pt x="32766" y="38910"/>
                  </a:cubicBezTo>
                  <a:cubicBezTo>
                    <a:pt x="32766" y="36671"/>
                    <a:pt x="31814" y="35004"/>
                    <a:pt x="29956" y="33861"/>
                  </a:cubicBezTo>
                  <a:cubicBezTo>
                    <a:pt x="28051" y="32766"/>
                    <a:pt x="24765" y="31671"/>
                    <a:pt x="20050" y="30623"/>
                  </a:cubicBezTo>
                  <a:cubicBezTo>
                    <a:pt x="16145" y="29670"/>
                    <a:pt x="12811" y="28575"/>
                    <a:pt x="9954" y="27289"/>
                  </a:cubicBezTo>
                  <a:cubicBezTo>
                    <a:pt x="7096" y="26003"/>
                    <a:pt x="4953" y="24384"/>
                    <a:pt x="3429" y="22336"/>
                  </a:cubicBezTo>
                  <a:cubicBezTo>
                    <a:pt x="1905" y="20288"/>
                    <a:pt x="1143" y="17669"/>
                    <a:pt x="1143" y="14430"/>
                  </a:cubicBezTo>
                  <a:cubicBezTo>
                    <a:pt x="1143" y="11954"/>
                    <a:pt x="1715" y="9763"/>
                    <a:pt x="2810" y="7953"/>
                  </a:cubicBezTo>
                  <a:cubicBezTo>
                    <a:pt x="3905" y="6144"/>
                    <a:pt x="5477" y="4620"/>
                    <a:pt x="7382" y="3477"/>
                  </a:cubicBezTo>
                  <a:cubicBezTo>
                    <a:pt x="9287" y="2286"/>
                    <a:pt x="11525" y="1429"/>
                    <a:pt x="14002" y="857"/>
                  </a:cubicBezTo>
                  <a:cubicBezTo>
                    <a:pt x="16478" y="286"/>
                    <a:pt x="19145" y="0"/>
                    <a:pt x="21907" y="0"/>
                  </a:cubicBezTo>
                  <a:cubicBezTo>
                    <a:pt x="24670" y="0"/>
                    <a:pt x="27146" y="286"/>
                    <a:pt x="29670" y="905"/>
                  </a:cubicBezTo>
                  <a:cubicBezTo>
                    <a:pt x="32147" y="1476"/>
                    <a:pt x="34385" y="2429"/>
                    <a:pt x="36338" y="3762"/>
                  </a:cubicBezTo>
                  <a:cubicBezTo>
                    <a:pt x="38291" y="5096"/>
                    <a:pt x="39862" y="6810"/>
                    <a:pt x="41005" y="8954"/>
                  </a:cubicBezTo>
                  <a:cubicBezTo>
                    <a:pt x="42148" y="11097"/>
                    <a:pt x="42720" y="13716"/>
                    <a:pt x="42720" y="16812"/>
                  </a:cubicBezTo>
                  <a:lnTo>
                    <a:pt x="31861" y="16812"/>
                  </a:lnTo>
                  <a:cubicBezTo>
                    <a:pt x="31861" y="13621"/>
                    <a:pt x="30861" y="11382"/>
                    <a:pt x="28908" y="10096"/>
                  </a:cubicBezTo>
                  <a:cubicBezTo>
                    <a:pt x="26956" y="8811"/>
                    <a:pt x="24622" y="8144"/>
                    <a:pt x="21907" y="8144"/>
                  </a:cubicBezTo>
                  <a:cubicBezTo>
                    <a:pt x="19050" y="8144"/>
                    <a:pt x="16764" y="8620"/>
                    <a:pt x="15097" y="9525"/>
                  </a:cubicBezTo>
                  <a:cubicBezTo>
                    <a:pt x="13430" y="10430"/>
                    <a:pt x="12573" y="11954"/>
                    <a:pt x="12573" y="14002"/>
                  </a:cubicBezTo>
                  <a:cubicBezTo>
                    <a:pt x="12573" y="15192"/>
                    <a:pt x="13002" y="16193"/>
                    <a:pt x="13906" y="17002"/>
                  </a:cubicBezTo>
                  <a:cubicBezTo>
                    <a:pt x="14811" y="17812"/>
                    <a:pt x="16240" y="18621"/>
                    <a:pt x="18288" y="19288"/>
                  </a:cubicBezTo>
                  <a:cubicBezTo>
                    <a:pt x="20288" y="20002"/>
                    <a:pt x="23003" y="20717"/>
                    <a:pt x="26384" y="21527"/>
                  </a:cubicBezTo>
                  <a:cubicBezTo>
                    <a:pt x="30004" y="22384"/>
                    <a:pt x="33195" y="23431"/>
                    <a:pt x="35862" y="24717"/>
                  </a:cubicBezTo>
                  <a:cubicBezTo>
                    <a:pt x="38529" y="26003"/>
                    <a:pt x="40577" y="27623"/>
                    <a:pt x="42053" y="29670"/>
                  </a:cubicBezTo>
                  <a:cubicBezTo>
                    <a:pt x="43529" y="31718"/>
                    <a:pt x="44196" y="34385"/>
                    <a:pt x="44196" y="37671"/>
                  </a:cubicBezTo>
                  <a:cubicBezTo>
                    <a:pt x="44196" y="40577"/>
                    <a:pt x="43625" y="43101"/>
                    <a:pt x="42481" y="45148"/>
                  </a:cubicBezTo>
                  <a:cubicBezTo>
                    <a:pt x="41339" y="47196"/>
                    <a:pt x="39767" y="48911"/>
                    <a:pt x="37767" y="50197"/>
                  </a:cubicBezTo>
                  <a:cubicBezTo>
                    <a:pt x="35766" y="51483"/>
                    <a:pt x="33480" y="52435"/>
                    <a:pt x="30861" y="53054"/>
                  </a:cubicBezTo>
                  <a:cubicBezTo>
                    <a:pt x="28242" y="53673"/>
                    <a:pt x="25479" y="53959"/>
                    <a:pt x="22527" y="53959"/>
                  </a:cubicBezTo>
                  <a:close/>
                </a:path>
              </a:pathLst>
            </a:custGeom>
            <a:solidFill>
              <a:srgbClr val="FFFFFF"/>
            </a:solidFill>
            <a:ln w="4763" cap="flat">
              <a:noFill/>
              <a:prstDash val="solid"/>
              <a:miter/>
            </a:ln>
          </p:spPr>
          <p:txBody>
            <a:bodyPr rtlCol="0" anchor="ctr"/>
            <a:lstStyle/>
            <a:p>
              <a:endParaRPr lang="en-AU"/>
            </a:p>
          </p:txBody>
        </p:sp>
        <p:sp>
          <p:nvSpPr>
            <p:cNvPr id="27" name="Freeform: Shape 13">
              <a:extLst>
                <a:ext uri="{FF2B5EF4-FFF2-40B4-BE49-F238E27FC236}">
                  <a16:creationId xmlns:a16="http://schemas.microsoft.com/office/drawing/2014/main" id="{B5D32138-2DFA-E559-2B56-E4F9B1CB9334}"/>
                </a:ext>
              </a:extLst>
            </p:cNvPr>
            <p:cNvSpPr/>
            <p:nvPr/>
          </p:nvSpPr>
          <p:spPr>
            <a:xfrm>
              <a:off x="299466" y="668274"/>
              <a:ext cx="48291" cy="53863"/>
            </a:xfrm>
            <a:custGeom>
              <a:avLst/>
              <a:gdLst>
                <a:gd name="connsiteX0" fmla="*/ 25146 w 48291"/>
                <a:gd name="connsiteY0" fmla="*/ 53769 h 53863"/>
                <a:gd name="connsiteX1" fmla="*/ 12240 w 48291"/>
                <a:gd name="connsiteY1" fmla="*/ 50911 h 53863"/>
                <a:gd name="connsiteX2" fmla="*/ 3286 w 48291"/>
                <a:gd name="connsiteY2" fmla="*/ 42100 h 53863"/>
                <a:gd name="connsiteX3" fmla="*/ 0 w 48291"/>
                <a:gd name="connsiteY3" fmla="*/ 27099 h 53863"/>
                <a:gd name="connsiteX4" fmla="*/ 3191 w 48291"/>
                <a:gd name="connsiteY4" fmla="*/ 11954 h 53863"/>
                <a:gd name="connsiteX5" fmla="*/ 12002 w 48291"/>
                <a:gd name="connsiteY5" fmla="*/ 2953 h 53863"/>
                <a:gd name="connsiteX6" fmla="*/ 25146 w 48291"/>
                <a:gd name="connsiteY6" fmla="*/ 0 h 53863"/>
                <a:gd name="connsiteX7" fmla="*/ 36528 w 48291"/>
                <a:gd name="connsiteY7" fmla="*/ 2095 h 53863"/>
                <a:gd name="connsiteX8" fmla="*/ 44625 w 48291"/>
                <a:gd name="connsiteY8" fmla="*/ 8334 h 53863"/>
                <a:gd name="connsiteX9" fmla="*/ 47815 w 48291"/>
                <a:gd name="connsiteY9" fmla="*/ 18859 h 53863"/>
                <a:gd name="connsiteX10" fmla="*/ 36528 w 48291"/>
                <a:gd name="connsiteY10" fmla="*/ 18859 h 53863"/>
                <a:gd name="connsiteX11" fmla="*/ 33337 w 48291"/>
                <a:gd name="connsiteY11" fmla="*/ 11716 h 53863"/>
                <a:gd name="connsiteX12" fmla="*/ 25241 w 48291"/>
                <a:gd name="connsiteY12" fmla="*/ 9096 h 53863"/>
                <a:gd name="connsiteX13" fmla="*/ 15097 w 48291"/>
                <a:gd name="connsiteY13" fmla="*/ 13811 h 53863"/>
                <a:gd name="connsiteX14" fmla="*/ 11859 w 48291"/>
                <a:gd name="connsiteY14" fmla="*/ 27099 h 53863"/>
                <a:gd name="connsiteX15" fmla="*/ 13287 w 48291"/>
                <a:gd name="connsiteY15" fmla="*/ 36624 h 53863"/>
                <a:gd name="connsiteX16" fmla="*/ 17716 w 48291"/>
                <a:gd name="connsiteY16" fmla="*/ 42672 h 53863"/>
                <a:gd name="connsiteX17" fmla="*/ 25289 w 48291"/>
                <a:gd name="connsiteY17" fmla="*/ 44767 h 53863"/>
                <a:gd name="connsiteX18" fmla="*/ 33671 w 48291"/>
                <a:gd name="connsiteY18" fmla="*/ 42005 h 53863"/>
                <a:gd name="connsiteX19" fmla="*/ 37005 w 48291"/>
                <a:gd name="connsiteY19" fmla="*/ 34004 h 53863"/>
                <a:gd name="connsiteX20" fmla="*/ 48292 w 48291"/>
                <a:gd name="connsiteY20" fmla="*/ 34004 h 53863"/>
                <a:gd name="connsiteX21" fmla="*/ 45101 w 48291"/>
                <a:gd name="connsiteY21" fmla="*/ 44958 h 53863"/>
                <a:gd name="connsiteX22" fmla="*/ 36909 w 48291"/>
                <a:gd name="connsiteY22" fmla="*/ 51625 h 53863"/>
                <a:gd name="connsiteX23" fmla="*/ 25241 w 48291"/>
                <a:gd name="connsiteY23" fmla="*/ 53864 h 53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8291" h="53863">
                  <a:moveTo>
                    <a:pt x="25146" y="53769"/>
                  </a:moveTo>
                  <a:cubicBezTo>
                    <a:pt x="20336" y="53769"/>
                    <a:pt x="16050" y="52816"/>
                    <a:pt x="12240" y="50911"/>
                  </a:cubicBezTo>
                  <a:cubicBezTo>
                    <a:pt x="8477" y="49006"/>
                    <a:pt x="5477" y="46053"/>
                    <a:pt x="3286" y="42100"/>
                  </a:cubicBezTo>
                  <a:cubicBezTo>
                    <a:pt x="1095" y="38148"/>
                    <a:pt x="0" y="33147"/>
                    <a:pt x="0" y="27099"/>
                  </a:cubicBezTo>
                  <a:cubicBezTo>
                    <a:pt x="0" y="21050"/>
                    <a:pt x="1048" y="15954"/>
                    <a:pt x="3191" y="11954"/>
                  </a:cubicBezTo>
                  <a:cubicBezTo>
                    <a:pt x="5334" y="7953"/>
                    <a:pt x="8239" y="4953"/>
                    <a:pt x="12002" y="2953"/>
                  </a:cubicBezTo>
                  <a:cubicBezTo>
                    <a:pt x="15764" y="952"/>
                    <a:pt x="20145" y="0"/>
                    <a:pt x="25146" y="0"/>
                  </a:cubicBezTo>
                  <a:cubicBezTo>
                    <a:pt x="29337" y="0"/>
                    <a:pt x="33147" y="714"/>
                    <a:pt x="36528" y="2095"/>
                  </a:cubicBezTo>
                  <a:cubicBezTo>
                    <a:pt x="39910" y="3477"/>
                    <a:pt x="42624" y="5572"/>
                    <a:pt x="44625" y="8334"/>
                  </a:cubicBezTo>
                  <a:cubicBezTo>
                    <a:pt x="46625" y="11097"/>
                    <a:pt x="47720" y="14621"/>
                    <a:pt x="47815" y="18859"/>
                  </a:cubicBezTo>
                  <a:lnTo>
                    <a:pt x="36528" y="18859"/>
                  </a:lnTo>
                  <a:cubicBezTo>
                    <a:pt x="36338" y="15811"/>
                    <a:pt x="35290" y="13430"/>
                    <a:pt x="33337" y="11716"/>
                  </a:cubicBezTo>
                  <a:cubicBezTo>
                    <a:pt x="31385" y="9954"/>
                    <a:pt x="28670" y="9096"/>
                    <a:pt x="25241" y="9096"/>
                  </a:cubicBezTo>
                  <a:cubicBezTo>
                    <a:pt x="20622" y="9096"/>
                    <a:pt x="17240" y="10668"/>
                    <a:pt x="15097" y="13811"/>
                  </a:cubicBezTo>
                  <a:cubicBezTo>
                    <a:pt x="12906" y="16954"/>
                    <a:pt x="11859" y="21384"/>
                    <a:pt x="11859" y="27099"/>
                  </a:cubicBezTo>
                  <a:cubicBezTo>
                    <a:pt x="11859" y="30813"/>
                    <a:pt x="12335" y="33957"/>
                    <a:pt x="13287" y="36624"/>
                  </a:cubicBezTo>
                  <a:cubicBezTo>
                    <a:pt x="14240" y="39243"/>
                    <a:pt x="15716" y="41291"/>
                    <a:pt x="17716" y="42672"/>
                  </a:cubicBezTo>
                  <a:cubicBezTo>
                    <a:pt x="19717" y="44053"/>
                    <a:pt x="22193" y="44767"/>
                    <a:pt x="25289" y="44767"/>
                  </a:cubicBezTo>
                  <a:cubicBezTo>
                    <a:pt x="28765" y="44767"/>
                    <a:pt x="31575" y="43863"/>
                    <a:pt x="33671" y="42005"/>
                  </a:cubicBezTo>
                  <a:cubicBezTo>
                    <a:pt x="35766" y="40148"/>
                    <a:pt x="36862" y="37481"/>
                    <a:pt x="37005" y="34004"/>
                  </a:cubicBezTo>
                  <a:lnTo>
                    <a:pt x="48292" y="34004"/>
                  </a:lnTo>
                  <a:cubicBezTo>
                    <a:pt x="48196" y="38338"/>
                    <a:pt x="47101" y="42005"/>
                    <a:pt x="45101" y="44958"/>
                  </a:cubicBezTo>
                  <a:cubicBezTo>
                    <a:pt x="43053" y="47911"/>
                    <a:pt x="40338" y="50149"/>
                    <a:pt x="36909" y="51625"/>
                  </a:cubicBezTo>
                  <a:cubicBezTo>
                    <a:pt x="33480" y="53102"/>
                    <a:pt x="29575" y="53864"/>
                    <a:pt x="25241" y="53864"/>
                  </a:cubicBezTo>
                  <a:close/>
                </a:path>
              </a:pathLst>
            </a:custGeom>
            <a:solidFill>
              <a:srgbClr val="FFFFFF"/>
            </a:solidFill>
            <a:ln w="4763" cap="flat">
              <a:noFill/>
              <a:prstDash val="solid"/>
              <a:miter/>
            </a:ln>
          </p:spPr>
          <p:txBody>
            <a:bodyPr rtlCol="0" anchor="ctr"/>
            <a:lstStyle/>
            <a:p>
              <a:endParaRPr lang="en-AU"/>
            </a:p>
          </p:txBody>
        </p:sp>
        <p:sp>
          <p:nvSpPr>
            <p:cNvPr id="28" name="Freeform: Shape 14">
              <a:extLst>
                <a:ext uri="{FF2B5EF4-FFF2-40B4-BE49-F238E27FC236}">
                  <a16:creationId xmlns:a16="http://schemas.microsoft.com/office/drawing/2014/main" id="{4BE1ACCD-000B-5B5D-4EB2-D915F96A3E1B}"/>
                </a:ext>
              </a:extLst>
            </p:cNvPr>
            <p:cNvSpPr/>
            <p:nvPr/>
          </p:nvSpPr>
          <p:spPr>
            <a:xfrm>
              <a:off x="358330" y="668274"/>
              <a:ext cx="48672" cy="53911"/>
            </a:xfrm>
            <a:custGeom>
              <a:avLst/>
              <a:gdLst>
                <a:gd name="connsiteX0" fmla="*/ 25575 w 48672"/>
                <a:gd name="connsiteY0" fmla="*/ 53911 h 53911"/>
                <a:gd name="connsiteX1" fmla="*/ 11335 w 48672"/>
                <a:gd name="connsiteY1" fmla="*/ 50530 h 53911"/>
                <a:gd name="connsiteX2" fmla="*/ 2810 w 48672"/>
                <a:gd name="connsiteY2" fmla="*/ 41005 h 53911"/>
                <a:gd name="connsiteX3" fmla="*/ 0 w 48672"/>
                <a:gd name="connsiteY3" fmla="*/ 26813 h 53911"/>
                <a:gd name="connsiteX4" fmla="*/ 2762 w 48672"/>
                <a:gd name="connsiteY4" fmla="*/ 12668 h 53911"/>
                <a:gd name="connsiteX5" fmla="*/ 11001 w 48672"/>
                <a:gd name="connsiteY5" fmla="*/ 3334 h 53911"/>
                <a:gd name="connsiteX6" fmla="*/ 24717 w 48672"/>
                <a:gd name="connsiteY6" fmla="*/ 0 h 53911"/>
                <a:gd name="connsiteX7" fmla="*/ 42243 w 48672"/>
                <a:gd name="connsiteY7" fmla="*/ 6620 h 53911"/>
                <a:gd name="connsiteX8" fmla="*/ 48673 w 48672"/>
                <a:gd name="connsiteY8" fmla="*/ 25527 h 53911"/>
                <a:gd name="connsiteX9" fmla="*/ 48578 w 48672"/>
                <a:gd name="connsiteY9" fmla="*/ 27384 h 53911"/>
                <a:gd name="connsiteX10" fmla="*/ 48387 w 48672"/>
                <a:gd name="connsiteY10" fmla="*/ 28956 h 53911"/>
                <a:gd name="connsiteX11" fmla="*/ 11573 w 48672"/>
                <a:gd name="connsiteY11" fmla="*/ 28956 h 53911"/>
                <a:gd name="connsiteX12" fmla="*/ 13049 w 48672"/>
                <a:gd name="connsiteY12" fmla="*/ 37100 h 53911"/>
                <a:gd name="connsiteX13" fmla="*/ 17574 w 48672"/>
                <a:gd name="connsiteY13" fmla="*/ 43053 h 53911"/>
                <a:gd name="connsiteX14" fmla="*/ 25670 w 48672"/>
                <a:gd name="connsiteY14" fmla="*/ 45291 h 53911"/>
                <a:gd name="connsiteX15" fmla="*/ 34052 w 48672"/>
                <a:gd name="connsiteY15" fmla="*/ 42910 h 53911"/>
                <a:gd name="connsiteX16" fmla="*/ 37243 w 48672"/>
                <a:gd name="connsiteY16" fmla="*/ 35862 h 53911"/>
                <a:gd name="connsiteX17" fmla="*/ 48625 w 48672"/>
                <a:gd name="connsiteY17" fmla="*/ 35862 h 53911"/>
                <a:gd name="connsiteX18" fmla="*/ 45482 w 48672"/>
                <a:gd name="connsiteY18" fmla="*/ 45672 h 53911"/>
                <a:gd name="connsiteX19" fmla="*/ 37576 w 48672"/>
                <a:gd name="connsiteY19" fmla="*/ 51816 h 53911"/>
                <a:gd name="connsiteX20" fmla="*/ 25622 w 48672"/>
                <a:gd name="connsiteY20" fmla="*/ 53911 h 53911"/>
                <a:gd name="connsiteX21" fmla="*/ 11621 w 48672"/>
                <a:gd name="connsiteY21" fmla="*/ 21241 h 53911"/>
                <a:gd name="connsiteX22" fmla="*/ 37100 w 48672"/>
                <a:gd name="connsiteY22" fmla="*/ 21241 h 53911"/>
                <a:gd name="connsiteX23" fmla="*/ 33576 w 48672"/>
                <a:gd name="connsiteY23" fmla="*/ 11668 h 53911"/>
                <a:gd name="connsiteX24" fmla="*/ 24622 w 48672"/>
                <a:gd name="connsiteY24" fmla="*/ 8382 h 53911"/>
                <a:gd name="connsiteX25" fmla="*/ 15478 w 48672"/>
                <a:gd name="connsiteY25" fmla="*/ 11716 h 53911"/>
                <a:gd name="connsiteX26" fmla="*/ 11621 w 48672"/>
                <a:gd name="connsiteY26" fmla="*/ 21288 h 53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8672" h="53911">
                  <a:moveTo>
                    <a:pt x="25575" y="53911"/>
                  </a:moveTo>
                  <a:cubicBezTo>
                    <a:pt x="19860" y="53911"/>
                    <a:pt x="15145" y="52768"/>
                    <a:pt x="11335" y="50530"/>
                  </a:cubicBezTo>
                  <a:cubicBezTo>
                    <a:pt x="7525" y="48244"/>
                    <a:pt x="4715" y="45101"/>
                    <a:pt x="2810" y="41005"/>
                  </a:cubicBezTo>
                  <a:cubicBezTo>
                    <a:pt x="905" y="36909"/>
                    <a:pt x="0" y="32194"/>
                    <a:pt x="0" y="26813"/>
                  </a:cubicBezTo>
                  <a:cubicBezTo>
                    <a:pt x="0" y="21431"/>
                    <a:pt x="905" y="16669"/>
                    <a:pt x="2762" y="12668"/>
                  </a:cubicBezTo>
                  <a:cubicBezTo>
                    <a:pt x="4620" y="8668"/>
                    <a:pt x="7334" y="5524"/>
                    <a:pt x="11001" y="3334"/>
                  </a:cubicBezTo>
                  <a:cubicBezTo>
                    <a:pt x="14669" y="1095"/>
                    <a:pt x="19241" y="0"/>
                    <a:pt x="24717" y="0"/>
                  </a:cubicBezTo>
                  <a:cubicBezTo>
                    <a:pt x="32147" y="0"/>
                    <a:pt x="37957" y="2191"/>
                    <a:pt x="42243" y="6620"/>
                  </a:cubicBezTo>
                  <a:cubicBezTo>
                    <a:pt x="46530" y="11049"/>
                    <a:pt x="48673" y="17335"/>
                    <a:pt x="48673" y="25527"/>
                  </a:cubicBezTo>
                  <a:cubicBezTo>
                    <a:pt x="48673" y="26003"/>
                    <a:pt x="48673" y="26622"/>
                    <a:pt x="48578" y="27384"/>
                  </a:cubicBezTo>
                  <a:cubicBezTo>
                    <a:pt x="48530" y="28099"/>
                    <a:pt x="48482" y="28623"/>
                    <a:pt x="48387" y="28956"/>
                  </a:cubicBezTo>
                  <a:lnTo>
                    <a:pt x="11573" y="28956"/>
                  </a:lnTo>
                  <a:cubicBezTo>
                    <a:pt x="11573" y="31909"/>
                    <a:pt x="12097" y="34623"/>
                    <a:pt x="13049" y="37100"/>
                  </a:cubicBezTo>
                  <a:cubicBezTo>
                    <a:pt x="14002" y="39576"/>
                    <a:pt x="15478" y="41577"/>
                    <a:pt x="17574" y="43053"/>
                  </a:cubicBezTo>
                  <a:cubicBezTo>
                    <a:pt x="19622" y="44529"/>
                    <a:pt x="22336" y="45291"/>
                    <a:pt x="25670" y="45291"/>
                  </a:cubicBezTo>
                  <a:cubicBezTo>
                    <a:pt x="29242" y="45291"/>
                    <a:pt x="32052" y="44482"/>
                    <a:pt x="34052" y="42910"/>
                  </a:cubicBezTo>
                  <a:cubicBezTo>
                    <a:pt x="36100" y="41338"/>
                    <a:pt x="37148" y="39005"/>
                    <a:pt x="37243" y="35862"/>
                  </a:cubicBezTo>
                  <a:lnTo>
                    <a:pt x="48625" y="35862"/>
                  </a:lnTo>
                  <a:cubicBezTo>
                    <a:pt x="48435" y="39719"/>
                    <a:pt x="47387" y="43005"/>
                    <a:pt x="45482" y="45672"/>
                  </a:cubicBezTo>
                  <a:cubicBezTo>
                    <a:pt x="43577" y="48387"/>
                    <a:pt x="40957" y="50387"/>
                    <a:pt x="37576" y="51816"/>
                  </a:cubicBezTo>
                  <a:cubicBezTo>
                    <a:pt x="34195" y="53245"/>
                    <a:pt x="30242" y="53911"/>
                    <a:pt x="25622" y="53911"/>
                  </a:cubicBezTo>
                  <a:close/>
                  <a:moveTo>
                    <a:pt x="11621" y="21241"/>
                  </a:moveTo>
                  <a:lnTo>
                    <a:pt x="37100" y="21241"/>
                  </a:lnTo>
                  <a:cubicBezTo>
                    <a:pt x="37005" y="17050"/>
                    <a:pt x="35814" y="13859"/>
                    <a:pt x="33576" y="11668"/>
                  </a:cubicBezTo>
                  <a:cubicBezTo>
                    <a:pt x="31337" y="9477"/>
                    <a:pt x="28384" y="8382"/>
                    <a:pt x="24622" y="8382"/>
                  </a:cubicBezTo>
                  <a:cubicBezTo>
                    <a:pt x="20860" y="8382"/>
                    <a:pt x="17717" y="9477"/>
                    <a:pt x="15478" y="11716"/>
                  </a:cubicBezTo>
                  <a:cubicBezTo>
                    <a:pt x="13192" y="13906"/>
                    <a:pt x="11906" y="17097"/>
                    <a:pt x="11621" y="21288"/>
                  </a:cubicBezTo>
                  <a:close/>
                </a:path>
              </a:pathLst>
            </a:custGeom>
            <a:solidFill>
              <a:srgbClr val="FFFFFF"/>
            </a:solidFill>
            <a:ln w="4763" cap="flat">
              <a:noFill/>
              <a:prstDash val="solid"/>
              <a:miter/>
            </a:ln>
          </p:spPr>
          <p:txBody>
            <a:bodyPr rtlCol="0" anchor="ctr"/>
            <a:lstStyle/>
            <a:p>
              <a:endParaRPr lang="en-AU"/>
            </a:p>
          </p:txBody>
        </p:sp>
        <p:sp>
          <p:nvSpPr>
            <p:cNvPr id="29" name="Freeform: Shape 15">
              <a:extLst>
                <a:ext uri="{FF2B5EF4-FFF2-40B4-BE49-F238E27FC236}">
                  <a16:creationId xmlns:a16="http://schemas.microsoft.com/office/drawing/2014/main" id="{14D8E625-EDAF-94A3-C4A1-8DB610CA3221}"/>
                </a:ext>
              </a:extLst>
            </p:cNvPr>
            <p:cNvSpPr/>
            <p:nvPr/>
          </p:nvSpPr>
          <p:spPr>
            <a:xfrm>
              <a:off x="420385" y="668369"/>
              <a:ext cx="46196" cy="52863"/>
            </a:xfrm>
            <a:custGeom>
              <a:avLst/>
              <a:gdLst>
                <a:gd name="connsiteX0" fmla="*/ 0 w 46196"/>
                <a:gd name="connsiteY0" fmla="*/ 52864 h 52863"/>
                <a:gd name="connsiteX1" fmla="*/ 0 w 46196"/>
                <a:gd name="connsiteY1" fmla="*/ 762 h 52863"/>
                <a:gd name="connsiteX2" fmla="*/ 11097 w 46196"/>
                <a:gd name="connsiteY2" fmla="*/ 762 h 52863"/>
                <a:gd name="connsiteX3" fmla="*/ 11382 w 46196"/>
                <a:gd name="connsiteY3" fmla="*/ 8668 h 52863"/>
                <a:gd name="connsiteX4" fmla="*/ 18336 w 46196"/>
                <a:gd name="connsiteY4" fmla="*/ 2715 h 52863"/>
                <a:gd name="connsiteX5" fmla="*/ 29623 w 46196"/>
                <a:gd name="connsiteY5" fmla="*/ 0 h 52863"/>
                <a:gd name="connsiteX6" fmla="*/ 42053 w 46196"/>
                <a:gd name="connsiteY6" fmla="*/ 4953 h 52863"/>
                <a:gd name="connsiteX7" fmla="*/ 46196 w 46196"/>
                <a:gd name="connsiteY7" fmla="*/ 19098 h 52863"/>
                <a:gd name="connsiteX8" fmla="*/ 46196 w 46196"/>
                <a:gd name="connsiteY8" fmla="*/ 52864 h 52863"/>
                <a:gd name="connsiteX9" fmla="*/ 34671 w 46196"/>
                <a:gd name="connsiteY9" fmla="*/ 52864 h 52863"/>
                <a:gd name="connsiteX10" fmla="*/ 34671 w 46196"/>
                <a:gd name="connsiteY10" fmla="*/ 20622 h 52863"/>
                <a:gd name="connsiteX11" fmla="*/ 33861 w 46196"/>
                <a:gd name="connsiteY11" fmla="*/ 14764 h 52863"/>
                <a:gd name="connsiteX12" fmla="*/ 31147 w 46196"/>
                <a:gd name="connsiteY12" fmla="*/ 10811 h 52863"/>
                <a:gd name="connsiteX13" fmla="*/ 25956 w 46196"/>
                <a:gd name="connsiteY13" fmla="*/ 9382 h 52863"/>
                <a:gd name="connsiteX14" fmla="*/ 17431 w 46196"/>
                <a:gd name="connsiteY14" fmla="*/ 11716 h 52863"/>
                <a:gd name="connsiteX15" fmla="*/ 11621 w 46196"/>
                <a:gd name="connsiteY15" fmla="*/ 17002 h 52863"/>
                <a:gd name="connsiteX16" fmla="*/ 11621 w 46196"/>
                <a:gd name="connsiteY16" fmla="*/ 52864 h 52863"/>
                <a:gd name="connsiteX17" fmla="*/ 48 w 46196"/>
                <a:gd name="connsiteY17" fmla="*/ 52864 h 52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6196" h="52863">
                  <a:moveTo>
                    <a:pt x="0" y="52864"/>
                  </a:moveTo>
                  <a:lnTo>
                    <a:pt x="0" y="762"/>
                  </a:lnTo>
                  <a:lnTo>
                    <a:pt x="11097" y="762"/>
                  </a:lnTo>
                  <a:lnTo>
                    <a:pt x="11382" y="8668"/>
                  </a:lnTo>
                  <a:cubicBezTo>
                    <a:pt x="13097" y="6477"/>
                    <a:pt x="15431" y="4524"/>
                    <a:pt x="18336" y="2715"/>
                  </a:cubicBezTo>
                  <a:cubicBezTo>
                    <a:pt x="21241" y="905"/>
                    <a:pt x="25003" y="0"/>
                    <a:pt x="29623" y="0"/>
                  </a:cubicBezTo>
                  <a:cubicBezTo>
                    <a:pt x="35147" y="0"/>
                    <a:pt x="39291" y="1667"/>
                    <a:pt x="42053" y="4953"/>
                  </a:cubicBezTo>
                  <a:cubicBezTo>
                    <a:pt x="44815" y="8239"/>
                    <a:pt x="46196" y="12954"/>
                    <a:pt x="46196" y="19098"/>
                  </a:cubicBezTo>
                  <a:lnTo>
                    <a:pt x="46196" y="52864"/>
                  </a:lnTo>
                  <a:lnTo>
                    <a:pt x="34671" y="52864"/>
                  </a:lnTo>
                  <a:lnTo>
                    <a:pt x="34671" y="20622"/>
                  </a:lnTo>
                  <a:cubicBezTo>
                    <a:pt x="34671" y="18431"/>
                    <a:pt x="34385" y="16478"/>
                    <a:pt x="33861" y="14764"/>
                  </a:cubicBezTo>
                  <a:cubicBezTo>
                    <a:pt x="33338" y="13049"/>
                    <a:pt x="32433" y="11763"/>
                    <a:pt x="31147" y="10811"/>
                  </a:cubicBezTo>
                  <a:cubicBezTo>
                    <a:pt x="29861" y="9858"/>
                    <a:pt x="28146" y="9382"/>
                    <a:pt x="25956" y="9382"/>
                  </a:cubicBezTo>
                  <a:cubicBezTo>
                    <a:pt x="22622" y="9382"/>
                    <a:pt x="19764" y="10144"/>
                    <a:pt x="17431" y="11716"/>
                  </a:cubicBezTo>
                  <a:cubicBezTo>
                    <a:pt x="15097" y="13287"/>
                    <a:pt x="13145" y="15002"/>
                    <a:pt x="11621" y="17002"/>
                  </a:cubicBezTo>
                  <a:lnTo>
                    <a:pt x="11621" y="52864"/>
                  </a:lnTo>
                  <a:lnTo>
                    <a:pt x="48" y="52864"/>
                  </a:lnTo>
                  <a:close/>
                </a:path>
              </a:pathLst>
            </a:custGeom>
            <a:solidFill>
              <a:srgbClr val="FFFFFF"/>
            </a:solidFill>
            <a:ln w="4763" cap="flat">
              <a:noFill/>
              <a:prstDash val="solid"/>
              <a:miter/>
            </a:ln>
          </p:spPr>
          <p:txBody>
            <a:bodyPr rtlCol="0" anchor="ctr"/>
            <a:lstStyle/>
            <a:p>
              <a:endParaRPr lang="en-AU"/>
            </a:p>
          </p:txBody>
        </p:sp>
        <p:sp>
          <p:nvSpPr>
            <p:cNvPr id="30" name="Freeform: Shape 16">
              <a:extLst>
                <a:ext uri="{FF2B5EF4-FFF2-40B4-BE49-F238E27FC236}">
                  <a16:creationId xmlns:a16="http://schemas.microsoft.com/office/drawing/2014/main" id="{8439AFE8-936A-B581-7945-C2F2ADEBAA97}"/>
                </a:ext>
              </a:extLst>
            </p:cNvPr>
            <p:cNvSpPr/>
            <p:nvPr/>
          </p:nvSpPr>
          <p:spPr>
            <a:xfrm>
              <a:off x="479440" y="649271"/>
              <a:ext cx="49434" cy="72866"/>
            </a:xfrm>
            <a:custGeom>
              <a:avLst/>
              <a:gdLst>
                <a:gd name="connsiteX0" fmla="*/ 20669 w 49434"/>
                <a:gd name="connsiteY0" fmla="*/ 72866 h 72866"/>
                <a:gd name="connsiteX1" fmla="*/ 9906 w 49434"/>
                <a:gd name="connsiteY1" fmla="*/ 69866 h 72866"/>
                <a:gd name="connsiteX2" fmla="*/ 2619 w 49434"/>
                <a:gd name="connsiteY2" fmla="*/ 60817 h 72866"/>
                <a:gd name="connsiteX3" fmla="*/ 0 w 49434"/>
                <a:gd name="connsiteY3" fmla="*/ 45672 h 72866"/>
                <a:gd name="connsiteX4" fmla="*/ 2810 w 49434"/>
                <a:gd name="connsiteY4" fmla="*/ 30766 h 72866"/>
                <a:gd name="connsiteX5" fmla="*/ 10573 w 49434"/>
                <a:gd name="connsiteY5" fmla="*/ 21907 h 72866"/>
                <a:gd name="connsiteX6" fmla="*/ 22003 w 49434"/>
                <a:gd name="connsiteY6" fmla="*/ 18955 h 72866"/>
                <a:gd name="connsiteX7" fmla="*/ 31480 w 49434"/>
                <a:gd name="connsiteY7" fmla="*/ 21288 h 72866"/>
                <a:gd name="connsiteX8" fmla="*/ 37909 w 49434"/>
                <a:gd name="connsiteY8" fmla="*/ 27527 h 72866"/>
                <a:gd name="connsiteX9" fmla="*/ 37909 w 49434"/>
                <a:gd name="connsiteY9" fmla="*/ 0 h 72866"/>
                <a:gd name="connsiteX10" fmla="*/ 49435 w 49434"/>
                <a:gd name="connsiteY10" fmla="*/ 0 h 72866"/>
                <a:gd name="connsiteX11" fmla="*/ 49435 w 49434"/>
                <a:gd name="connsiteY11" fmla="*/ 71961 h 72866"/>
                <a:gd name="connsiteX12" fmla="*/ 38481 w 49434"/>
                <a:gd name="connsiteY12" fmla="*/ 71961 h 72866"/>
                <a:gd name="connsiteX13" fmla="*/ 37909 w 49434"/>
                <a:gd name="connsiteY13" fmla="*/ 64484 h 72866"/>
                <a:gd name="connsiteX14" fmla="*/ 30909 w 49434"/>
                <a:gd name="connsiteY14" fmla="*/ 70580 h 72866"/>
                <a:gd name="connsiteX15" fmla="*/ 20765 w 49434"/>
                <a:gd name="connsiteY15" fmla="*/ 72866 h 72866"/>
                <a:gd name="connsiteX16" fmla="*/ 23670 w 49434"/>
                <a:gd name="connsiteY16" fmla="*/ 63865 h 72866"/>
                <a:gd name="connsiteX17" fmla="*/ 32337 w 49434"/>
                <a:gd name="connsiteY17" fmla="*/ 61293 h 72866"/>
                <a:gd name="connsiteX18" fmla="*/ 37862 w 49434"/>
                <a:gd name="connsiteY18" fmla="*/ 55102 h 72866"/>
                <a:gd name="connsiteX19" fmla="*/ 37862 w 49434"/>
                <a:gd name="connsiteY19" fmla="*/ 37433 h 72866"/>
                <a:gd name="connsiteX20" fmla="*/ 32718 w 49434"/>
                <a:gd name="connsiteY20" fmla="*/ 30766 h 72866"/>
                <a:gd name="connsiteX21" fmla="*/ 24575 w 49434"/>
                <a:gd name="connsiteY21" fmla="*/ 28004 h 72866"/>
                <a:gd name="connsiteX22" fmla="*/ 15097 w 49434"/>
                <a:gd name="connsiteY22" fmla="*/ 32575 h 72866"/>
                <a:gd name="connsiteX23" fmla="*/ 11859 w 49434"/>
                <a:gd name="connsiteY23" fmla="*/ 45625 h 72866"/>
                <a:gd name="connsiteX24" fmla="*/ 14954 w 49434"/>
                <a:gd name="connsiteY24" fmla="*/ 59293 h 72866"/>
                <a:gd name="connsiteX25" fmla="*/ 23765 w 49434"/>
                <a:gd name="connsiteY25" fmla="*/ 63865 h 72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9434" h="72866">
                  <a:moveTo>
                    <a:pt x="20669" y="72866"/>
                  </a:moveTo>
                  <a:cubicBezTo>
                    <a:pt x="16621" y="72866"/>
                    <a:pt x="13002" y="71866"/>
                    <a:pt x="9906" y="69866"/>
                  </a:cubicBezTo>
                  <a:cubicBezTo>
                    <a:pt x="6763" y="67866"/>
                    <a:pt x="4334" y="64865"/>
                    <a:pt x="2619" y="60817"/>
                  </a:cubicBezTo>
                  <a:cubicBezTo>
                    <a:pt x="857" y="56769"/>
                    <a:pt x="0" y="51721"/>
                    <a:pt x="0" y="45672"/>
                  </a:cubicBezTo>
                  <a:cubicBezTo>
                    <a:pt x="0" y="39624"/>
                    <a:pt x="953" y="34719"/>
                    <a:pt x="2810" y="30766"/>
                  </a:cubicBezTo>
                  <a:cubicBezTo>
                    <a:pt x="4667" y="26813"/>
                    <a:pt x="7287" y="23860"/>
                    <a:pt x="10573" y="21907"/>
                  </a:cubicBezTo>
                  <a:cubicBezTo>
                    <a:pt x="13859" y="19907"/>
                    <a:pt x="17669" y="18955"/>
                    <a:pt x="22003" y="18955"/>
                  </a:cubicBezTo>
                  <a:cubicBezTo>
                    <a:pt x="25622" y="18955"/>
                    <a:pt x="28766" y="19764"/>
                    <a:pt x="31480" y="21288"/>
                  </a:cubicBezTo>
                  <a:cubicBezTo>
                    <a:pt x="34147" y="22860"/>
                    <a:pt x="36290" y="24956"/>
                    <a:pt x="37909" y="27527"/>
                  </a:cubicBezTo>
                  <a:lnTo>
                    <a:pt x="37909" y="0"/>
                  </a:lnTo>
                  <a:lnTo>
                    <a:pt x="49435" y="0"/>
                  </a:lnTo>
                  <a:lnTo>
                    <a:pt x="49435" y="71961"/>
                  </a:lnTo>
                  <a:lnTo>
                    <a:pt x="38481" y="71961"/>
                  </a:lnTo>
                  <a:lnTo>
                    <a:pt x="37909" y="64484"/>
                  </a:lnTo>
                  <a:cubicBezTo>
                    <a:pt x="36052" y="67008"/>
                    <a:pt x="33719" y="69056"/>
                    <a:pt x="30909" y="70580"/>
                  </a:cubicBezTo>
                  <a:cubicBezTo>
                    <a:pt x="28099" y="72104"/>
                    <a:pt x="24717" y="72866"/>
                    <a:pt x="20765" y="72866"/>
                  </a:cubicBezTo>
                  <a:close/>
                  <a:moveTo>
                    <a:pt x="23670" y="63865"/>
                  </a:moveTo>
                  <a:cubicBezTo>
                    <a:pt x="27099" y="63865"/>
                    <a:pt x="29956" y="63008"/>
                    <a:pt x="32337" y="61293"/>
                  </a:cubicBezTo>
                  <a:cubicBezTo>
                    <a:pt x="34671" y="59579"/>
                    <a:pt x="36528" y="57531"/>
                    <a:pt x="37862" y="55102"/>
                  </a:cubicBezTo>
                  <a:lnTo>
                    <a:pt x="37862" y="37433"/>
                  </a:lnTo>
                  <a:cubicBezTo>
                    <a:pt x="36624" y="34814"/>
                    <a:pt x="34909" y="32623"/>
                    <a:pt x="32718" y="30766"/>
                  </a:cubicBezTo>
                  <a:cubicBezTo>
                    <a:pt x="30528" y="28908"/>
                    <a:pt x="27813" y="28004"/>
                    <a:pt x="24575" y="28004"/>
                  </a:cubicBezTo>
                  <a:cubicBezTo>
                    <a:pt x="20431" y="28004"/>
                    <a:pt x="17288" y="29527"/>
                    <a:pt x="15097" y="32575"/>
                  </a:cubicBezTo>
                  <a:cubicBezTo>
                    <a:pt x="12906" y="35623"/>
                    <a:pt x="11859" y="39957"/>
                    <a:pt x="11859" y="45625"/>
                  </a:cubicBezTo>
                  <a:cubicBezTo>
                    <a:pt x="11859" y="51673"/>
                    <a:pt x="12906" y="56245"/>
                    <a:pt x="14954" y="59293"/>
                  </a:cubicBezTo>
                  <a:cubicBezTo>
                    <a:pt x="17002" y="62341"/>
                    <a:pt x="19955" y="63865"/>
                    <a:pt x="23765" y="63865"/>
                  </a:cubicBezTo>
                  <a:close/>
                </a:path>
              </a:pathLst>
            </a:custGeom>
            <a:solidFill>
              <a:srgbClr val="FFFFFF"/>
            </a:solidFill>
            <a:ln w="4763" cap="flat">
              <a:noFill/>
              <a:prstDash val="solid"/>
              <a:miter/>
            </a:ln>
          </p:spPr>
          <p:txBody>
            <a:bodyPr rtlCol="0" anchor="ctr"/>
            <a:lstStyle/>
            <a:p>
              <a:endParaRPr lang="en-AU"/>
            </a:p>
          </p:txBody>
        </p:sp>
        <p:sp>
          <p:nvSpPr>
            <p:cNvPr id="31" name="Freeform: Shape 17">
              <a:extLst>
                <a:ext uri="{FF2B5EF4-FFF2-40B4-BE49-F238E27FC236}">
                  <a16:creationId xmlns:a16="http://schemas.microsoft.com/office/drawing/2014/main" id="{E724C15E-F704-4BDB-FFE5-10F861E04F5C}"/>
                </a:ext>
              </a:extLst>
            </p:cNvPr>
            <p:cNvSpPr/>
            <p:nvPr/>
          </p:nvSpPr>
          <p:spPr>
            <a:xfrm>
              <a:off x="543972" y="648700"/>
              <a:ext cx="13620" cy="72532"/>
            </a:xfrm>
            <a:custGeom>
              <a:avLst/>
              <a:gdLst>
                <a:gd name="connsiteX0" fmla="*/ 6810 w 13620"/>
                <a:gd name="connsiteY0" fmla="*/ 12097 h 72532"/>
                <a:gd name="connsiteX1" fmla="*/ 1762 w 13620"/>
                <a:gd name="connsiteY1" fmla="*/ 10382 h 72532"/>
                <a:gd name="connsiteX2" fmla="*/ 0 w 13620"/>
                <a:gd name="connsiteY2" fmla="*/ 6096 h 72532"/>
                <a:gd name="connsiteX3" fmla="*/ 1762 w 13620"/>
                <a:gd name="connsiteY3" fmla="*/ 1715 h 72532"/>
                <a:gd name="connsiteX4" fmla="*/ 6810 w 13620"/>
                <a:gd name="connsiteY4" fmla="*/ 0 h 72532"/>
                <a:gd name="connsiteX5" fmla="*/ 11811 w 13620"/>
                <a:gd name="connsiteY5" fmla="*/ 1715 h 72532"/>
                <a:gd name="connsiteX6" fmla="*/ 13621 w 13620"/>
                <a:gd name="connsiteY6" fmla="*/ 6048 h 72532"/>
                <a:gd name="connsiteX7" fmla="*/ 11811 w 13620"/>
                <a:gd name="connsiteY7" fmla="*/ 10382 h 72532"/>
                <a:gd name="connsiteX8" fmla="*/ 6810 w 13620"/>
                <a:gd name="connsiteY8" fmla="*/ 12097 h 72532"/>
                <a:gd name="connsiteX9" fmla="*/ 1000 w 13620"/>
                <a:gd name="connsiteY9" fmla="*/ 72533 h 72532"/>
                <a:gd name="connsiteX10" fmla="*/ 1000 w 13620"/>
                <a:gd name="connsiteY10" fmla="*/ 20431 h 72532"/>
                <a:gd name="connsiteX11" fmla="*/ 12573 w 13620"/>
                <a:gd name="connsiteY11" fmla="*/ 20431 h 72532"/>
                <a:gd name="connsiteX12" fmla="*/ 12573 w 13620"/>
                <a:gd name="connsiteY12" fmla="*/ 72533 h 72532"/>
                <a:gd name="connsiteX13" fmla="*/ 1000 w 13620"/>
                <a:gd name="connsiteY13" fmla="*/ 72533 h 72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620" h="72532">
                  <a:moveTo>
                    <a:pt x="6810" y="12097"/>
                  </a:moveTo>
                  <a:cubicBezTo>
                    <a:pt x="4620" y="12097"/>
                    <a:pt x="2953" y="11525"/>
                    <a:pt x="1762" y="10382"/>
                  </a:cubicBezTo>
                  <a:cubicBezTo>
                    <a:pt x="571" y="9239"/>
                    <a:pt x="0" y="7810"/>
                    <a:pt x="0" y="6096"/>
                  </a:cubicBezTo>
                  <a:cubicBezTo>
                    <a:pt x="0" y="4381"/>
                    <a:pt x="571" y="2857"/>
                    <a:pt x="1762" y="1715"/>
                  </a:cubicBezTo>
                  <a:cubicBezTo>
                    <a:pt x="2953" y="571"/>
                    <a:pt x="4620" y="0"/>
                    <a:pt x="6810" y="0"/>
                  </a:cubicBezTo>
                  <a:cubicBezTo>
                    <a:pt x="9001" y="0"/>
                    <a:pt x="10620" y="571"/>
                    <a:pt x="11811" y="1715"/>
                  </a:cubicBezTo>
                  <a:cubicBezTo>
                    <a:pt x="13002" y="2857"/>
                    <a:pt x="13621" y="4286"/>
                    <a:pt x="13621" y="6048"/>
                  </a:cubicBezTo>
                  <a:cubicBezTo>
                    <a:pt x="13621" y="7810"/>
                    <a:pt x="13002" y="9239"/>
                    <a:pt x="11811" y="10382"/>
                  </a:cubicBezTo>
                  <a:cubicBezTo>
                    <a:pt x="10620" y="11525"/>
                    <a:pt x="8953" y="12097"/>
                    <a:pt x="6810" y="12097"/>
                  </a:cubicBezTo>
                  <a:close/>
                  <a:moveTo>
                    <a:pt x="1000" y="72533"/>
                  </a:moveTo>
                  <a:lnTo>
                    <a:pt x="1000" y="20431"/>
                  </a:lnTo>
                  <a:lnTo>
                    <a:pt x="12573" y="20431"/>
                  </a:lnTo>
                  <a:lnTo>
                    <a:pt x="12573" y="72533"/>
                  </a:lnTo>
                  <a:lnTo>
                    <a:pt x="1000" y="72533"/>
                  </a:lnTo>
                  <a:close/>
                </a:path>
              </a:pathLst>
            </a:custGeom>
            <a:solidFill>
              <a:srgbClr val="FFFFFF"/>
            </a:solidFill>
            <a:ln w="4763" cap="flat">
              <a:noFill/>
              <a:prstDash val="solid"/>
              <a:miter/>
            </a:ln>
          </p:spPr>
          <p:txBody>
            <a:bodyPr rtlCol="0" anchor="ctr"/>
            <a:lstStyle/>
            <a:p>
              <a:endParaRPr lang="en-AU"/>
            </a:p>
          </p:txBody>
        </p:sp>
        <p:sp>
          <p:nvSpPr>
            <p:cNvPr id="32" name="Freeform: Shape 18">
              <a:extLst>
                <a:ext uri="{FF2B5EF4-FFF2-40B4-BE49-F238E27FC236}">
                  <a16:creationId xmlns:a16="http://schemas.microsoft.com/office/drawing/2014/main" id="{A306029B-2960-049C-8B5E-8DA8DCC512A7}"/>
                </a:ext>
              </a:extLst>
            </p:cNvPr>
            <p:cNvSpPr/>
            <p:nvPr/>
          </p:nvSpPr>
          <p:spPr>
            <a:xfrm>
              <a:off x="569928" y="668131"/>
              <a:ext cx="51006" cy="53959"/>
            </a:xfrm>
            <a:custGeom>
              <a:avLst/>
              <a:gdLst>
                <a:gd name="connsiteX0" fmla="*/ 25289 w 51006"/>
                <a:gd name="connsiteY0" fmla="*/ 53959 h 53959"/>
                <a:gd name="connsiteX1" fmla="*/ 11859 w 51006"/>
                <a:gd name="connsiteY1" fmla="*/ 50768 h 53959"/>
                <a:gd name="connsiteX2" fmla="*/ 3096 w 51006"/>
                <a:gd name="connsiteY2" fmla="*/ 41577 h 53959"/>
                <a:gd name="connsiteX3" fmla="*/ 0 w 51006"/>
                <a:gd name="connsiteY3" fmla="*/ 27146 h 53959"/>
                <a:gd name="connsiteX4" fmla="*/ 3096 w 51006"/>
                <a:gd name="connsiteY4" fmla="*/ 12478 h 53959"/>
                <a:gd name="connsiteX5" fmla="*/ 11859 w 51006"/>
                <a:gd name="connsiteY5" fmla="*/ 3191 h 53959"/>
                <a:gd name="connsiteX6" fmla="*/ 25289 w 51006"/>
                <a:gd name="connsiteY6" fmla="*/ 0 h 53959"/>
                <a:gd name="connsiteX7" fmla="*/ 39005 w 51006"/>
                <a:gd name="connsiteY7" fmla="*/ 3191 h 53959"/>
                <a:gd name="connsiteX8" fmla="*/ 47863 w 51006"/>
                <a:gd name="connsiteY8" fmla="*/ 12478 h 53959"/>
                <a:gd name="connsiteX9" fmla="*/ 51006 w 51006"/>
                <a:gd name="connsiteY9" fmla="*/ 27146 h 53959"/>
                <a:gd name="connsiteX10" fmla="*/ 47863 w 51006"/>
                <a:gd name="connsiteY10" fmla="*/ 41577 h 53959"/>
                <a:gd name="connsiteX11" fmla="*/ 39005 w 51006"/>
                <a:gd name="connsiteY11" fmla="*/ 50768 h 53959"/>
                <a:gd name="connsiteX12" fmla="*/ 25289 w 51006"/>
                <a:gd name="connsiteY12" fmla="*/ 53959 h 53959"/>
                <a:gd name="connsiteX13" fmla="*/ 25289 w 51006"/>
                <a:gd name="connsiteY13" fmla="*/ 45006 h 53959"/>
                <a:gd name="connsiteX14" fmla="*/ 33576 w 51006"/>
                <a:gd name="connsiteY14" fmla="*/ 42672 h 53959"/>
                <a:gd name="connsiteX15" fmla="*/ 37909 w 51006"/>
                <a:gd name="connsiteY15" fmla="*/ 36290 h 53959"/>
                <a:gd name="connsiteX16" fmla="*/ 39195 w 51006"/>
                <a:gd name="connsiteY16" fmla="*/ 27242 h 53959"/>
                <a:gd name="connsiteX17" fmla="*/ 37909 w 51006"/>
                <a:gd name="connsiteY17" fmla="*/ 18002 h 53959"/>
                <a:gd name="connsiteX18" fmla="*/ 33576 w 51006"/>
                <a:gd name="connsiteY18" fmla="*/ 11525 h 53959"/>
                <a:gd name="connsiteX19" fmla="*/ 25289 w 51006"/>
                <a:gd name="connsiteY19" fmla="*/ 9144 h 53959"/>
                <a:gd name="connsiteX20" fmla="*/ 17335 w 51006"/>
                <a:gd name="connsiteY20" fmla="*/ 11525 h 53959"/>
                <a:gd name="connsiteX21" fmla="*/ 13097 w 51006"/>
                <a:gd name="connsiteY21" fmla="*/ 18002 h 53959"/>
                <a:gd name="connsiteX22" fmla="*/ 11811 w 51006"/>
                <a:gd name="connsiteY22" fmla="*/ 27242 h 53959"/>
                <a:gd name="connsiteX23" fmla="*/ 13097 w 51006"/>
                <a:gd name="connsiteY23" fmla="*/ 36290 h 53959"/>
                <a:gd name="connsiteX24" fmla="*/ 17335 w 51006"/>
                <a:gd name="connsiteY24" fmla="*/ 42672 h 53959"/>
                <a:gd name="connsiteX25" fmla="*/ 25289 w 51006"/>
                <a:gd name="connsiteY25" fmla="*/ 45006 h 53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006" h="53959">
                  <a:moveTo>
                    <a:pt x="25289" y="53959"/>
                  </a:moveTo>
                  <a:cubicBezTo>
                    <a:pt x="20145" y="53959"/>
                    <a:pt x="15621" y="52911"/>
                    <a:pt x="11859" y="50768"/>
                  </a:cubicBezTo>
                  <a:cubicBezTo>
                    <a:pt x="8049" y="48673"/>
                    <a:pt x="5144" y="45577"/>
                    <a:pt x="3096" y="41577"/>
                  </a:cubicBezTo>
                  <a:cubicBezTo>
                    <a:pt x="1048" y="37576"/>
                    <a:pt x="0" y="32766"/>
                    <a:pt x="0" y="27146"/>
                  </a:cubicBezTo>
                  <a:cubicBezTo>
                    <a:pt x="0" y="21527"/>
                    <a:pt x="1048" y="16574"/>
                    <a:pt x="3096" y="12478"/>
                  </a:cubicBezTo>
                  <a:cubicBezTo>
                    <a:pt x="5144" y="8382"/>
                    <a:pt x="8049" y="5334"/>
                    <a:pt x="11859" y="3191"/>
                  </a:cubicBezTo>
                  <a:cubicBezTo>
                    <a:pt x="15669" y="1048"/>
                    <a:pt x="20145" y="0"/>
                    <a:pt x="25289" y="0"/>
                  </a:cubicBezTo>
                  <a:cubicBezTo>
                    <a:pt x="30432" y="0"/>
                    <a:pt x="35147" y="1048"/>
                    <a:pt x="39005" y="3191"/>
                  </a:cubicBezTo>
                  <a:cubicBezTo>
                    <a:pt x="42863" y="5334"/>
                    <a:pt x="45815" y="8430"/>
                    <a:pt x="47863" y="12478"/>
                  </a:cubicBezTo>
                  <a:cubicBezTo>
                    <a:pt x="49959" y="16526"/>
                    <a:pt x="51006" y="21431"/>
                    <a:pt x="51006" y="27146"/>
                  </a:cubicBezTo>
                  <a:cubicBezTo>
                    <a:pt x="51006" y="32861"/>
                    <a:pt x="49959" y="37529"/>
                    <a:pt x="47863" y="41577"/>
                  </a:cubicBezTo>
                  <a:cubicBezTo>
                    <a:pt x="45768" y="45577"/>
                    <a:pt x="42815" y="48673"/>
                    <a:pt x="39005" y="50768"/>
                  </a:cubicBezTo>
                  <a:cubicBezTo>
                    <a:pt x="35195" y="52911"/>
                    <a:pt x="30623" y="53959"/>
                    <a:pt x="25289" y="53959"/>
                  </a:cubicBezTo>
                  <a:close/>
                  <a:moveTo>
                    <a:pt x="25289" y="45006"/>
                  </a:moveTo>
                  <a:cubicBezTo>
                    <a:pt x="28766" y="45006"/>
                    <a:pt x="31528" y="44244"/>
                    <a:pt x="33576" y="42672"/>
                  </a:cubicBezTo>
                  <a:cubicBezTo>
                    <a:pt x="35624" y="41100"/>
                    <a:pt x="37052" y="38957"/>
                    <a:pt x="37909" y="36290"/>
                  </a:cubicBezTo>
                  <a:cubicBezTo>
                    <a:pt x="38767" y="33576"/>
                    <a:pt x="39195" y="30575"/>
                    <a:pt x="39195" y="27242"/>
                  </a:cubicBezTo>
                  <a:cubicBezTo>
                    <a:pt x="39195" y="23908"/>
                    <a:pt x="38767" y="20717"/>
                    <a:pt x="37909" y="18002"/>
                  </a:cubicBezTo>
                  <a:cubicBezTo>
                    <a:pt x="37052" y="15288"/>
                    <a:pt x="35624" y="13097"/>
                    <a:pt x="33576" y="11525"/>
                  </a:cubicBezTo>
                  <a:cubicBezTo>
                    <a:pt x="31528" y="9954"/>
                    <a:pt x="28766" y="9144"/>
                    <a:pt x="25289" y="9144"/>
                  </a:cubicBezTo>
                  <a:cubicBezTo>
                    <a:pt x="21812" y="9144"/>
                    <a:pt x="19288" y="9954"/>
                    <a:pt x="17335" y="11525"/>
                  </a:cubicBezTo>
                  <a:cubicBezTo>
                    <a:pt x="15383" y="13097"/>
                    <a:pt x="13954" y="15288"/>
                    <a:pt x="13097" y="18002"/>
                  </a:cubicBezTo>
                  <a:cubicBezTo>
                    <a:pt x="12240" y="20717"/>
                    <a:pt x="11811" y="23813"/>
                    <a:pt x="11811" y="27242"/>
                  </a:cubicBezTo>
                  <a:cubicBezTo>
                    <a:pt x="11811" y="30671"/>
                    <a:pt x="12240" y="33623"/>
                    <a:pt x="13097" y="36290"/>
                  </a:cubicBezTo>
                  <a:cubicBezTo>
                    <a:pt x="13954" y="38957"/>
                    <a:pt x="15383" y="41100"/>
                    <a:pt x="17335" y="42672"/>
                  </a:cubicBezTo>
                  <a:cubicBezTo>
                    <a:pt x="19288" y="44244"/>
                    <a:pt x="21955" y="45006"/>
                    <a:pt x="25289" y="45006"/>
                  </a:cubicBezTo>
                  <a:close/>
                </a:path>
              </a:pathLst>
            </a:custGeom>
            <a:solidFill>
              <a:srgbClr val="FFFFFF"/>
            </a:solidFill>
            <a:ln w="4763" cap="flat">
              <a:noFill/>
              <a:prstDash val="solid"/>
              <a:miter/>
            </a:ln>
          </p:spPr>
          <p:txBody>
            <a:bodyPr rtlCol="0" anchor="ctr"/>
            <a:lstStyle/>
            <a:p>
              <a:endParaRPr lang="en-AU"/>
            </a:p>
          </p:txBody>
        </p:sp>
        <p:sp>
          <p:nvSpPr>
            <p:cNvPr id="33" name="Freeform: Shape 19">
              <a:extLst>
                <a:ext uri="{FF2B5EF4-FFF2-40B4-BE49-F238E27FC236}">
                  <a16:creationId xmlns:a16="http://schemas.microsoft.com/office/drawing/2014/main" id="{B1B60711-0A7B-3A02-4F61-586698FF45F0}"/>
                </a:ext>
              </a:extLst>
            </p:cNvPr>
            <p:cNvSpPr/>
            <p:nvPr/>
          </p:nvSpPr>
          <p:spPr>
            <a:xfrm>
              <a:off x="634317" y="668369"/>
              <a:ext cx="46196" cy="52863"/>
            </a:xfrm>
            <a:custGeom>
              <a:avLst/>
              <a:gdLst>
                <a:gd name="connsiteX0" fmla="*/ 0 w 46196"/>
                <a:gd name="connsiteY0" fmla="*/ 52864 h 52863"/>
                <a:gd name="connsiteX1" fmla="*/ 0 w 46196"/>
                <a:gd name="connsiteY1" fmla="*/ 762 h 52863"/>
                <a:gd name="connsiteX2" fmla="*/ 11097 w 46196"/>
                <a:gd name="connsiteY2" fmla="*/ 762 h 52863"/>
                <a:gd name="connsiteX3" fmla="*/ 11382 w 46196"/>
                <a:gd name="connsiteY3" fmla="*/ 8668 h 52863"/>
                <a:gd name="connsiteX4" fmla="*/ 18336 w 46196"/>
                <a:gd name="connsiteY4" fmla="*/ 2715 h 52863"/>
                <a:gd name="connsiteX5" fmla="*/ 29623 w 46196"/>
                <a:gd name="connsiteY5" fmla="*/ 0 h 52863"/>
                <a:gd name="connsiteX6" fmla="*/ 42053 w 46196"/>
                <a:gd name="connsiteY6" fmla="*/ 4953 h 52863"/>
                <a:gd name="connsiteX7" fmla="*/ 46196 w 46196"/>
                <a:gd name="connsiteY7" fmla="*/ 19098 h 52863"/>
                <a:gd name="connsiteX8" fmla="*/ 46196 w 46196"/>
                <a:gd name="connsiteY8" fmla="*/ 52864 h 52863"/>
                <a:gd name="connsiteX9" fmla="*/ 34671 w 46196"/>
                <a:gd name="connsiteY9" fmla="*/ 52864 h 52863"/>
                <a:gd name="connsiteX10" fmla="*/ 34671 w 46196"/>
                <a:gd name="connsiteY10" fmla="*/ 20622 h 52863"/>
                <a:gd name="connsiteX11" fmla="*/ 33861 w 46196"/>
                <a:gd name="connsiteY11" fmla="*/ 14764 h 52863"/>
                <a:gd name="connsiteX12" fmla="*/ 31147 w 46196"/>
                <a:gd name="connsiteY12" fmla="*/ 10811 h 52863"/>
                <a:gd name="connsiteX13" fmla="*/ 25956 w 46196"/>
                <a:gd name="connsiteY13" fmla="*/ 9382 h 52863"/>
                <a:gd name="connsiteX14" fmla="*/ 17431 w 46196"/>
                <a:gd name="connsiteY14" fmla="*/ 11716 h 52863"/>
                <a:gd name="connsiteX15" fmla="*/ 11621 w 46196"/>
                <a:gd name="connsiteY15" fmla="*/ 17002 h 52863"/>
                <a:gd name="connsiteX16" fmla="*/ 11621 w 46196"/>
                <a:gd name="connsiteY16" fmla="*/ 52864 h 52863"/>
                <a:gd name="connsiteX17" fmla="*/ 48 w 46196"/>
                <a:gd name="connsiteY17" fmla="*/ 52864 h 52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6196" h="52863">
                  <a:moveTo>
                    <a:pt x="0" y="52864"/>
                  </a:moveTo>
                  <a:lnTo>
                    <a:pt x="0" y="762"/>
                  </a:lnTo>
                  <a:lnTo>
                    <a:pt x="11097" y="762"/>
                  </a:lnTo>
                  <a:lnTo>
                    <a:pt x="11382" y="8668"/>
                  </a:lnTo>
                  <a:cubicBezTo>
                    <a:pt x="13097" y="6477"/>
                    <a:pt x="15430" y="4524"/>
                    <a:pt x="18336" y="2715"/>
                  </a:cubicBezTo>
                  <a:cubicBezTo>
                    <a:pt x="21241" y="905"/>
                    <a:pt x="25003" y="0"/>
                    <a:pt x="29623" y="0"/>
                  </a:cubicBezTo>
                  <a:cubicBezTo>
                    <a:pt x="35147" y="0"/>
                    <a:pt x="39291" y="1667"/>
                    <a:pt x="42053" y="4953"/>
                  </a:cubicBezTo>
                  <a:cubicBezTo>
                    <a:pt x="44815" y="8239"/>
                    <a:pt x="46196" y="12954"/>
                    <a:pt x="46196" y="19098"/>
                  </a:cubicBezTo>
                  <a:lnTo>
                    <a:pt x="46196" y="52864"/>
                  </a:lnTo>
                  <a:lnTo>
                    <a:pt x="34671" y="52864"/>
                  </a:lnTo>
                  <a:lnTo>
                    <a:pt x="34671" y="20622"/>
                  </a:lnTo>
                  <a:cubicBezTo>
                    <a:pt x="34671" y="18431"/>
                    <a:pt x="34385" y="16478"/>
                    <a:pt x="33861" y="14764"/>
                  </a:cubicBezTo>
                  <a:cubicBezTo>
                    <a:pt x="33338" y="13049"/>
                    <a:pt x="32433" y="11763"/>
                    <a:pt x="31147" y="10811"/>
                  </a:cubicBezTo>
                  <a:cubicBezTo>
                    <a:pt x="29861" y="9858"/>
                    <a:pt x="28146" y="9382"/>
                    <a:pt x="25956" y="9382"/>
                  </a:cubicBezTo>
                  <a:cubicBezTo>
                    <a:pt x="22622" y="9382"/>
                    <a:pt x="19764" y="10144"/>
                    <a:pt x="17431" y="11716"/>
                  </a:cubicBezTo>
                  <a:cubicBezTo>
                    <a:pt x="15097" y="13287"/>
                    <a:pt x="13144" y="15002"/>
                    <a:pt x="11621" y="17002"/>
                  </a:cubicBezTo>
                  <a:lnTo>
                    <a:pt x="11621" y="52864"/>
                  </a:lnTo>
                  <a:lnTo>
                    <a:pt x="48" y="52864"/>
                  </a:lnTo>
                  <a:close/>
                </a:path>
              </a:pathLst>
            </a:custGeom>
            <a:solidFill>
              <a:srgbClr val="FFFFFF"/>
            </a:solidFill>
            <a:ln w="4763" cap="flat">
              <a:noFill/>
              <a:prstDash val="solid"/>
              <a:miter/>
            </a:ln>
          </p:spPr>
          <p:txBody>
            <a:bodyPr rtlCol="0" anchor="ctr"/>
            <a:lstStyle/>
            <a:p>
              <a:endParaRPr lang="en-AU"/>
            </a:p>
          </p:txBody>
        </p:sp>
        <p:sp>
          <p:nvSpPr>
            <p:cNvPr id="34" name="Freeform: Shape 20">
              <a:extLst>
                <a:ext uri="{FF2B5EF4-FFF2-40B4-BE49-F238E27FC236}">
                  <a16:creationId xmlns:a16="http://schemas.microsoft.com/office/drawing/2014/main" id="{D4791472-3E4E-2BC8-C636-CD7121338B16}"/>
                </a:ext>
              </a:extLst>
            </p:cNvPr>
            <p:cNvSpPr/>
            <p:nvPr/>
          </p:nvSpPr>
          <p:spPr>
            <a:xfrm>
              <a:off x="696134" y="706421"/>
              <a:ext cx="15906" cy="15478"/>
            </a:xfrm>
            <a:custGeom>
              <a:avLst/>
              <a:gdLst>
                <a:gd name="connsiteX0" fmla="*/ 8001 w 15906"/>
                <a:gd name="connsiteY0" fmla="*/ 15478 h 15478"/>
                <a:gd name="connsiteX1" fmla="*/ 2238 w 15906"/>
                <a:gd name="connsiteY1" fmla="*/ 13240 h 15478"/>
                <a:gd name="connsiteX2" fmla="*/ 0 w 15906"/>
                <a:gd name="connsiteY2" fmla="*/ 7715 h 15478"/>
                <a:gd name="connsiteX3" fmla="*/ 2238 w 15906"/>
                <a:gd name="connsiteY3" fmla="*/ 2143 h 15478"/>
                <a:gd name="connsiteX4" fmla="*/ 8001 w 15906"/>
                <a:gd name="connsiteY4" fmla="*/ 0 h 15478"/>
                <a:gd name="connsiteX5" fmla="*/ 13716 w 15906"/>
                <a:gd name="connsiteY5" fmla="*/ 2143 h 15478"/>
                <a:gd name="connsiteX6" fmla="*/ 15907 w 15906"/>
                <a:gd name="connsiteY6" fmla="*/ 7715 h 15478"/>
                <a:gd name="connsiteX7" fmla="*/ 13716 w 15906"/>
                <a:gd name="connsiteY7" fmla="*/ 13240 h 15478"/>
                <a:gd name="connsiteX8" fmla="*/ 8001 w 15906"/>
                <a:gd name="connsiteY8" fmla="*/ 15478 h 1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906" h="15478">
                  <a:moveTo>
                    <a:pt x="8001" y="15478"/>
                  </a:moveTo>
                  <a:cubicBezTo>
                    <a:pt x="5667" y="15478"/>
                    <a:pt x="3715" y="14716"/>
                    <a:pt x="2238" y="13240"/>
                  </a:cubicBezTo>
                  <a:cubicBezTo>
                    <a:pt x="762" y="11763"/>
                    <a:pt x="0" y="9906"/>
                    <a:pt x="0" y="7715"/>
                  </a:cubicBezTo>
                  <a:cubicBezTo>
                    <a:pt x="0" y="5429"/>
                    <a:pt x="762" y="3572"/>
                    <a:pt x="2238" y="2143"/>
                  </a:cubicBezTo>
                  <a:cubicBezTo>
                    <a:pt x="3715" y="714"/>
                    <a:pt x="5667" y="0"/>
                    <a:pt x="8001" y="0"/>
                  </a:cubicBezTo>
                  <a:cubicBezTo>
                    <a:pt x="10335" y="0"/>
                    <a:pt x="12240" y="714"/>
                    <a:pt x="13716" y="2143"/>
                  </a:cubicBezTo>
                  <a:cubicBezTo>
                    <a:pt x="15192" y="3572"/>
                    <a:pt x="15907" y="5429"/>
                    <a:pt x="15907" y="7715"/>
                  </a:cubicBezTo>
                  <a:cubicBezTo>
                    <a:pt x="15907" y="10001"/>
                    <a:pt x="15192" y="11716"/>
                    <a:pt x="13716" y="13240"/>
                  </a:cubicBezTo>
                  <a:cubicBezTo>
                    <a:pt x="12240" y="14716"/>
                    <a:pt x="10335" y="15478"/>
                    <a:pt x="8001" y="15478"/>
                  </a:cubicBezTo>
                  <a:close/>
                </a:path>
              </a:pathLst>
            </a:custGeom>
            <a:solidFill>
              <a:srgbClr val="FFFFFF"/>
            </a:solidFill>
            <a:ln w="4763" cap="flat">
              <a:noFill/>
              <a:prstDash val="solid"/>
              <a:miter/>
            </a:ln>
          </p:spPr>
          <p:txBody>
            <a:bodyPr rtlCol="0" anchor="ctr"/>
            <a:lstStyle/>
            <a:p>
              <a:endParaRPr lang="en-AU"/>
            </a:p>
          </p:txBody>
        </p:sp>
        <p:sp>
          <p:nvSpPr>
            <p:cNvPr id="35" name="Freeform: Shape 21">
              <a:extLst>
                <a:ext uri="{FF2B5EF4-FFF2-40B4-BE49-F238E27FC236}">
                  <a16:creationId xmlns:a16="http://schemas.microsoft.com/office/drawing/2014/main" id="{4A295B6B-65B4-8DA3-B73E-9A935283BEC3}"/>
                </a:ext>
              </a:extLst>
            </p:cNvPr>
            <p:cNvSpPr/>
            <p:nvPr/>
          </p:nvSpPr>
          <p:spPr>
            <a:xfrm>
              <a:off x="722614" y="668274"/>
              <a:ext cx="48291" cy="53863"/>
            </a:xfrm>
            <a:custGeom>
              <a:avLst/>
              <a:gdLst>
                <a:gd name="connsiteX0" fmla="*/ 25146 w 48291"/>
                <a:gd name="connsiteY0" fmla="*/ 53769 h 53863"/>
                <a:gd name="connsiteX1" fmla="*/ 12240 w 48291"/>
                <a:gd name="connsiteY1" fmla="*/ 50911 h 53863"/>
                <a:gd name="connsiteX2" fmla="*/ 3286 w 48291"/>
                <a:gd name="connsiteY2" fmla="*/ 42100 h 53863"/>
                <a:gd name="connsiteX3" fmla="*/ 0 w 48291"/>
                <a:gd name="connsiteY3" fmla="*/ 27099 h 53863"/>
                <a:gd name="connsiteX4" fmla="*/ 3191 w 48291"/>
                <a:gd name="connsiteY4" fmla="*/ 11954 h 53863"/>
                <a:gd name="connsiteX5" fmla="*/ 12002 w 48291"/>
                <a:gd name="connsiteY5" fmla="*/ 2953 h 53863"/>
                <a:gd name="connsiteX6" fmla="*/ 25146 w 48291"/>
                <a:gd name="connsiteY6" fmla="*/ 0 h 53863"/>
                <a:gd name="connsiteX7" fmla="*/ 36528 w 48291"/>
                <a:gd name="connsiteY7" fmla="*/ 2095 h 53863"/>
                <a:gd name="connsiteX8" fmla="*/ 44625 w 48291"/>
                <a:gd name="connsiteY8" fmla="*/ 8334 h 53863"/>
                <a:gd name="connsiteX9" fmla="*/ 47816 w 48291"/>
                <a:gd name="connsiteY9" fmla="*/ 18859 h 53863"/>
                <a:gd name="connsiteX10" fmla="*/ 36528 w 48291"/>
                <a:gd name="connsiteY10" fmla="*/ 18859 h 53863"/>
                <a:gd name="connsiteX11" fmla="*/ 33338 w 48291"/>
                <a:gd name="connsiteY11" fmla="*/ 11716 h 53863"/>
                <a:gd name="connsiteX12" fmla="*/ 25241 w 48291"/>
                <a:gd name="connsiteY12" fmla="*/ 9096 h 53863"/>
                <a:gd name="connsiteX13" fmla="*/ 15097 w 48291"/>
                <a:gd name="connsiteY13" fmla="*/ 13811 h 53863"/>
                <a:gd name="connsiteX14" fmla="*/ 11859 w 48291"/>
                <a:gd name="connsiteY14" fmla="*/ 27099 h 53863"/>
                <a:gd name="connsiteX15" fmla="*/ 13287 w 48291"/>
                <a:gd name="connsiteY15" fmla="*/ 36624 h 53863"/>
                <a:gd name="connsiteX16" fmla="*/ 17717 w 48291"/>
                <a:gd name="connsiteY16" fmla="*/ 42672 h 53863"/>
                <a:gd name="connsiteX17" fmla="*/ 25289 w 48291"/>
                <a:gd name="connsiteY17" fmla="*/ 44767 h 53863"/>
                <a:gd name="connsiteX18" fmla="*/ 33671 w 48291"/>
                <a:gd name="connsiteY18" fmla="*/ 42005 h 53863"/>
                <a:gd name="connsiteX19" fmla="*/ 37005 w 48291"/>
                <a:gd name="connsiteY19" fmla="*/ 34004 h 53863"/>
                <a:gd name="connsiteX20" fmla="*/ 48292 w 48291"/>
                <a:gd name="connsiteY20" fmla="*/ 34004 h 53863"/>
                <a:gd name="connsiteX21" fmla="*/ 45101 w 48291"/>
                <a:gd name="connsiteY21" fmla="*/ 44958 h 53863"/>
                <a:gd name="connsiteX22" fmla="*/ 36909 w 48291"/>
                <a:gd name="connsiteY22" fmla="*/ 51625 h 53863"/>
                <a:gd name="connsiteX23" fmla="*/ 25241 w 48291"/>
                <a:gd name="connsiteY23" fmla="*/ 53864 h 53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8291" h="53863">
                  <a:moveTo>
                    <a:pt x="25146" y="53769"/>
                  </a:moveTo>
                  <a:cubicBezTo>
                    <a:pt x="20336" y="53769"/>
                    <a:pt x="16050" y="52816"/>
                    <a:pt x="12240" y="50911"/>
                  </a:cubicBezTo>
                  <a:cubicBezTo>
                    <a:pt x="8477" y="49006"/>
                    <a:pt x="5477" y="46053"/>
                    <a:pt x="3286" y="42100"/>
                  </a:cubicBezTo>
                  <a:cubicBezTo>
                    <a:pt x="1095" y="38148"/>
                    <a:pt x="0" y="33147"/>
                    <a:pt x="0" y="27099"/>
                  </a:cubicBezTo>
                  <a:cubicBezTo>
                    <a:pt x="0" y="21050"/>
                    <a:pt x="1048" y="15954"/>
                    <a:pt x="3191" y="11954"/>
                  </a:cubicBezTo>
                  <a:cubicBezTo>
                    <a:pt x="5334" y="7953"/>
                    <a:pt x="8239" y="4953"/>
                    <a:pt x="12002" y="2953"/>
                  </a:cubicBezTo>
                  <a:cubicBezTo>
                    <a:pt x="15764" y="952"/>
                    <a:pt x="20145" y="0"/>
                    <a:pt x="25146" y="0"/>
                  </a:cubicBezTo>
                  <a:cubicBezTo>
                    <a:pt x="29337" y="0"/>
                    <a:pt x="33147" y="714"/>
                    <a:pt x="36528" y="2095"/>
                  </a:cubicBezTo>
                  <a:cubicBezTo>
                    <a:pt x="39910" y="3477"/>
                    <a:pt x="42624" y="5572"/>
                    <a:pt x="44625" y="8334"/>
                  </a:cubicBezTo>
                  <a:cubicBezTo>
                    <a:pt x="46625" y="11097"/>
                    <a:pt x="47720" y="14621"/>
                    <a:pt x="47816" y="18859"/>
                  </a:cubicBezTo>
                  <a:lnTo>
                    <a:pt x="36528" y="18859"/>
                  </a:lnTo>
                  <a:cubicBezTo>
                    <a:pt x="36338" y="15811"/>
                    <a:pt x="35290" y="13430"/>
                    <a:pt x="33338" y="11716"/>
                  </a:cubicBezTo>
                  <a:cubicBezTo>
                    <a:pt x="31385" y="9954"/>
                    <a:pt x="28670" y="9096"/>
                    <a:pt x="25241" y="9096"/>
                  </a:cubicBezTo>
                  <a:cubicBezTo>
                    <a:pt x="20622" y="9096"/>
                    <a:pt x="17240" y="10668"/>
                    <a:pt x="15097" y="13811"/>
                  </a:cubicBezTo>
                  <a:cubicBezTo>
                    <a:pt x="12906" y="16954"/>
                    <a:pt x="11859" y="21384"/>
                    <a:pt x="11859" y="27099"/>
                  </a:cubicBezTo>
                  <a:cubicBezTo>
                    <a:pt x="11859" y="30813"/>
                    <a:pt x="12335" y="33957"/>
                    <a:pt x="13287" y="36624"/>
                  </a:cubicBezTo>
                  <a:cubicBezTo>
                    <a:pt x="14240" y="39243"/>
                    <a:pt x="15716" y="41291"/>
                    <a:pt x="17717" y="42672"/>
                  </a:cubicBezTo>
                  <a:cubicBezTo>
                    <a:pt x="19717" y="44053"/>
                    <a:pt x="22193" y="44767"/>
                    <a:pt x="25289" y="44767"/>
                  </a:cubicBezTo>
                  <a:cubicBezTo>
                    <a:pt x="28766" y="44767"/>
                    <a:pt x="31575" y="43863"/>
                    <a:pt x="33671" y="42005"/>
                  </a:cubicBezTo>
                  <a:cubicBezTo>
                    <a:pt x="35766" y="40148"/>
                    <a:pt x="36862" y="37481"/>
                    <a:pt x="37005" y="34004"/>
                  </a:cubicBezTo>
                  <a:lnTo>
                    <a:pt x="48292" y="34004"/>
                  </a:lnTo>
                  <a:cubicBezTo>
                    <a:pt x="48197" y="38338"/>
                    <a:pt x="47101" y="42005"/>
                    <a:pt x="45101" y="44958"/>
                  </a:cubicBezTo>
                  <a:cubicBezTo>
                    <a:pt x="43053" y="47911"/>
                    <a:pt x="40338" y="50149"/>
                    <a:pt x="36909" y="51625"/>
                  </a:cubicBezTo>
                  <a:cubicBezTo>
                    <a:pt x="33480" y="53102"/>
                    <a:pt x="29575" y="53864"/>
                    <a:pt x="25241" y="53864"/>
                  </a:cubicBezTo>
                  <a:close/>
                </a:path>
              </a:pathLst>
            </a:custGeom>
            <a:solidFill>
              <a:srgbClr val="FFFFFF"/>
            </a:solidFill>
            <a:ln w="4763" cap="flat">
              <a:noFill/>
              <a:prstDash val="solid"/>
              <a:miter/>
            </a:ln>
          </p:spPr>
          <p:txBody>
            <a:bodyPr rtlCol="0" anchor="ctr"/>
            <a:lstStyle/>
            <a:p>
              <a:endParaRPr lang="en-AU"/>
            </a:p>
          </p:txBody>
        </p:sp>
        <p:sp>
          <p:nvSpPr>
            <p:cNvPr id="36" name="Freeform: Shape 22">
              <a:extLst>
                <a:ext uri="{FF2B5EF4-FFF2-40B4-BE49-F238E27FC236}">
                  <a16:creationId xmlns:a16="http://schemas.microsoft.com/office/drawing/2014/main" id="{7F72A67E-FAF5-D218-A544-097D17205F46}"/>
                </a:ext>
              </a:extLst>
            </p:cNvPr>
            <p:cNvSpPr/>
            <p:nvPr/>
          </p:nvSpPr>
          <p:spPr>
            <a:xfrm>
              <a:off x="781431" y="668131"/>
              <a:ext cx="51006" cy="53959"/>
            </a:xfrm>
            <a:custGeom>
              <a:avLst/>
              <a:gdLst>
                <a:gd name="connsiteX0" fmla="*/ 25289 w 51006"/>
                <a:gd name="connsiteY0" fmla="*/ 53959 h 53959"/>
                <a:gd name="connsiteX1" fmla="*/ 11859 w 51006"/>
                <a:gd name="connsiteY1" fmla="*/ 50768 h 53959"/>
                <a:gd name="connsiteX2" fmla="*/ 3096 w 51006"/>
                <a:gd name="connsiteY2" fmla="*/ 41577 h 53959"/>
                <a:gd name="connsiteX3" fmla="*/ 0 w 51006"/>
                <a:gd name="connsiteY3" fmla="*/ 27146 h 53959"/>
                <a:gd name="connsiteX4" fmla="*/ 3096 w 51006"/>
                <a:gd name="connsiteY4" fmla="*/ 12478 h 53959"/>
                <a:gd name="connsiteX5" fmla="*/ 11859 w 51006"/>
                <a:gd name="connsiteY5" fmla="*/ 3191 h 53959"/>
                <a:gd name="connsiteX6" fmla="*/ 25289 w 51006"/>
                <a:gd name="connsiteY6" fmla="*/ 0 h 53959"/>
                <a:gd name="connsiteX7" fmla="*/ 39005 w 51006"/>
                <a:gd name="connsiteY7" fmla="*/ 3191 h 53959"/>
                <a:gd name="connsiteX8" fmla="*/ 47863 w 51006"/>
                <a:gd name="connsiteY8" fmla="*/ 12478 h 53959"/>
                <a:gd name="connsiteX9" fmla="*/ 51006 w 51006"/>
                <a:gd name="connsiteY9" fmla="*/ 27146 h 53959"/>
                <a:gd name="connsiteX10" fmla="*/ 47863 w 51006"/>
                <a:gd name="connsiteY10" fmla="*/ 41577 h 53959"/>
                <a:gd name="connsiteX11" fmla="*/ 39005 w 51006"/>
                <a:gd name="connsiteY11" fmla="*/ 50768 h 53959"/>
                <a:gd name="connsiteX12" fmla="*/ 25289 w 51006"/>
                <a:gd name="connsiteY12" fmla="*/ 53959 h 53959"/>
                <a:gd name="connsiteX13" fmla="*/ 25289 w 51006"/>
                <a:gd name="connsiteY13" fmla="*/ 45006 h 53959"/>
                <a:gd name="connsiteX14" fmla="*/ 33576 w 51006"/>
                <a:gd name="connsiteY14" fmla="*/ 42672 h 53959"/>
                <a:gd name="connsiteX15" fmla="*/ 37909 w 51006"/>
                <a:gd name="connsiteY15" fmla="*/ 36290 h 53959"/>
                <a:gd name="connsiteX16" fmla="*/ 39195 w 51006"/>
                <a:gd name="connsiteY16" fmla="*/ 27242 h 53959"/>
                <a:gd name="connsiteX17" fmla="*/ 37909 w 51006"/>
                <a:gd name="connsiteY17" fmla="*/ 18002 h 53959"/>
                <a:gd name="connsiteX18" fmla="*/ 33576 w 51006"/>
                <a:gd name="connsiteY18" fmla="*/ 11525 h 53959"/>
                <a:gd name="connsiteX19" fmla="*/ 25289 w 51006"/>
                <a:gd name="connsiteY19" fmla="*/ 9144 h 53959"/>
                <a:gd name="connsiteX20" fmla="*/ 17335 w 51006"/>
                <a:gd name="connsiteY20" fmla="*/ 11525 h 53959"/>
                <a:gd name="connsiteX21" fmla="*/ 13097 w 51006"/>
                <a:gd name="connsiteY21" fmla="*/ 18002 h 53959"/>
                <a:gd name="connsiteX22" fmla="*/ 11811 w 51006"/>
                <a:gd name="connsiteY22" fmla="*/ 27242 h 53959"/>
                <a:gd name="connsiteX23" fmla="*/ 13097 w 51006"/>
                <a:gd name="connsiteY23" fmla="*/ 36290 h 53959"/>
                <a:gd name="connsiteX24" fmla="*/ 17335 w 51006"/>
                <a:gd name="connsiteY24" fmla="*/ 42672 h 53959"/>
                <a:gd name="connsiteX25" fmla="*/ 25289 w 51006"/>
                <a:gd name="connsiteY25" fmla="*/ 45006 h 53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006" h="53959">
                  <a:moveTo>
                    <a:pt x="25289" y="53959"/>
                  </a:moveTo>
                  <a:cubicBezTo>
                    <a:pt x="20145" y="53959"/>
                    <a:pt x="15621" y="52911"/>
                    <a:pt x="11859" y="50768"/>
                  </a:cubicBezTo>
                  <a:cubicBezTo>
                    <a:pt x="8049" y="48673"/>
                    <a:pt x="5144" y="45577"/>
                    <a:pt x="3096" y="41577"/>
                  </a:cubicBezTo>
                  <a:cubicBezTo>
                    <a:pt x="1048" y="37576"/>
                    <a:pt x="0" y="32766"/>
                    <a:pt x="0" y="27146"/>
                  </a:cubicBezTo>
                  <a:cubicBezTo>
                    <a:pt x="0" y="21527"/>
                    <a:pt x="1048" y="16574"/>
                    <a:pt x="3096" y="12478"/>
                  </a:cubicBezTo>
                  <a:cubicBezTo>
                    <a:pt x="5144" y="8382"/>
                    <a:pt x="8049" y="5334"/>
                    <a:pt x="11859" y="3191"/>
                  </a:cubicBezTo>
                  <a:cubicBezTo>
                    <a:pt x="15669" y="1048"/>
                    <a:pt x="20145" y="0"/>
                    <a:pt x="25289" y="0"/>
                  </a:cubicBezTo>
                  <a:cubicBezTo>
                    <a:pt x="30432" y="0"/>
                    <a:pt x="35147" y="1048"/>
                    <a:pt x="39005" y="3191"/>
                  </a:cubicBezTo>
                  <a:cubicBezTo>
                    <a:pt x="42863" y="5334"/>
                    <a:pt x="45815" y="8430"/>
                    <a:pt x="47863" y="12478"/>
                  </a:cubicBezTo>
                  <a:cubicBezTo>
                    <a:pt x="49959" y="16526"/>
                    <a:pt x="51006" y="21431"/>
                    <a:pt x="51006" y="27146"/>
                  </a:cubicBezTo>
                  <a:cubicBezTo>
                    <a:pt x="51006" y="32861"/>
                    <a:pt x="49959" y="37529"/>
                    <a:pt x="47863" y="41577"/>
                  </a:cubicBezTo>
                  <a:cubicBezTo>
                    <a:pt x="45768" y="45577"/>
                    <a:pt x="42815" y="48673"/>
                    <a:pt x="39005" y="50768"/>
                  </a:cubicBezTo>
                  <a:cubicBezTo>
                    <a:pt x="35195" y="52911"/>
                    <a:pt x="30623" y="53959"/>
                    <a:pt x="25289" y="53959"/>
                  </a:cubicBezTo>
                  <a:close/>
                  <a:moveTo>
                    <a:pt x="25289" y="45006"/>
                  </a:moveTo>
                  <a:cubicBezTo>
                    <a:pt x="28765" y="45006"/>
                    <a:pt x="31528" y="44244"/>
                    <a:pt x="33576" y="42672"/>
                  </a:cubicBezTo>
                  <a:cubicBezTo>
                    <a:pt x="35623" y="41100"/>
                    <a:pt x="37052" y="38957"/>
                    <a:pt x="37909" y="36290"/>
                  </a:cubicBezTo>
                  <a:cubicBezTo>
                    <a:pt x="38767" y="33576"/>
                    <a:pt x="39195" y="30575"/>
                    <a:pt x="39195" y="27242"/>
                  </a:cubicBezTo>
                  <a:cubicBezTo>
                    <a:pt x="39195" y="23908"/>
                    <a:pt x="38767" y="20717"/>
                    <a:pt x="37909" y="18002"/>
                  </a:cubicBezTo>
                  <a:cubicBezTo>
                    <a:pt x="37052" y="15288"/>
                    <a:pt x="35623" y="13097"/>
                    <a:pt x="33576" y="11525"/>
                  </a:cubicBezTo>
                  <a:cubicBezTo>
                    <a:pt x="31528" y="9954"/>
                    <a:pt x="28765" y="9144"/>
                    <a:pt x="25289" y="9144"/>
                  </a:cubicBezTo>
                  <a:cubicBezTo>
                    <a:pt x="21812" y="9144"/>
                    <a:pt x="19288" y="9954"/>
                    <a:pt x="17335" y="11525"/>
                  </a:cubicBezTo>
                  <a:cubicBezTo>
                    <a:pt x="15383" y="13097"/>
                    <a:pt x="13954" y="15288"/>
                    <a:pt x="13097" y="18002"/>
                  </a:cubicBezTo>
                  <a:cubicBezTo>
                    <a:pt x="12240" y="20717"/>
                    <a:pt x="11811" y="23813"/>
                    <a:pt x="11811" y="27242"/>
                  </a:cubicBezTo>
                  <a:cubicBezTo>
                    <a:pt x="11811" y="30671"/>
                    <a:pt x="12240" y="33623"/>
                    <a:pt x="13097" y="36290"/>
                  </a:cubicBezTo>
                  <a:cubicBezTo>
                    <a:pt x="13954" y="38957"/>
                    <a:pt x="15383" y="41100"/>
                    <a:pt x="17335" y="42672"/>
                  </a:cubicBezTo>
                  <a:cubicBezTo>
                    <a:pt x="19288" y="44244"/>
                    <a:pt x="21955" y="45006"/>
                    <a:pt x="25289" y="45006"/>
                  </a:cubicBezTo>
                  <a:close/>
                </a:path>
              </a:pathLst>
            </a:custGeom>
            <a:solidFill>
              <a:srgbClr val="FFFFFF"/>
            </a:solidFill>
            <a:ln w="4763" cap="flat">
              <a:noFill/>
              <a:prstDash val="solid"/>
              <a:miter/>
            </a:ln>
          </p:spPr>
          <p:txBody>
            <a:bodyPr rtlCol="0" anchor="ctr"/>
            <a:lstStyle/>
            <a:p>
              <a:endParaRPr lang="en-AU"/>
            </a:p>
          </p:txBody>
        </p:sp>
        <p:sp>
          <p:nvSpPr>
            <p:cNvPr id="37" name="Freeform: Shape 23">
              <a:extLst>
                <a:ext uri="{FF2B5EF4-FFF2-40B4-BE49-F238E27FC236}">
                  <a16:creationId xmlns:a16="http://schemas.microsoft.com/office/drawing/2014/main" id="{36DB922A-8D6B-BEA3-0A50-5BBA9C81251F}"/>
                </a:ext>
              </a:extLst>
            </p:cNvPr>
            <p:cNvSpPr/>
            <p:nvPr/>
          </p:nvSpPr>
          <p:spPr>
            <a:xfrm>
              <a:off x="845772" y="668321"/>
              <a:ext cx="79724" cy="52911"/>
            </a:xfrm>
            <a:custGeom>
              <a:avLst/>
              <a:gdLst>
                <a:gd name="connsiteX0" fmla="*/ 48 w 79724"/>
                <a:gd name="connsiteY0" fmla="*/ 52911 h 52911"/>
                <a:gd name="connsiteX1" fmla="*/ 48 w 79724"/>
                <a:gd name="connsiteY1" fmla="*/ 810 h 52911"/>
                <a:gd name="connsiteX2" fmla="*/ 11144 w 79724"/>
                <a:gd name="connsiteY2" fmla="*/ 810 h 52911"/>
                <a:gd name="connsiteX3" fmla="*/ 11430 w 79724"/>
                <a:gd name="connsiteY3" fmla="*/ 8715 h 52911"/>
                <a:gd name="connsiteX4" fmla="*/ 18336 w 79724"/>
                <a:gd name="connsiteY4" fmla="*/ 2762 h 52911"/>
                <a:gd name="connsiteX5" fmla="*/ 29432 w 79724"/>
                <a:gd name="connsiteY5" fmla="*/ 48 h 52911"/>
                <a:gd name="connsiteX6" fmla="*/ 41720 w 79724"/>
                <a:gd name="connsiteY6" fmla="*/ 5048 h 52911"/>
                <a:gd name="connsiteX7" fmla="*/ 45720 w 79724"/>
                <a:gd name="connsiteY7" fmla="*/ 19098 h 52911"/>
                <a:gd name="connsiteX8" fmla="*/ 45720 w 79724"/>
                <a:gd name="connsiteY8" fmla="*/ 52864 h 52911"/>
                <a:gd name="connsiteX9" fmla="*/ 34100 w 79724"/>
                <a:gd name="connsiteY9" fmla="*/ 52864 h 52911"/>
                <a:gd name="connsiteX10" fmla="*/ 34100 w 79724"/>
                <a:gd name="connsiteY10" fmla="*/ 20622 h 52911"/>
                <a:gd name="connsiteX11" fmla="*/ 33338 w 79724"/>
                <a:gd name="connsiteY11" fmla="*/ 14764 h 52911"/>
                <a:gd name="connsiteX12" fmla="*/ 30671 w 79724"/>
                <a:gd name="connsiteY12" fmla="*/ 10811 h 52911"/>
                <a:gd name="connsiteX13" fmla="*/ 25384 w 79724"/>
                <a:gd name="connsiteY13" fmla="*/ 9382 h 52911"/>
                <a:gd name="connsiteX14" fmla="*/ 17193 w 79724"/>
                <a:gd name="connsiteY14" fmla="*/ 11716 h 52911"/>
                <a:gd name="connsiteX15" fmla="*/ 11573 w 79724"/>
                <a:gd name="connsiteY15" fmla="*/ 17002 h 52911"/>
                <a:gd name="connsiteX16" fmla="*/ 11573 w 79724"/>
                <a:gd name="connsiteY16" fmla="*/ 52864 h 52911"/>
                <a:gd name="connsiteX17" fmla="*/ 0 w 79724"/>
                <a:gd name="connsiteY17" fmla="*/ 52864 h 52911"/>
                <a:gd name="connsiteX18" fmla="*/ 68199 w 79724"/>
                <a:gd name="connsiteY18" fmla="*/ 52911 h 52911"/>
                <a:gd name="connsiteX19" fmla="*/ 68199 w 79724"/>
                <a:gd name="connsiteY19" fmla="*/ 20669 h 52911"/>
                <a:gd name="connsiteX20" fmla="*/ 67437 w 79724"/>
                <a:gd name="connsiteY20" fmla="*/ 14811 h 52911"/>
                <a:gd name="connsiteX21" fmla="*/ 64770 w 79724"/>
                <a:gd name="connsiteY21" fmla="*/ 10858 h 52911"/>
                <a:gd name="connsiteX22" fmla="*/ 59484 w 79724"/>
                <a:gd name="connsiteY22" fmla="*/ 9430 h 52911"/>
                <a:gd name="connsiteX23" fmla="*/ 51292 w 79724"/>
                <a:gd name="connsiteY23" fmla="*/ 11668 h 52911"/>
                <a:gd name="connsiteX24" fmla="*/ 45529 w 79724"/>
                <a:gd name="connsiteY24" fmla="*/ 16812 h 52911"/>
                <a:gd name="connsiteX25" fmla="*/ 43958 w 79724"/>
                <a:gd name="connsiteY25" fmla="*/ 9096 h 52911"/>
                <a:gd name="connsiteX26" fmla="*/ 52006 w 79724"/>
                <a:gd name="connsiteY26" fmla="*/ 2810 h 52911"/>
                <a:gd name="connsiteX27" fmla="*/ 63484 w 79724"/>
                <a:gd name="connsiteY27" fmla="*/ 0 h 52911"/>
                <a:gd name="connsiteX28" fmla="*/ 75724 w 79724"/>
                <a:gd name="connsiteY28" fmla="*/ 5001 h 52911"/>
                <a:gd name="connsiteX29" fmla="*/ 79724 w 79724"/>
                <a:gd name="connsiteY29" fmla="*/ 19050 h 52911"/>
                <a:gd name="connsiteX30" fmla="*/ 79724 w 79724"/>
                <a:gd name="connsiteY30" fmla="*/ 52816 h 52911"/>
                <a:gd name="connsiteX31" fmla="*/ 68199 w 79724"/>
                <a:gd name="connsiteY31" fmla="*/ 52816 h 52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79724" h="52911">
                  <a:moveTo>
                    <a:pt x="48" y="52911"/>
                  </a:moveTo>
                  <a:lnTo>
                    <a:pt x="48" y="810"/>
                  </a:lnTo>
                  <a:lnTo>
                    <a:pt x="11144" y="810"/>
                  </a:lnTo>
                  <a:lnTo>
                    <a:pt x="11430" y="8715"/>
                  </a:lnTo>
                  <a:cubicBezTo>
                    <a:pt x="13049" y="6525"/>
                    <a:pt x="15383" y="4572"/>
                    <a:pt x="18336" y="2762"/>
                  </a:cubicBezTo>
                  <a:cubicBezTo>
                    <a:pt x="21288" y="952"/>
                    <a:pt x="25003" y="48"/>
                    <a:pt x="29432" y="48"/>
                  </a:cubicBezTo>
                  <a:cubicBezTo>
                    <a:pt x="34957" y="48"/>
                    <a:pt x="39052" y="1715"/>
                    <a:pt x="41720" y="5048"/>
                  </a:cubicBezTo>
                  <a:cubicBezTo>
                    <a:pt x="44387" y="8382"/>
                    <a:pt x="45720" y="13097"/>
                    <a:pt x="45720" y="19098"/>
                  </a:cubicBezTo>
                  <a:lnTo>
                    <a:pt x="45720" y="52864"/>
                  </a:lnTo>
                  <a:lnTo>
                    <a:pt x="34100" y="52864"/>
                  </a:lnTo>
                  <a:lnTo>
                    <a:pt x="34100" y="20622"/>
                  </a:lnTo>
                  <a:cubicBezTo>
                    <a:pt x="34100" y="18431"/>
                    <a:pt x="33861" y="16478"/>
                    <a:pt x="33338" y="14764"/>
                  </a:cubicBezTo>
                  <a:cubicBezTo>
                    <a:pt x="32814" y="13049"/>
                    <a:pt x="31909" y="11763"/>
                    <a:pt x="30671" y="10811"/>
                  </a:cubicBezTo>
                  <a:cubicBezTo>
                    <a:pt x="29385" y="9858"/>
                    <a:pt x="27670" y="9382"/>
                    <a:pt x="25384" y="9382"/>
                  </a:cubicBezTo>
                  <a:cubicBezTo>
                    <a:pt x="22193" y="9382"/>
                    <a:pt x="19431" y="10144"/>
                    <a:pt x="17193" y="11716"/>
                  </a:cubicBezTo>
                  <a:cubicBezTo>
                    <a:pt x="14954" y="13287"/>
                    <a:pt x="13097" y="15002"/>
                    <a:pt x="11573" y="17002"/>
                  </a:cubicBezTo>
                  <a:lnTo>
                    <a:pt x="11573" y="52864"/>
                  </a:lnTo>
                  <a:lnTo>
                    <a:pt x="0" y="52864"/>
                  </a:lnTo>
                  <a:close/>
                  <a:moveTo>
                    <a:pt x="68199" y="52911"/>
                  </a:moveTo>
                  <a:lnTo>
                    <a:pt x="68199" y="20669"/>
                  </a:lnTo>
                  <a:cubicBezTo>
                    <a:pt x="68199" y="18479"/>
                    <a:pt x="67961" y="16526"/>
                    <a:pt x="67437" y="14811"/>
                  </a:cubicBezTo>
                  <a:cubicBezTo>
                    <a:pt x="66913" y="13097"/>
                    <a:pt x="66008" y="11811"/>
                    <a:pt x="64770" y="10858"/>
                  </a:cubicBezTo>
                  <a:cubicBezTo>
                    <a:pt x="63484" y="9906"/>
                    <a:pt x="61770" y="9430"/>
                    <a:pt x="59484" y="9430"/>
                  </a:cubicBezTo>
                  <a:cubicBezTo>
                    <a:pt x="56293" y="9430"/>
                    <a:pt x="53531" y="10144"/>
                    <a:pt x="51292" y="11668"/>
                  </a:cubicBezTo>
                  <a:cubicBezTo>
                    <a:pt x="49054" y="13144"/>
                    <a:pt x="47101" y="14859"/>
                    <a:pt x="45529" y="16812"/>
                  </a:cubicBezTo>
                  <a:lnTo>
                    <a:pt x="43958" y="9096"/>
                  </a:lnTo>
                  <a:cubicBezTo>
                    <a:pt x="46101" y="6763"/>
                    <a:pt x="48768" y="4667"/>
                    <a:pt x="52006" y="2810"/>
                  </a:cubicBezTo>
                  <a:cubicBezTo>
                    <a:pt x="55245" y="952"/>
                    <a:pt x="59055" y="0"/>
                    <a:pt x="63484" y="0"/>
                  </a:cubicBezTo>
                  <a:cubicBezTo>
                    <a:pt x="68961" y="0"/>
                    <a:pt x="73057" y="1667"/>
                    <a:pt x="75724" y="5001"/>
                  </a:cubicBezTo>
                  <a:cubicBezTo>
                    <a:pt x="78391" y="8334"/>
                    <a:pt x="79724" y="13049"/>
                    <a:pt x="79724" y="19050"/>
                  </a:cubicBezTo>
                  <a:lnTo>
                    <a:pt x="79724" y="52816"/>
                  </a:lnTo>
                  <a:lnTo>
                    <a:pt x="68199" y="52816"/>
                  </a:lnTo>
                  <a:close/>
                </a:path>
              </a:pathLst>
            </a:custGeom>
            <a:solidFill>
              <a:srgbClr val="FFFFFF"/>
            </a:solidFill>
            <a:ln w="4763" cap="flat">
              <a:noFill/>
              <a:prstDash val="solid"/>
              <a:miter/>
            </a:ln>
          </p:spPr>
          <p:txBody>
            <a:bodyPr rtlCol="0" anchor="ctr"/>
            <a:lstStyle/>
            <a:p>
              <a:endParaRPr lang="en-AU"/>
            </a:p>
          </p:txBody>
        </p:sp>
      </p:grpSp>
    </p:spTree>
    <p:extLst>
      <p:ext uri="{BB962C8B-B14F-4D97-AF65-F5344CB8AC3E}">
        <p14:creationId xmlns:p14="http://schemas.microsoft.com/office/powerpoint/2010/main" val="29355873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preserve="1" userDrawn="1">
  <p:cSld name="1_Title slide">
    <p:bg>
      <p:bgPr>
        <a:solidFill>
          <a:schemeClr val="tx1"/>
        </a:solidFill>
        <a:effectLst/>
      </p:bgPr>
    </p:bg>
    <p:spTree>
      <p:nvGrpSpPr>
        <p:cNvPr id="1" name="Shape 9"/>
        <p:cNvGrpSpPr/>
        <p:nvPr/>
      </p:nvGrpSpPr>
      <p:grpSpPr>
        <a:xfrm>
          <a:off x="0" y="0"/>
          <a:ext cx="0" cy="0"/>
          <a:chOff x="0" y="0"/>
          <a:chExt cx="0" cy="0"/>
        </a:xfrm>
      </p:grpSpPr>
      <p:sp>
        <p:nvSpPr>
          <p:cNvPr id="3" name="Picture Placeholder 2">
            <a:extLst>
              <a:ext uri="{FF2B5EF4-FFF2-40B4-BE49-F238E27FC236}">
                <a16:creationId xmlns:a16="http://schemas.microsoft.com/office/drawing/2014/main" id="{8E170EA9-D2AF-9A09-EEFA-388294C307E3}"/>
              </a:ext>
            </a:extLst>
          </p:cNvPr>
          <p:cNvSpPr>
            <a:spLocks noGrp="1"/>
          </p:cNvSpPr>
          <p:nvPr>
            <p:ph type="pic" sz="quarter" idx="13" hasCustomPrompt="1"/>
          </p:nvPr>
        </p:nvSpPr>
        <p:spPr>
          <a:xfrm>
            <a:off x="0" y="703898"/>
            <a:ext cx="9146381" cy="2425381"/>
          </a:xfrm>
          <a:custGeom>
            <a:avLst/>
            <a:gdLst>
              <a:gd name="connsiteX0" fmla="*/ 0 w 9144000"/>
              <a:gd name="connsiteY0" fmla="*/ 0 h 2270297"/>
              <a:gd name="connsiteX1" fmla="*/ 9144000 w 9144000"/>
              <a:gd name="connsiteY1" fmla="*/ 0 h 2270297"/>
              <a:gd name="connsiteX2" fmla="*/ 9144000 w 9144000"/>
              <a:gd name="connsiteY2" fmla="*/ 2270297 h 2270297"/>
              <a:gd name="connsiteX3" fmla="*/ 0 w 9144000"/>
              <a:gd name="connsiteY3" fmla="*/ 2270297 h 2270297"/>
              <a:gd name="connsiteX4" fmla="*/ 0 w 9144000"/>
              <a:gd name="connsiteY4" fmla="*/ 0 h 2270297"/>
              <a:gd name="connsiteX0" fmla="*/ 0 w 9144000"/>
              <a:gd name="connsiteY0" fmla="*/ 5542 h 2275839"/>
              <a:gd name="connsiteX1" fmla="*/ 7642860 w 9144000"/>
              <a:gd name="connsiteY1" fmla="*/ 0 h 2275839"/>
              <a:gd name="connsiteX2" fmla="*/ 9144000 w 9144000"/>
              <a:gd name="connsiteY2" fmla="*/ 5542 h 2275839"/>
              <a:gd name="connsiteX3" fmla="*/ 9144000 w 9144000"/>
              <a:gd name="connsiteY3" fmla="*/ 2275839 h 2275839"/>
              <a:gd name="connsiteX4" fmla="*/ 0 w 9144000"/>
              <a:gd name="connsiteY4" fmla="*/ 2275839 h 2275839"/>
              <a:gd name="connsiteX5" fmla="*/ 0 w 9144000"/>
              <a:gd name="connsiteY5" fmla="*/ 5542 h 2275839"/>
              <a:gd name="connsiteX0" fmla="*/ 0 w 9144000"/>
              <a:gd name="connsiteY0" fmla="*/ 5542 h 2275839"/>
              <a:gd name="connsiteX1" fmla="*/ 7642860 w 9144000"/>
              <a:gd name="connsiteY1" fmla="*/ 0 h 2275839"/>
              <a:gd name="connsiteX2" fmla="*/ 8877300 w 9144000"/>
              <a:gd name="connsiteY2" fmla="*/ 0 h 2275839"/>
              <a:gd name="connsiteX3" fmla="*/ 9144000 w 9144000"/>
              <a:gd name="connsiteY3" fmla="*/ 5542 h 2275839"/>
              <a:gd name="connsiteX4" fmla="*/ 9144000 w 9144000"/>
              <a:gd name="connsiteY4" fmla="*/ 2275839 h 2275839"/>
              <a:gd name="connsiteX5" fmla="*/ 0 w 9144000"/>
              <a:gd name="connsiteY5" fmla="*/ 2275839 h 2275839"/>
              <a:gd name="connsiteX6" fmla="*/ 0 w 9144000"/>
              <a:gd name="connsiteY6" fmla="*/ 5542 h 2275839"/>
              <a:gd name="connsiteX0" fmla="*/ 0 w 9144000"/>
              <a:gd name="connsiteY0" fmla="*/ 13162 h 2283459"/>
              <a:gd name="connsiteX1" fmla="*/ 7642860 w 9144000"/>
              <a:gd name="connsiteY1" fmla="*/ 7620 h 2283459"/>
              <a:gd name="connsiteX2" fmla="*/ 8282940 w 9144000"/>
              <a:gd name="connsiteY2" fmla="*/ 0 h 2283459"/>
              <a:gd name="connsiteX3" fmla="*/ 8877300 w 9144000"/>
              <a:gd name="connsiteY3" fmla="*/ 7620 h 2283459"/>
              <a:gd name="connsiteX4" fmla="*/ 9144000 w 9144000"/>
              <a:gd name="connsiteY4" fmla="*/ 13162 h 2283459"/>
              <a:gd name="connsiteX5" fmla="*/ 9144000 w 9144000"/>
              <a:gd name="connsiteY5" fmla="*/ 2283459 h 2283459"/>
              <a:gd name="connsiteX6" fmla="*/ 0 w 9144000"/>
              <a:gd name="connsiteY6" fmla="*/ 2283459 h 2283459"/>
              <a:gd name="connsiteX7" fmla="*/ 0 w 9144000"/>
              <a:gd name="connsiteY7" fmla="*/ 13162 h 2283459"/>
              <a:gd name="connsiteX0" fmla="*/ 0 w 9144000"/>
              <a:gd name="connsiteY0" fmla="*/ 150322 h 2420619"/>
              <a:gd name="connsiteX1" fmla="*/ 7642860 w 9144000"/>
              <a:gd name="connsiteY1" fmla="*/ 144780 h 2420619"/>
              <a:gd name="connsiteX2" fmla="*/ 8260080 w 9144000"/>
              <a:gd name="connsiteY2" fmla="*/ 0 h 2420619"/>
              <a:gd name="connsiteX3" fmla="*/ 8877300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609523 w 9144000"/>
              <a:gd name="connsiteY1" fmla="*/ 140017 h 2420619"/>
              <a:gd name="connsiteX2" fmla="*/ 8260080 w 9144000"/>
              <a:gd name="connsiteY2" fmla="*/ 0 h 2420619"/>
              <a:gd name="connsiteX3" fmla="*/ 8877300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609523 w 9144000"/>
              <a:gd name="connsiteY1" fmla="*/ 140017 h 2420619"/>
              <a:gd name="connsiteX2" fmla="*/ 8260080 w 9144000"/>
              <a:gd name="connsiteY2" fmla="*/ 0 h 2420619"/>
              <a:gd name="connsiteX3" fmla="*/ 8893969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602379 w 9144000"/>
              <a:gd name="connsiteY1" fmla="*/ 147161 h 2420619"/>
              <a:gd name="connsiteX2" fmla="*/ 8260080 w 9144000"/>
              <a:gd name="connsiteY2" fmla="*/ 0 h 2420619"/>
              <a:gd name="connsiteX3" fmla="*/ 8893969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576185 w 9144000"/>
              <a:gd name="connsiteY1" fmla="*/ 144780 h 2420619"/>
              <a:gd name="connsiteX2" fmla="*/ 8260080 w 9144000"/>
              <a:gd name="connsiteY2" fmla="*/ 0 h 2420619"/>
              <a:gd name="connsiteX3" fmla="*/ 8893969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576185 w 9144000"/>
              <a:gd name="connsiteY1" fmla="*/ 144780 h 2420619"/>
              <a:gd name="connsiteX2" fmla="*/ 8260080 w 9144000"/>
              <a:gd name="connsiteY2" fmla="*/ 0 h 2420619"/>
              <a:gd name="connsiteX3" fmla="*/ 8893969 w 9144000"/>
              <a:gd name="connsiteY3" fmla="*/ 149543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576185 w 9144000"/>
              <a:gd name="connsiteY1" fmla="*/ 144780 h 2420619"/>
              <a:gd name="connsiteX2" fmla="*/ 8260080 w 9144000"/>
              <a:gd name="connsiteY2" fmla="*/ 0 h 2420619"/>
              <a:gd name="connsiteX3" fmla="*/ 8936831 w 9144000"/>
              <a:gd name="connsiteY3" fmla="*/ 151924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6381"/>
              <a:gd name="connsiteY0" fmla="*/ 150322 h 2420619"/>
              <a:gd name="connsiteX1" fmla="*/ 7576185 w 9146381"/>
              <a:gd name="connsiteY1" fmla="*/ 144780 h 2420619"/>
              <a:gd name="connsiteX2" fmla="*/ 8260080 w 9146381"/>
              <a:gd name="connsiteY2" fmla="*/ 0 h 2420619"/>
              <a:gd name="connsiteX3" fmla="*/ 8936831 w 9146381"/>
              <a:gd name="connsiteY3" fmla="*/ 151924 h 2420619"/>
              <a:gd name="connsiteX4" fmla="*/ 9146381 w 9146381"/>
              <a:gd name="connsiteY4" fmla="*/ 147941 h 2420619"/>
              <a:gd name="connsiteX5" fmla="*/ 9144000 w 9146381"/>
              <a:gd name="connsiteY5" fmla="*/ 2420619 h 2420619"/>
              <a:gd name="connsiteX6" fmla="*/ 0 w 9146381"/>
              <a:gd name="connsiteY6" fmla="*/ 2420619 h 2420619"/>
              <a:gd name="connsiteX7" fmla="*/ 0 w 9146381"/>
              <a:gd name="connsiteY7" fmla="*/ 150322 h 2420619"/>
              <a:gd name="connsiteX0" fmla="*/ 0 w 9146381"/>
              <a:gd name="connsiteY0" fmla="*/ 150322 h 2420619"/>
              <a:gd name="connsiteX1" fmla="*/ 7576185 w 9146381"/>
              <a:gd name="connsiteY1" fmla="*/ 144780 h 2420619"/>
              <a:gd name="connsiteX2" fmla="*/ 8260080 w 9146381"/>
              <a:gd name="connsiteY2" fmla="*/ 0 h 2420619"/>
              <a:gd name="connsiteX3" fmla="*/ 8936831 w 9146381"/>
              <a:gd name="connsiteY3" fmla="*/ 147162 h 2420619"/>
              <a:gd name="connsiteX4" fmla="*/ 9146381 w 9146381"/>
              <a:gd name="connsiteY4" fmla="*/ 147941 h 2420619"/>
              <a:gd name="connsiteX5" fmla="*/ 9144000 w 9146381"/>
              <a:gd name="connsiteY5" fmla="*/ 2420619 h 2420619"/>
              <a:gd name="connsiteX6" fmla="*/ 0 w 9146381"/>
              <a:gd name="connsiteY6" fmla="*/ 2420619 h 2420619"/>
              <a:gd name="connsiteX7" fmla="*/ 0 w 9146381"/>
              <a:gd name="connsiteY7" fmla="*/ 150322 h 2420619"/>
              <a:gd name="connsiteX0" fmla="*/ 0 w 9146381"/>
              <a:gd name="connsiteY0" fmla="*/ 150322 h 2420619"/>
              <a:gd name="connsiteX1" fmla="*/ 7566660 w 9146381"/>
              <a:gd name="connsiteY1" fmla="*/ 142399 h 2420619"/>
              <a:gd name="connsiteX2" fmla="*/ 8260080 w 9146381"/>
              <a:gd name="connsiteY2" fmla="*/ 0 h 2420619"/>
              <a:gd name="connsiteX3" fmla="*/ 8936831 w 9146381"/>
              <a:gd name="connsiteY3" fmla="*/ 147162 h 2420619"/>
              <a:gd name="connsiteX4" fmla="*/ 9146381 w 9146381"/>
              <a:gd name="connsiteY4" fmla="*/ 147941 h 2420619"/>
              <a:gd name="connsiteX5" fmla="*/ 9144000 w 9146381"/>
              <a:gd name="connsiteY5" fmla="*/ 2420619 h 2420619"/>
              <a:gd name="connsiteX6" fmla="*/ 0 w 9146381"/>
              <a:gd name="connsiteY6" fmla="*/ 2420619 h 2420619"/>
              <a:gd name="connsiteX7" fmla="*/ 0 w 9146381"/>
              <a:gd name="connsiteY7" fmla="*/ 150322 h 2420619"/>
              <a:gd name="connsiteX0" fmla="*/ 0 w 9146381"/>
              <a:gd name="connsiteY0" fmla="*/ 155084 h 2425381"/>
              <a:gd name="connsiteX1" fmla="*/ 7566660 w 9146381"/>
              <a:gd name="connsiteY1" fmla="*/ 147161 h 2425381"/>
              <a:gd name="connsiteX2" fmla="*/ 8250555 w 9146381"/>
              <a:gd name="connsiteY2" fmla="*/ 0 h 2425381"/>
              <a:gd name="connsiteX3" fmla="*/ 8936831 w 9146381"/>
              <a:gd name="connsiteY3" fmla="*/ 151924 h 2425381"/>
              <a:gd name="connsiteX4" fmla="*/ 9146381 w 9146381"/>
              <a:gd name="connsiteY4" fmla="*/ 152703 h 2425381"/>
              <a:gd name="connsiteX5" fmla="*/ 9144000 w 9146381"/>
              <a:gd name="connsiteY5" fmla="*/ 2425381 h 2425381"/>
              <a:gd name="connsiteX6" fmla="*/ 0 w 9146381"/>
              <a:gd name="connsiteY6" fmla="*/ 2425381 h 2425381"/>
              <a:gd name="connsiteX7" fmla="*/ 0 w 9146381"/>
              <a:gd name="connsiteY7" fmla="*/ 155084 h 2425381"/>
              <a:gd name="connsiteX0" fmla="*/ 0 w 9146381"/>
              <a:gd name="connsiteY0" fmla="*/ 142384 h 2425381"/>
              <a:gd name="connsiteX1" fmla="*/ 7566660 w 9146381"/>
              <a:gd name="connsiteY1" fmla="*/ 147161 h 2425381"/>
              <a:gd name="connsiteX2" fmla="*/ 8250555 w 9146381"/>
              <a:gd name="connsiteY2" fmla="*/ 0 h 2425381"/>
              <a:gd name="connsiteX3" fmla="*/ 8936831 w 9146381"/>
              <a:gd name="connsiteY3" fmla="*/ 151924 h 2425381"/>
              <a:gd name="connsiteX4" fmla="*/ 9146381 w 9146381"/>
              <a:gd name="connsiteY4" fmla="*/ 152703 h 2425381"/>
              <a:gd name="connsiteX5" fmla="*/ 9144000 w 9146381"/>
              <a:gd name="connsiteY5" fmla="*/ 2425381 h 2425381"/>
              <a:gd name="connsiteX6" fmla="*/ 0 w 9146381"/>
              <a:gd name="connsiteY6" fmla="*/ 2425381 h 2425381"/>
              <a:gd name="connsiteX7" fmla="*/ 0 w 9146381"/>
              <a:gd name="connsiteY7" fmla="*/ 142384 h 242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6381" h="2425381">
                <a:moveTo>
                  <a:pt x="0" y="142384"/>
                </a:moveTo>
                <a:lnTo>
                  <a:pt x="7566660" y="147161"/>
                </a:lnTo>
                <a:lnTo>
                  <a:pt x="8250555" y="0"/>
                </a:lnTo>
                <a:lnTo>
                  <a:pt x="8936831" y="151924"/>
                </a:lnTo>
                <a:lnTo>
                  <a:pt x="9146381" y="152703"/>
                </a:lnTo>
                <a:cubicBezTo>
                  <a:pt x="9145587" y="910262"/>
                  <a:pt x="9144794" y="1667822"/>
                  <a:pt x="9144000" y="2425381"/>
                </a:cubicBezTo>
                <a:lnTo>
                  <a:pt x="0" y="2425381"/>
                </a:lnTo>
                <a:lnTo>
                  <a:pt x="0" y="142384"/>
                </a:lnTo>
                <a:close/>
              </a:path>
            </a:pathLst>
          </a:custGeom>
          <a:noFill/>
        </p:spPr>
        <p:txBody>
          <a:bodyPr anchor="ctr">
            <a:normAutofit/>
          </a:bodyPr>
          <a:lstStyle>
            <a:lvl1pPr marL="114300" indent="0" algn="ctr">
              <a:buNone/>
              <a:defRPr sz="1200">
                <a:solidFill>
                  <a:schemeClr val="bg1"/>
                </a:solidFill>
              </a:defRPr>
            </a:lvl1pPr>
          </a:lstStyle>
          <a:p>
            <a:r>
              <a:rPr lang="en-US" dirty="0"/>
              <a:t>Click here to add image</a:t>
            </a:r>
          </a:p>
        </p:txBody>
      </p:sp>
      <p:sp>
        <p:nvSpPr>
          <p:cNvPr id="5" name="Google Shape;10;p2">
            <a:extLst>
              <a:ext uri="{FF2B5EF4-FFF2-40B4-BE49-F238E27FC236}">
                <a16:creationId xmlns:a16="http://schemas.microsoft.com/office/drawing/2014/main" id="{7DE77569-CF12-8ADA-417E-A17EED745482}"/>
              </a:ext>
            </a:extLst>
          </p:cNvPr>
          <p:cNvSpPr txBox="1">
            <a:spLocks noGrp="1"/>
          </p:cNvSpPr>
          <p:nvPr>
            <p:ph type="ctrTitle" hasCustomPrompt="1"/>
          </p:nvPr>
        </p:nvSpPr>
        <p:spPr>
          <a:xfrm>
            <a:off x="311708" y="3257550"/>
            <a:ext cx="8520600" cy="1047749"/>
          </a:xfrm>
          <a:prstGeom prst="rect">
            <a:avLst/>
          </a:prstGeom>
        </p:spPr>
        <p:txBody>
          <a:bodyPr spcFirstLastPara="1" wrap="square" lIns="90000" tIns="90000" rIns="90000" bIns="36000" anchor="b" anchorCtr="0">
            <a:noAutofit/>
          </a:bodyPr>
          <a:lstStyle>
            <a:lvl1pPr lvl="0" algn="l">
              <a:spcBef>
                <a:spcPts val="0"/>
              </a:spcBef>
              <a:spcAft>
                <a:spcPts val="0"/>
              </a:spcAft>
              <a:buSzPts val="5200"/>
              <a:buNone/>
              <a:defRPr sz="2800" b="1">
                <a:solidFill>
                  <a:schemeClr val="bg1"/>
                </a:solidFill>
                <a:latin typeface="PP Neue Machina Plain Ultrabold" pitchFamily="50" charset="0"/>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br>
              <a:rPr lang="en-IN" dirty="0"/>
            </a:br>
            <a:r>
              <a:rPr lang="en-IN" dirty="0"/>
              <a:t>Click here to </a:t>
            </a:r>
            <a:br>
              <a:rPr lang="en-IN" dirty="0"/>
            </a:br>
            <a:r>
              <a:rPr lang="en-IN" dirty="0"/>
              <a:t>add title</a:t>
            </a:r>
            <a:endParaRPr dirty="0"/>
          </a:p>
        </p:txBody>
      </p:sp>
      <p:sp>
        <p:nvSpPr>
          <p:cNvPr id="6" name="Google Shape;11;p2">
            <a:extLst>
              <a:ext uri="{FF2B5EF4-FFF2-40B4-BE49-F238E27FC236}">
                <a16:creationId xmlns:a16="http://schemas.microsoft.com/office/drawing/2014/main" id="{0C50BD5F-C55E-53AD-DB29-26F4E5A5E512}"/>
              </a:ext>
            </a:extLst>
          </p:cNvPr>
          <p:cNvSpPr txBox="1">
            <a:spLocks noGrp="1"/>
          </p:cNvSpPr>
          <p:nvPr>
            <p:ph type="subTitle" idx="1"/>
          </p:nvPr>
        </p:nvSpPr>
        <p:spPr>
          <a:xfrm>
            <a:off x="304800" y="4324350"/>
            <a:ext cx="8520600" cy="457200"/>
          </a:xfrm>
          <a:prstGeom prst="rect">
            <a:avLst/>
          </a:prstGeom>
        </p:spPr>
        <p:txBody>
          <a:bodyPr spcFirstLastPara="1" wrap="square" lIns="90000" tIns="90000" rIns="90000" bIns="90000" anchor="t" anchorCtr="0">
            <a:noAutofit/>
          </a:bodyPr>
          <a:lstStyle>
            <a:lvl1pPr marL="0" lvl="0" indent="0" algn="l">
              <a:lnSpc>
                <a:spcPct val="100000"/>
              </a:lnSpc>
              <a:spcBef>
                <a:spcPts val="0"/>
              </a:spcBef>
              <a:spcAft>
                <a:spcPts val="0"/>
              </a:spcAft>
              <a:buSzPts val="2800"/>
              <a:buNone/>
              <a:defRPr sz="1800">
                <a:solidFill>
                  <a:schemeClr val="accent2"/>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dirty="0"/>
          </a:p>
        </p:txBody>
      </p:sp>
      <p:sp>
        <p:nvSpPr>
          <p:cNvPr id="2" name="Freeform: Shape 8">
            <a:extLst>
              <a:ext uri="{FF2B5EF4-FFF2-40B4-BE49-F238E27FC236}">
                <a16:creationId xmlns:a16="http://schemas.microsoft.com/office/drawing/2014/main" id="{C8888FA6-2148-202B-D058-477FB5944442}"/>
              </a:ext>
            </a:extLst>
          </p:cNvPr>
          <p:cNvSpPr/>
          <p:nvPr userDrawn="1"/>
        </p:nvSpPr>
        <p:spPr>
          <a:xfrm>
            <a:off x="0" y="0"/>
            <a:ext cx="9144000" cy="857250"/>
          </a:xfrm>
          <a:custGeom>
            <a:avLst/>
            <a:gdLst>
              <a:gd name="connsiteX0" fmla="*/ 0 w 9144000"/>
              <a:gd name="connsiteY0" fmla="*/ 0 h 857250"/>
              <a:gd name="connsiteX1" fmla="*/ 0 w 9144000"/>
              <a:gd name="connsiteY1" fmla="*/ 857250 h 857250"/>
              <a:gd name="connsiteX2" fmla="*/ 7540609 w 9144000"/>
              <a:gd name="connsiteY2" fmla="*/ 857250 h 857250"/>
              <a:gd name="connsiteX3" fmla="*/ 8245698 w 9144000"/>
              <a:gd name="connsiteY3" fmla="*/ 707422 h 857250"/>
              <a:gd name="connsiteX4" fmla="*/ 8933831 w 9144000"/>
              <a:gd name="connsiteY4" fmla="*/ 857250 h 857250"/>
              <a:gd name="connsiteX5" fmla="*/ 9144000 w 9144000"/>
              <a:gd name="connsiteY5" fmla="*/ 857250 h 857250"/>
              <a:gd name="connsiteX6" fmla="*/ 9144000 w 9144000"/>
              <a:gd name="connsiteY6" fmla="*/ 0 h 857250"/>
              <a:gd name="connsiteX7" fmla="*/ 0 w 9144000"/>
              <a:gd name="connsiteY7" fmla="*/ 0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0" h="857250">
                <a:moveTo>
                  <a:pt x="0" y="0"/>
                </a:moveTo>
                <a:lnTo>
                  <a:pt x="0" y="857250"/>
                </a:lnTo>
                <a:lnTo>
                  <a:pt x="7540609" y="857250"/>
                </a:lnTo>
                <a:lnTo>
                  <a:pt x="8245698" y="707422"/>
                </a:lnTo>
                <a:lnTo>
                  <a:pt x="8933831" y="857250"/>
                </a:lnTo>
                <a:lnTo>
                  <a:pt x="9144000" y="857250"/>
                </a:lnTo>
                <a:lnTo>
                  <a:pt x="9144000" y="0"/>
                </a:lnTo>
                <a:lnTo>
                  <a:pt x="0" y="0"/>
                </a:lnTo>
                <a:close/>
              </a:path>
            </a:pathLst>
          </a:custGeom>
          <a:gradFill>
            <a:gsLst>
              <a:gs pos="0">
                <a:srgbClr val="ED1A7D"/>
              </a:gs>
              <a:gs pos="50000">
                <a:srgbClr val="BB1B6D"/>
              </a:gs>
              <a:gs pos="100000">
                <a:srgbClr val="891D5D"/>
              </a:gs>
            </a:gsLst>
            <a:lin ang="0" scaled="1"/>
          </a:gradFill>
          <a:ln w="8132" cap="flat">
            <a:noFill/>
            <a:prstDash val="solid"/>
            <a:miter/>
          </a:ln>
        </p:spPr>
        <p:txBody>
          <a:bodyPr rtlCol="0" anchor="ctr"/>
          <a:lstStyle/>
          <a:p>
            <a:pPr marL="0" lvl="0" defTabSz="914400" eaLnBrk="1" latinLnBrk="0" hangingPunct="1"/>
            <a:endParaRPr lang="en-AU" sz="1800" kern="1200">
              <a:solidFill>
                <a:schemeClr val="tx1"/>
              </a:solidFill>
              <a:latin typeface="+mn-lt"/>
              <a:ea typeface="+mn-ea"/>
              <a:cs typeface="+mn-cs"/>
            </a:endParaRPr>
          </a:p>
        </p:txBody>
      </p:sp>
      <p:sp>
        <p:nvSpPr>
          <p:cNvPr id="7" name="Freeform: Shape 9">
            <a:extLst>
              <a:ext uri="{FF2B5EF4-FFF2-40B4-BE49-F238E27FC236}">
                <a16:creationId xmlns:a16="http://schemas.microsoft.com/office/drawing/2014/main" id="{35F1D378-7A85-D8BF-2E95-8B4A2D19A24E}"/>
              </a:ext>
            </a:extLst>
          </p:cNvPr>
          <p:cNvSpPr/>
          <p:nvPr userDrawn="1"/>
        </p:nvSpPr>
        <p:spPr>
          <a:xfrm>
            <a:off x="7540608" y="437149"/>
            <a:ext cx="1246536" cy="285083"/>
          </a:xfrm>
          <a:custGeom>
            <a:avLst/>
            <a:gdLst>
              <a:gd name="connsiteX0" fmla="*/ 718995 w 1246536"/>
              <a:gd name="connsiteY0" fmla="*/ 0 h 285083"/>
              <a:gd name="connsiteX1" fmla="*/ 769239 w 1246536"/>
              <a:gd name="connsiteY1" fmla="*/ 10668 h 285083"/>
              <a:gd name="connsiteX2" fmla="*/ 842391 w 1246536"/>
              <a:gd name="connsiteY2" fmla="*/ 94726 h 285083"/>
              <a:gd name="connsiteX3" fmla="*/ 769239 w 1246536"/>
              <a:gd name="connsiteY3" fmla="*/ 147876 h 285083"/>
              <a:gd name="connsiteX4" fmla="*/ 718995 w 1246536"/>
              <a:gd name="connsiteY4" fmla="*/ 137208 h 285083"/>
              <a:gd name="connsiteX5" fmla="*/ 718995 w 1246536"/>
              <a:gd name="connsiteY5" fmla="*/ 48 h 285083"/>
              <a:gd name="connsiteX6" fmla="*/ 769239 w 1246536"/>
              <a:gd name="connsiteY6" fmla="*/ 116681 h 285083"/>
              <a:gd name="connsiteX7" fmla="*/ 808530 w 1246536"/>
              <a:gd name="connsiteY7" fmla="*/ 87487 h 285083"/>
              <a:gd name="connsiteX8" fmla="*/ 769239 w 1246536"/>
              <a:gd name="connsiteY8" fmla="*/ 41577 h 285083"/>
              <a:gd name="connsiteX9" fmla="*/ 752856 w 1246536"/>
              <a:gd name="connsiteY9" fmla="*/ 38100 h 285083"/>
              <a:gd name="connsiteX10" fmla="*/ 752856 w 1246536"/>
              <a:gd name="connsiteY10" fmla="*/ 113205 h 285083"/>
              <a:gd name="connsiteX11" fmla="*/ 769239 w 1246536"/>
              <a:gd name="connsiteY11" fmla="*/ 116681 h 285083"/>
              <a:gd name="connsiteX12" fmla="*/ 947024 w 1246536"/>
              <a:gd name="connsiteY12" fmla="*/ 48482 h 285083"/>
              <a:gd name="connsiteX13" fmla="*/ 947024 w 1246536"/>
              <a:gd name="connsiteY13" fmla="*/ 79391 h 285083"/>
              <a:gd name="connsiteX14" fmla="*/ 917067 w 1246536"/>
              <a:gd name="connsiteY14" fmla="*/ 73009 h 285083"/>
              <a:gd name="connsiteX15" fmla="*/ 917067 w 1246536"/>
              <a:gd name="connsiteY15" fmla="*/ 148114 h 285083"/>
              <a:gd name="connsiteX16" fmla="*/ 947024 w 1246536"/>
              <a:gd name="connsiteY16" fmla="*/ 154496 h 285083"/>
              <a:gd name="connsiteX17" fmla="*/ 947024 w 1246536"/>
              <a:gd name="connsiteY17" fmla="*/ 185642 h 285083"/>
              <a:gd name="connsiteX18" fmla="*/ 853393 w 1246536"/>
              <a:gd name="connsiteY18" fmla="*/ 165735 h 285083"/>
              <a:gd name="connsiteX19" fmla="*/ 853393 w 1246536"/>
              <a:gd name="connsiteY19" fmla="*/ 134588 h 285083"/>
              <a:gd name="connsiteX20" fmla="*/ 883349 w 1246536"/>
              <a:gd name="connsiteY20" fmla="*/ 140970 h 285083"/>
              <a:gd name="connsiteX21" fmla="*/ 883349 w 1246536"/>
              <a:gd name="connsiteY21" fmla="*/ 65865 h 285083"/>
              <a:gd name="connsiteX22" fmla="*/ 853393 w 1246536"/>
              <a:gd name="connsiteY22" fmla="*/ 59484 h 285083"/>
              <a:gd name="connsiteX23" fmla="*/ 853393 w 1246536"/>
              <a:gd name="connsiteY23" fmla="*/ 28575 h 285083"/>
              <a:gd name="connsiteX24" fmla="*/ 947024 w 1246536"/>
              <a:gd name="connsiteY24" fmla="*/ 48482 h 285083"/>
              <a:gd name="connsiteX25" fmla="*/ 1026319 w 1246536"/>
              <a:gd name="connsiteY25" fmla="*/ 62579 h 285083"/>
              <a:gd name="connsiteX26" fmla="*/ 1094994 w 1246536"/>
              <a:gd name="connsiteY26" fmla="*/ 148399 h 285083"/>
              <a:gd name="connsiteX27" fmla="*/ 1026319 w 1246536"/>
              <a:gd name="connsiteY27" fmla="*/ 205216 h 285083"/>
              <a:gd name="connsiteX28" fmla="*/ 957263 w 1246536"/>
              <a:gd name="connsiteY28" fmla="*/ 119158 h 285083"/>
              <a:gd name="connsiteX29" fmla="*/ 1026319 w 1246536"/>
              <a:gd name="connsiteY29" fmla="*/ 62627 h 285083"/>
              <a:gd name="connsiteX30" fmla="*/ 1026319 w 1246536"/>
              <a:gd name="connsiteY30" fmla="*/ 173117 h 285083"/>
              <a:gd name="connsiteX31" fmla="*/ 1060180 w 1246536"/>
              <a:gd name="connsiteY31" fmla="*/ 141018 h 285083"/>
              <a:gd name="connsiteX32" fmla="*/ 1026319 w 1246536"/>
              <a:gd name="connsiteY32" fmla="*/ 94726 h 285083"/>
              <a:gd name="connsiteX33" fmla="*/ 992267 w 1246536"/>
              <a:gd name="connsiteY33" fmla="*/ 126587 h 285083"/>
              <a:gd name="connsiteX34" fmla="*/ 1026319 w 1246536"/>
              <a:gd name="connsiteY34" fmla="*/ 173117 h 285083"/>
              <a:gd name="connsiteX35" fmla="*/ 1111949 w 1246536"/>
              <a:gd name="connsiteY35" fmla="*/ 83534 h 285083"/>
              <a:gd name="connsiteX36" fmla="*/ 1175814 w 1246536"/>
              <a:gd name="connsiteY36" fmla="*/ 97107 h 285083"/>
              <a:gd name="connsiteX37" fmla="*/ 1212675 w 1246536"/>
              <a:gd name="connsiteY37" fmla="*/ 230791 h 285083"/>
              <a:gd name="connsiteX38" fmla="*/ 1212675 w 1246536"/>
              <a:gd name="connsiteY38" fmla="*/ 104918 h 285083"/>
              <a:gd name="connsiteX39" fmla="*/ 1246537 w 1246536"/>
              <a:gd name="connsiteY39" fmla="*/ 112109 h 285083"/>
              <a:gd name="connsiteX40" fmla="*/ 1246537 w 1246536"/>
              <a:gd name="connsiteY40" fmla="*/ 249269 h 285083"/>
              <a:gd name="connsiteX41" fmla="*/ 1182672 w 1246536"/>
              <a:gd name="connsiteY41" fmla="*/ 235696 h 285083"/>
              <a:gd name="connsiteX42" fmla="*/ 1145810 w 1246536"/>
              <a:gd name="connsiteY42" fmla="*/ 102013 h 285083"/>
              <a:gd name="connsiteX43" fmla="*/ 1145810 w 1246536"/>
              <a:gd name="connsiteY43" fmla="*/ 227886 h 285083"/>
              <a:gd name="connsiteX44" fmla="*/ 1111949 w 1246536"/>
              <a:gd name="connsiteY44" fmla="*/ 220694 h 285083"/>
              <a:gd name="connsiteX45" fmla="*/ 1111949 w 1246536"/>
              <a:gd name="connsiteY45" fmla="*/ 83534 h 285083"/>
              <a:gd name="connsiteX46" fmla="*/ 42101 w 1246536"/>
              <a:gd name="connsiteY46" fmla="*/ 138970 h 285083"/>
              <a:gd name="connsiteX47" fmla="*/ 104108 w 1246536"/>
              <a:gd name="connsiteY47" fmla="*/ 125778 h 285083"/>
              <a:gd name="connsiteX48" fmla="*/ 145971 w 1246536"/>
              <a:gd name="connsiteY48" fmla="*/ 254032 h 285083"/>
              <a:gd name="connsiteX49" fmla="*/ 110061 w 1246536"/>
              <a:gd name="connsiteY49" fmla="*/ 261652 h 285083"/>
              <a:gd name="connsiteX50" fmla="*/ 97774 w 1246536"/>
              <a:gd name="connsiteY50" fmla="*/ 222837 h 285083"/>
              <a:gd name="connsiteX51" fmla="*/ 47863 w 1246536"/>
              <a:gd name="connsiteY51" fmla="*/ 233458 h 285083"/>
              <a:gd name="connsiteX52" fmla="*/ 35576 w 1246536"/>
              <a:gd name="connsiteY52" fmla="*/ 277511 h 285083"/>
              <a:gd name="connsiteX53" fmla="*/ 0 w 1246536"/>
              <a:gd name="connsiteY53" fmla="*/ 285083 h 285083"/>
              <a:gd name="connsiteX54" fmla="*/ 42053 w 1246536"/>
              <a:gd name="connsiteY54" fmla="*/ 138970 h 285083"/>
              <a:gd name="connsiteX55" fmla="*/ 88440 w 1246536"/>
              <a:gd name="connsiteY55" fmla="*/ 193881 h 285083"/>
              <a:gd name="connsiteX56" fmla="*/ 72819 w 1246536"/>
              <a:gd name="connsiteY56" fmla="*/ 144875 h 285083"/>
              <a:gd name="connsiteX57" fmla="*/ 57198 w 1246536"/>
              <a:gd name="connsiteY57" fmla="*/ 200549 h 285083"/>
              <a:gd name="connsiteX58" fmla="*/ 88488 w 1246536"/>
              <a:gd name="connsiteY58" fmla="*/ 193881 h 285083"/>
              <a:gd name="connsiteX59" fmla="*/ 214646 w 1246536"/>
              <a:gd name="connsiteY59" fmla="*/ 242173 h 285083"/>
              <a:gd name="connsiteX60" fmla="*/ 148733 w 1246536"/>
              <a:gd name="connsiteY60" fmla="*/ 199930 h 285083"/>
              <a:gd name="connsiteX61" fmla="*/ 183738 w 1246536"/>
              <a:gd name="connsiteY61" fmla="*/ 192500 h 285083"/>
              <a:gd name="connsiteX62" fmla="*/ 215408 w 1246536"/>
              <a:gd name="connsiteY62" fmla="*/ 212408 h 285083"/>
              <a:gd name="connsiteX63" fmla="*/ 239030 w 1246536"/>
              <a:gd name="connsiteY63" fmla="*/ 195310 h 285083"/>
              <a:gd name="connsiteX64" fmla="*/ 227886 w 1246536"/>
              <a:gd name="connsiteY64" fmla="*/ 187166 h 285083"/>
              <a:gd name="connsiteX65" fmla="*/ 183975 w 1246536"/>
              <a:gd name="connsiteY65" fmla="*/ 184452 h 285083"/>
              <a:gd name="connsiteX66" fmla="*/ 154210 w 1246536"/>
              <a:gd name="connsiteY66" fmla="*/ 153210 h 285083"/>
              <a:gd name="connsiteX67" fmla="*/ 207645 w 1246536"/>
              <a:gd name="connsiteY67" fmla="*/ 101013 h 285083"/>
              <a:gd name="connsiteX68" fmla="*/ 268891 w 1246536"/>
              <a:gd name="connsiteY68" fmla="*/ 138017 h 285083"/>
              <a:gd name="connsiteX69" fmla="*/ 234077 w 1246536"/>
              <a:gd name="connsiteY69" fmla="*/ 145399 h 285083"/>
              <a:gd name="connsiteX70" fmla="*/ 208217 w 1246536"/>
              <a:gd name="connsiteY70" fmla="*/ 129873 h 285083"/>
              <a:gd name="connsiteX71" fmla="*/ 189215 w 1246536"/>
              <a:gd name="connsiteY71" fmla="*/ 145018 h 285083"/>
              <a:gd name="connsiteX72" fmla="*/ 199454 w 1246536"/>
              <a:gd name="connsiteY72" fmla="*/ 152352 h 285083"/>
              <a:gd name="connsiteX73" fmla="*/ 242078 w 1246536"/>
              <a:gd name="connsiteY73" fmla="*/ 154400 h 285083"/>
              <a:gd name="connsiteX74" fmla="*/ 273891 w 1246536"/>
              <a:gd name="connsiteY74" fmla="*/ 186357 h 285083"/>
              <a:gd name="connsiteX75" fmla="*/ 214694 w 1246536"/>
              <a:gd name="connsiteY75" fmla="*/ 242126 h 285083"/>
              <a:gd name="connsiteX76" fmla="*/ 283702 w 1246536"/>
              <a:gd name="connsiteY76" fmla="*/ 156067 h 285083"/>
              <a:gd name="connsiteX77" fmla="*/ 353330 w 1246536"/>
              <a:gd name="connsiteY77" fmla="*/ 70056 h 285083"/>
              <a:gd name="connsiteX78" fmla="*/ 419767 w 1246536"/>
              <a:gd name="connsiteY78" fmla="*/ 111585 h 285083"/>
              <a:gd name="connsiteX79" fmla="*/ 384953 w 1246536"/>
              <a:gd name="connsiteY79" fmla="*/ 118967 h 285083"/>
              <a:gd name="connsiteX80" fmla="*/ 353473 w 1246536"/>
              <a:gd name="connsiteY80" fmla="*/ 102108 h 285083"/>
              <a:gd name="connsiteX81" fmla="*/ 318659 w 1246536"/>
              <a:gd name="connsiteY81" fmla="*/ 148590 h 285083"/>
              <a:gd name="connsiteX82" fmla="*/ 353473 w 1246536"/>
              <a:gd name="connsiteY82" fmla="*/ 180499 h 285083"/>
              <a:gd name="connsiteX83" fmla="*/ 384953 w 1246536"/>
              <a:gd name="connsiteY83" fmla="*/ 150066 h 285083"/>
              <a:gd name="connsiteX84" fmla="*/ 419767 w 1246536"/>
              <a:gd name="connsiteY84" fmla="*/ 142685 h 285083"/>
              <a:gd name="connsiteX85" fmla="*/ 353330 w 1246536"/>
              <a:gd name="connsiteY85" fmla="*/ 212646 h 285083"/>
              <a:gd name="connsiteX86" fmla="*/ 283702 w 1246536"/>
              <a:gd name="connsiteY86" fmla="*/ 156067 h 285083"/>
              <a:gd name="connsiteX87" fmla="*/ 436340 w 1246536"/>
              <a:gd name="connsiteY87" fmla="*/ 55150 h 285083"/>
              <a:gd name="connsiteX88" fmla="*/ 540782 w 1246536"/>
              <a:gd name="connsiteY88" fmla="*/ 32956 h 285083"/>
              <a:gd name="connsiteX89" fmla="*/ 540782 w 1246536"/>
              <a:gd name="connsiteY89" fmla="*/ 63865 h 285083"/>
              <a:gd name="connsiteX90" fmla="*/ 470440 w 1246536"/>
              <a:gd name="connsiteY90" fmla="*/ 78819 h 285083"/>
              <a:gd name="connsiteX91" fmla="*/ 470440 w 1246536"/>
              <a:gd name="connsiteY91" fmla="*/ 101775 h 285083"/>
              <a:gd name="connsiteX92" fmla="*/ 531495 w 1246536"/>
              <a:gd name="connsiteY92" fmla="*/ 88821 h 285083"/>
              <a:gd name="connsiteX93" fmla="*/ 531495 w 1246536"/>
              <a:gd name="connsiteY93" fmla="*/ 118015 h 285083"/>
              <a:gd name="connsiteX94" fmla="*/ 470440 w 1246536"/>
              <a:gd name="connsiteY94" fmla="*/ 131016 h 285083"/>
              <a:gd name="connsiteX95" fmla="*/ 470440 w 1246536"/>
              <a:gd name="connsiteY95" fmla="*/ 154162 h 285083"/>
              <a:gd name="connsiteX96" fmla="*/ 540782 w 1246536"/>
              <a:gd name="connsiteY96" fmla="*/ 139208 h 285083"/>
              <a:gd name="connsiteX97" fmla="*/ 540782 w 1246536"/>
              <a:gd name="connsiteY97" fmla="*/ 170117 h 285083"/>
              <a:gd name="connsiteX98" fmla="*/ 436340 w 1246536"/>
              <a:gd name="connsiteY98" fmla="*/ 192310 h 285083"/>
              <a:gd name="connsiteX99" fmla="*/ 436340 w 1246536"/>
              <a:gd name="connsiteY99" fmla="*/ 55150 h 285083"/>
              <a:gd name="connsiteX100" fmla="*/ 561308 w 1246536"/>
              <a:gd name="connsiteY100" fmla="*/ 28575 h 285083"/>
              <a:gd name="connsiteX101" fmla="*/ 625173 w 1246536"/>
              <a:gd name="connsiteY101" fmla="*/ 15002 h 285083"/>
              <a:gd name="connsiteX102" fmla="*/ 662035 w 1246536"/>
              <a:gd name="connsiteY102" fmla="*/ 133064 h 285083"/>
              <a:gd name="connsiteX103" fmla="*/ 662035 w 1246536"/>
              <a:gd name="connsiteY103" fmla="*/ 7191 h 285083"/>
              <a:gd name="connsiteX104" fmla="*/ 695897 w 1246536"/>
              <a:gd name="connsiteY104" fmla="*/ 0 h 285083"/>
              <a:gd name="connsiteX105" fmla="*/ 695897 w 1246536"/>
              <a:gd name="connsiteY105" fmla="*/ 137160 h 285083"/>
              <a:gd name="connsiteX106" fmla="*/ 632032 w 1246536"/>
              <a:gd name="connsiteY106" fmla="*/ 150733 h 285083"/>
              <a:gd name="connsiteX107" fmla="*/ 595170 w 1246536"/>
              <a:gd name="connsiteY107" fmla="*/ 32671 h 285083"/>
              <a:gd name="connsiteX108" fmla="*/ 595170 w 1246536"/>
              <a:gd name="connsiteY108" fmla="*/ 158544 h 285083"/>
              <a:gd name="connsiteX109" fmla="*/ 561308 w 1246536"/>
              <a:gd name="connsiteY109" fmla="*/ 165735 h 285083"/>
              <a:gd name="connsiteX110" fmla="*/ 561308 w 1246536"/>
              <a:gd name="connsiteY110" fmla="*/ 28575 h 285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246536" h="285083">
                <a:moveTo>
                  <a:pt x="718995" y="0"/>
                </a:moveTo>
                <a:lnTo>
                  <a:pt x="769239" y="10668"/>
                </a:lnTo>
                <a:cubicBezTo>
                  <a:pt x="805149" y="18288"/>
                  <a:pt x="842391" y="35766"/>
                  <a:pt x="842391" y="94726"/>
                </a:cubicBezTo>
                <a:cubicBezTo>
                  <a:pt x="842391" y="153876"/>
                  <a:pt x="805149" y="155496"/>
                  <a:pt x="769239" y="147876"/>
                </a:cubicBezTo>
                <a:lnTo>
                  <a:pt x="718995" y="137208"/>
                </a:lnTo>
                <a:lnTo>
                  <a:pt x="718995" y="48"/>
                </a:lnTo>
                <a:close/>
                <a:moveTo>
                  <a:pt x="769239" y="116681"/>
                </a:moveTo>
                <a:cubicBezTo>
                  <a:pt x="791766" y="121491"/>
                  <a:pt x="808530" y="124254"/>
                  <a:pt x="808530" y="87487"/>
                </a:cubicBezTo>
                <a:cubicBezTo>
                  <a:pt x="808530" y="50721"/>
                  <a:pt x="791623" y="46339"/>
                  <a:pt x="769239" y="41577"/>
                </a:cubicBezTo>
                <a:lnTo>
                  <a:pt x="752856" y="38100"/>
                </a:lnTo>
                <a:lnTo>
                  <a:pt x="752856" y="113205"/>
                </a:lnTo>
                <a:cubicBezTo>
                  <a:pt x="752856" y="113205"/>
                  <a:pt x="769239" y="116681"/>
                  <a:pt x="769239" y="116681"/>
                </a:cubicBezTo>
                <a:close/>
                <a:moveTo>
                  <a:pt x="947024" y="48482"/>
                </a:moveTo>
                <a:lnTo>
                  <a:pt x="947024" y="79391"/>
                </a:lnTo>
                <a:cubicBezTo>
                  <a:pt x="947024" y="79391"/>
                  <a:pt x="917067" y="73009"/>
                  <a:pt x="917067" y="73009"/>
                </a:cubicBezTo>
                <a:lnTo>
                  <a:pt x="917067" y="148114"/>
                </a:lnTo>
                <a:cubicBezTo>
                  <a:pt x="917067" y="148114"/>
                  <a:pt x="947024" y="154496"/>
                  <a:pt x="947024" y="154496"/>
                </a:cubicBezTo>
                <a:lnTo>
                  <a:pt x="947024" y="185642"/>
                </a:lnTo>
                <a:cubicBezTo>
                  <a:pt x="947024" y="185642"/>
                  <a:pt x="853393" y="165735"/>
                  <a:pt x="853393" y="165735"/>
                </a:cubicBezTo>
                <a:lnTo>
                  <a:pt x="853393" y="134588"/>
                </a:lnTo>
                <a:cubicBezTo>
                  <a:pt x="853393" y="134588"/>
                  <a:pt x="883349" y="140970"/>
                  <a:pt x="883349" y="140970"/>
                </a:cubicBezTo>
                <a:lnTo>
                  <a:pt x="883349" y="65865"/>
                </a:lnTo>
                <a:cubicBezTo>
                  <a:pt x="883349" y="65865"/>
                  <a:pt x="853393" y="59484"/>
                  <a:pt x="853393" y="59484"/>
                </a:cubicBezTo>
                <a:lnTo>
                  <a:pt x="853393" y="28575"/>
                </a:lnTo>
                <a:cubicBezTo>
                  <a:pt x="853393" y="28575"/>
                  <a:pt x="947024" y="48482"/>
                  <a:pt x="947024" y="48482"/>
                </a:cubicBezTo>
                <a:close/>
                <a:moveTo>
                  <a:pt x="1026319" y="62579"/>
                </a:moveTo>
                <a:cubicBezTo>
                  <a:pt x="1068944" y="71628"/>
                  <a:pt x="1094994" y="107918"/>
                  <a:pt x="1094994" y="148399"/>
                </a:cubicBezTo>
                <a:cubicBezTo>
                  <a:pt x="1094994" y="189071"/>
                  <a:pt x="1068944" y="214265"/>
                  <a:pt x="1026319" y="205216"/>
                </a:cubicBezTo>
                <a:cubicBezTo>
                  <a:pt x="983504" y="196120"/>
                  <a:pt x="957263" y="159782"/>
                  <a:pt x="957263" y="119158"/>
                </a:cubicBezTo>
                <a:cubicBezTo>
                  <a:pt x="957263" y="78676"/>
                  <a:pt x="983504" y="53530"/>
                  <a:pt x="1026319" y="62627"/>
                </a:cubicBezTo>
                <a:moveTo>
                  <a:pt x="1026319" y="173117"/>
                </a:moveTo>
                <a:cubicBezTo>
                  <a:pt x="1049036" y="177927"/>
                  <a:pt x="1060180" y="165925"/>
                  <a:pt x="1060180" y="141018"/>
                </a:cubicBezTo>
                <a:cubicBezTo>
                  <a:pt x="1060180" y="116110"/>
                  <a:pt x="1048846" y="99489"/>
                  <a:pt x="1026319" y="94726"/>
                </a:cubicBezTo>
                <a:cubicBezTo>
                  <a:pt x="1003602" y="89916"/>
                  <a:pt x="992267" y="101870"/>
                  <a:pt x="992267" y="126587"/>
                </a:cubicBezTo>
                <a:cubicBezTo>
                  <a:pt x="992267" y="151495"/>
                  <a:pt x="1003649" y="168307"/>
                  <a:pt x="1026319" y="173117"/>
                </a:cubicBezTo>
                <a:moveTo>
                  <a:pt x="1111949" y="83534"/>
                </a:moveTo>
                <a:lnTo>
                  <a:pt x="1175814" y="97107"/>
                </a:lnTo>
                <a:lnTo>
                  <a:pt x="1212675" y="230791"/>
                </a:lnTo>
                <a:lnTo>
                  <a:pt x="1212675" y="104918"/>
                </a:lnTo>
                <a:cubicBezTo>
                  <a:pt x="1212675" y="104918"/>
                  <a:pt x="1246537" y="112109"/>
                  <a:pt x="1246537" y="112109"/>
                </a:cubicBezTo>
                <a:lnTo>
                  <a:pt x="1246537" y="249269"/>
                </a:lnTo>
                <a:cubicBezTo>
                  <a:pt x="1246537" y="249269"/>
                  <a:pt x="1182672" y="235696"/>
                  <a:pt x="1182672" y="235696"/>
                </a:cubicBezTo>
                <a:lnTo>
                  <a:pt x="1145810" y="102013"/>
                </a:lnTo>
                <a:lnTo>
                  <a:pt x="1145810" y="227886"/>
                </a:lnTo>
                <a:cubicBezTo>
                  <a:pt x="1145810" y="227886"/>
                  <a:pt x="1111949" y="220694"/>
                  <a:pt x="1111949" y="220694"/>
                </a:cubicBezTo>
                <a:lnTo>
                  <a:pt x="1111949" y="83534"/>
                </a:lnTo>
                <a:close/>
                <a:moveTo>
                  <a:pt x="42101" y="138970"/>
                </a:moveTo>
                <a:lnTo>
                  <a:pt x="104108" y="125778"/>
                </a:lnTo>
                <a:lnTo>
                  <a:pt x="145971" y="254032"/>
                </a:lnTo>
                <a:lnTo>
                  <a:pt x="110061" y="261652"/>
                </a:lnTo>
                <a:lnTo>
                  <a:pt x="97774" y="222837"/>
                </a:lnTo>
                <a:lnTo>
                  <a:pt x="47863" y="233458"/>
                </a:lnTo>
                <a:lnTo>
                  <a:pt x="35576" y="277511"/>
                </a:lnTo>
                <a:lnTo>
                  <a:pt x="0" y="285083"/>
                </a:lnTo>
                <a:lnTo>
                  <a:pt x="42053" y="138970"/>
                </a:lnTo>
                <a:close/>
                <a:moveTo>
                  <a:pt x="88440" y="193881"/>
                </a:moveTo>
                <a:lnTo>
                  <a:pt x="72819" y="144875"/>
                </a:lnTo>
                <a:lnTo>
                  <a:pt x="57198" y="200549"/>
                </a:lnTo>
                <a:lnTo>
                  <a:pt x="88488" y="193881"/>
                </a:lnTo>
                <a:close/>
                <a:moveTo>
                  <a:pt x="214646" y="242173"/>
                </a:moveTo>
                <a:cubicBezTo>
                  <a:pt x="168307" y="252032"/>
                  <a:pt x="148733" y="235553"/>
                  <a:pt x="148733" y="199930"/>
                </a:cubicBezTo>
                <a:lnTo>
                  <a:pt x="183738" y="192500"/>
                </a:lnTo>
                <a:cubicBezTo>
                  <a:pt x="183738" y="211979"/>
                  <a:pt x="190977" y="217599"/>
                  <a:pt x="215408" y="212408"/>
                </a:cubicBezTo>
                <a:cubicBezTo>
                  <a:pt x="231982" y="208883"/>
                  <a:pt x="239030" y="203883"/>
                  <a:pt x="239030" y="195310"/>
                </a:cubicBezTo>
                <a:cubicBezTo>
                  <a:pt x="239030" y="190452"/>
                  <a:pt x="235315" y="187547"/>
                  <a:pt x="227886" y="187166"/>
                </a:cubicBezTo>
                <a:lnTo>
                  <a:pt x="183975" y="184452"/>
                </a:lnTo>
                <a:cubicBezTo>
                  <a:pt x="161258" y="182880"/>
                  <a:pt x="154210" y="170545"/>
                  <a:pt x="154210" y="153210"/>
                </a:cubicBezTo>
                <a:cubicBezTo>
                  <a:pt x="154210" y="126540"/>
                  <a:pt x="173212" y="108299"/>
                  <a:pt x="207645" y="101013"/>
                </a:cubicBezTo>
                <a:cubicBezTo>
                  <a:pt x="248603" y="92297"/>
                  <a:pt x="268891" y="108252"/>
                  <a:pt x="268891" y="138017"/>
                </a:cubicBezTo>
                <a:lnTo>
                  <a:pt x="234077" y="145399"/>
                </a:lnTo>
                <a:cubicBezTo>
                  <a:pt x="234077" y="130635"/>
                  <a:pt x="226076" y="126111"/>
                  <a:pt x="208217" y="129873"/>
                </a:cubicBezTo>
                <a:cubicBezTo>
                  <a:pt x="195739" y="132540"/>
                  <a:pt x="189215" y="137208"/>
                  <a:pt x="189215" y="145018"/>
                </a:cubicBezTo>
                <a:cubicBezTo>
                  <a:pt x="189215" y="148923"/>
                  <a:pt x="191262" y="151781"/>
                  <a:pt x="199454" y="152352"/>
                </a:cubicBezTo>
                <a:lnTo>
                  <a:pt x="242078" y="154400"/>
                </a:lnTo>
                <a:cubicBezTo>
                  <a:pt x="263843" y="155400"/>
                  <a:pt x="273891" y="166306"/>
                  <a:pt x="273891" y="186357"/>
                </a:cubicBezTo>
                <a:cubicBezTo>
                  <a:pt x="273891" y="212408"/>
                  <a:pt x="256747" y="233172"/>
                  <a:pt x="214694" y="242126"/>
                </a:cubicBezTo>
                <a:moveTo>
                  <a:pt x="283702" y="156067"/>
                </a:moveTo>
                <a:cubicBezTo>
                  <a:pt x="283702" y="115586"/>
                  <a:pt x="310325" y="79200"/>
                  <a:pt x="353330" y="70056"/>
                </a:cubicBezTo>
                <a:cubicBezTo>
                  <a:pt x="390906" y="62055"/>
                  <a:pt x="415862" y="77962"/>
                  <a:pt x="419767" y="111585"/>
                </a:cubicBezTo>
                <a:lnTo>
                  <a:pt x="384953" y="118967"/>
                </a:lnTo>
                <a:cubicBezTo>
                  <a:pt x="382143" y="104775"/>
                  <a:pt x="370047" y="98584"/>
                  <a:pt x="353473" y="102108"/>
                </a:cubicBezTo>
                <a:cubicBezTo>
                  <a:pt x="333185" y="106442"/>
                  <a:pt x="318659" y="121587"/>
                  <a:pt x="318659" y="148590"/>
                </a:cubicBezTo>
                <a:cubicBezTo>
                  <a:pt x="318659" y="175832"/>
                  <a:pt x="333185" y="184785"/>
                  <a:pt x="353473" y="180499"/>
                </a:cubicBezTo>
                <a:cubicBezTo>
                  <a:pt x="370047" y="176974"/>
                  <a:pt x="382143" y="165449"/>
                  <a:pt x="384953" y="150066"/>
                </a:cubicBezTo>
                <a:lnTo>
                  <a:pt x="419767" y="142685"/>
                </a:lnTo>
                <a:cubicBezTo>
                  <a:pt x="415862" y="178165"/>
                  <a:pt x="390906" y="204645"/>
                  <a:pt x="353330" y="212646"/>
                </a:cubicBezTo>
                <a:cubicBezTo>
                  <a:pt x="310325" y="221790"/>
                  <a:pt x="283702" y="196691"/>
                  <a:pt x="283702" y="156067"/>
                </a:cubicBezTo>
                <a:moveTo>
                  <a:pt x="436340" y="55150"/>
                </a:moveTo>
                <a:lnTo>
                  <a:pt x="540782" y="32956"/>
                </a:lnTo>
                <a:lnTo>
                  <a:pt x="540782" y="63865"/>
                </a:lnTo>
                <a:cubicBezTo>
                  <a:pt x="540782" y="63865"/>
                  <a:pt x="470440" y="78819"/>
                  <a:pt x="470440" y="78819"/>
                </a:cubicBezTo>
                <a:lnTo>
                  <a:pt x="470440" y="101775"/>
                </a:lnTo>
                <a:cubicBezTo>
                  <a:pt x="470440" y="101775"/>
                  <a:pt x="531495" y="88821"/>
                  <a:pt x="531495" y="88821"/>
                </a:cubicBezTo>
                <a:lnTo>
                  <a:pt x="531495" y="118015"/>
                </a:lnTo>
                <a:cubicBezTo>
                  <a:pt x="531495" y="118015"/>
                  <a:pt x="470440" y="131016"/>
                  <a:pt x="470440" y="131016"/>
                </a:cubicBezTo>
                <a:lnTo>
                  <a:pt x="470440" y="154162"/>
                </a:lnTo>
                <a:cubicBezTo>
                  <a:pt x="470440" y="154162"/>
                  <a:pt x="540782" y="139208"/>
                  <a:pt x="540782" y="139208"/>
                </a:cubicBezTo>
                <a:lnTo>
                  <a:pt x="540782" y="170117"/>
                </a:lnTo>
                <a:cubicBezTo>
                  <a:pt x="540782" y="170117"/>
                  <a:pt x="436340" y="192310"/>
                  <a:pt x="436340" y="192310"/>
                </a:cubicBezTo>
                <a:lnTo>
                  <a:pt x="436340" y="55150"/>
                </a:lnTo>
                <a:close/>
                <a:moveTo>
                  <a:pt x="561308" y="28575"/>
                </a:moveTo>
                <a:lnTo>
                  <a:pt x="625173" y="15002"/>
                </a:lnTo>
                <a:lnTo>
                  <a:pt x="662035" y="133064"/>
                </a:lnTo>
                <a:lnTo>
                  <a:pt x="662035" y="7191"/>
                </a:lnTo>
                <a:cubicBezTo>
                  <a:pt x="662035" y="7191"/>
                  <a:pt x="695897" y="0"/>
                  <a:pt x="695897" y="0"/>
                </a:cubicBezTo>
                <a:lnTo>
                  <a:pt x="695897" y="137160"/>
                </a:lnTo>
                <a:cubicBezTo>
                  <a:pt x="695897" y="137160"/>
                  <a:pt x="632032" y="150733"/>
                  <a:pt x="632032" y="150733"/>
                </a:cubicBezTo>
                <a:lnTo>
                  <a:pt x="595170" y="32671"/>
                </a:lnTo>
                <a:lnTo>
                  <a:pt x="595170" y="158544"/>
                </a:lnTo>
                <a:cubicBezTo>
                  <a:pt x="595170" y="158544"/>
                  <a:pt x="561308" y="165735"/>
                  <a:pt x="561308" y="165735"/>
                </a:cubicBezTo>
                <a:lnTo>
                  <a:pt x="561308" y="28575"/>
                </a:lnTo>
                <a:close/>
              </a:path>
            </a:pathLst>
          </a:custGeom>
          <a:solidFill>
            <a:srgbClr val="FFFFFF"/>
          </a:solidFill>
          <a:ln w="4763" cap="flat">
            <a:noFill/>
            <a:prstDash val="solid"/>
            <a:miter/>
          </a:ln>
        </p:spPr>
        <p:txBody>
          <a:bodyPr rtlCol="0" anchor="ctr"/>
          <a:lstStyle/>
          <a:p>
            <a:endParaRPr lang="en-AU"/>
          </a:p>
        </p:txBody>
      </p:sp>
      <p:grpSp>
        <p:nvGrpSpPr>
          <p:cNvPr id="8" name="Graphic 3">
            <a:extLst>
              <a:ext uri="{FF2B5EF4-FFF2-40B4-BE49-F238E27FC236}">
                <a16:creationId xmlns:a16="http://schemas.microsoft.com/office/drawing/2014/main" id="{D272FB17-F777-265C-F8EC-F32EE1C69479}"/>
              </a:ext>
            </a:extLst>
          </p:cNvPr>
          <p:cNvGrpSpPr/>
          <p:nvPr userDrawn="1"/>
        </p:nvGrpSpPr>
        <p:grpSpPr>
          <a:xfrm>
            <a:off x="186213" y="648700"/>
            <a:ext cx="739282" cy="73485"/>
            <a:chOff x="186213" y="648700"/>
            <a:chExt cx="739282" cy="73485"/>
          </a:xfrm>
          <a:solidFill>
            <a:srgbClr val="FFFFFF"/>
          </a:solidFill>
        </p:grpSpPr>
        <p:sp>
          <p:nvSpPr>
            <p:cNvPr id="9" name="Freeform: Shape 11">
              <a:extLst>
                <a:ext uri="{FF2B5EF4-FFF2-40B4-BE49-F238E27FC236}">
                  <a16:creationId xmlns:a16="http://schemas.microsoft.com/office/drawing/2014/main" id="{05AA7361-94B0-E3BF-68EE-1B585DFB7105}"/>
                </a:ext>
              </a:extLst>
            </p:cNvPr>
            <p:cNvSpPr/>
            <p:nvPr/>
          </p:nvSpPr>
          <p:spPr>
            <a:xfrm>
              <a:off x="186213" y="668274"/>
              <a:ext cx="46386" cy="53911"/>
            </a:xfrm>
            <a:custGeom>
              <a:avLst/>
              <a:gdLst>
                <a:gd name="connsiteX0" fmla="*/ 16574 w 46386"/>
                <a:gd name="connsiteY0" fmla="*/ 53864 h 53911"/>
                <a:gd name="connsiteX1" fmla="*/ 8334 w 46386"/>
                <a:gd name="connsiteY1" fmla="*/ 52197 h 53911"/>
                <a:gd name="connsiteX2" fmla="*/ 2286 w 46386"/>
                <a:gd name="connsiteY2" fmla="*/ 47101 h 53911"/>
                <a:gd name="connsiteX3" fmla="*/ 0 w 46386"/>
                <a:gd name="connsiteY3" fmla="*/ 38624 h 53911"/>
                <a:gd name="connsiteX4" fmla="*/ 4334 w 46386"/>
                <a:gd name="connsiteY4" fmla="*/ 27861 h 53911"/>
                <a:gd name="connsiteX5" fmla="*/ 16574 w 46386"/>
                <a:gd name="connsiteY5" fmla="*/ 22908 h 53911"/>
                <a:gd name="connsiteX6" fmla="*/ 35052 w 46386"/>
                <a:gd name="connsiteY6" fmla="*/ 21431 h 53911"/>
                <a:gd name="connsiteX7" fmla="*/ 35052 w 46386"/>
                <a:gd name="connsiteY7" fmla="*/ 18240 h 53911"/>
                <a:gd name="connsiteX8" fmla="*/ 32147 w 46386"/>
                <a:gd name="connsiteY8" fmla="*/ 10239 h 53911"/>
                <a:gd name="connsiteX9" fmla="*/ 24813 w 46386"/>
                <a:gd name="connsiteY9" fmla="*/ 8049 h 53911"/>
                <a:gd name="connsiteX10" fmla="*/ 16812 w 46386"/>
                <a:gd name="connsiteY10" fmla="*/ 10382 h 53911"/>
                <a:gd name="connsiteX11" fmla="*/ 13621 w 46386"/>
                <a:gd name="connsiteY11" fmla="*/ 17907 h 53911"/>
                <a:gd name="connsiteX12" fmla="*/ 2667 w 46386"/>
                <a:gd name="connsiteY12" fmla="*/ 17907 h 53911"/>
                <a:gd name="connsiteX13" fmla="*/ 5477 w 46386"/>
                <a:gd name="connsiteY13" fmla="*/ 7477 h 53911"/>
                <a:gd name="connsiteX14" fmla="*/ 13287 w 46386"/>
                <a:gd name="connsiteY14" fmla="*/ 1762 h 53911"/>
                <a:gd name="connsiteX15" fmla="*/ 24860 w 46386"/>
                <a:gd name="connsiteY15" fmla="*/ 0 h 53911"/>
                <a:gd name="connsiteX16" fmla="*/ 33195 w 46386"/>
                <a:gd name="connsiteY16" fmla="*/ 810 h 53911"/>
                <a:gd name="connsiteX17" fmla="*/ 40053 w 46386"/>
                <a:gd name="connsiteY17" fmla="*/ 3619 h 53911"/>
                <a:gd name="connsiteX18" fmla="*/ 44720 w 46386"/>
                <a:gd name="connsiteY18" fmla="*/ 9144 h 53911"/>
                <a:gd name="connsiteX19" fmla="*/ 46387 w 46386"/>
                <a:gd name="connsiteY19" fmla="*/ 18097 h 53911"/>
                <a:gd name="connsiteX20" fmla="*/ 46387 w 46386"/>
                <a:gd name="connsiteY20" fmla="*/ 53007 h 53911"/>
                <a:gd name="connsiteX21" fmla="*/ 35576 w 46386"/>
                <a:gd name="connsiteY21" fmla="*/ 53007 h 53911"/>
                <a:gd name="connsiteX22" fmla="*/ 35147 w 46386"/>
                <a:gd name="connsiteY22" fmla="*/ 45672 h 53911"/>
                <a:gd name="connsiteX23" fmla="*/ 27146 w 46386"/>
                <a:gd name="connsiteY23" fmla="*/ 51721 h 53911"/>
                <a:gd name="connsiteX24" fmla="*/ 16574 w 46386"/>
                <a:gd name="connsiteY24" fmla="*/ 53911 h 53911"/>
                <a:gd name="connsiteX25" fmla="*/ 20050 w 46386"/>
                <a:gd name="connsiteY25" fmla="*/ 45672 h 53911"/>
                <a:gd name="connsiteX26" fmla="*/ 28623 w 46386"/>
                <a:gd name="connsiteY26" fmla="*/ 43386 h 53911"/>
                <a:gd name="connsiteX27" fmla="*/ 34909 w 46386"/>
                <a:gd name="connsiteY27" fmla="*/ 37767 h 53911"/>
                <a:gd name="connsiteX28" fmla="*/ 34909 w 46386"/>
                <a:gd name="connsiteY28" fmla="*/ 28289 h 53911"/>
                <a:gd name="connsiteX29" fmla="*/ 16859 w 46386"/>
                <a:gd name="connsiteY29" fmla="*/ 30623 h 53911"/>
                <a:gd name="connsiteX30" fmla="*/ 11525 w 46386"/>
                <a:gd name="connsiteY30" fmla="*/ 38052 h 53911"/>
                <a:gd name="connsiteX31" fmla="*/ 13811 w 46386"/>
                <a:gd name="connsiteY31" fmla="*/ 43672 h 53911"/>
                <a:gd name="connsiteX32" fmla="*/ 20098 w 46386"/>
                <a:gd name="connsiteY32" fmla="*/ 45672 h 53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386" h="53911">
                  <a:moveTo>
                    <a:pt x="16574" y="53864"/>
                  </a:moveTo>
                  <a:cubicBezTo>
                    <a:pt x="13573" y="53864"/>
                    <a:pt x="10811" y="53292"/>
                    <a:pt x="8334" y="52197"/>
                  </a:cubicBezTo>
                  <a:cubicBezTo>
                    <a:pt x="5810" y="51054"/>
                    <a:pt x="3810" y="49387"/>
                    <a:pt x="2286" y="47101"/>
                  </a:cubicBezTo>
                  <a:cubicBezTo>
                    <a:pt x="762" y="44863"/>
                    <a:pt x="0" y="42005"/>
                    <a:pt x="0" y="38624"/>
                  </a:cubicBezTo>
                  <a:cubicBezTo>
                    <a:pt x="0" y="33861"/>
                    <a:pt x="1429" y="30289"/>
                    <a:pt x="4334" y="27861"/>
                  </a:cubicBezTo>
                  <a:cubicBezTo>
                    <a:pt x="7239" y="25432"/>
                    <a:pt x="11335" y="23765"/>
                    <a:pt x="16574" y="22908"/>
                  </a:cubicBezTo>
                  <a:cubicBezTo>
                    <a:pt x="21812" y="22050"/>
                    <a:pt x="28004" y="21526"/>
                    <a:pt x="35052" y="21431"/>
                  </a:cubicBezTo>
                  <a:lnTo>
                    <a:pt x="35052" y="18240"/>
                  </a:lnTo>
                  <a:cubicBezTo>
                    <a:pt x="35052" y="14335"/>
                    <a:pt x="34100" y="11668"/>
                    <a:pt x="32147" y="10239"/>
                  </a:cubicBezTo>
                  <a:cubicBezTo>
                    <a:pt x="30242" y="8763"/>
                    <a:pt x="27765" y="8049"/>
                    <a:pt x="24813" y="8049"/>
                  </a:cubicBezTo>
                  <a:cubicBezTo>
                    <a:pt x="21622" y="8049"/>
                    <a:pt x="18955" y="8811"/>
                    <a:pt x="16812" y="10382"/>
                  </a:cubicBezTo>
                  <a:cubicBezTo>
                    <a:pt x="14669" y="11954"/>
                    <a:pt x="13621" y="14478"/>
                    <a:pt x="13621" y="17907"/>
                  </a:cubicBezTo>
                  <a:lnTo>
                    <a:pt x="2667" y="17907"/>
                  </a:lnTo>
                  <a:cubicBezTo>
                    <a:pt x="2667" y="13573"/>
                    <a:pt x="3620" y="10096"/>
                    <a:pt x="5477" y="7477"/>
                  </a:cubicBezTo>
                  <a:cubicBezTo>
                    <a:pt x="7334" y="4858"/>
                    <a:pt x="9954" y="2953"/>
                    <a:pt x="13287" y="1762"/>
                  </a:cubicBezTo>
                  <a:cubicBezTo>
                    <a:pt x="16621" y="571"/>
                    <a:pt x="20479" y="0"/>
                    <a:pt x="24860" y="0"/>
                  </a:cubicBezTo>
                  <a:cubicBezTo>
                    <a:pt x="27813" y="0"/>
                    <a:pt x="30623" y="286"/>
                    <a:pt x="33195" y="810"/>
                  </a:cubicBezTo>
                  <a:cubicBezTo>
                    <a:pt x="35814" y="1333"/>
                    <a:pt x="38100" y="2286"/>
                    <a:pt x="40053" y="3619"/>
                  </a:cubicBezTo>
                  <a:cubicBezTo>
                    <a:pt x="42053" y="4953"/>
                    <a:pt x="43577" y="6810"/>
                    <a:pt x="44720" y="9144"/>
                  </a:cubicBezTo>
                  <a:cubicBezTo>
                    <a:pt x="45863" y="11478"/>
                    <a:pt x="46387" y="14478"/>
                    <a:pt x="46387" y="18097"/>
                  </a:cubicBezTo>
                  <a:lnTo>
                    <a:pt x="46387" y="53007"/>
                  </a:lnTo>
                  <a:lnTo>
                    <a:pt x="35576" y="53007"/>
                  </a:lnTo>
                  <a:lnTo>
                    <a:pt x="35147" y="45672"/>
                  </a:lnTo>
                  <a:cubicBezTo>
                    <a:pt x="32861" y="48244"/>
                    <a:pt x="30194" y="50244"/>
                    <a:pt x="27146" y="51721"/>
                  </a:cubicBezTo>
                  <a:cubicBezTo>
                    <a:pt x="24098" y="53197"/>
                    <a:pt x="20574" y="53911"/>
                    <a:pt x="16574" y="53911"/>
                  </a:cubicBezTo>
                  <a:close/>
                  <a:moveTo>
                    <a:pt x="20050" y="45672"/>
                  </a:moveTo>
                  <a:cubicBezTo>
                    <a:pt x="23193" y="45672"/>
                    <a:pt x="26051" y="44910"/>
                    <a:pt x="28623" y="43386"/>
                  </a:cubicBezTo>
                  <a:cubicBezTo>
                    <a:pt x="31194" y="41862"/>
                    <a:pt x="33290" y="40005"/>
                    <a:pt x="34909" y="37767"/>
                  </a:cubicBezTo>
                  <a:lnTo>
                    <a:pt x="34909" y="28289"/>
                  </a:lnTo>
                  <a:cubicBezTo>
                    <a:pt x="26432" y="28289"/>
                    <a:pt x="20384" y="29099"/>
                    <a:pt x="16859" y="30623"/>
                  </a:cubicBezTo>
                  <a:cubicBezTo>
                    <a:pt x="13287" y="32147"/>
                    <a:pt x="11525" y="34623"/>
                    <a:pt x="11525" y="38052"/>
                  </a:cubicBezTo>
                  <a:cubicBezTo>
                    <a:pt x="11525" y="40481"/>
                    <a:pt x="12287" y="42339"/>
                    <a:pt x="13811" y="43672"/>
                  </a:cubicBezTo>
                  <a:cubicBezTo>
                    <a:pt x="15335" y="45006"/>
                    <a:pt x="17431" y="45672"/>
                    <a:pt x="20098" y="45672"/>
                  </a:cubicBezTo>
                  <a:close/>
                </a:path>
              </a:pathLst>
            </a:custGeom>
            <a:solidFill>
              <a:srgbClr val="FFFFFF"/>
            </a:solidFill>
            <a:ln w="4763" cap="flat">
              <a:noFill/>
              <a:prstDash val="solid"/>
              <a:miter/>
            </a:ln>
          </p:spPr>
          <p:txBody>
            <a:bodyPr rtlCol="0" anchor="ctr"/>
            <a:lstStyle/>
            <a:p>
              <a:endParaRPr lang="en-AU"/>
            </a:p>
          </p:txBody>
        </p:sp>
        <p:sp>
          <p:nvSpPr>
            <p:cNvPr id="10" name="Freeform: Shape 12">
              <a:extLst>
                <a:ext uri="{FF2B5EF4-FFF2-40B4-BE49-F238E27FC236}">
                  <a16:creationId xmlns:a16="http://schemas.microsoft.com/office/drawing/2014/main" id="{0BC4B5B4-BA62-CBBC-BDEF-43F437425859}"/>
                </a:ext>
              </a:extLst>
            </p:cNvPr>
            <p:cNvSpPr/>
            <p:nvPr/>
          </p:nvSpPr>
          <p:spPr>
            <a:xfrm>
              <a:off x="245459" y="668226"/>
              <a:ext cx="44195" cy="53959"/>
            </a:xfrm>
            <a:custGeom>
              <a:avLst/>
              <a:gdLst>
                <a:gd name="connsiteX0" fmla="*/ 22527 w 44195"/>
                <a:gd name="connsiteY0" fmla="*/ 53959 h 53959"/>
                <a:gd name="connsiteX1" fmla="*/ 14097 w 44195"/>
                <a:gd name="connsiteY1" fmla="*/ 53102 h 53959"/>
                <a:gd name="connsiteX2" fmla="*/ 6906 w 44195"/>
                <a:gd name="connsiteY2" fmla="*/ 50197 h 53959"/>
                <a:gd name="connsiteX3" fmla="*/ 1857 w 44195"/>
                <a:gd name="connsiteY3" fmla="*/ 44815 h 53959"/>
                <a:gd name="connsiteX4" fmla="*/ 0 w 44195"/>
                <a:gd name="connsiteY4" fmla="*/ 36528 h 53959"/>
                <a:gd name="connsiteX5" fmla="*/ 10906 w 44195"/>
                <a:gd name="connsiteY5" fmla="*/ 36528 h 53959"/>
                <a:gd name="connsiteX6" fmla="*/ 14335 w 44195"/>
                <a:gd name="connsiteY6" fmla="*/ 43863 h 53959"/>
                <a:gd name="connsiteX7" fmla="*/ 22622 w 44195"/>
                <a:gd name="connsiteY7" fmla="*/ 45958 h 53959"/>
                <a:gd name="connsiteX8" fmla="*/ 30004 w 44195"/>
                <a:gd name="connsiteY8" fmla="*/ 44339 h 53959"/>
                <a:gd name="connsiteX9" fmla="*/ 32766 w 44195"/>
                <a:gd name="connsiteY9" fmla="*/ 38910 h 53959"/>
                <a:gd name="connsiteX10" fmla="*/ 29956 w 44195"/>
                <a:gd name="connsiteY10" fmla="*/ 33861 h 53959"/>
                <a:gd name="connsiteX11" fmla="*/ 20050 w 44195"/>
                <a:gd name="connsiteY11" fmla="*/ 30623 h 53959"/>
                <a:gd name="connsiteX12" fmla="*/ 9954 w 44195"/>
                <a:gd name="connsiteY12" fmla="*/ 27289 h 53959"/>
                <a:gd name="connsiteX13" fmla="*/ 3429 w 44195"/>
                <a:gd name="connsiteY13" fmla="*/ 22336 h 53959"/>
                <a:gd name="connsiteX14" fmla="*/ 1143 w 44195"/>
                <a:gd name="connsiteY14" fmla="*/ 14430 h 53959"/>
                <a:gd name="connsiteX15" fmla="*/ 2810 w 44195"/>
                <a:gd name="connsiteY15" fmla="*/ 7953 h 53959"/>
                <a:gd name="connsiteX16" fmla="*/ 7382 w 44195"/>
                <a:gd name="connsiteY16" fmla="*/ 3477 h 53959"/>
                <a:gd name="connsiteX17" fmla="*/ 14002 w 44195"/>
                <a:gd name="connsiteY17" fmla="*/ 857 h 53959"/>
                <a:gd name="connsiteX18" fmla="*/ 21907 w 44195"/>
                <a:gd name="connsiteY18" fmla="*/ 0 h 53959"/>
                <a:gd name="connsiteX19" fmla="*/ 29670 w 44195"/>
                <a:gd name="connsiteY19" fmla="*/ 905 h 53959"/>
                <a:gd name="connsiteX20" fmla="*/ 36338 w 44195"/>
                <a:gd name="connsiteY20" fmla="*/ 3762 h 53959"/>
                <a:gd name="connsiteX21" fmla="*/ 41005 w 44195"/>
                <a:gd name="connsiteY21" fmla="*/ 8954 h 53959"/>
                <a:gd name="connsiteX22" fmla="*/ 42720 w 44195"/>
                <a:gd name="connsiteY22" fmla="*/ 16812 h 53959"/>
                <a:gd name="connsiteX23" fmla="*/ 31861 w 44195"/>
                <a:gd name="connsiteY23" fmla="*/ 16812 h 53959"/>
                <a:gd name="connsiteX24" fmla="*/ 28908 w 44195"/>
                <a:gd name="connsiteY24" fmla="*/ 10096 h 53959"/>
                <a:gd name="connsiteX25" fmla="*/ 21907 w 44195"/>
                <a:gd name="connsiteY25" fmla="*/ 8144 h 53959"/>
                <a:gd name="connsiteX26" fmla="*/ 15097 w 44195"/>
                <a:gd name="connsiteY26" fmla="*/ 9525 h 53959"/>
                <a:gd name="connsiteX27" fmla="*/ 12573 w 44195"/>
                <a:gd name="connsiteY27" fmla="*/ 14002 h 53959"/>
                <a:gd name="connsiteX28" fmla="*/ 13906 w 44195"/>
                <a:gd name="connsiteY28" fmla="*/ 17002 h 53959"/>
                <a:gd name="connsiteX29" fmla="*/ 18288 w 44195"/>
                <a:gd name="connsiteY29" fmla="*/ 19288 h 53959"/>
                <a:gd name="connsiteX30" fmla="*/ 26384 w 44195"/>
                <a:gd name="connsiteY30" fmla="*/ 21527 h 53959"/>
                <a:gd name="connsiteX31" fmla="*/ 35862 w 44195"/>
                <a:gd name="connsiteY31" fmla="*/ 24717 h 53959"/>
                <a:gd name="connsiteX32" fmla="*/ 42053 w 44195"/>
                <a:gd name="connsiteY32" fmla="*/ 29670 h 53959"/>
                <a:gd name="connsiteX33" fmla="*/ 44196 w 44195"/>
                <a:gd name="connsiteY33" fmla="*/ 37671 h 53959"/>
                <a:gd name="connsiteX34" fmla="*/ 42481 w 44195"/>
                <a:gd name="connsiteY34" fmla="*/ 45148 h 53959"/>
                <a:gd name="connsiteX35" fmla="*/ 37767 w 44195"/>
                <a:gd name="connsiteY35" fmla="*/ 50197 h 53959"/>
                <a:gd name="connsiteX36" fmla="*/ 30861 w 44195"/>
                <a:gd name="connsiteY36" fmla="*/ 53054 h 53959"/>
                <a:gd name="connsiteX37" fmla="*/ 22527 w 44195"/>
                <a:gd name="connsiteY37" fmla="*/ 53959 h 53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44195" h="53959">
                  <a:moveTo>
                    <a:pt x="22527" y="53959"/>
                  </a:moveTo>
                  <a:cubicBezTo>
                    <a:pt x="19621" y="53959"/>
                    <a:pt x="16812" y="53673"/>
                    <a:pt x="14097" y="53102"/>
                  </a:cubicBezTo>
                  <a:cubicBezTo>
                    <a:pt x="11430" y="52530"/>
                    <a:pt x="9001" y="51530"/>
                    <a:pt x="6906" y="50197"/>
                  </a:cubicBezTo>
                  <a:cubicBezTo>
                    <a:pt x="4810" y="48863"/>
                    <a:pt x="3096" y="47054"/>
                    <a:pt x="1857" y="44815"/>
                  </a:cubicBezTo>
                  <a:cubicBezTo>
                    <a:pt x="619" y="42577"/>
                    <a:pt x="0" y="39815"/>
                    <a:pt x="0" y="36528"/>
                  </a:cubicBezTo>
                  <a:lnTo>
                    <a:pt x="10906" y="36528"/>
                  </a:lnTo>
                  <a:cubicBezTo>
                    <a:pt x="10906" y="40005"/>
                    <a:pt x="12049" y="42481"/>
                    <a:pt x="14335" y="43863"/>
                  </a:cubicBezTo>
                  <a:cubicBezTo>
                    <a:pt x="16621" y="45244"/>
                    <a:pt x="19383" y="45958"/>
                    <a:pt x="22622" y="45958"/>
                  </a:cubicBezTo>
                  <a:cubicBezTo>
                    <a:pt x="25670" y="45958"/>
                    <a:pt x="28146" y="45434"/>
                    <a:pt x="30004" y="44339"/>
                  </a:cubicBezTo>
                  <a:cubicBezTo>
                    <a:pt x="31861" y="43244"/>
                    <a:pt x="32766" y="41434"/>
                    <a:pt x="32766" y="38910"/>
                  </a:cubicBezTo>
                  <a:cubicBezTo>
                    <a:pt x="32766" y="36671"/>
                    <a:pt x="31814" y="35004"/>
                    <a:pt x="29956" y="33861"/>
                  </a:cubicBezTo>
                  <a:cubicBezTo>
                    <a:pt x="28051" y="32766"/>
                    <a:pt x="24765" y="31671"/>
                    <a:pt x="20050" y="30623"/>
                  </a:cubicBezTo>
                  <a:cubicBezTo>
                    <a:pt x="16145" y="29670"/>
                    <a:pt x="12811" y="28575"/>
                    <a:pt x="9954" y="27289"/>
                  </a:cubicBezTo>
                  <a:cubicBezTo>
                    <a:pt x="7096" y="26003"/>
                    <a:pt x="4953" y="24384"/>
                    <a:pt x="3429" y="22336"/>
                  </a:cubicBezTo>
                  <a:cubicBezTo>
                    <a:pt x="1905" y="20288"/>
                    <a:pt x="1143" y="17669"/>
                    <a:pt x="1143" y="14430"/>
                  </a:cubicBezTo>
                  <a:cubicBezTo>
                    <a:pt x="1143" y="11954"/>
                    <a:pt x="1715" y="9763"/>
                    <a:pt x="2810" y="7953"/>
                  </a:cubicBezTo>
                  <a:cubicBezTo>
                    <a:pt x="3905" y="6144"/>
                    <a:pt x="5477" y="4620"/>
                    <a:pt x="7382" y="3477"/>
                  </a:cubicBezTo>
                  <a:cubicBezTo>
                    <a:pt x="9287" y="2286"/>
                    <a:pt x="11525" y="1429"/>
                    <a:pt x="14002" y="857"/>
                  </a:cubicBezTo>
                  <a:cubicBezTo>
                    <a:pt x="16478" y="286"/>
                    <a:pt x="19145" y="0"/>
                    <a:pt x="21907" y="0"/>
                  </a:cubicBezTo>
                  <a:cubicBezTo>
                    <a:pt x="24670" y="0"/>
                    <a:pt x="27146" y="286"/>
                    <a:pt x="29670" y="905"/>
                  </a:cubicBezTo>
                  <a:cubicBezTo>
                    <a:pt x="32147" y="1476"/>
                    <a:pt x="34385" y="2429"/>
                    <a:pt x="36338" y="3762"/>
                  </a:cubicBezTo>
                  <a:cubicBezTo>
                    <a:pt x="38291" y="5096"/>
                    <a:pt x="39862" y="6810"/>
                    <a:pt x="41005" y="8954"/>
                  </a:cubicBezTo>
                  <a:cubicBezTo>
                    <a:pt x="42148" y="11097"/>
                    <a:pt x="42720" y="13716"/>
                    <a:pt x="42720" y="16812"/>
                  </a:cubicBezTo>
                  <a:lnTo>
                    <a:pt x="31861" y="16812"/>
                  </a:lnTo>
                  <a:cubicBezTo>
                    <a:pt x="31861" y="13621"/>
                    <a:pt x="30861" y="11382"/>
                    <a:pt x="28908" y="10096"/>
                  </a:cubicBezTo>
                  <a:cubicBezTo>
                    <a:pt x="26956" y="8811"/>
                    <a:pt x="24622" y="8144"/>
                    <a:pt x="21907" y="8144"/>
                  </a:cubicBezTo>
                  <a:cubicBezTo>
                    <a:pt x="19050" y="8144"/>
                    <a:pt x="16764" y="8620"/>
                    <a:pt x="15097" y="9525"/>
                  </a:cubicBezTo>
                  <a:cubicBezTo>
                    <a:pt x="13430" y="10430"/>
                    <a:pt x="12573" y="11954"/>
                    <a:pt x="12573" y="14002"/>
                  </a:cubicBezTo>
                  <a:cubicBezTo>
                    <a:pt x="12573" y="15192"/>
                    <a:pt x="13002" y="16193"/>
                    <a:pt x="13906" y="17002"/>
                  </a:cubicBezTo>
                  <a:cubicBezTo>
                    <a:pt x="14811" y="17812"/>
                    <a:pt x="16240" y="18621"/>
                    <a:pt x="18288" y="19288"/>
                  </a:cubicBezTo>
                  <a:cubicBezTo>
                    <a:pt x="20288" y="20002"/>
                    <a:pt x="23003" y="20717"/>
                    <a:pt x="26384" y="21527"/>
                  </a:cubicBezTo>
                  <a:cubicBezTo>
                    <a:pt x="30004" y="22384"/>
                    <a:pt x="33195" y="23431"/>
                    <a:pt x="35862" y="24717"/>
                  </a:cubicBezTo>
                  <a:cubicBezTo>
                    <a:pt x="38529" y="26003"/>
                    <a:pt x="40577" y="27623"/>
                    <a:pt x="42053" y="29670"/>
                  </a:cubicBezTo>
                  <a:cubicBezTo>
                    <a:pt x="43529" y="31718"/>
                    <a:pt x="44196" y="34385"/>
                    <a:pt x="44196" y="37671"/>
                  </a:cubicBezTo>
                  <a:cubicBezTo>
                    <a:pt x="44196" y="40577"/>
                    <a:pt x="43625" y="43101"/>
                    <a:pt x="42481" y="45148"/>
                  </a:cubicBezTo>
                  <a:cubicBezTo>
                    <a:pt x="41339" y="47196"/>
                    <a:pt x="39767" y="48911"/>
                    <a:pt x="37767" y="50197"/>
                  </a:cubicBezTo>
                  <a:cubicBezTo>
                    <a:pt x="35766" y="51483"/>
                    <a:pt x="33480" y="52435"/>
                    <a:pt x="30861" y="53054"/>
                  </a:cubicBezTo>
                  <a:cubicBezTo>
                    <a:pt x="28242" y="53673"/>
                    <a:pt x="25479" y="53959"/>
                    <a:pt x="22527" y="53959"/>
                  </a:cubicBezTo>
                  <a:close/>
                </a:path>
              </a:pathLst>
            </a:custGeom>
            <a:solidFill>
              <a:srgbClr val="FFFFFF"/>
            </a:solidFill>
            <a:ln w="4763" cap="flat">
              <a:noFill/>
              <a:prstDash val="solid"/>
              <a:miter/>
            </a:ln>
          </p:spPr>
          <p:txBody>
            <a:bodyPr rtlCol="0" anchor="ctr"/>
            <a:lstStyle/>
            <a:p>
              <a:endParaRPr lang="en-AU"/>
            </a:p>
          </p:txBody>
        </p:sp>
        <p:sp>
          <p:nvSpPr>
            <p:cNvPr id="11" name="Freeform: Shape 13">
              <a:extLst>
                <a:ext uri="{FF2B5EF4-FFF2-40B4-BE49-F238E27FC236}">
                  <a16:creationId xmlns:a16="http://schemas.microsoft.com/office/drawing/2014/main" id="{8828A2A1-D3E7-73F0-01B7-41EF3728E317}"/>
                </a:ext>
              </a:extLst>
            </p:cNvPr>
            <p:cNvSpPr/>
            <p:nvPr/>
          </p:nvSpPr>
          <p:spPr>
            <a:xfrm>
              <a:off x="299466" y="668274"/>
              <a:ext cx="48291" cy="53863"/>
            </a:xfrm>
            <a:custGeom>
              <a:avLst/>
              <a:gdLst>
                <a:gd name="connsiteX0" fmla="*/ 25146 w 48291"/>
                <a:gd name="connsiteY0" fmla="*/ 53769 h 53863"/>
                <a:gd name="connsiteX1" fmla="*/ 12240 w 48291"/>
                <a:gd name="connsiteY1" fmla="*/ 50911 h 53863"/>
                <a:gd name="connsiteX2" fmla="*/ 3286 w 48291"/>
                <a:gd name="connsiteY2" fmla="*/ 42100 h 53863"/>
                <a:gd name="connsiteX3" fmla="*/ 0 w 48291"/>
                <a:gd name="connsiteY3" fmla="*/ 27099 h 53863"/>
                <a:gd name="connsiteX4" fmla="*/ 3191 w 48291"/>
                <a:gd name="connsiteY4" fmla="*/ 11954 h 53863"/>
                <a:gd name="connsiteX5" fmla="*/ 12002 w 48291"/>
                <a:gd name="connsiteY5" fmla="*/ 2953 h 53863"/>
                <a:gd name="connsiteX6" fmla="*/ 25146 w 48291"/>
                <a:gd name="connsiteY6" fmla="*/ 0 h 53863"/>
                <a:gd name="connsiteX7" fmla="*/ 36528 w 48291"/>
                <a:gd name="connsiteY7" fmla="*/ 2095 h 53863"/>
                <a:gd name="connsiteX8" fmla="*/ 44625 w 48291"/>
                <a:gd name="connsiteY8" fmla="*/ 8334 h 53863"/>
                <a:gd name="connsiteX9" fmla="*/ 47815 w 48291"/>
                <a:gd name="connsiteY9" fmla="*/ 18859 h 53863"/>
                <a:gd name="connsiteX10" fmla="*/ 36528 w 48291"/>
                <a:gd name="connsiteY10" fmla="*/ 18859 h 53863"/>
                <a:gd name="connsiteX11" fmla="*/ 33337 w 48291"/>
                <a:gd name="connsiteY11" fmla="*/ 11716 h 53863"/>
                <a:gd name="connsiteX12" fmla="*/ 25241 w 48291"/>
                <a:gd name="connsiteY12" fmla="*/ 9096 h 53863"/>
                <a:gd name="connsiteX13" fmla="*/ 15097 w 48291"/>
                <a:gd name="connsiteY13" fmla="*/ 13811 h 53863"/>
                <a:gd name="connsiteX14" fmla="*/ 11859 w 48291"/>
                <a:gd name="connsiteY14" fmla="*/ 27099 h 53863"/>
                <a:gd name="connsiteX15" fmla="*/ 13287 w 48291"/>
                <a:gd name="connsiteY15" fmla="*/ 36624 h 53863"/>
                <a:gd name="connsiteX16" fmla="*/ 17716 w 48291"/>
                <a:gd name="connsiteY16" fmla="*/ 42672 h 53863"/>
                <a:gd name="connsiteX17" fmla="*/ 25289 w 48291"/>
                <a:gd name="connsiteY17" fmla="*/ 44767 h 53863"/>
                <a:gd name="connsiteX18" fmla="*/ 33671 w 48291"/>
                <a:gd name="connsiteY18" fmla="*/ 42005 h 53863"/>
                <a:gd name="connsiteX19" fmla="*/ 37005 w 48291"/>
                <a:gd name="connsiteY19" fmla="*/ 34004 h 53863"/>
                <a:gd name="connsiteX20" fmla="*/ 48292 w 48291"/>
                <a:gd name="connsiteY20" fmla="*/ 34004 h 53863"/>
                <a:gd name="connsiteX21" fmla="*/ 45101 w 48291"/>
                <a:gd name="connsiteY21" fmla="*/ 44958 h 53863"/>
                <a:gd name="connsiteX22" fmla="*/ 36909 w 48291"/>
                <a:gd name="connsiteY22" fmla="*/ 51625 h 53863"/>
                <a:gd name="connsiteX23" fmla="*/ 25241 w 48291"/>
                <a:gd name="connsiteY23" fmla="*/ 53864 h 53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8291" h="53863">
                  <a:moveTo>
                    <a:pt x="25146" y="53769"/>
                  </a:moveTo>
                  <a:cubicBezTo>
                    <a:pt x="20336" y="53769"/>
                    <a:pt x="16050" y="52816"/>
                    <a:pt x="12240" y="50911"/>
                  </a:cubicBezTo>
                  <a:cubicBezTo>
                    <a:pt x="8477" y="49006"/>
                    <a:pt x="5477" y="46053"/>
                    <a:pt x="3286" y="42100"/>
                  </a:cubicBezTo>
                  <a:cubicBezTo>
                    <a:pt x="1095" y="38148"/>
                    <a:pt x="0" y="33147"/>
                    <a:pt x="0" y="27099"/>
                  </a:cubicBezTo>
                  <a:cubicBezTo>
                    <a:pt x="0" y="21050"/>
                    <a:pt x="1048" y="15954"/>
                    <a:pt x="3191" y="11954"/>
                  </a:cubicBezTo>
                  <a:cubicBezTo>
                    <a:pt x="5334" y="7953"/>
                    <a:pt x="8239" y="4953"/>
                    <a:pt x="12002" y="2953"/>
                  </a:cubicBezTo>
                  <a:cubicBezTo>
                    <a:pt x="15764" y="952"/>
                    <a:pt x="20145" y="0"/>
                    <a:pt x="25146" y="0"/>
                  </a:cubicBezTo>
                  <a:cubicBezTo>
                    <a:pt x="29337" y="0"/>
                    <a:pt x="33147" y="714"/>
                    <a:pt x="36528" y="2095"/>
                  </a:cubicBezTo>
                  <a:cubicBezTo>
                    <a:pt x="39910" y="3477"/>
                    <a:pt x="42624" y="5572"/>
                    <a:pt x="44625" y="8334"/>
                  </a:cubicBezTo>
                  <a:cubicBezTo>
                    <a:pt x="46625" y="11097"/>
                    <a:pt x="47720" y="14621"/>
                    <a:pt x="47815" y="18859"/>
                  </a:cubicBezTo>
                  <a:lnTo>
                    <a:pt x="36528" y="18859"/>
                  </a:lnTo>
                  <a:cubicBezTo>
                    <a:pt x="36338" y="15811"/>
                    <a:pt x="35290" y="13430"/>
                    <a:pt x="33337" y="11716"/>
                  </a:cubicBezTo>
                  <a:cubicBezTo>
                    <a:pt x="31385" y="9954"/>
                    <a:pt x="28670" y="9096"/>
                    <a:pt x="25241" y="9096"/>
                  </a:cubicBezTo>
                  <a:cubicBezTo>
                    <a:pt x="20622" y="9096"/>
                    <a:pt x="17240" y="10668"/>
                    <a:pt x="15097" y="13811"/>
                  </a:cubicBezTo>
                  <a:cubicBezTo>
                    <a:pt x="12906" y="16954"/>
                    <a:pt x="11859" y="21384"/>
                    <a:pt x="11859" y="27099"/>
                  </a:cubicBezTo>
                  <a:cubicBezTo>
                    <a:pt x="11859" y="30813"/>
                    <a:pt x="12335" y="33957"/>
                    <a:pt x="13287" y="36624"/>
                  </a:cubicBezTo>
                  <a:cubicBezTo>
                    <a:pt x="14240" y="39243"/>
                    <a:pt x="15716" y="41291"/>
                    <a:pt x="17716" y="42672"/>
                  </a:cubicBezTo>
                  <a:cubicBezTo>
                    <a:pt x="19717" y="44053"/>
                    <a:pt x="22193" y="44767"/>
                    <a:pt x="25289" y="44767"/>
                  </a:cubicBezTo>
                  <a:cubicBezTo>
                    <a:pt x="28765" y="44767"/>
                    <a:pt x="31575" y="43863"/>
                    <a:pt x="33671" y="42005"/>
                  </a:cubicBezTo>
                  <a:cubicBezTo>
                    <a:pt x="35766" y="40148"/>
                    <a:pt x="36862" y="37481"/>
                    <a:pt x="37005" y="34004"/>
                  </a:cubicBezTo>
                  <a:lnTo>
                    <a:pt x="48292" y="34004"/>
                  </a:lnTo>
                  <a:cubicBezTo>
                    <a:pt x="48196" y="38338"/>
                    <a:pt x="47101" y="42005"/>
                    <a:pt x="45101" y="44958"/>
                  </a:cubicBezTo>
                  <a:cubicBezTo>
                    <a:pt x="43053" y="47911"/>
                    <a:pt x="40338" y="50149"/>
                    <a:pt x="36909" y="51625"/>
                  </a:cubicBezTo>
                  <a:cubicBezTo>
                    <a:pt x="33480" y="53102"/>
                    <a:pt x="29575" y="53864"/>
                    <a:pt x="25241" y="53864"/>
                  </a:cubicBezTo>
                  <a:close/>
                </a:path>
              </a:pathLst>
            </a:custGeom>
            <a:solidFill>
              <a:srgbClr val="FFFFFF"/>
            </a:solidFill>
            <a:ln w="4763" cap="flat">
              <a:noFill/>
              <a:prstDash val="solid"/>
              <a:miter/>
            </a:ln>
          </p:spPr>
          <p:txBody>
            <a:bodyPr rtlCol="0" anchor="ctr"/>
            <a:lstStyle/>
            <a:p>
              <a:endParaRPr lang="en-AU"/>
            </a:p>
          </p:txBody>
        </p:sp>
        <p:sp>
          <p:nvSpPr>
            <p:cNvPr id="12" name="Freeform: Shape 14">
              <a:extLst>
                <a:ext uri="{FF2B5EF4-FFF2-40B4-BE49-F238E27FC236}">
                  <a16:creationId xmlns:a16="http://schemas.microsoft.com/office/drawing/2014/main" id="{E3B6A993-509D-5370-04D4-002BDA8CB19B}"/>
                </a:ext>
              </a:extLst>
            </p:cNvPr>
            <p:cNvSpPr/>
            <p:nvPr/>
          </p:nvSpPr>
          <p:spPr>
            <a:xfrm>
              <a:off x="358330" y="668274"/>
              <a:ext cx="48672" cy="53911"/>
            </a:xfrm>
            <a:custGeom>
              <a:avLst/>
              <a:gdLst>
                <a:gd name="connsiteX0" fmla="*/ 25575 w 48672"/>
                <a:gd name="connsiteY0" fmla="*/ 53911 h 53911"/>
                <a:gd name="connsiteX1" fmla="*/ 11335 w 48672"/>
                <a:gd name="connsiteY1" fmla="*/ 50530 h 53911"/>
                <a:gd name="connsiteX2" fmla="*/ 2810 w 48672"/>
                <a:gd name="connsiteY2" fmla="*/ 41005 h 53911"/>
                <a:gd name="connsiteX3" fmla="*/ 0 w 48672"/>
                <a:gd name="connsiteY3" fmla="*/ 26813 h 53911"/>
                <a:gd name="connsiteX4" fmla="*/ 2762 w 48672"/>
                <a:gd name="connsiteY4" fmla="*/ 12668 h 53911"/>
                <a:gd name="connsiteX5" fmla="*/ 11001 w 48672"/>
                <a:gd name="connsiteY5" fmla="*/ 3334 h 53911"/>
                <a:gd name="connsiteX6" fmla="*/ 24717 w 48672"/>
                <a:gd name="connsiteY6" fmla="*/ 0 h 53911"/>
                <a:gd name="connsiteX7" fmla="*/ 42243 w 48672"/>
                <a:gd name="connsiteY7" fmla="*/ 6620 h 53911"/>
                <a:gd name="connsiteX8" fmla="*/ 48673 w 48672"/>
                <a:gd name="connsiteY8" fmla="*/ 25527 h 53911"/>
                <a:gd name="connsiteX9" fmla="*/ 48578 w 48672"/>
                <a:gd name="connsiteY9" fmla="*/ 27384 h 53911"/>
                <a:gd name="connsiteX10" fmla="*/ 48387 w 48672"/>
                <a:gd name="connsiteY10" fmla="*/ 28956 h 53911"/>
                <a:gd name="connsiteX11" fmla="*/ 11573 w 48672"/>
                <a:gd name="connsiteY11" fmla="*/ 28956 h 53911"/>
                <a:gd name="connsiteX12" fmla="*/ 13049 w 48672"/>
                <a:gd name="connsiteY12" fmla="*/ 37100 h 53911"/>
                <a:gd name="connsiteX13" fmla="*/ 17574 w 48672"/>
                <a:gd name="connsiteY13" fmla="*/ 43053 h 53911"/>
                <a:gd name="connsiteX14" fmla="*/ 25670 w 48672"/>
                <a:gd name="connsiteY14" fmla="*/ 45291 h 53911"/>
                <a:gd name="connsiteX15" fmla="*/ 34052 w 48672"/>
                <a:gd name="connsiteY15" fmla="*/ 42910 h 53911"/>
                <a:gd name="connsiteX16" fmla="*/ 37243 w 48672"/>
                <a:gd name="connsiteY16" fmla="*/ 35862 h 53911"/>
                <a:gd name="connsiteX17" fmla="*/ 48625 w 48672"/>
                <a:gd name="connsiteY17" fmla="*/ 35862 h 53911"/>
                <a:gd name="connsiteX18" fmla="*/ 45482 w 48672"/>
                <a:gd name="connsiteY18" fmla="*/ 45672 h 53911"/>
                <a:gd name="connsiteX19" fmla="*/ 37576 w 48672"/>
                <a:gd name="connsiteY19" fmla="*/ 51816 h 53911"/>
                <a:gd name="connsiteX20" fmla="*/ 25622 w 48672"/>
                <a:gd name="connsiteY20" fmla="*/ 53911 h 53911"/>
                <a:gd name="connsiteX21" fmla="*/ 11621 w 48672"/>
                <a:gd name="connsiteY21" fmla="*/ 21241 h 53911"/>
                <a:gd name="connsiteX22" fmla="*/ 37100 w 48672"/>
                <a:gd name="connsiteY22" fmla="*/ 21241 h 53911"/>
                <a:gd name="connsiteX23" fmla="*/ 33576 w 48672"/>
                <a:gd name="connsiteY23" fmla="*/ 11668 h 53911"/>
                <a:gd name="connsiteX24" fmla="*/ 24622 w 48672"/>
                <a:gd name="connsiteY24" fmla="*/ 8382 h 53911"/>
                <a:gd name="connsiteX25" fmla="*/ 15478 w 48672"/>
                <a:gd name="connsiteY25" fmla="*/ 11716 h 53911"/>
                <a:gd name="connsiteX26" fmla="*/ 11621 w 48672"/>
                <a:gd name="connsiteY26" fmla="*/ 21288 h 53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8672" h="53911">
                  <a:moveTo>
                    <a:pt x="25575" y="53911"/>
                  </a:moveTo>
                  <a:cubicBezTo>
                    <a:pt x="19860" y="53911"/>
                    <a:pt x="15145" y="52768"/>
                    <a:pt x="11335" y="50530"/>
                  </a:cubicBezTo>
                  <a:cubicBezTo>
                    <a:pt x="7525" y="48244"/>
                    <a:pt x="4715" y="45101"/>
                    <a:pt x="2810" y="41005"/>
                  </a:cubicBezTo>
                  <a:cubicBezTo>
                    <a:pt x="905" y="36909"/>
                    <a:pt x="0" y="32194"/>
                    <a:pt x="0" y="26813"/>
                  </a:cubicBezTo>
                  <a:cubicBezTo>
                    <a:pt x="0" y="21431"/>
                    <a:pt x="905" y="16669"/>
                    <a:pt x="2762" y="12668"/>
                  </a:cubicBezTo>
                  <a:cubicBezTo>
                    <a:pt x="4620" y="8668"/>
                    <a:pt x="7334" y="5524"/>
                    <a:pt x="11001" y="3334"/>
                  </a:cubicBezTo>
                  <a:cubicBezTo>
                    <a:pt x="14669" y="1095"/>
                    <a:pt x="19241" y="0"/>
                    <a:pt x="24717" y="0"/>
                  </a:cubicBezTo>
                  <a:cubicBezTo>
                    <a:pt x="32147" y="0"/>
                    <a:pt x="37957" y="2191"/>
                    <a:pt x="42243" y="6620"/>
                  </a:cubicBezTo>
                  <a:cubicBezTo>
                    <a:pt x="46530" y="11049"/>
                    <a:pt x="48673" y="17335"/>
                    <a:pt x="48673" y="25527"/>
                  </a:cubicBezTo>
                  <a:cubicBezTo>
                    <a:pt x="48673" y="26003"/>
                    <a:pt x="48673" y="26622"/>
                    <a:pt x="48578" y="27384"/>
                  </a:cubicBezTo>
                  <a:cubicBezTo>
                    <a:pt x="48530" y="28099"/>
                    <a:pt x="48482" y="28623"/>
                    <a:pt x="48387" y="28956"/>
                  </a:cubicBezTo>
                  <a:lnTo>
                    <a:pt x="11573" y="28956"/>
                  </a:lnTo>
                  <a:cubicBezTo>
                    <a:pt x="11573" y="31909"/>
                    <a:pt x="12097" y="34623"/>
                    <a:pt x="13049" y="37100"/>
                  </a:cubicBezTo>
                  <a:cubicBezTo>
                    <a:pt x="14002" y="39576"/>
                    <a:pt x="15478" y="41577"/>
                    <a:pt x="17574" y="43053"/>
                  </a:cubicBezTo>
                  <a:cubicBezTo>
                    <a:pt x="19622" y="44529"/>
                    <a:pt x="22336" y="45291"/>
                    <a:pt x="25670" y="45291"/>
                  </a:cubicBezTo>
                  <a:cubicBezTo>
                    <a:pt x="29242" y="45291"/>
                    <a:pt x="32052" y="44482"/>
                    <a:pt x="34052" y="42910"/>
                  </a:cubicBezTo>
                  <a:cubicBezTo>
                    <a:pt x="36100" y="41338"/>
                    <a:pt x="37148" y="39005"/>
                    <a:pt x="37243" y="35862"/>
                  </a:cubicBezTo>
                  <a:lnTo>
                    <a:pt x="48625" y="35862"/>
                  </a:lnTo>
                  <a:cubicBezTo>
                    <a:pt x="48435" y="39719"/>
                    <a:pt x="47387" y="43005"/>
                    <a:pt x="45482" y="45672"/>
                  </a:cubicBezTo>
                  <a:cubicBezTo>
                    <a:pt x="43577" y="48387"/>
                    <a:pt x="40957" y="50387"/>
                    <a:pt x="37576" y="51816"/>
                  </a:cubicBezTo>
                  <a:cubicBezTo>
                    <a:pt x="34195" y="53245"/>
                    <a:pt x="30242" y="53911"/>
                    <a:pt x="25622" y="53911"/>
                  </a:cubicBezTo>
                  <a:close/>
                  <a:moveTo>
                    <a:pt x="11621" y="21241"/>
                  </a:moveTo>
                  <a:lnTo>
                    <a:pt x="37100" y="21241"/>
                  </a:lnTo>
                  <a:cubicBezTo>
                    <a:pt x="37005" y="17050"/>
                    <a:pt x="35814" y="13859"/>
                    <a:pt x="33576" y="11668"/>
                  </a:cubicBezTo>
                  <a:cubicBezTo>
                    <a:pt x="31337" y="9477"/>
                    <a:pt x="28384" y="8382"/>
                    <a:pt x="24622" y="8382"/>
                  </a:cubicBezTo>
                  <a:cubicBezTo>
                    <a:pt x="20860" y="8382"/>
                    <a:pt x="17717" y="9477"/>
                    <a:pt x="15478" y="11716"/>
                  </a:cubicBezTo>
                  <a:cubicBezTo>
                    <a:pt x="13192" y="13906"/>
                    <a:pt x="11906" y="17097"/>
                    <a:pt x="11621" y="21288"/>
                  </a:cubicBezTo>
                  <a:close/>
                </a:path>
              </a:pathLst>
            </a:custGeom>
            <a:solidFill>
              <a:srgbClr val="FFFFFF"/>
            </a:solidFill>
            <a:ln w="4763" cap="flat">
              <a:noFill/>
              <a:prstDash val="solid"/>
              <a:miter/>
            </a:ln>
          </p:spPr>
          <p:txBody>
            <a:bodyPr rtlCol="0" anchor="ctr"/>
            <a:lstStyle/>
            <a:p>
              <a:endParaRPr lang="en-AU"/>
            </a:p>
          </p:txBody>
        </p:sp>
        <p:sp>
          <p:nvSpPr>
            <p:cNvPr id="13" name="Freeform: Shape 15">
              <a:extLst>
                <a:ext uri="{FF2B5EF4-FFF2-40B4-BE49-F238E27FC236}">
                  <a16:creationId xmlns:a16="http://schemas.microsoft.com/office/drawing/2014/main" id="{DA2B28DA-8C17-EFB9-218F-8833B01B7EC2}"/>
                </a:ext>
              </a:extLst>
            </p:cNvPr>
            <p:cNvSpPr/>
            <p:nvPr/>
          </p:nvSpPr>
          <p:spPr>
            <a:xfrm>
              <a:off x="420385" y="668369"/>
              <a:ext cx="46196" cy="52863"/>
            </a:xfrm>
            <a:custGeom>
              <a:avLst/>
              <a:gdLst>
                <a:gd name="connsiteX0" fmla="*/ 0 w 46196"/>
                <a:gd name="connsiteY0" fmla="*/ 52864 h 52863"/>
                <a:gd name="connsiteX1" fmla="*/ 0 w 46196"/>
                <a:gd name="connsiteY1" fmla="*/ 762 h 52863"/>
                <a:gd name="connsiteX2" fmla="*/ 11097 w 46196"/>
                <a:gd name="connsiteY2" fmla="*/ 762 h 52863"/>
                <a:gd name="connsiteX3" fmla="*/ 11382 w 46196"/>
                <a:gd name="connsiteY3" fmla="*/ 8668 h 52863"/>
                <a:gd name="connsiteX4" fmla="*/ 18336 w 46196"/>
                <a:gd name="connsiteY4" fmla="*/ 2715 h 52863"/>
                <a:gd name="connsiteX5" fmla="*/ 29623 w 46196"/>
                <a:gd name="connsiteY5" fmla="*/ 0 h 52863"/>
                <a:gd name="connsiteX6" fmla="*/ 42053 w 46196"/>
                <a:gd name="connsiteY6" fmla="*/ 4953 h 52863"/>
                <a:gd name="connsiteX7" fmla="*/ 46196 w 46196"/>
                <a:gd name="connsiteY7" fmla="*/ 19098 h 52863"/>
                <a:gd name="connsiteX8" fmla="*/ 46196 w 46196"/>
                <a:gd name="connsiteY8" fmla="*/ 52864 h 52863"/>
                <a:gd name="connsiteX9" fmla="*/ 34671 w 46196"/>
                <a:gd name="connsiteY9" fmla="*/ 52864 h 52863"/>
                <a:gd name="connsiteX10" fmla="*/ 34671 w 46196"/>
                <a:gd name="connsiteY10" fmla="*/ 20622 h 52863"/>
                <a:gd name="connsiteX11" fmla="*/ 33861 w 46196"/>
                <a:gd name="connsiteY11" fmla="*/ 14764 h 52863"/>
                <a:gd name="connsiteX12" fmla="*/ 31147 w 46196"/>
                <a:gd name="connsiteY12" fmla="*/ 10811 h 52863"/>
                <a:gd name="connsiteX13" fmla="*/ 25956 w 46196"/>
                <a:gd name="connsiteY13" fmla="*/ 9382 h 52863"/>
                <a:gd name="connsiteX14" fmla="*/ 17431 w 46196"/>
                <a:gd name="connsiteY14" fmla="*/ 11716 h 52863"/>
                <a:gd name="connsiteX15" fmla="*/ 11621 w 46196"/>
                <a:gd name="connsiteY15" fmla="*/ 17002 h 52863"/>
                <a:gd name="connsiteX16" fmla="*/ 11621 w 46196"/>
                <a:gd name="connsiteY16" fmla="*/ 52864 h 52863"/>
                <a:gd name="connsiteX17" fmla="*/ 48 w 46196"/>
                <a:gd name="connsiteY17" fmla="*/ 52864 h 52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6196" h="52863">
                  <a:moveTo>
                    <a:pt x="0" y="52864"/>
                  </a:moveTo>
                  <a:lnTo>
                    <a:pt x="0" y="762"/>
                  </a:lnTo>
                  <a:lnTo>
                    <a:pt x="11097" y="762"/>
                  </a:lnTo>
                  <a:lnTo>
                    <a:pt x="11382" y="8668"/>
                  </a:lnTo>
                  <a:cubicBezTo>
                    <a:pt x="13097" y="6477"/>
                    <a:pt x="15431" y="4524"/>
                    <a:pt x="18336" y="2715"/>
                  </a:cubicBezTo>
                  <a:cubicBezTo>
                    <a:pt x="21241" y="905"/>
                    <a:pt x="25003" y="0"/>
                    <a:pt x="29623" y="0"/>
                  </a:cubicBezTo>
                  <a:cubicBezTo>
                    <a:pt x="35147" y="0"/>
                    <a:pt x="39291" y="1667"/>
                    <a:pt x="42053" y="4953"/>
                  </a:cubicBezTo>
                  <a:cubicBezTo>
                    <a:pt x="44815" y="8239"/>
                    <a:pt x="46196" y="12954"/>
                    <a:pt x="46196" y="19098"/>
                  </a:cubicBezTo>
                  <a:lnTo>
                    <a:pt x="46196" y="52864"/>
                  </a:lnTo>
                  <a:lnTo>
                    <a:pt x="34671" y="52864"/>
                  </a:lnTo>
                  <a:lnTo>
                    <a:pt x="34671" y="20622"/>
                  </a:lnTo>
                  <a:cubicBezTo>
                    <a:pt x="34671" y="18431"/>
                    <a:pt x="34385" y="16478"/>
                    <a:pt x="33861" y="14764"/>
                  </a:cubicBezTo>
                  <a:cubicBezTo>
                    <a:pt x="33338" y="13049"/>
                    <a:pt x="32433" y="11763"/>
                    <a:pt x="31147" y="10811"/>
                  </a:cubicBezTo>
                  <a:cubicBezTo>
                    <a:pt x="29861" y="9858"/>
                    <a:pt x="28146" y="9382"/>
                    <a:pt x="25956" y="9382"/>
                  </a:cubicBezTo>
                  <a:cubicBezTo>
                    <a:pt x="22622" y="9382"/>
                    <a:pt x="19764" y="10144"/>
                    <a:pt x="17431" y="11716"/>
                  </a:cubicBezTo>
                  <a:cubicBezTo>
                    <a:pt x="15097" y="13287"/>
                    <a:pt x="13145" y="15002"/>
                    <a:pt x="11621" y="17002"/>
                  </a:cubicBezTo>
                  <a:lnTo>
                    <a:pt x="11621" y="52864"/>
                  </a:lnTo>
                  <a:lnTo>
                    <a:pt x="48" y="52864"/>
                  </a:lnTo>
                  <a:close/>
                </a:path>
              </a:pathLst>
            </a:custGeom>
            <a:solidFill>
              <a:srgbClr val="FFFFFF"/>
            </a:solidFill>
            <a:ln w="4763" cap="flat">
              <a:noFill/>
              <a:prstDash val="solid"/>
              <a:miter/>
            </a:ln>
          </p:spPr>
          <p:txBody>
            <a:bodyPr rtlCol="0" anchor="ctr"/>
            <a:lstStyle/>
            <a:p>
              <a:endParaRPr lang="en-AU"/>
            </a:p>
          </p:txBody>
        </p:sp>
        <p:sp>
          <p:nvSpPr>
            <p:cNvPr id="14" name="Freeform: Shape 16">
              <a:extLst>
                <a:ext uri="{FF2B5EF4-FFF2-40B4-BE49-F238E27FC236}">
                  <a16:creationId xmlns:a16="http://schemas.microsoft.com/office/drawing/2014/main" id="{E65DD636-F063-CC35-F4F5-64A8C1DF9816}"/>
                </a:ext>
              </a:extLst>
            </p:cNvPr>
            <p:cNvSpPr/>
            <p:nvPr/>
          </p:nvSpPr>
          <p:spPr>
            <a:xfrm>
              <a:off x="479440" y="649271"/>
              <a:ext cx="49434" cy="72866"/>
            </a:xfrm>
            <a:custGeom>
              <a:avLst/>
              <a:gdLst>
                <a:gd name="connsiteX0" fmla="*/ 20669 w 49434"/>
                <a:gd name="connsiteY0" fmla="*/ 72866 h 72866"/>
                <a:gd name="connsiteX1" fmla="*/ 9906 w 49434"/>
                <a:gd name="connsiteY1" fmla="*/ 69866 h 72866"/>
                <a:gd name="connsiteX2" fmla="*/ 2619 w 49434"/>
                <a:gd name="connsiteY2" fmla="*/ 60817 h 72866"/>
                <a:gd name="connsiteX3" fmla="*/ 0 w 49434"/>
                <a:gd name="connsiteY3" fmla="*/ 45672 h 72866"/>
                <a:gd name="connsiteX4" fmla="*/ 2810 w 49434"/>
                <a:gd name="connsiteY4" fmla="*/ 30766 h 72866"/>
                <a:gd name="connsiteX5" fmla="*/ 10573 w 49434"/>
                <a:gd name="connsiteY5" fmla="*/ 21907 h 72866"/>
                <a:gd name="connsiteX6" fmla="*/ 22003 w 49434"/>
                <a:gd name="connsiteY6" fmla="*/ 18955 h 72866"/>
                <a:gd name="connsiteX7" fmla="*/ 31480 w 49434"/>
                <a:gd name="connsiteY7" fmla="*/ 21288 h 72866"/>
                <a:gd name="connsiteX8" fmla="*/ 37909 w 49434"/>
                <a:gd name="connsiteY8" fmla="*/ 27527 h 72866"/>
                <a:gd name="connsiteX9" fmla="*/ 37909 w 49434"/>
                <a:gd name="connsiteY9" fmla="*/ 0 h 72866"/>
                <a:gd name="connsiteX10" fmla="*/ 49435 w 49434"/>
                <a:gd name="connsiteY10" fmla="*/ 0 h 72866"/>
                <a:gd name="connsiteX11" fmla="*/ 49435 w 49434"/>
                <a:gd name="connsiteY11" fmla="*/ 71961 h 72866"/>
                <a:gd name="connsiteX12" fmla="*/ 38481 w 49434"/>
                <a:gd name="connsiteY12" fmla="*/ 71961 h 72866"/>
                <a:gd name="connsiteX13" fmla="*/ 37909 w 49434"/>
                <a:gd name="connsiteY13" fmla="*/ 64484 h 72866"/>
                <a:gd name="connsiteX14" fmla="*/ 30909 w 49434"/>
                <a:gd name="connsiteY14" fmla="*/ 70580 h 72866"/>
                <a:gd name="connsiteX15" fmla="*/ 20765 w 49434"/>
                <a:gd name="connsiteY15" fmla="*/ 72866 h 72866"/>
                <a:gd name="connsiteX16" fmla="*/ 23670 w 49434"/>
                <a:gd name="connsiteY16" fmla="*/ 63865 h 72866"/>
                <a:gd name="connsiteX17" fmla="*/ 32337 w 49434"/>
                <a:gd name="connsiteY17" fmla="*/ 61293 h 72866"/>
                <a:gd name="connsiteX18" fmla="*/ 37862 w 49434"/>
                <a:gd name="connsiteY18" fmla="*/ 55102 h 72866"/>
                <a:gd name="connsiteX19" fmla="*/ 37862 w 49434"/>
                <a:gd name="connsiteY19" fmla="*/ 37433 h 72866"/>
                <a:gd name="connsiteX20" fmla="*/ 32718 w 49434"/>
                <a:gd name="connsiteY20" fmla="*/ 30766 h 72866"/>
                <a:gd name="connsiteX21" fmla="*/ 24575 w 49434"/>
                <a:gd name="connsiteY21" fmla="*/ 28004 h 72866"/>
                <a:gd name="connsiteX22" fmla="*/ 15097 w 49434"/>
                <a:gd name="connsiteY22" fmla="*/ 32575 h 72866"/>
                <a:gd name="connsiteX23" fmla="*/ 11859 w 49434"/>
                <a:gd name="connsiteY23" fmla="*/ 45625 h 72866"/>
                <a:gd name="connsiteX24" fmla="*/ 14954 w 49434"/>
                <a:gd name="connsiteY24" fmla="*/ 59293 h 72866"/>
                <a:gd name="connsiteX25" fmla="*/ 23765 w 49434"/>
                <a:gd name="connsiteY25" fmla="*/ 63865 h 72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9434" h="72866">
                  <a:moveTo>
                    <a:pt x="20669" y="72866"/>
                  </a:moveTo>
                  <a:cubicBezTo>
                    <a:pt x="16621" y="72866"/>
                    <a:pt x="13002" y="71866"/>
                    <a:pt x="9906" y="69866"/>
                  </a:cubicBezTo>
                  <a:cubicBezTo>
                    <a:pt x="6763" y="67866"/>
                    <a:pt x="4334" y="64865"/>
                    <a:pt x="2619" y="60817"/>
                  </a:cubicBezTo>
                  <a:cubicBezTo>
                    <a:pt x="857" y="56769"/>
                    <a:pt x="0" y="51721"/>
                    <a:pt x="0" y="45672"/>
                  </a:cubicBezTo>
                  <a:cubicBezTo>
                    <a:pt x="0" y="39624"/>
                    <a:pt x="953" y="34719"/>
                    <a:pt x="2810" y="30766"/>
                  </a:cubicBezTo>
                  <a:cubicBezTo>
                    <a:pt x="4667" y="26813"/>
                    <a:pt x="7287" y="23860"/>
                    <a:pt x="10573" y="21907"/>
                  </a:cubicBezTo>
                  <a:cubicBezTo>
                    <a:pt x="13859" y="19907"/>
                    <a:pt x="17669" y="18955"/>
                    <a:pt x="22003" y="18955"/>
                  </a:cubicBezTo>
                  <a:cubicBezTo>
                    <a:pt x="25622" y="18955"/>
                    <a:pt x="28766" y="19764"/>
                    <a:pt x="31480" y="21288"/>
                  </a:cubicBezTo>
                  <a:cubicBezTo>
                    <a:pt x="34147" y="22860"/>
                    <a:pt x="36290" y="24956"/>
                    <a:pt x="37909" y="27527"/>
                  </a:cubicBezTo>
                  <a:lnTo>
                    <a:pt x="37909" y="0"/>
                  </a:lnTo>
                  <a:lnTo>
                    <a:pt x="49435" y="0"/>
                  </a:lnTo>
                  <a:lnTo>
                    <a:pt x="49435" y="71961"/>
                  </a:lnTo>
                  <a:lnTo>
                    <a:pt x="38481" y="71961"/>
                  </a:lnTo>
                  <a:lnTo>
                    <a:pt x="37909" y="64484"/>
                  </a:lnTo>
                  <a:cubicBezTo>
                    <a:pt x="36052" y="67008"/>
                    <a:pt x="33719" y="69056"/>
                    <a:pt x="30909" y="70580"/>
                  </a:cubicBezTo>
                  <a:cubicBezTo>
                    <a:pt x="28099" y="72104"/>
                    <a:pt x="24717" y="72866"/>
                    <a:pt x="20765" y="72866"/>
                  </a:cubicBezTo>
                  <a:close/>
                  <a:moveTo>
                    <a:pt x="23670" y="63865"/>
                  </a:moveTo>
                  <a:cubicBezTo>
                    <a:pt x="27099" y="63865"/>
                    <a:pt x="29956" y="63008"/>
                    <a:pt x="32337" y="61293"/>
                  </a:cubicBezTo>
                  <a:cubicBezTo>
                    <a:pt x="34671" y="59579"/>
                    <a:pt x="36528" y="57531"/>
                    <a:pt x="37862" y="55102"/>
                  </a:cubicBezTo>
                  <a:lnTo>
                    <a:pt x="37862" y="37433"/>
                  </a:lnTo>
                  <a:cubicBezTo>
                    <a:pt x="36624" y="34814"/>
                    <a:pt x="34909" y="32623"/>
                    <a:pt x="32718" y="30766"/>
                  </a:cubicBezTo>
                  <a:cubicBezTo>
                    <a:pt x="30528" y="28908"/>
                    <a:pt x="27813" y="28004"/>
                    <a:pt x="24575" y="28004"/>
                  </a:cubicBezTo>
                  <a:cubicBezTo>
                    <a:pt x="20431" y="28004"/>
                    <a:pt x="17288" y="29527"/>
                    <a:pt x="15097" y="32575"/>
                  </a:cubicBezTo>
                  <a:cubicBezTo>
                    <a:pt x="12906" y="35623"/>
                    <a:pt x="11859" y="39957"/>
                    <a:pt x="11859" y="45625"/>
                  </a:cubicBezTo>
                  <a:cubicBezTo>
                    <a:pt x="11859" y="51673"/>
                    <a:pt x="12906" y="56245"/>
                    <a:pt x="14954" y="59293"/>
                  </a:cubicBezTo>
                  <a:cubicBezTo>
                    <a:pt x="17002" y="62341"/>
                    <a:pt x="19955" y="63865"/>
                    <a:pt x="23765" y="63865"/>
                  </a:cubicBezTo>
                  <a:close/>
                </a:path>
              </a:pathLst>
            </a:custGeom>
            <a:solidFill>
              <a:srgbClr val="FFFFFF"/>
            </a:solidFill>
            <a:ln w="4763" cap="flat">
              <a:noFill/>
              <a:prstDash val="solid"/>
              <a:miter/>
            </a:ln>
          </p:spPr>
          <p:txBody>
            <a:bodyPr rtlCol="0" anchor="ctr"/>
            <a:lstStyle/>
            <a:p>
              <a:endParaRPr lang="en-AU"/>
            </a:p>
          </p:txBody>
        </p:sp>
        <p:sp>
          <p:nvSpPr>
            <p:cNvPr id="15" name="Freeform: Shape 17">
              <a:extLst>
                <a:ext uri="{FF2B5EF4-FFF2-40B4-BE49-F238E27FC236}">
                  <a16:creationId xmlns:a16="http://schemas.microsoft.com/office/drawing/2014/main" id="{DABEF873-98A9-B682-DF30-73043E7CBC9E}"/>
                </a:ext>
              </a:extLst>
            </p:cNvPr>
            <p:cNvSpPr/>
            <p:nvPr/>
          </p:nvSpPr>
          <p:spPr>
            <a:xfrm>
              <a:off x="543972" y="648700"/>
              <a:ext cx="13620" cy="72532"/>
            </a:xfrm>
            <a:custGeom>
              <a:avLst/>
              <a:gdLst>
                <a:gd name="connsiteX0" fmla="*/ 6810 w 13620"/>
                <a:gd name="connsiteY0" fmla="*/ 12097 h 72532"/>
                <a:gd name="connsiteX1" fmla="*/ 1762 w 13620"/>
                <a:gd name="connsiteY1" fmla="*/ 10382 h 72532"/>
                <a:gd name="connsiteX2" fmla="*/ 0 w 13620"/>
                <a:gd name="connsiteY2" fmla="*/ 6096 h 72532"/>
                <a:gd name="connsiteX3" fmla="*/ 1762 w 13620"/>
                <a:gd name="connsiteY3" fmla="*/ 1715 h 72532"/>
                <a:gd name="connsiteX4" fmla="*/ 6810 w 13620"/>
                <a:gd name="connsiteY4" fmla="*/ 0 h 72532"/>
                <a:gd name="connsiteX5" fmla="*/ 11811 w 13620"/>
                <a:gd name="connsiteY5" fmla="*/ 1715 h 72532"/>
                <a:gd name="connsiteX6" fmla="*/ 13621 w 13620"/>
                <a:gd name="connsiteY6" fmla="*/ 6048 h 72532"/>
                <a:gd name="connsiteX7" fmla="*/ 11811 w 13620"/>
                <a:gd name="connsiteY7" fmla="*/ 10382 h 72532"/>
                <a:gd name="connsiteX8" fmla="*/ 6810 w 13620"/>
                <a:gd name="connsiteY8" fmla="*/ 12097 h 72532"/>
                <a:gd name="connsiteX9" fmla="*/ 1000 w 13620"/>
                <a:gd name="connsiteY9" fmla="*/ 72533 h 72532"/>
                <a:gd name="connsiteX10" fmla="*/ 1000 w 13620"/>
                <a:gd name="connsiteY10" fmla="*/ 20431 h 72532"/>
                <a:gd name="connsiteX11" fmla="*/ 12573 w 13620"/>
                <a:gd name="connsiteY11" fmla="*/ 20431 h 72532"/>
                <a:gd name="connsiteX12" fmla="*/ 12573 w 13620"/>
                <a:gd name="connsiteY12" fmla="*/ 72533 h 72532"/>
                <a:gd name="connsiteX13" fmla="*/ 1000 w 13620"/>
                <a:gd name="connsiteY13" fmla="*/ 72533 h 72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620" h="72532">
                  <a:moveTo>
                    <a:pt x="6810" y="12097"/>
                  </a:moveTo>
                  <a:cubicBezTo>
                    <a:pt x="4620" y="12097"/>
                    <a:pt x="2953" y="11525"/>
                    <a:pt x="1762" y="10382"/>
                  </a:cubicBezTo>
                  <a:cubicBezTo>
                    <a:pt x="571" y="9239"/>
                    <a:pt x="0" y="7810"/>
                    <a:pt x="0" y="6096"/>
                  </a:cubicBezTo>
                  <a:cubicBezTo>
                    <a:pt x="0" y="4381"/>
                    <a:pt x="571" y="2857"/>
                    <a:pt x="1762" y="1715"/>
                  </a:cubicBezTo>
                  <a:cubicBezTo>
                    <a:pt x="2953" y="571"/>
                    <a:pt x="4620" y="0"/>
                    <a:pt x="6810" y="0"/>
                  </a:cubicBezTo>
                  <a:cubicBezTo>
                    <a:pt x="9001" y="0"/>
                    <a:pt x="10620" y="571"/>
                    <a:pt x="11811" y="1715"/>
                  </a:cubicBezTo>
                  <a:cubicBezTo>
                    <a:pt x="13002" y="2857"/>
                    <a:pt x="13621" y="4286"/>
                    <a:pt x="13621" y="6048"/>
                  </a:cubicBezTo>
                  <a:cubicBezTo>
                    <a:pt x="13621" y="7810"/>
                    <a:pt x="13002" y="9239"/>
                    <a:pt x="11811" y="10382"/>
                  </a:cubicBezTo>
                  <a:cubicBezTo>
                    <a:pt x="10620" y="11525"/>
                    <a:pt x="8953" y="12097"/>
                    <a:pt x="6810" y="12097"/>
                  </a:cubicBezTo>
                  <a:close/>
                  <a:moveTo>
                    <a:pt x="1000" y="72533"/>
                  </a:moveTo>
                  <a:lnTo>
                    <a:pt x="1000" y="20431"/>
                  </a:lnTo>
                  <a:lnTo>
                    <a:pt x="12573" y="20431"/>
                  </a:lnTo>
                  <a:lnTo>
                    <a:pt x="12573" y="72533"/>
                  </a:lnTo>
                  <a:lnTo>
                    <a:pt x="1000" y="72533"/>
                  </a:lnTo>
                  <a:close/>
                </a:path>
              </a:pathLst>
            </a:custGeom>
            <a:solidFill>
              <a:srgbClr val="FFFFFF"/>
            </a:solidFill>
            <a:ln w="4763" cap="flat">
              <a:noFill/>
              <a:prstDash val="solid"/>
              <a:miter/>
            </a:ln>
          </p:spPr>
          <p:txBody>
            <a:bodyPr rtlCol="0" anchor="ctr"/>
            <a:lstStyle/>
            <a:p>
              <a:endParaRPr lang="en-AU"/>
            </a:p>
          </p:txBody>
        </p:sp>
        <p:sp>
          <p:nvSpPr>
            <p:cNvPr id="16" name="Freeform: Shape 18">
              <a:extLst>
                <a:ext uri="{FF2B5EF4-FFF2-40B4-BE49-F238E27FC236}">
                  <a16:creationId xmlns:a16="http://schemas.microsoft.com/office/drawing/2014/main" id="{213A74DA-4E2B-714B-3411-051F419CBE1E}"/>
                </a:ext>
              </a:extLst>
            </p:cNvPr>
            <p:cNvSpPr/>
            <p:nvPr/>
          </p:nvSpPr>
          <p:spPr>
            <a:xfrm>
              <a:off x="569928" y="668131"/>
              <a:ext cx="51006" cy="53959"/>
            </a:xfrm>
            <a:custGeom>
              <a:avLst/>
              <a:gdLst>
                <a:gd name="connsiteX0" fmla="*/ 25289 w 51006"/>
                <a:gd name="connsiteY0" fmla="*/ 53959 h 53959"/>
                <a:gd name="connsiteX1" fmla="*/ 11859 w 51006"/>
                <a:gd name="connsiteY1" fmla="*/ 50768 h 53959"/>
                <a:gd name="connsiteX2" fmla="*/ 3096 w 51006"/>
                <a:gd name="connsiteY2" fmla="*/ 41577 h 53959"/>
                <a:gd name="connsiteX3" fmla="*/ 0 w 51006"/>
                <a:gd name="connsiteY3" fmla="*/ 27146 h 53959"/>
                <a:gd name="connsiteX4" fmla="*/ 3096 w 51006"/>
                <a:gd name="connsiteY4" fmla="*/ 12478 h 53959"/>
                <a:gd name="connsiteX5" fmla="*/ 11859 w 51006"/>
                <a:gd name="connsiteY5" fmla="*/ 3191 h 53959"/>
                <a:gd name="connsiteX6" fmla="*/ 25289 w 51006"/>
                <a:gd name="connsiteY6" fmla="*/ 0 h 53959"/>
                <a:gd name="connsiteX7" fmla="*/ 39005 w 51006"/>
                <a:gd name="connsiteY7" fmla="*/ 3191 h 53959"/>
                <a:gd name="connsiteX8" fmla="*/ 47863 w 51006"/>
                <a:gd name="connsiteY8" fmla="*/ 12478 h 53959"/>
                <a:gd name="connsiteX9" fmla="*/ 51006 w 51006"/>
                <a:gd name="connsiteY9" fmla="*/ 27146 h 53959"/>
                <a:gd name="connsiteX10" fmla="*/ 47863 w 51006"/>
                <a:gd name="connsiteY10" fmla="*/ 41577 h 53959"/>
                <a:gd name="connsiteX11" fmla="*/ 39005 w 51006"/>
                <a:gd name="connsiteY11" fmla="*/ 50768 h 53959"/>
                <a:gd name="connsiteX12" fmla="*/ 25289 w 51006"/>
                <a:gd name="connsiteY12" fmla="*/ 53959 h 53959"/>
                <a:gd name="connsiteX13" fmla="*/ 25289 w 51006"/>
                <a:gd name="connsiteY13" fmla="*/ 45006 h 53959"/>
                <a:gd name="connsiteX14" fmla="*/ 33576 w 51006"/>
                <a:gd name="connsiteY14" fmla="*/ 42672 h 53959"/>
                <a:gd name="connsiteX15" fmla="*/ 37909 w 51006"/>
                <a:gd name="connsiteY15" fmla="*/ 36290 h 53959"/>
                <a:gd name="connsiteX16" fmla="*/ 39195 w 51006"/>
                <a:gd name="connsiteY16" fmla="*/ 27242 h 53959"/>
                <a:gd name="connsiteX17" fmla="*/ 37909 w 51006"/>
                <a:gd name="connsiteY17" fmla="*/ 18002 h 53959"/>
                <a:gd name="connsiteX18" fmla="*/ 33576 w 51006"/>
                <a:gd name="connsiteY18" fmla="*/ 11525 h 53959"/>
                <a:gd name="connsiteX19" fmla="*/ 25289 w 51006"/>
                <a:gd name="connsiteY19" fmla="*/ 9144 h 53959"/>
                <a:gd name="connsiteX20" fmla="*/ 17335 w 51006"/>
                <a:gd name="connsiteY20" fmla="*/ 11525 h 53959"/>
                <a:gd name="connsiteX21" fmla="*/ 13097 w 51006"/>
                <a:gd name="connsiteY21" fmla="*/ 18002 h 53959"/>
                <a:gd name="connsiteX22" fmla="*/ 11811 w 51006"/>
                <a:gd name="connsiteY22" fmla="*/ 27242 h 53959"/>
                <a:gd name="connsiteX23" fmla="*/ 13097 w 51006"/>
                <a:gd name="connsiteY23" fmla="*/ 36290 h 53959"/>
                <a:gd name="connsiteX24" fmla="*/ 17335 w 51006"/>
                <a:gd name="connsiteY24" fmla="*/ 42672 h 53959"/>
                <a:gd name="connsiteX25" fmla="*/ 25289 w 51006"/>
                <a:gd name="connsiteY25" fmla="*/ 45006 h 53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006" h="53959">
                  <a:moveTo>
                    <a:pt x="25289" y="53959"/>
                  </a:moveTo>
                  <a:cubicBezTo>
                    <a:pt x="20145" y="53959"/>
                    <a:pt x="15621" y="52911"/>
                    <a:pt x="11859" y="50768"/>
                  </a:cubicBezTo>
                  <a:cubicBezTo>
                    <a:pt x="8049" y="48673"/>
                    <a:pt x="5144" y="45577"/>
                    <a:pt x="3096" y="41577"/>
                  </a:cubicBezTo>
                  <a:cubicBezTo>
                    <a:pt x="1048" y="37576"/>
                    <a:pt x="0" y="32766"/>
                    <a:pt x="0" y="27146"/>
                  </a:cubicBezTo>
                  <a:cubicBezTo>
                    <a:pt x="0" y="21527"/>
                    <a:pt x="1048" y="16574"/>
                    <a:pt x="3096" y="12478"/>
                  </a:cubicBezTo>
                  <a:cubicBezTo>
                    <a:pt x="5144" y="8382"/>
                    <a:pt x="8049" y="5334"/>
                    <a:pt x="11859" y="3191"/>
                  </a:cubicBezTo>
                  <a:cubicBezTo>
                    <a:pt x="15669" y="1048"/>
                    <a:pt x="20145" y="0"/>
                    <a:pt x="25289" y="0"/>
                  </a:cubicBezTo>
                  <a:cubicBezTo>
                    <a:pt x="30432" y="0"/>
                    <a:pt x="35147" y="1048"/>
                    <a:pt x="39005" y="3191"/>
                  </a:cubicBezTo>
                  <a:cubicBezTo>
                    <a:pt x="42863" y="5334"/>
                    <a:pt x="45815" y="8430"/>
                    <a:pt x="47863" y="12478"/>
                  </a:cubicBezTo>
                  <a:cubicBezTo>
                    <a:pt x="49959" y="16526"/>
                    <a:pt x="51006" y="21431"/>
                    <a:pt x="51006" y="27146"/>
                  </a:cubicBezTo>
                  <a:cubicBezTo>
                    <a:pt x="51006" y="32861"/>
                    <a:pt x="49959" y="37529"/>
                    <a:pt x="47863" y="41577"/>
                  </a:cubicBezTo>
                  <a:cubicBezTo>
                    <a:pt x="45768" y="45577"/>
                    <a:pt x="42815" y="48673"/>
                    <a:pt x="39005" y="50768"/>
                  </a:cubicBezTo>
                  <a:cubicBezTo>
                    <a:pt x="35195" y="52911"/>
                    <a:pt x="30623" y="53959"/>
                    <a:pt x="25289" y="53959"/>
                  </a:cubicBezTo>
                  <a:close/>
                  <a:moveTo>
                    <a:pt x="25289" y="45006"/>
                  </a:moveTo>
                  <a:cubicBezTo>
                    <a:pt x="28766" y="45006"/>
                    <a:pt x="31528" y="44244"/>
                    <a:pt x="33576" y="42672"/>
                  </a:cubicBezTo>
                  <a:cubicBezTo>
                    <a:pt x="35624" y="41100"/>
                    <a:pt x="37052" y="38957"/>
                    <a:pt x="37909" y="36290"/>
                  </a:cubicBezTo>
                  <a:cubicBezTo>
                    <a:pt x="38767" y="33576"/>
                    <a:pt x="39195" y="30575"/>
                    <a:pt x="39195" y="27242"/>
                  </a:cubicBezTo>
                  <a:cubicBezTo>
                    <a:pt x="39195" y="23908"/>
                    <a:pt x="38767" y="20717"/>
                    <a:pt x="37909" y="18002"/>
                  </a:cubicBezTo>
                  <a:cubicBezTo>
                    <a:pt x="37052" y="15288"/>
                    <a:pt x="35624" y="13097"/>
                    <a:pt x="33576" y="11525"/>
                  </a:cubicBezTo>
                  <a:cubicBezTo>
                    <a:pt x="31528" y="9954"/>
                    <a:pt x="28766" y="9144"/>
                    <a:pt x="25289" y="9144"/>
                  </a:cubicBezTo>
                  <a:cubicBezTo>
                    <a:pt x="21812" y="9144"/>
                    <a:pt x="19288" y="9954"/>
                    <a:pt x="17335" y="11525"/>
                  </a:cubicBezTo>
                  <a:cubicBezTo>
                    <a:pt x="15383" y="13097"/>
                    <a:pt x="13954" y="15288"/>
                    <a:pt x="13097" y="18002"/>
                  </a:cubicBezTo>
                  <a:cubicBezTo>
                    <a:pt x="12240" y="20717"/>
                    <a:pt x="11811" y="23813"/>
                    <a:pt x="11811" y="27242"/>
                  </a:cubicBezTo>
                  <a:cubicBezTo>
                    <a:pt x="11811" y="30671"/>
                    <a:pt x="12240" y="33623"/>
                    <a:pt x="13097" y="36290"/>
                  </a:cubicBezTo>
                  <a:cubicBezTo>
                    <a:pt x="13954" y="38957"/>
                    <a:pt x="15383" y="41100"/>
                    <a:pt x="17335" y="42672"/>
                  </a:cubicBezTo>
                  <a:cubicBezTo>
                    <a:pt x="19288" y="44244"/>
                    <a:pt x="21955" y="45006"/>
                    <a:pt x="25289" y="45006"/>
                  </a:cubicBezTo>
                  <a:close/>
                </a:path>
              </a:pathLst>
            </a:custGeom>
            <a:solidFill>
              <a:srgbClr val="FFFFFF"/>
            </a:solidFill>
            <a:ln w="4763" cap="flat">
              <a:noFill/>
              <a:prstDash val="solid"/>
              <a:miter/>
            </a:ln>
          </p:spPr>
          <p:txBody>
            <a:bodyPr rtlCol="0" anchor="ctr"/>
            <a:lstStyle/>
            <a:p>
              <a:endParaRPr lang="en-AU"/>
            </a:p>
          </p:txBody>
        </p:sp>
        <p:sp>
          <p:nvSpPr>
            <p:cNvPr id="17" name="Freeform: Shape 19">
              <a:extLst>
                <a:ext uri="{FF2B5EF4-FFF2-40B4-BE49-F238E27FC236}">
                  <a16:creationId xmlns:a16="http://schemas.microsoft.com/office/drawing/2014/main" id="{12C423A6-7D7F-7D07-29F6-137E36992236}"/>
                </a:ext>
              </a:extLst>
            </p:cNvPr>
            <p:cNvSpPr/>
            <p:nvPr/>
          </p:nvSpPr>
          <p:spPr>
            <a:xfrm>
              <a:off x="634317" y="668369"/>
              <a:ext cx="46196" cy="52863"/>
            </a:xfrm>
            <a:custGeom>
              <a:avLst/>
              <a:gdLst>
                <a:gd name="connsiteX0" fmla="*/ 0 w 46196"/>
                <a:gd name="connsiteY0" fmla="*/ 52864 h 52863"/>
                <a:gd name="connsiteX1" fmla="*/ 0 w 46196"/>
                <a:gd name="connsiteY1" fmla="*/ 762 h 52863"/>
                <a:gd name="connsiteX2" fmla="*/ 11097 w 46196"/>
                <a:gd name="connsiteY2" fmla="*/ 762 h 52863"/>
                <a:gd name="connsiteX3" fmla="*/ 11382 w 46196"/>
                <a:gd name="connsiteY3" fmla="*/ 8668 h 52863"/>
                <a:gd name="connsiteX4" fmla="*/ 18336 w 46196"/>
                <a:gd name="connsiteY4" fmla="*/ 2715 h 52863"/>
                <a:gd name="connsiteX5" fmla="*/ 29623 w 46196"/>
                <a:gd name="connsiteY5" fmla="*/ 0 h 52863"/>
                <a:gd name="connsiteX6" fmla="*/ 42053 w 46196"/>
                <a:gd name="connsiteY6" fmla="*/ 4953 h 52863"/>
                <a:gd name="connsiteX7" fmla="*/ 46196 w 46196"/>
                <a:gd name="connsiteY7" fmla="*/ 19098 h 52863"/>
                <a:gd name="connsiteX8" fmla="*/ 46196 w 46196"/>
                <a:gd name="connsiteY8" fmla="*/ 52864 h 52863"/>
                <a:gd name="connsiteX9" fmla="*/ 34671 w 46196"/>
                <a:gd name="connsiteY9" fmla="*/ 52864 h 52863"/>
                <a:gd name="connsiteX10" fmla="*/ 34671 w 46196"/>
                <a:gd name="connsiteY10" fmla="*/ 20622 h 52863"/>
                <a:gd name="connsiteX11" fmla="*/ 33861 w 46196"/>
                <a:gd name="connsiteY11" fmla="*/ 14764 h 52863"/>
                <a:gd name="connsiteX12" fmla="*/ 31147 w 46196"/>
                <a:gd name="connsiteY12" fmla="*/ 10811 h 52863"/>
                <a:gd name="connsiteX13" fmla="*/ 25956 w 46196"/>
                <a:gd name="connsiteY13" fmla="*/ 9382 h 52863"/>
                <a:gd name="connsiteX14" fmla="*/ 17431 w 46196"/>
                <a:gd name="connsiteY14" fmla="*/ 11716 h 52863"/>
                <a:gd name="connsiteX15" fmla="*/ 11621 w 46196"/>
                <a:gd name="connsiteY15" fmla="*/ 17002 h 52863"/>
                <a:gd name="connsiteX16" fmla="*/ 11621 w 46196"/>
                <a:gd name="connsiteY16" fmla="*/ 52864 h 52863"/>
                <a:gd name="connsiteX17" fmla="*/ 48 w 46196"/>
                <a:gd name="connsiteY17" fmla="*/ 52864 h 52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6196" h="52863">
                  <a:moveTo>
                    <a:pt x="0" y="52864"/>
                  </a:moveTo>
                  <a:lnTo>
                    <a:pt x="0" y="762"/>
                  </a:lnTo>
                  <a:lnTo>
                    <a:pt x="11097" y="762"/>
                  </a:lnTo>
                  <a:lnTo>
                    <a:pt x="11382" y="8668"/>
                  </a:lnTo>
                  <a:cubicBezTo>
                    <a:pt x="13097" y="6477"/>
                    <a:pt x="15430" y="4524"/>
                    <a:pt x="18336" y="2715"/>
                  </a:cubicBezTo>
                  <a:cubicBezTo>
                    <a:pt x="21241" y="905"/>
                    <a:pt x="25003" y="0"/>
                    <a:pt x="29623" y="0"/>
                  </a:cubicBezTo>
                  <a:cubicBezTo>
                    <a:pt x="35147" y="0"/>
                    <a:pt x="39291" y="1667"/>
                    <a:pt x="42053" y="4953"/>
                  </a:cubicBezTo>
                  <a:cubicBezTo>
                    <a:pt x="44815" y="8239"/>
                    <a:pt x="46196" y="12954"/>
                    <a:pt x="46196" y="19098"/>
                  </a:cubicBezTo>
                  <a:lnTo>
                    <a:pt x="46196" y="52864"/>
                  </a:lnTo>
                  <a:lnTo>
                    <a:pt x="34671" y="52864"/>
                  </a:lnTo>
                  <a:lnTo>
                    <a:pt x="34671" y="20622"/>
                  </a:lnTo>
                  <a:cubicBezTo>
                    <a:pt x="34671" y="18431"/>
                    <a:pt x="34385" y="16478"/>
                    <a:pt x="33861" y="14764"/>
                  </a:cubicBezTo>
                  <a:cubicBezTo>
                    <a:pt x="33338" y="13049"/>
                    <a:pt x="32433" y="11763"/>
                    <a:pt x="31147" y="10811"/>
                  </a:cubicBezTo>
                  <a:cubicBezTo>
                    <a:pt x="29861" y="9858"/>
                    <a:pt x="28146" y="9382"/>
                    <a:pt x="25956" y="9382"/>
                  </a:cubicBezTo>
                  <a:cubicBezTo>
                    <a:pt x="22622" y="9382"/>
                    <a:pt x="19764" y="10144"/>
                    <a:pt x="17431" y="11716"/>
                  </a:cubicBezTo>
                  <a:cubicBezTo>
                    <a:pt x="15097" y="13287"/>
                    <a:pt x="13144" y="15002"/>
                    <a:pt x="11621" y="17002"/>
                  </a:cubicBezTo>
                  <a:lnTo>
                    <a:pt x="11621" y="52864"/>
                  </a:lnTo>
                  <a:lnTo>
                    <a:pt x="48" y="52864"/>
                  </a:lnTo>
                  <a:close/>
                </a:path>
              </a:pathLst>
            </a:custGeom>
            <a:solidFill>
              <a:srgbClr val="FFFFFF"/>
            </a:solidFill>
            <a:ln w="4763" cap="flat">
              <a:noFill/>
              <a:prstDash val="solid"/>
              <a:miter/>
            </a:ln>
          </p:spPr>
          <p:txBody>
            <a:bodyPr rtlCol="0" anchor="ctr"/>
            <a:lstStyle/>
            <a:p>
              <a:endParaRPr lang="en-AU"/>
            </a:p>
          </p:txBody>
        </p:sp>
        <p:sp>
          <p:nvSpPr>
            <p:cNvPr id="18" name="Freeform: Shape 20">
              <a:extLst>
                <a:ext uri="{FF2B5EF4-FFF2-40B4-BE49-F238E27FC236}">
                  <a16:creationId xmlns:a16="http://schemas.microsoft.com/office/drawing/2014/main" id="{A68420BB-DC4E-F279-E6FA-BB978203EBC4}"/>
                </a:ext>
              </a:extLst>
            </p:cNvPr>
            <p:cNvSpPr/>
            <p:nvPr/>
          </p:nvSpPr>
          <p:spPr>
            <a:xfrm>
              <a:off x="696134" y="706421"/>
              <a:ext cx="15906" cy="15478"/>
            </a:xfrm>
            <a:custGeom>
              <a:avLst/>
              <a:gdLst>
                <a:gd name="connsiteX0" fmla="*/ 8001 w 15906"/>
                <a:gd name="connsiteY0" fmla="*/ 15478 h 15478"/>
                <a:gd name="connsiteX1" fmla="*/ 2238 w 15906"/>
                <a:gd name="connsiteY1" fmla="*/ 13240 h 15478"/>
                <a:gd name="connsiteX2" fmla="*/ 0 w 15906"/>
                <a:gd name="connsiteY2" fmla="*/ 7715 h 15478"/>
                <a:gd name="connsiteX3" fmla="*/ 2238 w 15906"/>
                <a:gd name="connsiteY3" fmla="*/ 2143 h 15478"/>
                <a:gd name="connsiteX4" fmla="*/ 8001 w 15906"/>
                <a:gd name="connsiteY4" fmla="*/ 0 h 15478"/>
                <a:gd name="connsiteX5" fmla="*/ 13716 w 15906"/>
                <a:gd name="connsiteY5" fmla="*/ 2143 h 15478"/>
                <a:gd name="connsiteX6" fmla="*/ 15907 w 15906"/>
                <a:gd name="connsiteY6" fmla="*/ 7715 h 15478"/>
                <a:gd name="connsiteX7" fmla="*/ 13716 w 15906"/>
                <a:gd name="connsiteY7" fmla="*/ 13240 h 15478"/>
                <a:gd name="connsiteX8" fmla="*/ 8001 w 15906"/>
                <a:gd name="connsiteY8" fmla="*/ 15478 h 1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906" h="15478">
                  <a:moveTo>
                    <a:pt x="8001" y="15478"/>
                  </a:moveTo>
                  <a:cubicBezTo>
                    <a:pt x="5667" y="15478"/>
                    <a:pt x="3715" y="14716"/>
                    <a:pt x="2238" y="13240"/>
                  </a:cubicBezTo>
                  <a:cubicBezTo>
                    <a:pt x="762" y="11763"/>
                    <a:pt x="0" y="9906"/>
                    <a:pt x="0" y="7715"/>
                  </a:cubicBezTo>
                  <a:cubicBezTo>
                    <a:pt x="0" y="5429"/>
                    <a:pt x="762" y="3572"/>
                    <a:pt x="2238" y="2143"/>
                  </a:cubicBezTo>
                  <a:cubicBezTo>
                    <a:pt x="3715" y="714"/>
                    <a:pt x="5667" y="0"/>
                    <a:pt x="8001" y="0"/>
                  </a:cubicBezTo>
                  <a:cubicBezTo>
                    <a:pt x="10335" y="0"/>
                    <a:pt x="12240" y="714"/>
                    <a:pt x="13716" y="2143"/>
                  </a:cubicBezTo>
                  <a:cubicBezTo>
                    <a:pt x="15192" y="3572"/>
                    <a:pt x="15907" y="5429"/>
                    <a:pt x="15907" y="7715"/>
                  </a:cubicBezTo>
                  <a:cubicBezTo>
                    <a:pt x="15907" y="10001"/>
                    <a:pt x="15192" y="11716"/>
                    <a:pt x="13716" y="13240"/>
                  </a:cubicBezTo>
                  <a:cubicBezTo>
                    <a:pt x="12240" y="14716"/>
                    <a:pt x="10335" y="15478"/>
                    <a:pt x="8001" y="15478"/>
                  </a:cubicBezTo>
                  <a:close/>
                </a:path>
              </a:pathLst>
            </a:custGeom>
            <a:solidFill>
              <a:srgbClr val="FFFFFF"/>
            </a:solidFill>
            <a:ln w="4763" cap="flat">
              <a:noFill/>
              <a:prstDash val="solid"/>
              <a:miter/>
            </a:ln>
          </p:spPr>
          <p:txBody>
            <a:bodyPr rtlCol="0" anchor="ctr"/>
            <a:lstStyle/>
            <a:p>
              <a:endParaRPr lang="en-AU"/>
            </a:p>
          </p:txBody>
        </p:sp>
        <p:sp>
          <p:nvSpPr>
            <p:cNvPr id="19" name="Freeform: Shape 21">
              <a:extLst>
                <a:ext uri="{FF2B5EF4-FFF2-40B4-BE49-F238E27FC236}">
                  <a16:creationId xmlns:a16="http://schemas.microsoft.com/office/drawing/2014/main" id="{9817906F-E478-CE6B-13F5-7E46AA928C6B}"/>
                </a:ext>
              </a:extLst>
            </p:cNvPr>
            <p:cNvSpPr/>
            <p:nvPr/>
          </p:nvSpPr>
          <p:spPr>
            <a:xfrm>
              <a:off x="722614" y="668274"/>
              <a:ext cx="48291" cy="53863"/>
            </a:xfrm>
            <a:custGeom>
              <a:avLst/>
              <a:gdLst>
                <a:gd name="connsiteX0" fmla="*/ 25146 w 48291"/>
                <a:gd name="connsiteY0" fmla="*/ 53769 h 53863"/>
                <a:gd name="connsiteX1" fmla="*/ 12240 w 48291"/>
                <a:gd name="connsiteY1" fmla="*/ 50911 h 53863"/>
                <a:gd name="connsiteX2" fmla="*/ 3286 w 48291"/>
                <a:gd name="connsiteY2" fmla="*/ 42100 h 53863"/>
                <a:gd name="connsiteX3" fmla="*/ 0 w 48291"/>
                <a:gd name="connsiteY3" fmla="*/ 27099 h 53863"/>
                <a:gd name="connsiteX4" fmla="*/ 3191 w 48291"/>
                <a:gd name="connsiteY4" fmla="*/ 11954 h 53863"/>
                <a:gd name="connsiteX5" fmla="*/ 12002 w 48291"/>
                <a:gd name="connsiteY5" fmla="*/ 2953 h 53863"/>
                <a:gd name="connsiteX6" fmla="*/ 25146 w 48291"/>
                <a:gd name="connsiteY6" fmla="*/ 0 h 53863"/>
                <a:gd name="connsiteX7" fmla="*/ 36528 w 48291"/>
                <a:gd name="connsiteY7" fmla="*/ 2095 h 53863"/>
                <a:gd name="connsiteX8" fmla="*/ 44625 w 48291"/>
                <a:gd name="connsiteY8" fmla="*/ 8334 h 53863"/>
                <a:gd name="connsiteX9" fmla="*/ 47816 w 48291"/>
                <a:gd name="connsiteY9" fmla="*/ 18859 h 53863"/>
                <a:gd name="connsiteX10" fmla="*/ 36528 w 48291"/>
                <a:gd name="connsiteY10" fmla="*/ 18859 h 53863"/>
                <a:gd name="connsiteX11" fmla="*/ 33338 w 48291"/>
                <a:gd name="connsiteY11" fmla="*/ 11716 h 53863"/>
                <a:gd name="connsiteX12" fmla="*/ 25241 w 48291"/>
                <a:gd name="connsiteY12" fmla="*/ 9096 h 53863"/>
                <a:gd name="connsiteX13" fmla="*/ 15097 w 48291"/>
                <a:gd name="connsiteY13" fmla="*/ 13811 h 53863"/>
                <a:gd name="connsiteX14" fmla="*/ 11859 w 48291"/>
                <a:gd name="connsiteY14" fmla="*/ 27099 h 53863"/>
                <a:gd name="connsiteX15" fmla="*/ 13287 w 48291"/>
                <a:gd name="connsiteY15" fmla="*/ 36624 h 53863"/>
                <a:gd name="connsiteX16" fmla="*/ 17717 w 48291"/>
                <a:gd name="connsiteY16" fmla="*/ 42672 h 53863"/>
                <a:gd name="connsiteX17" fmla="*/ 25289 w 48291"/>
                <a:gd name="connsiteY17" fmla="*/ 44767 h 53863"/>
                <a:gd name="connsiteX18" fmla="*/ 33671 w 48291"/>
                <a:gd name="connsiteY18" fmla="*/ 42005 h 53863"/>
                <a:gd name="connsiteX19" fmla="*/ 37005 w 48291"/>
                <a:gd name="connsiteY19" fmla="*/ 34004 h 53863"/>
                <a:gd name="connsiteX20" fmla="*/ 48292 w 48291"/>
                <a:gd name="connsiteY20" fmla="*/ 34004 h 53863"/>
                <a:gd name="connsiteX21" fmla="*/ 45101 w 48291"/>
                <a:gd name="connsiteY21" fmla="*/ 44958 h 53863"/>
                <a:gd name="connsiteX22" fmla="*/ 36909 w 48291"/>
                <a:gd name="connsiteY22" fmla="*/ 51625 h 53863"/>
                <a:gd name="connsiteX23" fmla="*/ 25241 w 48291"/>
                <a:gd name="connsiteY23" fmla="*/ 53864 h 53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8291" h="53863">
                  <a:moveTo>
                    <a:pt x="25146" y="53769"/>
                  </a:moveTo>
                  <a:cubicBezTo>
                    <a:pt x="20336" y="53769"/>
                    <a:pt x="16050" y="52816"/>
                    <a:pt x="12240" y="50911"/>
                  </a:cubicBezTo>
                  <a:cubicBezTo>
                    <a:pt x="8477" y="49006"/>
                    <a:pt x="5477" y="46053"/>
                    <a:pt x="3286" y="42100"/>
                  </a:cubicBezTo>
                  <a:cubicBezTo>
                    <a:pt x="1095" y="38148"/>
                    <a:pt x="0" y="33147"/>
                    <a:pt x="0" y="27099"/>
                  </a:cubicBezTo>
                  <a:cubicBezTo>
                    <a:pt x="0" y="21050"/>
                    <a:pt x="1048" y="15954"/>
                    <a:pt x="3191" y="11954"/>
                  </a:cubicBezTo>
                  <a:cubicBezTo>
                    <a:pt x="5334" y="7953"/>
                    <a:pt x="8239" y="4953"/>
                    <a:pt x="12002" y="2953"/>
                  </a:cubicBezTo>
                  <a:cubicBezTo>
                    <a:pt x="15764" y="952"/>
                    <a:pt x="20145" y="0"/>
                    <a:pt x="25146" y="0"/>
                  </a:cubicBezTo>
                  <a:cubicBezTo>
                    <a:pt x="29337" y="0"/>
                    <a:pt x="33147" y="714"/>
                    <a:pt x="36528" y="2095"/>
                  </a:cubicBezTo>
                  <a:cubicBezTo>
                    <a:pt x="39910" y="3477"/>
                    <a:pt x="42624" y="5572"/>
                    <a:pt x="44625" y="8334"/>
                  </a:cubicBezTo>
                  <a:cubicBezTo>
                    <a:pt x="46625" y="11097"/>
                    <a:pt x="47720" y="14621"/>
                    <a:pt x="47816" y="18859"/>
                  </a:cubicBezTo>
                  <a:lnTo>
                    <a:pt x="36528" y="18859"/>
                  </a:lnTo>
                  <a:cubicBezTo>
                    <a:pt x="36338" y="15811"/>
                    <a:pt x="35290" y="13430"/>
                    <a:pt x="33338" y="11716"/>
                  </a:cubicBezTo>
                  <a:cubicBezTo>
                    <a:pt x="31385" y="9954"/>
                    <a:pt x="28670" y="9096"/>
                    <a:pt x="25241" y="9096"/>
                  </a:cubicBezTo>
                  <a:cubicBezTo>
                    <a:pt x="20622" y="9096"/>
                    <a:pt x="17240" y="10668"/>
                    <a:pt x="15097" y="13811"/>
                  </a:cubicBezTo>
                  <a:cubicBezTo>
                    <a:pt x="12906" y="16954"/>
                    <a:pt x="11859" y="21384"/>
                    <a:pt x="11859" y="27099"/>
                  </a:cubicBezTo>
                  <a:cubicBezTo>
                    <a:pt x="11859" y="30813"/>
                    <a:pt x="12335" y="33957"/>
                    <a:pt x="13287" y="36624"/>
                  </a:cubicBezTo>
                  <a:cubicBezTo>
                    <a:pt x="14240" y="39243"/>
                    <a:pt x="15716" y="41291"/>
                    <a:pt x="17717" y="42672"/>
                  </a:cubicBezTo>
                  <a:cubicBezTo>
                    <a:pt x="19717" y="44053"/>
                    <a:pt x="22193" y="44767"/>
                    <a:pt x="25289" y="44767"/>
                  </a:cubicBezTo>
                  <a:cubicBezTo>
                    <a:pt x="28766" y="44767"/>
                    <a:pt x="31575" y="43863"/>
                    <a:pt x="33671" y="42005"/>
                  </a:cubicBezTo>
                  <a:cubicBezTo>
                    <a:pt x="35766" y="40148"/>
                    <a:pt x="36862" y="37481"/>
                    <a:pt x="37005" y="34004"/>
                  </a:cubicBezTo>
                  <a:lnTo>
                    <a:pt x="48292" y="34004"/>
                  </a:lnTo>
                  <a:cubicBezTo>
                    <a:pt x="48197" y="38338"/>
                    <a:pt x="47101" y="42005"/>
                    <a:pt x="45101" y="44958"/>
                  </a:cubicBezTo>
                  <a:cubicBezTo>
                    <a:pt x="43053" y="47911"/>
                    <a:pt x="40338" y="50149"/>
                    <a:pt x="36909" y="51625"/>
                  </a:cubicBezTo>
                  <a:cubicBezTo>
                    <a:pt x="33480" y="53102"/>
                    <a:pt x="29575" y="53864"/>
                    <a:pt x="25241" y="53864"/>
                  </a:cubicBezTo>
                  <a:close/>
                </a:path>
              </a:pathLst>
            </a:custGeom>
            <a:solidFill>
              <a:srgbClr val="FFFFFF"/>
            </a:solidFill>
            <a:ln w="4763" cap="flat">
              <a:noFill/>
              <a:prstDash val="solid"/>
              <a:miter/>
            </a:ln>
          </p:spPr>
          <p:txBody>
            <a:bodyPr rtlCol="0" anchor="ctr"/>
            <a:lstStyle/>
            <a:p>
              <a:endParaRPr lang="en-AU"/>
            </a:p>
          </p:txBody>
        </p:sp>
        <p:sp>
          <p:nvSpPr>
            <p:cNvPr id="20" name="Freeform: Shape 22">
              <a:extLst>
                <a:ext uri="{FF2B5EF4-FFF2-40B4-BE49-F238E27FC236}">
                  <a16:creationId xmlns:a16="http://schemas.microsoft.com/office/drawing/2014/main" id="{63D3EBB8-70BE-63C7-B0C0-59D19EE1B370}"/>
                </a:ext>
              </a:extLst>
            </p:cNvPr>
            <p:cNvSpPr/>
            <p:nvPr/>
          </p:nvSpPr>
          <p:spPr>
            <a:xfrm>
              <a:off x="781431" y="668131"/>
              <a:ext cx="51006" cy="53959"/>
            </a:xfrm>
            <a:custGeom>
              <a:avLst/>
              <a:gdLst>
                <a:gd name="connsiteX0" fmla="*/ 25289 w 51006"/>
                <a:gd name="connsiteY0" fmla="*/ 53959 h 53959"/>
                <a:gd name="connsiteX1" fmla="*/ 11859 w 51006"/>
                <a:gd name="connsiteY1" fmla="*/ 50768 h 53959"/>
                <a:gd name="connsiteX2" fmla="*/ 3096 w 51006"/>
                <a:gd name="connsiteY2" fmla="*/ 41577 h 53959"/>
                <a:gd name="connsiteX3" fmla="*/ 0 w 51006"/>
                <a:gd name="connsiteY3" fmla="*/ 27146 h 53959"/>
                <a:gd name="connsiteX4" fmla="*/ 3096 w 51006"/>
                <a:gd name="connsiteY4" fmla="*/ 12478 h 53959"/>
                <a:gd name="connsiteX5" fmla="*/ 11859 w 51006"/>
                <a:gd name="connsiteY5" fmla="*/ 3191 h 53959"/>
                <a:gd name="connsiteX6" fmla="*/ 25289 w 51006"/>
                <a:gd name="connsiteY6" fmla="*/ 0 h 53959"/>
                <a:gd name="connsiteX7" fmla="*/ 39005 w 51006"/>
                <a:gd name="connsiteY7" fmla="*/ 3191 h 53959"/>
                <a:gd name="connsiteX8" fmla="*/ 47863 w 51006"/>
                <a:gd name="connsiteY8" fmla="*/ 12478 h 53959"/>
                <a:gd name="connsiteX9" fmla="*/ 51006 w 51006"/>
                <a:gd name="connsiteY9" fmla="*/ 27146 h 53959"/>
                <a:gd name="connsiteX10" fmla="*/ 47863 w 51006"/>
                <a:gd name="connsiteY10" fmla="*/ 41577 h 53959"/>
                <a:gd name="connsiteX11" fmla="*/ 39005 w 51006"/>
                <a:gd name="connsiteY11" fmla="*/ 50768 h 53959"/>
                <a:gd name="connsiteX12" fmla="*/ 25289 w 51006"/>
                <a:gd name="connsiteY12" fmla="*/ 53959 h 53959"/>
                <a:gd name="connsiteX13" fmla="*/ 25289 w 51006"/>
                <a:gd name="connsiteY13" fmla="*/ 45006 h 53959"/>
                <a:gd name="connsiteX14" fmla="*/ 33576 w 51006"/>
                <a:gd name="connsiteY14" fmla="*/ 42672 h 53959"/>
                <a:gd name="connsiteX15" fmla="*/ 37909 w 51006"/>
                <a:gd name="connsiteY15" fmla="*/ 36290 h 53959"/>
                <a:gd name="connsiteX16" fmla="*/ 39195 w 51006"/>
                <a:gd name="connsiteY16" fmla="*/ 27242 h 53959"/>
                <a:gd name="connsiteX17" fmla="*/ 37909 w 51006"/>
                <a:gd name="connsiteY17" fmla="*/ 18002 h 53959"/>
                <a:gd name="connsiteX18" fmla="*/ 33576 w 51006"/>
                <a:gd name="connsiteY18" fmla="*/ 11525 h 53959"/>
                <a:gd name="connsiteX19" fmla="*/ 25289 w 51006"/>
                <a:gd name="connsiteY19" fmla="*/ 9144 h 53959"/>
                <a:gd name="connsiteX20" fmla="*/ 17335 w 51006"/>
                <a:gd name="connsiteY20" fmla="*/ 11525 h 53959"/>
                <a:gd name="connsiteX21" fmla="*/ 13097 w 51006"/>
                <a:gd name="connsiteY21" fmla="*/ 18002 h 53959"/>
                <a:gd name="connsiteX22" fmla="*/ 11811 w 51006"/>
                <a:gd name="connsiteY22" fmla="*/ 27242 h 53959"/>
                <a:gd name="connsiteX23" fmla="*/ 13097 w 51006"/>
                <a:gd name="connsiteY23" fmla="*/ 36290 h 53959"/>
                <a:gd name="connsiteX24" fmla="*/ 17335 w 51006"/>
                <a:gd name="connsiteY24" fmla="*/ 42672 h 53959"/>
                <a:gd name="connsiteX25" fmla="*/ 25289 w 51006"/>
                <a:gd name="connsiteY25" fmla="*/ 45006 h 53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006" h="53959">
                  <a:moveTo>
                    <a:pt x="25289" y="53959"/>
                  </a:moveTo>
                  <a:cubicBezTo>
                    <a:pt x="20145" y="53959"/>
                    <a:pt x="15621" y="52911"/>
                    <a:pt x="11859" y="50768"/>
                  </a:cubicBezTo>
                  <a:cubicBezTo>
                    <a:pt x="8049" y="48673"/>
                    <a:pt x="5144" y="45577"/>
                    <a:pt x="3096" y="41577"/>
                  </a:cubicBezTo>
                  <a:cubicBezTo>
                    <a:pt x="1048" y="37576"/>
                    <a:pt x="0" y="32766"/>
                    <a:pt x="0" y="27146"/>
                  </a:cubicBezTo>
                  <a:cubicBezTo>
                    <a:pt x="0" y="21527"/>
                    <a:pt x="1048" y="16574"/>
                    <a:pt x="3096" y="12478"/>
                  </a:cubicBezTo>
                  <a:cubicBezTo>
                    <a:pt x="5144" y="8382"/>
                    <a:pt x="8049" y="5334"/>
                    <a:pt x="11859" y="3191"/>
                  </a:cubicBezTo>
                  <a:cubicBezTo>
                    <a:pt x="15669" y="1048"/>
                    <a:pt x="20145" y="0"/>
                    <a:pt x="25289" y="0"/>
                  </a:cubicBezTo>
                  <a:cubicBezTo>
                    <a:pt x="30432" y="0"/>
                    <a:pt x="35147" y="1048"/>
                    <a:pt x="39005" y="3191"/>
                  </a:cubicBezTo>
                  <a:cubicBezTo>
                    <a:pt x="42863" y="5334"/>
                    <a:pt x="45815" y="8430"/>
                    <a:pt x="47863" y="12478"/>
                  </a:cubicBezTo>
                  <a:cubicBezTo>
                    <a:pt x="49959" y="16526"/>
                    <a:pt x="51006" y="21431"/>
                    <a:pt x="51006" y="27146"/>
                  </a:cubicBezTo>
                  <a:cubicBezTo>
                    <a:pt x="51006" y="32861"/>
                    <a:pt x="49959" y="37529"/>
                    <a:pt x="47863" y="41577"/>
                  </a:cubicBezTo>
                  <a:cubicBezTo>
                    <a:pt x="45768" y="45577"/>
                    <a:pt x="42815" y="48673"/>
                    <a:pt x="39005" y="50768"/>
                  </a:cubicBezTo>
                  <a:cubicBezTo>
                    <a:pt x="35195" y="52911"/>
                    <a:pt x="30623" y="53959"/>
                    <a:pt x="25289" y="53959"/>
                  </a:cubicBezTo>
                  <a:close/>
                  <a:moveTo>
                    <a:pt x="25289" y="45006"/>
                  </a:moveTo>
                  <a:cubicBezTo>
                    <a:pt x="28765" y="45006"/>
                    <a:pt x="31528" y="44244"/>
                    <a:pt x="33576" y="42672"/>
                  </a:cubicBezTo>
                  <a:cubicBezTo>
                    <a:pt x="35623" y="41100"/>
                    <a:pt x="37052" y="38957"/>
                    <a:pt x="37909" y="36290"/>
                  </a:cubicBezTo>
                  <a:cubicBezTo>
                    <a:pt x="38767" y="33576"/>
                    <a:pt x="39195" y="30575"/>
                    <a:pt x="39195" y="27242"/>
                  </a:cubicBezTo>
                  <a:cubicBezTo>
                    <a:pt x="39195" y="23908"/>
                    <a:pt x="38767" y="20717"/>
                    <a:pt x="37909" y="18002"/>
                  </a:cubicBezTo>
                  <a:cubicBezTo>
                    <a:pt x="37052" y="15288"/>
                    <a:pt x="35623" y="13097"/>
                    <a:pt x="33576" y="11525"/>
                  </a:cubicBezTo>
                  <a:cubicBezTo>
                    <a:pt x="31528" y="9954"/>
                    <a:pt x="28765" y="9144"/>
                    <a:pt x="25289" y="9144"/>
                  </a:cubicBezTo>
                  <a:cubicBezTo>
                    <a:pt x="21812" y="9144"/>
                    <a:pt x="19288" y="9954"/>
                    <a:pt x="17335" y="11525"/>
                  </a:cubicBezTo>
                  <a:cubicBezTo>
                    <a:pt x="15383" y="13097"/>
                    <a:pt x="13954" y="15288"/>
                    <a:pt x="13097" y="18002"/>
                  </a:cubicBezTo>
                  <a:cubicBezTo>
                    <a:pt x="12240" y="20717"/>
                    <a:pt x="11811" y="23813"/>
                    <a:pt x="11811" y="27242"/>
                  </a:cubicBezTo>
                  <a:cubicBezTo>
                    <a:pt x="11811" y="30671"/>
                    <a:pt x="12240" y="33623"/>
                    <a:pt x="13097" y="36290"/>
                  </a:cubicBezTo>
                  <a:cubicBezTo>
                    <a:pt x="13954" y="38957"/>
                    <a:pt x="15383" y="41100"/>
                    <a:pt x="17335" y="42672"/>
                  </a:cubicBezTo>
                  <a:cubicBezTo>
                    <a:pt x="19288" y="44244"/>
                    <a:pt x="21955" y="45006"/>
                    <a:pt x="25289" y="45006"/>
                  </a:cubicBezTo>
                  <a:close/>
                </a:path>
              </a:pathLst>
            </a:custGeom>
            <a:solidFill>
              <a:srgbClr val="FFFFFF"/>
            </a:solidFill>
            <a:ln w="4763" cap="flat">
              <a:noFill/>
              <a:prstDash val="solid"/>
              <a:miter/>
            </a:ln>
          </p:spPr>
          <p:txBody>
            <a:bodyPr rtlCol="0" anchor="ctr"/>
            <a:lstStyle/>
            <a:p>
              <a:endParaRPr lang="en-AU"/>
            </a:p>
          </p:txBody>
        </p:sp>
        <p:sp>
          <p:nvSpPr>
            <p:cNvPr id="21" name="Freeform: Shape 23">
              <a:extLst>
                <a:ext uri="{FF2B5EF4-FFF2-40B4-BE49-F238E27FC236}">
                  <a16:creationId xmlns:a16="http://schemas.microsoft.com/office/drawing/2014/main" id="{32AE3FFA-35F8-F746-CA7C-A6D1149AB112}"/>
                </a:ext>
              </a:extLst>
            </p:cNvPr>
            <p:cNvSpPr/>
            <p:nvPr/>
          </p:nvSpPr>
          <p:spPr>
            <a:xfrm>
              <a:off x="845772" y="668321"/>
              <a:ext cx="79724" cy="52911"/>
            </a:xfrm>
            <a:custGeom>
              <a:avLst/>
              <a:gdLst>
                <a:gd name="connsiteX0" fmla="*/ 48 w 79724"/>
                <a:gd name="connsiteY0" fmla="*/ 52911 h 52911"/>
                <a:gd name="connsiteX1" fmla="*/ 48 w 79724"/>
                <a:gd name="connsiteY1" fmla="*/ 810 h 52911"/>
                <a:gd name="connsiteX2" fmla="*/ 11144 w 79724"/>
                <a:gd name="connsiteY2" fmla="*/ 810 h 52911"/>
                <a:gd name="connsiteX3" fmla="*/ 11430 w 79724"/>
                <a:gd name="connsiteY3" fmla="*/ 8715 h 52911"/>
                <a:gd name="connsiteX4" fmla="*/ 18336 w 79724"/>
                <a:gd name="connsiteY4" fmla="*/ 2762 h 52911"/>
                <a:gd name="connsiteX5" fmla="*/ 29432 w 79724"/>
                <a:gd name="connsiteY5" fmla="*/ 48 h 52911"/>
                <a:gd name="connsiteX6" fmla="*/ 41720 w 79724"/>
                <a:gd name="connsiteY6" fmla="*/ 5048 h 52911"/>
                <a:gd name="connsiteX7" fmla="*/ 45720 w 79724"/>
                <a:gd name="connsiteY7" fmla="*/ 19098 h 52911"/>
                <a:gd name="connsiteX8" fmla="*/ 45720 w 79724"/>
                <a:gd name="connsiteY8" fmla="*/ 52864 h 52911"/>
                <a:gd name="connsiteX9" fmla="*/ 34100 w 79724"/>
                <a:gd name="connsiteY9" fmla="*/ 52864 h 52911"/>
                <a:gd name="connsiteX10" fmla="*/ 34100 w 79724"/>
                <a:gd name="connsiteY10" fmla="*/ 20622 h 52911"/>
                <a:gd name="connsiteX11" fmla="*/ 33338 w 79724"/>
                <a:gd name="connsiteY11" fmla="*/ 14764 h 52911"/>
                <a:gd name="connsiteX12" fmla="*/ 30671 w 79724"/>
                <a:gd name="connsiteY12" fmla="*/ 10811 h 52911"/>
                <a:gd name="connsiteX13" fmla="*/ 25384 w 79724"/>
                <a:gd name="connsiteY13" fmla="*/ 9382 h 52911"/>
                <a:gd name="connsiteX14" fmla="*/ 17193 w 79724"/>
                <a:gd name="connsiteY14" fmla="*/ 11716 h 52911"/>
                <a:gd name="connsiteX15" fmla="*/ 11573 w 79724"/>
                <a:gd name="connsiteY15" fmla="*/ 17002 h 52911"/>
                <a:gd name="connsiteX16" fmla="*/ 11573 w 79724"/>
                <a:gd name="connsiteY16" fmla="*/ 52864 h 52911"/>
                <a:gd name="connsiteX17" fmla="*/ 0 w 79724"/>
                <a:gd name="connsiteY17" fmla="*/ 52864 h 52911"/>
                <a:gd name="connsiteX18" fmla="*/ 68199 w 79724"/>
                <a:gd name="connsiteY18" fmla="*/ 52911 h 52911"/>
                <a:gd name="connsiteX19" fmla="*/ 68199 w 79724"/>
                <a:gd name="connsiteY19" fmla="*/ 20669 h 52911"/>
                <a:gd name="connsiteX20" fmla="*/ 67437 w 79724"/>
                <a:gd name="connsiteY20" fmla="*/ 14811 h 52911"/>
                <a:gd name="connsiteX21" fmla="*/ 64770 w 79724"/>
                <a:gd name="connsiteY21" fmla="*/ 10858 h 52911"/>
                <a:gd name="connsiteX22" fmla="*/ 59484 w 79724"/>
                <a:gd name="connsiteY22" fmla="*/ 9430 h 52911"/>
                <a:gd name="connsiteX23" fmla="*/ 51292 w 79724"/>
                <a:gd name="connsiteY23" fmla="*/ 11668 h 52911"/>
                <a:gd name="connsiteX24" fmla="*/ 45529 w 79724"/>
                <a:gd name="connsiteY24" fmla="*/ 16812 h 52911"/>
                <a:gd name="connsiteX25" fmla="*/ 43958 w 79724"/>
                <a:gd name="connsiteY25" fmla="*/ 9096 h 52911"/>
                <a:gd name="connsiteX26" fmla="*/ 52006 w 79724"/>
                <a:gd name="connsiteY26" fmla="*/ 2810 h 52911"/>
                <a:gd name="connsiteX27" fmla="*/ 63484 w 79724"/>
                <a:gd name="connsiteY27" fmla="*/ 0 h 52911"/>
                <a:gd name="connsiteX28" fmla="*/ 75724 w 79724"/>
                <a:gd name="connsiteY28" fmla="*/ 5001 h 52911"/>
                <a:gd name="connsiteX29" fmla="*/ 79724 w 79724"/>
                <a:gd name="connsiteY29" fmla="*/ 19050 h 52911"/>
                <a:gd name="connsiteX30" fmla="*/ 79724 w 79724"/>
                <a:gd name="connsiteY30" fmla="*/ 52816 h 52911"/>
                <a:gd name="connsiteX31" fmla="*/ 68199 w 79724"/>
                <a:gd name="connsiteY31" fmla="*/ 52816 h 52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79724" h="52911">
                  <a:moveTo>
                    <a:pt x="48" y="52911"/>
                  </a:moveTo>
                  <a:lnTo>
                    <a:pt x="48" y="810"/>
                  </a:lnTo>
                  <a:lnTo>
                    <a:pt x="11144" y="810"/>
                  </a:lnTo>
                  <a:lnTo>
                    <a:pt x="11430" y="8715"/>
                  </a:lnTo>
                  <a:cubicBezTo>
                    <a:pt x="13049" y="6525"/>
                    <a:pt x="15383" y="4572"/>
                    <a:pt x="18336" y="2762"/>
                  </a:cubicBezTo>
                  <a:cubicBezTo>
                    <a:pt x="21288" y="952"/>
                    <a:pt x="25003" y="48"/>
                    <a:pt x="29432" y="48"/>
                  </a:cubicBezTo>
                  <a:cubicBezTo>
                    <a:pt x="34957" y="48"/>
                    <a:pt x="39052" y="1715"/>
                    <a:pt x="41720" y="5048"/>
                  </a:cubicBezTo>
                  <a:cubicBezTo>
                    <a:pt x="44387" y="8382"/>
                    <a:pt x="45720" y="13097"/>
                    <a:pt x="45720" y="19098"/>
                  </a:cubicBezTo>
                  <a:lnTo>
                    <a:pt x="45720" y="52864"/>
                  </a:lnTo>
                  <a:lnTo>
                    <a:pt x="34100" y="52864"/>
                  </a:lnTo>
                  <a:lnTo>
                    <a:pt x="34100" y="20622"/>
                  </a:lnTo>
                  <a:cubicBezTo>
                    <a:pt x="34100" y="18431"/>
                    <a:pt x="33861" y="16478"/>
                    <a:pt x="33338" y="14764"/>
                  </a:cubicBezTo>
                  <a:cubicBezTo>
                    <a:pt x="32814" y="13049"/>
                    <a:pt x="31909" y="11763"/>
                    <a:pt x="30671" y="10811"/>
                  </a:cubicBezTo>
                  <a:cubicBezTo>
                    <a:pt x="29385" y="9858"/>
                    <a:pt x="27670" y="9382"/>
                    <a:pt x="25384" y="9382"/>
                  </a:cubicBezTo>
                  <a:cubicBezTo>
                    <a:pt x="22193" y="9382"/>
                    <a:pt x="19431" y="10144"/>
                    <a:pt x="17193" y="11716"/>
                  </a:cubicBezTo>
                  <a:cubicBezTo>
                    <a:pt x="14954" y="13287"/>
                    <a:pt x="13097" y="15002"/>
                    <a:pt x="11573" y="17002"/>
                  </a:cubicBezTo>
                  <a:lnTo>
                    <a:pt x="11573" y="52864"/>
                  </a:lnTo>
                  <a:lnTo>
                    <a:pt x="0" y="52864"/>
                  </a:lnTo>
                  <a:close/>
                  <a:moveTo>
                    <a:pt x="68199" y="52911"/>
                  </a:moveTo>
                  <a:lnTo>
                    <a:pt x="68199" y="20669"/>
                  </a:lnTo>
                  <a:cubicBezTo>
                    <a:pt x="68199" y="18479"/>
                    <a:pt x="67961" y="16526"/>
                    <a:pt x="67437" y="14811"/>
                  </a:cubicBezTo>
                  <a:cubicBezTo>
                    <a:pt x="66913" y="13097"/>
                    <a:pt x="66008" y="11811"/>
                    <a:pt x="64770" y="10858"/>
                  </a:cubicBezTo>
                  <a:cubicBezTo>
                    <a:pt x="63484" y="9906"/>
                    <a:pt x="61770" y="9430"/>
                    <a:pt x="59484" y="9430"/>
                  </a:cubicBezTo>
                  <a:cubicBezTo>
                    <a:pt x="56293" y="9430"/>
                    <a:pt x="53531" y="10144"/>
                    <a:pt x="51292" y="11668"/>
                  </a:cubicBezTo>
                  <a:cubicBezTo>
                    <a:pt x="49054" y="13144"/>
                    <a:pt x="47101" y="14859"/>
                    <a:pt x="45529" y="16812"/>
                  </a:cubicBezTo>
                  <a:lnTo>
                    <a:pt x="43958" y="9096"/>
                  </a:lnTo>
                  <a:cubicBezTo>
                    <a:pt x="46101" y="6763"/>
                    <a:pt x="48768" y="4667"/>
                    <a:pt x="52006" y="2810"/>
                  </a:cubicBezTo>
                  <a:cubicBezTo>
                    <a:pt x="55245" y="952"/>
                    <a:pt x="59055" y="0"/>
                    <a:pt x="63484" y="0"/>
                  </a:cubicBezTo>
                  <a:cubicBezTo>
                    <a:pt x="68961" y="0"/>
                    <a:pt x="73057" y="1667"/>
                    <a:pt x="75724" y="5001"/>
                  </a:cubicBezTo>
                  <a:cubicBezTo>
                    <a:pt x="78391" y="8334"/>
                    <a:pt x="79724" y="13049"/>
                    <a:pt x="79724" y="19050"/>
                  </a:cubicBezTo>
                  <a:lnTo>
                    <a:pt x="79724" y="52816"/>
                  </a:lnTo>
                  <a:lnTo>
                    <a:pt x="68199" y="52816"/>
                  </a:lnTo>
                  <a:close/>
                </a:path>
              </a:pathLst>
            </a:custGeom>
            <a:solidFill>
              <a:srgbClr val="FFFFFF"/>
            </a:solidFill>
            <a:ln w="4763" cap="flat">
              <a:noFill/>
              <a:prstDash val="solid"/>
              <a:miter/>
            </a:ln>
          </p:spPr>
          <p:txBody>
            <a:bodyPr rtlCol="0" anchor="ctr"/>
            <a:lstStyle/>
            <a:p>
              <a:endParaRPr lang="en-AU"/>
            </a:p>
          </p:txBody>
        </p:sp>
      </p:grpSp>
    </p:spTree>
    <p:extLst>
      <p:ext uri="{BB962C8B-B14F-4D97-AF65-F5344CB8AC3E}">
        <p14:creationId xmlns:p14="http://schemas.microsoft.com/office/powerpoint/2010/main" val="13034820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preserve="1" userDrawn="1">
  <p:cSld name="2_Title slide - Light">
    <p:bg>
      <p:bgPr>
        <a:solidFill>
          <a:schemeClr val="bg1"/>
        </a:solidFill>
        <a:effectLst/>
      </p:bgPr>
    </p:bg>
    <p:spTree>
      <p:nvGrpSpPr>
        <p:cNvPr id="1" name="Shape 9"/>
        <p:cNvGrpSpPr/>
        <p:nvPr/>
      </p:nvGrpSpPr>
      <p:grpSpPr>
        <a:xfrm>
          <a:off x="0" y="0"/>
          <a:ext cx="0" cy="0"/>
          <a:chOff x="0" y="0"/>
          <a:chExt cx="0" cy="0"/>
        </a:xfrm>
      </p:grpSpPr>
      <p:sp>
        <p:nvSpPr>
          <p:cNvPr id="3" name="Picture Placeholder 2">
            <a:extLst>
              <a:ext uri="{FF2B5EF4-FFF2-40B4-BE49-F238E27FC236}">
                <a16:creationId xmlns:a16="http://schemas.microsoft.com/office/drawing/2014/main" id="{8E170EA9-D2AF-9A09-EEFA-388294C307E3}"/>
              </a:ext>
            </a:extLst>
          </p:cNvPr>
          <p:cNvSpPr>
            <a:spLocks noGrp="1"/>
          </p:cNvSpPr>
          <p:nvPr>
            <p:ph type="pic" sz="quarter" idx="13" hasCustomPrompt="1"/>
          </p:nvPr>
        </p:nvSpPr>
        <p:spPr>
          <a:xfrm>
            <a:off x="0" y="703898"/>
            <a:ext cx="9146381" cy="4439602"/>
          </a:xfrm>
          <a:custGeom>
            <a:avLst/>
            <a:gdLst>
              <a:gd name="connsiteX0" fmla="*/ 0 w 9144000"/>
              <a:gd name="connsiteY0" fmla="*/ 0 h 2270297"/>
              <a:gd name="connsiteX1" fmla="*/ 9144000 w 9144000"/>
              <a:gd name="connsiteY1" fmla="*/ 0 h 2270297"/>
              <a:gd name="connsiteX2" fmla="*/ 9144000 w 9144000"/>
              <a:gd name="connsiteY2" fmla="*/ 2270297 h 2270297"/>
              <a:gd name="connsiteX3" fmla="*/ 0 w 9144000"/>
              <a:gd name="connsiteY3" fmla="*/ 2270297 h 2270297"/>
              <a:gd name="connsiteX4" fmla="*/ 0 w 9144000"/>
              <a:gd name="connsiteY4" fmla="*/ 0 h 2270297"/>
              <a:gd name="connsiteX0" fmla="*/ 0 w 9144000"/>
              <a:gd name="connsiteY0" fmla="*/ 5542 h 2275839"/>
              <a:gd name="connsiteX1" fmla="*/ 7642860 w 9144000"/>
              <a:gd name="connsiteY1" fmla="*/ 0 h 2275839"/>
              <a:gd name="connsiteX2" fmla="*/ 9144000 w 9144000"/>
              <a:gd name="connsiteY2" fmla="*/ 5542 h 2275839"/>
              <a:gd name="connsiteX3" fmla="*/ 9144000 w 9144000"/>
              <a:gd name="connsiteY3" fmla="*/ 2275839 h 2275839"/>
              <a:gd name="connsiteX4" fmla="*/ 0 w 9144000"/>
              <a:gd name="connsiteY4" fmla="*/ 2275839 h 2275839"/>
              <a:gd name="connsiteX5" fmla="*/ 0 w 9144000"/>
              <a:gd name="connsiteY5" fmla="*/ 5542 h 2275839"/>
              <a:gd name="connsiteX0" fmla="*/ 0 w 9144000"/>
              <a:gd name="connsiteY0" fmla="*/ 5542 h 2275839"/>
              <a:gd name="connsiteX1" fmla="*/ 7642860 w 9144000"/>
              <a:gd name="connsiteY1" fmla="*/ 0 h 2275839"/>
              <a:gd name="connsiteX2" fmla="*/ 8877300 w 9144000"/>
              <a:gd name="connsiteY2" fmla="*/ 0 h 2275839"/>
              <a:gd name="connsiteX3" fmla="*/ 9144000 w 9144000"/>
              <a:gd name="connsiteY3" fmla="*/ 5542 h 2275839"/>
              <a:gd name="connsiteX4" fmla="*/ 9144000 w 9144000"/>
              <a:gd name="connsiteY4" fmla="*/ 2275839 h 2275839"/>
              <a:gd name="connsiteX5" fmla="*/ 0 w 9144000"/>
              <a:gd name="connsiteY5" fmla="*/ 2275839 h 2275839"/>
              <a:gd name="connsiteX6" fmla="*/ 0 w 9144000"/>
              <a:gd name="connsiteY6" fmla="*/ 5542 h 2275839"/>
              <a:gd name="connsiteX0" fmla="*/ 0 w 9144000"/>
              <a:gd name="connsiteY0" fmla="*/ 13162 h 2283459"/>
              <a:gd name="connsiteX1" fmla="*/ 7642860 w 9144000"/>
              <a:gd name="connsiteY1" fmla="*/ 7620 h 2283459"/>
              <a:gd name="connsiteX2" fmla="*/ 8282940 w 9144000"/>
              <a:gd name="connsiteY2" fmla="*/ 0 h 2283459"/>
              <a:gd name="connsiteX3" fmla="*/ 8877300 w 9144000"/>
              <a:gd name="connsiteY3" fmla="*/ 7620 h 2283459"/>
              <a:gd name="connsiteX4" fmla="*/ 9144000 w 9144000"/>
              <a:gd name="connsiteY4" fmla="*/ 13162 h 2283459"/>
              <a:gd name="connsiteX5" fmla="*/ 9144000 w 9144000"/>
              <a:gd name="connsiteY5" fmla="*/ 2283459 h 2283459"/>
              <a:gd name="connsiteX6" fmla="*/ 0 w 9144000"/>
              <a:gd name="connsiteY6" fmla="*/ 2283459 h 2283459"/>
              <a:gd name="connsiteX7" fmla="*/ 0 w 9144000"/>
              <a:gd name="connsiteY7" fmla="*/ 13162 h 2283459"/>
              <a:gd name="connsiteX0" fmla="*/ 0 w 9144000"/>
              <a:gd name="connsiteY0" fmla="*/ 150322 h 2420619"/>
              <a:gd name="connsiteX1" fmla="*/ 7642860 w 9144000"/>
              <a:gd name="connsiteY1" fmla="*/ 144780 h 2420619"/>
              <a:gd name="connsiteX2" fmla="*/ 8260080 w 9144000"/>
              <a:gd name="connsiteY2" fmla="*/ 0 h 2420619"/>
              <a:gd name="connsiteX3" fmla="*/ 8877300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609523 w 9144000"/>
              <a:gd name="connsiteY1" fmla="*/ 140017 h 2420619"/>
              <a:gd name="connsiteX2" fmla="*/ 8260080 w 9144000"/>
              <a:gd name="connsiteY2" fmla="*/ 0 h 2420619"/>
              <a:gd name="connsiteX3" fmla="*/ 8877300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609523 w 9144000"/>
              <a:gd name="connsiteY1" fmla="*/ 140017 h 2420619"/>
              <a:gd name="connsiteX2" fmla="*/ 8260080 w 9144000"/>
              <a:gd name="connsiteY2" fmla="*/ 0 h 2420619"/>
              <a:gd name="connsiteX3" fmla="*/ 8893969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602379 w 9144000"/>
              <a:gd name="connsiteY1" fmla="*/ 147161 h 2420619"/>
              <a:gd name="connsiteX2" fmla="*/ 8260080 w 9144000"/>
              <a:gd name="connsiteY2" fmla="*/ 0 h 2420619"/>
              <a:gd name="connsiteX3" fmla="*/ 8893969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576185 w 9144000"/>
              <a:gd name="connsiteY1" fmla="*/ 144780 h 2420619"/>
              <a:gd name="connsiteX2" fmla="*/ 8260080 w 9144000"/>
              <a:gd name="connsiteY2" fmla="*/ 0 h 2420619"/>
              <a:gd name="connsiteX3" fmla="*/ 8893969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576185 w 9144000"/>
              <a:gd name="connsiteY1" fmla="*/ 144780 h 2420619"/>
              <a:gd name="connsiteX2" fmla="*/ 8260080 w 9144000"/>
              <a:gd name="connsiteY2" fmla="*/ 0 h 2420619"/>
              <a:gd name="connsiteX3" fmla="*/ 8893969 w 9144000"/>
              <a:gd name="connsiteY3" fmla="*/ 149543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576185 w 9144000"/>
              <a:gd name="connsiteY1" fmla="*/ 144780 h 2420619"/>
              <a:gd name="connsiteX2" fmla="*/ 8260080 w 9144000"/>
              <a:gd name="connsiteY2" fmla="*/ 0 h 2420619"/>
              <a:gd name="connsiteX3" fmla="*/ 8936831 w 9144000"/>
              <a:gd name="connsiteY3" fmla="*/ 151924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6381"/>
              <a:gd name="connsiteY0" fmla="*/ 150322 h 2420619"/>
              <a:gd name="connsiteX1" fmla="*/ 7576185 w 9146381"/>
              <a:gd name="connsiteY1" fmla="*/ 144780 h 2420619"/>
              <a:gd name="connsiteX2" fmla="*/ 8260080 w 9146381"/>
              <a:gd name="connsiteY2" fmla="*/ 0 h 2420619"/>
              <a:gd name="connsiteX3" fmla="*/ 8936831 w 9146381"/>
              <a:gd name="connsiteY3" fmla="*/ 151924 h 2420619"/>
              <a:gd name="connsiteX4" fmla="*/ 9146381 w 9146381"/>
              <a:gd name="connsiteY4" fmla="*/ 147941 h 2420619"/>
              <a:gd name="connsiteX5" fmla="*/ 9144000 w 9146381"/>
              <a:gd name="connsiteY5" fmla="*/ 2420619 h 2420619"/>
              <a:gd name="connsiteX6" fmla="*/ 0 w 9146381"/>
              <a:gd name="connsiteY6" fmla="*/ 2420619 h 2420619"/>
              <a:gd name="connsiteX7" fmla="*/ 0 w 9146381"/>
              <a:gd name="connsiteY7" fmla="*/ 150322 h 2420619"/>
              <a:gd name="connsiteX0" fmla="*/ 0 w 9146381"/>
              <a:gd name="connsiteY0" fmla="*/ 150322 h 2420619"/>
              <a:gd name="connsiteX1" fmla="*/ 7576185 w 9146381"/>
              <a:gd name="connsiteY1" fmla="*/ 144780 h 2420619"/>
              <a:gd name="connsiteX2" fmla="*/ 8260080 w 9146381"/>
              <a:gd name="connsiteY2" fmla="*/ 0 h 2420619"/>
              <a:gd name="connsiteX3" fmla="*/ 8936831 w 9146381"/>
              <a:gd name="connsiteY3" fmla="*/ 147162 h 2420619"/>
              <a:gd name="connsiteX4" fmla="*/ 9146381 w 9146381"/>
              <a:gd name="connsiteY4" fmla="*/ 147941 h 2420619"/>
              <a:gd name="connsiteX5" fmla="*/ 9144000 w 9146381"/>
              <a:gd name="connsiteY5" fmla="*/ 2420619 h 2420619"/>
              <a:gd name="connsiteX6" fmla="*/ 0 w 9146381"/>
              <a:gd name="connsiteY6" fmla="*/ 2420619 h 2420619"/>
              <a:gd name="connsiteX7" fmla="*/ 0 w 9146381"/>
              <a:gd name="connsiteY7" fmla="*/ 150322 h 2420619"/>
              <a:gd name="connsiteX0" fmla="*/ 0 w 9146381"/>
              <a:gd name="connsiteY0" fmla="*/ 150322 h 2420619"/>
              <a:gd name="connsiteX1" fmla="*/ 7566660 w 9146381"/>
              <a:gd name="connsiteY1" fmla="*/ 142399 h 2420619"/>
              <a:gd name="connsiteX2" fmla="*/ 8260080 w 9146381"/>
              <a:gd name="connsiteY2" fmla="*/ 0 h 2420619"/>
              <a:gd name="connsiteX3" fmla="*/ 8936831 w 9146381"/>
              <a:gd name="connsiteY3" fmla="*/ 147162 h 2420619"/>
              <a:gd name="connsiteX4" fmla="*/ 9146381 w 9146381"/>
              <a:gd name="connsiteY4" fmla="*/ 147941 h 2420619"/>
              <a:gd name="connsiteX5" fmla="*/ 9144000 w 9146381"/>
              <a:gd name="connsiteY5" fmla="*/ 2420619 h 2420619"/>
              <a:gd name="connsiteX6" fmla="*/ 0 w 9146381"/>
              <a:gd name="connsiteY6" fmla="*/ 2420619 h 2420619"/>
              <a:gd name="connsiteX7" fmla="*/ 0 w 9146381"/>
              <a:gd name="connsiteY7" fmla="*/ 150322 h 2420619"/>
              <a:gd name="connsiteX0" fmla="*/ 0 w 9146381"/>
              <a:gd name="connsiteY0" fmla="*/ 155084 h 2425381"/>
              <a:gd name="connsiteX1" fmla="*/ 7566660 w 9146381"/>
              <a:gd name="connsiteY1" fmla="*/ 147161 h 2425381"/>
              <a:gd name="connsiteX2" fmla="*/ 8250555 w 9146381"/>
              <a:gd name="connsiteY2" fmla="*/ 0 h 2425381"/>
              <a:gd name="connsiteX3" fmla="*/ 8936831 w 9146381"/>
              <a:gd name="connsiteY3" fmla="*/ 151924 h 2425381"/>
              <a:gd name="connsiteX4" fmla="*/ 9146381 w 9146381"/>
              <a:gd name="connsiteY4" fmla="*/ 152703 h 2425381"/>
              <a:gd name="connsiteX5" fmla="*/ 9144000 w 9146381"/>
              <a:gd name="connsiteY5" fmla="*/ 2425381 h 2425381"/>
              <a:gd name="connsiteX6" fmla="*/ 0 w 9146381"/>
              <a:gd name="connsiteY6" fmla="*/ 2425381 h 2425381"/>
              <a:gd name="connsiteX7" fmla="*/ 0 w 9146381"/>
              <a:gd name="connsiteY7" fmla="*/ 155084 h 2425381"/>
              <a:gd name="connsiteX0" fmla="*/ 0 w 9146381"/>
              <a:gd name="connsiteY0" fmla="*/ 82234 h 2425381"/>
              <a:gd name="connsiteX1" fmla="*/ 7566660 w 9146381"/>
              <a:gd name="connsiteY1" fmla="*/ 147161 h 2425381"/>
              <a:gd name="connsiteX2" fmla="*/ 8250555 w 9146381"/>
              <a:gd name="connsiteY2" fmla="*/ 0 h 2425381"/>
              <a:gd name="connsiteX3" fmla="*/ 8936831 w 9146381"/>
              <a:gd name="connsiteY3" fmla="*/ 151924 h 2425381"/>
              <a:gd name="connsiteX4" fmla="*/ 9146381 w 9146381"/>
              <a:gd name="connsiteY4" fmla="*/ 152703 h 2425381"/>
              <a:gd name="connsiteX5" fmla="*/ 9144000 w 9146381"/>
              <a:gd name="connsiteY5" fmla="*/ 2425381 h 2425381"/>
              <a:gd name="connsiteX6" fmla="*/ 0 w 9146381"/>
              <a:gd name="connsiteY6" fmla="*/ 2425381 h 2425381"/>
              <a:gd name="connsiteX7" fmla="*/ 0 w 9146381"/>
              <a:gd name="connsiteY7" fmla="*/ 82234 h 2425381"/>
              <a:gd name="connsiteX0" fmla="*/ 0 w 9146381"/>
              <a:gd name="connsiteY0" fmla="*/ 82234 h 2425381"/>
              <a:gd name="connsiteX1" fmla="*/ 7566660 w 9146381"/>
              <a:gd name="connsiteY1" fmla="*/ 147161 h 2425381"/>
              <a:gd name="connsiteX2" fmla="*/ 8250555 w 9146381"/>
              <a:gd name="connsiteY2" fmla="*/ 0 h 2425381"/>
              <a:gd name="connsiteX3" fmla="*/ 8936831 w 9146381"/>
              <a:gd name="connsiteY3" fmla="*/ 151924 h 2425381"/>
              <a:gd name="connsiteX4" fmla="*/ 9146381 w 9146381"/>
              <a:gd name="connsiteY4" fmla="*/ 79853 h 2425381"/>
              <a:gd name="connsiteX5" fmla="*/ 9144000 w 9146381"/>
              <a:gd name="connsiteY5" fmla="*/ 2425381 h 2425381"/>
              <a:gd name="connsiteX6" fmla="*/ 0 w 9146381"/>
              <a:gd name="connsiteY6" fmla="*/ 2425381 h 2425381"/>
              <a:gd name="connsiteX7" fmla="*/ 0 w 9146381"/>
              <a:gd name="connsiteY7" fmla="*/ 82234 h 2425381"/>
              <a:gd name="connsiteX0" fmla="*/ 0 w 9146381"/>
              <a:gd name="connsiteY0" fmla="*/ 82234 h 2425381"/>
              <a:gd name="connsiteX1" fmla="*/ 7566660 w 9146381"/>
              <a:gd name="connsiteY1" fmla="*/ 147161 h 2425381"/>
              <a:gd name="connsiteX2" fmla="*/ 8250555 w 9146381"/>
              <a:gd name="connsiteY2" fmla="*/ 0 h 2425381"/>
              <a:gd name="connsiteX3" fmla="*/ 8924131 w 9146381"/>
              <a:gd name="connsiteY3" fmla="*/ 86012 h 2425381"/>
              <a:gd name="connsiteX4" fmla="*/ 9146381 w 9146381"/>
              <a:gd name="connsiteY4" fmla="*/ 79853 h 2425381"/>
              <a:gd name="connsiteX5" fmla="*/ 9144000 w 9146381"/>
              <a:gd name="connsiteY5" fmla="*/ 2425381 h 2425381"/>
              <a:gd name="connsiteX6" fmla="*/ 0 w 9146381"/>
              <a:gd name="connsiteY6" fmla="*/ 2425381 h 2425381"/>
              <a:gd name="connsiteX7" fmla="*/ 0 w 9146381"/>
              <a:gd name="connsiteY7" fmla="*/ 82234 h 2425381"/>
              <a:gd name="connsiteX0" fmla="*/ 0 w 9146381"/>
              <a:gd name="connsiteY0" fmla="*/ 82234 h 2425381"/>
              <a:gd name="connsiteX1" fmla="*/ 7566660 w 9146381"/>
              <a:gd name="connsiteY1" fmla="*/ 74311 h 2425381"/>
              <a:gd name="connsiteX2" fmla="*/ 8250555 w 9146381"/>
              <a:gd name="connsiteY2" fmla="*/ 0 h 2425381"/>
              <a:gd name="connsiteX3" fmla="*/ 8924131 w 9146381"/>
              <a:gd name="connsiteY3" fmla="*/ 86012 h 2425381"/>
              <a:gd name="connsiteX4" fmla="*/ 9146381 w 9146381"/>
              <a:gd name="connsiteY4" fmla="*/ 79853 h 2425381"/>
              <a:gd name="connsiteX5" fmla="*/ 9144000 w 9146381"/>
              <a:gd name="connsiteY5" fmla="*/ 2425381 h 2425381"/>
              <a:gd name="connsiteX6" fmla="*/ 0 w 9146381"/>
              <a:gd name="connsiteY6" fmla="*/ 2425381 h 2425381"/>
              <a:gd name="connsiteX7" fmla="*/ 0 w 9146381"/>
              <a:gd name="connsiteY7" fmla="*/ 82234 h 2425381"/>
              <a:gd name="connsiteX0" fmla="*/ 0 w 9146381"/>
              <a:gd name="connsiteY0" fmla="*/ 82234 h 2425381"/>
              <a:gd name="connsiteX1" fmla="*/ 7566660 w 9146381"/>
              <a:gd name="connsiteY1" fmla="*/ 74311 h 2425381"/>
              <a:gd name="connsiteX2" fmla="*/ 8250555 w 9146381"/>
              <a:gd name="connsiteY2" fmla="*/ 0 h 2425381"/>
              <a:gd name="connsiteX3" fmla="*/ 8927306 w 9146381"/>
              <a:gd name="connsiteY3" fmla="*/ 80808 h 2425381"/>
              <a:gd name="connsiteX4" fmla="*/ 9146381 w 9146381"/>
              <a:gd name="connsiteY4" fmla="*/ 79853 h 2425381"/>
              <a:gd name="connsiteX5" fmla="*/ 9144000 w 9146381"/>
              <a:gd name="connsiteY5" fmla="*/ 2425381 h 2425381"/>
              <a:gd name="connsiteX6" fmla="*/ 0 w 9146381"/>
              <a:gd name="connsiteY6" fmla="*/ 2425381 h 2425381"/>
              <a:gd name="connsiteX7" fmla="*/ 0 w 9146381"/>
              <a:gd name="connsiteY7" fmla="*/ 82234 h 2425381"/>
              <a:gd name="connsiteX0" fmla="*/ 0 w 9146381"/>
              <a:gd name="connsiteY0" fmla="*/ 82234 h 2425381"/>
              <a:gd name="connsiteX1" fmla="*/ 7566660 w 9146381"/>
              <a:gd name="connsiteY1" fmla="*/ 74311 h 2425381"/>
              <a:gd name="connsiteX2" fmla="*/ 8250555 w 9146381"/>
              <a:gd name="connsiteY2" fmla="*/ 0 h 2425381"/>
              <a:gd name="connsiteX3" fmla="*/ 8927306 w 9146381"/>
              <a:gd name="connsiteY3" fmla="*/ 80808 h 2425381"/>
              <a:gd name="connsiteX4" fmla="*/ 9146381 w 9146381"/>
              <a:gd name="connsiteY4" fmla="*/ 85057 h 2425381"/>
              <a:gd name="connsiteX5" fmla="*/ 9144000 w 9146381"/>
              <a:gd name="connsiteY5" fmla="*/ 2425381 h 2425381"/>
              <a:gd name="connsiteX6" fmla="*/ 0 w 9146381"/>
              <a:gd name="connsiteY6" fmla="*/ 2425381 h 2425381"/>
              <a:gd name="connsiteX7" fmla="*/ 0 w 9146381"/>
              <a:gd name="connsiteY7" fmla="*/ 82234 h 2425381"/>
              <a:gd name="connsiteX0" fmla="*/ 0 w 9146381"/>
              <a:gd name="connsiteY0" fmla="*/ 82234 h 2425381"/>
              <a:gd name="connsiteX1" fmla="*/ 7566660 w 9146381"/>
              <a:gd name="connsiteY1" fmla="*/ 74311 h 2425381"/>
              <a:gd name="connsiteX2" fmla="*/ 8250555 w 9146381"/>
              <a:gd name="connsiteY2" fmla="*/ 0 h 2425381"/>
              <a:gd name="connsiteX3" fmla="*/ 8927306 w 9146381"/>
              <a:gd name="connsiteY3" fmla="*/ 80808 h 2425381"/>
              <a:gd name="connsiteX4" fmla="*/ 9146381 w 9146381"/>
              <a:gd name="connsiteY4" fmla="*/ 79854 h 2425381"/>
              <a:gd name="connsiteX5" fmla="*/ 9144000 w 9146381"/>
              <a:gd name="connsiteY5" fmla="*/ 2425381 h 2425381"/>
              <a:gd name="connsiteX6" fmla="*/ 0 w 9146381"/>
              <a:gd name="connsiteY6" fmla="*/ 2425381 h 2425381"/>
              <a:gd name="connsiteX7" fmla="*/ 0 w 9146381"/>
              <a:gd name="connsiteY7" fmla="*/ 82234 h 242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6381" h="2425381">
                <a:moveTo>
                  <a:pt x="0" y="82234"/>
                </a:moveTo>
                <a:lnTo>
                  <a:pt x="7566660" y="74311"/>
                </a:lnTo>
                <a:lnTo>
                  <a:pt x="8250555" y="0"/>
                </a:lnTo>
                <a:lnTo>
                  <a:pt x="8927306" y="80808"/>
                </a:lnTo>
                <a:lnTo>
                  <a:pt x="9146381" y="79854"/>
                </a:lnTo>
                <a:cubicBezTo>
                  <a:pt x="9145587" y="837413"/>
                  <a:pt x="9144794" y="1667822"/>
                  <a:pt x="9144000" y="2425381"/>
                </a:cubicBezTo>
                <a:lnTo>
                  <a:pt x="0" y="2425381"/>
                </a:lnTo>
                <a:lnTo>
                  <a:pt x="0" y="82234"/>
                </a:lnTo>
                <a:close/>
              </a:path>
            </a:pathLst>
          </a:custGeom>
          <a:noFill/>
        </p:spPr>
        <p:txBody>
          <a:bodyPr/>
          <a:lstStyle>
            <a:lvl1pPr marL="114300" indent="0">
              <a:buNone/>
              <a:defRPr/>
            </a:lvl1pPr>
          </a:lstStyle>
          <a:p>
            <a:r>
              <a:rPr lang="en-IN" dirty="0"/>
              <a:t> </a:t>
            </a:r>
            <a:endParaRPr lang="en-AU" dirty="0"/>
          </a:p>
        </p:txBody>
      </p:sp>
      <p:sp>
        <p:nvSpPr>
          <p:cNvPr id="5" name="Google Shape;10;p2">
            <a:extLst>
              <a:ext uri="{FF2B5EF4-FFF2-40B4-BE49-F238E27FC236}">
                <a16:creationId xmlns:a16="http://schemas.microsoft.com/office/drawing/2014/main" id="{7DE77569-CF12-8ADA-417E-A17EED745482}"/>
              </a:ext>
            </a:extLst>
          </p:cNvPr>
          <p:cNvSpPr txBox="1">
            <a:spLocks noGrp="1"/>
          </p:cNvSpPr>
          <p:nvPr>
            <p:ph type="ctrTitle" hasCustomPrompt="1"/>
          </p:nvPr>
        </p:nvSpPr>
        <p:spPr>
          <a:xfrm>
            <a:off x="311708" y="1927513"/>
            <a:ext cx="4260292" cy="1047749"/>
          </a:xfrm>
          <a:prstGeom prst="rect">
            <a:avLst/>
          </a:prstGeom>
        </p:spPr>
        <p:txBody>
          <a:bodyPr spcFirstLastPara="1" wrap="square" lIns="90000" tIns="90000" rIns="90000" bIns="36000" anchor="b" anchorCtr="0">
            <a:noAutofit/>
          </a:bodyPr>
          <a:lstStyle>
            <a:lvl1pPr lvl="0" algn="l">
              <a:spcBef>
                <a:spcPts val="0"/>
              </a:spcBef>
              <a:spcAft>
                <a:spcPts val="0"/>
              </a:spcAft>
              <a:buSzPts val="5200"/>
              <a:buNone/>
              <a:defRPr sz="2800" b="1">
                <a:solidFill>
                  <a:schemeClr val="tx1"/>
                </a:solidFill>
                <a:latin typeface="PP Neue Machina Plain Ultrabold" pitchFamily="50" charset="0"/>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br>
              <a:rPr lang="en-IN" dirty="0"/>
            </a:br>
            <a:r>
              <a:rPr lang="en-IN" dirty="0"/>
              <a:t>Click here to </a:t>
            </a:r>
            <a:br>
              <a:rPr lang="en-IN" dirty="0"/>
            </a:br>
            <a:r>
              <a:rPr lang="en-IN" dirty="0"/>
              <a:t>add title</a:t>
            </a:r>
            <a:endParaRPr dirty="0"/>
          </a:p>
        </p:txBody>
      </p:sp>
      <p:sp>
        <p:nvSpPr>
          <p:cNvPr id="6" name="Google Shape;11;p2">
            <a:extLst>
              <a:ext uri="{FF2B5EF4-FFF2-40B4-BE49-F238E27FC236}">
                <a16:creationId xmlns:a16="http://schemas.microsoft.com/office/drawing/2014/main" id="{0C50BD5F-C55E-53AD-DB29-26F4E5A5E512}"/>
              </a:ext>
            </a:extLst>
          </p:cNvPr>
          <p:cNvSpPr txBox="1">
            <a:spLocks noGrp="1"/>
          </p:cNvSpPr>
          <p:nvPr>
            <p:ph type="subTitle" idx="1"/>
          </p:nvPr>
        </p:nvSpPr>
        <p:spPr>
          <a:xfrm>
            <a:off x="304800" y="2994313"/>
            <a:ext cx="4260292" cy="457200"/>
          </a:xfrm>
          <a:prstGeom prst="rect">
            <a:avLst/>
          </a:prstGeom>
        </p:spPr>
        <p:txBody>
          <a:bodyPr spcFirstLastPara="1" wrap="square" lIns="90000" tIns="90000" rIns="90000" bIns="90000" anchor="t" anchorCtr="0">
            <a:noAutofit/>
          </a:bodyPr>
          <a:lstStyle>
            <a:lvl1pPr marL="0" lvl="0" indent="0" algn="l">
              <a:lnSpc>
                <a:spcPct val="100000"/>
              </a:lnSpc>
              <a:spcBef>
                <a:spcPts val="0"/>
              </a:spcBef>
              <a:spcAft>
                <a:spcPts val="0"/>
              </a:spcAft>
              <a:buSzPts val="2800"/>
              <a:buNone/>
              <a:defRPr sz="1800">
                <a:solidFill>
                  <a:schemeClr val="accent2"/>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dirty="0"/>
          </a:p>
        </p:txBody>
      </p:sp>
      <p:sp>
        <p:nvSpPr>
          <p:cNvPr id="2" name="Freeform: Shape 8">
            <a:extLst>
              <a:ext uri="{FF2B5EF4-FFF2-40B4-BE49-F238E27FC236}">
                <a16:creationId xmlns:a16="http://schemas.microsoft.com/office/drawing/2014/main" id="{A34FC852-C9CC-7F02-D8F6-50D0E323339B}"/>
              </a:ext>
            </a:extLst>
          </p:cNvPr>
          <p:cNvSpPr/>
          <p:nvPr userDrawn="1"/>
        </p:nvSpPr>
        <p:spPr>
          <a:xfrm>
            <a:off x="0" y="0"/>
            <a:ext cx="9144000" cy="857250"/>
          </a:xfrm>
          <a:custGeom>
            <a:avLst/>
            <a:gdLst>
              <a:gd name="connsiteX0" fmla="*/ 0 w 9144000"/>
              <a:gd name="connsiteY0" fmla="*/ 0 h 857250"/>
              <a:gd name="connsiteX1" fmla="*/ 0 w 9144000"/>
              <a:gd name="connsiteY1" fmla="*/ 857250 h 857250"/>
              <a:gd name="connsiteX2" fmla="*/ 7540609 w 9144000"/>
              <a:gd name="connsiteY2" fmla="*/ 857250 h 857250"/>
              <a:gd name="connsiteX3" fmla="*/ 8245698 w 9144000"/>
              <a:gd name="connsiteY3" fmla="*/ 707422 h 857250"/>
              <a:gd name="connsiteX4" fmla="*/ 8933831 w 9144000"/>
              <a:gd name="connsiteY4" fmla="*/ 857250 h 857250"/>
              <a:gd name="connsiteX5" fmla="*/ 9144000 w 9144000"/>
              <a:gd name="connsiteY5" fmla="*/ 857250 h 857250"/>
              <a:gd name="connsiteX6" fmla="*/ 9144000 w 9144000"/>
              <a:gd name="connsiteY6" fmla="*/ 0 h 857250"/>
              <a:gd name="connsiteX7" fmla="*/ 0 w 9144000"/>
              <a:gd name="connsiteY7" fmla="*/ 0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0" h="857250">
                <a:moveTo>
                  <a:pt x="0" y="0"/>
                </a:moveTo>
                <a:lnTo>
                  <a:pt x="0" y="857250"/>
                </a:lnTo>
                <a:lnTo>
                  <a:pt x="7540609" y="857250"/>
                </a:lnTo>
                <a:lnTo>
                  <a:pt x="8245698" y="707422"/>
                </a:lnTo>
                <a:lnTo>
                  <a:pt x="8933831" y="857250"/>
                </a:lnTo>
                <a:lnTo>
                  <a:pt x="9144000" y="857250"/>
                </a:lnTo>
                <a:lnTo>
                  <a:pt x="9144000" y="0"/>
                </a:lnTo>
                <a:lnTo>
                  <a:pt x="0" y="0"/>
                </a:lnTo>
                <a:close/>
              </a:path>
            </a:pathLst>
          </a:custGeom>
          <a:gradFill>
            <a:gsLst>
              <a:gs pos="0">
                <a:srgbClr val="ED1A7D"/>
              </a:gs>
              <a:gs pos="50000">
                <a:srgbClr val="BB1B6D"/>
              </a:gs>
              <a:gs pos="100000">
                <a:srgbClr val="891D5D"/>
              </a:gs>
            </a:gsLst>
            <a:lin ang="0" scaled="1"/>
          </a:gradFill>
          <a:ln w="8132" cap="flat">
            <a:noFill/>
            <a:prstDash val="solid"/>
            <a:miter/>
          </a:ln>
        </p:spPr>
        <p:txBody>
          <a:bodyPr rtlCol="0" anchor="ctr"/>
          <a:lstStyle/>
          <a:p>
            <a:pPr marL="0" lvl="0" defTabSz="914400" eaLnBrk="1" latinLnBrk="0" hangingPunct="1"/>
            <a:endParaRPr lang="en-AU" sz="1800" kern="1200">
              <a:solidFill>
                <a:schemeClr val="tx1"/>
              </a:solidFill>
              <a:latin typeface="+mn-lt"/>
              <a:ea typeface="+mn-ea"/>
              <a:cs typeface="+mn-cs"/>
            </a:endParaRPr>
          </a:p>
        </p:txBody>
      </p:sp>
      <p:sp>
        <p:nvSpPr>
          <p:cNvPr id="7" name="Freeform: Shape 9">
            <a:extLst>
              <a:ext uri="{FF2B5EF4-FFF2-40B4-BE49-F238E27FC236}">
                <a16:creationId xmlns:a16="http://schemas.microsoft.com/office/drawing/2014/main" id="{CAE76EE9-1555-C624-0157-BAD4EBEAD95F}"/>
              </a:ext>
            </a:extLst>
          </p:cNvPr>
          <p:cNvSpPr/>
          <p:nvPr userDrawn="1"/>
        </p:nvSpPr>
        <p:spPr>
          <a:xfrm>
            <a:off x="7540608" y="437149"/>
            <a:ext cx="1246536" cy="285083"/>
          </a:xfrm>
          <a:custGeom>
            <a:avLst/>
            <a:gdLst>
              <a:gd name="connsiteX0" fmla="*/ 718995 w 1246536"/>
              <a:gd name="connsiteY0" fmla="*/ 0 h 285083"/>
              <a:gd name="connsiteX1" fmla="*/ 769239 w 1246536"/>
              <a:gd name="connsiteY1" fmla="*/ 10668 h 285083"/>
              <a:gd name="connsiteX2" fmla="*/ 842391 w 1246536"/>
              <a:gd name="connsiteY2" fmla="*/ 94726 h 285083"/>
              <a:gd name="connsiteX3" fmla="*/ 769239 w 1246536"/>
              <a:gd name="connsiteY3" fmla="*/ 147876 h 285083"/>
              <a:gd name="connsiteX4" fmla="*/ 718995 w 1246536"/>
              <a:gd name="connsiteY4" fmla="*/ 137208 h 285083"/>
              <a:gd name="connsiteX5" fmla="*/ 718995 w 1246536"/>
              <a:gd name="connsiteY5" fmla="*/ 48 h 285083"/>
              <a:gd name="connsiteX6" fmla="*/ 769239 w 1246536"/>
              <a:gd name="connsiteY6" fmla="*/ 116681 h 285083"/>
              <a:gd name="connsiteX7" fmla="*/ 808530 w 1246536"/>
              <a:gd name="connsiteY7" fmla="*/ 87487 h 285083"/>
              <a:gd name="connsiteX8" fmla="*/ 769239 w 1246536"/>
              <a:gd name="connsiteY8" fmla="*/ 41577 h 285083"/>
              <a:gd name="connsiteX9" fmla="*/ 752856 w 1246536"/>
              <a:gd name="connsiteY9" fmla="*/ 38100 h 285083"/>
              <a:gd name="connsiteX10" fmla="*/ 752856 w 1246536"/>
              <a:gd name="connsiteY10" fmla="*/ 113205 h 285083"/>
              <a:gd name="connsiteX11" fmla="*/ 769239 w 1246536"/>
              <a:gd name="connsiteY11" fmla="*/ 116681 h 285083"/>
              <a:gd name="connsiteX12" fmla="*/ 947024 w 1246536"/>
              <a:gd name="connsiteY12" fmla="*/ 48482 h 285083"/>
              <a:gd name="connsiteX13" fmla="*/ 947024 w 1246536"/>
              <a:gd name="connsiteY13" fmla="*/ 79391 h 285083"/>
              <a:gd name="connsiteX14" fmla="*/ 917067 w 1246536"/>
              <a:gd name="connsiteY14" fmla="*/ 73009 h 285083"/>
              <a:gd name="connsiteX15" fmla="*/ 917067 w 1246536"/>
              <a:gd name="connsiteY15" fmla="*/ 148114 h 285083"/>
              <a:gd name="connsiteX16" fmla="*/ 947024 w 1246536"/>
              <a:gd name="connsiteY16" fmla="*/ 154496 h 285083"/>
              <a:gd name="connsiteX17" fmla="*/ 947024 w 1246536"/>
              <a:gd name="connsiteY17" fmla="*/ 185642 h 285083"/>
              <a:gd name="connsiteX18" fmla="*/ 853393 w 1246536"/>
              <a:gd name="connsiteY18" fmla="*/ 165735 h 285083"/>
              <a:gd name="connsiteX19" fmla="*/ 853393 w 1246536"/>
              <a:gd name="connsiteY19" fmla="*/ 134588 h 285083"/>
              <a:gd name="connsiteX20" fmla="*/ 883349 w 1246536"/>
              <a:gd name="connsiteY20" fmla="*/ 140970 h 285083"/>
              <a:gd name="connsiteX21" fmla="*/ 883349 w 1246536"/>
              <a:gd name="connsiteY21" fmla="*/ 65865 h 285083"/>
              <a:gd name="connsiteX22" fmla="*/ 853393 w 1246536"/>
              <a:gd name="connsiteY22" fmla="*/ 59484 h 285083"/>
              <a:gd name="connsiteX23" fmla="*/ 853393 w 1246536"/>
              <a:gd name="connsiteY23" fmla="*/ 28575 h 285083"/>
              <a:gd name="connsiteX24" fmla="*/ 947024 w 1246536"/>
              <a:gd name="connsiteY24" fmla="*/ 48482 h 285083"/>
              <a:gd name="connsiteX25" fmla="*/ 1026319 w 1246536"/>
              <a:gd name="connsiteY25" fmla="*/ 62579 h 285083"/>
              <a:gd name="connsiteX26" fmla="*/ 1094994 w 1246536"/>
              <a:gd name="connsiteY26" fmla="*/ 148399 h 285083"/>
              <a:gd name="connsiteX27" fmla="*/ 1026319 w 1246536"/>
              <a:gd name="connsiteY27" fmla="*/ 205216 h 285083"/>
              <a:gd name="connsiteX28" fmla="*/ 957263 w 1246536"/>
              <a:gd name="connsiteY28" fmla="*/ 119158 h 285083"/>
              <a:gd name="connsiteX29" fmla="*/ 1026319 w 1246536"/>
              <a:gd name="connsiteY29" fmla="*/ 62627 h 285083"/>
              <a:gd name="connsiteX30" fmla="*/ 1026319 w 1246536"/>
              <a:gd name="connsiteY30" fmla="*/ 173117 h 285083"/>
              <a:gd name="connsiteX31" fmla="*/ 1060180 w 1246536"/>
              <a:gd name="connsiteY31" fmla="*/ 141018 h 285083"/>
              <a:gd name="connsiteX32" fmla="*/ 1026319 w 1246536"/>
              <a:gd name="connsiteY32" fmla="*/ 94726 h 285083"/>
              <a:gd name="connsiteX33" fmla="*/ 992267 w 1246536"/>
              <a:gd name="connsiteY33" fmla="*/ 126587 h 285083"/>
              <a:gd name="connsiteX34" fmla="*/ 1026319 w 1246536"/>
              <a:gd name="connsiteY34" fmla="*/ 173117 h 285083"/>
              <a:gd name="connsiteX35" fmla="*/ 1111949 w 1246536"/>
              <a:gd name="connsiteY35" fmla="*/ 83534 h 285083"/>
              <a:gd name="connsiteX36" fmla="*/ 1175814 w 1246536"/>
              <a:gd name="connsiteY36" fmla="*/ 97107 h 285083"/>
              <a:gd name="connsiteX37" fmla="*/ 1212675 w 1246536"/>
              <a:gd name="connsiteY37" fmla="*/ 230791 h 285083"/>
              <a:gd name="connsiteX38" fmla="*/ 1212675 w 1246536"/>
              <a:gd name="connsiteY38" fmla="*/ 104918 h 285083"/>
              <a:gd name="connsiteX39" fmla="*/ 1246537 w 1246536"/>
              <a:gd name="connsiteY39" fmla="*/ 112109 h 285083"/>
              <a:gd name="connsiteX40" fmla="*/ 1246537 w 1246536"/>
              <a:gd name="connsiteY40" fmla="*/ 249269 h 285083"/>
              <a:gd name="connsiteX41" fmla="*/ 1182672 w 1246536"/>
              <a:gd name="connsiteY41" fmla="*/ 235696 h 285083"/>
              <a:gd name="connsiteX42" fmla="*/ 1145810 w 1246536"/>
              <a:gd name="connsiteY42" fmla="*/ 102013 h 285083"/>
              <a:gd name="connsiteX43" fmla="*/ 1145810 w 1246536"/>
              <a:gd name="connsiteY43" fmla="*/ 227886 h 285083"/>
              <a:gd name="connsiteX44" fmla="*/ 1111949 w 1246536"/>
              <a:gd name="connsiteY44" fmla="*/ 220694 h 285083"/>
              <a:gd name="connsiteX45" fmla="*/ 1111949 w 1246536"/>
              <a:gd name="connsiteY45" fmla="*/ 83534 h 285083"/>
              <a:gd name="connsiteX46" fmla="*/ 42101 w 1246536"/>
              <a:gd name="connsiteY46" fmla="*/ 138970 h 285083"/>
              <a:gd name="connsiteX47" fmla="*/ 104108 w 1246536"/>
              <a:gd name="connsiteY47" fmla="*/ 125778 h 285083"/>
              <a:gd name="connsiteX48" fmla="*/ 145971 w 1246536"/>
              <a:gd name="connsiteY48" fmla="*/ 254032 h 285083"/>
              <a:gd name="connsiteX49" fmla="*/ 110061 w 1246536"/>
              <a:gd name="connsiteY49" fmla="*/ 261652 h 285083"/>
              <a:gd name="connsiteX50" fmla="*/ 97774 w 1246536"/>
              <a:gd name="connsiteY50" fmla="*/ 222837 h 285083"/>
              <a:gd name="connsiteX51" fmla="*/ 47863 w 1246536"/>
              <a:gd name="connsiteY51" fmla="*/ 233458 h 285083"/>
              <a:gd name="connsiteX52" fmla="*/ 35576 w 1246536"/>
              <a:gd name="connsiteY52" fmla="*/ 277511 h 285083"/>
              <a:gd name="connsiteX53" fmla="*/ 0 w 1246536"/>
              <a:gd name="connsiteY53" fmla="*/ 285083 h 285083"/>
              <a:gd name="connsiteX54" fmla="*/ 42053 w 1246536"/>
              <a:gd name="connsiteY54" fmla="*/ 138970 h 285083"/>
              <a:gd name="connsiteX55" fmla="*/ 88440 w 1246536"/>
              <a:gd name="connsiteY55" fmla="*/ 193881 h 285083"/>
              <a:gd name="connsiteX56" fmla="*/ 72819 w 1246536"/>
              <a:gd name="connsiteY56" fmla="*/ 144875 h 285083"/>
              <a:gd name="connsiteX57" fmla="*/ 57198 w 1246536"/>
              <a:gd name="connsiteY57" fmla="*/ 200549 h 285083"/>
              <a:gd name="connsiteX58" fmla="*/ 88488 w 1246536"/>
              <a:gd name="connsiteY58" fmla="*/ 193881 h 285083"/>
              <a:gd name="connsiteX59" fmla="*/ 214646 w 1246536"/>
              <a:gd name="connsiteY59" fmla="*/ 242173 h 285083"/>
              <a:gd name="connsiteX60" fmla="*/ 148733 w 1246536"/>
              <a:gd name="connsiteY60" fmla="*/ 199930 h 285083"/>
              <a:gd name="connsiteX61" fmla="*/ 183738 w 1246536"/>
              <a:gd name="connsiteY61" fmla="*/ 192500 h 285083"/>
              <a:gd name="connsiteX62" fmla="*/ 215408 w 1246536"/>
              <a:gd name="connsiteY62" fmla="*/ 212408 h 285083"/>
              <a:gd name="connsiteX63" fmla="*/ 239030 w 1246536"/>
              <a:gd name="connsiteY63" fmla="*/ 195310 h 285083"/>
              <a:gd name="connsiteX64" fmla="*/ 227886 w 1246536"/>
              <a:gd name="connsiteY64" fmla="*/ 187166 h 285083"/>
              <a:gd name="connsiteX65" fmla="*/ 183975 w 1246536"/>
              <a:gd name="connsiteY65" fmla="*/ 184452 h 285083"/>
              <a:gd name="connsiteX66" fmla="*/ 154210 w 1246536"/>
              <a:gd name="connsiteY66" fmla="*/ 153210 h 285083"/>
              <a:gd name="connsiteX67" fmla="*/ 207645 w 1246536"/>
              <a:gd name="connsiteY67" fmla="*/ 101013 h 285083"/>
              <a:gd name="connsiteX68" fmla="*/ 268891 w 1246536"/>
              <a:gd name="connsiteY68" fmla="*/ 138017 h 285083"/>
              <a:gd name="connsiteX69" fmla="*/ 234077 w 1246536"/>
              <a:gd name="connsiteY69" fmla="*/ 145399 h 285083"/>
              <a:gd name="connsiteX70" fmla="*/ 208217 w 1246536"/>
              <a:gd name="connsiteY70" fmla="*/ 129873 h 285083"/>
              <a:gd name="connsiteX71" fmla="*/ 189215 w 1246536"/>
              <a:gd name="connsiteY71" fmla="*/ 145018 h 285083"/>
              <a:gd name="connsiteX72" fmla="*/ 199454 w 1246536"/>
              <a:gd name="connsiteY72" fmla="*/ 152352 h 285083"/>
              <a:gd name="connsiteX73" fmla="*/ 242078 w 1246536"/>
              <a:gd name="connsiteY73" fmla="*/ 154400 h 285083"/>
              <a:gd name="connsiteX74" fmla="*/ 273891 w 1246536"/>
              <a:gd name="connsiteY74" fmla="*/ 186357 h 285083"/>
              <a:gd name="connsiteX75" fmla="*/ 214694 w 1246536"/>
              <a:gd name="connsiteY75" fmla="*/ 242126 h 285083"/>
              <a:gd name="connsiteX76" fmla="*/ 283702 w 1246536"/>
              <a:gd name="connsiteY76" fmla="*/ 156067 h 285083"/>
              <a:gd name="connsiteX77" fmla="*/ 353330 w 1246536"/>
              <a:gd name="connsiteY77" fmla="*/ 70056 h 285083"/>
              <a:gd name="connsiteX78" fmla="*/ 419767 w 1246536"/>
              <a:gd name="connsiteY78" fmla="*/ 111585 h 285083"/>
              <a:gd name="connsiteX79" fmla="*/ 384953 w 1246536"/>
              <a:gd name="connsiteY79" fmla="*/ 118967 h 285083"/>
              <a:gd name="connsiteX80" fmla="*/ 353473 w 1246536"/>
              <a:gd name="connsiteY80" fmla="*/ 102108 h 285083"/>
              <a:gd name="connsiteX81" fmla="*/ 318659 w 1246536"/>
              <a:gd name="connsiteY81" fmla="*/ 148590 h 285083"/>
              <a:gd name="connsiteX82" fmla="*/ 353473 w 1246536"/>
              <a:gd name="connsiteY82" fmla="*/ 180499 h 285083"/>
              <a:gd name="connsiteX83" fmla="*/ 384953 w 1246536"/>
              <a:gd name="connsiteY83" fmla="*/ 150066 h 285083"/>
              <a:gd name="connsiteX84" fmla="*/ 419767 w 1246536"/>
              <a:gd name="connsiteY84" fmla="*/ 142685 h 285083"/>
              <a:gd name="connsiteX85" fmla="*/ 353330 w 1246536"/>
              <a:gd name="connsiteY85" fmla="*/ 212646 h 285083"/>
              <a:gd name="connsiteX86" fmla="*/ 283702 w 1246536"/>
              <a:gd name="connsiteY86" fmla="*/ 156067 h 285083"/>
              <a:gd name="connsiteX87" fmla="*/ 436340 w 1246536"/>
              <a:gd name="connsiteY87" fmla="*/ 55150 h 285083"/>
              <a:gd name="connsiteX88" fmla="*/ 540782 w 1246536"/>
              <a:gd name="connsiteY88" fmla="*/ 32956 h 285083"/>
              <a:gd name="connsiteX89" fmla="*/ 540782 w 1246536"/>
              <a:gd name="connsiteY89" fmla="*/ 63865 h 285083"/>
              <a:gd name="connsiteX90" fmla="*/ 470440 w 1246536"/>
              <a:gd name="connsiteY90" fmla="*/ 78819 h 285083"/>
              <a:gd name="connsiteX91" fmla="*/ 470440 w 1246536"/>
              <a:gd name="connsiteY91" fmla="*/ 101775 h 285083"/>
              <a:gd name="connsiteX92" fmla="*/ 531495 w 1246536"/>
              <a:gd name="connsiteY92" fmla="*/ 88821 h 285083"/>
              <a:gd name="connsiteX93" fmla="*/ 531495 w 1246536"/>
              <a:gd name="connsiteY93" fmla="*/ 118015 h 285083"/>
              <a:gd name="connsiteX94" fmla="*/ 470440 w 1246536"/>
              <a:gd name="connsiteY94" fmla="*/ 131016 h 285083"/>
              <a:gd name="connsiteX95" fmla="*/ 470440 w 1246536"/>
              <a:gd name="connsiteY95" fmla="*/ 154162 h 285083"/>
              <a:gd name="connsiteX96" fmla="*/ 540782 w 1246536"/>
              <a:gd name="connsiteY96" fmla="*/ 139208 h 285083"/>
              <a:gd name="connsiteX97" fmla="*/ 540782 w 1246536"/>
              <a:gd name="connsiteY97" fmla="*/ 170117 h 285083"/>
              <a:gd name="connsiteX98" fmla="*/ 436340 w 1246536"/>
              <a:gd name="connsiteY98" fmla="*/ 192310 h 285083"/>
              <a:gd name="connsiteX99" fmla="*/ 436340 w 1246536"/>
              <a:gd name="connsiteY99" fmla="*/ 55150 h 285083"/>
              <a:gd name="connsiteX100" fmla="*/ 561308 w 1246536"/>
              <a:gd name="connsiteY100" fmla="*/ 28575 h 285083"/>
              <a:gd name="connsiteX101" fmla="*/ 625173 w 1246536"/>
              <a:gd name="connsiteY101" fmla="*/ 15002 h 285083"/>
              <a:gd name="connsiteX102" fmla="*/ 662035 w 1246536"/>
              <a:gd name="connsiteY102" fmla="*/ 133064 h 285083"/>
              <a:gd name="connsiteX103" fmla="*/ 662035 w 1246536"/>
              <a:gd name="connsiteY103" fmla="*/ 7191 h 285083"/>
              <a:gd name="connsiteX104" fmla="*/ 695897 w 1246536"/>
              <a:gd name="connsiteY104" fmla="*/ 0 h 285083"/>
              <a:gd name="connsiteX105" fmla="*/ 695897 w 1246536"/>
              <a:gd name="connsiteY105" fmla="*/ 137160 h 285083"/>
              <a:gd name="connsiteX106" fmla="*/ 632032 w 1246536"/>
              <a:gd name="connsiteY106" fmla="*/ 150733 h 285083"/>
              <a:gd name="connsiteX107" fmla="*/ 595170 w 1246536"/>
              <a:gd name="connsiteY107" fmla="*/ 32671 h 285083"/>
              <a:gd name="connsiteX108" fmla="*/ 595170 w 1246536"/>
              <a:gd name="connsiteY108" fmla="*/ 158544 h 285083"/>
              <a:gd name="connsiteX109" fmla="*/ 561308 w 1246536"/>
              <a:gd name="connsiteY109" fmla="*/ 165735 h 285083"/>
              <a:gd name="connsiteX110" fmla="*/ 561308 w 1246536"/>
              <a:gd name="connsiteY110" fmla="*/ 28575 h 285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246536" h="285083">
                <a:moveTo>
                  <a:pt x="718995" y="0"/>
                </a:moveTo>
                <a:lnTo>
                  <a:pt x="769239" y="10668"/>
                </a:lnTo>
                <a:cubicBezTo>
                  <a:pt x="805149" y="18288"/>
                  <a:pt x="842391" y="35766"/>
                  <a:pt x="842391" y="94726"/>
                </a:cubicBezTo>
                <a:cubicBezTo>
                  <a:pt x="842391" y="153876"/>
                  <a:pt x="805149" y="155496"/>
                  <a:pt x="769239" y="147876"/>
                </a:cubicBezTo>
                <a:lnTo>
                  <a:pt x="718995" y="137208"/>
                </a:lnTo>
                <a:lnTo>
                  <a:pt x="718995" y="48"/>
                </a:lnTo>
                <a:close/>
                <a:moveTo>
                  <a:pt x="769239" y="116681"/>
                </a:moveTo>
                <a:cubicBezTo>
                  <a:pt x="791766" y="121491"/>
                  <a:pt x="808530" y="124254"/>
                  <a:pt x="808530" y="87487"/>
                </a:cubicBezTo>
                <a:cubicBezTo>
                  <a:pt x="808530" y="50721"/>
                  <a:pt x="791623" y="46339"/>
                  <a:pt x="769239" y="41577"/>
                </a:cubicBezTo>
                <a:lnTo>
                  <a:pt x="752856" y="38100"/>
                </a:lnTo>
                <a:lnTo>
                  <a:pt x="752856" y="113205"/>
                </a:lnTo>
                <a:cubicBezTo>
                  <a:pt x="752856" y="113205"/>
                  <a:pt x="769239" y="116681"/>
                  <a:pt x="769239" y="116681"/>
                </a:cubicBezTo>
                <a:close/>
                <a:moveTo>
                  <a:pt x="947024" y="48482"/>
                </a:moveTo>
                <a:lnTo>
                  <a:pt x="947024" y="79391"/>
                </a:lnTo>
                <a:cubicBezTo>
                  <a:pt x="947024" y="79391"/>
                  <a:pt x="917067" y="73009"/>
                  <a:pt x="917067" y="73009"/>
                </a:cubicBezTo>
                <a:lnTo>
                  <a:pt x="917067" y="148114"/>
                </a:lnTo>
                <a:cubicBezTo>
                  <a:pt x="917067" y="148114"/>
                  <a:pt x="947024" y="154496"/>
                  <a:pt x="947024" y="154496"/>
                </a:cubicBezTo>
                <a:lnTo>
                  <a:pt x="947024" y="185642"/>
                </a:lnTo>
                <a:cubicBezTo>
                  <a:pt x="947024" y="185642"/>
                  <a:pt x="853393" y="165735"/>
                  <a:pt x="853393" y="165735"/>
                </a:cubicBezTo>
                <a:lnTo>
                  <a:pt x="853393" y="134588"/>
                </a:lnTo>
                <a:cubicBezTo>
                  <a:pt x="853393" y="134588"/>
                  <a:pt x="883349" y="140970"/>
                  <a:pt x="883349" y="140970"/>
                </a:cubicBezTo>
                <a:lnTo>
                  <a:pt x="883349" y="65865"/>
                </a:lnTo>
                <a:cubicBezTo>
                  <a:pt x="883349" y="65865"/>
                  <a:pt x="853393" y="59484"/>
                  <a:pt x="853393" y="59484"/>
                </a:cubicBezTo>
                <a:lnTo>
                  <a:pt x="853393" y="28575"/>
                </a:lnTo>
                <a:cubicBezTo>
                  <a:pt x="853393" y="28575"/>
                  <a:pt x="947024" y="48482"/>
                  <a:pt x="947024" y="48482"/>
                </a:cubicBezTo>
                <a:close/>
                <a:moveTo>
                  <a:pt x="1026319" y="62579"/>
                </a:moveTo>
                <a:cubicBezTo>
                  <a:pt x="1068944" y="71628"/>
                  <a:pt x="1094994" y="107918"/>
                  <a:pt x="1094994" y="148399"/>
                </a:cubicBezTo>
                <a:cubicBezTo>
                  <a:pt x="1094994" y="189071"/>
                  <a:pt x="1068944" y="214265"/>
                  <a:pt x="1026319" y="205216"/>
                </a:cubicBezTo>
                <a:cubicBezTo>
                  <a:pt x="983504" y="196120"/>
                  <a:pt x="957263" y="159782"/>
                  <a:pt x="957263" y="119158"/>
                </a:cubicBezTo>
                <a:cubicBezTo>
                  <a:pt x="957263" y="78676"/>
                  <a:pt x="983504" y="53530"/>
                  <a:pt x="1026319" y="62627"/>
                </a:cubicBezTo>
                <a:moveTo>
                  <a:pt x="1026319" y="173117"/>
                </a:moveTo>
                <a:cubicBezTo>
                  <a:pt x="1049036" y="177927"/>
                  <a:pt x="1060180" y="165925"/>
                  <a:pt x="1060180" y="141018"/>
                </a:cubicBezTo>
                <a:cubicBezTo>
                  <a:pt x="1060180" y="116110"/>
                  <a:pt x="1048846" y="99489"/>
                  <a:pt x="1026319" y="94726"/>
                </a:cubicBezTo>
                <a:cubicBezTo>
                  <a:pt x="1003602" y="89916"/>
                  <a:pt x="992267" y="101870"/>
                  <a:pt x="992267" y="126587"/>
                </a:cubicBezTo>
                <a:cubicBezTo>
                  <a:pt x="992267" y="151495"/>
                  <a:pt x="1003649" y="168307"/>
                  <a:pt x="1026319" y="173117"/>
                </a:cubicBezTo>
                <a:moveTo>
                  <a:pt x="1111949" y="83534"/>
                </a:moveTo>
                <a:lnTo>
                  <a:pt x="1175814" y="97107"/>
                </a:lnTo>
                <a:lnTo>
                  <a:pt x="1212675" y="230791"/>
                </a:lnTo>
                <a:lnTo>
                  <a:pt x="1212675" y="104918"/>
                </a:lnTo>
                <a:cubicBezTo>
                  <a:pt x="1212675" y="104918"/>
                  <a:pt x="1246537" y="112109"/>
                  <a:pt x="1246537" y="112109"/>
                </a:cubicBezTo>
                <a:lnTo>
                  <a:pt x="1246537" y="249269"/>
                </a:lnTo>
                <a:cubicBezTo>
                  <a:pt x="1246537" y="249269"/>
                  <a:pt x="1182672" y="235696"/>
                  <a:pt x="1182672" y="235696"/>
                </a:cubicBezTo>
                <a:lnTo>
                  <a:pt x="1145810" y="102013"/>
                </a:lnTo>
                <a:lnTo>
                  <a:pt x="1145810" y="227886"/>
                </a:lnTo>
                <a:cubicBezTo>
                  <a:pt x="1145810" y="227886"/>
                  <a:pt x="1111949" y="220694"/>
                  <a:pt x="1111949" y="220694"/>
                </a:cubicBezTo>
                <a:lnTo>
                  <a:pt x="1111949" y="83534"/>
                </a:lnTo>
                <a:close/>
                <a:moveTo>
                  <a:pt x="42101" y="138970"/>
                </a:moveTo>
                <a:lnTo>
                  <a:pt x="104108" y="125778"/>
                </a:lnTo>
                <a:lnTo>
                  <a:pt x="145971" y="254032"/>
                </a:lnTo>
                <a:lnTo>
                  <a:pt x="110061" y="261652"/>
                </a:lnTo>
                <a:lnTo>
                  <a:pt x="97774" y="222837"/>
                </a:lnTo>
                <a:lnTo>
                  <a:pt x="47863" y="233458"/>
                </a:lnTo>
                <a:lnTo>
                  <a:pt x="35576" y="277511"/>
                </a:lnTo>
                <a:lnTo>
                  <a:pt x="0" y="285083"/>
                </a:lnTo>
                <a:lnTo>
                  <a:pt x="42053" y="138970"/>
                </a:lnTo>
                <a:close/>
                <a:moveTo>
                  <a:pt x="88440" y="193881"/>
                </a:moveTo>
                <a:lnTo>
                  <a:pt x="72819" y="144875"/>
                </a:lnTo>
                <a:lnTo>
                  <a:pt x="57198" y="200549"/>
                </a:lnTo>
                <a:lnTo>
                  <a:pt x="88488" y="193881"/>
                </a:lnTo>
                <a:close/>
                <a:moveTo>
                  <a:pt x="214646" y="242173"/>
                </a:moveTo>
                <a:cubicBezTo>
                  <a:pt x="168307" y="252032"/>
                  <a:pt x="148733" y="235553"/>
                  <a:pt x="148733" y="199930"/>
                </a:cubicBezTo>
                <a:lnTo>
                  <a:pt x="183738" y="192500"/>
                </a:lnTo>
                <a:cubicBezTo>
                  <a:pt x="183738" y="211979"/>
                  <a:pt x="190977" y="217599"/>
                  <a:pt x="215408" y="212408"/>
                </a:cubicBezTo>
                <a:cubicBezTo>
                  <a:pt x="231982" y="208883"/>
                  <a:pt x="239030" y="203883"/>
                  <a:pt x="239030" y="195310"/>
                </a:cubicBezTo>
                <a:cubicBezTo>
                  <a:pt x="239030" y="190452"/>
                  <a:pt x="235315" y="187547"/>
                  <a:pt x="227886" y="187166"/>
                </a:cubicBezTo>
                <a:lnTo>
                  <a:pt x="183975" y="184452"/>
                </a:lnTo>
                <a:cubicBezTo>
                  <a:pt x="161258" y="182880"/>
                  <a:pt x="154210" y="170545"/>
                  <a:pt x="154210" y="153210"/>
                </a:cubicBezTo>
                <a:cubicBezTo>
                  <a:pt x="154210" y="126540"/>
                  <a:pt x="173212" y="108299"/>
                  <a:pt x="207645" y="101013"/>
                </a:cubicBezTo>
                <a:cubicBezTo>
                  <a:pt x="248603" y="92297"/>
                  <a:pt x="268891" y="108252"/>
                  <a:pt x="268891" y="138017"/>
                </a:cubicBezTo>
                <a:lnTo>
                  <a:pt x="234077" y="145399"/>
                </a:lnTo>
                <a:cubicBezTo>
                  <a:pt x="234077" y="130635"/>
                  <a:pt x="226076" y="126111"/>
                  <a:pt x="208217" y="129873"/>
                </a:cubicBezTo>
                <a:cubicBezTo>
                  <a:pt x="195739" y="132540"/>
                  <a:pt x="189215" y="137208"/>
                  <a:pt x="189215" y="145018"/>
                </a:cubicBezTo>
                <a:cubicBezTo>
                  <a:pt x="189215" y="148923"/>
                  <a:pt x="191262" y="151781"/>
                  <a:pt x="199454" y="152352"/>
                </a:cubicBezTo>
                <a:lnTo>
                  <a:pt x="242078" y="154400"/>
                </a:lnTo>
                <a:cubicBezTo>
                  <a:pt x="263843" y="155400"/>
                  <a:pt x="273891" y="166306"/>
                  <a:pt x="273891" y="186357"/>
                </a:cubicBezTo>
                <a:cubicBezTo>
                  <a:pt x="273891" y="212408"/>
                  <a:pt x="256747" y="233172"/>
                  <a:pt x="214694" y="242126"/>
                </a:cubicBezTo>
                <a:moveTo>
                  <a:pt x="283702" y="156067"/>
                </a:moveTo>
                <a:cubicBezTo>
                  <a:pt x="283702" y="115586"/>
                  <a:pt x="310325" y="79200"/>
                  <a:pt x="353330" y="70056"/>
                </a:cubicBezTo>
                <a:cubicBezTo>
                  <a:pt x="390906" y="62055"/>
                  <a:pt x="415862" y="77962"/>
                  <a:pt x="419767" y="111585"/>
                </a:cubicBezTo>
                <a:lnTo>
                  <a:pt x="384953" y="118967"/>
                </a:lnTo>
                <a:cubicBezTo>
                  <a:pt x="382143" y="104775"/>
                  <a:pt x="370047" y="98584"/>
                  <a:pt x="353473" y="102108"/>
                </a:cubicBezTo>
                <a:cubicBezTo>
                  <a:pt x="333185" y="106442"/>
                  <a:pt x="318659" y="121587"/>
                  <a:pt x="318659" y="148590"/>
                </a:cubicBezTo>
                <a:cubicBezTo>
                  <a:pt x="318659" y="175832"/>
                  <a:pt x="333185" y="184785"/>
                  <a:pt x="353473" y="180499"/>
                </a:cubicBezTo>
                <a:cubicBezTo>
                  <a:pt x="370047" y="176974"/>
                  <a:pt x="382143" y="165449"/>
                  <a:pt x="384953" y="150066"/>
                </a:cubicBezTo>
                <a:lnTo>
                  <a:pt x="419767" y="142685"/>
                </a:lnTo>
                <a:cubicBezTo>
                  <a:pt x="415862" y="178165"/>
                  <a:pt x="390906" y="204645"/>
                  <a:pt x="353330" y="212646"/>
                </a:cubicBezTo>
                <a:cubicBezTo>
                  <a:pt x="310325" y="221790"/>
                  <a:pt x="283702" y="196691"/>
                  <a:pt x="283702" y="156067"/>
                </a:cubicBezTo>
                <a:moveTo>
                  <a:pt x="436340" y="55150"/>
                </a:moveTo>
                <a:lnTo>
                  <a:pt x="540782" y="32956"/>
                </a:lnTo>
                <a:lnTo>
                  <a:pt x="540782" y="63865"/>
                </a:lnTo>
                <a:cubicBezTo>
                  <a:pt x="540782" y="63865"/>
                  <a:pt x="470440" y="78819"/>
                  <a:pt x="470440" y="78819"/>
                </a:cubicBezTo>
                <a:lnTo>
                  <a:pt x="470440" y="101775"/>
                </a:lnTo>
                <a:cubicBezTo>
                  <a:pt x="470440" y="101775"/>
                  <a:pt x="531495" y="88821"/>
                  <a:pt x="531495" y="88821"/>
                </a:cubicBezTo>
                <a:lnTo>
                  <a:pt x="531495" y="118015"/>
                </a:lnTo>
                <a:cubicBezTo>
                  <a:pt x="531495" y="118015"/>
                  <a:pt x="470440" y="131016"/>
                  <a:pt x="470440" y="131016"/>
                </a:cubicBezTo>
                <a:lnTo>
                  <a:pt x="470440" y="154162"/>
                </a:lnTo>
                <a:cubicBezTo>
                  <a:pt x="470440" y="154162"/>
                  <a:pt x="540782" y="139208"/>
                  <a:pt x="540782" y="139208"/>
                </a:cubicBezTo>
                <a:lnTo>
                  <a:pt x="540782" y="170117"/>
                </a:lnTo>
                <a:cubicBezTo>
                  <a:pt x="540782" y="170117"/>
                  <a:pt x="436340" y="192310"/>
                  <a:pt x="436340" y="192310"/>
                </a:cubicBezTo>
                <a:lnTo>
                  <a:pt x="436340" y="55150"/>
                </a:lnTo>
                <a:close/>
                <a:moveTo>
                  <a:pt x="561308" y="28575"/>
                </a:moveTo>
                <a:lnTo>
                  <a:pt x="625173" y="15002"/>
                </a:lnTo>
                <a:lnTo>
                  <a:pt x="662035" y="133064"/>
                </a:lnTo>
                <a:lnTo>
                  <a:pt x="662035" y="7191"/>
                </a:lnTo>
                <a:cubicBezTo>
                  <a:pt x="662035" y="7191"/>
                  <a:pt x="695897" y="0"/>
                  <a:pt x="695897" y="0"/>
                </a:cubicBezTo>
                <a:lnTo>
                  <a:pt x="695897" y="137160"/>
                </a:lnTo>
                <a:cubicBezTo>
                  <a:pt x="695897" y="137160"/>
                  <a:pt x="632032" y="150733"/>
                  <a:pt x="632032" y="150733"/>
                </a:cubicBezTo>
                <a:lnTo>
                  <a:pt x="595170" y="32671"/>
                </a:lnTo>
                <a:lnTo>
                  <a:pt x="595170" y="158544"/>
                </a:lnTo>
                <a:cubicBezTo>
                  <a:pt x="595170" y="158544"/>
                  <a:pt x="561308" y="165735"/>
                  <a:pt x="561308" y="165735"/>
                </a:cubicBezTo>
                <a:lnTo>
                  <a:pt x="561308" y="28575"/>
                </a:lnTo>
                <a:close/>
              </a:path>
            </a:pathLst>
          </a:custGeom>
          <a:solidFill>
            <a:srgbClr val="FFFFFF"/>
          </a:solidFill>
          <a:ln w="4763" cap="flat">
            <a:noFill/>
            <a:prstDash val="solid"/>
            <a:miter/>
          </a:ln>
        </p:spPr>
        <p:txBody>
          <a:bodyPr rtlCol="0" anchor="ctr"/>
          <a:lstStyle/>
          <a:p>
            <a:endParaRPr lang="en-AU"/>
          </a:p>
        </p:txBody>
      </p:sp>
      <p:grpSp>
        <p:nvGrpSpPr>
          <p:cNvPr id="8" name="Graphic 3">
            <a:extLst>
              <a:ext uri="{FF2B5EF4-FFF2-40B4-BE49-F238E27FC236}">
                <a16:creationId xmlns:a16="http://schemas.microsoft.com/office/drawing/2014/main" id="{AC2095C7-967F-C73C-A960-A72AA8AEB134}"/>
              </a:ext>
            </a:extLst>
          </p:cNvPr>
          <p:cNvGrpSpPr/>
          <p:nvPr userDrawn="1"/>
        </p:nvGrpSpPr>
        <p:grpSpPr>
          <a:xfrm>
            <a:off x="186213" y="648700"/>
            <a:ext cx="739282" cy="73485"/>
            <a:chOff x="186213" y="648700"/>
            <a:chExt cx="739282" cy="73485"/>
          </a:xfrm>
          <a:solidFill>
            <a:srgbClr val="FFFFFF"/>
          </a:solidFill>
        </p:grpSpPr>
        <p:sp>
          <p:nvSpPr>
            <p:cNvPr id="9" name="Freeform: Shape 11">
              <a:extLst>
                <a:ext uri="{FF2B5EF4-FFF2-40B4-BE49-F238E27FC236}">
                  <a16:creationId xmlns:a16="http://schemas.microsoft.com/office/drawing/2014/main" id="{27902D73-01F3-AFCE-30F4-F9B7B715DCD5}"/>
                </a:ext>
              </a:extLst>
            </p:cNvPr>
            <p:cNvSpPr/>
            <p:nvPr/>
          </p:nvSpPr>
          <p:spPr>
            <a:xfrm>
              <a:off x="186213" y="668274"/>
              <a:ext cx="46386" cy="53911"/>
            </a:xfrm>
            <a:custGeom>
              <a:avLst/>
              <a:gdLst>
                <a:gd name="connsiteX0" fmla="*/ 16574 w 46386"/>
                <a:gd name="connsiteY0" fmla="*/ 53864 h 53911"/>
                <a:gd name="connsiteX1" fmla="*/ 8334 w 46386"/>
                <a:gd name="connsiteY1" fmla="*/ 52197 h 53911"/>
                <a:gd name="connsiteX2" fmla="*/ 2286 w 46386"/>
                <a:gd name="connsiteY2" fmla="*/ 47101 h 53911"/>
                <a:gd name="connsiteX3" fmla="*/ 0 w 46386"/>
                <a:gd name="connsiteY3" fmla="*/ 38624 h 53911"/>
                <a:gd name="connsiteX4" fmla="*/ 4334 w 46386"/>
                <a:gd name="connsiteY4" fmla="*/ 27861 h 53911"/>
                <a:gd name="connsiteX5" fmla="*/ 16574 w 46386"/>
                <a:gd name="connsiteY5" fmla="*/ 22908 h 53911"/>
                <a:gd name="connsiteX6" fmla="*/ 35052 w 46386"/>
                <a:gd name="connsiteY6" fmla="*/ 21431 h 53911"/>
                <a:gd name="connsiteX7" fmla="*/ 35052 w 46386"/>
                <a:gd name="connsiteY7" fmla="*/ 18240 h 53911"/>
                <a:gd name="connsiteX8" fmla="*/ 32147 w 46386"/>
                <a:gd name="connsiteY8" fmla="*/ 10239 h 53911"/>
                <a:gd name="connsiteX9" fmla="*/ 24813 w 46386"/>
                <a:gd name="connsiteY9" fmla="*/ 8049 h 53911"/>
                <a:gd name="connsiteX10" fmla="*/ 16812 w 46386"/>
                <a:gd name="connsiteY10" fmla="*/ 10382 h 53911"/>
                <a:gd name="connsiteX11" fmla="*/ 13621 w 46386"/>
                <a:gd name="connsiteY11" fmla="*/ 17907 h 53911"/>
                <a:gd name="connsiteX12" fmla="*/ 2667 w 46386"/>
                <a:gd name="connsiteY12" fmla="*/ 17907 h 53911"/>
                <a:gd name="connsiteX13" fmla="*/ 5477 w 46386"/>
                <a:gd name="connsiteY13" fmla="*/ 7477 h 53911"/>
                <a:gd name="connsiteX14" fmla="*/ 13287 w 46386"/>
                <a:gd name="connsiteY14" fmla="*/ 1762 h 53911"/>
                <a:gd name="connsiteX15" fmla="*/ 24860 w 46386"/>
                <a:gd name="connsiteY15" fmla="*/ 0 h 53911"/>
                <a:gd name="connsiteX16" fmla="*/ 33195 w 46386"/>
                <a:gd name="connsiteY16" fmla="*/ 810 h 53911"/>
                <a:gd name="connsiteX17" fmla="*/ 40053 w 46386"/>
                <a:gd name="connsiteY17" fmla="*/ 3619 h 53911"/>
                <a:gd name="connsiteX18" fmla="*/ 44720 w 46386"/>
                <a:gd name="connsiteY18" fmla="*/ 9144 h 53911"/>
                <a:gd name="connsiteX19" fmla="*/ 46387 w 46386"/>
                <a:gd name="connsiteY19" fmla="*/ 18097 h 53911"/>
                <a:gd name="connsiteX20" fmla="*/ 46387 w 46386"/>
                <a:gd name="connsiteY20" fmla="*/ 53007 h 53911"/>
                <a:gd name="connsiteX21" fmla="*/ 35576 w 46386"/>
                <a:gd name="connsiteY21" fmla="*/ 53007 h 53911"/>
                <a:gd name="connsiteX22" fmla="*/ 35147 w 46386"/>
                <a:gd name="connsiteY22" fmla="*/ 45672 h 53911"/>
                <a:gd name="connsiteX23" fmla="*/ 27146 w 46386"/>
                <a:gd name="connsiteY23" fmla="*/ 51721 h 53911"/>
                <a:gd name="connsiteX24" fmla="*/ 16574 w 46386"/>
                <a:gd name="connsiteY24" fmla="*/ 53911 h 53911"/>
                <a:gd name="connsiteX25" fmla="*/ 20050 w 46386"/>
                <a:gd name="connsiteY25" fmla="*/ 45672 h 53911"/>
                <a:gd name="connsiteX26" fmla="*/ 28623 w 46386"/>
                <a:gd name="connsiteY26" fmla="*/ 43386 h 53911"/>
                <a:gd name="connsiteX27" fmla="*/ 34909 w 46386"/>
                <a:gd name="connsiteY27" fmla="*/ 37767 h 53911"/>
                <a:gd name="connsiteX28" fmla="*/ 34909 w 46386"/>
                <a:gd name="connsiteY28" fmla="*/ 28289 h 53911"/>
                <a:gd name="connsiteX29" fmla="*/ 16859 w 46386"/>
                <a:gd name="connsiteY29" fmla="*/ 30623 h 53911"/>
                <a:gd name="connsiteX30" fmla="*/ 11525 w 46386"/>
                <a:gd name="connsiteY30" fmla="*/ 38052 h 53911"/>
                <a:gd name="connsiteX31" fmla="*/ 13811 w 46386"/>
                <a:gd name="connsiteY31" fmla="*/ 43672 h 53911"/>
                <a:gd name="connsiteX32" fmla="*/ 20098 w 46386"/>
                <a:gd name="connsiteY32" fmla="*/ 45672 h 53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386" h="53911">
                  <a:moveTo>
                    <a:pt x="16574" y="53864"/>
                  </a:moveTo>
                  <a:cubicBezTo>
                    <a:pt x="13573" y="53864"/>
                    <a:pt x="10811" y="53292"/>
                    <a:pt x="8334" y="52197"/>
                  </a:cubicBezTo>
                  <a:cubicBezTo>
                    <a:pt x="5810" y="51054"/>
                    <a:pt x="3810" y="49387"/>
                    <a:pt x="2286" y="47101"/>
                  </a:cubicBezTo>
                  <a:cubicBezTo>
                    <a:pt x="762" y="44863"/>
                    <a:pt x="0" y="42005"/>
                    <a:pt x="0" y="38624"/>
                  </a:cubicBezTo>
                  <a:cubicBezTo>
                    <a:pt x="0" y="33861"/>
                    <a:pt x="1429" y="30289"/>
                    <a:pt x="4334" y="27861"/>
                  </a:cubicBezTo>
                  <a:cubicBezTo>
                    <a:pt x="7239" y="25432"/>
                    <a:pt x="11335" y="23765"/>
                    <a:pt x="16574" y="22908"/>
                  </a:cubicBezTo>
                  <a:cubicBezTo>
                    <a:pt x="21812" y="22050"/>
                    <a:pt x="28004" y="21526"/>
                    <a:pt x="35052" y="21431"/>
                  </a:cubicBezTo>
                  <a:lnTo>
                    <a:pt x="35052" y="18240"/>
                  </a:lnTo>
                  <a:cubicBezTo>
                    <a:pt x="35052" y="14335"/>
                    <a:pt x="34100" y="11668"/>
                    <a:pt x="32147" y="10239"/>
                  </a:cubicBezTo>
                  <a:cubicBezTo>
                    <a:pt x="30242" y="8763"/>
                    <a:pt x="27765" y="8049"/>
                    <a:pt x="24813" y="8049"/>
                  </a:cubicBezTo>
                  <a:cubicBezTo>
                    <a:pt x="21622" y="8049"/>
                    <a:pt x="18955" y="8811"/>
                    <a:pt x="16812" y="10382"/>
                  </a:cubicBezTo>
                  <a:cubicBezTo>
                    <a:pt x="14669" y="11954"/>
                    <a:pt x="13621" y="14478"/>
                    <a:pt x="13621" y="17907"/>
                  </a:cubicBezTo>
                  <a:lnTo>
                    <a:pt x="2667" y="17907"/>
                  </a:lnTo>
                  <a:cubicBezTo>
                    <a:pt x="2667" y="13573"/>
                    <a:pt x="3620" y="10096"/>
                    <a:pt x="5477" y="7477"/>
                  </a:cubicBezTo>
                  <a:cubicBezTo>
                    <a:pt x="7334" y="4858"/>
                    <a:pt x="9954" y="2953"/>
                    <a:pt x="13287" y="1762"/>
                  </a:cubicBezTo>
                  <a:cubicBezTo>
                    <a:pt x="16621" y="571"/>
                    <a:pt x="20479" y="0"/>
                    <a:pt x="24860" y="0"/>
                  </a:cubicBezTo>
                  <a:cubicBezTo>
                    <a:pt x="27813" y="0"/>
                    <a:pt x="30623" y="286"/>
                    <a:pt x="33195" y="810"/>
                  </a:cubicBezTo>
                  <a:cubicBezTo>
                    <a:pt x="35814" y="1333"/>
                    <a:pt x="38100" y="2286"/>
                    <a:pt x="40053" y="3619"/>
                  </a:cubicBezTo>
                  <a:cubicBezTo>
                    <a:pt x="42053" y="4953"/>
                    <a:pt x="43577" y="6810"/>
                    <a:pt x="44720" y="9144"/>
                  </a:cubicBezTo>
                  <a:cubicBezTo>
                    <a:pt x="45863" y="11478"/>
                    <a:pt x="46387" y="14478"/>
                    <a:pt x="46387" y="18097"/>
                  </a:cubicBezTo>
                  <a:lnTo>
                    <a:pt x="46387" y="53007"/>
                  </a:lnTo>
                  <a:lnTo>
                    <a:pt x="35576" y="53007"/>
                  </a:lnTo>
                  <a:lnTo>
                    <a:pt x="35147" y="45672"/>
                  </a:lnTo>
                  <a:cubicBezTo>
                    <a:pt x="32861" y="48244"/>
                    <a:pt x="30194" y="50244"/>
                    <a:pt x="27146" y="51721"/>
                  </a:cubicBezTo>
                  <a:cubicBezTo>
                    <a:pt x="24098" y="53197"/>
                    <a:pt x="20574" y="53911"/>
                    <a:pt x="16574" y="53911"/>
                  </a:cubicBezTo>
                  <a:close/>
                  <a:moveTo>
                    <a:pt x="20050" y="45672"/>
                  </a:moveTo>
                  <a:cubicBezTo>
                    <a:pt x="23193" y="45672"/>
                    <a:pt x="26051" y="44910"/>
                    <a:pt x="28623" y="43386"/>
                  </a:cubicBezTo>
                  <a:cubicBezTo>
                    <a:pt x="31194" y="41862"/>
                    <a:pt x="33290" y="40005"/>
                    <a:pt x="34909" y="37767"/>
                  </a:cubicBezTo>
                  <a:lnTo>
                    <a:pt x="34909" y="28289"/>
                  </a:lnTo>
                  <a:cubicBezTo>
                    <a:pt x="26432" y="28289"/>
                    <a:pt x="20384" y="29099"/>
                    <a:pt x="16859" y="30623"/>
                  </a:cubicBezTo>
                  <a:cubicBezTo>
                    <a:pt x="13287" y="32147"/>
                    <a:pt x="11525" y="34623"/>
                    <a:pt x="11525" y="38052"/>
                  </a:cubicBezTo>
                  <a:cubicBezTo>
                    <a:pt x="11525" y="40481"/>
                    <a:pt x="12287" y="42339"/>
                    <a:pt x="13811" y="43672"/>
                  </a:cubicBezTo>
                  <a:cubicBezTo>
                    <a:pt x="15335" y="45006"/>
                    <a:pt x="17431" y="45672"/>
                    <a:pt x="20098" y="45672"/>
                  </a:cubicBezTo>
                  <a:close/>
                </a:path>
              </a:pathLst>
            </a:custGeom>
            <a:solidFill>
              <a:srgbClr val="FFFFFF"/>
            </a:solidFill>
            <a:ln w="4763" cap="flat">
              <a:noFill/>
              <a:prstDash val="solid"/>
              <a:miter/>
            </a:ln>
          </p:spPr>
          <p:txBody>
            <a:bodyPr rtlCol="0" anchor="ctr"/>
            <a:lstStyle/>
            <a:p>
              <a:endParaRPr lang="en-AU"/>
            </a:p>
          </p:txBody>
        </p:sp>
        <p:sp>
          <p:nvSpPr>
            <p:cNvPr id="10" name="Freeform: Shape 12">
              <a:extLst>
                <a:ext uri="{FF2B5EF4-FFF2-40B4-BE49-F238E27FC236}">
                  <a16:creationId xmlns:a16="http://schemas.microsoft.com/office/drawing/2014/main" id="{AC786A5E-3331-1D29-4D0E-75F074236067}"/>
                </a:ext>
              </a:extLst>
            </p:cNvPr>
            <p:cNvSpPr/>
            <p:nvPr/>
          </p:nvSpPr>
          <p:spPr>
            <a:xfrm>
              <a:off x="245459" y="668226"/>
              <a:ext cx="44195" cy="53959"/>
            </a:xfrm>
            <a:custGeom>
              <a:avLst/>
              <a:gdLst>
                <a:gd name="connsiteX0" fmla="*/ 22527 w 44195"/>
                <a:gd name="connsiteY0" fmla="*/ 53959 h 53959"/>
                <a:gd name="connsiteX1" fmla="*/ 14097 w 44195"/>
                <a:gd name="connsiteY1" fmla="*/ 53102 h 53959"/>
                <a:gd name="connsiteX2" fmla="*/ 6906 w 44195"/>
                <a:gd name="connsiteY2" fmla="*/ 50197 h 53959"/>
                <a:gd name="connsiteX3" fmla="*/ 1857 w 44195"/>
                <a:gd name="connsiteY3" fmla="*/ 44815 h 53959"/>
                <a:gd name="connsiteX4" fmla="*/ 0 w 44195"/>
                <a:gd name="connsiteY4" fmla="*/ 36528 h 53959"/>
                <a:gd name="connsiteX5" fmla="*/ 10906 w 44195"/>
                <a:gd name="connsiteY5" fmla="*/ 36528 h 53959"/>
                <a:gd name="connsiteX6" fmla="*/ 14335 w 44195"/>
                <a:gd name="connsiteY6" fmla="*/ 43863 h 53959"/>
                <a:gd name="connsiteX7" fmla="*/ 22622 w 44195"/>
                <a:gd name="connsiteY7" fmla="*/ 45958 h 53959"/>
                <a:gd name="connsiteX8" fmla="*/ 30004 w 44195"/>
                <a:gd name="connsiteY8" fmla="*/ 44339 h 53959"/>
                <a:gd name="connsiteX9" fmla="*/ 32766 w 44195"/>
                <a:gd name="connsiteY9" fmla="*/ 38910 h 53959"/>
                <a:gd name="connsiteX10" fmla="*/ 29956 w 44195"/>
                <a:gd name="connsiteY10" fmla="*/ 33861 h 53959"/>
                <a:gd name="connsiteX11" fmla="*/ 20050 w 44195"/>
                <a:gd name="connsiteY11" fmla="*/ 30623 h 53959"/>
                <a:gd name="connsiteX12" fmla="*/ 9954 w 44195"/>
                <a:gd name="connsiteY12" fmla="*/ 27289 h 53959"/>
                <a:gd name="connsiteX13" fmla="*/ 3429 w 44195"/>
                <a:gd name="connsiteY13" fmla="*/ 22336 h 53959"/>
                <a:gd name="connsiteX14" fmla="*/ 1143 w 44195"/>
                <a:gd name="connsiteY14" fmla="*/ 14430 h 53959"/>
                <a:gd name="connsiteX15" fmla="*/ 2810 w 44195"/>
                <a:gd name="connsiteY15" fmla="*/ 7953 h 53959"/>
                <a:gd name="connsiteX16" fmla="*/ 7382 w 44195"/>
                <a:gd name="connsiteY16" fmla="*/ 3477 h 53959"/>
                <a:gd name="connsiteX17" fmla="*/ 14002 w 44195"/>
                <a:gd name="connsiteY17" fmla="*/ 857 h 53959"/>
                <a:gd name="connsiteX18" fmla="*/ 21907 w 44195"/>
                <a:gd name="connsiteY18" fmla="*/ 0 h 53959"/>
                <a:gd name="connsiteX19" fmla="*/ 29670 w 44195"/>
                <a:gd name="connsiteY19" fmla="*/ 905 h 53959"/>
                <a:gd name="connsiteX20" fmla="*/ 36338 w 44195"/>
                <a:gd name="connsiteY20" fmla="*/ 3762 h 53959"/>
                <a:gd name="connsiteX21" fmla="*/ 41005 w 44195"/>
                <a:gd name="connsiteY21" fmla="*/ 8954 h 53959"/>
                <a:gd name="connsiteX22" fmla="*/ 42720 w 44195"/>
                <a:gd name="connsiteY22" fmla="*/ 16812 h 53959"/>
                <a:gd name="connsiteX23" fmla="*/ 31861 w 44195"/>
                <a:gd name="connsiteY23" fmla="*/ 16812 h 53959"/>
                <a:gd name="connsiteX24" fmla="*/ 28908 w 44195"/>
                <a:gd name="connsiteY24" fmla="*/ 10096 h 53959"/>
                <a:gd name="connsiteX25" fmla="*/ 21907 w 44195"/>
                <a:gd name="connsiteY25" fmla="*/ 8144 h 53959"/>
                <a:gd name="connsiteX26" fmla="*/ 15097 w 44195"/>
                <a:gd name="connsiteY26" fmla="*/ 9525 h 53959"/>
                <a:gd name="connsiteX27" fmla="*/ 12573 w 44195"/>
                <a:gd name="connsiteY27" fmla="*/ 14002 h 53959"/>
                <a:gd name="connsiteX28" fmla="*/ 13906 w 44195"/>
                <a:gd name="connsiteY28" fmla="*/ 17002 h 53959"/>
                <a:gd name="connsiteX29" fmla="*/ 18288 w 44195"/>
                <a:gd name="connsiteY29" fmla="*/ 19288 h 53959"/>
                <a:gd name="connsiteX30" fmla="*/ 26384 w 44195"/>
                <a:gd name="connsiteY30" fmla="*/ 21527 h 53959"/>
                <a:gd name="connsiteX31" fmla="*/ 35862 w 44195"/>
                <a:gd name="connsiteY31" fmla="*/ 24717 h 53959"/>
                <a:gd name="connsiteX32" fmla="*/ 42053 w 44195"/>
                <a:gd name="connsiteY32" fmla="*/ 29670 h 53959"/>
                <a:gd name="connsiteX33" fmla="*/ 44196 w 44195"/>
                <a:gd name="connsiteY33" fmla="*/ 37671 h 53959"/>
                <a:gd name="connsiteX34" fmla="*/ 42481 w 44195"/>
                <a:gd name="connsiteY34" fmla="*/ 45148 h 53959"/>
                <a:gd name="connsiteX35" fmla="*/ 37767 w 44195"/>
                <a:gd name="connsiteY35" fmla="*/ 50197 h 53959"/>
                <a:gd name="connsiteX36" fmla="*/ 30861 w 44195"/>
                <a:gd name="connsiteY36" fmla="*/ 53054 h 53959"/>
                <a:gd name="connsiteX37" fmla="*/ 22527 w 44195"/>
                <a:gd name="connsiteY37" fmla="*/ 53959 h 53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44195" h="53959">
                  <a:moveTo>
                    <a:pt x="22527" y="53959"/>
                  </a:moveTo>
                  <a:cubicBezTo>
                    <a:pt x="19621" y="53959"/>
                    <a:pt x="16812" y="53673"/>
                    <a:pt x="14097" y="53102"/>
                  </a:cubicBezTo>
                  <a:cubicBezTo>
                    <a:pt x="11430" y="52530"/>
                    <a:pt x="9001" y="51530"/>
                    <a:pt x="6906" y="50197"/>
                  </a:cubicBezTo>
                  <a:cubicBezTo>
                    <a:pt x="4810" y="48863"/>
                    <a:pt x="3096" y="47054"/>
                    <a:pt x="1857" y="44815"/>
                  </a:cubicBezTo>
                  <a:cubicBezTo>
                    <a:pt x="619" y="42577"/>
                    <a:pt x="0" y="39815"/>
                    <a:pt x="0" y="36528"/>
                  </a:cubicBezTo>
                  <a:lnTo>
                    <a:pt x="10906" y="36528"/>
                  </a:lnTo>
                  <a:cubicBezTo>
                    <a:pt x="10906" y="40005"/>
                    <a:pt x="12049" y="42481"/>
                    <a:pt x="14335" y="43863"/>
                  </a:cubicBezTo>
                  <a:cubicBezTo>
                    <a:pt x="16621" y="45244"/>
                    <a:pt x="19383" y="45958"/>
                    <a:pt x="22622" y="45958"/>
                  </a:cubicBezTo>
                  <a:cubicBezTo>
                    <a:pt x="25670" y="45958"/>
                    <a:pt x="28146" y="45434"/>
                    <a:pt x="30004" y="44339"/>
                  </a:cubicBezTo>
                  <a:cubicBezTo>
                    <a:pt x="31861" y="43244"/>
                    <a:pt x="32766" y="41434"/>
                    <a:pt x="32766" y="38910"/>
                  </a:cubicBezTo>
                  <a:cubicBezTo>
                    <a:pt x="32766" y="36671"/>
                    <a:pt x="31814" y="35004"/>
                    <a:pt x="29956" y="33861"/>
                  </a:cubicBezTo>
                  <a:cubicBezTo>
                    <a:pt x="28051" y="32766"/>
                    <a:pt x="24765" y="31671"/>
                    <a:pt x="20050" y="30623"/>
                  </a:cubicBezTo>
                  <a:cubicBezTo>
                    <a:pt x="16145" y="29670"/>
                    <a:pt x="12811" y="28575"/>
                    <a:pt x="9954" y="27289"/>
                  </a:cubicBezTo>
                  <a:cubicBezTo>
                    <a:pt x="7096" y="26003"/>
                    <a:pt x="4953" y="24384"/>
                    <a:pt x="3429" y="22336"/>
                  </a:cubicBezTo>
                  <a:cubicBezTo>
                    <a:pt x="1905" y="20288"/>
                    <a:pt x="1143" y="17669"/>
                    <a:pt x="1143" y="14430"/>
                  </a:cubicBezTo>
                  <a:cubicBezTo>
                    <a:pt x="1143" y="11954"/>
                    <a:pt x="1715" y="9763"/>
                    <a:pt x="2810" y="7953"/>
                  </a:cubicBezTo>
                  <a:cubicBezTo>
                    <a:pt x="3905" y="6144"/>
                    <a:pt x="5477" y="4620"/>
                    <a:pt x="7382" y="3477"/>
                  </a:cubicBezTo>
                  <a:cubicBezTo>
                    <a:pt x="9287" y="2286"/>
                    <a:pt x="11525" y="1429"/>
                    <a:pt x="14002" y="857"/>
                  </a:cubicBezTo>
                  <a:cubicBezTo>
                    <a:pt x="16478" y="286"/>
                    <a:pt x="19145" y="0"/>
                    <a:pt x="21907" y="0"/>
                  </a:cubicBezTo>
                  <a:cubicBezTo>
                    <a:pt x="24670" y="0"/>
                    <a:pt x="27146" y="286"/>
                    <a:pt x="29670" y="905"/>
                  </a:cubicBezTo>
                  <a:cubicBezTo>
                    <a:pt x="32147" y="1476"/>
                    <a:pt x="34385" y="2429"/>
                    <a:pt x="36338" y="3762"/>
                  </a:cubicBezTo>
                  <a:cubicBezTo>
                    <a:pt x="38291" y="5096"/>
                    <a:pt x="39862" y="6810"/>
                    <a:pt x="41005" y="8954"/>
                  </a:cubicBezTo>
                  <a:cubicBezTo>
                    <a:pt x="42148" y="11097"/>
                    <a:pt x="42720" y="13716"/>
                    <a:pt x="42720" y="16812"/>
                  </a:cubicBezTo>
                  <a:lnTo>
                    <a:pt x="31861" y="16812"/>
                  </a:lnTo>
                  <a:cubicBezTo>
                    <a:pt x="31861" y="13621"/>
                    <a:pt x="30861" y="11382"/>
                    <a:pt x="28908" y="10096"/>
                  </a:cubicBezTo>
                  <a:cubicBezTo>
                    <a:pt x="26956" y="8811"/>
                    <a:pt x="24622" y="8144"/>
                    <a:pt x="21907" y="8144"/>
                  </a:cubicBezTo>
                  <a:cubicBezTo>
                    <a:pt x="19050" y="8144"/>
                    <a:pt x="16764" y="8620"/>
                    <a:pt x="15097" y="9525"/>
                  </a:cubicBezTo>
                  <a:cubicBezTo>
                    <a:pt x="13430" y="10430"/>
                    <a:pt x="12573" y="11954"/>
                    <a:pt x="12573" y="14002"/>
                  </a:cubicBezTo>
                  <a:cubicBezTo>
                    <a:pt x="12573" y="15192"/>
                    <a:pt x="13002" y="16193"/>
                    <a:pt x="13906" y="17002"/>
                  </a:cubicBezTo>
                  <a:cubicBezTo>
                    <a:pt x="14811" y="17812"/>
                    <a:pt x="16240" y="18621"/>
                    <a:pt x="18288" y="19288"/>
                  </a:cubicBezTo>
                  <a:cubicBezTo>
                    <a:pt x="20288" y="20002"/>
                    <a:pt x="23003" y="20717"/>
                    <a:pt x="26384" y="21527"/>
                  </a:cubicBezTo>
                  <a:cubicBezTo>
                    <a:pt x="30004" y="22384"/>
                    <a:pt x="33195" y="23431"/>
                    <a:pt x="35862" y="24717"/>
                  </a:cubicBezTo>
                  <a:cubicBezTo>
                    <a:pt x="38529" y="26003"/>
                    <a:pt x="40577" y="27623"/>
                    <a:pt x="42053" y="29670"/>
                  </a:cubicBezTo>
                  <a:cubicBezTo>
                    <a:pt x="43529" y="31718"/>
                    <a:pt x="44196" y="34385"/>
                    <a:pt x="44196" y="37671"/>
                  </a:cubicBezTo>
                  <a:cubicBezTo>
                    <a:pt x="44196" y="40577"/>
                    <a:pt x="43625" y="43101"/>
                    <a:pt x="42481" y="45148"/>
                  </a:cubicBezTo>
                  <a:cubicBezTo>
                    <a:pt x="41339" y="47196"/>
                    <a:pt x="39767" y="48911"/>
                    <a:pt x="37767" y="50197"/>
                  </a:cubicBezTo>
                  <a:cubicBezTo>
                    <a:pt x="35766" y="51483"/>
                    <a:pt x="33480" y="52435"/>
                    <a:pt x="30861" y="53054"/>
                  </a:cubicBezTo>
                  <a:cubicBezTo>
                    <a:pt x="28242" y="53673"/>
                    <a:pt x="25479" y="53959"/>
                    <a:pt x="22527" y="53959"/>
                  </a:cubicBezTo>
                  <a:close/>
                </a:path>
              </a:pathLst>
            </a:custGeom>
            <a:solidFill>
              <a:srgbClr val="FFFFFF"/>
            </a:solidFill>
            <a:ln w="4763" cap="flat">
              <a:noFill/>
              <a:prstDash val="solid"/>
              <a:miter/>
            </a:ln>
          </p:spPr>
          <p:txBody>
            <a:bodyPr rtlCol="0" anchor="ctr"/>
            <a:lstStyle/>
            <a:p>
              <a:endParaRPr lang="en-AU"/>
            </a:p>
          </p:txBody>
        </p:sp>
        <p:sp>
          <p:nvSpPr>
            <p:cNvPr id="11" name="Freeform: Shape 13">
              <a:extLst>
                <a:ext uri="{FF2B5EF4-FFF2-40B4-BE49-F238E27FC236}">
                  <a16:creationId xmlns:a16="http://schemas.microsoft.com/office/drawing/2014/main" id="{53B95C9F-A41C-FD34-5A5A-4C2AD2B8941B}"/>
                </a:ext>
              </a:extLst>
            </p:cNvPr>
            <p:cNvSpPr/>
            <p:nvPr/>
          </p:nvSpPr>
          <p:spPr>
            <a:xfrm>
              <a:off x="299466" y="668274"/>
              <a:ext cx="48291" cy="53863"/>
            </a:xfrm>
            <a:custGeom>
              <a:avLst/>
              <a:gdLst>
                <a:gd name="connsiteX0" fmla="*/ 25146 w 48291"/>
                <a:gd name="connsiteY0" fmla="*/ 53769 h 53863"/>
                <a:gd name="connsiteX1" fmla="*/ 12240 w 48291"/>
                <a:gd name="connsiteY1" fmla="*/ 50911 h 53863"/>
                <a:gd name="connsiteX2" fmla="*/ 3286 w 48291"/>
                <a:gd name="connsiteY2" fmla="*/ 42100 h 53863"/>
                <a:gd name="connsiteX3" fmla="*/ 0 w 48291"/>
                <a:gd name="connsiteY3" fmla="*/ 27099 h 53863"/>
                <a:gd name="connsiteX4" fmla="*/ 3191 w 48291"/>
                <a:gd name="connsiteY4" fmla="*/ 11954 h 53863"/>
                <a:gd name="connsiteX5" fmla="*/ 12002 w 48291"/>
                <a:gd name="connsiteY5" fmla="*/ 2953 h 53863"/>
                <a:gd name="connsiteX6" fmla="*/ 25146 w 48291"/>
                <a:gd name="connsiteY6" fmla="*/ 0 h 53863"/>
                <a:gd name="connsiteX7" fmla="*/ 36528 w 48291"/>
                <a:gd name="connsiteY7" fmla="*/ 2095 h 53863"/>
                <a:gd name="connsiteX8" fmla="*/ 44625 w 48291"/>
                <a:gd name="connsiteY8" fmla="*/ 8334 h 53863"/>
                <a:gd name="connsiteX9" fmla="*/ 47815 w 48291"/>
                <a:gd name="connsiteY9" fmla="*/ 18859 h 53863"/>
                <a:gd name="connsiteX10" fmla="*/ 36528 w 48291"/>
                <a:gd name="connsiteY10" fmla="*/ 18859 h 53863"/>
                <a:gd name="connsiteX11" fmla="*/ 33337 w 48291"/>
                <a:gd name="connsiteY11" fmla="*/ 11716 h 53863"/>
                <a:gd name="connsiteX12" fmla="*/ 25241 w 48291"/>
                <a:gd name="connsiteY12" fmla="*/ 9096 h 53863"/>
                <a:gd name="connsiteX13" fmla="*/ 15097 w 48291"/>
                <a:gd name="connsiteY13" fmla="*/ 13811 h 53863"/>
                <a:gd name="connsiteX14" fmla="*/ 11859 w 48291"/>
                <a:gd name="connsiteY14" fmla="*/ 27099 h 53863"/>
                <a:gd name="connsiteX15" fmla="*/ 13287 w 48291"/>
                <a:gd name="connsiteY15" fmla="*/ 36624 h 53863"/>
                <a:gd name="connsiteX16" fmla="*/ 17716 w 48291"/>
                <a:gd name="connsiteY16" fmla="*/ 42672 h 53863"/>
                <a:gd name="connsiteX17" fmla="*/ 25289 w 48291"/>
                <a:gd name="connsiteY17" fmla="*/ 44767 h 53863"/>
                <a:gd name="connsiteX18" fmla="*/ 33671 w 48291"/>
                <a:gd name="connsiteY18" fmla="*/ 42005 h 53863"/>
                <a:gd name="connsiteX19" fmla="*/ 37005 w 48291"/>
                <a:gd name="connsiteY19" fmla="*/ 34004 h 53863"/>
                <a:gd name="connsiteX20" fmla="*/ 48292 w 48291"/>
                <a:gd name="connsiteY20" fmla="*/ 34004 h 53863"/>
                <a:gd name="connsiteX21" fmla="*/ 45101 w 48291"/>
                <a:gd name="connsiteY21" fmla="*/ 44958 h 53863"/>
                <a:gd name="connsiteX22" fmla="*/ 36909 w 48291"/>
                <a:gd name="connsiteY22" fmla="*/ 51625 h 53863"/>
                <a:gd name="connsiteX23" fmla="*/ 25241 w 48291"/>
                <a:gd name="connsiteY23" fmla="*/ 53864 h 53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8291" h="53863">
                  <a:moveTo>
                    <a:pt x="25146" y="53769"/>
                  </a:moveTo>
                  <a:cubicBezTo>
                    <a:pt x="20336" y="53769"/>
                    <a:pt x="16050" y="52816"/>
                    <a:pt x="12240" y="50911"/>
                  </a:cubicBezTo>
                  <a:cubicBezTo>
                    <a:pt x="8477" y="49006"/>
                    <a:pt x="5477" y="46053"/>
                    <a:pt x="3286" y="42100"/>
                  </a:cubicBezTo>
                  <a:cubicBezTo>
                    <a:pt x="1095" y="38148"/>
                    <a:pt x="0" y="33147"/>
                    <a:pt x="0" y="27099"/>
                  </a:cubicBezTo>
                  <a:cubicBezTo>
                    <a:pt x="0" y="21050"/>
                    <a:pt x="1048" y="15954"/>
                    <a:pt x="3191" y="11954"/>
                  </a:cubicBezTo>
                  <a:cubicBezTo>
                    <a:pt x="5334" y="7953"/>
                    <a:pt x="8239" y="4953"/>
                    <a:pt x="12002" y="2953"/>
                  </a:cubicBezTo>
                  <a:cubicBezTo>
                    <a:pt x="15764" y="952"/>
                    <a:pt x="20145" y="0"/>
                    <a:pt x="25146" y="0"/>
                  </a:cubicBezTo>
                  <a:cubicBezTo>
                    <a:pt x="29337" y="0"/>
                    <a:pt x="33147" y="714"/>
                    <a:pt x="36528" y="2095"/>
                  </a:cubicBezTo>
                  <a:cubicBezTo>
                    <a:pt x="39910" y="3477"/>
                    <a:pt x="42624" y="5572"/>
                    <a:pt x="44625" y="8334"/>
                  </a:cubicBezTo>
                  <a:cubicBezTo>
                    <a:pt x="46625" y="11097"/>
                    <a:pt x="47720" y="14621"/>
                    <a:pt x="47815" y="18859"/>
                  </a:cubicBezTo>
                  <a:lnTo>
                    <a:pt x="36528" y="18859"/>
                  </a:lnTo>
                  <a:cubicBezTo>
                    <a:pt x="36338" y="15811"/>
                    <a:pt x="35290" y="13430"/>
                    <a:pt x="33337" y="11716"/>
                  </a:cubicBezTo>
                  <a:cubicBezTo>
                    <a:pt x="31385" y="9954"/>
                    <a:pt x="28670" y="9096"/>
                    <a:pt x="25241" y="9096"/>
                  </a:cubicBezTo>
                  <a:cubicBezTo>
                    <a:pt x="20622" y="9096"/>
                    <a:pt x="17240" y="10668"/>
                    <a:pt x="15097" y="13811"/>
                  </a:cubicBezTo>
                  <a:cubicBezTo>
                    <a:pt x="12906" y="16954"/>
                    <a:pt x="11859" y="21384"/>
                    <a:pt x="11859" y="27099"/>
                  </a:cubicBezTo>
                  <a:cubicBezTo>
                    <a:pt x="11859" y="30813"/>
                    <a:pt x="12335" y="33957"/>
                    <a:pt x="13287" y="36624"/>
                  </a:cubicBezTo>
                  <a:cubicBezTo>
                    <a:pt x="14240" y="39243"/>
                    <a:pt x="15716" y="41291"/>
                    <a:pt x="17716" y="42672"/>
                  </a:cubicBezTo>
                  <a:cubicBezTo>
                    <a:pt x="19717" y="44053"/>
                    <a:pt x="22193" y="44767"/>
                    <a:pt x="25289" y="44767"/>
                  </a:cubicBezTo>
                  <a:cubicBezTo>
                    <a:pt x="28765" y="44767"/>
                    <a:pt x="31575" y="43863"/>
                    <a:pt x="33671" y="42005"/>
                  </a:cubicBezTo>
                  <a:cubicBezTo>
                    <a:pt x="35766" y="40148"/>
                    <a:pt x="36862" y="37481"/>
                    <a:pt x="37005" y="34004"/>
                  </a:cubicBezTo>
                  <a:lnTo>
                    <a:pt x="48292" y="34004"/>
                  </a:lnTo>
                  <a:cubicBezTo>
                    <a:pt x="48196" y="38338"/>
                    <a:pt x="47101" y="42005"/>
                    <a:pt x="45101" y="44958"/>
                  </a:cubicBezTo>
                  <a:cubicBezTo>
                    <a:pt x="43053" y="47911"/>
                    <a:pt x="40338" y="50149"/>
                    <a:pt x="36909" y="51625"/>
                  </a:cubicBezTo>
                  <a:cubicBezTo>
                    <a:pt x="33480" y="53102"/>
                    <a:pt x="29575" y="53864"/>
                    <a:pt x="25241" y="53864"/>
                  </a:cubicBezTo>
                  <a:close/>
                </a:path>
              </a:pathLst>
            </a:custGeom>
            <a:solidFill>
              <a:srgbClr val="FFFFFF"/>
            </a:solidFill>
            <a:ln w="4763" cap="flat">
              <a:noFill/>
              <a:prstDash val="solid"/>
              <a:miter/>
            </a:ln>
          </p:spPr>
          <p:txBody>
            <a:bodyPr rtlCol="0" anchor="ctr"/>
            <a:lstStyle/>
            <a:p>
              <a:endParaRPr lang="en-AU"/>
            </a:p>
          </p:txBody>
        </p:sp>
        <p:sp>
          <p:nvSpPr>
            <p:cNvPr id="12" name="Freeform: Shape 14">
              <a:extLst>
                <a:ext uri="{FF2B5EF4-FFF2-40B4-BE49-F238E27FC236}">
                  <a16:creationId xmlns:a16="http://schemas.microsoft.com/office/drawing/2014/main" id="{D6F8D0EA-D004-F1E6-024C-56C8625239DA}"/>
                </a:ext>
              </a:extLst>
            </p:cNvPr>
            <p:cNvSpPr/>
            <p:nvPr/>
          </p:nvSpPr>
          <p:spPr>
            <a:xfrm>
              <a:off x="358330" y="668274"/>
              <a:ext cx="48672" cy="53911"/>
            </a:xfrm>
            <a:custGeom>
              <a:avLst/>
              <a:gdLst>
                <a:gd name="connsiteX0" fmla="*/ 25575 w 48672"/>
                <a:gd name="connsiteY0" fmla="*/ 53911 h 53911"/>
                <a:gd name="connsiteX1" fmla="*/ 11335 w 48672"/>
                <a:gd name="connsiteY1" fmla="*/ 50530 h 53911"/>
                <a:gd name="connsiteX2" fmla="*/ 2810 w 48672"/>
                <a:gd name="connsiteY2" fmla="*/ 41005 h 53911"/>
                <a:gd name="connsiteX3" fmla="*/ 0 w 48672"/>
                <a:gd name="connsiteY3" fmla="*/ 26813 h 53911"/>
                <a:gd name="connsiteX4" fmla="*/ 2762 w 48672"/>
                <a:gd name="connsiteY4" fmla="*/ 12668 h 53911"/>
                <a:gd name="connsiteX5" fmla="*/ 11001 w 48672"/>
                <a:gd name="connsiteY5" fmla="*/ 3334 h 53911"/>
                <a:gd name="connsiteX6" fmla="*/ 24717 w 48672"/>
                <a:gd name="connsiteY6" fmla="*/ 0 h 53911"/>
                <a:gd name="connsiteX7" fmla="*/ 42243 w 48672"/>
                <a:gd name="connsiteY7" fmla="*/ 6620 h 53911"/>
                <a:gd name="connsiteX8" fmla="*/ 48673 w 48672"/>
                <a:gd name="connsiteY8" fmla="*/ 25527 h 53911"/>
                <a:gd name="connsiteX9" fmla="*/ 48578 w 48672"/>
                <a:gd name="connsiteY9" fmla="*/ 27384 h 53911"/>
                <a:gd name="connsiteX10" fmla="*/ 48387 w 48672"/>
                <a:gd name="connsiteY10" fmla="*/ 28956 h 53911"/>
                <a:gd name="connsiteX11" fmla="*/ 11573 w 48672"/>
                <a:gd name="connsiteY11" fmla="*/ 28956 h 53911"/>
                <a:gd name="connsiteX12" fmla="*/ 13049 w 48672"/>
                <a:gd name="connsiteY12" fmla="*/ 37100 h 53911"/>
                <a:gd name="connsiteX13" fmla="*/ 17574 w 48672"/>
                <a:gd name="connsiteY13" fmla="*/ 43053 h 53911"/>
                <a:gd name="connsiteX14" fmla="*/ 25670 w 48672"/>
                <a:gd name="connsiteY14" fmla="*/ 45291 h 53911"/>
                <a:gd name="connsiteX15" fmla="*/ 34052 w 48672"/>
                <a:gd name="connsiteY15" fmla="*/ 42910 h 53911"/>
                <a:gd name="connsiteX16" fmla="*/ 37243 w 48672"/>
                <a:gd name="connsiteY16" fmla="*/ 35862 h 53911"/>
                <a:gd name="connsiteX17" fmla="*/ 48625 w 48672"/>
                <a:gd name="connsiteY17" fmla="*/ 35862 h 53911"/>
                <a:gd name="connsiteX18" fmla="*/ 45482 w 48672"/>
                <a:gd name="connsiteY18" fmla="*/ 45672 h 53911"/>
                <a:gd name="connsiteX19" fmla="*/ 37576 w 48672"/>
                <a:gd name="connsiteY19" fmla="*/ 51816 h 53911"/>
                <a:gd name="connsiteX20" fmla="*/ 25622 w 48672"/>
                <a:gd name="connsiteY20" fmla="*/ 53911 h 53911"/>
                <a:gd name="connsiteX21" fmla="*/ 11621 w 48672"/>
                <a:gd name="connsiteY21" fmla="*/ 21241 h 53911"/>
                <a:gd name="connsiteX22" fmla="*/ 37100 w 48672"/>
                <a:gd name="connsiteY22" fmla="*/ 21241 h 53911"/>
                <a:gd name="connsiteX23" fmla="*/ 33576 w 48672"/>
                <a:gd name="connsiteY23" fmla="*/ 11668 h 53911"/>
                <a:gd name="connsiteX24" fmla="*/ 24622 w 48672"/>
                <a:gd name="connsiteY24" fmla="*/ 8382 h 53911"/>
                <a:gd name="connsiteX25" fmla="*/ 15478 w 48672"/>
                <a:gd name="connsiteY25" fmla="*/ 11716 h 53911"/>
                <a:gd name="connsiteX26" fmla="*/ 11621 w 48672"/>
                <a:gd name="connsiteY26" fmla="*/ 21288 h 53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8672" h="53911">
                  <a:moveTo>
                    <a:pt x="25575" y="53911"/>
                  </a:moveTo>
                  <a:cubicBezTo>
                    <a:pt x="19860" y="53911"/>
                    <a:pt x="15145" y="52768"/>
                    <a:pt x="11335" y="50530"/>
                  </a:cubicBezTo>
                  <a:cubicBezTo>
                    <a:pt x="7525" y="48244"/>
                    <a:pt x="4715" y="45101"/>
                    <a:pt x="2810" y="41005"/>
                  </a:cubicBezTo>
                  <a:cubicBezTo>
                    <a:pt x="905" y="36909"/>
                    <a:pt x="0" y="32194"/>
                    <a:pt x="0" y="26813"/>
                  </a:cubicBezTo>
                  <a:cubicBezTo>
                    <a:pt x="0" y="21431"/>
                    <a:pt x="905" y="16669"/>
                    <a:pt x="2762" y="12668"/>
                  </a:cubicBezTo>
                  <a:cubicBezTo>
                    <a:pt x="4620" y="8668"/>
                    <a:pt x="7334" y="5524"/>
                    <a:pt x="11001" y="3334"/>
                  </a:cubicBezTo>
                  <a:cubicBezTo>
                    <a:pt x="14669" y="1095"/>
                    <a:pt x="19241" y="0"/>
                    <a:pt x="24717" y="0"/>
                  </a:cubicBezTo>
                  <a:cubicBezTo>
                    <a:pt x="32147" y="0"/>
                    <a:pt x="37957" y="2191"/>
                    <a:pt x="42243" y="6620"/>
                  </a:cubicBezTo>
                  <a:cubicBezTo>
                    <a:pt x="46530" y="11049"/>
                    <a:pt x="48673" y="17335"/>
                    <a:pt x="48673" y="25527"/>
                  </a:cubicBezTo>
                  <a:cubicBezTo>
                    <a:pt x="48673" y="26003"/>
                    <a:pt x="48673" y="26622"/>
                    <a:pt x="48578" y="27384"/>
                  </a:cubicBezTo>
                  <a:cubicBezTo>
                    <a:pt x="48530" y="28099"/>
                    <a:pt x="48482" y="28623"/>
                    <a:pt x="48387" y="28956"/>
                  </a:cubicBezTo>
                  <a:lnTo>
                    <a:pt x="11573" y="28956"/>
                  </a:lnTo>
                  <a:cubicBezTo>
                    <a:pt x="11573" y="31909"/>
                    <a:pt x="12097" y="34623"/>
                    <a:pt x="13049" y="37100"/>
                  </a:cubicBezTo>
                  <a:cubicBezTo>
                    <a:pt x="14002" y="39576"/>
                    <a:pt x="15478" y="41577"/>
                    <a:pt x="17574" y="43053"/>
                  </a:cubicBezTo>
                  <a:cubicBezTo>
                    <a:pt x="19622" y="44529"/>
                    <a:pt x="22336" y="45291"/>
                    <a:pt x="25670" y="45291"/>
                  </a:cubicBezTo>
                  <a:cubicBezTo>
                    <a:pt x="29242" y="45291"/>
                    <a:pt x="32052" y="44482"/>
                    <a:pt x="34052" y="42910"/>
                  </a:cubicBezTo>
                  <a:cubicBezTo>
                    <a:pt x="36100" y="41338"/>
                    <a:pt x="37148" y="39005"/>
                    <a:pt x="37243" y="35862"/>
                  </a:cubicBezTo>
                  <a:lnTo>
                    <a:pt x="48625" y="35862"/>
                  </a:lnTo>
                  <a:cubicBezTo>
                    <a:pt x="48435" y="39719"/>
                    <a:pt x="47387" y="43005"/>
                    <a:pt x="45482" y="45672"/>
                  </a:cubicBezTo>
                  <a:cubicBezTo>
                    <a:pt x="43577" y="48387"/>
                    <a:pt x="40957" y="50387"/>
                    <a:pt x="37576" y="51816"/>
                  </a:cubicBezTo>
                  <a:cubicBezTo>
                    <a:pt x="34195" y="53245"/>
                    <a:pt x="30242" y="53911"/>
                    <a:pt x="25622" y="53911"/>
                  </a:cubicBezTo>
                  <a:close/>
                  <a:moveTo>
                    <a:pt x="11621" y="21241"/>
                  </a:moveTo>
                  <a:lnTo>
                    <a:pt x="37100" y="21241"/>
                  </a:lnTo>
                  <a:cubicBezTo>
                    <a:pt x="37005" y="17050"/>
                    <a:pt x="35814" y="13859"/>
                    <a:pt x="33576" y="11668"/>
                  </a:cubicBezTo>
                  <a:cubicBezTo>
                    <a:pt x="31337" y="9477"/>
                    <a:pt x="28384" y="8382"/>
                    <a:pt x="24622" y="8382"/>
                  </a:cubicBezTo>
                  <a:cubicBezTo>
                    <a:pt x="20860" y="8382"/>
                    <a:pt x="17717" y="9477"/>
                    <a:pt x="15478" y="11716"/>
                  </a:cubicBezTo>
                  <a:cubicBezTo>
                    <a:pt x="13192" y="13906"/>
                    <a:pt x="11906" y="17097"/>
                    <a:pt x="11621" y="21288"/>
                  </a:cubicBezTo>
                  <a:close/>
                </a:path>
              </a:pathLst>
            </a:custGeom>
            <a:solidFill>
              <a:srgbClr val="FFFFFF"/>
            </a:solidFill>
            <a:ln w="4763" cap="flat">
              <a:noFill/>
              <a:prstDash val="solid"/>
              <a:miter/>
            </a:ln>
          </p:spPr>
          <p:txBody>
            <a:bodyPr rtlCol="0" anchor="ctr"/>
            <a:lstStyle/>
            <a:p>
              <a:endParaRPr lang="en-AU"/>
            </a:p>
          </p:txBody>
        </p:sp>
        <p:sp>
          <p:nvSpPr>
            <p:cNvPr id="13" name="Freeform: Shape 15">
              <a:extLst>
                <a:ext uri="{FF2B5EF4-FFF2-40B4-BE49-F238E27FC236}">
                  <a16:creationId xmlns:a16="http://schemas.microsoft.com/office/drawing/2014/main" id="{7FCFD62F-A442-7768-86AD-7CE5C74BCF73}"/>
                </a:ext>
              </a:extLst>
            </p:cNvPr>
            <p:cNvSpPr/>
            <p:nvPr/>
          </p:nvSpPr>
          <p:spPr>
            <a:xfrm>
              <a:off x="420385" y="668369"/>
              <a:ext cx="46196" cy="52863"/>
            </a:xfrm>
            <a:custGeom>
              <a:avLst/>
              <a:gdLst>
                <a:gd name="connsiteX0" fmla="*/ 0 w 46196"/>
                <a:gd name="connsiteY0" fmla="*/ 52864 h 52863"/>
                <a:gd name="connsiteX1" fmla="*/ 0 w 46196"/>
                <a:gd name="connsiteY1" fmla="*/ 762 h 52863"/>
                <a:gd name="connsiteX2" fmla="*/ 11097 w 46196"/>
                <a:gd name="connsiteY2" fmla="*/ 762 h 52863"/>
                <a:gd name="connsiteX3" fmla="*/ 11382 w 46196"/>
                <a:gd name="connsiteY3" fmla="*/ 8668 h 52863"/>
                <a:gd name="connsiteX4" fmla="*/ 18336 w 46196"/>
                <a:gd name="connsiteY4" fmla="*/ 2715 h 52863"/>
                <a:gd name="connsiteX5" fmla="*/ 29623 w 46196"/>
                <a:gd name="connsiteY5" fmla="*/ 0 h 52863"/>
                <a:gd name="connsiteX6" fmla="*/ 42053 w 46196"/>
                <a:gd name="connsiteY6" fmla="*/ 4953 h 52863"/>
                <a:gd name="connsiteX7" fmla="*/ 46196 w 46196"/>
                <a:gd name="connsiteY7" fmla="*/ 19098 h 52863"/>
                <a:gd name="connsiteX8" fmla="*/ 46196 w 46196"/>
                <a:gd name="connsiteY8" fmla="*/ 52864 h 52863"/>
                <a:gd name="connsiteX9" fmla="*/ 34671 w 46196"/>
                <a:gd name="connsiteY9" fmla="*/ 52864 h 52863"/>
                <a:gd name="connsiteX10" fmla="*/ 34671 w 46196"/>
                <a:gd name="connsiteY10" fmla="*/ 20622 h 52863"/>
                <a:gd name="connsiteX11" fmla="*/ 33861 w 46196"/>
                <a:gd name="connsiteY11" fmla="*/ 14764 h 52863"/>
                <a:gd name="connsiteX12" fmla="*/ 31147 w 46196"/>
                <a:gd name="connsiteY12" fmla="*/ 10811 h 52863"/>
                <a:gd name="connsiteX13" fmla="*/ 25956 w 46196"/>
                <a:gd name="connsiteY13" fmla="*/ 9382 h 52863"/>
                <a:gd name="connsiteX14" fmla="*/ 17431 w 46196"/>
                <a:gd name="connsiteY14" fmla="*/ 11716 h 52863"/>
                <a:gd name="connsiteX15" fmla="*/ 11621 w 46196"/>
                <a:gd name="connsiteY15" fmla="*/ 17002 h 52863"/>
                <a:gd name="connsiteX16" fmla="*/ 11621 w 46196"/>
                <a:gd name="connsiteY16" fmla="*/ 52864 h 52863"/>
                <a:gd name="connsiteX17" fmla="*/ 48 w 46196"/>
                <a:gd name="connsiteY17" fmla="*/ 52864 h 52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6196" h="52863">
                  <a:moveTo>
                    <a:pt x="0" y="52864"/>
                  </a:moveTo>
                  <a:lnTo>
                    <a:pt x="0" y="762"/>
                  </a:lnTo>
                  <a:lnTo>
                    <a:pt x="11097" y="762"/>
                  </a:lnTo>
                  <a:lnTo>
                    <a:pt x="11382" y="8668"/>
                  </a:lnTo>
                  <a:cubicBezTo>
                    <a:pt x="13097" y="6477"/>
                    <a:pt x="15431" y="4524"/>
                    <a:pt x="18336" y="2715"/>
                  </a:cubicBezTo>
                  <a:cubicBezTo>
                    <a:pt x="21241" y="905"/>
                    <a:pt x="25003" y="0"/>
                    <a:pt x="29623" y="0"/>
                  </a:cubicBezTo>
                  <a:cubicBezTo>
                    <a:pt x="35147" y="0"/>
                    <a:pt x="39291" y="1667"/>
                    <a:pt x="42053" y="4953"/>
                  </a:cubicBezTo>
                  <a:cubicBezTo>
                    <a:pt x="44815" y="8239"/>
                    <a:pt x="46196" y="12954"/>
                    <a:pt x="46196" y="19098"/>
                  </a:cubicBezTo>
                  <a:lnTo>
                    <a:pt x="46196" y="52864"/>
                  </a:lnTo>
                  <a:lnTo>
                    <a:pt x="34671" y="52864"/>
                  </a:lnTo>
                  <a:lnTo>
                    <a:pt x="34671" y="20622"/>
                  </a:lnTo>
                  <a:cubicBezTo>
                    <a:pt x="34671" y="18431"/>
                    <a:pt x="34385" y="16478"/>
                    <a:pt x="33861" y="14764"/>
                  </a:cubicBezTo>
                  <a:cubicBezTo>
                    <a:pt x="33338" y="13049"/>
                    <a:pt x="32433" y="11763"/>
                    <a:pt x="31147" y="10811"/>
                  </a:cubicBezTo>
                  <a:cubicBezTo>
                    <a:pt x="29861" y="9858"/>
                    <a:pt x="28146" y="9382"/>
                    <a:pt x="25956" y="9382"/>
                  </a:cubicBezTo>
                  <a:cubicBezTo>
                    <a:pt x="22622" y="9382"/>
                    <a:pt x="19764" y="10144"/>
                    <a:pt x="17431" y="11716"/>
                  </a:cubicBezTo>
                  <a:cubicBezTo>
                    <a:pt x="15097" y="13287"/>
                    <a:pt x="13145" y="15002"/>
                    <a:pt x="11621" y="17002"/>
                  </a:cubicBezTo>
                  <a:lnTo>
                    <a:pt x="11621" y="52864"/>
                  </a:lnTo>
                  <a:lnTo>
                    <a:pt x="48" y="52864"/>
                  </a:lnTo>
                  <a:close/>
                </a:path>
              </a:pathLst>
            </a:custGeom>
            <a:solidFill>
              <a:srgbClr val="FFFFFF"/>
            </a:solidFill>
            <a:ln w="4763" cap="flat">
              <a:noFill/>
              <a:prstDash val="solid"/>
              <a:miter/>
            </a:ln>
          </p:spPr>
          <p:txBody>
            <a:bodyPr rtlCol="0" anchor="ctr"/>
            <a:lstStyle/>
            <a:p>
              <a:endParaRPr lang="en-AU"/>
            </a:p>
          </p:txBody>
        </p:sp>
        <p:sp>
          <p:nvSpPr>
            <p:cNvPr id="14" name="Freeform: Shape 16">
              <a:extLst>
                <a:ext uri="{FF2B5EF4-FFF2-40B4-BE49-F238E27FC236}">
                  <a16:creationId xmlns:a16="http://schemas.microsoft.com/office/drawing/2014/main" id="{2E4CBE0D-1618-16CF-FB36-56ADA9AC0EB6}"/>
                </a:ext>
              </a:extLst>
            </p:cNvPr>
            <p:cNvSpPr/>
            <p:nvPr/>
          </p:nvSpPr>
          <p:spPr>
            <a:xfrm>
              <a:off x="479440" y="649271"/>
              <a:ext cx="49434" cy="72866"/>
            </a:xfrm>
            <a:custGeom>
              <a:avLst/>
              <a:gdLst>
                <a:gd name="connsiteX0" fmla="*/ 20669 w 49434"/>
                <a:gd name="connsiteY0" fmla="*/ 72866 h 72866"/>
                <a:gd name="connsiteX1" fmla="*/ 9906 w 49434"/>
                <a:gd name="connsiteY1" fmla="*/ 69866 h 72866"/>
                <a:gd name="connsiteX2" fmla="*/ 2619 w 49434"/>
                <a:gd name="connsiteY2" fmla="*/ 60817 h 72866"/>
                <a:gd name="connsiteX3" fmla="*/ 0 w 49434"/>
                <a:gd name="connsiteY3" fmla="*/ 45672 h 72866"/>
                <a:gd name="connsiteX4" fmla="*/ 2810 w 49434"/>
                <a:gd name="connsiteY4" fmla="*/ 30766 h 72866"/>
                <a:gd name="connsiteX5" fmla="*/ 10573 w 49434"/>
                <a:gd name="connsiteY5" fmla="*/ 21907 h 72866"/>
                <a:gd name="connsiteX6" fmla="*/ 22003 w 49434"/>
                <a:gd name="connsiteY6" fmla="*/ 18955 h 72866"/>
                <a:gd name="connsiteX7" fmla="*/ 31480 w 49434"/>
                <a:gd name="connsiteY7" fmla="*/ 21288 h 72866"/>
                <a:gd name="connsiteX8" fmla="*/ 37909 w 49434"/>
                <a:gd name="connsiteY8" fmla="*/ 27527 h 72866"/>
                <a:gd name="connsiteX9" fmla="*/ 37909 w 49434"/>
                <a:gd name="connsiteY9" fmla="*/ 0 h 72866"/>
                <a:gd name="connsiteX10" fmla="*/ 49435 w 49434"/>
                <a:gd name="connsiteY10" fmla="*/ 0 h 72866"/>
                <a:gd name="connsiteX11" fmla="*/ 49435 w 49434"/>
                <a:gd name="connsiteY11" fmla="*/ 71961 h 72866"/>
                <a:gd name="connsiteX12" fmla="*/ 38481 w 49434"/>
                <a:gd name="connsiteY12" fmla="*/ 71961 h 72866"/>
                <a:gd name="connsiteX13" fmla="*/ 37909 w 49434"/>
                <a:gd name="connsiteY13" fmla="*/ 64484 h 72866"/>
                <a:gd name="connsiteX14" fmla="*/ 30909 w 49434"/>
                <a:gd name="connsiteY14" fmla="*/ 70580 h 72866"/>
                <a:gd name="connsiteX15" fmla="*/ 20765 w 49434"/>
                <a:gd name="connsiteY15" fmla="*/ 72866 h 72866"/>
                <a:gd name="connsiteX16" fmla="*/ 23670 w 49434"/>
                <a:gd name="connsiteY16" fmla="*/ 63865 h 72866"/>
                <a:gd name="connsiteX17" fmla="*/ 32337 w 49434"/>
                <a:gd name="connsiteY17" fmla="*/ 61293 h 72866"/>
                <a:gd name="connsiteX18" fmla="*/ 37862 w 49434"/>
                <a:gd name="connsiteY18" fmla="*/ 55102 h 72866"/>
                <a:gd name="connsiteX19" fmla="*/ 37862 w 49434"/>
                <a:gd name="connsiteY19" fmla="*/ 37433 h 72866"/>
                <a:gd name="connsiteX20" fmla="*/ 32718 w 49434"/>
                <a:gd name="connsiteY20" fmla="*/ 30766 h 72866"/>
                <a:gd name="connsiteX21" fmla="*/ 24575 w 49434"/>
                <a:gd name="connsiteY21" fmla="*/ 28004 h 72866"/>
                <a:gd name="connsiteX22" fmla="*/ 15097 w 49434"/>
                <a:gd name="connsiteY22" fmla="*/ 32575 h 72866"/>
                <a:gd name="connsiteX23" fmla="*/ 11859 w 49434"/>
                <a:gd name="connsiteY23" fmla="*/ 45625 h 72866"/>
                <a:gd name="connsiteX24" fmla="*/ 14954 w 49434"/>
                <a:gd name="connsiteY24" fmla="*/ 59293 h 72866"/>
                <a:gd name="connsiteX25" fmla="*/ 23765 w 49434"/>
                <a:gd name="connsiteY25" fmla="*/ 63865 h 72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9434" h="72866">
                  <a:moveTo>
                    <a:pt x="20669" y="72866"/>
                  </a:moveTo>
                  <a:cubicBezTo>
                    <a:pt x="16621" y="72866"/>
                    <a:pt x="13002" y="71866"/>
                    <a:pt x="9906" y="69866"/>
                  </a:cubicBezTo>
                  <a:cubicBezTo>
                    <a:pt x="6763" y="67866"/>
                    <a:pt x="4334" y="64865"/>
                    <a:pt x="2619" y="60817"/>
                  </a:cubicBezTo>
                  <a:cubicBezTo>
                    <a:pt x="857" y="56769"/>
                    <a:pt x="0" y="51721"/>
                    <a:pt x="0" y="45672"/>
                  </a:cubicBezTo>
                  <a:cubicBezTo>
                    <a:pt x="0" y="39624"/>
                    <a:pt x="953" y="34719"/>
                    <a:pt x="2810" y="30766"/>
                  </a:cubicBezTo>
                  <a:cubicBezTo>
                    <a:pt x="4667" y="26813"/>
                    <a:pt x="7287" y="23860"/>
                    <a:pt x="10573" y="21907"/>
                  </a:cubicBezTo>
                  <a:cubicBezTo>
                    <a:pt x="13859" y="19907"/>
                    <a:pt x="17669" y="18955"/>
                    <a:pt x="22003" y="18955"/>
                  </a:cubicBezTo>
                  <a:cubicBezTo>
                    <a:pt x="25622" y="18955"/>
                    <a:pt x="28766" y="19764"/>
                    <a:pt x="31480" y="21288"/>
                  </a:cubicBezTo>
                  <a:cubicBezTo>
                    <a:pt x="34147" y="22860"/>
                    <a:pt x="36290" y="24956"/>
                    <a:pt x="37909" y="27527"/>
                  </a:cubicBezTo>
                  <a:lnTo>
                    <a:pt x="37909" y="0"/>
                  </a:lnTo>
                  <a:lnTo>
                    <a:pt x="49435" y="0"/>
                  </a:lnTo>
                  <a:lnTo>
                    <a:pt x="49435" y="71961"/>
                  </a:lnTo>
                  <a:lnTo>
                    <a:pt x="38481" y="71961"/>
                  </a:lnTo>
                  <a:lnTo>
                    <a:pt x="37909" y="64484"/>
                  </a:lnTo>
                  <a:cubicBezTo>
                    <a:pt x="36052" y="67008"/>
                    <a:pt x="33719" y="69056"/>
                    <a:pt x="30909" y="70580"/>
                  </a:cubicBezTo>
                  <a:cubicBezTo>
                    <a:pt x="28099" y="72104"/>
                    <a:pt x="24717" y="72866"/>
                    <a:pt x="20765" y="72866"/>
                  </a:cubicBezTo>
                  <a:close/>
                  <a:moveTo>
                    <a:pt x="23670" y="63865"/>
                  </a:moveTo>
                  <a:cubicBezTo>
                    <a:pt x="27099" y="63865"/>
                    <a:pt x="29956" y="63008"/>
                    <a:pt x="32337" y="61293"/>
                  </a:cubicBezTo>
                  <a:cubicBezTo>
                    <a:pt x="34671" y="59579"/>
                    <a:pt x="36528" y="57531"/>
                    <a:pt x="37862" y="55102"/>
                  </a:cubicBezTo>
                  <a:lnTo>
                    <a:pt x="37862" y="37433"/>
                  </a:lnTo>
                  <a:cubicBezTo>
                    <a:pt x="36624" y="34814"/>
                    <a:pt x="34909" y="32623"/>
                    <a:pt x="32718" y="30766"/>
                  </a:cubicBezTo>
                  <a:cubicBezTo>
                    <a:pt x="30528" y="28908"/>
                    <a:pt x="27813" y="28004"/>
                    <a:pt x="24575" y="28004"/>
                  </a:cubicBezTo>
                  <a:cubicBezTo>
                    <a:pt x="20431" y="28004"/>
                    <a:pt x="17288" y="29527"/>
                    <a:pt x="15097" y="32575"/>
                  </a:cubicBezTo>
                  <a:cubicBezTo>
                    <a:pt x="12906" y="35623"/>
                    <a:pt x="11859" y="39957"/>
                    <a:pt x="11859" y="45625"/>
                  </a:cubicBezTo>
                  <a:cubicBezTo>
                    <a:pt x="11859" y="51673"/>
                    <a:pt x="12906" y="56245"/>
                    <a:pt x="14954" y="59293"/>
                  </a:cubicBezTo>
                  <a:cubicBezTo>
                    <a:pt x="17002" y="62341"/>
                    <a:pt x="19955" y="63865"/>
                    <a:pt x="23765" y="63865"/>
                  </a:cubicBezTo>
                  <a:close/>
                </a:path>
              </a:pathLst>
            </a:custGeom>
            <a:solidFill>
              <a:srgbClr val="FFFFFF"/>
            </a:solidFill>
            <a:ln w="4763" cap="flat">
              <a:noFill/>
              <a:prstDash val="solid"/>
              <a:miter/>
            </a:ln>
          </p:spPr>
          <p:txBody>
            <a:bodyPr rtlCol="0" anchor="ctr"/>
            <a:lstStyle/>
            <a:p>
              <a:endParaRPr lang="en-AU"/>
            </a:p>
          </p:txBody>
        </p:sp>
        <p:sp>
          <p:nvSpPr>
            <p:cNvPr id="15" name="Freeform: Shape 17">
              <a:extLst>
                <a:ext uri="{FF2B5EF4-FFF2-40B4-BE49-F238E27FC236}">
                  <a16:creationId xmlns:a16="http://schemas.microsoft.com/office/drawing/2014/main" id="{02226BBD-7E13-2108-ED5C-B61D380F9EF0}"/>
                </a:ext>
              </a:extLst>
            </p:cNvPr>
            <p:cNvSpPr/>
            <p:nvPr/>
          </p:nvSpPr>
          <p:spPr>
            <a:xfrm>
              <a:off x="543972" y="648700"/>
              <a:ext cx="13620" cy="72532"/>
            </a:xfrm>
            <a:custGeom>
              <a:avLst/>
              <a:gdLst>
                <a:gd name="connsiteX0" fmla="*/ 6810 w 13620"/>
                <a:gd name="connsiteY0" fmla="*/ 12097 h 72532"/>
                <a:gd name="connsiteX1" fmla="*/ 1762 w 13620"/>
                <a:gd name="connsiteY1" fmla="*/ 10382 h 72532"/>
                <a:gd name="connsiteX2" fmla="*/ 0 w 13620"/>
                <a:gd name="connsiteY2" fmla="*/ 6096 h 72532"/>
                <a:gd name="connsiteX3" fmla="*/ 1762 w 13620"/>
                <a:gd name="connsiteY3" fmla="*/ 1715 h 72532"/>
                <a:gd name="connsiteX4" fmla="*/ 6810 w 13620"/>
                <a:gd name="connsiteY4" fmla="*/ 0 h 72532"/>
                <a:gd name="connsiteX5" fmla="*/ 11811 w 13620"/>
                <a:gd name="connsiteY5" fmla="*/ 1715 h 72532"/>
                <a:gd name="connsiteX6" fmla="*/ 13621 w 13620"/>
                <a:gd name="connsiteY6" fmla="*/ 6048 h 72532"/>
                <a:gd name="connsiteX7" fmla="*/ 11811 w 13620"/>
                <a:gd name="connsiteY7" fmla="*/ 10382 h 72532"/>
                <a:gd name="connsiteX8" fmla="*/ 6810 w 13620"/>
                <a:gd name="connsiteY8" fmla="*/ 12097 h 72532"/>
                <a:gd name="connsiteX9" fmla="*/ 1000 w 13620"/>
                <a:gd name="connsiteY9" fmla="*/ 72533 h 72532"/>
                <a:gd name="connsiteX10" fmla="*/ 1000 w 13620"/>
                <a:gd name="connsiteY10" fmla="*/ 20431 h 72532"/>
                <a:gd name="connsiteX11" fmla="*/ 12573 w 13620"/>
                <a:gd name="connsiteY11" fmla="*/ 20431 h 72532"/>
                <a:gd name="connsiteX12" fmla="*/ 12573 w 13620"/>
                <a:gd name="connsiteY12" fmla="*/ 72533 h 72532"/>
                <a:gd name="connsiteX13" fmla="*/ 1000 w 13620"/>
                <a:gd name="connsiteY13" fmla="*/ 72533 h 72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620" h="72532">
                  <a:moveTo>
                    <a:pt x="6810" y="12097"/>
                  </a:moveTo>
                  <a:cubicBezTo>
                    <a:pt x="4620" y="12097"/>
                    <a:pt x="2953" y="11525"/>
                    <a:pt x="1762" y="10382"/>
                  </a:cubicBezTo>
                  <a:cubicBezTo>
                    <a:pt x="571" y="9239"/>
                    <a:pt x="0" y="7810"/>
                    <a:pt x="0" y="6096"/>
                  </a:cubicBezTo>
                  <a:cubicBezTo>
                    <a:pt x="0" y="4381"/>
                    <a:pt x="571" y="2857"/>
                    <a:pt x="1762" y="1715"/>
                  </a:cubicBezTo>
                  <a:cubicBezTo>
                    <a:pt x="2953" y="571"/>
                    <a:pt x="4620" y="0"/>
                    <a:pt x="6810" y="0"/>
                  </a:cubicBezTo>
                  <a:cubicBezTo>
                    <a:pt x="9001" y="0"/>
                    <a:pt x="10620" y="571"/>
                    <a:pt x="11811" y="1715"/>
                  </a:cubicBezTo>
                  <a:cubicBezTo>
                    <a:pt x="13002" y="2857"/>
                    <a:pt x="13621" y="4286"/>
                    <a:pt x="13621" y="6048"/>
                  </a:cubicBezTo>
                  <a:cubicBezTo>
                    <a:pt x="13621" y="7810"/>
                    <a:pt x="13002" y="9239"/>
                    <a:pt x="11811" y="10382"/>
                  </a:cubicBezTo>
                  <a:cubicBezTo>
                    <a:pt x="10620" y="11525"/>
                    <a:pt x="8953" y="12097"/>
                    <a:pt x="6810" y="12097"/>
                  </a:cubicBezTo>
                  <a:close/>
                  <a:moveTo>
                    <a:pt x="1000" y="72533"/>
                  </a:moveTo>
                  <a:lnTo>
                    <a:pt x="1000" y="20431"/>
                  </a:lnTo>
                  <a:lnTo>
                    <a:pt x="12573" y="20431"/>
                  </a:lnTo>
                  <a:lnTo>
                    <a:pt x="12573" y="72533"/>
                  </a:lnTo>
                  <a:lnTo>
                    <a:pt x="1000" y="72533"/>
                  </a:lnTo>
                  <a:close/>
                </a:path>
              </a:pathLst>
            </a:custGeom>
            <a:solidFill>
              <a:srgbClr val="FFFFFF"/>
            </a:solidFill>
            <a:ln w="4763" cap="flat">
              <a:noFill/>
              <a:prstDash val="solid"/>
              <a:miter/>
            </a:ln>
          </p:spPr>
          <p:txBody>
            <a:bodyPr rtlCol="0" anchor="ctr"/>
            <a:lstStyle/>
            <a:p>
              <a:endParaRPr lang="en-AU"/>
            </a:p>
          </p:txBody>
        </p:sp>
        <p:sp>
          <p:nvSpPr>
            <p:cNvPr id="16" name="Freeform: Shape 18">
              <a:extLst>
                <a:ext uri="{FF2B5EF4-FFF2-40B4-BE49-F238E27FC236}">
                  <a16:creationId xmlns:a16="http://schemas.microsoft.com/office/drawing/2014/main" id="{1AF5ABBE-42DC-DC29-B499-B9A0D583B7C3}"/>
                </a:ext>
              </a:extLst>
            </p:cNvPr>
            <p:cNvSpPr/>
            <p:nvPr/>
          </p:nvSpPr>
          <p:spPr>
            <a:xfrm>
              <a:off x="569928" y="668131"/>
              <a:ext cx="51006" cy="53959"/>
            </a:xfrm>
            <a:custGeom>
              <a:avLst/>
              <a:gdLst>
                <a:gd name="connsiteX0" fmla="*/ 25289 w 51006"/>
                <a:gd name="connsiteY0" fmla="*/ 53959 h 53959"/>
                <a:gd name="connsiteX1" fmla="*/ 11859 w 51006"/>
                <a:gd name="connsiteY1" fmla="*/ 50768 h 53959"/>
                <a:gd name="connsiteX2" fmla="*/ 3096 w 51006"/>
                <a:gd name="connsiteY2" fmla="*/ 41577 h 53959"/>
                <a:gd name="connsiteX3" fmla="*/ 0 w 51006"/>
                <a:gd name="connsiteY3" fmla="*/ 27146 h 53959"/>
                <a:gd name="connsiteX4" fmla="*/ 3096 w 51006"/>
                <a:gd name="connsiteY4" fmla="*/ 12478 h 53959"/>
                <a:gd name="connsiteX5" fmla="*/ 11859 w 51006"/>
                <a:gd name="connsiteY5" fmla="*/ 3191 h 53959"/>
                <a:gd name="connsiteX6" fmla="*/ 25289 w 51006"/>
                <a:gd name="connsiteY6" fmla="*/ 0 h 53959"/>
                <a:gd name="connsiteX7" fmla="*/ 39005 w 51006"/>
                <a:gd name="connsiteY7" fmla="*/ 3191 h 53959"/>
                <a:gd name="connsiteX8" fmla="*/ 47863 w 51006"/>
                <a:gd name="connsiteY8" fmla="*/ 12478 h 53959"/>
                <a:gd name="connsiteX9" fmla="*/ 51006 w 51006"/>
                <a:gd name="connsiteY9" fmla="*/ 27146 h 53959"/>
                <a:gd name="connsiteX10" fmla="*/ 47863 w 51006"/>
                <a:gd name="connsiteY10" fmla="*/ 41577 h 53959"/>
                <a:gd name="connsiteX11" fmla="*/ 39005 w 51006"/>
                <a:gd name="connsiteY11" fmla="*/ 50768 h 53959"/>
                <a:gd name="connsiteX12" fmla="*/ 25289 w 51006"/>
                <a:gd name="connsiteY12" fmla="*/ 53959 h 53959"/>
                <a:gd name="connsiteX13" fmla="*/ 25289 w 51006"/>
                <a:gd name="connsiteY13" fmla="*/ 45006 h 53959"/>
                <a:gd name="connsiteX14" fmla="*/ 33576 w 51006"/>
                <a:gd name="connsiteY14" fmla="*/ 42672 h 53959"/>
                <a:gd name="connsiteX15" fmla="*/ 37909 w 51006"/>
                <a:gd name="connsiteY15" fmla="*/ 36290 h 53959"/>
                <a:gd name="connsiteX16" fmla="*/ 39195 w 51006"/>
                <a:gd name="connsiteY16" fmla="*/ 27242 h 53959"/>
                <a:gd name="connsiteX17" fmla="*/ 37909 w 51006"/>
                <a:gd name="connsiteY17" fmla="*/ 18002 h 53959"/>
                <a:gd name="connsiteX18" fmla="*/ 33576 w 51006"/>
                <a:gd name="connsiteY18" fmla="*/ 11525 h 53959"/>
                <a:gd name="connsiteX19" fmla="*/ 25289 w 51006"/>
                <a:gd name="connsiteY19" fmla="*/ 9144 h 53959"/>
                <a:gd name="connsiteX20" fmla="*/ 17335 w 51006"/>
                <a:gd name="connsiteY20" fmla="*/ 11525 h 53959"/>
                <a:gd name="connsiteX21" fmla="*/ 13097 w 51006"/>
                <a:gd name="connsiteY21" fmla="*/ 18002 h 53959"/>
                <a:gd name="connsiteX22" fmla="*/ 11811 w 51006"/>
                <a:gd name="connsiteY22" fmla="*/ 27242 h 53959"/>
                <a:gd name="connsiteX23" fmla="*/ 13097 w 51006"/>
                <a:gd name="connsiteY23" fmla="*/ 36290 h 53959"/>
                <a:gd name="connsiteX24" fmla="*/ 17335 w 51006"/>
                <a:gd name="connsiteY24" fmla="*/ 42672 h 53959"/>
                <a:gd name="connsiteX25" fmla="*/ 25289 w 51006"/>
                <a:gd name="connsiteY25" fmla="*/ 45006 h 53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006" h="53959">
                  <a:moveTo>
                    <a:pt x="25289" y="53959"/>
                  </a:moveTo>
                  <a:cubicBezTo>
                    <a:pt x="20145" y="53959"/>
                    <a:pt x="15621" y="52911"/>
                    <a:pt x="11859" y="50768"/>
                  </a:cubicBezTo>
                  <a:cubicBezTo>
                    <a:pt x="8049" y="48673"/>
                    <a:pt x="5144" y="45577"/>
                    <a:pt x="3096" y="41577"/>
                  </a:cubicBezTo>
                  <a:cubicBezTo>
                    <a:pt x="1048" y="37576"/>
                    <a:pt x="0" y="32766"/>
                    <a:pt x="0" y="27146"/>
                  </a:cubicBezTo>
                  <a:cubicBezTo>
                    <a:pt x="0" y="21527"/>
                    <a:pt x="1048" y="16574"/>
                    <a:pt x="3096" y="12478"/>
                  </a:cubicBezTo>
                  <a:cubicBezTo>
                    <a:pt x="5144" y="8382"/>
                    <a:pt x="8049" y="5334"/>
                    <a:pt x="11859" y="3191"/>
                  </a:cubicBezTo>
                  <a:cubicBezTo>
                    <a:pt x="15669" y="1048"/>
                    <a:pt x="20145" y="0"/>
                    <a:pt x="25289" y="0"/>
                  </a:cubicBezTo>
                  <a:cubicBezTo>
                    <a:pt x="30432" y="0"/>
                    <a:pt x="35147" y="1048"/>
                    <a:pt x="39005" y="3191"/>
                  </a:cubicBezTo>
                  <a:cubicBezTo>
                    <a:pt x="42863" y="5334"/>
                    <a:pt x="45815" y="8430"/>
                    <a:pt x="47863" y="12478"/>
                  </a:cubicBezTo>
                  <a:cubicBezTo>
                    <a:pt x="49959" y="16526"/>
                    <a:pt x="51006" y="21431"/>
                    <a:pt x="51006" y="27146"/>
                  </a:cubicBezTo>
                  <a:cubicBezTo>
                    <a:pt x="51006" y="32861"/>
                    <a:pt x="49959" y="37529"/>
                    <a:pt x="47863" y="41577"/>
                  </a:cubicBezTo>
                  <a:cubicBezTo>
                    <a:pt x="45768" y="45577"/>
                    <a:pt x="42815" y="48673"/>
                    <a:pt x="39005" y="50768"/>
                  </a:cubicBezTo>
                  <a:cubicBezTo>
                    <a:pt x="35195" y="52911"/>
                    <a:pt x="30623" y="53959"/>
                    <a:pt x="25289" y="53959"/>
                  </a:cubicBezTo>
                  <a:close/>
                  <a:moveTo>
                    <a:pt x="25289" y="45006"/>
                  </a:moveTo>
                  <a:cubicBezTo>
                    <a:pt x="28766" y="45006"/>
                    <a:pt x="31528" y="44244"/>
                    <a:pt x="33576" y="42672"/>
                  </a:cubicBezTo>
                  <a:cubicBezTo>
                    <a:pt x="35624" y="41100"/>
                    <a:pt x="37052" y="38957"/>
                    <a:pt x="37909" y="36290"/>
                  </a:cubicBezTo>
                  <a:cubicBezTo>
                    <a:pt x="38767" y="33576"/>
                    <a:pt x="39195" y="30575"/>
                    <a:pt x="39195" y="27242"/>
                  </a:cubicBezTo>
                  <a:cubicBezTo>
                    <a:pt x="39195" y="23908"/>
                    <a:pt x="38767" y="20717"/>
                    <a:pt x="37909" y="18002"/>
                  </a:cubicBezTo>
                  <a:cubicBezTo>
                    <a:pt x="37052" y="15288"/>
                    <a:pt x="35624" y="13097"/>
                    <a:pt x="33576" y="11525"/>
                  </a:cubicBezTo>
                  <a:cubicBezTo>
                    <a:pt x="31528" y="9954"/>
                    <a:pt x="28766" y="9144"/>
                    <a:pt x="25289" y="9144"/>
                  </a:cubicBezTo>
                  <a:cubicBezTo>
                    <a:pt x="21812" y="9144"/>
                    <a:pt x="19288" y="9954"/>
                    <a:pt x="17335" y="11525"/>
                  </a:cubicBezTo>
                  <a:cubicBezTo>
                    <a:pt x="15383" y="13097"/>
                    <a:pt x="13954" y="15288"/>
                    <a:pt x="13097" y="18002"/>
                  </a:cubicBezTo>
                  <a:cubicBezTo>
                    <a:pt x="12240" y="20717"/>
                    <a:pt x="11811" y="23813"/>
                    <a:pt x="11811" y="27242"/>
                  </a:cubicBezTo>
                  <a:cubicBezTo>
                    <a:pt x="11811" y="30671"/>
                    <a:pt x="12240" y="33623"/>
                    <a:pt x="13097" y="36290"/>
                  </a:cubicBezTo>
                  <a:cubicBezTo>
                    <a:pt x="13954" y="38957"/>
                    <a:pt x="15383" y="41100"/>
                    <a:pt x="17335" y="42672"/>
                  </a:cubicBezTo>
                  <a:cubicBezTo>
                    <a:pt x="19288" y="44244"/>
                    <a:pt x="21955" y="45006"/>
                    <a:pt x="25289" y="45006"/>
                  </a:cubicBezTo>
                  <a:close/>
                </a:path>
              </a:pathLst>
            </a:custGeom>
            <a:solidFill>
              <a:srgbClr val="FFFFFF"/>
            </a:solidFill>
            <a:ln w="4763" cap="flat">
              <a:noFill/>
              <a:prstDash val="solid"/>
              <a:miter/>
            </a:ln>
          </p:spPr>
          <p:txBody>
            <a:bodyPr rtlCol="0" anchor="ctr"/>
            <a:lstStyle/>
            <a:p>
              <a:endParaRPr lang="en-AU"/>
            </a:p>
          </p:txBody>
        </p:sp>
        <p:sp>
          <p:nvSpPr>
            <p:cNvPr id="17" name="Freeform: Shape 19">
              <a:extLst>
                <a:ext uri="{FF2B5EF4-FFF2-40B4-BE49-F238E27FC236}">
                  <a16:creationId xmlns:a16="http://schemas.microsoft.com/office/drawing/2014/main" id="{8A1C677B-5B3C-648D-C026-A1FDD3CE5CD6}"/>
                </a:ext>
              </a:extLst>
            </p:cNvPr>
            <p:cNvSpPr/>
            <p:nvPr/>
          </p:nvSpPr>
          <p:spPr>
            <a:xfrm>
              <a:off x="634317" y="668369"/>
              <a:ext cx="46196" cy="52863"/>
            </a:xfrm>
            <a:custGeom>
              <a:avLst/>
              <a:gdLst>
                <a:gd name="connsiteX0" fmla="*/ 0 w 46196"/>
                <a:gd name="connsiteY0" fmla="*/ 52864 h 52863"/>
                <a:gd name="connsiteX1" fmla="*/ 0 w 46196"/>
                <a:gd name="connsiteY1" fmla="*/ 762 h 52863"/>
                <a:gd name="connsiteX2" fmla="*/ 11097 w 46196"/>
                <a:gd name="connsiteY2" fmla="*/ 762 h 52863"/>
                <a:gd name="connsiteX3" fmla="*/ 11382 w 46196"/>
                <a:gd name="connsiteY3" fmla="*/ 8668 h 52863"/>
                <a:gd name="connsiteX4" fmla="*/ 18336 w 46196"/>
                <a:gd name="connsiteY4" fmla="*/ 2715 h 52863"/>
                <a:gd name="connsiteX5" fmla="*/ 29623 w 46196"/>
                <a:gd name="connsiteY5" fmla="*/ 0 h 52863"/>
                <a:gd name="connsiteX6" fmla="*/ 42053 w 46196"/>
                <a:gd name="connsiteY6" fmla="*/ 4953 h 52863"/>
                <a:gd name="connsiteX7" fmla="*/ 46196 w 46196"/>
                <a:gd name="connsiteY7" fmla="*/ 19098 h 52863"/>
                <a:gd name="connsiteX8" fmla="*/ 46196 w 46196"/>
                <a:gd name="connsiteY8" fmla="*/ 52864 h 52863"/>
                <a:gd name="connsiteX9" fmla="*/ 34671 w 46196"/>
                <a:gd name="connsiteY9" fmla="*/ 52864 h 52863"/>
                <a:gd name="connsiteX10" fmla="*/ 34671 w 46196"/>
                <a:gd name="connsiteY10" fmla="*/ 20622 h 52863"/>
                <a:gd name="connsiteX11" fmla="*/ 33861 w 46196"/>
                <a:gd name="connsiteY11" fmla="*/ 14764 h 52863"/>
                <a:gd name="connsiteX12" fmla="*/ 31147 w 46196"/>
                <a:gd name="connsiteY12" fmla="*/ 10811 h 52863"/>
                <a:gd name="connsiteX13" fmla="*/ 25956 w 46196"/>
                <a:gd name="connsiteY13" fmla="*/ 9382 h 52863"/>
                <a:gd name="connsiteX14" fmla="*/ 17431 w 46196"/>
                <a:gd name="connsiteY14" fmla="*/ 11716 h 52863"/>
                <a:gd name="connsiteX15" fmla="*/ 11621 w 46196"/>
                <a:gd name="connsiteY15" fmla="*/ 17002 h 52863"/>
                <a:gd name="connsiteX16" fmla="*/ 11621 w 46196"/>
                <a:gd name="connsiteY16" fmla="*/ 52864 h 52863"/>
                <a:gd name="connsiteX17" fmla="*/ 48 w 46196"/>
                <a:gd name="connsiteY17" fmla="*/ 52864 h 52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6196" h="52863">
                  <a:moveTo>
                    <a:pt x="0" y="52864"/>
                  </a:moveTo>
                  <a:lnTo>
                    <a:pt x="0" y="762"/>
                  </a:lnTo>
                  <a:lnTo>
                    <a:pt x="11097" y="762"/>
                  </a:lnTo>
                  <a:lnTo>
                    <a:pt x="11382" y="8668"/>
                  </a:lnTo>
                  <a:cubicBezTo>
                    <a:pt x="13097" y="6477"/>
                    <a:pt x="15430" y="4524"/>
                    <a:pt x="18336" y="2715"/>
                  </a:cubicBezTo>
                  <a:cubicBezTo>
                    <a:pt x="21241" y="905"/>
                    <a:pt x="25003" y="0"/>
                    <a:pt x="29623" y="0"/>
                  </a:cubicBezTo>
                  <a:cubicBezTo>
                    <a:pt x="35147" y="0"/>
                    <a:pt x="39291" y="1667"/>
                    <a:pt x="42053" y="4953"/>
                  </a:cubicBezTo>
                  <a:cubicBezTo>
                    <a:pt x="44815" y="8239"/>
                    <a:pt x="46196" y="12954"/>
                    <a:pt x="46196" y="19098"/>
                  </a:cubicBezTo>
                  <a:lnTo>
                    <a:pt x="46196" y="52864"/>
                  </a:lnTo>
                  <a:lnTo>
                    <a:pt x="34671" y="52864"/>
                  </a:lnTo>
                  <a:lnTo>
                    <a:pt x="34671" y="20622"/>
                  </a:lnTo>
                  <a:cubicBezTo>
                    <a:pt x="34671" y="18431"/>
                    <a:pt x="34385" y="16478"/>
                    <a:pt x="33861" y="14764"/>
                  </a:cubicBezTo>
                  <a:cubicBezTo>
                    <a:pt x="33338" y="13049"/>
                    <a:pt x="32433" y="11763"/>
                    <a:pt x="31147" y="10811"/>
                  </a:cubicBezTo>
                  <a:cubicBezTo>
                    <a:pt x="29861" y="9858"/>
                    <a:pt x="28146" y="9382"/>
                    <a:pt x="25956" y="9382"/>
                  </a:cubicBezTo>
                  <a:cubicBezTo>
                    <a:pt x="22622" y="9382"/>
                    <a:pt x="19764" y="10144"/>
                    <a:pt x="17431" y="11716"/>
                  </a:cubicBezTo>
                  <a:cubicBezTo>
                    <a:pt x="15097" y="13287"/>
                    <a:pt x="13144" y="15002"/>
                    <a:pt x="11621" y="17002"/>
                  </a:cubicBezTo>
                  <a:lnTo>
                    <a:pt x="11621" y="52864"/>
                  </a:lnTo>
                  <a:lnTo>
                    <a:pt x="48" y="52864"/>
                  </a:lnTo>
                  <a:close/>
                </a:path>
              </a:pathLst>
            </a:custGeom>
            <a:solidFill>
              <a:srgbClr val="FFFFFF"/>
            </a:solidFill>
            <a:ln w="4763" cap="flat">
              <a:noFill/>
              <a:prstDash val="solid"/>
              <a:miter/>
            </a:ln>
          </p:spPr>
          <p:txBody>
            <a:bodyPr rtlCol="0" anchor="ctr"/>
            <a:lstStyle/>
            <a:p>
              <a:endParaRPr lang="en-AU"/>
            </a:p>
          </p:txBody>
        </p:sp>
        <p:sp>
          <p:nvSpPr>
            <p:cNvPr id="18" name="Freeform: Shape 20">
              <a:extLst>
                <a:ext uri="{FF2B5EF4-FFF2-40B4-BE49-F238E27FC236}">
                  <a16:creationId xmlns:a16="http://schemas.microsoft.com/office/drawing/2014/main" id="{8758D377-5E48-5699-8678-C5745DFCCD73}"/>
                </a:ext>
              </a:extLst>
            </p:cNvPr>
            <p:cNvSpPr/>
            <p:nvPr/>
          </p:nvSpPr>
          <p:spPr>
            <a:xfrm>
              <a:off x="696134" y="706421"/>
              <a:ext cx="15906" cy="15478"/>
            </a:xfrm>
            <a:custGeom>
              <a:avLst/>
              <a:gdLst>
                <a:gd name="connsiteX0" fmla="*/ 8001 w 15906"/>
                <a:gd name="connsiteY0" fmla="*/ 15478 h 15478"/>
                <a:gd name="connsiteX1" fmla="*/ 2238 w 15906"/>
                <a:gd name="connsiteY1" fmla="*/ 13240 h 15478"/>
                <a:gd name="connsiteX2" fmla="*/ 0 w 15906"/>
                <a:gd name="connsiteY2" fmla="*/ 7715 h 15478"/>
                <a:gd name="connsiteX3" fmla="*/ 2238 w 15906"/>
                <a:gd name="connsiteY3" fmla="*/ 2143 h 15478"/>
                <a:gd name="connsiteX4" fmla="*/ 8001 w 15906"/>
                <a:gd name="connsiteY4" fmla="*/ 0 h 15478"/>
                <a:gd name="connsiteX5" fmla="*/ 13716 w 15906"/>
                <a:gd name="connsiteY5" fmla="*/ 2143 h 15478"/>
                <a:gd name="connsiteX6" fmla="*/ 15907 w 15906"/>
                <a:gd name="connsiteY6" fmla="*/ 7715 h 15478"/>
                <a:gd name="connsiteX7" fmla="*/ 13716 w 15906"/>
                <a:gd name="connsiteY7" fmla="*/ 13240 h 15478"/>
                <a:gd name="connsiteX8" fmla="*/ 8001 w 15906"/>
                <a:gd name="connsiteY8" fmla="*/ 15478 h 1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906" h="15478">
                  <a:moveTo>
                    <a:pt x="8001" y="15478"/>
                  </a:moveTo>
                  <a:cubicBezTo>
                    <a:pt x="5667" y="15478"/>
                    <a:pt x="3715" y="14716"/>
                    <a:pt x="2238" y="13240"/>
                  </a:cubicBezTo>
                  <a:cubicBezTo>
                    <a:pt x="762" y="11763"/>
                    <a:pt x="0" y="9906"/>
                    <a:pt x="0" y="7715"/>
                  </a:cubicBezTo>
                  <a:cubicBezTo>
                    <a:pt x="0" y="5429"/>
                    <a:pt x="762" y="3572"/>
                    <a:pt x="2238" y="2143"/>
                  </a:cubicBezTo>
                  <a:cubicBezTo>
                    <a:pt x="3715" y="714"/>
                    <a:pt x="5667" y="0"/>
                    <a:pt x="8001" y="0"/>
                  </a:cubicBezTo>
                  <a:cubicBezTo>
                    <a:pt x="10335" y="0"/>
                    <a:pt x="12240" y="714"/>
                    <a:pt x="13716" y="2143"/>
                  </a:cubicBezTo>
                  <a:cubicBezTo>
                    <a:pt x="15192" y="3572"/>
                    <a:pt x="15907" y="5429"/>
                    <a:pt x="15907" y="7715"/>
                  </a:cubicBezTo>
                  <a:cubicBezTo>
                    <a:pt x="15907" y="10001"/>
                    <a:pt x="15192" y="11716"/>
                    <a:pt x="13716" y="13240"/>
                  </a:cubicBezTo>
                  <a:cubicBezTo>
                    <a:pt x="12240" y="14716"/>
                    <a:pt x="10335" y="15478"/>
                    <a:pt x="8001" y="15478"/>
                  </a:cubicBezTo>
                  <a:close/>
                </a:path>
              </a:pathLst>
            </a:custGeom>
            <a:solidFill>
              <a:srgbClr val="FFFFFF"/>
            </a:solidFill>
            <a:ln w="4763" cap="flat">
              <a:noFill/>
              <a:prstDash val="solid"/>
              <a:miter/>
            </a:ln>
          </p:spPr>
          <p:txBody>
            <a:bodyPr rtlCol="0" anchor="ctr"/>
            <a:lstStyle/>
            <a:p>
              <a:endParaRPr lang="en-AU"/>
            </a:p>
          </p:txBody>
        </p:sp>
        <p:sp>
          <p:nvSpPr>
            <p:cNvPr id="19" name="Freeform: Shape 21">
              <a:extLst>
                <a:ext uri="{FF2B5EF4-FFF2-40B4-BE49-F238E27FC236}">
                  <a16:creationId xmlns:a16="http://schemas.microsoft.com/office/drawing/2014/main" id="{EBB7E746-E497-C79D-B88D-41534D46ABAD}"/>
                </a:ext>
              </a:extLst>
            </p:cNvPr>
            <p:cNvSpPr/>
            <p:nvPr/>
          </p:nvSpPr>
          <p:spPr>
            <a:xfrm>
              <a:off x="722614" y="668274"/>
              <a:ext cx="48291" cy="53863"/>
            </a:xfrm>
            <a:custGeom>
              <a:avLst/>
              <a:gdLst>
                <a:gd name="connsiteX0" fmla="*/ 25146 w 48291"/>
                <a:gd name="connsiteY0" fmla="*/ 53769 h 53863"/>
                <a:gd name="connsiteX1" fmla="*/ 12240 w 48291"/>
                <a:gd name="connsiteY1" fmla="*/ 50911 h 53863"/>
                <a:gd name="connsiteX2" fmla="*/ 3286 w 48291"/>
                <a:gd name="connsiteY2" fmla="*/ 42100 h 53863"/>
                <a:gd name="connsiteX3" fmla="*/ 0 w 48291"/>
                <a:gd name="connsiteY3" fmla="*/ 27099 h 53863"/>
                <a:gd name="connsiteX4" fmla="*/ 3191 w 48291"/>
                <a:gd name="connsiteY4" fmla="*/ 11954 h 53863"/>
                <a:gd name="connsiteX5" fmla="*/ 12002 w 48291"/>
                <a:gd name="connsiteY5" fmla="*/ 2953 h 53863"/>
                <a:gd name="connsiteX6" fmla="*/ 25146 w 48291"/>
                <a:gd name="connsiteY6" fmla="*/ 0 h 53863"/>
                <a:gd name="connsiteX7" fmla="*/ 36528 w 48291"/>
                <a:gd name="connsiteY7" fmla="*/ 2095 h 53863"/>
                <a:gd name="connsiteX8" fmla="*/ 44625 w 48291"/>
                <a:gd name="connsiteY8" fmla="*/ 8334 h 53863"/>
                <a:gd name="connsiteX9" fmla="*/ 47816 w 48291"/>
                <a:gd name="connsiteY9" fmla="*/ 18859 h 53863"/>
                <a:gd name="connsiteX10" fmla="*/ 36528 w 48291"/>
                <a:gd name="connsiteY10" fmla="*/ 18859 h 53863"/>
                <a:gd name="connsiteX11" fmla="*/ 33338 w 48291"/>
                <a:gd name="connsiteY11" fmla="*/ 11716 h 53863"/>
                <a:gd name="connsiteX12" fmla="*/ 25241 w 48291"/>
                <a:gd name="connsiteY12" fmla="*/ 9096 h 53863"/>
                <a:gd name="connsiteX13" fmla="*/ 15097 w 48291"/>
                <a:gd name="connsiteY13" fmla="*/ 13811 h 53863"/>
                <a:gd name="connsiteX14" fmla="*/ 11859 w 48291"/>
                <a:gd name="connsiteY14" fmla="*/ 27099 h 53863"/>
                <a:gd name="connsiteX15" fmla="*/ 13287 w 48291"/>
                <a:gd name="connsiteY15" fmla="*/ 36624 h 53863"/>
                <a:gd name="connsiteX16" fmla="*/ 17717 w 48291"/>
                <a:gd name="connsiteY16" fmla="*/ 42672 h 53863"/>
                <a:gd name="connsiteX17" fmla="*/ 25289 w 48291"/>
                <a:gd name="connsiteY17" fmla="*/ 44767 h 53863"/>
                <a:gd name="connsiteX18" fmla="*/ 33671 w 48291"/>
                <a:gd name="connsiteY18" fmla="*/ 42005 h 53863"/>
                <a:gd name="connsiteX19" fmla="*/ 37005 w 48291"/>
                <a:gd name="connsiteY19" fmla="*/ 34004 h 53863"/>
                <a:gd name="connsiteX20" fmla="*/ 48292 w 48291"/>
                <a:gd name="connsiteY20" fmla="*/ 34004 h 53863"/>
                <a:gd name="connsiteX21" fmla="*/ 45101 w 48291"/>
                <a:gd name="connsiteY21" fmla="*/ 44958 h 53863"/>
                <a:gd name="connsiteX22" fmla="*/ 36909 w 48291"/>
                <a:gd name="connsiteY22" fmla="*/ 51625 h 53863"/>
                <a:gd name="connsiteX23" fmla="*/ 25241 w 48291"/>
                <a:gd name="connsiteY23" fmla="*/ 53864 h 53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8291" h="53863">
                  <a:moveTo>
                    <a:pt x="25146" y="53769"/>
                  </a:moveTo>
                  <a:cubicBezTo>
                    <a:pt x="20336" y="53769"/>
                    <a:pt x="16050" y="52816"/>
                    <a:pt x="12240" y="50911"/>
                  </a:cubicBezTo>
                  <a:cubicBezTo>
                    <a:pt x="8477" y="49006"/>
                    <a:pt x="5477" y="46053"/>
                    <a:pt x="3286" y="42100"/>
                  </a:cubicBezTo>
                  <a:cubicBezTo>
                    <a:pt x="1095" y="38148"/>
                    <a:pt x="0" y="33147"/>
                    <a:pt x="0" y="27099"/>
                  </a:cubicBezTo>
                  <a:cubicBezTo>
                    <a:pt x="0" y="21050"/>
                    <a:pt x="1048" y="15954"/>
                    <a:pt x="3191" y="11954"/>
                  </a:cubicBezTo>
                  <a:cubicBezTo>
                    <a:pt x="5334" y="7953"/>
                    <a:pt x="8239" y="4953"/>
                    <a:pt x="12002" y="2953"/>
                  </a:cubicBezTo>
                  <a:cubicBezTo>
                    <a:pt x="15764" y="952"/>
                    <a:pt x="20145" y="0"/>
                    <a:pt x="25146" y="0"/>
                  </a:cubicBezTo>
                  <a:cubicBezTo>
                    <a:pt x="29337" y="0"/>
                    <a:pt x="33147" y="714"/>
                    <a:pt x="36528" y="2095"/>
                  </a:cubicBezTo>
                  <a:cubicBezTo>
                    <a:pt x="39910" y="3477"/>
                    <a:pt x="42624" y="5572"/>
                    <a:pt x="44625" y="8334"/>
                  </a:cubicBezTo>
                  <a:cubicBezTo>
                    <a:pt x="46625" y="11097"/>
                    <a:pt x="47720" y="14621"/>
                    <a:pt x="47816" y="18859"/>
                  </a:cubicBezTo>
                  <a:lnTo>
                    <a:pt x="36528" y="18859"/>
                  </a:lnTo>
                  <a:cubicBezTo>
                    <a:pt x="36338" y="15811"/>
                    <a:pt x="35290" y="13430"/>
                    <a:pt x="33338" y="11716"/>
                  </a:cubicBezTo>
                  <a:cubicBezTo>
                    <a:pt x="31385" y="9954"/>
                    <a:pt x="28670" y="9096"/>
                    <a:pt x="25241" y="9096"/>
                  </a:cubicBezTo>
                  <a:cubicBezTo>
                    <a:pt x="20622" y="9096"/>
                    <a:pt x="17240" y="10668"/>
                    <a:pt x="15097" y="13811"/>
                  </a:cubicBezTo>
                  <a:cubicBezTo>
                    <a:pt x="12906" y="16954"/>
                    <a:pt x="11859" y="21384"/>
                    <a:pt x="11859" y="27099"/>
                  </a:cubicBezTo>
                  <a:cubicBezTo>
                    <a:pt x="11859" y="30813"/>
                    <a:pt x="12335" y="33957"/>
                    <a:pt x="13287" y="36624"/>
                  </a:cubicBezTo>
                  <a:cubicBezTo>
                    <a:pt x="14240" y="39243"/>
                    <a:pt x="15716" y="41291"/>
                    <a:pt x="17717" y="42672"/>
                  </a:cubicBezTo>
                  <a:cubicBezTo>
                    <a:pt x="19717" y="44053"/>
                    <a:pt x="22193" y="44767"/>
                    <a:pt x="25289" y="44767"/>
                  </a:cubicBezTo>
                  <a:cubicBezTo>
                    <a:pt x="28766" y="44767"/>
                    <a:pt x="31575" y="43863"/>
                    <a:pt x="33671" y="42005"/>
                  </a:cubicBezTo>
                  <a:cubicBezTo>
                    <a:pt x="35766" y="40148"/>
                    <a:pt x="36862" y="37481"/>
                    <a:pt x="37005" y="34004"/>
                  </a:cubicBezTo>
                  <a:lnTo>
                    <a:pt x="48292" y="34004"/>
                  </a:lnTo>
                  <a:cubicBezTo>
                    <a:pt x="48197" y="38338"/>
                    <a:pt x="47101" y="42005"/>
                    <a:pt x="45101" y="44958"/>
                  </a:cubicBezTo>
                  <a:cubicBezTo>
                    <a:pt x="43053" y="47911"/>
                    <a:pt x="40338" y="50149"/>
                    <a:pt x="36909" y="51625"/>
                  </a:cubicBezTo>
                  <a:cubicBezTo>
                    <a:pt x="33480" y="53102"/>
                    <a:pt x="29575" y="53864"/>
                    <a:pt x="25241" y="53864"/>
                  </a:cubicBezTo>
                  <a:close/>
                </a:path>
              </a:pathLst>
            </a:custGeom>
            <a:solidFill>
              <a:srgbClr val="FFFFFF"/>
            </a:solidFill>
            <a:ln w="4763" cap="flat">
              <a:noFill/>
              <a:prstDash val="solid"/>
              <a:miter/>
            </a:ln>
          </p:spPr>
          <p:txBody>
            <a:bodyPr rtlCol="0" anchor="ctr"/>
            <a:lstStyle/>
            <a:p>
              <a:endParaRPr lang="en-AU"/>
            </a:p>
          </p:txBody>
        </p:sp>
        <p:sp>
          <p:nvSpPr>
            <p:cNvPr id="20" name="Freeform: Shape 22">
              <a:extLst>
                <a:ext uri="{FF2B5EF4-FFF2-40B4-BE49-F238E27FC236}">
                  <a16:creationId xmlns:a16="http://schemas.microsoft.com/office/drawing/2014/main" id="{E25C6CAD-D406-C0E9-2F29-899186FF3A3C}"/>
                </a:ext>
              </a:extLst>
            </p:cNvPr>
            <p:cNvSpPr/>
            <p:nvPr/>
          </p:nvSpPr>
          <p:spPr>
            <a:xfrm>
              <a:off x="781431" y="668131"/>
              <a:ext cx="51006" cy="53959"/>
            </a:xfrm>
            <a:custGeom>
              <a:avLst/>
              <a:gdLst>
                <a:gd name="connsiteX0" fmla="*/ 25289 w 51006"/>
                <a:gd name="connsiteY0" fmla="*/ 53959 h 53959"/>
                <a:gd name="connsiteX1" fmla="*/ 11859 w 51006"/>
                <a:gd name="connsiteY1" fmla="*/ 50768 h 53959"/>
                <a:gd name="connsiteX2" fmla="*/ 3096 w 51006"/>
                <a:gd name="connsiteY2" fmla="*/ 41577 h 53959"/>
                <a:gd name="connsiteX3" fmla="*/ 0 w 51006"/>
                <a:gd name="connsiteY3" fmla="*/ 27146 h 53959"/>
                <a:gd name="connsiteX4" fmla="*/ 3096 w 51006"/>
                <a:gd name="connsiteY4" fmla="*/ 12478 h 53959"/>
                <a:gd name="connsiteX5" fmla="*/ 11859 w 51006"/>
                <a:gd name="connsiteY5" fmla="*/ 3191 h 53959"/>
                <a:gd name="connsiteX6" fmla="*/ 25289 w 51006"/>
                <a:gd name="connsiteY6" fmla="*/ 0 h 53959"/>
                <a:gd name="connsiteX7" fmla="*/ 39005 w 51006"/>
                <a:gd name="connsiteY7" fmla="*/ 3191 h 53959"/>
                <a:gd name="connsiteX8" fmla="*/ 47863 w 51006"/>
                <a:gd name="connsiteY8" fmla="*/ 12478 h 53959"/>
                <a:gd name="connsiteX9" fmla="*/ 51006 w 51006"/>
                <a:gd name="connsiteY9" fmla="*/ 27146 h 53959"/>
                <a:gd name="connsiteX10" fmla="*/ 47863 w 51006"/>
                <a:gd name="connsiteY10" fmla="*/ 41577 h 53959"/>
                <a:gd name="connsiteX11" fmla="*/ 39005 w 51006"/>
                <a:gd name="connsiteY11" fmla="*/ 50768 h 53959"/>
                <a:gd name="connsiteX12" fmla="*/ 25289 w 51006"/>
                <a:gd name="connsiteY12" fmla="*/ 53959 h 53959"/>
                <a:gd name="connsiteX13" fmla="*/ 25289 w 51006"/>
                <a:gd name="connsiteY13" fmla="*/ 45006 h 53959"/>
                <a:gd name="connsiteX14" fmla="*/ 33576 w 51006"/>
                <a:gd name="connsiteY14" fmla="*/ 42672 h 53959"/>
                <a:gd name="connsiteX15" fmla="*/ 37909 w 51006"/>
                <a:gd name="connsiteY15" fmla="*/ 36290 h 53959"/>
                <a:gd name="connsiteX16" fmla="*/ 39195 w 51006"/>
                <a:gd name="connsiteY16" fmla="*/ 27242 h 53959"/>
                <a:gd name="connsiteX17" fmla="*/ 37909 w 51006"/>
                <a:gd name="connsiteY17" fmla="*/ 18002 h 53959"/>
                <a:gd name="connsiteX18" fmla="*/ 33576 w 51006"/>
                <a:gd name="connsiteY18" fmla="*/ 11525 h 53959"/>
                <a:gd name="connsiteX19" fmla="*/ 25289 w 51006"/>
                <a:gd name="connsiteY19" fmla="*/ 9144 h 53959"/>
                <a:gd name="connsiteX20" fmla="*/ 17335 w 51006"/>
                <a:gd name="connsiteY20" fmla="*/ 11525 h 53959"/>
                <a:gd name="connsiteX21" fmla="*/ 13097 w 51006"/>
                <a:gd name="connsiteY21" fmla="*/ 18002 h 53959"/>
                <a:gd name="connsiteX22" fmla="*/ 11811 w 51006"/>
                <a:gd name="connsiteY22" fmla="*/ 27242 h 53959"/>
                <a:gd name="connsiteX23" fmla="*/ 13097 w 51006"/>
                <a:gd name="connsiteY23" fmla="*/ 36290 h 53959"/>
                <a:gd name="connsiteX24" fmla="*/ 17335 w 51006"/>
                <a:gd name="connsiteY24" fmla="*/ 42672 h 53959"/>
                <a:gd name="connsiteX25" fmla="*/ 25289 w 51006"/>
                <a:gd name="connsiteY25" fmla="*/ 45006 h 53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006" h="53959">
                  <a:moveTo>
                    <a:pt x="25289" y="53959"/>
                  </a:moveTo>
                  <a:cubicBezTo>
                    <a:pt x="20145" y="53959"/>
                    <a:pt x="15621" y="52911"/>
                    <a:pt x="11859" y="50768"/>
                  </a:cubicBezTo>
                  <a:cubicBezTo>
                    <a:pt x="8049" y="48673"/>
                    <a:pt x="5144" y="45577"/>
                    <a:pt x="3096" y="41577"/>
                  </a:cubicBezTo>
                  <a:cubicBezTo>
                    <a:pt x="1048" y="37576"/>
                    <a:pt x="0" y="32766"/>
                    <a:pt x="0" y="27146"/>
                  </a:cubicBezTo>
                  <a:cubicBezTo>
                    <a:pt x="0" y="21527"/>
                    <a:pt x="1048" y="16574"/>
                    <a:pt x="3096" y="12478"/>
                  </a:cubicBezTo>
                  <a:cubicBezTo>
                    <a:pt x="5144" y="8382"/>
                    <a:pt x="8049" y="5334"/>
                    <a:pt x="11859" y="3191"/>
                  </a:cubicBezTo>
                  <a:cubicBezTo>
                    <a:pt x="15669" y="1048"/>
                    <a:pt x="20145" y="0"/>
                    <a:pt x="25289" y="0"/>
                  </a:cubicBezTo>
                  <a:cubicBezTo>
                    <a:pt x="30432" y="0"/>
                    <a:pt x="35147" y="1048"/>
                    <a:pt x="39005" y="3191"/>
                  </a:cubicBezTo>
                  <a:cubicBezTo>
                    <a:pt x="42863" y="5334"/>
                    <a:pt x="45815" y="8430"/>
                    <a:pt x="47863" y="12478"/>
                  </a:cubicBezTo>
                  <a:cubicBezTo>
                    <a:pt x="49959" y="16526"/>
                    <a:pt x="51006" y="21431"/>
                    <a:pt x="51006" y="27146"/>
                  </a:cubicBezTo>
                  <a:cubicBezTo>
                    <a:pt x="51006" y="32861"/>
                    <a:pt x="49959" y="37529"/>
                    <a:pt x="47863" y="41577"/>
                  </a:cubicBezTo>
                  <a:cubicBezTo>
                    <a:pt x="45768" y="45577"/>
                    <a:pt x="42815" y="48673"/>
                    <a:pt x="39005" y="50768"/>
                  </a:cubicBezTo>
                  <a:cubicBezTo>
                    <a:pt x="35195" y="52911"/>
                    <a:pt x="30623" y="53959"/>
                    <a:pt x="25289" y="53959"/>
                  </a:cubicBezTo>
                  <a:close/>
                  <a:moveTo>
                    <a:pt x="25289" y="45006"/>
                  </a:moveTo>
                  <a:cubicBezTo>
                    <a:pt x="28765" y="45006"/>
                    <a:pt x="31528" y="44244"/>
                    <a:pt x="33576" y="42672"/>
                  </a:cubicBezTo>
                  <a:cubicBezTo>
                    <a:pt x="35623" y="41100"/>
                    <a:pt x="37052" y="38957"/>
                    <a:pt x="37909" y="36290"/>
                  </a:cubicBezTo>
                  <a:cubicBezTo>
                    <a:pt x="38767" y="33576"/>
                    <a:pt x="39195" y="30575"/>
                    <a:pt x="39195" y="27242"/>
                  </a:cubicBezTo>
                  <a:cubicBezTo>
                    <a:pt x="39195" y="23908"/>
                    <a:pt x="38767" y="20717"/>
                    <a:pt x="37909" y="18002"/>
                  </a:cubicBezTo>
                  <a:cubicBezTo>
                    <a:pt x="37052" y="15288"/>
                    <a:pt x="35623" y="13097"/>
                    <a:pt x="33576" y="11525"/>
                  </a:cubicBezTo>
                  <a:cubicBezTo>
                    <a:pt x="31528" y="9954"/>
                    <a:pt x="28765" y="9144"/>
                    <a:pt x="25289" y="9144"/>
                  </a:cubicBezTo>
                  <a:cubicBezTo>
                    <a:pt x="21812" y="9144"/>
                    <a:pt x="19288" y="9954"/>
                    <a:pt x="17335" y="11525"/>
                  </a:cubicBezTo>
                  <a:cubicBezTo>
                    <a:pt x="15383" y="13097"/>
                    <a:pt x="13954" y="15288"/>
                    <a:pt x="13097" y="18002"/>
                  </a:cubicBezTo>
                  <a:cubicBezTo>
                    <a:pt x="12240" y="20717"/>
                    <a:pt x="11811" y="23813"/>
                    <a:pt x="11811" y="27242"/>
                  </a:cubicBezTo>
                  <a:cubicBezTo>
                    <a:pt x="11811" y="30671"/>
                    <a:pt x="12240" y="33623"/>
                    <a:pt x="13097" y="36290"/>
                  </a:cubicBezTo>
                  <a:cubicBezTo>
                    <a:pt x="13954" y="38957"/>
                    <a:pt x="15383" y="41100"/>
                    <a:pt x="17335" y="42672"/>
                  </a:cubicBezTo>
                  <a:cubicBezTo>
                    <a:pt x="19288" y="44244"/>
                    <a:pt x="21955" y="45006"/>
                    <a:pt x="25289" y="45006"/>
                  </a:cubicBezTo>
                  <a:close/>
                </a:path>
              </a:pathLst>
            </a:custGeom>
            <a:solidFill>
              <a:srgbClr val="FFFFFF"/>
            </a:solidFill>
            <a:ln w="4763" cap="flat">
              <a:noFill/>
              <a:prstDash val="solid"/>
              <a:miter/>
            </a:ln>
          </p:spPr>
          <p:txBody>
            <a:bodyPr rtlCol="0" anchor="ctr"/>
            <a:lstStyle/>
            <a:p>
              <a:endParaRPr lang="en-AU"/>
            </a:p>
          </p:txBody>
        </p:sp>
        <p:sp>
          <p:nvSpPr>
            <p:cNvPr id="21" name="Freeform: Shape 23">
              <a:extLst>
                <a:ext uri="{FF2B5EF4-FFF2-40B4-BE49-F238E27FC236}">
                  <a16:creationId xmlns:a16="http://schemas.microsoft.com/office/drawing/2014/main" id="{A646F106-D5EC-63A4-2C6E-70018AE02DDC}"/>
                </a:ext>
              </a:extLst>
            </p:cNvPr>
            <p:cNvSpPr/>
            <p:nvPr/>
          </p:nvSpPr>
          <p:spPr>
            <a:xfrm>
              <a:off x="845772" y="668321"/>
              <a:ext cx="79724" cy="52911"/>
            </a:xfrm>
            <a:custGeom>
              <a:avLst/>
              <a:gdLst>
                <a:gd name="connsiteX0" fmla="*/ 48 w 79724"/>
                <a:gd name="connsiteY0" fmla="*/ 52911 h 52911"/>
                <a:gd name="connsiteX1" fmla="*/ 48 w 79724"/>
                <a:gd name="connsiteY1" fmla="*/ 810 h 52911"/>
                <a:gd name="connsiteX2" fmla="*/ 11144 w 79724"/>
                <a:gd name="connsiteY2" fmla="*/ 810 h 52911"/>
                <a:gd name="connsiteX3" fmla="*/ 11430 w 79724"/>
                <a:gd name="connsiteY3" fmla="*/ 8715 h 52911"/>
                <a:gd name="connsiteX4" fmla="*/ 18336 w 79724"/>
                <a:gd name="connsiteY4" fmla="*/ 2762 h 52911"/>
                <a:gd name="connsiteX5" fmla="*/ 29432 w 79724"/>
                <a:gd name="connsiteY5" fmla="*/ 48 h 52911"/>
                <a:gd name="connsiteX6" fmla="*/ 41720 w 79724"/>
                <a:gd name="connsiteY6" fmla="*/ 5048 h 52911"/>
                <a:gd name="connsiteX7" fmla="*/ 45720 w 79724"/>
                <a:gd name="connsiteY7" fmla="*/ 19098 h 52911"/>
                <a:gd name="connsiteX8" fmla="*/ 45720 w 79724"/>
                <a:gd name="connsiteY8" fmla="*/ 52864 h 52911"/>
                <a:gd name="connsiteX9" fmla="*/ 34100 w 79724"/>
                <a:gd name="connsiteY9" fmla="*/ 52864 h 52911"/>
                <a:gd name="connsiteX10" fmla="*/ 34100 w 79724"/>
                <a:gd name="connsiteY10" fmla="*/ 20622 h 52911"/>
                <a:gd name="connsiteX11" fmla="*/ 33338 w 79724"/>
                <a:gd name="connsiteY11" fmla="*/ 14764 h 52911"/>
                <a:gd name="connsiteX12" fmla="*/ 30671 w 79724"/>
                <a:gd name="connsiteY12" fmla="*/ 10811 h 52911"/>
                <a:gd name="connsiteX13" fmla="*/ 25384 w 79724"/>
                <a:gd name="connsiteY13" fmla="*/ 9382 h 52911"/>
                <a:gd name="connsiteX14" fmla="*/ 17193 w 79724"/>
                <a:gd name="connsiteY14" fmla="*/ 11716 h 52911"/>
                <a:gd name="connsiteX15" fmla="*/ 11573 w 79724"/>
                <a:gd name="connsiteY15" fmla="*/ 17002 h 52911"/>
                <a:gd name="connsiteX16" fmla="*/ 11573 w 79724"/>
                <a:gd name="connsiteY16" fmla="*/ 52864 h 52911"/>
                <a:gd name="connsiteX17" fmla="*/ 0 w 79724"/>
                <a:gd name="connsiteY17" fmla="*/ 52864 h 52911"/>
                <a:gd name="connsiteX18" fmla="*/ 68199 w 79724"/>
                <a:gd name="connsiteY18" fmla="*/ 52911 h 52911"/>
                <a:gd name="connsiteX19" fmla="*/ 68199 w 79724"/>
                <a:gd name="connsiteY19" fmla="*/ 20669 h 52911"/>
                <a:gd name="connsiteX20" fmla="*/ 67437 w 79724"/>
                <a:gd name="connsiteY20" fmla="*/ 14811 h 52911"/>
                <a:gd name="connsiteX21" fmla="*/ 64770 w 79724"/>
                <a:gd name="connsiteY21" fmla="*/ 10858 h 52911"/>
                <a:gd name="connsiteX22" fmla="*/ 59484 w 79724"/>
                <a:gd name="connsiteY22" fmla="*/ 9430 h 52911"/>
                <a:gd name="connsiteX23" fmla="*/ 51292 w 79724"/>
                <a:gd name="connsiteY23" fmla="*/ 11668 h 52911"/>
                <a:gd name="connsiteX24" fmla="*/ 45529 w 79724"/>
                <a:gd name="connsiteY24" fmla="*/ 16812 h 52911"/>
                <a:gd name="connsiteX25" fmla="*/ 43958 w 79724"/>
                <a:gd name="connsiteY25" fmla="*/ 9096 h 52911"/>
                <a:gd name="connsiteX26" fmla="*/ 52006 w 79724"/>
                <a:gd name="connsiteY26" fmla="*/ 2810 h 52911"/>
                <a:gd name="connsiteX27" fmla="*/ 63484 w 79724"/>
                <a:gd name="connsiteY27" fmla="*/ 0 h 52911"/>
                <a:gd name="connsiteX28" fmla="*/ 75724 w 79724"/>
                <a:gd name="connsiteY28" fmla="*/ 5001 h 52911"/>
                <a:gd name="connsiteX29" fmla="*/ 79724 w 79724"/>
                <a:gd name="connsiteY29" fmla="*/ 19050 h 52911"/>
                <a:gd name="connsiteX30" fmla="*/ 79724 w 79724"/>
                <a:gd name="connsiteY30" fmla="*/ 52816 h 52911"/>
                <a:gd name="connsiteX31" fmla="*/ 68199 w 79724"/>
                <a:gd name="connsiteY31" fmla="*/ 52816 h 52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79724" h="52911">
                  <a:moveTo>
                    <a:pt x="48" y="52911"/>
                  </a:moveTo>
                  <a:lnTo>
                    <a:pt x="48" y="810"/>
                  </a:lnTo>
                  <a:lnTo>
                    <a:pt x="11144" y="810"/>
                  </a:lnTo>
                  <a:lnTo>
                    <a:pt x="11430" y="8715"/>
                  </a:lnTo>
                  <a:cubicBezTo>
                    <a:pt x="13049" y="6525"/>
                    <a:pt x="15383" y="4572"/>
                    <a:pt x="18336" y="2762"/>
                  </a:cubicBezTo>
                  <a:cubicBezTo>
                    <a:pt x="21288" y="952"/>
                    <a:pt x="25003" y="48"/>
                    <a:pt x="29432" y="48"/>
                  </a:cubicBezTo>
                  <a:cubicBezTo>
                    <a:pt x="34957" y="48"/>
                    <a:pt x="39052" y="1715"/>
                    <a:pt x="41720" y="5048"/>
                  </a:cubicBezTo>
                  <a:cubicBezTo>
                    <a:pt x="44387" y="8382"/>
                    <a:pt x="45720" y="13097"/>
                    <a:pt x="45720" y="19098"/>
                  </a:cubicBezTo>
                  <a:lnTo>
                    <a:pt x="45720" y="52864"/>
                  </a:lnTo>
                  <a:lnTo>
                    <a:pt x="34100" y="52864"/>
                  </a:lnTo>
                  <a:lnTo>
                    <a:pt x="34100" y="20622"/>
                  </a:lnTo>
                  <a:cubicBezTo>
                    <a:pt x="34100" y="18431"/>
                    <a:pt x="33861" y="16478"/>
                    <a:pt x="33338" y="14764"/>
                  </a:cubicBezTo>
                  <a:cubicBezTo>
                    <a:pt x="32814" y="13049"/>
                    <a:pt x="31909" y="11763"/>
                    <a:pt x="30671" y="10811"/>
                  </a:cubicBezTo>
                  <a:cubicBezTo>
                    <a:pt x="29385" y="9858"/>
                    <a:pt x="27670" y="9382"/>
                    <a:pt x="25384" y="9382"/>
                  </a:cubicBezTo>
                  <a:cubicBezTo>
                    <a:pt x="22193" y="9382"/>
                    <a:pt x="19431" y="10144"/>
                    <a:pt x="17193" y="11716"/>
                  </a:cubicBezTo>
                  <a:cubicBezTo>
                    <a:pt x="14954" y="13287"/>
                    <a:pt x="13097" y="15002"/>
                    <a:pt x="11573" y="17002"/>
                  </a:cubicBezTo>
                  <a:lnTo>
                    <a:pt x="11573" y="52864"/>
                  </a:lnTo>
                  <a:lnTo>
                    <a:pt x="0" y="52864"/>
                  </a:lnTo>
                  <a:close/>
                  <a:moveTo>
                    <a:pt x="68199" y="52911"/>
                  </a:moveTo>
                  <a:lnTo>
                    <a:pt x="68199" y="20669"/>
                  </a:lnTo>
                  <a:cubicBezTo>
                    <a:pt x="68199" y="18479"/>
                    <a:pt x="67961" y="16526"/>
                    <a:pt x="67437" y="14811"/>
                  </a:cubicBezTo>
                  <a:cubicBezTo>
                    <a:pt x="66913" y="13097"/>
                    <a:pt x="66008" y="11811"/>
                    <a:pt x="64770" y="10858"/>
                  </a:cubicBezTo>
                  <a:cubicBezTo>
                    <a:pt x="63484" y="9906"/>
                    <a:pt x="61770" y="9430"/>
                    <a:pt x="59484" y="9430"/>
                  </a:cubicBezTo>
                  <a:cubicBezTo>
                    <a:pt x="56293" y="9430"/>
                    <a:pt x="53531" y="10144"/>
                    <a:pt x="51292" y="11668"/>
                  </a:cubicBezTo>
                  <a:cubicBezTo>
                    <a:pt x="49054" y="13144"/>
                    <a:pt x="47101" y="14859"/>
                    <a:pt x="45529" y="16812"/>
                  </a:cubicBezTo>
                  <a:lnTo>
                    <a:pt x="43958" y="9096"/>
                  </a:lnTo>
                  <a:cubicBezTo>
                    <a:pt x="46101" y="6763"/>
                    <a:pt x="48768" y="4667"/>
                    <a:pt x="52006" y="2810"/>
                  </a:cubicBezTo>
                  <a:cubicBezTo>
                    <a:pt x="55245" y="952"/>
                    <a:pt x="59055" y="0"/>
                    <a:pt x="63484" y="0"/>
                  </a:cubicBezTo>
                  <a:cubicBezTo>
                    <a:pt x="68961" y="0"/>
                    <a:pt x="73057" y="1667"/>
                    <a:pt x="75724" y="5001"/>
                  </a:cubicBezTo>
                  <a:cubicBezTo>
                    <a:pt x="78391" y="8334"/>
                    <a:pt x="79724" y="13049"/>
                    <a:pt x="79724" y="19050"/>
                  </a:cubicBezTo>
                  <a:lnTo>
                    <a:pt x="79724" y="52816"/>
                  </a:lnTo>
                  <a:lnTo>
                    <a:pt x="68199" y="52816"/>
                  </a:lnTo>
                  <a:close/>
                </a:path>
              </a:pathLst>
            </a:custGeom>
            <a:solidFill>
              <a:srgbClr val="FFFFFF"/>
            </a:solidFill>
            <a:ln w="4763" cap="flat">
              <a:noFill/>
              <a:prstDash val="solid"/>
              <a:miter/>
            </a:ln>
          </p:spPr>
          <p:txBody>
            <a:bodyPr rtlCol="0" anchor="ctr"/>
            <a:lstStyle/>
            <a:p>
              <a:endParaRPr lang="en-AU"/>
            </a:p>
          </p:txBody>
        </p:sp>
      </p:grpSp>
    </p:spTree>
    <p:extLst>
      <p:ext uri="{BB962C8B-B14F-4D97-AF65-F5344CB8AC3E}">
        <p14:creationId xmlns:p14="http://schemas.microsoft.com/office/powerpoint/2010/main" val="21924426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preserve="1" userDrawn="1">
  <p:cSld name="2_Title slide - Dark">
    <p:bg>
      <p:bgPr>
        <a:solidFill>
          <a:schemeClr val="tx1"/>
        </a:solidFill>
        <a:effectLst/>
      </p:bgPr>
    </p:bg>
    <p:spTree>
      <p:nvGrpSpPr>
        <p:cNvPr id="1" name="Shape 9"/>
        <p:cNvGrpSpPr/>
        <p:nvPr/>
      </p:nvGrpSpPr>
      <p:grpSpPr>
        <a:xfrm>
          <a:off x="0" y="0"/>
          <a:ext cx="0" cy="0"/>
          <a:chOff x="0" y="0"/>
          <a:chExt cx="0" cy="0"/>
        </a:xfrm>
      </p:grpSpPr>
      <p:sp>
        <p:nvSpPr>
          <p:cNvPr id="3" name="Picture Placeholder 2">
            <a:extLst>
              <a:ext uri="{FF2B5EF4-FFF2-40B4-BE49-F238E27FC236}">
                <a16:creationId xmlns:a16="http://schemas.microsoft.com/office/drawing/2014/main" id="{8E170EA9-D2AF-9A09-EEFA-388294C307E3}"/>
              </a:ext>
            </a:extLst>
          </p:cNvPr>
          <p:cNvSpPr>
            <a:spLocks noGrp="1"/>
          </p:cNvSpPr>
          <p:nvPr>
            <p:ph type="pic" sz="quarter" idx="13" hasCustomPrompt="1"/>
          </p:nvPr>
        </p:nvSpPr>
        <p:spPr>
          <a:xfrm>
            <a:off x="0" y="703898"/>
            <a:ext cx="9146381" cy="4439602"/>
          </a:xfrm>
          <a:custGeom>
            <a:avLst/>
            <a:gdLst>
              <a:gd name="connsiteX0" fmla="*/ 0 w 9144000"/>
              <a:gd name="connsiteY0" fmla="*/ 0 h 2270297"/>
              <a:gd name="connsiteX1" fmla="*/ 9144000 w 9144000"/>
              <a:gd name="connsiteY1" fmla="*/ 0 h 2270297"/>
              <a:gd name="connsiteX2" fmla="*/ 9144000 w 9144000"/>
              <a:gd name="connsiteY2" fmla="*/ 2270297 h 2270297"/>
              <a:gd name="connsiteX3" fmla="*/ 0 w 9144000"/>
              <a:gd name="connsiteY3" fmla="*/ 2270297 h 2270297"/>
              <a:gd name="connsiteX4" fmla="*/ 0 w 9144000"/>
              <a:gd name="connsiteY4" fmla="*/ 0 h 2270297"/>
              <a:gd name="connsiteX0" fmla="*/ 0 w 9144000"/>
              <a:gd name="connsiteY0" fmla="*/ 5542 h 2275839"/>
              <a:gd name="connsiteX1" fmla="*/ 7642860 w 9144000"/>
              <a:gd name="connsiteY1" fmla="*/ 0 h 2275839"/>
              <a:gd name="connsiteX2" fmla="*/ 9144000 w 9144000"/>
              <a:gd name="connsiteY2" fmla="*/ 5542 h 2275839"/>
              <a:gd name="connsiteX3" fmla="*/ 9144000 w 9144000"/>
              <a:gd name="connsiteY3" fmla="*/ 2275839 h 2275839"/>
              <a:gd name="connsiteX4" fmla="*/ 0 w 9144000"/>
              <a:gd name="connsiteY4" fmla="*/ 2275839 h 2275839"/>
              <a:gd name="connsiteX5" fmla="*/ 0 w 9144000"/>
              <a:gd name="connsiteY5" fmla="*/ 5542 h 2275839"/>
              <a:gd name="connsiteX0" fmla="*/ 0 w 9144000"/>
              <a:gd name="connsiteY0" fmla="*/ 5542 h 2275839"/>
              <a:gd name="connsiteX1" fmla="*/ 7642860 w 9144000"/>
              <a:gd name="connsiteY1" fmla="*/ 0 h 2275839"/>
              <a:gd name="connsiteX2" fmla="*/ 8877300 w 9144000"/>
              <a:gd name="connsiteY2" fmla="*/ 0 h 2275839"/>
              <a:gd name="connsiteX3" fmla="*/ 9144000 w 9144000"/>
              <a:gd name="connsiteY3" fmla="*/ 5542 h 2275839"/>
              <a:gd name="connsiteX4" fmla="*/ 9144000 w 9144000"/>
              <a:gd name="connsiteY4" fmla="*/ 2275839 h 2275839"/>
              <a:gd name="connsiteX5" fmla="*/ 0 w 9144000"/>
              <a:gd name="connsiteY5" fmla="*/ 2275839 h 2275839"/>
              <a:gd name="connsiteX6" fmla="*/ 0 w 9144000"/>
              <a:gd name="connsiteY6" fmla="*/ 5542 h 2275839"/>
              <a:gd name="connsiteX0" fmla="*/ 0 w 9144000"/>
              <a:gd name="connsiteY0" fmla="*/ 13162 h 2283459"/>
              <a:gd name="connsiteX1" fmla="*/ 7642860 w 9144000"/>
              <a:gd name="connsiteY1" fmla="*/ 7620 h 2283459"/>
              <a:gd name="connsiteX2" fmla="*/ 8282940 w 9144000"/>
              <a:gd name="connsiteY2" fmla="*/ 0 h 2283459"/>
              <a:gd name="connsiteX3" fmla="*/ 8877300 w 9144000"/>
              <a:gd name="connsiteY3" fmla="*/ 7620 h 2283459"/>
              <a:gd name="connsiteX4" fmla="*/ 9144000 w 9144000"/>
              <a:gd name="connsiteY4" fmla="*/ 13162 h 2283459"/>
              <a:gd name="connsiteX5" fmla="*/ 9144000 w 9144000"/>
              <a:gd name="connsiteY5" fmla="*/ 2283459 h 2283459"/>
              <a:gd name="connsiteX6" fmla="*/ 0 w 9144000"/>
              <a:gd name="connsiteY6" fmla="*/ 2283459 h 2283459"/>
              <a:gd name="connsiteX7" fmla="*/ 0 w 9144000"/>
              <a:gd name="connsiteY7" fmla="*/ 13162 h 2283459"/>
              <a:gd name="connsiteX0" fmla="*/ 0 w 9144000"/>
              <a:gd name="connsiteY0" fmla="*/ 150322 h 2420619"/>
              <a:gd name="connsiteX1" fmla="*/ 7642860 w 9144000"/>
              <a:gd name="connsiteY1" fmla="*/ 144780 h 2420619"/>
              <a:gd name="connsiteX2" fmla="*/ 8260080 w 9144000"/>
              <a:gd name="connsiteY2" fmla="*/ 0 h 2420619"/>
              <a:gd name="connsiteX3" fmla="*/ 8877300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609523 w 9144000"/>
              <a:gd name="connsiteY1" fmla="*/ 140017 h 2420619"/>
              <a:gd name="connsiteX2" fmla="*/ 8260080 w 9144000"/>
              <a:gd name="connsiteY2" fmla="*/ 0 h 2420619"/>
              <a:gd name="connsiteX3" fmla="*/ 8877300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609523 w 9144000"/>
              <a:gd name="connsiteY1" fmla="*/ 140017 h 2420619"/>
              <a:gd name="connsiteX2" fmla="*/ 8260080 w 9144000"/>
              <a:gd name="connsiteY2" fmla="*/ 0 h 2420619"/>
              <a:gd name="connsiteX3" fmla="*/ 8893969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602379 w 9144000"/>
              <a:gd name="connsiteY1" fmla="*/ 147161 h 2420619"/>
              <a:gd name="connsiteX2" fmla="*/ 8260080 w 9144000"/>
              <a:gd name="connsiteY2" fmla="*/ 0 h 2420619"/>
              <a:gd name="connsiteX3" fmla="*/ 8893969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576185 w 9144000"/>
              <a:gd name="connsiteY1" fmla="*/ 144780 h 2420619"/>
              <a:gd name="connsiteX2" fmla="*/ 8260080 w 9144000"/>
              <a:gd name="connsiteY2" fmla="*/ 0 h 2420619"/>
              <a:gd name="connsiteX3" fmla="*/ 8893969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576185 w 9144000"/>
              <a:gd name="connsiteY1" fmla="*/ 144780 h 2420619"/>
              <a:gd name="connsiteX2" fmla="*/ 8260080 w 9144000"/>
              <a:gd name="connsiteY2" fmla="*/ 0 h 2420619"/>
              <a:gd name="connsiteX3" fmla="*/ 8893969 w 9144000"/>
              <a:gd name="connsiteY3" fmla="*/ 149543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576185 w 9144000"/>
              <a:gd name="connsiteY1" fmla="*/ 144780 h 2420619"/>
              <a:gd name="connsiteX2" fmla="*/ 8260080 w 9144000"/>
              <a:gd name="connsiteY2" fmla="*/ 0 h 2420619"/>
              <a:gd name="connsiteX3" fmla="*/ 8936831 w 9144000"/>
              <a:gd name="connsiteY3" fmla="*/ 151924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6381"/>
              <a:gd name="connsiteY0" fmla="*/ 150322 h 2420619"/>
              <a:gd name="connsiteX1" fmla="*/ 7576185 w 9146381"/>
              <a:gd name="connsiteY1" fmla="*/ 144780 h 2420619"/>
              <a:gd name="connsiteX2" fmla="*/ 8260080 w 9146381"/>
              <a:gd name="connsiteY2" fmla="*/ 0 h 2420619"/>
              <a:gd name="connsiteX3" fmla="*/ 8936831 w 9146381"/>
              <a:gd name="connsiteY3" fmla="*/ 151924 h 2420619"/>
              <a:gd name="connsiteX4" fmla="*/ 9146381 w 9146381"/>
              <a:gd name="connsiteY4" fmla="*/ 147941 h 2420619"/>
              <a:gd name="connsiteX5" fmla="*/ 9144000 w 9146381"/>
              <a:gd name="connsiteY5" fmla="*/ 2420619 h 2420619"/>
              <a:gd name="connsiteX6" fmla="*/ 0 w 9146381"/>
              <a:gd name="connsiteY6" fmla="*/ 2420619 h 2420619"/>
              <a:gd name="connsiteX7" fmla="*/ 0 w 9146381"/>
              <a:gd name="connsiteY7" fmla="*/ 150322 h 2420619"/>
              <a:gd name="connsiteX0" fmla="*/ 0 w 9146381"/>
              <a:gd name="connsiteY0" fmla="*/ 150322 h 2420619"/>
              <a:gd name="connsiteX1" fmla="*/ 7576185 w 9146381"/>
              <a:gd name="connsiteY1" fmla="*/ 144780 h 2420619"/>
              <a:gd name="connsiteX2" fmla="*/ 8260080 w 9146381"/>
              <a:gd name="connsiteY2" fmla="*/ 0 h 2420619"/>
              <a:gd name="connsiteX3" fmla="*/ 8936831 w 9146381"/>
              <a:gd name="connsiteY3" fmla="*/ 147162 h 2420619"/>
              <a:gd name="connsiteX4" fmla="*/ 9146381 w 9146381"/>
              <a:gd name="connsiteY4" fmla="*/ 147941 h 2420619"/>
              <a:gd name="connsiteX5" fmla="*/ 9144000 w 9146381"/>
              <a:gd name="connsiteY5" fmla="*/ 2420619 h 2420619"/>
              <a:gd name="connsiteX6" fmla="*/ 0 w 9146381"/>
              <a:gd name="connsiteY6" fmla="*/ 2420619 h 2420619"/>
              <a:gd name="connsiteX7" fmla="*/ 0 w 9146381"/>
              <a:gd name="connsiteY7" fmla="*/ 150322 h 2420619"/>
              <a:gd name="connsiteX0" fmla="*/ 0 w 9146381"/>
              <a:gd name="connsiteY0" fmla="*/ 150322 h 2420619"/>
              <a:gd name="connsiteX1" fmla="*/ 7566660 w 9146381"/>
              <a:gd name="connsiteY1" fmla="*/ 142399 h 2420619"/>
              <a:gd name="connsiteX2" fmla="*/ 8260080 w 9146381"/>
              <a:gd name="connsiteY2" fmla="*/ 0 h 2420619"/>
              <a:gd name="connsiteX3" fmla="*/ 8936831 w 9146381"/>
              <a:gd name="connsiteY3" fmla="*/ 147162 h 2420619"/>
              <a:gd name="connsiteX4" fmla="*/ 9146381 w 9146381"/>
              <a:gd name="connsiteY4" fmla="*/ 147941 h 2420619"/>
              <a:gd name="connsiteX5" fmla="*/ 9144000 w 9146381"/>
              <a:gd name="connsiteY5" fmla="*/ 2420619 h 2420619"/>
              <a:gd name="connsiteX6" fmla="*/ 0 w 9146381"/>
              <a:gd name="connsiteY6" fmla="*/ 2420619 h 2420619"/>
              <a:gd name="connsiteX7" fmla="*/ 0 w 9146381"/>
              <a:gd name="connsiteY7" fmla="*/ 150322 h 2420619"/>
              <a:gd name="connsiteX0" fmla="*/ 0 w 9146381"/>
              <a:gd name="connsiteY0" fmla="*/ 155084 h 2425381"/>
              <a:gd name="connsiteX1" fmla="*/ 7566660 w 9146381"/>
              <a:gd name="connsiteY1" fmla="*/ 147161 h 2425381"/>
              <a:gd name="connsiteX2" fmla="*/ 8250555 w 9146381"/>
              <a:gd name="connsiteY2" fmla="*/ 0 h 2425381"/>
              <a:gd name="connsiteX3" fmla="*/ 8936831 w 9146381"/>
              <a:gd name="connsiteY3" fmla="*/ 151924 h 2425381"/>
              <a:gd name="connsiteX4" fmla="*/ 9146381 w 9146381"/>
              <a:gd name="connsiteY4" fmla="*/ 152703 h 2425381"/>
              <a:gd name="connsiteX5" fmla="*/ 9144000 w 9146381"/>
              <a:gd name="connsiteY5" fmla="*/ 2425381 h 2425381"/>
              <a:gd name="connsiteX6" fmla="*/ 0 w 9146381"/>
              <a:gd name="connsiteY6" fmla="*/ 2425381 h 2425381"/>
              <a:gd name="connsiteX7" fmla="*/ 0 w 9146381"/>
              <a:gd name="connsiteY7" fmla="*/ 155084 h 2425381"/>
              <a:gd name="connsiteX0" fmla="*/ 0 w 9146381"/>
              <a:gd name="connsiteY0" fmla="*/ 82234 h 2425381"/>
              <a:gd name="connsiteX1" fmla="*/ 7566660 w 9146381"/>
              <a:gd name="connsiteY1" fmla="*/ 147161 h 2425381"/>
              <a:gd name="connsiteX2" fmla="*/ 8250555 w 9146381"/>
              <a:gd name="connsiteY2" fmla="*/ 0 h 2425381"/>
              <a:gd name="connsiteX3" fmla="*/ 8936831 w 9146381"/>
              <a:gd name="connsiteY3" fmla="*/ 151924 h 2425381"/>
              <a:gd name="connsiteX4" fmla="*/ 9146381 w 9146381"/>
              <a:gd name="connsiteY4" fmla="*/ 152703 h 2425381"/>
              <a:gd name="connsiteX5" fmla="*/ 9144000 w 9146381"/>
              <a:gd name="connsiteY5" fmla="*/ 2425381 h 2425381"/>
              <a:gd name="connsiteX6" fmla="*/ 0 w 9146381"/>
              <a:gd name="connsiteY6" fmla="*/ 2425381 h 2425381"/>
              <a:gd name="connsiteX7" fmla="*/ 0 w 9146381"/>
              <a:gd name="connsiteY7" fmla="*/ 82234 h 2425381"/>
              <a:gd name="connsiteX0" fmla="*/ 0 w 9146381"/>
              <a:gd name="connsiteY0" fmla="*/ 82234 h 2425381"/>
              <a:gd name="connsiteX1" fmla="*/ 7566660 w 9146381"/>
              <a:gd name="connsiteY1" fmla="*/ 147161 h 2425381"/>
              <a:gd name="connsiteX2" fmla="*/ 8250555 w 9146381"/>
              <a:gd name="connsiteY2" fmla="*/ 0 h 2425381"/>
              <a:gd name="connsiteX3" fmla="*/ 8936831 w 9146381"/>
              <a:gd name="connsiteY3" fmla="*/ 151924 h 2425381"/>
              <a:gd name="connsiteX4" fmla="*/ 9146381 w 9146381"/>
              <a:gd name="connsiteY4" fmla="*/ 79853 h 2425381"/>
              <a:gd name="connsiteX5" fmla="*/ 9144000 w 9146381"/>
              <a:gd name="connsiteY5" fmla="*/ 2425381 h 2425381"/>
              <a:gd name="connsiteX6" fmla="*/ 0 w 9146381"/>
              <a:gd name="connsiteY6" fmla="*/ 2425381 h 2425381"/>
              <a:gd name="connsiteX7" fmla="*/ 0 w 9146381"/>
              <a:gd name="connsiteY7" fmla="*/ 82234 h 2425381"/>
              <a:gd name="connsiteX0" fmla="*/ 0 w 9146381"/>
              <a:gd name="connsiteY0" fmla="*/ 82234 h 2425381"/>
              <a:gd name="connsiteX1" fmla="*/ 7566660 w 9146381"/>
              <a:gd name="connsiteY1" fmla="*/ 147161 h 2425381"/>
              <a:gd name="connsiteX2" fmla="*/ 8250555 w 9146381"/>
              <a:gd name="connsiteY2" fmla="*/ 0 h 2425381"/>
              <a:gd name="connsiteX3" fmla="*/ 8924131 w 9146381"/>
              <a:gd name="connsiteY3" fmla="*/ 86012 h 2425381"/>
              <a:gd name="connsiteX4" fmla="*/ 9146381 w 9146381"/>
              <a:gd name="connsiteY4" fmla="*/ 79853 h 2425381"/>
              <a:gd name="connsiteX5" fmla="*/ 9144000 w 9146381"/>
              <a:gd name="connsiteY5" fmla="*/ 2425381 h 2425381"/>
              <a:gd name="connsiteX6" fmla="*/ 0 w 9146381"/>
              <a:gd name="connsiteY6" fmla="*/ 2425381 h 2425381"/>
              <a:gd name="connsiteX7" fmla="*/ 0 w 9146381"/>
              <a:gd name="connsiteY7" fmla="*/ 82234 h 2425381"/>
              <a:gd name="connsiteX0" fmla="*/ 0 w 9146381"/>
              <a:gd name="connsiteY0" fmla="*/ 82234 h 2425381"/>
              <a:gd name="connsiteX1" fmla="*/ 7566660 w 9146381"/>
              <a:gd name="connsiteY1" fmla="*/ 74311 h 2425381"/>
              <a:gd name="connsiteX2" fmla="*/ 8250555 w 9146381"/>
              <a:gd name="connsiteY2" fmla="*/ 0 h 2425381"/>
              <a:gd name="connsiteX3" fmla="*/ 8924131 w 9146381"/>
              <a:gd name="connsiteY3" fmla="*/ 86012 h 2425381"/>
              <a:gd name="connsiteX4" fmla="*/ 9146381 w 9146381"/>
              <a:gd name="connsiteY4" fmla="*/ 79853 h 2425381"/>
              <a:gd name="connsiteX5" fmla="*/ 9144000 w 9146381"/>
              <a:gd name="connsiteY5" fmla="*/ 2425381 h 2425381"/>
              <a:gd name="connsiteX6" fmla="*/ 0 w 9146381"/>
              <a:gd name="connsiteY6" fmla="*/ 2425381 h 2425381"/>
              <a:gd name="connsiteX7" fmla="*/ 0 w 9146381"/>
              <a:gd name="connsiteY7" fmla="*/ 82234 h 2425381"/>
              <a:gd name="connsiteX0" fmla="*/ 0 w 9146381"/>
              <a:gd name="connsiteY0" fmla="*/ 82234 h 2425381"/>
              <a:gd name="connsiteX1" fmla="*/ 7566660 w 9146381"/>
              <a:gd name="connsiteY1" fmla="*/ 74311 h 2425381"/>
              <a:gd name="connsiteX2" fmla="*/ 8250555 w 9146381"/>
              <a:gd name="connsiteY2" fmla="*/ 0 h 2425381"/>
              <a:gd name="connsiteX3" fmla="*/ 8927306 w 9146381"/>
              <a:gd name="connsiteY3" fmla="*/ 80808 h 2425381"/>
              <a:gd name="connsiteX4" fmla="*/ 9146381 w 9146381"/>
              <a:gd name="connsiteY4" fmla="*/ 79853 h 2425381"/>
              <a:gd name="connsiteX5" fmla="*/ 9144000 w 9146381"/>
              <a:gd name="connsiteY5" fmla="*/ 2425381 h 2425381"/>
              <a:gd name="connsiteX6" fmla="*/ 0 w 9146381"/>
              <a:gd name="connsiteY6" fmla="*/ 2425381 h 2425381"/>
              <a:gd name="connsiteX7" fmla="*/ 0 w 9146381"/>
              <a:gd name="connsiteY7" fmla="*/ 82234 h 2425381"/>
              <a:gd name="connsiteX0" fmla="*/ 0 w 9146381"/>
              <a:gd name="connsiteY0" fmla="*/ 82234 h 2425381"/>
              <a:gd name="connsiteX1" fmla="*/ 7566660 w 9146381"/>
              <a:gd name="connsiteY1" fmla="*/ 74311 h 2425381"/>
              <a:gd name="connsiteX2" fmla="*/ 8250555 w 9146381"/>
              <a:gd name="connsiteY2" fmla="*/ 0 h 2425381"/>
              <a:gd name="connsiteX3" fmla="*/ 8927306 w 9146381"/>
              <a:gd name="connsiteY3" fmla="*/ 80808 h 2425381"/>
              <a:gd name="connsiteX4" fmla="*/ 9146381 w 9146381"/>
              <a:gd name="connsiteY4" fmla="*/ 85057 h 2425381"/>
              <a:gd name="connsiteX5" fmla="*/ 9144000 w 9146381"/>
              <a:gd name="connsiteY5" fmla="*/ 2425381 h 2425381"/>
              <a:gd name="connsiteX6" fmla="*/ 0 w 9146381"/>
              <a:gd name="connsiteY6" fmla="*/ 2425381 h 2425381"/>
              <a:gd name="connsiteX7" fmla="*/ 0 w 9146381"/>
              <a:gd name="connsiteY7" fmla="*/ 82234 h 2425381"/>
              <a:gd name="connsiteX0" fmla="*/ 0 w 9146381"/>
              <a:gd name="connsiteY0" fmla="*/ 82234 h 2425381"/>
              <a:gd name="connsiteX1" fmla="*/ 7566660 w 9146381"/>
              <a:gd name="connsiteY1" fmla="*/ 74311 h 2425381"/>
              <a:gd name="connsiteX2" fmla="*/ 8250555 w 9146381"/>
              <a:gd name="connsiteY2" fmla="*/ 0 h 2425381"/>
              <a:gd name="connsiteX3" fmla="*/ 8927306 w 9146381"/>
              <a:gd name="connsiteY3" fmla="*/ 80808 h 2425381"/>
              <a:gd name="connsiteX4" fmla="*/ 9146381 w 9146381"/>
              <a:gd name="connsiteY4" fmla="*/ 79854 h 2425381"/>
              <a:gd name="connsiteX5" fmla="*/ 9144000 w 9146381"/>
              <a:gd name="connsiteY5" fmla="*/ 2425381 h 2425381"/>
              <a:gd name="connsiteX6" fmla="*/ 0 w 9146381"/>
              <a:gd name="connsiteY6" fmla="*/ 2425381 h 2425381"/>
              <a:gd name="connsiteX7" fmla="*/ 0 w 9146381"/>
              <a:gd name="connsiteY7" fmla="*/ 82234 h 2425381"/>
              <a:gd name="connsiteX0" fmla="*/ 3810 w 9146381"/>
              <a:gd name="connsiteY0" fmla="*/ 82234 h 2425381"/>
              <a:gd name="connsiteX1" fmla="*/ 7566660 w 9146381"/>
              <a:gd name="connsiteY1" fmla="*/ 74311 h 2425381"/>
              <a:gd name="connsiteX2" fmla="*/ 8250555 w 9146381"/>
              <a:gd name="connsiteY2" fmla="*/ 0 h 2425381"/>
              <a:gd name="connsiteX3" fmla="*/ 8927306 w 9146381"/>
              <a:gd name="connsiteY3" fmla="*/ 80808 h 2425381"/>
              <a:gd name="connsiteX4" fmla="*/ 9146381 w 9146381"/>
              <a:gd name="connsiteY4" fmla="*/ 79854 h 2425381"/>
              <a:gd name="connsiteX5" fmla="*/ 9144000 w 9146381"/>
              <a:gd name="connsiteY5" fmla="*/ 2425381 h 2425381"/>
              <a:gd name="connsiteX6" fmla="*/ 0 w 9146381"/>
              <a:gd name="connsiteY6" fmla="*/ 2425381 h 2425381"/>
              <a:gd name="connsiteX7" fmla="*/ 3810 w 9146381"/>
              <a:gd name="connsiteY7" fmla="*/ 82234 h 2425381"/>
              <a:gd name="connsiteX0" fmla="*/ 1905 w 9146381"/>
              <a:gd name="connsiteY0" fmla="*/ 79112 h 2425381"/>
              <a:gd name="connsiteX1" fmla="*/ 7566660 w 9146381"/>
              <a:gd name="connsiteY1" fmla="*/ 74311 h 2425381"/>
              <a:gd name="connsiteX2" fmla="*/ 8250555 w 9146381"/>
              <a:gd name="connsiteY2" fmla="*/ 0 h 2425381"/>
              <a:gd name="connsiteX3" fmla="*/ 8927306 w 9146381"/>
              <a:gd name="connsiteY3" fmla="*/ 80808 h 2425381"/>
              <a:gd name="connsiteX4" fmla="*/ 9146381 w 9146381"/>
              <a:gd name="connsiteY4" fmla="*/ 79854 h 2425381"/>
              <a:gd name="connsiteX5" fmla="*/ 9144000 w 9146381"/>
              <a:gd name="connsiteY5" fmla="*/ 2425381 h 2425381"/>
              <a:gd name="connsiteX6" fmla="*/ 0 w 9146381"/>
              <a:gd name="connsiteY6" fmla="*/ 2425381 h 2425381"/>
              <a:gd name="connsiteX7" fmla="*/ 1905 w 9146381"/>
              <a:gd name="connsiteY7" fmla="*/ 79112 h 242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6381" h="2425381">
                <a:moveTo>
                  <a:pt x="1905" y="79112"/>
                </a:moveTo>
                <a:lnTo>
                  <a:pt x="7566660" y="74311"/>
                </a:lnTo>
                <a:lnTo>
                  <a:pt x="8250555" y="0"/>
                </a:lnTo>
                <a:lnTo>
                  <a:pt x="8927306" y="80808"/>
                </a:lnTo>
                <a:lnTo>
                  <a:pt x="9146381" y="79854"/>
                </a:lnTo>
                <a:cubicBezTo>
                  <a:pt x="9145587" y="837413"/>
                  <a:pt x="9144794" y="1667822"/>
                  <a:pt x="9144000" y="2425381"/>
                </a:cubicBezTo>
                <a:lnTo>
                  <a:pt x="0" y="2425381"/>
                </a:lnTo>
                <a:lnTo>
                  <a:pt x="1905" y="79112"/>
                </a:lnTo>
                <a:close/>
              </a:path>
            </a:pathLst>
          </a:custGeom>
          <a:noFill/>
        </p:spPr>
        <p:txBody>
          <a:bodyPr/>
          <a:lstStyle>
            <a:lvl1pPr marL="114300" indent="0">
              <a:buNone/>
              <a:defRPr/>
            </a:lvl1pPr>
          </a:lstStyle>
          <a:p>
            <a:r>
              <a:rPr lang="en-IN" dirty="0"/>
              <a:t> </a:t>
            </a:r>
            <a:endParaRPr lang="en-AU" dirty="0"/>
          </a:p>
        </p:txBody>
      </p:sp>
      <p:sp>
        <p:nvSpPr>
          <p:cNvPr id="5" name="Google Shape;10;p2">
            <a:extLst>
              <a:ext uri="{FF2B5EF4-FFF2-40B4-BE49-F238E27FC236}">
                <a16:creationId xmlns:a16="http://schemas.microsoft.com/office/drawing/2014/main" id="{7DE77569-CF12-8ADA-417E-A17EED745482}"/>
              </a:ext>
            </a:extLst>
          </p:cNvPr>
          <p:cNvSpPr txBox="1">
            <a:spLocks noGrp="1"/>
          </p:cNvSpPr>
          <p:nvPr>
            <p:ph type="ctrTitle" hasCustomPrompt="1"/>
          </p:nvPr>
        </p:nvSpPr>
        <p:spPr>
          <a:xfrm>
            <a:off x="311708" y="1927513"/>
            <a:ext cx="4260292" cy="1047749"/>
          </a:xfrm>
          <a:prstGeom prst="rect">
            <a:avLst/>
          </a:prstGeom>
        </p:spPr>
        <p:txBody>
          <a:bodyPr spcFirstLastPara="1" wrap="square" lIns="90000" tIns="90000" rIns="90000" bIns="36000" anchor="b" anchorCtr="0">
            <a:noAutofit/>
          </a:bodyPr>
          <a:lstStyle>
            <a:lvl1pPr lvl="0" algn="l">
              <a:spcBef>
                <a:spcPts val="0"/>
              </a:spcBef>
              <a:spcAft>
                <a:spcPts val="0"/>
              </a:spcAft>
              <a:buSzPts val="5200"/>
              <a:buNone/>
              <a:defRPr sz="2800" b="1">
                <a:solidFill>
                  <a:schemeClr val="bg1"/>
                </a:solidFill>
                <a:latin typeface="PP Neue Machina Plain Ultrabold" pitchFamily="50" charset="0"/>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br>
              <a:rPr lang="en-IN" dirty="0"/>
            </a:br>
            <a:r>
              <a:rPr lang="en-IN" dirty="0"/>
              <a:t>Click here to </a:t>
            </a:r>
            <a:br>
              <a:rPr lang="en-IN" dirty="0"/>
            </a:br>
            <a:r>
              <a:rPr lang="en-IN" dirty="0"/>
              <a:t>add title</a:t>
            </a:r>
            <a:endParaRPr dirty="0"/>
          </a:p>
        </p:txBody>
      </p:sp>
      <p:sp>
        <p:nvSpPr>
          <p:cNvPr id="6" name="Google Shape;11;p2">
            <a:extLst>
              <a:ext uri="{FF2B5EF4-FFF2-40B4-BE49-F238E27FC236}">
                <a16:creationId xmlns:a16="http://schemas.microsoft.com/office/drawing/2014/main" id="{0C50BD5F-C55E-53AD-DB29-26F4E5A5E512}"/>
              </a:ext>
            </a:extLst>
          </p:cNvPr>
          <p:cNvSpPr txBox="1">
            <a:spLocks noGrp="1"/>
          </p:cNvSpPr>
          <p:nvPr>
            <p:ph type="subTitle" idx="1"/>
          </p:nvPr>
        </p:nvSpPr>
        <p:spPr>
          <a:xfrm>
            <a:off x="304800" y="2994313"/>
            <a:ext cx="4260292" cy="457200"/>
          </a:xfrm>
          <a:prstGeom prst="rect">
            <a:avLst/>
          </a:prstGeom>
        </p:spPr>
        <p:txBody>
          <a:bodyPr spcFirstLastPara="1" wrap="square" lIns="90000" tIns="90000" rIns="90000" bIns="90000" anchor="t" anchorCtr="0">
            <a:noAutofit/>
          </a:bodyPr>
          <a:lstStyle>
            <a:lvl1pPr marL="0" lvl="0" indent="0" algn="l">
              <a:lnSpc>
                <a:spcPct val="100000"/>
              </a:lnSpc>
              <a:spcBef>
                <a:spcPts val="0"/>
              </a:spcBef>
              <a:spcAft>
                <a:spcPts val="0"/>
              </a:spcAft>
              <a:buSzPts val="2800"/>
              <a:buNone/>
              <a:defRPr sz="1800">
                <a:solidFill>
                  <a:schemeClr val="accent2"/>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dirty="0"/>
          </a:p>
        </p:txBody>
      </p:sp>
      <p:sp>
        <p:nvSpPr>
          <p:cNvPr id="2" name="Freeform: Shape 8">
            <a:extLst>
              <a:ext uri="{FF2B5EF4-FFF2-40B4-BE49-F238E27FC236}">
                <a16:creationId xmlns:a16="http://schemas.microsoft.com/office/drawing/2014/main" id="{F6905FB3-13B3-1236-F884-75B01C121582}"/>
              </a:ext>
            </a:extLst>
          </p:cNvPr>
          <p:cNvSpPr/>
          <p:nvPr userDrawn="1"/>
        </p:nvSpPr>
        <p:spPr>
          <a:xfrm>
            <a:off x="0" y="0"/>
            <a:ext cx="9144000" cy="857250"/>
          </a:xfrm>
          <a:custGeom>
            <a:avLst/>
            <a:gdLst>
              <a:gd name="connsiteX0" fmla="*/ 0 w 9144000"/>
              <a:gd name="connsiteY0" fmla="*/ 0 h 857250"/>
              <a:gd name="connsiteX1" fmla="*/ 0 w 9144000"/>
              <a:gd name="connsiteY1" fmla="*/ 857250 h 857250"/>
              <a:gd name="connsiteX2" fmla="*/ 7540609 w 9144000"/>
              <a:gd name="connsiteY2" fmla="*/ 857250 h 857250"/>
              <a:gd name="connsiteX3" fmla="*/ 8245698 w 9144000"/>
              <a:gd name="connsiteY3" fmla="*/ 707422 h 857250"/>
              <a:gd name="connsiteX4" fmla="*/ 8933831 w 9144000"/>
              <a:gd name="connsiteY4" fmla="*/ 857250 h 857250"/>
              <a:gd name="connsiteX5" fmla="*/ 9144000 w 9144000"/>
              <a:gd name="connsiteY5" fmla="*/ 857250 h 857250"/>
              <a:gd name="connsiteX6" fmla="*/ 9144000 w 9144000"/>
              <a:gd name="connsiteY6" fmla="*/ 0 h 857250"/>
              <a:gd name="connsiteX7" fmla="*/ 0 w 9144000"/>
              <a:gd name="connsiteY7" fmla="*/ 0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0" h="857250">
                <a:moveTo>
                  <a:pt x="0" y="0"/>
                </a:moveTo>
                <a:lnTo>
                  <a:pt x="0" y="857250"/>
                </a:lnTo>
                <a:lnTo>
                  <a:pt x="7540609" y="857250"/>
                </a:lnTo>
                <a:lnTo>
                  <a:pt x="8245698" y="707422"/>
                </a:lnTo>
                <a:lnTo>
                  <a:pt x="8933831" y="857250"/>
                </a:lnTo>
                <a:lnTo>
                  <a:pt x="9144000" y="857250"/>
                </a:lnTo>
                <a:lnTo>
                  <a:pt x="9144000" y="0"/>
                </a:lnTo>
                <a:lnTo>
                  <a:pt x="0" y="0"/>
                </a:lnTo>
                <a:close/>
              </a:path>
            </a:pathLst>
          </a:custGeom>
          <a:gradFill>
            <a:gsLst>
              <a:gs pos="0">
                <a:srgbClr val="ED1A7D"/>
              </a:gs>
              <a:gs pos="50000">
                <a:srgbClr val="BB1B6D"/>
              </a:gs>
              <a:gs pos="100000">
                <a:srgbClr val="891D5D"/>
              </a:gs>
            </a:gsLst>
            <a:lin ang="0" scaled="1"/>
          </a:gradFill>
          <a:ln w="8132" cap="flat">
            <a:noFill/>
            <a:prstDash val="solid"/>
            <a:miter/>
          </a:ln>
        </p:spPr>
        <p:txBody>
          <a:bodyPr rtlCol="0" anchor="ctr"/>
          <a:lstStyle/>
          <a:p>
            <a:pPr marL="0" lvl="0" defTabSz="914400" eaLnBrk="1" latinLnBrk="0" hangingPunct="1"/>
            <a:endParaRPr lang="en-AU" sz="1800" kern="1200">
              <a:solidFill>
                <a:schemeClr val="tx1"/>
              </a:solidFill>
              <a:latin typeface="+mn-lt"/>
              <a:ea typeface="+mn-ea"/>
              <a:cs typeface="+mn-cs"/>
            </a:endParaRPr>
          </a:p>
        </p:txBody>
      </p:sp>
      <p:sp>
        <p:nvSpPr>
          <p:cNvPr id="7" name="Freeform: Shape 9">
            <a:extLst>
              <a:ext uri="{FF2B5EF4-FFF2-40B4-BE49-F238E27FC236}">
                <a16:creationId xmlns:a16="http://schemas.microsoft.com/office/drawing/2014/main" id="{AE45AB32-35CD-9B7E-C557-BB44220EB769}"/>
              </a:ext>
            </a:extLst>
          </p:cNvPr>
          <p:cNvSpPr/>
          <p:nvPr userDrawn="1"/>
        </p:nvSpPr>
        <p:spPr>
          <a:xfrm>
            <a:off x="7540608" y="437149"/>
            <a:ext cx="1246536" cy="285083"/>
          </a:xfrm>
          <a:custGeom>
            <a:avLst/>
            <a:gdLst>
              <a:gd name="connsiteX0" fmla="*/ 718995 w 1246536"/>
              <a:gd name="connsiteY0" fmla="*/ 0 h 285083"/>
              <a:gd name="connsiteX1" fmla="*/ 769239 w 1246536"/>
              <a:gd name="connsiteY1" fmla="*/ 10668 h 285083"/>
              <a:gd name="connsiteX2" fmla="*/ 842391 w 1246536"/>
              <a:gd name="connsiteY2" fmla="*/ 94726 h 285083"/>
              <a:gd name="connsiteX3" fmla="*/ 769239 w 1246536"/>
              <a:gd name="connsiteY3" fmla="*/ 147876 h 285083"/>
              <a:gd name="connsiteX4" fmla="*/ 718995 w 1246536"/>
              <a:gd name="connsiteY4" fmla="*/ 137208 h 285083"/>
              <a:gd name="connsiteX5" fmla="*/ 718995 w 1246536"/>
              <a:gd name="connsiteY5" fmla="*/ 48 h 285083"/>
              <a:gd name="connsiteX6" fmla="*/ 769239 w 1246536"/>
              <a:gd name="connsiteY6" fmla="*/ 116681 h 285083"/>
              <a:gd name="connsiteX7" fmla="*/ 808530 w 1246536"/>
              <a:gd name="connsiteY7" fmla="*/ 87487 h 285083"/>
              <a:gd name="connsiteX8" fmla="*/ 769239 w 1246536"/>
              <a:gd name="connsiteY8" fmla="*/ 41577 h 285083"/>
              <a:gd name="connsiteX9" fmla="*/ 752856 w 1246536"/>
              <a:gd name="connsiteY9" fmla="*/ 38100 h 285083"/>
              <a:gd name="connsiteX10" fmla="*/ 752856 w 1246536"/>
              <a:gd name="connsiteY10" fmla="*/ 113205 h 285083"/>
              <a:gd name="connsiteX11" fmla="*/ 769239 w 1246536"/>
              <a:gd name="connsiteY11" fmla="*/ 116681 h 285083"/>
              <a:gd name="connsiteX12" fmla="*/ 947024 w 1246536"/>
              <a:gd name="connsiteY12" fmla="*/ 48482 h 285083"/>
              <a:gd name="connsiteX13" fmla="*/ 947024 w 1246536"/>
              <a:gd name="connsiteY13" fmla="*/ 79391 h 285083"/>
              <a:gd name="connsiteX14" fmla="*/ 917067 w 1246536"/>
              <a:gd name="connsiteY14" fmla="*/ 73009 h 285083"/>
              <a:gd name="connsiteX15" fmla="*/ 917067 w 1246536"/>
              <a:gd name="connsiteY15" fmla="*/ 148114 h 285083"/>
              <a:gd name="connsiteX16" fmla="*/ 947024 w 1246536"/>
              <a:gd name="connsiteY16" fmla="*/ 154496 h 285083"/>
              <a:gd name="connsiteX17" fmla="*/ 947024 w 1246536"/>
              <a:gd name="connsiteY17" fmla="*/ 185642 h 285083"/>
              <a:gd name="connsiteX18" fmla="*/ 853393 w 1246536"/>
              <a:gd name="connsiteY18" fmla="*/ 165735 h 285083"/>
              <a:gd name="connsiteX19" fmla="*/ 853393 w 1246536"/>
              <a:gd name="connsiteY19" fmla="*/ 134588 h 285083"/>
              <a:gd name="connsiteX20" fmla="*/ 883349 w 1246536"/>
              <a:gd name="connsiteY20" fmla="*/ 140970 h 285083"/>
              <a:gd name="connsiteX21" fmla="*/ 883349 w 1246536"/>
              <a:gd name="connsiteY21" fmla="*/ 65865 h 285083"/>
              <a:gd name="connsiteX22" fmla="*/ 853393 w 1246536"/>
              <a:gd name="connsiteY22" fmla="*/ 59484 h 285083"/>
              <a:gd name="connsiteX23" fmla="*/ 853393 w 1246536"/>
              <a:gd name="connsiteY23" fmla="*/ 28575 h 285083"/>
              <a:gd name="connsiteX24" fmla="*/ 947024 w 1246536"/>
              <a:gd name="connsiteY24" fmla="*/ 48482 h 285083"/>
              <a:gd name="connsiteX25" fmla="*/ 1026319 w 1246536"/>
              <a:gd name="connsiteY25" fmla="*/ 62579 h 285083"/>
              <a:gd name="connsiteX26" fmla="*/ 1094994 w 1246536"/>
              <a:gd name="connsiteY26" fmla="*/ 148399 h 285083"/>
              <a:gd name="connsiteX27" fmla="*/ 1026319 w 1246536"/>
              <a:gd name="connsiteY27" fmla="*/ 205216 h 285083"/>
              <a:gd name="connsiteX28" fmla="*/ 957263 w 1246536"/>
              <a:gd name="connsiteY28" fmla="*/ 119158 h 285083"/>
              <a:gd name="connsiteX29" fmla="*/ 1026319 w 1246536"/>
              <a:gd name="connsiteY29" fmla="*/ 62627 h 285083"/>
              <a:gd name="connsiteX30" fmla="*/ 1026319 w 1246536"/>
              <a:gd name="connsiteY30" fmla="*/ 173117 h 285083"/>
              <a:gd name="connsiteX31" fmla="*/ 1060180 w 1246536"/>
              <a:gd name="connsiteY31" fmla="*/ 141018 h 285083"/>
              <a:gd name="connsiteX32" fmla="*/ 1026319 w 1246536"/>
              <a:gd name="connsiteY32" fmla="*/ 94726 h 285083"/>
              <a:gd name="connsiteX33" fmla="*/ 992267 w 1246536"/>
              <a:gd name="connsiteY33" fmla="*/ 126587 h 285083"/>
              <a:gd name="connsiteX34" fmla="*/ 1026319 w 1246536"/>
              <a:gd name="connsiteY34" fmla="*/ 173117 h 285083"/>
              <a:gd name="connsiteX35" fmla="*/ 1111949 w 1246536"/>
              <a:gd name="connsiteY35" fmla="*/ 83534 h 285083"/>
              <a:gd name="connsiteX36" fmla="*/ 1175814 w 1246536"/>
              <a:gd name="connsiteY36" fmla="*/ 97107 h 285083"/>
              <a:gd name="connsiteX37" fmla="*/ 1212675 w 1246536"/>
              <a:gd name="connsiteY37" fmla="*/ 230791 h 285083"/>
              <a:gd name="connsiteX38" fmla="*/ 1212675 w 1246536"/>
              <a:gd name="connsiteY38" fmla="*/ 104918 h 285083"/>
              <a:gd name="connsiteX39" fmla="*/ 1246537 w 1246536"/>
              <a:gd name="connsiteY39" fmla="*/ 112109 h 285083"/>
              <a:gd name="connsiteX40" fmla="*/ 1246537 w 1246536"/>
              <a:gd name="connsiteY40" fmla="*/ 249269 h 285083"/>
              <a:gd name="connsiteX41" fmla="*/ 1182672 w 1246536"/>
              <a:gd name="connsiteY41" fmla="*/ 235696 h 285083"/>
              <a:gd name="connsiteX42" fmla="*/ 1145810 w 1246536"/>
              <a:gd name="connsiteY42" fmla="*/ 102013 h 285083"/>
              <a:gd name="connsiteX43" fmla="*/ 1145810 w 1246536"/>
              <a:gd name="connsiteY43" fmla="*/ 227886 h 285083"/>
              <a:gd name="connsiteX44" fmla="*/ 1111949 w 1246536"/>
              <a:gd name="connsiteY44" fmla="*/ 220694 h 285083"/>
              <a:gd name="connsiteX45" fmla="*/ 1111949 w 1246536"/>
              <a:gd name="connsiteY45" fmla="*/ 83534 h 285083"/>
              <a:gd name="connsiteX46" fmla="*/ 42101 w 1246536"/>
              <a:gd name="connsiteY46" fmla="*/ 138970 h 285083"/>
              <a:gd name="connsiteX47" fmla="*/ 104108 w 1246536"/>
              <a:gd name="connsiteY47" fmla="*/ 125778 h 285083"/>
              <a:gd name="connsiteX48" fmla="*/ 145971 w 1246536"/>
              <a:gd name="connsiteY48" fmla="*/ 254032 h 285083"/>
              <a:gd name="connsiteX49" fmla="*/ 110061 w 1246536"/>
              <a:gd name="connsiteY49" fmla="*/ 261652 h 285083"/>
              <a:gd name="connsiteX50" fmla="*/ 97774 w 1246536"/>
              <a:gd name="connsiteY50" fmla="*/ 222837 h 285083"/>
              <a:gd name="connsiteX51" fmla="*/ 47863 w 1246536"/>
              <a:gd name="connsiteY51" fmla="*/ 233458 h 285083"/>
              <a:gd name="connsiteX52" fmla="*/ 35576 w 1246536"/>
              <a:gd name="connsiteY52" fmla="*/ 277511 h 285083"/>
              <a:gd name="connsiteX53" fmla="*/ 0 w 1246536"/>
              <a:gd name="connsiteY53" fmla="*/ 285083 h 285083"/>
              <a:gd name="connsiteX54" fmla="*/ 42053 w 1246536"/>
              <a:gd name="connsiteY54" fmla="*/ 138970 h 285083"/>
              <a:gd name="connsiteX55" fmla="*/ 88440 w 1246536"/>
              <a:gd name="connsiteY55" fmla="*/ 193881 h 285083"/>
              <a:gd name="connsiteX56" fmla="*/ 72819 w 1246536"/>
              <a:gd name="connsiteY56" fmla="*/ 144875 h 285083"/>
              <a:gd name="connsiteX57" fmla="*/ 57198 w 1246536"/>
              <a:gd name="connsiteY57" fmla="*/ 200549 h 285083"/>
              <a:gd name="connsiteX58" fmla="*/ 88488 w 1246536"/>
              <a:gd name="connsiteY58" fmla="*/ 193881 h 285083"/>
              <a:gd name="connsiteX59" fmla="*/ 214646 w 1246536"/>
              <a:gd name="connsiteY59" fmla="*/ 242173 h 285083"/>
              <a:gd name="connsiteX60" fmla="*/ 148733 w 1246536"/>
              <a:gd name="connsiteY60" fmla="*/ 199930 h 285083"/>
              <a:gd name="connsiteX61" fmla="*/ 183738 w 1246536"/>
              <a:gd name="connsiteY61" fmla="*/ 192500 h 285083"/>
              <a:gd name="connsiteX62" fmla="*/ 215408 w 1246536"/>
              <a:gd name="connsiteY62" fmla="*/ 212408 h 285083"/>
              <a:gd name="connsiteX63" fmla="*/ 239030 w 1246536"/>
              <a:gd name="connsiteY63" fmla="*/ 195310 h 285083"/>
              <a:gd name="connsiteX64" fmla="*/ 227886 w 1246536"/>
              <a:gd name="connsiteY64" fmla="*/ 187166 h 285083"/>
              <a:gd name="connsiteX65" fmla="*/ 183975 w 1246536"/>
              <a:gd name="connsiteY65" fmla="*/ 184452 h 285083"/>
              <a:gd name="connsiteX66" fmla="*/ 154210 w 1246536"/>
              <a:gd name="connsiteY66" fmla="*/ 153210 h 285083"/>
              <a:gd name="connsiteX67" fmla="*/ 207645 w 1246536"/>
              <a:gd name="connsiteY67" fmla="*/ 101013 h 285083"/>
              <a:gd name="connsiteX68" fmla="*/ 268891 w 1246536"/>
              <a:gd name="connsiteY68" fmla="*/ 138017 h 285083"/>
              <a:gd name="connsiteX69" fmla="*/ 234077 w 1246536"/>
              <a:gd name="connsiteY69" fmla="*/ 145399 h 285083"/>
              <a:gd name="connsiteX70" fmla="*/ 208217 w 1246536"/>
              <a:gd name="connsiteY70" fmla="*/ 129873 h 285083"/>
              <a:gd name="connsiteX71" fmla="*/ 189215 w 1246536"/>
              <a:gd name="connsiteY71" fmla="*/ 145018 h 285083"/>
              <a:gd name="connsiteX72" fmla="*/ 199454 w 1246536"/>
              <a:gd name="connsiteY72" fmla="*/ 152352 h 285083"/>
              <a:gd name="connsiteX73" fmla="*/ 242078 w 1246536"/>
              <a:gd name="connsiteY73" fmla="*/ 154400 h 285083"/>
              <a:gd name="connsiteX74" fmla="*/ 273891 w 1246536"/>
              <a:gd name="connsiteY74" fmla="*/ 186357 h 285083"/>
              <a:gd name="connsiteX75" fmla="*/ 214694 w 1246536"/>
              <a:gd name="connsiteY75" fmla="*/ 242126 h 285083"/>
              <a:gd name="connsiteX76" fmla="*/ 283702 w 1246536"/>
              <a:gd name="connsiteY76" fmla="*/ 156067 h 285083"/>
              <a:gd name="connsiteX77" fmla="*/ 353330 w 1246536"/>
              <a:gd name="connsiteY77" fmla="*/ 70056 h 285083"/>
              <a:gd name="connsiteX78" fmla="*/ 419767 w 1246536"/>
              <a:gd name="connsiteY78" fmla="*/ 111585 h 285083"/>
              <a:gd name="connsiteX79" fmla="*/ 384953 w 1246536"/>
              <a:gd name="connsiteY79" fmla="*/ 118967 h 285083"/>
              <a:gd name="connsiteX80" fmla="*/ 353473 w 1246536"/>
              <a:gd name="connsiteY80" fmla="*/ 102108 h 285083"/>
              <a:gd name="connsiteX81" fmla="*/ 318659 w 1246536"/>
              <a:gd name="connsiteY81" fmla="*/ 148590 h 285083"/>
              <a:gd name="connsiteX82" fmla="*/ 353473 w 1246536"/>
              <a:gd name="connsiteY82" fmla="*/ 180499 h 285083"/>
              <a:gd name="connsiteX83" fmla="*/ 384953 w 1246536"/>
              <a:gd name="connsiteY83" fmla="*/ 150066 h 285083"/>
              <a:gd name="connsiteX84" fmla="*/ 419767 w 1246536"/>
              <a:gd name="connsiteY84" fmla="*/ 142685 h 285083"/>
              <a:gd name="connsiteX85" fmla="*/ 353330 w 1246536"/>
              <a:gd name="connsiteY85" fmla="*/ 212646 h 285083"/>
              <a:gd name="connsiteX86" fmla="*/ 283702 w 1246536"/>
              <a:gd name="connsiteY86" fmla="*/ 156067 h 285083"/>
              <a:gd name="connsiteX87" fmla="*/ 436340 w 1246536"/>
              <a:gd name="connsiteY87" fmla="*/ 55150 h 285083"/>
              <a:gd name="connsiteX88" fmla="*/ 540782 w 1246536"/>
              <a:gd name="connsiteY88" fmla="*/ 32956 h 285083"/>
              <a:gd name="connsiteX89" fmla="*/ 540782 w 1246536"/>
              <a:gd name="connsiteY89" fmla="*/ 63865 h 285083"/>
              <a:gd name="connsiteX90" fmla="*/ 470440 w 1246536"/>
              <a:gd name="connsiteY90" fmla="*/ 78819 h 285083"/>
              <a:gd name="connsiteX91" fmla="*/ 470440 w 1246536"/>
              <a:gd name="connsiteY91" fmla="*/ 101775 h 285083"/>
              <a:gd name="connsiteX92" fmla="*/ 531495 w 1246536"/>
              <a:gd name="connsiteY92" fmla="*/ 88821 h 285083"/>
              <a:gd name="connsiteX93" fmla="*/ 531495 w 1246536"/>
              <a:gd name="connsiteY93" fmla="*/ 118015 h 285083"/>
              <a:gd name="connsiteX94" fmla="*/ 470440 w 1246536"/>
              <a:gd name="connsiteY94" fmla="*/ 131016 h 285083"/>
              <a:gd name="connsiteX95" fmla="*/ 470440 w 1246536"/>
              <a:gd name="connsiteY95" fmla="*/ 154162 h 285083"/>
              <a:gd name="connsiteX96" fmla="*/ 540782 w 1246536"/>
              <a:gd name="connsiteY96" fmla="*/ 139208 h 285083"/>
              <a:gd name="connsiteX97" fmla="*/ 540782 w 1246536"/>
              <a:gd name="connsiteY97" fmla="*/ 170117 h 285083"/>
              <a:gd name="connsiteX98" fmla="*/ 436340 w 1246536"/>
              <a:gd name="connsiteY98" fmla="*/ 192310 h 285083"/>
              <a:gd name="connsiteX99" fmla="*/ 436340 w 1246536"/>
              <a:gd name="connsiteY99" fmla="*/ 55150 h 285083"/>
              <a:gd name="connsiteX100" fmla="*/ 561308 w 1246536"/>
              <a:gd name="connsiteY100" fmla="*/ 28575 h 285083"/>
              <a:gd name="connsiteX101" fmla="*/ 625173 w 1246536"/>
              <a:gd name="connsiteY101" fmla="*/ 15002 h 285083"/>
              <a:gd name="connsiteX102" fmla="*/ 662035 w 1246536"/>
              <a:gd name="connsiteY102" fmla="*/ 133064 h 285083"/>
              <a:gd name="connsiteX103" fmla="*/ 662035 w 1246536"/>
              <a:gd name="connsiteY103" fmla="*/ 7191 h 285083"/>
              <a:gd name="connsiteX104" fmla="*/ 695897 w 1246536"/>
              <a:gd name="connsiteY104" fmla="*/ 0 h 285083"/>
              <a:gd name="connsiteX105" fmla="*/ 695897 w 1246536"/>
              <a:gd name="connsiteY105" fmla="*/ 137160 h 285083"/>
              <a:gd name="connsiteX106" fmla="*/ 632032 w 1246536"/>
              <a:gd name="connsiteY106" fmla="*/ 150733 h 285083"/>
              <a:gd name="connsiteX107" fmla="*/ 595170 w 1246536"/>
              <a:gd name="connsiteY107" fmla="*/ 32671 h 285083"/>
              <a:gd name="connsiteX108" fmla="*/ 595170 w 1246536"/>
              <a:gd name="connsiteY108" fmla="*/ 158544 h 285083"/>
              <a:gd name="connsiteX109" fmla="*/ 561308 w 1246536"/>
              <a:gd name="connsiteY109" fmla="*/ 165735 h 285083"/>
              <a:gd name="connsiteX110" fmla="*/ 561308 w 1246536"/>
              <a:gd name="connsiteY110" fmla="*/ 28575 h 285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246536" h="285083">
                <a:moveTo>
                  <a:pt x="718995" y="0"/>
                </a:moveTo>
                <a:lnTo>
                  <a:pt x="769239" y="10668"/>
                </a:lnTo>
                <a:cubicBezTo>
                  <a:pt x="805149" y="18288"/>
                  <a:pt x="842391" y="35766"/>
                  <a:pt x="842391" y="94726"/>
                </a:cubicBezTo>
                <a:cubicBezTo>
                  <a:pt x="842391" y="153876"/>
                  <a:pt x="805149" y="155496"/>
                  <a:pt x="769239" y="147876"/>
                </a:cubicBezTo>
                <a:lnTo>
                  <a:pt x="718995" y="137208"/>
                </a:lnTo>
                <a:lnTo>
                  <a:pt x="718995" y="48"/>
                </a:lnTo>
                <a:close/>
                <a:moveTo>
                  <a:pt x="769239" y="116681"/>
                </a:moveTo>
                <a:cubicBezTo>
                  <a:pt x="791766" y="121491"/>
                  <a:pt x="808530" y="124254"/>
                  <a:pt x="808530" y="87487"/>
                </a:cubicBezTo>
                <a:cubicBezTo>
                  <a:pt x="808530" y="50721"/>
                  <a:pt x="791623" y="46339"/>
                  <a:pt x="769239" y="41577"/>
                </a:cubicBezTo>
                <a:lnTo>
                  <a:pt x="752856" y="38100"/>
                </a:lnTo>
                <a:lnTo>
                  <a:pt x="752856" y="113205"/>
                </a:lnTo>
                <a:cubicBezTo>
                  <a:pt x="752856" y="113205"/>
                  <a:pt x="769239" y="116681"/>
                  <a:pt x="769239" y="116681"/>
                </a:cubicBezTo>
                <a:close/>
                <a:moveTo>
                  <a:pt x="947024" y="48482"/>
                </a:moveTo>
                <a:lnTo>
                  <a:pt x="947024" y="79391"/>
                </a:lnTo>
                <a:cubicBezTo>
                  <a:pt x="947024" y="79391"/>
                  <a:pt x="917067" y="73009"/>
                  <a:pt x="917067" y="73009"/>
                </a:cubicBezTo>
                <a:lnTo>
                  <a:pt x="917067" y="148114"/>
                </a:lnTo>
                <a:cubicBezTo>
                  <a:pt x="917067" y="148114"/>
                  <a:pt x="947024" y="154496"/>
                  <a:pt x="947024" y="154496"/>
                </a:cubicBezTo>
                <a:lnTo>
                  <a:pt x="947024" y="185642"/>
                </a:lnTo>
                <a:cubicBezTo>
                  <a:pt x="947024" y="185642"/>
                  <a:pt x="853393" y="165735"/>
                  <a:pt x="853393" y="165735"/>
                </a:cubicBezTo>
                <a:lnTo>
                  <a:pt x="853393" y="134588"/>
                </a:lnTo>
                <a:cubicBezTo>
                  <a:pt x="853393" y="134588"/>
                  <a:pt x="883349" y="140970"/>
                  <a:pt x="883349" y="140970"/>
                </a:cubicBezTo>
                <a:lnTo>
                  <a:pt x="883349" y="65865"/>
                </a:lnTo>
                <a:cubicBezTo>
                  <a:pt x="883349" y="65865"/>
                  <a:pt x="853393" y="59484"/>
                  <a:pt x="853393" y="59484"/>
                </a:cubicBezTo>
                <a:lnTo>
                  <a:pt x="853393" y="28575"/>
                </a:lnTo>
                <a:cubicBezTo>
                  <a:pt x="853393" y="28575"/>
                  <a:pt x="947024" y="48482"/>
                  <a:pt x="947024" y="48482"/>
                </a:cubicBezTo>
                <a:close/>
                <a:moveTo>
                  <a:pt x="1026319" y="62579"/>
                </a:moveTo>
                <a:cubicBezTo>
                  <a:pt x="1068944" y="71628"/>
                  <a:pt x="1094994" y="107918"/>
                  <a:pt x="1094994" y="148399"/>
                </a:cubicBezTo>
                <a:cubicBezTo>
                  <a:pt x="1094994" y="189071"/>
                  <a:pt x="1068944" y="214265"/>
                  <a:pt x="1026319" y="205216"/>
                </a:cubicBezTo>
                <a:cubicBezTo>
                  <a:pt x="983504" y="196120"/>
                  <a:pt x="957263" y="159782"/>
                  <a:pt x="957263" y="119158"/>
                </a:cubicBezTo>
                <a:cubicBezTo>
                  <a:pt x="957263" y="78676"/>
                  <a:pt x="983504" y="53530"/>
                  <a:pt x="1026319" y="62627"/>
                </a:cubicBezTo>
                <a:moveTo>
                  <a:pt x="1026319" y="173117"/>
                </a:moveTo>
                <a:cubicBezTo>
                  <a:pt x="1049036" y="177927"/>
                  <a:pt x="1060180" y="165925"/>
                  <a:pt x="1060180" y="141018"/>
                </a:cubicBezTo>
                <a:cubicBezTo>
                  <a:pt x="1060180" y="116110"/>
                  <a:pt x="1048846" y="99489"/>
                  <a:pt x="1026319" y="94726"/>
                </a:cubicBezTo>
                <a:cubicBezTo>
                  <a:pt x="1003602" y="89916"/>
                  <a:pt x="992267" y="101870"/>
                  <a:pt x="992267" y="126587"/>
                </a:cubicBezTo>
                <a:cubicBezTo>
                  <a:pt x="992267" y="151495"/>
                  <a:pt x="1003649" y="168307"/>
                  <a:pt x="1026319" y="173117"/>
                </a:cubicBezTo>
                <a:moveTo>
                  <a:pt x="1111949" y="83534"/>
                </a:moveTo>
                <a:lnTo>
                  <a:pt x="1175814" y="97107"/>
                </a:lnTo>
                <a:lnTo>
                  <a:pt x="1212675" y="230791"/>
                </a:lnTo>
                <a:lnTo>
                  <a:pt x="1212675" y="104918"/>
                </a:lnTo>
                <a:cubicBezTo>
                  <a:pt x="1212675" y="104918"/>
                  <a:pt x="1246537" y="112109"/>
                  <a:pt x="1246537" y="112109"/>
                </a:cubicBezTo>
                <a:lnTo>
                  <a:pt x="1246537" y="249269"/>
                </a:lnTo>
                <a:cubicBezTo>
                  <a:pt x="1246537" y="249269"/>
                  <a:pt x="1182672" y="235696"/>
                  <a:pt x="1182672" y="235696"/>
                </a:cubicBezTo>
                <a:lnTo>
                  <a:pt x="1145810" y="102013"/>
                </a:lnTo>
                <a:lnTo>
                  <a:pt x="1145810" y="227886"/>
                </a:lnTo>
                <a:cubicBezTo>
                  <a:pt x="1145810" y="227886"/>
                  <a:pt x="1111949" y="220694"/>
                  <a:pt x="1111949" y="220694"/>
                </a:cubicBezTo>
                <a:lnTo>
                  <a:pt x="1111949" y="83534"/>
                </a:lnTo>
                <a:close/>
                <a:moveTo>
                  <a:pt x="42101" y="138970"/>
                </a:moveTo>
                <a:lnTo>
                  <a:pt x="104108" y="125778"/>
                </a:lnTo>
                <a:lnTo>
                  <a:pt x="145971" y="254032"/>
                </a:lnTo>
                <a:lnTo>
                  <a:pt x="110061" y="261652"/>
                </a:lnTo>
                <a:lnTo>
                  <a:pt x="97774" y="222837"/>
                </a:lnTo>
                <a:lnTo>
                  <a:pt x="47863" y="233458"/>
                </a:lnTo>
                <a:lnTo>
                  <a:pt x="35576" y="277511"/>
                </a:lnTo>
                <a:lnTo>
                  <a:pt x="0" y="285083"/>
                </a:lnTo>
                <a:lnTo>
                  <a:pt x="42053" y="138970"/>
                </a:lnTo>
                <a:close/>
                <a:moveTo>
                  <a:pt x="88440" y="193881"/>
                </a:moveTo>
                <a:lnTo>
                  <a:pt x="72819" y="144875"/>
                </a:lnTo>
                <a:lnTo>
                  <a:pt x="57198" y="200549"/>
                </a:lnTo>
                <a:lnTo>
                  <a:pt x="88488" y="193881"/>
                </a:lnTo>
                <a:close/>
                <a:moveTo>
                  <a:pt x="214646" y="242173"/>
                </a:moveTo>
                <a:cubicBezTo>
                  <a:pt x="168307" y="252032"/>
                  <a:pt x="148733" y="235553"/>
                  <a:pt x="148733" y="199930"/>
                </a:cubicBezTo>
                <a:lnTo>
                  <a:pt x="183738" y="192500"/>
                </a:lnTo>
                <a:cubicBezTo>
                  <a:pt x="183738" y="211979"/>
                  <a:pt x="190977" y="217599"/>
                  <a:pt x="215408" y="212408"/>
                </a:cubicBezTo>
                <a:cubicBezTo>
                  <a:pt x="231982" y="208883"/>
                  <a:pt x="239030" y="203883"/>
                  <a:pt x="239030" y="195310"/>
                </a:cubicBezTo>
                <a:cubicBezTo>
                  <a:pt x="239030" y="190452"/>
                  <a:pt x="235315" y="187547"/>
                  <a:pt x="227886" y="187166"/>
                </a:cubicBezTo>
                <a:lnTo>
                  <a:pt x="183975" y="184452"/>
                </a:lnTo>
                <a:cubicBezTo>
                  <a:pt x="161258" y="182880"/>
                  <a:pt x="154210" y="170545"/>
                  <a:pt x="154210" y="153210"/>
                </a:cubicBezTo>
                <a:cubicBezTo>
                  <a:pt x="154210" y="126540"/>
                  <a:pt x="173212" y="108299"/>
                  <a:pt x="207645" y="101013"/>
                </a:cubicBezTo>
                <a:cubicBezTo>
                  <a:pt x="248603" y="92297"/>
                  <a:pt x="268891" y="108252"/>
                  <a:pt x="268891" y="138017"/>
                </a:cubicBezTo>
                <a:lnTo>
                  <a:pt x="234077" y="145399"/>
                </a:lnTo>
                <a:cubicBezTo>
                  <a:pt x="234077" y="130635"/>
                  <a:pt x="226076" y="126111"/>
                  <a:pt x="208217" y="129873"/>
                </a:cubicBezTo>
                <a:cubicBezTo>
                  <a:pt x="195739" y="132540"/>
                  <a:pt x="189215" y="137208"/>
                  <a:pt x="189215" y="145018"/>
                </a:cubicBezTo>
                <a:cubicBezTo>
                  <a:pt x="189215" y="148923"/>
                  <a:pt x="191262" y="151781"/>
                  <a:pt x="199454" y="152352"/>
                </a:cubicBezTo>
                <a:lnTo>
                  <a:pt x="242078" y="154400"/>
                </a:lnTo>
                <a:cubicBezTo>
                  <a:pt x="263843" y="155400"/>
                  <a:pt x="273891" y="166306"/>
                  <a:pt x="273891" y="186357"/>
                </a:cubicBezTo>
                <a:cubicBezTo>
                  <a:pt x="273891" y="212408"/>
                  <a:pt x="256747" y="233172"/>
                  <a:pt x="214694" y="242126"/>
                </a:cubicBezTo>
                <a:moveTo>
                  <a:pt x="283702" y="156067"/>
                </a:moveTo>
                <a:cubicBezTo>
                  <a:pt x="283702" y="115586"/>
                  <a:pt x="310325" y="79200"/>
                  <a:pt x="353330" y="70056"/>
                </a:cubicBezTo>
                <a:cubicBezTo>
                  <a:pt x="390906" y="62055"/>
                  <a:pt x="415862" y="77962"/>
                  <a:pt x="419767" y="111585"/>
                </a:cubicBezTo>
                <a:lnTo>
                  <a:pt x="384953" y="118967"/>
                </a:lnTo>
                <a:cubicBezTo>
                  <a:pt x="382143" y="104775"/>
                  <a:pt x="370047" y="98584"/>
                  <a:pt x="353473" y="102108"/>
                </a:cubicBezTo>
                <a:cubicBezTo>
                  <a:pt x="333185" y="106442"/>
                  <a:pt x="318659" y="121587"/>
                  <a:pt x="318659" y="148590"/>
                </a:cubicBezTo>
                <a:cubicBezTo>
                  <a:pt x="318659" y="175832"/>
                  <a:pt x="333185" y="184785"/>
                  <a:pt x="353473" y="180499"/>
                </a:cubicBezTo>
                <a:cubicBezTo>
                  <a:pt x="370047" y="176974"/>
                  <a:pt x="382143" y="165449"/>
                  <a:pt x="384953" y="150066"/>
                </a:cubicBezTo>
                <a:lnTo>
                  <a:pt x="419767" y="142685"/>
                </a:lnTo>
                <a:cubicBezTo>
                  <a:pt x="415862" y="178165"/>
                  <a:pt x="390906" y="204645"/>
                  <a:pt x="353330" y="212646"/>
                </a:cubicBezTo>
                <a:cubicBezTo>
                  <a:pt x="310325" y="221790"/>
                  <a:pt x="283702" y="196691"/>
                  <a:pt x="283702" y="156067"/>
                </a:cubicBezTo>
                <a:moveTo>
                  <a:pt x="436340" y="55150"/>
                </a:moveTo>
                <a:lnTo>
                  <a:pt x="540782" y="32956"/>
                </a:lnTo>
                <a:lnTo>
                  <a:pt x="540782" y="63865"/>
                </a:lnTo>
                <a:cubicBezTo>
                  <a:pt x="540782" y="63865"/>
                  <a:pt x="470440" y="78819"/>
                  <a:pt x="470440" y="78819"/>
                </a:cubicBezTo>
                <a:lnTo>
                  <a:pt x="470440" y="101775"/>
                </a:lnTo>
                <a:cubicBezTo>
                  <a:pt x="470440" y="101775"/>
                  <a:pt x="531495" y="88821"/>
                  <a:pt x="531495" y="88821"/>
                </a:cubicBezTo>
                <a:lnTo>
                  <a:pt x="531495" y="118015"/>
                </a:lnTo>
                <a:cubicBezTo>
                  <a:pt x="531495" y="118015"/>
                  <a:pt x="470440" y="131016"/>
                  <a:pt x="470440" y="131016"/>
                </a:cubicBezTo>
                <a:lnTo>
                  <a:pt x="470440" y="154162"/>
                </a:lnTo>
                <a:cubicBezTo>
                  <a:pt x="470440" y="154162"/>
                  <a:pt x="540782" y="139208"/>
                  <a:pt x="540782" y="139208"/>
                </a:cubicBezTo>
                <a:lnTo>
                  <a:pt x="540782" y="170117"/>
                </a:lnTo>
                <a:cubicBezTo>
                  <a:pt x="540782" y="170117"/>
                  <a:pt x="436340" y="192310"/>
                  <a:pt x="436340" y="192310"/>
                </a:cubicBezTo>
                <a:lnTo>
                  <a:pt x="436340" y="55150"/>
                </a:lnTo>
                <a:close/>
                <a:moveTo>
                  <a:pt x="561308" y="28575"/>
                </a:moveTo>
                <a:lnTo>
                  <a:pt x="625173" y="15002"/>
                </a:lnTo>
                <a:lnTo>
                  <a:pt x="662035" y="133064"/>
                </a:lnTo>
                <a:lnTo>
                  <a:pt x="662035" y="7191"/>
                </a:lnTo>
                <a:cubicBezTo>
                  <a:pt x="662035" y="7191"/>
                  <a:pt x="695897" y="0"/>
                  <a:pt x="695897" y="0"/>
                </a:cubicBezTo>
                <a:lnTo>
                  <a:pt x="695897" y="137160"/>
                </a:lnTo>
                <a:cubicBezTo>
                  <a:pt x="695897" y="137160"/>
                  <a:pt x="632032" y="150733"/>
                  <a:pt x="632032" y="150733"/>
                </a:cubicBezTo>
                <a:lnTo>
                  <a:pt x="595170" y="32671"/>
                </a:lnTo>
                <a:lnTo>
                  <a:pt x="595170" y="158544"/>
                </a:lnTo>
                <a:cubicBezTo>
                  <a:pt x="595170" y="158544"/>
                  <a:pt x="561308" y="165735"/>
                  <a:pt x="561308" y="165735"/>
                </a:cubicBezTo>
                <a:lnTo>
                  <a:pt x="561308" y="28575"/>
                </a:lnTo>
                <a:close/>
              </a:path>
            </a:pathLst>
          </a:custGeom>
          <a:solidFill>
            <a:srgbClr val="FFFFFF"/>
          </a:solidFill>
          <a:ln w="4763" cap="flat">
            <a:noFill/>
            <a:prstDash val="solid"/>
            <a:miter/>
          </a:ln>
        </p:spPr>
        <p:txBody>
          <a:bodyPr rtlCol="0" anchor="ctr"/>
          <a:lstStyle/>
          <a:p>
            <a:endParaRPr lang="en-AU"/>
          </a:p>
        </p:txBody>
      </p:sp>
      <p:grpSp>
        <p:nvGrpSpPr>
          <p:cNvPr id="8" name="Graphic 3">
            <a:extLst>
              <a:ext uri="{FF2B5EF4-FFF2-40B4-BE49-F238E27FC236}">
                <a16:creationId xmlns:a16="http://schemas.microsoft.com/office/drawing/2014/main" id="{FB1FA19C-7778-BE0E-B853-6DAFB3B050DB}"/>
              </a:ext>
            </a:extLst>
          </p:cNvPr>
          <p:cNvGrpSpPr/>
          <p:nvPr userDrawn="1"/>
        </p:nvGrpSpPr>
        <p:grpSpPr>
          <a:xfrm>
            <a:off x="186213" y="648700"/>
            <a:ext cx="739282" cy="73485"/>
            <a:chOff x="186213" y="648700"/>
            <a:chExt cx="739282" cy="73485"/>
          </a:xfrm>
          <a:solidFill>
            <a:srgbClr val="FFFFFF"/>
          </a:solidFill>
        </p:grpSpPr>
        <p:sp>
          <p:nvSpPr>
            <p:cNvPr id="9" name="Freeform: Shape 11">
              <a:extLst>
                <a:ext uri="{FF2B5EF4-FFF2-40B4-BE49-F238E27FC236}">
                  <a16:creationId xmlns:a16="http://schemas.microsoft.com/office/drawing/2014/main" id="{27F7E4F4-ADED-3C68-B19B-2A9E1971DFC8}"/>
                </a:ext>
              </a:extLst>
            </p:cNvPr>
            <p:cNvSpPr/>
            <p:nvPr/>
          </p:nvSpPr>
          <p:spPr>
            <a:xfrm>
              <a:off x="186213" y="668274"/>
              <a:ext cx="46386" cy="53911"/>
            </a:xfrm>
            <a:custGeom>
              <a:avLst/>
              <a:gdLst>
                <a:gd name="connsiteX0" fmla="*/ 16574 w 46386"/>
                <a:gd name="connsiteY0" fmla="*/ 53864 h 53911"/>
                <a:gd name="connsiteX1" fmla="*/ 8334 w 46386"/>
                <a:gd name="connsiteY1" fmla="*/ 52197 h 53911"/>
                <a:gd name="connsiteX2" fmla="*/ 2286 w 46386"/>
                <a:gd name="connsiteY2" fmla="*/ 47101 h 53911"/>
                <a:gd name="connsiteX3" fmla="*/ 0 w 46386"/>
                <a:gd name="connsiteY3" fmla="*/ 38624 h 53911"/>
                <a:gd name="connsiteX4" fmla="*/ 4334 w 46386"/>
                <a:gd name="connsiteY4" fmla="*/ 27861 h 53911"/>
                <a:gd name="connsiteX5" fmla="*/ 16574 w 46386"/>
                <a:gd name="connsiteY5" fmla="*/ 22908 h 53911"/>
                <a:gd name="connsiteX6" fmla="*/ 35052 w 46386"/>
                <a:gd name="connsiteY6" fmla="*/ 21431 h 53911"/>
                <a:gd name="connsiteX7" fmla="*/ 35052 w 46386"/>
                <a:gd name="connsiteY7" fmla="*/ 18240 h 53911"/>
                <a:gd name="connsiteX8" fmla="*/ 32147 w 46386"/>
                <a:gd name="connsiteY8" fmla="*/ 10239 h 53911"/>
                <a:gd name="connsiteX9" fmla="*/ 24813 w 46386"/>
                <a:gd name="connsiteY9" fmla="*/ 8049 h 53911"/>
                <a:gd name="connsiteX10" fmla="*/ 16812 w 46386"/>
                <a:gd name="connsiteY10" fmla="*/ 10382 h 53911"/>
                <a:gd name="connsiteX11" fmla="*/ 13621 w 46386"/>
                <a:gd name="connsiteY11" fmla="*/ 17907 h 53911"/>
                <a:gd name="connsiteX12" fmla="*/ 2667 w 46386"/>
                <a:gd name="connsiteY12" fmla="*/ 17907 h 53911"/>
                <a:gd name="connsiteX13" fmla="*/ 5477 w 46386"/>
                <a:gd name="connsiteY13" fmla="*/ 7477 h 53911"/>
                <a:gd name="connsiteX14" fmla="*/ 13287 w 46386"/>
                <a:gd name="connsiteY14" fmla="*/ 1762 h 53911"/>
                <a:gd name="connsiteX15" fmla="*/ 24860 w 46386"/>
                <a:gd name="connsiteY15" fmla="*/ 0 h 53911"/>
                <a:gd name="connsiteX16" fmla="*/ 33195 w 46386"/>
                <a:gd name="connsiteY16" fmla="*/ 810 h 53911"/>
                <a:gd name="connsiteX17" fmla="*/ 40053 w 46386"/>
                <a:gd name="connsiteY17" fmla="*/ 3619 h 53911"/>
                <a:gd name="connsiteX18" fmla="*/ 44720 w 46386"/>
                <a:gd name="connsiteY18" fmla="*/ 9144 h 53911"/>
                <a:gd name="connsiteX19" fmla="*/ 46387 w 46386"/>
                <a:gd name="connsiteY19" fmla="*/ 18097 h 53911"/>
                <a:gd name="connsiteX20" fmla="*/ 46387 w 46386"/>
                <a:gd name="connsiteY20" fmla="*/ 53007 h 53911"/>
                <a:gd name="connsiteX21" fmla="*/ 35576 w 46386"/>
                <a:gd name="connsiteY21" fmla="*/ 53007 h 53911"/>
                <a:gd name="connsiteX22" fmla="*/ 35147 w 46386"/>
                <a:gd name="connsiteY22" fmla="*/ 45672 h 53911"/>
                <a:gd name="connsiteX23" fmla="*/ 27146 w 46386"/>
                <a:gd name="connsiteY23" fmla="*/ 51721 h 53911"/>
                <a:gd name="connsiteX24" fmla="*/ 16574 w 46386"/>
                <a:gd name="connsiteY24" fmla="*/ 53911 h 53911"/>
                <a:gd name="connsiteX25" fmla="*/ 20050 w 46386"/>
                <a:gd name="connsiteY25" fmla="*/ 45672 h 53911"/>
                <a:gd name="connsiteX26" fmla="*/ 28623 w 46386"/>
                <a:gd name="connsiteY26" fmla="*/ 43386 h 53911"/>
                <a:gd name="connsiteX27" fmla="*/ 34909 w 46386"/>
                <a:gd name="connsiteY27" fmla="*/ 37767 h 53911"/>
                <a:gd name="connsiteX28" fmla="*/ 34909 w 46386"/>
                <a:gd name="connsiteY28" fmla="*/ 28289 h 53911"/>
                <a:gd name="connsiteX29" fmla="*/ 16859 w 46386"/>
                <a:gd name="connsiteY29" fmla="*/ 30623 h 53911"/>
                <a:gd name="connsiteX30" fmla="*/ 11525 w 46386"/>
                <a:gd name="connsiteY30" fmla="*/ 38052 h 53911"/>
                <a:gd name="connsiteX31" fmla="*/ 13811 w 46386"/>
                <a:gd name="connsiteY31" fmla="*/ 43672 h 53911"/>
                <a:gd name="connsiteX32" fmla="*/ 20098 w 46386"/>
                <a:gd name="connsiteY32" fmla="*/ 45672 h 53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386" h="53911">
                  <a:moveTo>
                    <a:pt x="16574" y="53864"/>
                  </a:moveTo>
                  <a:cubicBezTo>
                    <a:pt x="13573" y="53864"/>
                    <a:pt x="10811" y="53292"/>
                    <a:pt x="8334" y="52197"/>
                  </a:cubicBezTo>
                  <a:cubicBezTo>
                    <a:pt x="5810" y="51054"/>
                    <a:pt x="3810" y="49387"/>
                    <a:pt x="2286" y="47101"/>
                  </a:cubicBezTo>
                  <a:cubicBezTo>
                    <a:pt x="762" y="44863"/>
                    <a:pt x="0" y="42005"/>
                    <a:pt x="0" y="38624"/>
                  </a:cubicBezTo>
                  <a:cubicBezTo>
                    <a:pt x="0" y="33861"/>
                    <a:pt x="1429" y="30289"/>
                    <a:pt x="4334" y="27861"/>
                  </a:cubicBezTo>
                  <a:cubicBezTo>
                    <a:pt x="7239" y="25432"/>
                    <a:pt x="11335" y="23765"/>
                    <a:pt x="16574" y="22908"/>
                  </a:cubicBezTo>
                  <a:cubicBezTo>
                    <a:pt x="21812" y="22050"/>
                    <a:pt x="28004" y="21526"/>
                    <a:pt x="35052" y="21431"/>
                  </a:cubicBezTo>
                  <a:lnTo>
                    <a:pt x="35052" y="18240"/>
                  </a:lnTo>
                  <a:cubicBezTo>
                    <a:pt x="35052" y="14335"/>
                    <a:pt x="34100" y="11668"/>
                    <a:pt x="32147" y="10239"/>
                  </a:cubicBezTo>
                  <a:cubicBezTo>
                    <a:pt x="30242" y="8763"/>
                    <a:pt x="27765" y="8049"/>
                    <a:pt x="24813" y="8049"/>
                  </a:cubicBezTo>
                  <a:cubicBezTo>
                    <a:pt x="21622" y="8049"/>
                    <a:pt x="18955" y="8811"/>
                    <a:pt x="16812" y="10382"/>
                  </a:cubicBezTo>
                  <a:cubicBezTo>
                    <a:pt x="14669" y="11954"/>
                    <a:pt x="13621" y="14478"/>
                    <a:pt x="13621" y="17907"/>
                  </a:cubicBezTo>
                  <a:lnTo>
                    <a:pt x="2667" y="17907"/>
                  </a:lnTo>
                  <a:cubicBezTo>
                    <a:pt x="2667" y="13573"/>
                    <a:pt x="3620" y="10096"/>
                    <a:pt x="5477" y="7477"/>
                  </a:cubicBezTo>
                  <a:cubicBezTo>
                    <a:pt x="7334" y="4858"/>
                    <a:pt x="9954" y="2953"/>
                    <a:pt x="13287" y="1762"/>
                  </a:cubicBezTo>
                  <a:cubicBezTo>
                    <a:pt x="16621" y="571"/>
                    <a:pt x="20479" y="0"/>
                    <a:pt x="24860" y="0"/>
                  </a:cubicBezTo>
                  <a:cubicBezTo>
                    <a:pt x="27813" y="0"/>
                    <a:pt x="30623" y="286"/>
                    <a:pt x="33195" y="810"/>
                  </a:cubicBezTo>
                  <a:cubicBezTo>
                    <a:pt x="35814" y="1333"/>
                    <a:pt x="38100" y="2286"/>
                    <a:pt x="40053" y="3619"/>
                  </a:cubicBezTo>
                  <a:cubicBezTo>
                    <a:pt x="42053" y="4953"/>
                    <a:pt x="43577" y="6810"/>
                    <a:pt x="44720" y="9144"/>
                  </a:cubicBezTo>
                  <a:cubicBezTo>
                    <a:pt x="45863" y="11478"/>
                    <a:pt x="46387" y="14478"/>
                    <a:pt x="46387" y="18097"/>
                  </a:cubicBezTo>
                  <a:lnTo>
                    <a:pt x="46387" y="53007"/>
                  </a:lnTo>
                  <a:lnTo>
                    <a:pt x="35576" y="53007"/>
                  </a:lnTo>
                  <a:lnTo>
                    <a:pt x="35147" y="45672"/>
                  </a:lnTo>
                  <a:cubicBezTo>
                    <a:pt x="32861" y="48244"/>
                    <a:pt x="30194" y="50244"/>
                    <a:pt x="27146" y="51721"/>
                  </a:cubicBezTo>
                  <a:cubicBezTo>
                    <a:pt x="24098" y="53197"/>
                    <a:pt x="20574" y="53911"/>
                    <a:pt x="16574" y="53911"/>
                  </a:cubicBezTo>
                  <a:close/>
                  <a:moveTo>
                    <a:pt x="20050" y="45672"/>
                  </a:moveTo>
                  <a:cubicBezTo>
                    <a:pt x="23193" y="45672"/>
                    <a:pt x="26051" y="44910"/>
                    <a:pt x="28623" y="43386"/>
                  </a:cubicBezTo>
                  <a:cubicBezTo>
                    <a:pt x="31194" y="41862"/>
                    <a:pt x="33290" y="40005"/>
                    <a:pt x="34909" y="37767"/>
                  </a:cubicBezTo>
                  <a:lnTo>
                    <a:pt x="34909" y="28289"/>
                  </a:lnTo>
                  <a:cubicBezTo>
                    <a:pt x="26432" y="28289"/>
                    <a:pt x="20384" y="29099"/>
                    <a:pt x="16859" y="30623"/>
                  </a:cubicBezTo>
                  <a:cubicBezTo>
                    <a:pt x="13287" y="32147"/>
                    <a:pt x="11525" y="34623"/>
                    <a:pt x="11525" y="38052"/>
                  </a:cubicBezTo>
                  <a:cubicBezTo>
                    <a:pt x="11525" y="40481"/>
                    <a:pt x="12287" y="42339"/>
                    <a:pt x="13811" y="43672"/>
                  </a:cubicBezTo>
                  <a:cubicBezTo>
                    <a:pt x="15335" y="45006"/>
                    <a:pt x="17431" y="45672"/>
                    <a:pt x="20098" y="45672"/>
                  </a:cubicBezTo>
                  <a:close/>
                </a:path>
              </a:pathLst>
            </a:custGeom>
            <a:solidFill>
              <a:srgbClr val="FFFFFF"/>
            </a:solidFill>
            <a:ln w="4763" cap="flat">
              <a:noFill/>
              <a:prstDash val="solid"/>
              <a:miter/>
            </a:ln>
          </p:spPr>
          <p:txBody>
            <a:bodyPr rtlCol="0" anchor="ctr"/>
            <a:lstStyle/>
            <a:p>
              <a:endParaRPr lang="en-AU"/>
            </a:p>
          </p:txBody>
        </p:sp>
        <p:sp>
          <p:nvSpPr>
            <p:cNvPr id="10" name="Freeform: Shape 12">
              <a:extLst>
                <a:ext uri="{FF2B5EF4-FFF2-40B4-BE49-F238E27FC236}">
                  <a16:creationId xmlns:a16="http://schemas.microsoft.com/office/drawing/2014/main" id="{2B919969-C3B0-E701-A898-F91C3BB253F4}"/>
                </a:ext>
              </a:extLst>
            </p:cNvPr>
            <p:cNvSpPr/>
            <p:nvPr/>
          </p:nvSpPr>
          <p:spPr>
            <a:xfrm>
              <a:off x="245459" y="668226"/>
              <a:ext cx="44195" cy="53959"/>
            </a:xfrm>
            <a:custGeom>
              <a:avLst/>
              <a:gdLst>
                <a:gd name="connsiteX0" fmla="*/ 22527 w 44195"/>
                <a:gd name="connsiteY0" fmla="*/ 53959 h 53959"/>
                <a:gd name="connsiteX1" fmla="*/ 14097 w 44195"/>
                <a:gd name="connsiteY1" fmla="*/ 53102 h 53959"/>
                <a:gd name="connsiteX2" fmla="*/ 6906 w 44195"/>
                <a:gd name="connsiteY2" fmla="*/ 50197 h 53959"/>
                <a:gd name="connsiteX3" fmla="*/ 1857 w 44195"/>
                <a:gd name="connsiteY3" fmla="*/ 44815 h 53959"/>
                <a:gd name="connsiteX4" fmla="*/ 0 w 44195"/>
                <a:gd name="connsiteY4" fmla="*/ 36528 h 53959"/>
                <a:gd name="connsiteX5" fmla="*/ 10906 w 44195"/>
                <a:gd name="connsiteY5" fmla="*/ 36528 h 53959"/>
                <a:gd name="connsiteX6" fmla="*/ 14335 w 44195"/>
                <a:gd name="connsiteY6" fmla="*/ 43863 h 53959"/>
                <a:gd name="connsiteX7" fmla="*/ 22622 w 44195"/>
                <a:gd name="connsiteY7" fmla="*/ 45958 h 53959"/>
                <a:gd name="connsiteX8" fmla="*/ 30004 w 44195"/>
                <a:gd name="connsiteY8" fmla="*/ 44339 h 53959"/>
                <a:gd name="connsiteX9" fmla="*/ 32766 w 44195"/>
                <a:gd name="connsiteY9" fmla="*/ 38910 h 53959"/>
                <a:gd name="connsiteX10" fmla="*/ 29956 w 44195"/>
                <a:gd name="connsiteY10" fmla="*/ 33861 h 53959"/>
                <a:gd name="connsiteX11" fmla="*/ 20050 w 44195"/>
                <a:gd name="connsiteY11" fmla="*/ 30623 h 53959"/>
                <a:gd name="connsiteX12" fmla="*/ 9954 w 44195"/>
                <a:gd name="connsiteY12" fmla="*/ 27289 h 53959"/>
                <a:gd name="connsiteX13" fmla="*/ 3429 w 44195"/>
                <a:gd name="connsiteY13" fmla="*/ 22336 h 53959"/>
                <a:gd name="connsiteX14" fmla="*/ 1143 w 44195"/>
                <a:gd name="connsiteY14" fmla="*/ 14430 h 53959"/>
                <a:gd name="connsiteX15" fmla="*/ 2810 w 44195"/>
                <a:gd name="connsiteY15" fmla="*/ 7953 h 53959"/>
                <a:gd name="connsiteX16" fmla="*/ 7382 w 44195"/>
                <a:gd name="connsiteY16" fmla="*/ 3477 h 53959"/>
                <a:gd name="connsiteX17" fmla="*/ 14002 w 44195"/>
                <a:gd name="connsiteY17" fmla="*/ 857 h 53959"/>
                <a:gd name="connsiteX18" fmla="*/ 21907 w 44195"/>
                <a:gd name="connsiteY18" fmla="*/ 0 h 53959"/>
                <a:gd name="connsiteX19" fmla="*/ 29670 w 44195"/>
                <a:gd name="connsiteY19" fmla="*/ 905 h 53959"/>
                <a:gd name="connsiteX20" fmla="*/ 36338 w 44195"/>
                <a:gd name="connsiteY20" fmla="*/ 3762 h 53959"/>
                <a:gd name="connsiteX21" fmla="*/ 41005 w 44195"/>
                <a:gd name="connsiteY21" fmla="*/ 8954 h 53959"/>
                <a:gd name="connsiteX22" fmla="*/ 42720 w 44195"/>
                <a:gd name="connsiteY22" fmla="*/ 16812 h 53959"/>
                <a:gd name="connsiteX23" fmla="*/ 31861 w 44195"/>
                <a:gd name="connsiteY23" fmla="*/ 16812 h 53959"/>
                <a:gd name="connsiteX24" fmla="*/ 28908 w 44195"/>
                <a:gd name="connsiteY24" fmla="*/ 10096 h 53959"/>
                <a:gd name="connsiteX25" fmla="*/ 21907 w 44195"/>
                <a:gd name="connsiteY25" fmla="*/ 8144 h 53959"/>
                <a:gd name="connsiteX26" fmla="*/ 15097 w 44195"/>
                <a:gd name="connsiteY26" fmla="*/ 9525 h 53959"/>
                <a:gd name="connsiteX27" fmla="*/ 12573 w 44195"/>
                <a:gd name="connsiteY27" fmla="*/ 14002 h 53959"/>
                <a:gd name="connsiteX28" fmla="*/ 13906 w 44195"/>
                <a:gd name="connsiteY28" fmla="*/ 17002 h 53959"/>
                <a:gd name="connsiteX29" fmla="*/ 18288 w 44195"/>
                <a:gd name="connsiteY29" fmla="*/ 19288 h 53959"/>
                <a:gd name="connsiteX30" fmla="*/ 26384 w 44195"/>
                <a:gd name="connsiteY30" fmla="*/ 21527 h 53959"/>
                <a:gd name="connsiteX31" fmla="*/ 35862 w 44195"/>
                <a:gd name="connsiteY31" fmla="*/ 24717 h 53959"/>
                <a:gd name="connsiteX32" fmla="*/ 42053 w 44195"/>
                <a:gd name="connsiteY32" fmla="*/ 29670 h 53959"/>
                <a:gd name="connsiteX33" fmla="*/ 44196 w 44195"/>
                <a:gd name="connsiteY33" fmla="*/ 37671 h 53959"/>
                <a:gd name="connsiteX34" fmla="*/ 42481 w 44195"/>
                <a:gd name="connsiteY34" fmla="*/ 45148 h 53959"/>
                <a:gd name="connsiteX35" fmla="*/ 37767 w 44195"/>
                <a:gd name="connsiteY35" fmla="*/ 50197 h 53959"/>
                <a:gd name="connsiteX36" fmla="*/ 30861 w 44195"/>
                <a:gd name="connsiteY36" fmla="*/ 53054 h 53959"/>
                <a:gd name="connsiteX37" fmla="*/ 22527 w 44195"/>
                <a:gd name="connsiteY37" fmla="*/ 53959 h 53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44195" h="53959">
                  <a:moveTo>
                    <a:pt x="22527" y="53959"/>
                  </a:moveTo>
                  <a:cubicBezTo>
                    <a:pt x="19621" y="53959"/>
                    <a:pt x="16812" y="53673"/>
                    <a:pt x="14097" y="53102"/>
                  </a:cubicBezTo>
                  <a:cubicBezTo>
                    <a:pt x="11430" y="52530"/>
                    <a:pt x="9001" y="51530"/>
                    <a:pt x="6906" y="50197"/>
                  </a:cubicBezTo>
                  <a:cubicBezTo>
                    <a:pt x="4810" y="48863"/>
                    <a:pt x="3096" y="47054"/>
                    <a:pt x="1857" y="44815"/>
                  </a:cubicBezTo>
                  <a:cubicBezTo>
                    <a:pt x="619" y="42577"/>
                    <a:pt x="0" y="39815"/>
                    <a:pt x="0" y="36528"/>
                  </a:cubicBezTo>
                  <a:lnTo>
                    <a:pt x="10906" y="36528"/>
                  </a:lnTo>
                  <a:cubicBezTo>
                    <a:pt x="10906" y="40005"/>
                    <a:pt x="12049" y="42481"/>
                    <a:pt x="14335" y="43863"/>
                  </a:cubicBezTo>
                  <a:cubicBezTo>
                    <a:pt x="16621" y="45244"/>
                    <a:pt x="19383" y="45958"/>
                    <a:pt x="22622" y="45958"/>
                  </a:cubicBezTo>
                  <a:cubicBezTo>
                    <a:pt x="25670" y="45958"/>
                    <a:pt x="28146" y="45434"/>
                    <a:pt x="30004" y="44339"/>
                  </a:cubicBezTo>
                  <a:cubicBezTo>
                    <a:pt x="31861" y="43244"/>
                    <a:pt x="32766" y="41434"/>
                    <a:pt x="32766" y="38910"/>
                  </a:cubicBezTo>
                  <a:cubicBezTo>
                    <a:pt x="32766" y="36671"/>
                    <a:pt x="31814" y="35004"/>
                    <a:pt x="29956" y="33861"/>
                  </a:cubicBezTo>
                  <a:cubicBezTo>
                    <a:pt x="28051" y="32766"/>
                    <a:pt x="24765" y="31671"/>
                    <a:pt x="20050" y="30623"/>
                  </a:cubicBezTo>
                  <a:cubicBezTo>
                    <a:pt x="16145" y="29670"/>
                    <a:pt x="12811" y="28575"/>
                    <a:pt x="9954" y="27289"/>
                  </a:cubicBezTo>
                  <a:cubicBezTo>
                    <a:pt x="7096" y="26003"/>
                    <a:pt x="4953" y="24384"/>
                    <a:pt x="3429" y="22336"/>
                  </a:cubicBezTo>
                  <a:cubicBezTo>
                    <a:pt x="1905" y="20288"/>
                    <a:pt x="1143" y="17669"/>
                    <a:pt x="1143" y="14430"/>
                  </a:cubicBezTo>
                  <a:cubicBezTo>
                    <a:pt x="1143" y="11954"/>
                    <a:pt x="1715" y="9763"/>
                    <a:pt x="2810" y="7953"/>
                  </a:cubicBezTo>
                  <a:cubicBezTo>
                    <a:pt x="3905" y="6144"/>
                    <a:pt x="5477" y="4620"/>
                    <a:pt x="7382" y="3477"/>
                  </a:cubicBezTo>
                  <a:cubicBezTo>
                    <a:pt x="9287" y="2286"/>
                    <a:pt x="11525" y="1429"/>
                    <a:pt x="14002" y="857"/>
                  </a:cubicBezTo>
                  <a:cubicBezTo>
                    <a:pt x="16478" y="286"/>
                    <a:pt x="19145" y="0"/>
                    <a:pt x="21907" y="0"/>
                  </a:cubicBezTo>
                  <a:cubicBezTo>
                    <a:pt x="24670" y="0"/>
                    <a:pt x="27146" y="286"/>
                    <a:pt x="29670" y="905"/>
                  </a:cubicBezTo>
                  <a:cubicBezTo>
                    <a:pt x="32147" y="1476"/>
                    <a:pt x="34385" y="2429"/>
                    <a:pt x="36338" y="3762"/>
                  </a:cubicBezTo>
                  <a:cubicBezTo>
                    <a:pt x="38291" y="5096"/>
                    <a:pt x="39862" y="6810"/>
                    <a:pt x="41005" y="8954"/>
                  </a:cubicBezTo>
                  <a:cubicBezTo>
                    <a:pt x="42148" y="11097"/>
                    <a:pt x="42720" y="13716"/>
                    <a:pt x="42720" y="16812"/>
                  </a:cubicBezTo>
                  <a:lnTo>
                    <a:pt x="31861" y="16812"/>
                  </a:lnTo>
                  <a:cubicBezTo>
                    <a:pt x="31861" y="13621"/>
                    <a:pt x="30861" y="11382"/>
                    <a:pt x="28908" y="10096"/>
                  </a:cubicBezTo>
                  <a:cubicBezTo>
                    <a:pt x="26956" y="8811"/>
                    <a:pt x="24622" y="8144"/>
                    <a:pt x="21907" y="8144"/>
                  </a:cubicBezTo>
                  <a:cubicBezTo>
                    <a:pt x="19050" y="8144"/>
                    <a:pt x="16764" y="8620"/>
                    <a:pt x="15097" y="9525"/>
                  </a:cubicBezTo>
                  <a:cubicBezTo>
                    <a:pt x="13430" y="10430"/>
                    <a:pt x="12573" y="11954"/>
                    <a:pt x="12573" y="14002"/>
                  </a:cubicBezTo>
                  <a:cubicBezTo>
                    <a:pt x="12573" y="15192"/>
                    <a:pt x="13002" y="16193"/>
                    <a:pt x="13906" y="17002"/>
                  </a:cubicBezTo>
                  <a:cubicBezTo>
                    <a:pt x="14811" y="17812"/>
                    <a:pt x="16240" y="18621"/>
                    <a:pt x="18288" y="19288"/>
                  </a:cubicBezTo>
                  <a:cubicBezTo>
                    <a:pt x="20288" y="20002"/>
                    <a:pt x="23003" y="20717"/>
                    <a:pt x="26384" y="21527"/>
                  </a:cubicBezTo>
                  <a:cubicBezTo>
                    <a:pt x="30004" y="22384"/>
                    <a:pt x="33195" y="23431"/>
                    <a:pt x="35862" y="24717"/>
                  </a:cubicBezTo>
                  <a:cubicBezTo>
                    <a:pt x="38529" y="26003"/>
                    <a:pt x="40577" y="27623"/>
                    <a:pt x="42053" y="29670"/>
                  </a:cubicBezTo>
                  <a:cubicBezTo>
                    <a:pt x="43529" y="31718"/>
                    <a:pt x="44196" y="34385"/>
                    <a:pt x="44196" y="37671"/>
                  </a:cubicBezTo>
                  <a:cubicBezTo>
                    <a:pt x="44196" y="40577"/>
                    <a:pt x="43625" y="43101"/>
                    <a:pt x="42481" y="45148"/>
                  </a:cubicBezTo>
                  <a:cubicBezTo>
                    <a:pt x="41339" y="47196"/>
                    <a:pt x="39767" y="48911"/>
                    <a:pt x="37767" y="50197"/>
                  </a:cubicBezTo>
                  <a:cubicBezTo>
                    <a:pt x="35766" y="51483"/>
                    <a:pt x="33480" y="52435"/>
                    <a:pt x="30861" y="53054"/>
                  </a:cubicBezTo>
                  <a:cubicBezTo>
                    <a:pt x="28242" y="53673"/>
                    <a:pt x="25479" y="53959"/>
                    <a:pt x="22527" y="53959"/>
                  </a:cubicBezTo>
                  <a:close/>
                </a:path>
              </a:pathLst>
            </a:custGeom>
            <a:solidFill>
              <a:srgbClr val="FFFFFF"/>
            </a:solidFill>
            <a:ln w="4763" cap="flat">
              <a:noFill/>
              <a:prstDash val="solid"/>
              <a:miter/>
            </a:ln>
          </p:spPr>
          <p:txBody>
            <a:bodyPr rtlCol="0" anchor="ctr"/>
            <a:lstStyle/>
            <a:p>
              <a:endParaRPr lang="en-AU"/>
            </a:p>
          </p:txBody>
        </p:sp>
        <p:sp>
          <p:nvSpPr>
            <p:cNvPr id="11" name="Freeform: Shape 13">
              <a:extLst>
                <a:ext uri="{FF2B5EF4-FFF2-40B4-BE49-F238E27FC236}">
                  <a16:creationId xmlns:a16="http://schemas.microsoft.com/office/drawing/2014/main" id="{4023EE2F-6C37-018D-0BF5-C1D2F03E2D9D}"/>
                </a:ext>
              </a:extLst>
            </p:cNvPr>
            <p:cNvSpPr/>
            <p:nvPr/>
          </p:nvSpPr>
          <p:spPr>
            <a:xfrm>
              <a:off x="299466" y="668274"/>
              <a:ext cx="48291" cy="53863"/>
            </a:xfrm>
            <a:custGeom>
              <a:avLst/>
              <a:gdLst>
                <a:gd name="connsiteX0" fmla="*/ 25146 w 48291"/>
                <a:gd name="connsiteY0" fmla="*/ 53769 h 53863"/>
                <a:gd name="connsiteX1" fmla="*/ 12240 w 48291"/>
                <a:gd name="connsiteY1" fmla="*/ 50911 h 53863"/>
                <a:gd name="connsiteX2" fmla="*/ 3286 w 48291"/>
                <a:gd name="connsiteY2" fmla="*/ 42100 h 53863"/>
                <a:gd name="connsiteX3" fmla="*/ 0 w 48291"/>
                <a:gd name="connsiteY3" fmla="*/ 27099 h 53863"/>
                <a:gd name="connsiteX4" fmla="*/ 3191 w 48291"/>
                <a:gd name="connsiteY4" fmla="*/ 11954 h 53863"/>
                <a:gd name="connsiteX5" fmla="*/ 12002 w 48291"/>
                <a:gd name="connsiteY5" fmla="*/ 2953 h 53863"/>
                <a:gd name="connsiteX6" fmla="*/ 25146 w 48291"/>
                <a:gd name="connsiteY6" fmla="*/ 0 h 53863"/>
                <a:gd name="connsiteX7" fmla="*/ 36528 w 48291"/>
                <a:gd name="connsiteY7" fmla="*/ 2095 h 53863"/>
                <a:gd name="connsiteX8" fmla="*/ 44625 w 48291"/>
                <a:gd name="connsiteY8" fmla="*/ 8334 h 53863"/>
                <a:gd name="connsiteX9" fmla="*/ 47815 w 48291"/>
                <a:gd name="connsiteY9" fmla="*/ 18859 h 53863"/>
                <a:gd name="connsiteX10" fmla="*/ 36528 w 48291"/>
                <a:gd name="connsiteY10" fmla="*/ 18859 h 53863"/>
                <a:gd name="connsiteX11" fmla="*/ 33337 w 48291"/>
                <a:gd name="connsiteY11" fmla="*/ 11716 h 53863"/>
                <a:gd name="connsiteX12" fmla="*/ 25241 w 48291"/>
                <a:gd name="connsiteY12" fmla="*/ 9096 h 53863"/>
                <a:gd name="connsiteX13" fmla="*/ 15097 w 48291"/>
                <a:gd name="connsiteY13" fmla="*/ 13811 h 53863"/>
                <a:gd name="connsiteX14" fmla="*/ 11859 w 48291"/>
                <a:gd name="connsiteY14" fmla="*/ 27099 h 53863"/>
                <a:gd name="connsiteX15" fmla="*/ 13287 w 48291"/>
                <a:gd name="connsiteY15" fmla="*/ 36624 h 53863"/>
                <a:gd name="connsiteX16" fmla="*/ 17716 w 48291"/>
                <a:gd name="connsiteY16" fmla="*/ 42672 h 53863"/>
                <a:gd name="connsiteX17" fmla="*/ 25289 w 48291"/>
                <a:gd name="connsiteY17" fmla="*/ 44767 h 53863"/>
                <a:gd name="connsiteX18" fmla="*/ 33671 w 48291"/>
                <a:gd name="connsiteY18" fmla="*/ 42005 h 53863"/>
                <a:gd name="connsiteX19" fmla="*/ 37005 w 48291"/>
                <a:gd name="connsiteY19" fmla="*/ 34004 h 53863"/>
                <a:gd name="connsiteX20" fmla="*/ 48292 w 48291"/>
                <a:gd name="connsiteY20" fmla="*/ 34004 h 53863"/>
                <a:gd name="connsiteX21" fmla="*/ 45101 w 48291"/>
                <a:gd name="connsiteY21" fmla="*/ 44958 h 53863"/>
                <a:gd name="connsiteX22" fmla="*/ 36909 w 48291"/>
                <a:gd name="connsiteY22" fmla="*/ 51625 h 53863"/>
                <a:gd name="connsiteX23" fmla="*/ 25241 w 48291"/>
                <a:gd name="connsiteY23" fmla="*/ 53864 h 53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8291" h="53863">
                  <a:moveTo>
                    <a:pt x="25146" y="53769"/>
                  </a:moveTo>
                  <a:cubicBezTo>
                    <a:pt x="20336" y="53769"/>
                    <a:pt x="16050" y="52816"/>
                    <a:pt x="12240" y="50911"/>
                  </a:cubicBezTo>
                  <a:cubicBezTo>
                    <a:pt x="8477" y="49006"/>
                    <a:pt x="5477" y="46053"/>
                    <a:pt x="3286" y="42100"/>
                  </a:cubicBezTo>
                  <a:cubicBezTo>
                    <a:pt x="1095" y="38148"/>
                    <a:pt x="0" y="33147"/>
                    <a:pt x="0" y="27099"/>
                  </a:cubicBezTo>
                  <a:cubicBezTo>
                    <a:pt x="0" y="21050"/>
                    <a:pt x="1048" y="15954"/>
                    <a:pt x="3191" y="11954"/>
                  </a:cubicBezTo>
                  <a:cubicBezTo>
                    <a:pt x="5334" y="7953"/>
                    <a:pt x="8239" y="4953"/>
                    <a:pt x="12002" y="2953"/>
                  </a:cubicBezTo>
                  <a:cubicBezTo>
                    <a:pt x="15764" y="952"/>
                    <a:pt x="20145" y="0"/>
                    <a:pt x="25146" y="0"/>
                  </a:cubicBezTo>
                  <a:cubicBezTo>
                    <a:pt x="29337" y="0"/>
                    <a:pt x="33147" y="714"/>
                    <a:pt x="36528" y="2095"/>
                  </a:cubicBezTo>
                  <a:cubicBezTo>
                    <a:pt x="39910" y="3477"/>
                    <a:pt x="42624" y="5572"/>
                    <a:pt x="44625" y="8334"/>
                  </a:cubicBezTo>
                  <a:cubicBezTo>
                    <a:pt x="46625" y="11097"/>
                    <a:pt x="47720" y="14621"/>
                    <a:pt x="47815" y="18859"/>
                  </a:cubicBezTo>
                  <a:lnTo>
                    <a:pt x="36528" y="18859"/>
                  </a:lnTo>
                  <a:cubicBezTo>
                    <a:pt x="36338" y="15811"/>
                    <a:pt x="35290" y="13430"/>
                    <a:pt x="33337" y="11716"/>
                  </a:cubicBezTo>
                  <a:cubicBezTo>
                    <a:pt x="31385" y="9954"/>
                    <a:pt x="28670" y="9096"/>
                    <a:pt x="25241" y="9096"/>
                  </a:cubicBezTo>
                  <a:cubicBezTo>
                    <a:pt x="20622" y="9096"/>
                    <a:pt x="17240" y="10668"/>
                    <a:pt x="15097" y="13811"/>
                  </a:cubicBezTo>
                  <a:cubicBezTo>
                    <a:pt x="12906" y="16954"/>
                    <a:pt x="11859" y="21384"/>
                    <a:pt x="11859" y="27099"/>
                  </a:cubicBezTo>
                  <a:cubicBezTo>
                    <a:pt x="11859" y="30813"/>
                    <a:pt x="12335" y="33957"/>
                    <a:pt x="13287" y="36624"/>
                  </a:cubicBezTo>
                  <a:cubicBezTo>
                    <a:pt x="14240" y="39243"/>
                    <a:pt x="15716" y="41291"/>
                    <a:pt x="17716" y="42672"/>
                  </a:cubicBezTo>
                  <a:cubicBezTo>
                    <a:pt x="19717" y="44053"/>
                    <a:pt x="22193" y="44767"/>
                    <a:pt x="25289" y="44767"/>
                  </a:cubicBezTo>
                  <a:cubicBezTo>
                    <a:pt x="28765" y="44767"/>
                    <a:pt x="31575" y="43863"/>
                    <a:pt x="33671" y="42005"/>
                  </a:cubicBezTo>
                  <a:cubicBezTo>
                    <a:pt x="35766" y="40148"/>
                    <a:pt x="36862" y="37481"/>
                    <a:pt x="37005" y="34004"/>
                  </a:cubicBezTo>
                  <a:lnTo>
                    <a:pt x="48292" y="34004"/>
                  </a:lnTo>
                  <a:cubicBezTo>
                    <a:pt x="48196" y="38338"/>
                    <a:pt x="47101" y="42005"/>
                    <a:pt x="45101" y="44958"/>
                  </a:cubicBezTo>
                  <a:cubicBezTo>
                    <a:pt x="43053" y="47911"/>
                    <a:pt x="40338" y="50149"/>
                    <a:pt x="36909" y="51625"/>
                  </a:cubicBezTo>
                  <a:cubicBezTo>
                    <a:pt x="33480" y="53102"/>
                    <a:pt x="29575" y="53864"/>
                    <a:pt x="25241" y="53864"/>
                  </a:cubicBezTo>
                  <a:close/>
                </a:path>
              </a:pathLst>
            </a:custGeom>
            <a:solidFill>
              <a:srgbClr val="FFFFFF"/>
            </a:solidFill>
            <a:ln w="4763" cap="flat">
              <a:noFill/>
              <a:prstDash val="solid"/>
              <a:miter/>
            </a:ln>
          </p:spPr>
          <p:txBody>
            <a:bodyPr rtlCol="0" anchor="ctr"/>
            <a:lstStyle/>
            <a:p>
              <a:endParaRPr lang="en-AU"/>
            </a:p>
          </p:txBody>
        </p:sp>
        <p:sp>
          <p:nvSpPr>
            <p:cNvPr id="12" name="Freeform: Shape 14">
              <a:extLst>
                <a:ext uri="{FF2B5EF4-FFF2-40B4-BE49-F238E27FC236}">
                  <a16:creationId xmlns:a16="http://schemas.microsoft.com/office/drawing/2014/main" id="{FE8CCCCF-BB20-D842-BF10-AE69A0C80317}"/>
                </a:ext>
              </a:extLst>
            </p:cNvPr>
            <p:cNvSpPr/>
            <p:nvPr/>
          </p:nvSpPr>
          <p:spPr>
            <a:xfrm>
              <a:off x="358330" y="668274"/>
              <a:ext cx="48672" cy="53911"/>
            </a:xfrm>
            <a:custGeom>
              <a:avLst/>
              <a:gdLst>
                <a:gd name="connsiteX0" fmla="*/ 25575 w 48672"/>
                <a:gd name="connsiteY0" fmla="*/ 53911 h 53911"/>
                <a:gd name="connsiteX1" fmla="*/ 11335 w 48672"/>
                <a:gd name="connsiteY1" fmla="*/ 50530 h 53911"/>
                <a:gd name="connsiteX2" fmla="*/ 2810 w 48672"/>
                <a:gd name="connsiteY2" fmla="*/ 41005 h 53911"/>
                <a:gd name="connsiteX3" fmla="*/ 0 w 48672"/>
                <a:gd name="connsiteY3" fmla="*/ 26813 h 53911"/>
                <a:gd name="connsiteX4" fmla="*/ 2762 w 48672"/>
                <a:gd name="connsiteY4" fmla="*/ 12668 h 53911"/>
                <a:gd name="connsiteX5" fmla="*/ 11001 w 48672"/>
                <a:gd name="connsiteY5" fmla="*/ 3334 h 53911"/>
                <a:gd name="connsiteX6" fmla="*/ 24717 w 48672"/>
                <a:gd name="connsiteY6" fmla="*/ 0 h 53911"/>
                <a:gd name="connsiteX7" fmla="*/ 42243 w 48672"/>
                <a:gd name="connsiteY7" fmla="*/ 6620 h 53911"/>
                <a:gd name="connsiteX8" fmla="*/ 48673 w 48672"/>
                <a:gd name="connsiteY8" fmla="*/ 25527 h 53911"/>
                <a:gd name="connsiteX9" fmla="*/ 48578 w 48672"/>
                <a:gd name="connsiteY9" fmla="*/ 27384 h 53911"/>
                <a:gd name="connsiteX10" fmla="*/ 48387 w 48672"/>
                <a:gd name="connsiteY10" fmla="*/ 28956 h 53911"/>
                <a:gd name="connsiteX11" fmla="*/ 11573 w 48672"/>
                <a:gd name="connsiteY11" fmla="*/ 28956 h 53911"/>
                <a:gd name="connsiteX12" fmla="*/ 13049 w 48672"/>
                <a:gd name="connsiteY12" fmla="*/ 37100 h 53911"/>
                <a:gd name="connsiteX13" fmla="*/ 17574 w 48672"/>
                <a:gd name="connsiteY13" fmla="*/ 43053 h 53911"/>
                <a:gd name="connsiteX14" fmla="*/ 25670 w 48672"/>
                <a:gd name="connsiteY14" fmla="*/ 45291 h 53911"/>
                <a:gd name="connsiteX15" fmla="*/ 34052 w 48672"/>
                <a:gd name="connsiteY15" fmla="*/ 42910 h 53911"/>
                <a:gd name="connsiteX16" fmla="*/ 37243 w 48672"/>
                <a:gd name="connsiteY16" fmla="*/ 35862 h 53911"/>
                <a:gd name="connsiteX17" fmla="*/ 48625 w 48672"/>
                <a:gd name="connsiteY17" fmla="*/ 35862 h 53911"/>
                <a:gd name="connsiteX18" fmla="*/ 45482 w 48672"/>
                <a:gd name="connsiteY18" fmla="*/ 45672 h 53911"/>
                <a:gd name="connsiteX19" fmla="*/ 37576 w 48672"/>
                <a:gd name="connsiteY19" fmla="*/ 51816 h 53911"/>
                <a:gd name="connsiteX20" fmla="*/ 25622 w 48672"/>
                <a:gd name="connsiteY20" fmla="*/ 53911 h 53911"/>
                <a:gd name="connsiteX21" fmla="*/ 11621 w 48672"/>
                <a:gd name="connsiteY21" fmla="*/ 21241 h 53911"/>
                <a:gd name="connsiteX22" fmla="*/ 37100 w 48672"/>
                <a:gd name="connsiteY22" fmla="*/ 21241 h 53911"/>
                <a:gd name="connsiteX23" fmla="*/ 33576 w 48672"/>
                <a:gd name="connsiteY23" fmla="*/ 11668 h 53911"/>
                <a:gd name="connsiteX24" fmla="*/ 24622 w 48672"/>
                <a:gd name="connsiteY24" fmla="*/ 8382 h 53911"/>
                <a:gd name="connsiteX25" fmla="*/ 15478 w 48672"/>
                <a:gd name="connsiteY25" fmla="*/ 11716 h 53911"/>
                <a:gd name="connsiteX26" fmla="*/ 11621 w 48672"/>
                <a:gd name="connsiteY26" fmla="*/ 21288 h 53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8672" h="53911">
                  <a:moveTo>
                    <a:pt x="25575" y="53911"/>
                  </a:moveTo>
                  <a:cubicBezTo>
                    <a:pt x="19860" y="53911"/>
                    <a:pt x="15145" y="52768"/>
                    <a:pt x="11335" y="50530"/>
                  </a:cubicBezTo>
                  <a:cubicBezTo>
                    <a:pt x="7525" y="48244"/>
                    <a:pt x="4715" y="45101"/>
                    <a:pt x="2810" y="41005"/>
                  </a:cubicBezTo>
                  <a:cubicBezTo>
                    <a:pt x="905" y="36909"/>
                    <a:pt x="0" y="32194"/>
                    <a:pt x="0" y="26813"/>
                  </a:cubicBezTo>
                  <a:cubicBezTo>
                    <a:pt x="0" y="21431"/>
                    <a:pt x="905" y="16669"/>
                    <a:pt x="2762" y="12668"/>
                  </a:cubicBezTo>
                  <a:cubicBezTo>
                    <a:pt x="4620" y="8668"/>
                    <a:pt x="7334" y="5524"/>
                    <a:pt x="11001" y="3334"/>
                  </a:cubicBezTo>
                  <a:cubicBezTo>
                    <a:pt x="14669" y="1095"/>
                    <a:pt x="19241" y="0"/>
                    <a:pt x="24717" y="0"/>
                  </a:cubicBezTo>
                  <a:cubicBezTo>
                    <a:pt x="32147" y="0"/>
                    <a:pt x="37957" y="2191"/>
                    <a:pt x="42243" y="6620"/>
                  </a:cubicBezTo>
                  <a:cubicBezTo>
                    <a:pt x="46530" y="11049"/>
                    <a:pt x="48673" y="17335"/>
                    <a:pt x="48673" y="25527"/>
                  </a:cubicBezTo>
                  <a:cubicBezTo>
                    <a:pt x="48673" y="26003"/>
                    <a:pt x="48673" y="26622"/>
                    <a:pt x="48578" y="27384"/>
                  </a:cubicBezTo>
                  <a:cubicBezTo>
                    <a:pt x="48530" y="28099"/>
                    <a:pt x="48482" y="28623"/>
                    <a:pt x="48387" y="28956"/>
                  </a:cubicBezTo>
                  <a:lnTo>
                    <a:pt x="11573" y="28956"/>
                  </a:lnTo>
                  <a:cubicBezTo>
                    <a:pt x="11573" y="31909"/>
                    <a:pt x="12097" y="34623"/>
                    <a:pt x="13049" y="37100"/>
                  </a:cubicBezTo>
                  <a:cubicBezTo>
                    <a:pt x="14002" y="39576"/>
                    <a:pt x="15478" y="41577"/>
                    <a:pt x="17574" y="43053"/>
                  </a:cubicBezTo>
                  <a:cubicBezTo>
                    <a:pt x="19622" y="44529"/>
                    <a:pt x="22336" y="45291"/>
                    <a:pt x="25670" y="45291"/>
                  </a:cubicBezTo>
                  <a:cubicBezTo>
                    <a:pt x="29242" y="45291"/>
                    <a:pt x="32052" y="44482"/>
                    <a:pt x="34052" y="42910"/>
                  </a:cubicBezTo>
                  <a:cubicBezTo>
                    <a:pt x="36100" y="41338"/>
                    <a:pt x="37148" y="39005"/>
                    <a:pt x="37243" y="35862"/>
                  </a:cubicBezTo>
                  <a:lnTo>
                    <a:pt x="48625" y="35862"/>
                  </a:lnTo>
                  <a:cubicBezTo>
                    <a:pt x="48435" y="39719"/>
                    <a:pt x="47387" y="43005"/>
                    <a:pt x="45482" y="45672"/>
                  </a:cubicBezTo>
                  <a:cubicBezTo>
                    <a:pt x="43577" y="48387"/>
                    <a:pt x="40957" y="50387"/>
                    <a:pt x="37576" y="51816"/>
                  </a:cubicBezTo>
                  <a:cubicBezTo>
                    <a:pt x="34195" y="53245"/>
                    <a:pt x="30242" y="53911"/>
                    <a:pt x="25622" y="53911"/>
                  </a:cubicBezTo>
                  <a:close/>
                  <a:moveTo>
                    <a:pt x="11621" y="21241"/>
                  </a:moveTo>
                  <a:lnTo>
                    <a:pt x="37100" y="21241"/>
                  </a:lnTo>
                  <a:cubicBezTo>
                    <a:pt x="37005" y="17050"/>
                    <a:pt x="35814" y="13859"/>
                    <a:pt x="33576" y="11668"/>
                  </a:cubicBezTo>
                  <a:cubicBezTo>
                    <a:pt x="31337" y="9477"/>
                    <a:pt x="28384" y="8382"/>
                    <a:pt x="24622" y="8382"/>
                  </a:cubicBezTo>
                  <a:cubicBezTo>
                    <a:pt x="20860" y="8382"/>
                    <a:pt x="17717" y="9477"/>
                    <a:pt x="15478" y="11716"/>
                  </a:cubicBezTo>
                  <a:cubicBezTo>
                    <a:pt x="13192" y="13906"/>
                    <a:pt x="11906" y="17097"/>
                    <a:pt x="11621" y="21288"/>
                  </a:cubicBezTo>
                  <a:close/>
                </a:path>
              </a:pathLst>
            </a:custGeom>
            <a:solidFill>
              <a:srgbClr val="FFFFFF"/>
            </a:solidFill>
            <a:ln w="4763" cap="flat">
              <a:noFill/>
              <a:prstDash val="solid"/>
              <a:miter/>
            </a:ln>
          </p:spPr>
          <p:txBody>
            <a:bodyPr rtlCol="0" anchor="ctr"/>
            <a:lstStyle/>
            <a:p>
              <a:endParaRPr lang="en-AU"/>
            </a:p>
          </p:txBody>
        </p:sp>
        <p:sp>
          <p:nvSpPr>
            <p:cNvPr id="13" name="Freeform: Shape 15">
              <a:extLst>
                <a:ext uri="{FF2B5EF4-FFF2-40B4-BE49-F238E27FC236}">
                  <a16:creationId xmlns:a16="http://schemas.microsoft.com/office/drawing/2014/main" id="{46F94B13-B575-A386-F43F-4449A1FFB04C}"/>
                </a:ext>
              </a:extLst>
            </p:cNvPr>
            <p:cNvSpPr/>
            <p:nvPr/>
          </p:nvSpPr>
          <p:spPr>
            <a:xfrm>
              <a:off x="420385" y="668369"/>
              <a:ext cx="46196" cy="52863"/>
            </a:xfrm>
            <a:custGeom>
              <a:avLst/>
              <a:gdLst>
                <a:gd name="connsiteX0" fmla="*/ 0 w 46196"/>
                <a:gd name="connsiteY0" fmla="*/ 52864 h 52863"/>
                <a:gd name="connsiteX1" fmla="*/ 0 w 46196"/>
                <a:gd name="connsiteY1" fmla="*/ 762 h 52863"/>
                <a:gd name="connsiteX2" fmla="*/ 11097 w 46196"/>
                <a:gd name="connsiteY2" fmla="*/ 762 h 52863"/>
                <a:gd name="connsiteX3" fmla="*/ 11382 w 46196"/>
                <a:gd name="connsiteY3" fmla="*/ 8668 h 52863"/>
                <a:gd name="connsiteX4" fmla="*/ 18336 w 46196"/>
                <a:gd name="connsiteY4" fmla="*/ 2715 h 52863"/>
                <a:gd name="connsiteX5" fmla="*/ 29623 w 46196"/>
                <a:gd name="connsiteY5" fmla="*/ 0 h 52863"/>
                <a:gd name="connsiteX6" fmla="*/ 42053 w 46196"/>
                <a:gd name="connsiteY6" fmla="*/ 4953 h 52863"/>
                <a:gd name="connsiteX7" fmla="*/ 46196 w 46196"/>
                <a:gd name="connsiteY7" fmla="*/ 19098 h 52863"/>
                <a:gd name="connsiteX8" fmla="*/ 46196 w 46196"/>
                <a:gd name="connsiteY8" fmla="*/ 52864 h 52863"/>
                <a:gd name="connsiteX9" fmla="*/ 34671 w 46196"/>
                <a:gd name="connsiteY9" fmla="*/ 52864 h 52863"/>
                <a:gd name="connsiteX10" fmla="*/ 34671 w 46196"/>
                <a:gd name="connsiteY10" fmla="*/ 20622 h 52863"/>
                <a:gd name="connsiteX11" fmla="*/ 33861 w 46196"/>
                <a:gd name="connsiteY11" fmla="*/ 14764 h 52863"/>
                <a:gd name="connsiteX12" fmla="*/ 31147 w 46196"/>
                <a:gd name="connsiteY12" fmla="*/ 10811 h 52863"/>
                <a:gd name="connsiteX13" fmla="*/ 25956 w 46196"/>
                <a:gd name="connsiteY13" fmla="*/ 9382 h 52863"/>
                <a:gd name="connsiteX14" fmla="*/ 17431 w 46196"/>
                <a:gd name="connsiteY14" fmla="*/ 11716 h 52863"/>
                <a:gd name="connsiteX15" fmla="*/ 11621 w 46196"/>
                <a:gd name="connsiteY15" fmla="*/ 17002 h 52863"/>
                <a:gd name="connsiteX16" fmla="*/ 11621 w 46196"/>
                <a:gd name="connsiteY16" fmla="*/ 52864 h 52863"/>
                <a:gd name="connsiteX17" fmla="*/ 48 w 46196"/>
                <a:gd name="connsiteY17" fmla="*/ 52864 h 52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6196" h="52863">
                  <a:moveTo>
                    <a:pt x="0" y="52864"/>
                  </a:moveTo>
                  <a:lnTo>
                    <a:pt x="0" y="762"/>
                  </a:lnTo>
                  <a:lnTo>
                    <a:pt x="11097" y="762"/>
                  </a:lnTo>
                  <a:lnTo>
                    <a:pt x="11382" y="8668"/>
                  </a:lnTo>
                  <a:cubicBezTo>
                    <a:pt x="13097" y="6477"/>
                    <a:pt x="15431" y="4524"/>
                    <a:pt x="18336" y="2715"/>
                  </a:cubicBezTo>
                  <a:cubicBezTo>
                    <a:pt x="21241" y="905"/>
                    <a:pt x="25003" y="0"/>
                    <a:pt x="29623" y="0"/>
                  </a:cubicBezTo>
                  <a:cubicBezTo>
                    <a:pt x="35147" y="0"/>
                    <a:pt x="39291" y="1667"/>
                    <a:pt x="42053" y="4953"/>
                  </a:cubicBezTo>
                  <a:cubicBezTo>
                    <a:pt x="44815" y="8239"/>
                    <a:pt x="46196" y="12954"/>
                    <a:pt x="46196" y="19098"/>
                  </a:cubicBezTo>
                  <a:lnTo>
                    <a:pt x="46196" y="52864"/>
                  </a:lnTo>
                  <a:lnTo>
                    <a:pt x="34671" y="52864"/>
                  </a:lnTo>
                  <a:lnTo>
                    <a:pt x="34671" y="20622"/>
                  </a:lnTo>
                  <a:cubicBezTo>
                    <a:pt x="34671" y="18431"/>
                    <a:pt x="34385" y="16478"/>
                    <a:pt x="33861" y="14764"/>
                  </a:cubicBezTo>
                  <a:cubicBezTo>
                    <a:pt x="33338" y="13049"/>
                    <a:pt x="32433" y="11763"/>
                    <a:pt x="31147" y="10811"/>
                  </a:cubicBezTo>
                  <a:cubicBezTo>
                    <a:pt x="29861" y="9858"/>
                    <a:pt x="28146" y="9382"/>
                    <a:pt x="25956" y="9382"/>
                  </a:cubicBezTo>
                  <a:cubicBezTo>
                    <a:pt x="22622" y="9382"/>
                    <a:pt x="19764" y="10144"/>
                    <a:pt x="17431" y="11716"/>
                  </a:cubicBezTo>
                  <a:cubicBezTo>
                    <a:pt x="15097" y="13287"/>
                    <a:pt x="13145" y="15002"/>
                    <a:pt x="11621" y="17002"/>
                  </a:cubicBezTo>
                  <a:lnTo>
                    <a:pt x="11621" y="52864"/>
                  </a:lnTo>
                  <a:lnTo>
                    <a:pt x="48" y="52864"/>
                  </a:lnTo>
                  <a:close/>
                </a:path>
              </a:pathLst>
            </a:custGeom>
            <a:solidFill>
              <a:srgbClr val="FFFFFF"/>
            </a:solidFill>
            <a:ln w="4763" cap="flat">
              <a:noFill/>
              <a:prstDash val="solid"/>
              <a:miter/>
            </a:ln>
          </p:spPr>
          <p:txBody>
            <a:bodyPr rtlCol="0" anchor="ctr"/>
            <a:lstStyle/>
            <a:p>
              <a:endParaRPr lang="en-AU"/>
            </a:p>
          </p:txBody>
        </p:sp>
        <p:sp>
          <p:nvSpPr>
            <p:cNvPr id="14" name="Freeform: Shape 16">
              <a:extLst>
                <a:ext uri="{FF2B5EF4-FFF2-40B4-BE49-F238E27FC236}">
                  <a16:creationId xmlns:a16="http://schemas.microsoft.com/office/drawing/2014/main" id="{E0577A87-002B-92F3-1C79-0A1ABFCDFF80}"/>
                </a:ext>
              </a:extLst>
            </p:cNvPr>
            <p:cNvSpPr/>
            <p:nvPr/>
          </p:nvSpPr>
          <p:spPr>
            <a:xfrm>
              <a:off x="479440" y="649271"/>
              <a:ext cx="49434" cy="72866"/>
            </a:xfrm>
            <a:custGeom>
              <a:avLst/>
              <a:gdLst>
                <a:gd name="connsiteX0" fmla="*/ 20669 w 49434"/>
                <a:gd name="connsiteY0" fmla="*/ 72866 h 72866"/>
                <a:gd name="connsiteX1" fmla="*/ 9906 w 49434"/>
                <a:gd name="connsiteY1" fmla="*/ 69866 h 72866"/>
                <a:gd name="connsiteX2" fmla="*/ 2619 w 49434"/>
                <a:gd name="connsiteY2" fmla="*/ 60817 h 72866"/>
                <a:gd name="connsiteX3" fmla="*/ 0 w 49434"/>
                <a:gd name="connsiteY3" fmla="*/ 45672 h 72866"/>
                <a:gd name="connsiteX4" fmla="*/ 2810 w 49434"/>
                <a:gd name="connsiteY4" fmla="*/ 30766 h 72866"/>
                <a:gd name="connsiteX5" fmla="*/ 10573 w 49434"/>
                <a:gd name="connsiteY5" fmla="*/ 21907 h 72866"/>
                <a:gd name="connsiteX6" fmla="*/ 22003 w 49434"/>
                <a:gd name="connsiteY6" fmla="*/ 18955 h 72866"/>
                <a:gd name="connsiteX7" fmla="*/ 31480 w 49434"/>
                <a:gd name="connsiteY7" fmla="*/ 21288 h 72866"/>
                <a:gd name="connsiteX8" fmla="*/ 37909 w 49434"/>
                <a:gd name="connsiteY8" fmla="*/ 27527 h 72866"/>
                <a:gd name="connsiteX9" fmla="*/ 37909 w 49434"/>
                <a:gd name="connsiteY9" fmla="*/ 0 h 72866"/>
                <a:gd name="connsiteX10" fmla="*/ 49435 w 49434"/>
                <a:gd name="connsiteY10" fmla="*/ 0 h 72866"/>
                <a:gd name="connsiteX11" fmla="*/ 49435 w 49434"/>
                <a:gd name="connsiteY11" fmla="*/ 71961 h 72866"/>
                <a:gd name="connsiteX12" fmla="*/ 38481 w 49434"/>
                <a:gd name="connsiteY12" fmla="*/ 71961 h 72866"/>
                <a:gd name="connsiteX13" fmla="*/ 37909 w 49434"/>
                <a:gd name="connsiteY13" fmla="*/ 64484 h 72866"/>
                <a:gd name="connsiteX14" fmla="*/ 30909 w 49434"/>
                <a:gd name="connsiteY14" fmla="*/ 70580 h 72866"/>
                <a:gd name="connsiteX15" fmla="*/ 20765 w 49434"/>
                <a:gd name="connsiteY15" fmla="*/ 72866 h 72866"/>
                <a:gd name="connsiteX16" fmla="*/ 23670 w 49434"/>
                <a:gd name="connsiteY16" fmla="*/ 63865 h 72866"/>
                <a:gd name="connsiteX17" fmla="*/ 32337 w 49434"/>
                <a:gd name="connsiteY17" fmla="*/ 61293 h 72866"/>
                <a:gd name="connsiteX18" fmla="*/ 37862 w 49434"/>
                <a:gd name="connsiteY18" fmla="*/ 55102 h 72866"/>
                <a:gd name="connsiteX19" fmla="*/ 37862 w 49434"/>
                <a:gd name="connsiteY19" fmla="*/ 37433 h 72866"/>
                <a:gd name="connsiteX20" fmla="*/ 32718 w 49434"/>
                <a:gd name="connsiteY20" fmla="*/ 30766 h 72866"/>
                <a:gd name="connsiteX21" fmla="*/ 24575 w 49434"/>
                <a:gd name="connsiteY21" fmla="*/ 28004 h 72866"/>
                <a:gd name="connsiteX22" fmla="*/ 15097 w 49434"/>
                <a:gd name="connsiteY22" fmla="*/ 32575 h 72866"/>
                <a:gd name="connsiteX23" fmla="*/ 11859 w 49434"/>
                <a:gd name="connsiteY23" fmla="*/ 45625 h 72866"/>
                <a:gd name="connsiteX24" fmla="*/ 14954 w 49434"/>
                <a:gd name="connsiteY24" fmla="*/ 59293 h 72866"/>
                <a:gd name="connsiteX25" fmla="*/ 23765 w 49434"/>
                <a:gd name="connsiteY25" fmla="*/ 63865 h 72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9434" h="72866">
                  <a:moveTo>
                    <a:pt x="20669" y="72866"/>
                  </a:moveTo>
                  <a:cubicBezTo>
                    <a:pt x="16621" y="72866"/>
                    <a:pt x="13002" y="71866"/>
                    <a:pt x="9906" y="69866"/>
                  </a:cubicBezTo>
                  <a:cubicBezTo>
                    <a:pt x="6763" y="67866"/>
                    <a:pt x="4334" y="64865"/>
                    <a:pt x="2619" y="60817"/>
                  </a:cubicBezTo>
                  <a:cubicBezTo>
                    <a:pt x="857" y="56769"/>
                    <a:pt x="0" y="51721"/>
                    <a:pt x="0" y="45672"/>
                  </a:cubicBezTo>
                  <a:cubicBezTo>
                    <a:pt x="0" y="39624"/>
                    <a:pt x="953" y="34719"/>
                    <a:pt x="2810" y="30766"/>
                  </a:cubicBezTo>
                  <a:cubicBezTo>
                    <a:pt x="4667" y="26813"/>
                    <a:pt x="7287" y="23860"/>
                    <a:pt x="10573" y="21907"/>
                  </a:cubicBezTo>
                  <a:cubicBezTo>
                    <a:pt x="13859" y="19907"/>
                    <a:pt x="17669" y="18955"/>
                    <a:pt x="22003" y="18955"/>
                  </a:cubicBezTo>
                  <a:cubicBezTo>
                    <a:pt x="25622" y="18955"/>
                    <a:pt x="28766" y="19764"/>
                    <a:pt x="31480" y="21288"/>
                  </a:cubicBezTo>
                  <a:cubicBezTo>
                    <a:pt x="34147" y="22860"/>
                    <a:pt x="36290" y="24956"/>
                    <a:pt x="37909" y="27527"/>
                  </a:cubicBezTo>
                  <a:lnTo>
                    <a:pt x="37909" y="0"/>
                  </a:lnTo>
                  <a:lnTo>
                    <a:pt x="49435" y="0"/>
                  </a:lnTo>
                  <a:lnTo>
                    <a:pt x="49435" y="71961"/>
                  </a:lnTo>
                  <a:lnTo>
                    <a:pt x="38481" y="71961"/>
                  </a:lnTo>
                  <a:lnTo>
                    <a:pt x="37909" y="64484"/>
                  </a:lnTo>
                  <a:cubicBezTo>
                    <a:pt x="36052" y="67008"/>
                    <a:pt x="33719" y="69056"/>
                    <a:pt x="30909" y="70580"/>
                  </a:cubicBezTo>
                  <a:cubicBezTo>
                    <a:pt x="28099" y="72104"/>
                    <a:pt x="24717" y="72866"/>
                    <a:pt x="20765" y="72866"/>
                  </a:cubicBezTo>
                  <a:close/>
                  <a:moveTo>
                    <a:pt x="23670" y="63865"/>
                  </a:moveTo>
                  <a:cubicBezTo>
                    <a:pt x="27099" y="63865"/>
                    <a:pt x="29956" y="63008"/>
                    <a:pt x="32337" y="61293"/>
                  </a:cubicBezTo>
                  <a:cubicBezTo>
                    <a:pt x="34671" y="59579"/>
                    <a:pt x="36528" y="57531"/>
                    <a:pt x="37862" y="55102"/>
                  </a:cubicBezTo>
                  <a:lnTo>
                    <a:pt x="37862" y="37433"/>
                  </a:lnTo>
                  <a:cubicBezTo>
                    <a:pt x="36624" y="34814"/>
                    <a:pt x="34909" y="32623"/>
                    <a:pt x="32718" y="30766"/>
                  </a:cubicBezTo>
                  <a:cubicBezTo>
                    <a:pt x="30528" y="28908"/>
                    <a:pt x="27813" y="28004"/>
                    <a:pt x="24575" y="28004"/>
                  </a:cubicBezTo>
                  <a:cubicBezTo>
                    <a:pt x="20431" y="28004"/>
                    <a:pt x="17288" y="29527"/>
                    <a:pt x="15097" y="32575"/>
                  </a:cubicBezTo>
                  <a:cubicBezTo>
                    <a:pt x="12906" y="35623"/>
                    <a:pt x="11859" y="39957"/>
                    <a:pt x="11859" y="45625"/>
                  </a:cubicBezTo>
                  <a:cubicBezTo>
                    <a:pt x="11859" y="51673"/>
                    <a:pt x="12906" y="56245"/>
                    <a:pt x="14954" y="59293"/>
                  </a:cubicBezTo>
                  <a:cubicBezTo>
                    <a:pt x="17002" y="62341"/>
                    <a:pt x="19955" y="63865"/>
                    <a:pt x="23765" y="63865"/>
                  </a:cubicBezTo>
                  <a:close/>
                </a:path>
              </a:pathLst>
            </a:custGeom>
            <a:solidFill>
              <a:srgbClr val="FFFFFF"/>
            </a:solidFill>
            <a:ln w="4763" cap="flat">
              <a:noFill/>
              <a:prstDash val="solid"/>
              <a:miter/>
            </a:ln>
          </p:spPr>
          <p:txBody>
            <a:bodyPr rtlCol="0" anchor="ctr"/>
            <a:lstStyle/>
            <a:p>
              <a:endParaRPr lang="en-AU"/>
            </a:p>
          </p:txBody>
        </p:sp>
        <p:sp>
          <p:nvSpPr>
            <p:cNvPr id="15" name="Freeform: Shape 17">
              <a:extLst>
                <a:ext uri="{FF2B5EF4-FFF2-40B4-BE49-F238E27FC236}">
                  <a16:creationId xmlns:a16="http://schemas.microsoft.com/office/drawing/2014/main" id="{7E9D2751-6B21-774B-8329-4E64E9C43906}"/>
                </a:ext>
              </a:extLst>
            </p:cNvPr>
            <p:cNvSpPr/>
            <p:nvPr/>
          </p:nvSpPr>
          <p:spPr>
            <a:xfrm>
              <a:off x="543972" y="648700"/>
              <a:ext cx="13620" cy="72532"/>
            </a:xfrm>
            <a:custGeom>
              <a:avLst/>
              <a:gdLst>
                <a:gd name="connsiteX0" fmla="*/ 6810 w 13620"/>
                <a:gd name="connsiteY0" fmla="*/ 12097 h 72532"/>
                <a:gd name="connsiteX1" fmla="*/ 1762 w 13620"/>
                <a:gd name="connsiteY1" fmla="*/ 10382 h 72532"/>
                <a:gd name="connsiteX2" fmla="*/ 0 w 13620"/>
                <a:gd name="connsiteY2" fmla="*/ 6096 h 72532"/>
                <a:gd name="connsiteX3" fmla="*/ 1762 w 13620"/>
                <a:gd name="connsiteY3" fmla="*/ 1715 h 72532"/>
                <a:gd name="connsiteX4" fmla="*/ 6810 w 13620"/>
                <a:gd name="connsiteY4" fmla="*/ 0 h 72532"/>
                <a:gd name="connsiteX5" fmla="*/ 11811 w 13620"/>
                <a:gd name="connsiteY5" fmla="*/ 1715 h 72532"/>
                <a:gd name="connsiteX6" fmla="*/ 13621 w 13620"/>
                <a:gd name="connsiteY6" fmla="*/ 6048 h 72532"/>
                <a:gd name="connsiteX7" fmla="*/ 11811 w 13620"/>
                <a:gd name="connsiteY7" fmla="*/ 10382 h 72532"/>
                <a:gd name="connsiteX8" fmla="*/ 6810 w 13620"/>
                <a:gd name="connsiteY8" fmla="*/ 12097 h 72532"/>
                <a:gd name="connsiteX9" fmla="*/ 1000 w 13620"/>
                <a:gd name="connsiteY9" fmla="*/ 72533 h 72532"/>
                <a:gd name="connsiteX10" fmla="*/ 1000 w 13620"/>
                <a:gd name="connsiteY10" fmla="*/ 20431 h 72532"/>
                <a:gd name="connsiteX11" fmla="*/ 12573 w 13620"/>
                <a:gd name="connsiteY11" fmla="*/ 20431 h 72532"/>
                <a:gd name="connsiteX12" fmla="*/ 12573 w 13620"/>
                <a:gd name="connsiteY12" fmla="*/ 72533 h 72532"/>
                <a:gd name="connsiteX13" fmla="*/ 1000 w 13620"/>
                <a:gd name="connsiteY13" fmla="*/ 72533 h 72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620" h="72532">
                  <a:moveTo>
                    <a:pt x="6810" y="12097"/>
                  </a:moveTo>
                  <a:cubicBezTo>
                    <a:pt x="4620" y="12097"/>
                    <a:pt x="2953" y="11525"/>
                    <a:pt x="1762" y="10382"/>
                  </a:cubicBezTo>
                  <a:cubicBezTo>
                    <a:pt x="571" y="9239"/>
                    <a:pt x="0" y="7810"/>
                    <a:pt x="0" y="6096"/>
                  </a:cubicBezTo>
                  <a:cubicBezTo>
                    <a:pt x="0" y="4381"/>
                    <a:pt x="571" y="2857"/>
                    <a:pt x="1762" y="1715"/>
                  </a:cubicBezTo>
                  <a:cubicBezTo>
                    <a:pt x="2953" y="571"/>
                    <a:pt x="4620" y="0"/>
                    <a:pt x="6810" y="0"/>
                  </a:cubicBezTo>
                  <a:cubicBezTo>
                    <a:pt x="9001" y="0"/>
                    <a:pt x="10620" y="571"/>
                    <a:pt x="11811" y="1715"/>
                  </a:cubicBezTo>
                  <a:cubicBezTo>
                    <a:pt x="13002" y="2857"/>
                    <a:pt x="13621" y="4286"/>
                    <a:pt x="13621" y="6048"/>
                  </a:cubicBezTo>
                  <a:cubicBezTo>
                    <a:pt x="13621" y="7810"/>
                    <a:pt x="13002" y="9239"/>
                    <a:pt x="11811" y="10382"/>
                  </a:cubicBezTo>
                  <a:cubicBezTo>
                    <a:pt x="10620" y="11525"/>
                    <a:pt x="8953" y="12097"/>
                    <a:pt x="6810" y="12097"/>
                  </a:cubicBezTo>
                  <a:close/>
                  <a:moveTo>
                    <a:pt x="1000" y="72533"/>
                  </a:moveTo>
                  <a:lnTo>
                    <a:pt x="1000" y="20431"/>
                  </a:lnTo>
                  <a:lnTo>
                    <a:pt x="12573" y="20431"/>
                  </a:lnTo>
                  <a:lnTo>
                    <a:pt x="12573" y="72533"/>
                  </a:lnTo>
                  <a:lnTo>
                    <a:pt x="1000" y="72533"/>
                  </a:lnTo>
                  <a:close/>
                </a:path>
              </a:pathLst>
            </a:custGeom>
            <a:solidFill>
              <a:srgbClr val="FFFFFF"/>
            </a:solidFill>
            <a:ln w="4763" cap="flat">
              <a:noFill/>
              <a:prstDash val="solid"/>
              <a:miter/>
            </a:ln>
          </p:spPr>
          <p:txBody>
            <a:bodyPr rtlCol="0" anchor="ctr"/>
            <a:lstStyle/>
            <a:p>
              <a:endParaRPr lang="en-AU"/>
            </a:p>
          </p:txBody>
        </p:sp>
        <p:sp>
          <p:nvSpPr>
            <p:cNvPr id="16" name="Freeform: Shape 18">
              <a:extLst>
                <a:ext uri="{FF2B5EF4-FFF2-40B4-BE49-F238E27FC236}">
                  <a16:creationId xmlns:a16="http://schemas.microsoft.com/office/drawing/2014/main" id="{2538EC67-26C7-6592-7F74-96022387203F}"/>
                </a:ext>
              </a:extLst>
            </p:cNvPr>
            <p:cNvSpPr/>
            <p:nvPr/>
          </p:nvSpPr>
          <p:spPr>
            <a:xfrm>
              <a:off x="569928" y="668131"/>
              <a:ext cx="51006" cy="53959"/>
            </a:xfrm>
            <a:custGeom>
              <a:avLst/>
              <a:gdLst>
                <a:gd name="connsiteX0" fmla="*/ 25289 w 51006"/>
                <a:gd name="connsiteY0" fmla="*/ 53959 h 53959"/>
                <a:gd name="connsiteX1" fmla="*/ 11859 w 51006"/>
                <a:gd name="connsiteY1" fmla="*/ 50768 h 53959"/>
                <a:gd name="connsiteX2" fmla="*/ 3096 w 51006"/>
                <a:gd name="connsiteY2" fmla="*/ 41577 h 53959"/>
                <a:gd name="connsiteX3" fmla="*/ 0 w 51006"/>
                <a:gd name="connsiteY3" fmla="*/ 27146 h 53959"/>
                <a:gd name="connsiteX4" fmla="*/ 3096 w 51006"/>
                <a:gd name="connsiteY4" fmla="*/ 12478 h 53959"/>
                <a:gd name="connsiteX5" fmla="*/ 11859 w 51006"/>
                <a:gd name="connsiteY5" fmla="*/ 3191 h 53959"/>
                <a:gd name="connsiteX6" fmla="*/ 25289 w 51006"/>
                <a:gd name="connsiteY6" fmla="*/ 0 h 53959"/>
                <a:gd name="connsiteX7" fmla="*/ 39005 w 51006"/>
                <a:gd name="connsiteY7" fmla="*/ 3191 h 53959"/>
                <a:gd name="connsiteX8" fmla="*/ 47863 w 51006"/>
                <a:gd name="connsiteY8" fmla="*/ 12478 h 53959"/>
                <a:gd name="connsiteX9" fmla="*/ 51006 w 51006"/>
                <a:gd name="connsiteY9" fmla="*/ 27146 h 53959"/>
                <a:gd name="connsiteX10" fmla="*/ 47863 w 51006"/>
                <a:gd name="connsiteY10" fmla="*/ 41577 h 53959"/>
                <a:gd name="connsiteX11" fmla="*/ 39005 w 51006"/>
                <a:gd name="connsiteY11" fmla="*/ 50768 h 53959"/>
                <a:gd name="connsiteX12" fmla="*/ 25289 w 51006"/>
                <a:gd name="connsiteY12" fmla="*/ 53959 h 53959"/>
                <a:gd name="connsiteX13" fmla="*/ 25289 w 51006"/>
                <a:gd name="connsiteY13" fmla="*/ 45006 h 53959"/>
                <a:gd name="connsiteX14" fmla="*/ 33576 w 51006"/>
                <a:gd name="connsiteY14" fmla="*/ 42672 h 53959"/>
                <a:gd name="connsiteX15" fmla="*/ 37909 w 51006"/>
                <a:gd name="connsiteY15" fmla="*/ 36290 h 53959"/>
                <a:gd name="connsiteX16" fmla="*/ 39195 w 51006"/>
                <a:gd name="connsiteY16" fmla="*/ 27242 h 53959"/>
                <a:gd name="connsiteX17" fmla="*/ 37909 w 51006"/>
                <a:gd name="connsiteY17" fmla="*/ 18002 h 53959"/>
                <a:gd name="connsiteX18" fmla="*/ 33576 w 51006"/>
                <a:gd name="connsiteY18" fmla="*/ 11525 h 53959"/>
                <a:gd name="connsiteX19" fmla="*/ 25289 w 51006"/>
                <a:gd name="connsiteY19" fmla="*/ 9144 h 53959"/>
                <a:gd name="connsiteX20" fmla="*/ 17335 w 51006"/>
                <a:gd name="connsiteY20" fmla="*/ 11525 h 53959"/>
                <a:gd name="connsiteX21" fmla="*/ 13097 w 51006"/>
                <a:gd name="connsiteY21" fmla="*/ 18002 h 53959"/>
                <a:gd name="connsiteX22" fmla="*/ 11811 w 51006"/>
                <a:gd name="connsiteY22" fmla="*/ 27242 h 53959"/>
                <a:gd name="connsiteX23" fmla="*/ 13097 w 51006"/>
                <a:gd name="connsiteY23" fmla="*/ 36290 h 53959"/>
                <a:gd name="connsiteX24" fmla="*/ 17335 w 51006"/>
                <a:gd name="connsiteY24" fmla="*/ 42672 h 53959"/>
                <a:gd name="connsiteX25" fmla="*/ 25289 w 51006"/>
                <a:gd name="connsiteY25" fmla="*/ 45006 h 53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006" h="53959">
                  <a:moveTo>
                    <a:pt x="25289" y="53959"/>
                  </a:moveTo>
                  <a:cubicBezTo>
                    <a:pt x="20145" y="53959"/>
                    <a:pt x="15621" y="52911"/>
                    <a:pt x="11859" y="50768"/>
                  </a:cubicBezTo>
                  <a:cubicBezTo>
                    <a:pt x="8049" y="48673"/>
                    <a:pt x="5144" y="45577"/>
                    <a:pt x="3096" y="41577"/>
                  </a:cubicBezTo>
                  <a:cubicBezTo>
                    <a:pt x="1048" y="37576"/>
                    <a:pt x="0" y="32766"/>
                    <a:pt x="0" y="27146"/>
                  </a:cubicBezTo>
                  <a:cubicBezTo>
                    <a:pt x="0" y="21527"/>
                    <a:pt x="1048" y="16574"/>
                    <a:pt x="3096" y="12478"/>
                  </a:cubicBezTo>
                  <a:cubicBezTo>
                    <a:pt x="5144" y="8382"/>
                    <a:pt x="8049" y="5334"/>
                    <a:pt x="11859" y="3191"/>
                  </a:cubicBezTo>
                  <a:cubicBezTo>
                    <a:pt x="15669" y="1048"/>
                    <a:pt x="20145" y="0"/>
                    <a:pt x="25289" y="0"/>
                  </a:cubicBezTo>
                  <a:cubicBezTo>
                    <a:pt x="30432" y="0"/>
                    <a:pt x="35147" y="1048"/>
                    <a:pt x="39005" y="3191"/>
                  </a:cubicBezTo>
                  <a:cubicBezTo>
                    <a:pt x="42863" y="5334"/>
                    <a:pt x="45815" y="8430"/>
                    <a:pt x="47863" y="12478"/>
                  </a:cubicBezTo>
                  <a:cubicBezTo>
                    <a:pt x="49959" y="16526"/>
                    <a:pt x="51006" y="21431"/>
                    <a:pt x="51006" y="27146"/>
                  </a:cubicBezTo>
                  <a:cubicBezTo>
                    <a:pt x="51006" y="32861"/>
                    <a:pt x="49959" y="37529"/>
                    <a:pt x="47863" y="41577"/>
                  </a:cubicBezTo>
                  <a:cubicBezTo>
                    <a:pt x="45768" y="45577"/>
                    <a:pt x="42815" y="48673"/>
                    <a:pt x="39005" y="50768"/>
                  </a:cubicBezTo>
                  <a:cubicBezTo>
                    <a:pt x="35195" y="52911"/>
                    <a:pt x="30623" y="53959"/>
                    <a:pt x="25289" y="53959"/>
                  </a:cubicBezTo>
                  <a:close/>
                  <a:moveTo>
                    <a:pt x="25289" y="45006"/>
                  </a:moveTo>
                  <a:cubicBezTo>
                    <a:pt x="28766" y="45006"/>
                    <a:pt x="31528" y="44244"/>
                    <a:pt x="33576" y="42672"/>
                  </a:cubicBezTo>
                  <a:cubicBezTo>
                    <a:pt x="35624" y="41100"/>
                    <a:pt x="37052" y="38957"/>
                    <a:pt x="37909" y="36290"/>
                  </a:cubicBezTo>
                  <a:cubicBezTo>
                    <a:pt x="38767" y="33576"/>
                    <a:pt x="39195" y="30575"/>
                    <a:pt x="39195" y="27242"/>
                  </a:cubicBezTo>
                  <a:cubicBezTo>
                    <a:pt x="39195" y="23908"/>
                    <a:pt x="38767" y="20717"/>
                    <a:pt x="37909" y="18002"/>
                  </a:cubicBezTo>
                  <a:cubicBezTo>
                    <a:pt x="37052" y="15288"/>
                    <a:pt x="35624" y="13097"/>
                    <a:pt x="33576" y="11525"/>
                  </a:cubicBezTo>
                  <a:cubicBezTo>
                    <a:pt x="31528" y="9954"/>
                    <a:pt x="28766" y="9144"/>
                    <a:pt x="25289" y="9144"/>
                  </a:cubicBezTo>
                  <a:cubicBezTo>
                    <a:pt x="21812" y="9144"/>
                    <a:pt x="19288" y="9954"/>
                    <a:pt x="17335" y="11525"/>
                  </a:cubicBezTo>
                  <a:cubicBezTo>
                    <a:pt x="15383" y="13097"/>
                    <a:pt x="13954" y="15288"/>
                    <a:pt x="13097" y="18002"/>
                  </a:cubicBezTo>
                  <a:cubicBezTo>
                    <a:pt x="12240" y="20717"/>
                    <a:pt x="11811" y="23813"/>
                    <a:pt x="11811" y="27242"/>
                  </a:cubicBezTo>
                  <a:cubicBezTo>
                    <a:pt x="11811" y="30671"/>
                    <a:pt x="12240" y="33623"/>
                    <a:pt x="13097" y="36290"/>
                  </a:cubicBezTo>
                  <a:cubicBezTo>
                    <a:pt x="13954" y="38957"/>
                    <a:pt x="15383" y="41100"/>
                    <a:pt x="17335" y="42672"/>
                  </a:cubicBezTo>
                  <a:cubicBezTo>
                    <a:pt x="19288" y="44244"/>
                    <a:pt x="21955" y="45006"/>
                    <a:pt x="25289" y="45006"/>
                  </a:cubicBezTo>
                  <a:close/>
                </a:path>
              </a:pathLst>
            </a:custGeom>
            <a:solidFill>
              <a:srgbClr val="FFFFFF"/>
            </a:solidFill>
            <a:ln w="4763" cap="flat">
              <a:noFill/>
              <a:prstDash val="solid"/>
              <a:miter/>
            </a:ln>
          </p:spPr>
          <p:txBody>
            <a:bodyPr rtlCol="0" anchor="ctr"/>
            <a:lstStyle/>
            <a:p>
              <a:endParaRPr lang="en-AU"/>
            </a:p>
          </p:txBody>
        </p:sp>
        <p:sp>
          <p:nvSpPr>
            <p:cNvPr id="17" name="Freeform: Shape 19">
              <a:extLst>
                <a:ext uri="{FF2B5EF4-FFF2-40B4-BE49-F238E27FC236}">
                  <a16:creationId xmlns:a16="http://schemas.microsoft.com/office/drawing/2014/main" id="{DC602B01-8FC2-67B6-EF38-508FB8C67BD3}"/>
                </a:ext>
              </a:extLst>
            </p:cNvPr>
            <p:cNvSpPr/>
            <p:nvPr/>
          </p:nvSpPr>
          <p:spPr>
            <a:xfrm>
              <a:off x="634317" y="668369"/>
              <a:ext cx="46196" cy="52863"/>
            </a:xfrm>
            <a:custGeom>
              <a:avLst/>
              <a:gdLst>
                <a:gd name="connsiteX0" fmla="*/ 0 w 46196"/>
                <a:gd name="connsiteY0" fmla="*/ 52864 h 52863"/>
                <a:gd name="connsiteX1" fmla="*/ 0 w 46196"/>
                <a:gd name="connsiteY1" fmla="*/ 762 h 52863"/>
                <a:gd name="connsiteX2" fmla="*/ 11097 w 46196"/>
                <a:gd name="connsiteY2" fmla="*/ 762 h 52863"/>
                <a:gd name="connsiteX3" fmla="*/ 11382 w 46196"/>
                <a:gd name="connsiteY3" fmla="*/ 8668 h 52863"/>
                <a:gd name="connsiteX4" fmla="*/ 18336 w 46196"/>
                <a:gd name="connsiteY4" fmla="*/ 2715 h 52863"/>
                <a:gd name="connsiteX5" fmla="*/ 29623 w 46196"/>
                <a:gd name="connsiteY5" fmla="*/ 0 h 52863"/>
                <a:gd name="connsiteX6" fmla="*/ 42053 w 46196"/>
                <a:gd name="connsiteY6" fmla="*/ 4953 h 52863"/>
                <a:gd name="connsiteX7" fmla="*/ 46196 w 46196"/>
                <a:gd name="connsiteY7" fmla="*/ 19098 h 52863"/>
                <a:gd name="connsiteX8" fmla="*/ 46196 w 46196"/>
                <a:gd name="connsiteY8" fmla="*/ 52864 h 52863"/>
                <a:gd name="connsiteX9" fmla="*/ 34671 w 46196"/>
                <a:gd name="connsiteY9" fmla="*/ 52864 h 52863"/>
                <a:gd name="connsiteX10" fmla="*/ 34671 w 46196"/>
                <a:gd name="connsiteY10" fmla="*/ 20622 h 52863"/>
                <a:gd name="connsiteX11" fmla="*/ 33861 w 46196"/>
                <a:gd name="connsiteY11" fmla="*/ 14764 h 52863"/>
                <a:gd name="connsiteX12" fmla="*/ 31147 w 46196"/>
                <a:gd name="connsiteY12" fmla="*/ 10811 h 52863"/>
                <a:gd name="connsiteX13" fmla="*/ 25956 w 46196"/>
                <a:gd name="connsiteY13" fmla="*/ 9382 h 52863"/>
                <a:gd name="connsiteX14" fmla="*/ 17431 w 46196"/>
                <a:gd name="connsiteY14" fmla="*/ 11716 h 52863"/>
                <a:gd name="connsiteX15" fmla="*/ 11621 w 46196"/>
                <a:gd name="connsiteY15" fmla="*/ 17002 h 52863"/>
                <a:gd name="connsiteX16" fmla="*/ 11621 w 46196"/>
                <a:gd name="connsiteY16" fmla="*/ 52864 h 52863"/>
                <a:gd name="connsiteX17" fmla="*/ 48 w 46196"/>
                <a:gd name="connsiteY17" fmla="*/ 52864 h 52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6196" h="52863">
                  <a:moveTo>
                    <a:pt x="0" y="52864"/>
                  </a:moveTo>
                  <a:lnTo>
                    <a:pt x="0" y="762"/>
                  </a:lnTo>
                  <a:lnTo>
                    <a:pt x="11097" y="762"/>
                  </a:lnTo>
                  <a:lnTo>
                    <a:pt x="11382" y="8668"/>
                  </a:lnTo>
                  <a:cubicBezTo>
                    <a:pt x="13097" y="6477"/>
                    <a:pt x="15430" y="4524"/>
                    <a:pt x="18336" y="2715"/>
                  </a:cubicBezTo>
                  <a:cubicBezTo>
                    <a:pt x="21241" y="905"/>
                    <a:pt x="25003" y="0"/>
                    <a:pt x="29623" y="0"/>
                  </a:cubicBezTo>
                  <a:cubicBezTo>
                    <a:pt x="35147" y="0"/>
                    <a:pt x="39291" y="1667"/>
                    <a:pt x="42053" y="4953"/>
                  </a:cubicBezTo>
                  <a:cubicBezTo>
                    <a:pt x="44815" y="8239"/>
                    <a:pt x="46196" y="12954"/>
                    <a:pt x="46196" y="19098"/>
                  </a:cubicBezTo>
                  <a:lnTo>
                    <a:pt x="46196" y="52864"/>
                  </a:lnTo>
                  <a:lnTo>
                    <a:pt x="34671" y="52864"/>
                  </a:lnTo>
                  <a:lnTo>
                    <a:pt x="34671" y="20622"/>
                  </a:lnTo>
                  <a:cubicBezTo>
                    <a:pt x="34671" y="18431"/>
                    <a:pt x="34385" y="16478"/>
                    <a:pt x="33861" y="14764"/>
                  </a:cubicBezTo>
                  <a:cubicBezTo>
                    <a:pt x="33338" y="13049"/>
                    <a:pt x="32433" y="11763"/>
                    <a:pt x="31147" y="10811"/>
                  </a:cubicBezTo>
                  <a:cubicBezTo>
                    <a:pt x="29861" y="9858"/>
                    <a:pt x="28146" y="9382"/>
                    <a:pt x="25956" y="9382"/>
                  </a:cubicBezTo>
                  <a:cubicBezTo>
                    <a:pt x="22622" y="9382"/>
                    <a:pt x="19764" y="10144"/>
                    <a:pt x="17431" y="11716"/>
                  </a:cubicBezTo>
                  <a:cubicBezTo>
                    <a:pt x="15097" y="13287"/>
                    <a:pt x="13144" y="15002"/>
                    <a:pt x="11621" y="17002"/>
                  </a:cubicBezTo>
                  <a:lnTo>
                    <a:pt x="11621" y="52864"/>
                  </a:lnTo>
                  <a:lnTo>
                    <a:pt x="48" y="52864"/>
                  </a:lnTo>
                  <a:close/>
                </a:path>
              </a:pathLst>
            </a:custGeom>
            <a:solidFill>
              <a:srgbClr val="FFFFFF"/>
            </a:solidFill>
            <a:ln w="4763" cap="flat">
              <a:noFill/>
              <a:prstDash val="solid"/>
              <a:miter/>
            </a:ln>
          </p:spPr>
          <p:txBody>
            <a:bodyPr rtlCol="0" anchor="ctr"/>
            <a:lstStyle/>
            <a:p>
              <a:endParaRPr lang="en-AU"/>
            </a:p>
          </p:txBody>
        </p:sp>
        <p:sp>
          <p:nvSpPr>
            <p:cNvPr id="18" name="Freeform: Shape 20">
              <a:extLst>
                <a:ext uri="{FF2B5EF4-FFF2-40B4-BE49-F238E27FC236}">
                  <a16:creationId xmlns:a16="http://schemas.microsoft.com/office/drawing/2014/main" id="{5C56E569-FA23-A961-7E1C-F73253DCD6DE}"/>
                </a:ext>
              </a:extLst>
            </p:cNvPr>
            <p:cNvSpPr/>
            <p:nvPr/>
          </p:nvSpPr>
          <p:spPr>
            <a:xfrm>
              <a:off x="696134" y="706421"/>
              <a:ext cx="15906" cy="15478"/>
            </a:xfrm>
            <a:custGeom>
              <a:avLst/>
              <a:gdLst>
                <a:gd name="connsiteX0" fmla="*/ 8001 w 15906"/>
                <a:gd name="connsiteY0" fmla="*/ 15478 h 15478"/>
                <a:gd name="connsiteX1" fmla="*/ 2238 w 15906"/>
                <a:gd name="connsiteY1" fmla="*/ 13240 h 15478"/>
                <a:gd name="connsiteX2" fmla="*/ 0 w 15906"/>
                <a:gd name="connsiteY2" fmla="*/ 7715 h 15478"/>
                <a:gd name="connsiteX3" fmla="*/ 2238 w 15906"/>
                <a:gd name="connsiteY3" fmla="*/ 2143 h 15478"/>
                <a:gd name="connsiteX4" fmla="*/ 8001 w 15906"/>
                <a:gd name="connsiteY4" fmla="*/ 0 h 15478"/>
                <a:gd name="connsiteX5" fmla="*/ 13716 w 15906"/>
                <a:gd name="connsiteY5" fmla="*/ 2143 h 15478"/>
                <a:gd name="connsiteX6" fmla="*/ 15907 w 15906"/>
                <a:gd name="connsiteY6" fmla="*/ 7715 h 15478"/>
                <a:gd name="connsiteX7" fmla="*/ 13716 w 15906"/>
                <a:gd name="connsiteY7" fmla="*/ 13240 h 15478"/>
                <a:gd name="connsiteX8" fmla="*/ 8001 w 15906"/>
                <a:gd name="connsiteY8" fmla="*/ 15478 h 1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906" h="15478">
                  <a:moveTo>
                    <a:pt x="8001" y="15478"/>
                  </a:moveTo>
                  <a:cubicBezTo>
                    <a:pt x="5667" y="15478"/>
                    <a:pt x="3715" y="14716"/>
                    <a:pt x="2238" y="13240"/>
                  </a:cubicBezTo>
                  <a:cubicBezTo>
                    <a:pt x="762" y="11763"/>
                    <a:pt x="0" y="9906"/>
                    <a:pt x="0" y="7715"/>
                  </a:cubicBezTo>
                  <a:cubicBezTo>
                    <a:pt x="0" y="5429"/>
                    <a:pt x="762" y="3572"/>
                    <a:pt x="2238" y="2143"/>
                  </a:cubicBezTo>
                  <a:cubicBezTo>
                    <a:pt x="3715" y="714"/>
                    <a:pt x="5667" y="0"/>
                    <a:pt x="8001" y="0"/>
                  </a:cubicBezTo>
                  <a:cubicBezTo>
                    <a:pt x="10335" y="0"/>
                    <a:pt x="12240" y="714"/>
                    <a:pt x="13716" y="2143"/>
                  </a:cubicBezTo>
                  <a:cubicBezTo>
                    <a:pt x="15192" y="3572"/>
                    <a:pt x="15907" y="5429"/>
                    <a:pt x="15907" y="7715"/>
                  </a:cubicBezTo>
                  <a:cubicBezTo>
                    <a:pt x="15907" y="10001"/>
                    <a:pt x="15192" y="11716"/>
                    <a:pt x="13716" y="13240"/>
                  </a:cubicBezTo>
                  <a:cubicBezTo>
                    <a:pt x="12240" y="14716"/>
                    <a:pt x="10335" y="15478"/>
                    <a:pt x="8001" y="15478"/>
                  </a:cubicBezTo>
                  <a:close/>
                </a:path>
              </a:pathLst>
            </a:custGeom>
            <a:solidFill>
              <a:srgbClr val="FFFFFF"/>
            </a:solidFill>
            <a:ln w="4763" cap="flat">
              <a:noFill/>
              <a:prstDash val="solid"/>
              <a:miter/>
            </a:ln>
          </p:spPr>
          <p:txBody>
            <a:bodyPr rtlCol="0" anchor="ctr"/>
            <a:lstStyle/>
            <a:p>
              <a:endParaRPr lang="en-AU"/>
            </a:p>
          </p:txBody>
        </p:sp>
        <p:sp>
          <p:nvSpPr>
            <p:cNvPr id="19" name="Freeform: Shape 21">
              <a:extLst>
                <a:ext uri="{FF2B5EF4-FFF2-40B4-BE49-F238E27FC236}">
                  <a16:creationId xmlns:a16="http://schemas.microsoft.com/office/drawing/2014/main" id="{05E93915-CDD3-0F25-844F-EF778AB839B9}"/>
                </a:ext>
              </a:extLst>
            </p:cNvPr>
            <p:cNvSpPr/>
            <p:nvPr/>
          </p:nvSpPr>
          <p:spPr>
            <a:xfrm>
              <a:off x="722614" y="668274"/>
              <a:ext cx="48291" cy="53863"/>
            </a:xfrm>
            <a:custGeom>
              <a:avLst/>
              <a:gdLst>
                <a:gd name="connsiteX0" fmla="*/ 25146 w 48291"/>
                <a:gd name="connsiteY0" fmla="*/ 53769 h 53863"/>
                <a:gd name="connsiteX1" fmla="*/ 12240 w 48291"/>
                <a:gd name="connsiteY1" fmla="*/ 50911 h 53863"/>
                <a:gd name="connsiteX2" fmla="*/ 3286 w 48291"/>
                <a:gd name="connsiteY2" fmla="*/ 42100 h 53863"/>
                <a:gd name="connsiteX3" fmla="*/ 0 w 48291"/>
                <a:gd name="connsiteY3" fmla="*/ 27099 h 53863"/>
                <a:gd name="connsiteX4" fmla="*/ 3191 w 48291"/>
                <a:gd name="connsiteY4" fmla="*/ 11954 h 53863"/>
                <a:gd name="connsiteX5" fmla="*/ 12002 w 48291"/>
                <a:gd name="connsiteY5" fmla="*/ 2953 h 53863"/>
                <a:gd name="connsiteX6" fmla="*/ 25146 w 48291"/>
                <a:gd name="connsiteY6" fmla="*/ 0 h 53863"/>
                <a:gd name="connsiteX7" fmla="*/ 36528 w 48291"/>
                <a:gd name="connsiteY7" fmla="*/ 2095 h 53863"/>
                <a:gd name="connsiteX8" fmla="*/ 44625 w 48291"/>
                <a:gd name="connsiteY8" fmla="*/ 8334 h 53863"/>
                <a:gd name="connsiteX9" fmla="*/ 47816 w 48291"/>
                <a:gd name="connsiteY9" fmla="*/ 18859 h 53863"/>
                <a:gd name="connsiteX10" fmla="*/ 36528 w 48291"/>
                <a:gd name="connsiteY10" fmla="*/ 18859 h 53863"/>
                <a:gd name="connsiteX11" fmla="*/ 33338 w 48291"/>
                <a:gd name="connsiteY11" fmla="*/ 11716 h 53863"/>
                <a:gd name="connsiteX12" fmla="*/ 25241 w 48291"/>
                <a:gd name="connsiteY12" fmla="*/ 9096 h 53863"/>
                <a:gd name="connsiteX13" fmla="*/ 15097 w 48291"/>
                <a:gd name="connsiteY13" fmla="*/ 13811 h 53863"/>
                <a:gd name="connsiteX14" fmla="*/ 11859 w 48291"/>
                <a:gd name="connsiteY14" fmla="*/ 27099 h 53863"/>
                <a:gd name="connsiteX15" fmla="*/ 13287 w 48291"/>
                <a:gd name="connsiteY15" fmla="*/ 36624 h 53863"/>
                <a:gd name="connsiteX16" fmla="*/ 17717 w 48291"/>
                <a:gd name="connsiteY16" fmla="*/ 42672 h 53863"/>
                <a:gd name="connsiteX17" fmla="*/ 25289 w 48291"/>
                <a:gd name="connsiteY17" fmla="*/ 44767 h 53863"/>
                <a:gd name="connsiteX18" fmla="*/ 33671 w 48291"/>
                <a:gd name="connsiteY18" fmla="*/ 42005 h 53863"/>
                <a:gd name="connsiteX19" fmla="*/ 37005 w 48291"/>
                <a:gd name="connsiteY19" fmla="*/ 34004 h 53863"/>
                <a:gd name="connsiteX20" fmla="*/ 48292 w 48291"/>
                <a:gd name="connsiteY20" fmla="*/ 34004 h 53863"/>
                <a:gd name="connsiteX21" fmla="*/ 45101 w 48291"/>
                <a:gd name="connsiteY21" fmla="*/ 44958 h 53863"/>
                <a:gd name="connsiteX22" fmla="*/ 36909 w 48291"/>
                <a:gd name="connsiteY22" fmla="*/ 51625 h 53863"/>
                <a:gd name="connsiteX23" fmla="*/ 25241 w 48291"/>
                <a:gd name="connsiteY23" fmla="*/ 53864 h 53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8291" h="53863">
                  <a:moveTo>
                    <a:pt x="25146" y="53769"/>
                  </a:moveTo>
                  <a:cubicBezTo>
                    <a:pt x="20336" y="53769"/>
                    <a:pt x="16050" y="52816"/>
                    <a:pt x="12240" y="50911"/>
                  </a:cubicBezTo>
                  <a:cubicBezTo>
                    <a:pt x="8477" y="49006"/>
                    <a:pt x="5477" y="46053"/>
                    <a:pt x="3286" y="42100"/>
                  </a:cubicBezTo>
                  <a:cubicBezTo>
                    <a:pt x="1095" y="38148"/>
                    <a:pt x="0" y="33147"/>
                    <a:pt x="0" y="27099"/>
                  </a:cubicBezTo>
                  <a:cubicBezTo>
                    <a:pt x="0" y="21050"/>
                    <a:pt x="1048" y="15954"/>
                    <a:pt x="3191" y="11954"/>
                  </a:cubicBezTo>
                  <a:cubicBezTo>
                    <a:pt x="5334" y="7953"/>
                    <a:pt x="8239" y="4953"/>
                    <a:pt x="12002" y="2953"/>
                  </a:cubicBezTo>
                  <a:cubicBezTo>
                    <a:pt x="15764" y="952"/>
                    <a:pt x="20145" y="0"/>
                    <a:pt x="25146" y="0"/>
                  </a:cubicBezTo>
                  <a:cubicBezTo>
                    <a:pt x="29337" y="0"/>
                    <a:pt x="33147" y="714"/>
                    <a:pt x="36528" y="2095"/>
                  </a:cubicBezTo>
                  <a:cubicBezTo>
                    <a:pt x="39910" y="3477"/>
                    <a:pt x="42624" y="5572"/>
                    <a:pt x="44625" y="8334"/>
                  </a:cubicBezTo>
                  <a:cubicBezTo>
                    <a:pt x="46625" y="11097"/>
                    <a:pt x="47720" y="14621"/>
                    <a:pt x="47816" y="18859"/>
                  </a:cubicBezTo>
                  <a:lnTo>
                    <a:pt x="36528" y="18859"/>
                  </a:lnTo>
                  <a:cubicBezTo>
                    <a:pt x="36338" y="15811"/>
                    <a:pt x="35290" y="13430"/>
                    <a:pt x="33338" y="11716"/>
                  </a:cubicBezTo>
                  <a:cubicBezTo>
                    <a:pt x="31385" y="9954"/>
                    <a:pt x="28670" y="9096"/>
                    <a:pt x="25241" y="9096"/>
                  </a:cubicBezTo>
                  <a:cubicBezTo>
                    <a:pt x="20622" y="9096"/>
                    <a:pt x="17240" y="10668"/>
                    <a:pt x="15097" y="13811"/>
                  </a:cubicBezTo>
                  <a:cubicBezTo>
                    <a:pt x="12906" y="16954"/>
                    <a:pt x="11859" y="21384"/>
                    <a:pt x="11859" y="27099"/>
                  </a:cubicBezTo>
                  <a:cubicBezTo>
                    <a:pt x="11859" y="30813"/>
                    <a:pt x="12335" y="33957"/>
                    <a:pt x="13287" y="36624"/>
                  </a:cubicBezTo>
                  <a:cubicBezTo>
                    <a:pt x="14240" y="39243"/>
                    <a:pt x="15716" y="41291"/>
                    <a:pt x="17717" y="42672"/>
                  </a:cubicBezTo>
                  <a:cubicBezTo>
                    <a:pt x="19717" y="44053"/>
                    <a:pt x="22193" y="44767"/>
                    <a:pt x="25289" y="44767"/>
                  </a:cubicBezTo>
                  <a:cubicBezTo>
                    <a:pt x="28766" y="44767"/>
                    <a:pt x="31575" y="43863"/>
                    <a:pt x="33671" y="42005"/>
                  </a:cubicBezTo>
                  <a:cubicBezTo>
                    <a:pt x="35766" y="40148"/>
                    <a:pt x="36862" y="37481"/>
                    <a:pt x="37005" y="34004"/>
                  </a:cubicBezTo>
                  <a:lnTo>
                    <a:pt x="48292" y="34004"/>
                  </a:lnTo>
                  <a:cubicBezTo>
                    <a:pt x="48197" y="38338"/>
                    <a:pt x="47101" y="42005"/>
                    <a:pt x="45101" y="44958"/>
                  </a:cubicBezTo>
                  <a:cubicBezTo>
                    <a:pt x="43053" y="47911"/>
                    <a:pt x="40338" y="50149"/>
                    <a:pt x="36909" y="51625"/>
                  </a:cubicBezTo>
                  <a:cubicBezTo>
                    <a:pt x="33480" y="53102"/>
                    <a:pt x="29575" y="53864"/>
                    <a:pt x="25241" y="53864"/>
                  </a:cubicBezTo>
                  <a:close/>
                </a:path>
              </a:pathLst>
            </a:custGeom>
            <a:solidFill>
              <a:srgbClr val="FFFFFF"/>
            </a:solidFill>
            <a:ln w="4763" cap="flat">
              <a:noFill/>
              <a:prstDash val="solid"/>
              <a:miter/>
            </a:ln>
          </p:spPr>
          <p:txBody>
            <a:bodyPr rtlCol="0" anchor="ctr"/>
            <a:lstStyle/>
            <a:p>
              <a:endParaRPr lang="en-AU"/>
            </a:p>
          </p:txBody>
        </p:sp>
        <p:sp>
          <p:nvSpPr>
            <p:cNvPr id="20" name="Freeform: Shape 22">
              <a:extLst>
                <a:ext uri="{FF2B5EF4-FFF2-40B4-BE49-F238E27FC236}">
                  <a16:creationId xmlns:a16="http://schemas.microsoft.com/office/drawing/2014/main" id="{70C772C9-087D-413A-C747-EFD0E58722F3}"/>
                </a:ext>
              </a:extLst>
            </p:cNvPr>
            <p:cNvSpPr/>
            <p:nvPr/>
          </p:nvSpPr>
          <p:spPr>
            <a:xfrm>
              <a:off x="781431" y="668131"/>
              <a:ext cx="51006" cy="53959"/>
            </a:xfrm>
            <a:custGeom>
              <a:avLst/>
              <a:gdLst>
                <a:gd name="connsiteX0" fmla="*/ 25289 w 51006"/>
                <a:gd name="connsiteY0" fmla="*/ 53959 h 53959"/>
                <a:gd name="connsiteX1" fmla="*/ 11859 w 51006"/>
                <a:gd name="connsiteY1" fmla="*/ 50768 h 53959"/>
                <a:gd name="connsiteX2" fmla="*/ 3096 w 51006"/>
                <a:gd name="connsiteY2" fmla="*/ 41577 h 53959"/>
                <a:gd name="connsiteX3" fmla="*/ 0 w 51006"/>
                <a:gd name="connsiteY3" fmla="*/ 27146 h 53959"/>
                <a:gd name="connsiteX4" fmla="*/ 3096 w 51006"/>
                <a:gd name="connsiteY4" fmla="*/ 12478 h 53959"/>
                <a:gd name="connsiteX5" fmla="*/ 11859 w 51006"/>
                <a:gd name="connsiteY5" fmla="*/ 3191 h 53959"/>
                <a:gd name="connsiteX6" fmla="*/ 25289 w 51006"/>
                <a:gd name="connsiteY6" fmla="*/ 0 h 53959"/>
                <a:gd name="connsiteX7" fmla="*/ 39005 w 51006"/>
                <a:gd name="connsiteY7" fmla="*/ 3191 h 53959"/>
                <a:gd name="connsiteX8" fmla="*/ 47863 w 51006"/>
                <a:gd name="connsiteY8" fmla="*/ 12478 h 53959"/>
                <a:gd name="connsiteX9" fmla="*/ 51006 w 51006"/>
                <a:gd name="connsiteY9" fmla="*/ 27146 h 53959"/>
                <a:gd name="connsiteX10" fmla="*/ 47863 w 51006"/>
                <a:gd name="connsiteY10" fmla="*/ 41577 h 53959"/>
                <a:gd name="connsiteX11" fmla="*/ 39005 w 51006"/>
                <a:gd name="connsiteY11" fmla="*/ 50768 h 53959"/>
                <a:gd name="connsiteX12" fmla="*/ 25289 w 51006"/>
                <a:gd name="connsiteY12" fmla="*/ 53959 h 53959"/>
                <a:gd name="connsiteX13" fmla="*/ 25289 w 51006"/>
                <a:gd name="connsiteY13" fmla="*/ 45006 h 53959"/>
                <a:gd name="connsiteX14" fmla="*/ 33576 w 51006"/>
                <a:gd name="connsiteY14" fmla="*/ 42672 h 53959"/>
                <a:gd name="connsiteX15" fmla="*/ 37909 w 51006"/>
                <a:gd name="connsiteY15" fmla="*/ 36290 h 53959"/>
                <a:gd name="connsiteX16" fmla="*/ 39195 w 51006"/>
                <a:gd name="connsiteY16" fmla="*/ 27242 h 53959"/>
                <a:gd name="connsiteX17" fmla="*/ 37909 w 51006"/>
                <a:gd name="connsiteY17" fmla="*/ 18002 h 53959"/>
                <a:gd name="connsiteX18" fmla="*/ 33576 w 51006"/>
                <a:gd name="connsiteY18" fmla="*/ 11525 h 53959"/>
                <a:gd name="connsiteX19" fmla="*/ 25289 w 51006"/>
                <a:gd name="connsiteY19" fmla="*/ 9144 h 53959"/>
                <a:gd name="connsiteX20" fmla="*/ 17335 w 51006"/>
                <a:gd name="connsiteY20" fmla="*/ 11525 h 53959"/>
                <a:gd name="connsiteX21" fmla="*/ 13097 w 51006"/>
                <a:gd name="connsiteY21" fmla="*/ 18002 h 53959"/>
                <a:gd name="connsiteX22" fmla="*/ 11811 w 51006"/>
                <a:gd name="connsiteY22" fmla="*/ 27242 h 53959"/>
                <a:gd name="connsiteX23" fmla="*/ 13097 w 51006"/>
                <a:gd name="connsiteY23" fmla="*/ 36290 h 53959"/>
                <a:gd name="connsiteX24" fmla="*/ 17335 w 51006"/>
                <a:gd name="connsiteY24" fmla="*/ 42672 h 53959"/>
                <a:gd name="connsiteX25" fmla="*/ 25289 w 51006"/>
                <a:gd name="connsiteY25" fmla="*/ 45006 h 53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006" h="53959">
                  <a:moveTo>
                    <a:pt x="25289" y="53959"/>
                  </a:moveTo>
                  <a:cubicBezTo>
                    <a:pt x="20145" y="53959"/>
                    <a:pt x="15621" y="52911"/>
                    <a:pt x="11859" y="50768"/>
                  </a:cubicBezTo>
                  <a:cubicBezTo>
                    <a:pt x="8049" y="48673"/>
                    <a:pt x="5144" y="45577"/>
                    <a:pt x="3096" y="41577"/>
                  </a:cubicBezTo>
                  <a:cubicBezTo>
                    <a:pt x="1048" y="37576"/>
                    <a:pt x="0" y="32766"/>
                    <a:pt x="0" y="27146"/>
                  </a:cubicBezTo>
                  <a:cubicBezTo>
                    <a:pt x="0" y="21527"/>
                    <a:pt x="1048" y="16574"/>
                    <a:pt x="3096" y="12478"/>
                  </a:cubicBezTo>
                  <a:cubicBezTo>
                    <a:pt x="5144" y="8382"/>
                    <a:pt x="8049" y="5334"/>
                    <a:pt x="11859" y="3191"/>
                  </a:cubicBezTo>
                  <a:cubicBezTo>
                    <a:pt x="15669" y="1048"/>
                    <a:pt x="20145" y="0"/>
                    <a:pt x="25289" y="0"/>
                  </a:cubicBezTo>
                  <a:cubicBezTo>
                    <a:pt x="30432" y="0"/>
                    <a:pt x="35147" y="1048"/>
                    <a:pt x="39005" y="3191"/>
                  </a:cubicBezTo>
                  <a:cubicBezTo>
                    <a:pt x="42863" y="5334"/>
                    <a:pt x="45815" y="8430"/>
                    <a:pt x="47863" y="12478"/>
                  </a:cubicBezTo>
                  <a:cubicBezTo>
                    <a:pt x="49959" y="16526"/>
                    <a:pt x="51006" y="21431"/>
                    <a:pt x="51006" y="27146"/>
                  </a:cubicBezTo>
                  <a:cubicBezTo>
                    <a:pt x="51006" y="32861"/>
                    <a:pt x="49959" y="37529"/>
                    <a:pt x="47863" y="41577"/>
                  </a:cubicBezTo>
                  <a:cubicBezTo>
                    <a:pt x="45768" y="45577"/>
                    <a:pt x="42815" y="48673"/>
                    <a:pt x="39005" y="50768"/>
                  </a:cubicBezTo>
                  <a:cubicBezTo>
                    <a:pt x="35195" y="52911"/>
                    <a:pt x="30623" y="53959"/>
                    <a:pt x="25289" y="53959"/>
                  </a:cubicBezTo>
                  <a:close/>
                  <a:moveTo>
                    <a:pt x="25289" y="45006"/>
                  </a:moveTo>
                  <a:cubicBezTo>
                    <a:pt x="28765" y="45006"/>
                    <a:pt x="31528" y="44244"/>
                    <a:pt x="33576" y="42672"/>
                  </a:cubicBezTo>
                  <a:cubicBezTo>
                    <a:pt x="35623" y="41100"/>
                    <a:pt x="37052" y="38957"/>
                    <a:pt x="37909" y="36290"/>
                  </a:cubicBezTo>
                  <a:cubicBezTo>
                    <a:pt x="38767" y="33576"/>
                    <a:pt x="39195" y="30575"/>
                    <a:pt x="39195" y="27242"/>
                  </a:cubicBezTo>
                  <a:cubicBezTo>
                    <a:pt x="39195" y="23908"/>
                    <a:pt x="38767" y="20717"/>
                    <a:pt x="37909" y="18002"/>
                  </a:cubicBezTo>
                  <a:cubicBezTo>
                    <a:pt x="37052" y="15288"/>
                    <a:pt x="35623" y="13097"/>
                    <a:pt x="33576" y="11525"/>
                  </a:cubicBezTo>
                  <a:cubicBezTo>
                    <a:pt x="31528" y="9954"/>
                    <a:pt x="28765" y="9144"/>
                    <a:pt x="25289" y="9144"/>
                  </a:cubicBezTo>
                  <a:cubicBezTo>
                    <a:pt x="21812" y="9144"/>
                    <a:pt x="19288" y="9954"/>
                    <a:pt x="17335" y="11525"/>
                  </a:cubicBezTo>
                  <a:cubicBezTo>
                    <a:pt x="15383" y="13097"/>
                    <a:pt x="13954" y="15288"/>
                    <a:pt x="13097" y="18002"/>
                  </a:cubicBezTo>
                  <a:cubicBezTo>
                    <a:pt x="12240" y="20717"/>
                    <a:pt x="11811" y="23813"/>
                    <a:pt x="11811" y="27242"/>
                  </a:cubicBezTo>
                  <a:cubicBezTo>
                    <a:pt x="11811" y="30671"/>
                    <a:pt x="12240" y="33623"/>
                    <a:pt x="13097" y="36290"/>
                  </a:cubicBezTo>
                  <a:cubicBezTo>
                    <a:pt x="13954" y="38957"/>
                    <a:pt x="15383" y="41100"/>
                    <a:pt x="17335" y="42672"/>
                  </a:cubicBezTo>
                  <a:cubicBezTo>
                    <a:pt x="19288" y="44244"/>
                    <a:pt x="21955" y="45006"/>
                    <a:pt x="25289" y="45006"/>
                  </a:cubicBezTo>
                  <a:close/>
                </a:path>
              </a:pathLst>
            </a:custGeom>
            <a:solidFill>
              <a:srgbClr val="FFFFFF"/>
            </a:solidFill>
            <a:ln w="4763" cap="flat">
              <a:noFill/>
              <a:prstDash val="solid"/>
              <a:miter/>
            </a:ln>
          </p:spPr>
          <p:txBody>
            <a:bodyPr rtlCol="0" anchor="ctr"/>
            <a:lstStyle/>
            <a:p>
              <a:endParaRPr lang="en-AU"/>
            </a:p>
          </p:txBody>
        </p:sp>
        <p:sp>
          <p:nvSpPr>
            <p:cNvPr id="21" name="Freeform: Shape 23">
              <a:extLst>
                <a:ext uri="{FF2B5EF4-FFF2-40B4-BE49-F238E27FC236}">
                  <a16:creationId xmlns:a16="http://schemas.microsoft.com/office/drawing/2014/main" id="{B16C58A4-D0DC-B161-C959-3B8C2D07DA84}"/>
                </a:ext>
              </a:extLst>
            </p:cNvPr>
            <p:cNvSpPr/>
            <p:nvPr/>
          </p:nvSpPr>
          <p:spPr>
            <a:xfrm>
              <a:off x="845772" y="668321"/>
              <a:ext cx="79724" cy="52911"/>
            </a:xfrm>
            <a:custGeom>
              <a:avLst/>
              <a:gdLst>
                <a:gd name="connsiteX0" fmla="*/ 48 w 79724"/>
                <a:gd name="connsiteY0" fmla="*/ 52911 h 52911"/>
                <a:gd name="connsiteX1" fmla="*/ 48 w 79724"/>
                <a:gd name="connsiteY1" fmla="*/ 810 h 52911"/>
                <a:gd name="connsiteX2" fmla="*/ 11144 w 79724"/>
                <a:gd name="connsiteY2" fmla="*/ 810 h 52911"/>
                <a:gd name="connsiteX3" fmla="*/ 11430 w 79724"/>
                <a:gd name="connsiteY3" fmla="*/ 8715 h 52911"/>
                <a:gd name="connsiteX4" fmla="*/ 18336 w 79724"/>
                <a:gd name="connsiteY4" fmla="*/ 2762 h 52911"/>
                <a:gd name="connsiteX5" fmla="*/ 29432 w 79724"/>
                <a:gd name="connsiteY5" fmla="*/ 48 h 52911"/>
                <a:gd name="connsiteX6" fmla="*/ 41720 w 79724"/>
                <a:gd name="connsiteY6" fmla="*/ 5048 h 52911"/>
                <a:gd name="connsiteX7" fmla="*/ 45720 w 79724"/>
                <a:gd name="connsiteY7" fmla="*/ 19098 h 52911"/>
                <a:gd name="connsiteX8" fmla="*/ 45720 w 79724"/>
                <a:gd name="connsiteY8" fmla="*/ 52864 h 52911"/>
                <a:gd name="connsiteX9" fmla="*/ 34100 w 79724"/>
                <a:gd name="connsiteY9" fmla="*/ 52864 h 52911"/>
                <a:gd name="connsiteX10" fmla="*/ 34100 w 79724"/>
                <a:gd name="connsiteY10" fmla="*/ 20622 h 52911"/>
                <a:gd name="connsiteX11" fmla="*/ 33338 w 79724"/>
                <a:gd name="connsiteY11" fmla="*/ 14764 h 52911"/>
                <a:gd name="connsiteX12" fmla="*/ 30671 w 79724"/>
                <a:gd name="connsiteY12" fmla="*/ 10811 h 52911"/>
                <a:gd name="connsiteX13" fmla="*/ 25384 w 79724"/>
                <a:gd name="connsiteY13" fmla="*/ 9382 h 52911"/>
                <a:gd name="connsiteX14" fmla="*/ 17193 w 79724"/>
                <a:gd name="connsiteY14" fmla="*/ 11716 h 52911"/>
                <a:gd name="connsiteX15" fmla="*/ 11573 w 79724"/>
                <a:gd name="connsiteY15" fmla="*/ 17002 h 52911"/>
                <a:gd name="connsiteX16" fmla="*/ 11573 w 79724"/>
                <a:gd name="connsiteY16" fmla="*/ 52864 h 52911"/>
                <a:gd name="connsiteX17" fmla="*/ 0 w 79724"/>
                <a:gd name="connsiteY17" fmla="*/ 52864 h 52911"/>
                <a:gd name="connsiteX18" fmla="*/ 68199 w 79724"/>
                <a:gd name="connsiteY18" fmla="*/ 52911 h 52911"/>
                <a:gd name="connsiteX19" fmla="*/ 68199 w 79724"/>
                <a:gd name="connsiteY19" fmla="*/ 20669 h 52911"/>
                <a:gd name="connsiteX20" fmla="*/ 67437 w 79724"/>
                <a:gd name="connsiteY20" fmla="*/ 14811 h 52911"/>
                <a:gd name="connsiteX21" fmla="*/ 64770 w 79724"/>
                <a:gd name="connsiteY21" fmla="*/ 10858 h 52911"/>
                <a:gd name="connsiteX22" fmla="*/ 59484 w 79724"/>
                <a:gd name="connsiteY22" fmla="*/ 9430 h 52911"/>
                <a:gd name="connsiteX23" fmla="*/ 51292 w 79724"/>
                <a:gd name="connsiteY23" fmla="*/ 11668 h 52911"/>
                <a:gd name="connsiteX24" fmla="*/ 45529 w 79724"/>
                <a:gd name="connsiteY24" fmla="*/ 16812 h 52911"/>
                <a:gd name="connsiteX25" fmla="*/ 43958 w 79724"/>
                <a:gd name="connsiteY25" fmla="*/ 9096 h 52911"/>
                <a:gd name="connsiteX26" fmla="*/ 52006 w 79724"/>
                <a:gd name="connsiteY26" fmla="*/ 2810 h 52911"/>
                <a:gd name="connsiteX27" fmla="*/ 63484 w 79724"/>
                <a:gd name="connsiteY27" fmla="*/ 0 h 52911"/>
                <a:gd name="connsiteX28" fmla="*/ 75724 w 79724"/>
                <a:gd name="connsiteY28" fmla="*/ 5001 h 52911"/>
                <a:gd name="connsiteX29" fmla="*/ 79724 w 79724"/>
                <a:gd name="connsiteY29" fmla="*/ 19050 h 52911"/>
                <a:gd name="connsiteX30" fmla="*/ 79724 w 79724"/>
                <a:gd name="connsiteY30" fmla="*/ 52816 h 52911"/>
                <a:gd name="connsiteX31" fmla="*/ 68199 w 79724"/>
                <a:gd name="connsiteY31" fmla="*/ 52816 h 52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79724" h="52911">
                  <a:moveTo>
                    <a:pt x="48" y="52911"/>
                  </a:moveTo>
                  <a:lnTo>
                    <a:pt x="48" y="810"/>
                  </a:lnTo>
                  <a:lnTo>
                    <a:pt x="11144" y="810"/>
                  </a:lnTo>
                  <a:lnTo>
                    <a:pt x="11430" y="8715"/>
                  </a:lnTo>
                  <a:cubicBezTo>
                    <a:pt x="13049" y="6525"/>
                    <a:pt x="15383" y="4572"/>
                    <a:pt x="18336" y="2762"/>
                  </a:cubicBezTo>
                  <a:cubicBezTo>
                    <a:pt x="21288" y="952"/>
                    <a:pt x="25003" y="48"/>
                    <a:pt x="29432" y="48"/>
                  </a:cubicBezTo>
                  <a:cubicBezTo>
                    <a:pt x="34957" y="48"/>
                    <a:pt x="39052" y="1715"/>
                    <a:pt x="41720" y="5048"/>
                  </a:cubicBezTo>
                  <a:cubicBezTo>
                    <a:pt x="44387" y="8382"/>
                    <a:pt x="45720" y="13097"/>
                    <a:pt x="45720" y="19098"/>
                  </a:cubicBezTo>
                  <a:lnTo>
                    <a:pt x="45720" y="52864"/>
                  </a:lnTo>
                  <a:lnTo>
                    <a:pt x="34100" y="52864"/>
                  </a:lnTo>
                  <a:lnTo>
                    <a:pt x="34100" y="20622"/>
                  </a:lnTo>
                  <a:cubicBezTo>
                    <a:pt x="34100" y="18431"/>
                    <a:pt x="33861" y="16478"/>
                    <a:pt x="33338" y="14764"/>
                  </a:cubicBezTo>
                  <a:cubicBezTo>
                    <a:pt x="32814" y="13049"/>
                    <a:pt x="31909" y="11763"/>
                    <a:pt x="30671" y="10811"/>
                  </a:cubicBezTo>
                  <a:cubicBezTo>
                    <a:pt x="29385" y="9858"/>
                    <a:pt x="27670" y="9382"/>
                    <a:pt x="25384" y="9382"/>
                  </a:cubicBezTo>
                  <a:cubicBezTo>
                    <a:pt x="22193" y="9382"/>
                    <a:pt x="19431" y="10144"/>
                    <a:pt x="17193" y="11716"/>
                  </a:cubicBezTo>
                  <a:cubicBezTo>
                    <a:pt x="14954" y="13287"/>
                    <a:pt x="13097" y="15002"/>
                    <a:pt x="11573" y="17002"/>
                  </a:cubicBezTo>
                  <a:lnTo>
                    <a:pt x="11573" y="52864"/>
                  </a:lnTo>
                  <a:lnTo>
                    <a:pt x="0" y="52864"/>
                  </a:lnTo>
                  <a:close/>
                  <a:moveTo>
                    <a:pt x="68199" y="52911"/>
                  </a:moveTo>
                  <a:lnTo>
                    <a:pt x="68199" y="20669"/>
                  </a:lnTo>
                  <a:cubicBezTo>
                    <a:pt x="68199" y="18479"/>
                    <a:pt x="67961" y="16526"/>
                    <a:pt x="67437" y="14811"/>
                  </a:cubicBezTo>
                  <a:cubicBezTo>
                    <a:pt x="66913" y="13097"/>
                    <a:pt x="66008" y="11811"/>
                    <a:pt x="64770" y="10858"/>
                  </a:cubicBezTo>
                  <a:cubicBezTo>
                    <a:pt x="63484" y="9906"/>
                    <a:pt x="61770" y="9430"/>
                    <a:pt x="59484" y="9430"/>
                  </a:cubicBezTo>
                  <a:cubicBezTo>
                    <a:pt x="56293" y="9430"/>
                    <a:pt x="53531" y="10144"/>
                    <a:pt x="51292" y="11668"/>
                  </a:cubicBezTo>
                  <a:cubicBezTo>
                    <a:pt x="49054" y="13144"/>
                    <a:pt x="47101" y="14859"/>
                    <a:pt x="45529" y="16812"/>
                  </a:cubicBezTo>
                  <a:lnTo>
                    <a:pt x="43958" y="9096"/>
                  </a:lnTo>
                  <a:cubicBezTo>
                    <a:pt x="46101" y="6763"/>
                    <a:pt x="48768" y="4667"/>
                    <a:pt x="52006" y="2810"/>
                  </a:cubicBezTo>
                  <a:cubicBezTo>
                    <a:pt x="55245" y="952"/>
                    <a:pt x="59055" y="0"/>
                    <a:pt x="63484" y="0"/>
                  </a:cubicBezTo>
                  <a:cubicBezTo>
                    <a:pt x="68961" y="0"/>
                    <a:pt x="73057" y="1667"/>
                    <a:pt x="75724" y="5001"/>
                  </a:cubicBezTo>
                  <a:cubicBezTo>
                    <a:pt x="78391" y="8334"/>
                    <a:pt x="79724" y="13049"/>
                    <a:pt x="79724" y="19050"/>
                  </a:cubicBezTo>
                  <a:lnTo>
                    <a:pt x="79724" y="52816"/>
                  </a:lnTo>
                  <a:lnTo>
                    <a:pt x="68199" y="52816"/>
                  </a:lnTo>
                  <a:close/>
                </a:path>
              </a:pathLst>
            </a:custGeom>
            <a:solidFill>
              <a:srgbClr val="FFFFFF"/>
            </a:solidFill>
            <a:ln w="4763" cap="flat">
              <a:noFill/>
              <a:prstDash val="solid"/>
              <a:miter/>
            </a:ln>
          </p:spPr>
          <p:txBody>
            <a:bodyPr rtlCol="0" anchor="ctr"/>
            <a:lstStyle/>
            <a:p>
              <a:endParaRPr lang="en-AU"/>
            </a:p>
          </p:txBody>
        </p:sp>
      </p:grpSp>
    </p:spTree>
    <p:extLst>
      <p:ext uri="{BB962C8B-B14F-4D97-AF65-F5344CB8AC3E}">
        <p14:creationId xmlns:p14="http://schemas.microsoft.com/office/powerpoint/2010/main" val="32820159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slide" preserve="1" userDrawn="1">
  <p:cSld name="Boilerplate - Light">
    <p:bg>
      <p:bgPr>
        <a:solidFill>
          <a:schemeClr val="bg1"/>
        </a:solidFill>
        <a:effectLst/>
      </p:bgPr>
    </p:bg>
    <p:spTree>
      <p:nvGrpSpPr>
        <p:cNvPr id="1" name="Shape 9"/>
        <p:cNvGrpSpPr/>
        <p:nvPr/>
      </p:nvGrpSpPr>
      <p:grpSpPr>
        <a:xfrm>
          <a:off x="0" y="0"/>
          <a:ext cx="0" cy="0"/>
          <a:chOff x="0" y="0"/>
          <a:chExt cx="0" cy="0"/>
        </a:xfrm>
      </p:grpSpPr>
      <p:sp>
        <p:nvSpPr>
          <p:cNvPr id="13" name="Freeform: Shape 12">
            <a:extLst>
              <a:ext uri="{FF2B5EF4-FFF2-40B4-BE49-F238E27FC236}">
                <a16:creationId xmlns:a16="http://schemas.microsoft.com/office/drawing/2014/main" id="{DCFA8F1A-438C-2D31-EC45-A4CCF4206F40}"/>
              </a:ext>
            </a:extLst>
          </p:cNvPr>
          <p:cNvSpPr/>
          <p:nvPr/>
        </p:nvSpPr>
        <p:spPr>
          <a:xfrm>
            <a:off x="0" y="4305300"/>
            <a:ext cx="9144000" cy="857250"/>
          </a:xfrm>
          <a:custGeom>
            <a:avLst/>
            <a:gdLst>
              <a:gd name="connsiteX0" fmla="*/ 0 w 9144000"/>
              <a:gd name="connsiteY0" fmla="*/ 857250 h 857250"/>
              <a:gd name="connsiteX1" fmla="*/ 0 w 9144000"/>
              <a:gd name="connsiteY1" fmla="*/ 149828 h 857250"/>
              <a:gd name="connsiteX2" fmla="*/ 7540609 w 9144000"/>
              <a:gd name="connsiteY2" fmla="*/ 149828 h 857250"/>
              <a:gd name="connsiteX3" fmla="*/ 8245698 w 9144000"/>
              <a:gd name="connsiteY3" fmla="*/ 0 h 857250"/>
              <a:gd name="connsiteX4" fmla="*/ 8933831 w 9144000"/>
              <a:gd name="connsiteY4" fmla="*/ 149828 h 857250"/>
              <a:gd name="connsiteX5" fmla="*/ 9144000 w 9144000"/>
              <a:gd name="connsiteY5" fmla="*/ 149828 h 857250"/>
              <a:gd name="connsiteX6" fmla="*/ 9144000 w 9144000"/>
              <a:gd name="connsiteY6" fmla="*/ 857250 h 857250"/>
              <a:gd name="connsiteX7" fmla="*/ 0 w 9144000"/>
              <a:gd name="connsiteY7" fmla="*/ 857250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0" h="857250">
                <a:moveTo>
                  <a:pt x="0" y="857250"/>
                </a:moveTo>
                <a:lnTo>
                  <a:pt x="0" y="149828"/>
                </a:lnTo>
                <a:lnTo>
                  <a:pt x="7540609" y="149828"/>
                </a:lnTo>
                <a:lnTo>
                  <a:pt x="8245698" y="0"/>
                </a:lnTo>
                <a:lnTo>
                  <a:pt x="8933831" y="149828"/>
                </a:lnTo>
                <a:lnTo>
                  <a:pt x="9144000" y="149828"/>
                </a:lnTo>
                <a:lnTo>
                  <a:pt x="9144000" y="857250"/>
                </a:lnTo>
                <a:lnTo>
                  <a:pt x="0" y="857250"/>
                </a:lnTo>
                <a:close/>
              </a:path>
            </a:pathLst>
          </a:custGeom>
          <a:gradFill>
            <a:gsLst>
              <a:gs pos="0">
                <a:srgbClr val="ED1A7D"/>
              </a:gs>
              <a:gs pos="50000">
                <a:srgbClr val="BB1B6D"/>
              </a:gs>
              <a:gs pos="100000">
                <a:srgbClr val="891D5D"/>
              </a:gs>
            </a:gsLst>
            <a:lin ang="0" scaled="1"/>
          </a:gradFill>
          <a:ln w="81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lvl="0" defTabSz="914400" eaLnBrk="1" latinLnBrk="0" hangingPunct="1"/>
            <a:endParaRPr lang="en-AU" sz="1800" kern="1200">
              <a:solidFill>
                <a:schemeClr val="tx1"/>
              </a:solidFill>
              <a:latin typeface="+mn-lt"/>
              <a:ea typeface="+mn-ea"/>
              <a:cs typeface="+mn-cs"/>
            </a:endParaRPr>
          </a:p>
        </p:txBody>
      </p:sp>
      <p:sp>
        <p:nvSpPr>
          <p:cNvPr id="14" name="Freeform: Shape 13">
            <a:extLst>
              <a:ext uri="{FF2B5EF4-FFF2-40B4-BE49-F238E27FC236}">
                <a16:creationId xmlns:a16="http://schemas.microsoft.com/office/drawing/2014/main" id="{6332EFC7-40EB-E5E0-6D5B-205A7815463F}"/>
              </a:ext>
            </a:extLst>
          </p:cNvPr>
          <p:cNvSpPr/>
          <p:nvPr/>
        </p:nvSpPr>
        <p:spPr>
          <a:xfrm>
            <a:off x="7540608" y="4441555"/>
            <a:ext cx="1246536" cy="285083"/>
          </a:xfrm>
          <a:custGeom>
            <a:avLst/>
            <a:gdLst>
              <a:gd name="connsiteX0" fmla="*/ 718995 w 1246536"/>
              <a:gd name="connsiteY0" fmla="*/ 0 h 285083"/>
              <a:gd name="connsiteX1" fmla="*/ 769239 w 1246536"/>
              <a:gd name="connsiteY1" fmla="*/ 10668 h 285083"/>
              <a:gd name="connsiteX2" fmla="*/ 842391 w 1246536"/>
              <a:gd name="connsiteY2" fmla="*/ 94726 h 285083"/>
              <a:gd name="connsiteX3" fmla="*/ 769239 w 1246536"/>
              <a:gd name="connsiteY3" fmla="*/ 147876 h 285083"/>
              <a:gd name="connsiteX4" fmla="*/ 718995 w 1246536"/>
              <a:gd name="connsiteY4" fmla="*/ 137208 h 285083"/>
              <a:gd name="connsiteX5" fmla="*/ 718995 w 1246536"/>
              <a:gd name="connsiteY5" fmla="*/ 48 h 285083"/>
              <a:gd name="connsiteX6" fmla="*/ 769239 w 1246536"/>
              <a:gd name="connsiteY6" fmla="*/ 116729 h 285083"/>
              <a:gd name="connsiteX7" fmla="*/ 808530 w 1246536"/>
              <a:gd name="connsiteY7" fmla="*/ 87535 h 285083"/>
              <a:gd name="connsiteX8" fmla="*/ 769239 w 1246536"/>
              <a:gd name="connsiteY8" fmla="*/ 41624 h 285083"/>
              <a:gd name="connsiteX9" fmla="*/ 752856 w 1246536"/>
              <a:gd name="connsiteY9" fmla="*/ 38148 h 285083"/>
              <a:gd name="connsiteX10" fmla="*/ 752856 w 1246536"/>
              <a:gd name="connsiteY10" fmla="*/ 113252 h 285083"/>
              <a:gd name="connsiteX11" fmla="*/ 769239 w 1246536"/>
              <a:gd name="connsiteY11" fmla="*/ 116729 h 285083"/>
              <a:gd name="connsiteX12" fmla="*/ 947024 w 1246536"/>
              <a:gd name="connsiteY12" fmla="*/ 48482 h 285083"/>
              <a:gd name="connsiteX13" fmla="*/ 947024 w 1246536"/>
              <a:gd name="connsiteY13" fmla="*/ 79391 h 285083"/>
              <a:gd name="connsiteX14" fmla="*/ 917067 w 1246536"/>
              <a:gd name="connsiteY14" fmla="*/ 73009 h 285083"/>
              <a:gd name="connsiteX15" fmla="*/ 917067 w 1246536"/>
              <a:gd name="connsiteY15" fmla="*/ 148114 h 285083"/>
              <a:gd name="connsiteX16" fmla="*/ 947024 w 1246536"/>
              <a:gd name="connsiteY16" fmla="*/ 154496 h 285083"/>
              <a:gd name="connsiteX17" fmla="*/ 947024 w 1246536"/>
              <a:gd name="connsiteY17" fmla="*/ 185642 h 285083"/>
              <a:gd name="connsiteX18" fmla="*/ 853393 w 1246536"/>
              <a:gd name="connsiteY18" fmla="*/ 165735 h 285083"/>
              <a:gd name="connsiteX19" fmla="*/ 853393 w 1246536"/>
              <a:gd name="connsiteY19" fmla="*/ 134588 h 285083"/>
              <a:gd name="connsiteX20" fmla="*/ 883349 w 1246536"/>
              <a:gd name="connsiteY20" fmla="*/ 140970 h 285083"/>
              <a:gd name="connsiteX21" fmla="*/ 883349 w 1246536"/>
              <a:gd name="connsiteY21" fmla="*/ 65865 h 285083"/>
              <a:gd name="connsiteX22" fmla="*/ 853393 w 1246536"/>
              <a:gd name="connsiteY22" fmla="*/ 59484 h 285083"/>
              <a:gd name="connsiteX23" fmla="*/ 853393 w 1246536"/>
              <a:gd name="connsiteY23" fmla="*/ 28575 h 285083"/>
              <a:gd name="connsiteX24" fmla="*/ 947024 w 1246536"/>
              <a:gd name="connsiteY24" fmla="*/ 48482 h 285083"/>
              <a:gd name="connsiteX25" fmla="*/ 1026319 w 1246536"/>
              <a:gd name="connsiteY25" fmla="*/ 62627 h 285083"/>
              <a:gd name="connsiteX26" fmla="*/ 1094994 w 1246536"/>
              <a:gd name="connsiteY26" fmla="*/ 148447 h 285083"/>
              <a:gd name="connsiteX27" fmla="*/ 1026319 w 1246536"/>
              <a:gd name="connsiteY27" fmla="*/ 205264 h 285083"/>
              <a:gd name="connsiteX28" fmla="*/ 957263 w 1246536"/>
              <a:gd name="connsiteY28" fmla="*/ 119205 h 285083"/>
              <a:gd name="connsiteX29" fmla="*/ 1026319 w 1246536"/>
              <a:gd name="connsiteY29" fmla="*/ 62675 h 285083"/>
              <a:gd name="connsiteX30" fmla="*/ 1026319 w 1246536"/>
              <a:gd name="connsiteY30" fmla="*/ 173117 h 285083"/>
              <a:gd name="connsiteX31" fmla="*/ 1060180 w 1246536"/>
              <a:gd name="connsiteY31" fmla="*/ 141018 h 285083"/>
              <a:gd name="connsiteX32" fmla="*/ 1026319 w 1246536"/>
              <a:gd name="connsiteY32" fmla="*/ 94726 h 285083"/>
              <a:gd name="connsiteX33" fmla="*/ 992267 w 1246536"/>
              <a:gd name="connsiteY33" fmla="*/ 126587 h 285083"/>
              <a:gd name="connsiteX34" fmla="*/ 1026319 w 1246536"/>
              <a:gd name="connsiteY34" fmla="*/ 173117 h 285083"/>
              <a:gd name="connsiteX35" fmla="*/ 1111949 w 1246536"/>
              <a:gd name="connsiteY35" fmla="*/ 83534 h 285083"/>
              <a:gd name="connsiteX36" fmla="*/ 1175814 w 1246536"/>
              <a:gd name="connsiteY36" fmla="*/ 97107 h 285083"/>
              <a:gd name="connsiteX37" fmla="*/ 1212675 w 1246536"/>
              <a:gd name="connsiteY37" fmla="*/ 230791 h 285083"/>
              <a:gd name="connsiteX38" fmla="*/ 1212675 w 1246536"/>
              <a:gd name="connsiteY38" fmla="*/ 104918 h 285083"/>
              <a:gd name="connsiteX39" fmla="*/ 1246537 w 1246536"/>
              <a:gd name="connsiteY39" fmla="*/ 112109 h 285083"/>
              <a:gd name="connsiteX40" fmla="*/ 1246537 w 1246536"/>
              <a:gd name="connsiteY40" fmla="*/ 249269 h 285083"/>
              <a:gd name="connsiteX41" fmla="*/ 1182672 w 1246536"/>
              <a:gd name="connsiteY41" fmla="*/ 235696 h 285083"/>
              <a:gd name="connsiteX42" fmla="*/ 1145810 w 1246536"/>
              <a:gd name="connsiteY42" fmla="*/ 102013 h 285083"/>
              <a:gd name="connsiteX43" fmla="*/ 1145810 w 1246536"/>
              <a:gd name="connsiteY43" fmla="*/ 227886 h 285083"/>
              <a:gd name="connsiteX44" fmla="*/ 1111949 w 1246536"/>
              <a:gd name="connsiteY44" fmla="*/ 220694 h 285083"/>
              <a:gd name="connsiteX45" fmla="*/ 1111949 w 1246536"/>
              <a:gd name="connsiteY45" fmla="*/ 83534 h 285083"/>
              <a:gd name="connsiteX46" fmla="*/ 42101 w 1246536"/>
              <a:gd name="connsiteY46" fmla="*/ 138970 h 285083"/>
              <a:gd name="connsiteX47" fmla="*/ 104108 w 1246536"/>
              <a:gd name="connsiteY47" fmla="*/ 125778 h 285083"/>
              <a:gd name="connsiteX48" fmla="*/ 145971 w 1246536"/>
              <a:gd name="connsiteY48" fmla="*/ 254032 h 285083"/>
              <a:gd name="connsiteX49" fmla="*/ 110061 w 1246536"/>
              <a:gd name="connsiteY49" fmla="*/ 261652 h 285083"/>
              <a:gd name="connsiteX50" fmla="*/ 97774 w 1246536"/>
              <a:gd name="connsiteY50" fmla="*/ 222837 h 285083"/>
              <a:gd name="connsiteX51" fmla="*/ 47863 w 1246536"/>
              <a:gd name="connsiteY51" fmla="*/ 233458 h 285083"/>
              <a:gd name="connsiteX52" fmla="*/ 35576 w 1246536"/>
              <a:gd name="connsiteY52" fmla="*/ 277511 h 285083"/>
              <a:gd name="connsiteX53" fmla="*/ 0 w 1246536"/>
              <a:gd name="connsiteY53" fmla="*/ 285083 h 285083"/>
              <a:gd name="connsiteX54" fmla="*/ 42053 w 1246536"/>
              <a:gd name="connsiteY54" fmla="*/ 138970 h 285083"/>
              <a:gd name="connsiteX55" fmla="*/ 88440 w 1246536"/>
              <a:gd name="connsiteY55" fmla="*/ 193929 h 285083"/>
              <a:gd name="connsiteX56" fmla="*/ 72819 w 1246536"/>
              <a:gd name="connsiteY56" fmla="*/ 144923 h 285083"/>
              <a:gd name="connsiteX57" fmla="*/ 57198 w 1246536"/>
              <a:gd name="connsiteY57" fmla="*/ 200597 h 285083"/>
              <a:gd name="connsiteX58" fmla="*/ 88488 w 1246536"/>
              <a:gd name="connsiteY58" fmla="*/ 193929 h 285083"/>
              <a:gd name="connsiteX59" fmla="*/ 214646 w 1246536"/>
              <a:gd name="connsiteY59" fmla="*/ 242173 h 285083"/>
              <a:gd name="connsiteX60" fmla="*/ 148733 w 1246536"/>
              <a:gd name="connsiteY60" fmla="*/ 199930 h 285083"/>
              <a:gd name="connsiteX61" fmla="*/ 183738 w 1246536"/>
              <a:gd name="connsiteY61" fmla="*/ 192500 h 285083"/>
              <a:gd name="connsiteX62" fmla="*/ 215408 w 1246536"/>
              <a:gd name="connsiteY62" fmla="*/ 212408 h 285083"/>
              <a:gd name="connsiteX63" fmla="*/ 239030 w 1246536"/>
              <a:gd name="connsiteY63" fmla="*/ 195310 h 285083"/>
              <a:gd name="connsiteX64" fmla="*/ 227886 w 1246536"/>
              <a:gd name="connsiteY64" fmla="*/ 187166 h 285083"/>
              <a:gd name="connsiteX65" fmla="*/ 183975 w 1246536"/>
              <a:gd name="connsiteY65" fmla="*/ 184452 h 285083"/>
              <a:gd name="connsiteX66" fmla="*/ 154210 w 1246536"/>
              <a:gd name="connsiteY66" fmla="*/ 153210 h 285083"/>
              <a:gd name="connsiteX67" fmla="*/ 207645 w 1246536"/>
              <a:gd name="connsiteY67" fmla="*/ 101013 h 285083"/>
              <a:gd name="connsiteX68" fmla="*/ 268891 w 1246536"/>
              <a:gd name="connsiteY68" fmla="*/ 138017 h 285083"/>
              <a:gd name="connsiteX69" fmla="*/ 234077 w 1246536"/>
              <a:gd name="connsiteY69" fmla="*/ 145399 h 285083"/>
              <a:gd name="connsiteX70" fmla="*/ 208217 w 1246536"/>
              <a:gd name="connsiteY70" fmla="*/ 129873 h 285083"/>
              <a:gd name="connsiteX71" fmla="*/ 189215 w 1246536"/>
              <a:gd name="connsiteY71" fmla="*/ 145018 h 285083"/>
              <a:gd name="connsiteX72" fmla="*/ 199454 w 1246536"/>
              <a:gd name="connsiteY72" fmla="*/ 152352 h 285083"/>
              <a:gd name="connsiteX73" fmla="*/ 242078 w 1246536"/>
              <a:gd name="connsiteY73" fmla="*/ 154400 h 285083"/>
              <a:gd name="connsiteX74" fmla="*/ 273891 w 1246536"/>
              <a:gd name="connsiteY74" fmla="*/ 186357 h 285083"/>
              <a:gd name="connsiteX75" fmla="*/ 214694 w 1246536"/>
              <a:gd name="connsiteY75" fmla="*/ 242125 h 285083"/>
              <a:gd name="connsiteX76" fmla="*/ 283702 w 1246536"/>
              <a:gd name="connsiteY76" fmla="*/ 156115 h 285083"/>
              <a:gd name="connsiteX77" fmla="*/ 353330 w 1246536"/>
              <a:gd name="connsiteY77" fmla="*/ 70104 h 285083"/>
              <a:gd name="connsiteX78" fmla="*/ 419767 w 1246536"/>
              <a:gd name="connsiteY78" fmla="*/ 111633 h 285083"/>
              <a:gd name="connsiteX79" fmla="*/ 384953 w 1246536"/>
              <a:gd name="connsiteY79" fmla="*/ 119015 h 285083"/>
              <a:gd name="connsiteX80" fmla="*/ 353473 w 1246536"/>
              <a:gd name="connsiteY80" fmla="*/ 102156 h 285083"/>
              <a:gd name="connsiteX81" fmla="*/ 318659 w 1246536"/>
              <a:gd name="connsiteY81" fmla="*/ 148638 h 285083"/>
              <a:gd name="connsiteX82" fmla="*/ 353473 w 1246536"/>
              <a:gd name="connsiteY82" fmla="*/ 180546 h 285083"/>
              <a:gd name="connsiteX83" fmla="*/ 384953 w 1246536"/>
              <a:gd name="connsiteY83" fmla="*/ 150114 h 285083"/>
              <a:gd name="connsiteX84" fmla="*/ 419767 w 1246536"/>
              <a:gd name="connsiteY84" fmla="*/ 142732 h 285083"/>
              <a:gd name="connsiteX85" fmla="*/ 353330 w 1246536"/>
              <a:gd name="connsiteY85" fmla="*/ 212693 h 285083"/>
              <a:gd name="connsiteX86" fmla="*/ 283702 w 1246536"/>
              <a:gd name="connsiteY86" fmla="*/ 156115 h 285083"/>
              <a:gd name="connsiteX87" fmla="*/ 436340 w 1246536"/>
              <a:gd name="connsiteY87" fmla="*/ 55150 h 285083"/>
              <a:gd name="connsiteX88" fmla="*/ 540782 w 1246536"/>
              <a:gd name="connsiteY88" fmla="*/ 32956 h 285083"/>
              <a:gd name="connsiteX89" fmla="*/ 540782 w 1246536"/>
              <a:gd name="connsiteY89" fmla="*/ 63865 h 285083"/>
              <a:gd name="connsiteX90" fmla="*/ 470440 w 1246536"/>
              <a:gd name="connsiteY90" fmla="*/ 78819 h 285083"/>
              <a:gd name="connsiteX91" fmla="*/ 470440 w 1246536"/>
              <a:gd name="connsiteY91" fmla="*/ 101775 h 285083"/>
              <a:gd name="connsiteX92" fmla="*/ 531495 w 1246536"/>
              <a:gd name="connsiteY92" fmla="*/ 88821 h 285083"/>
              <a:gd name="connsiteX93" fmla="*/ 531495 w 1246536"/>
              <a:gd name="connsiteY93" fmla="*/ 118015 h 285083"/>
              <a:gd name="connsiteX94" fmla="*/ 470440 w 1246536"/>
              <a:gd name="connsiteY94" fmla="*/ 131016 h 285083"/>
              <a:gd name="connsiteX95" fmla="*/ 470440 w 1246536"/>
              <a:gd name="connsiteY95" fmla="*/ 154162 h 285083"/>
              <a:gd name="connsiteX96" fmla="*/ 540782 w 1246536"/>
              <a:gd name="connsiteY96" fmla="*/ 139208 h 285083"/>
              <a:gd name="connsiteX97" fmla="*/ 540782 w 1246536"/>
              <a:gd name="connsiteY97" fmla="*/ 170117 h 285083"/>
              <a:gd name="connsiteX98" fmla="*/ 436340 w 1246536"/>
              <a:gd name="connsiteY98" fmla="*/ 192310 h 285083"/>
              <a:gd name="connsiteX99" fmla="*/ 436340 w 1246536"/>
              <a:gd name="connsiteY99" fmla="*/ 55150 h 285083"/>
              <a:gd name="connsiteX100" fmla="*/ 561308 w 1246536"/>
              <a:gd name="connsiteY100" fmla="*/ 28623 h 285083"/>
              <a:gd name="connsiteX101" fmla="*/ 625173 w 1246536"/>
              <a:gd name="connsiteY101" fmla="*/ 15049 h 285083"/>
              <a:gd name="connsiteX102" fmla="*/ 662035 w 1246536"/>
              <a:gd name="connsiteY102" fmla="*/ 133112 h 285083"/>
              <a:gd name="connsiteX103" fmla="*/ 662035 w 1246536"/>
              <a:gd name="connsiteY103" fmla="*/ 7239 h 285083"/>
              <a:gd name="connsiteX104" fmla="*/ 695897 w 1246536"/>
              <a:gd name="connsiteY104" fmla="*/ 48 h 285083"/>
              <a:gd name="connsiteX105" fmla="*/ 695897 w 1246536"/>
              <a:gd name="connsiteY105" fmla="*/ 137208 h 285083"/>
              <a:gd name="connsiteX106" fmla="*/ 632032 w 1246536"/>
              <a:gd name="connsiteY106" fmla="*/ 150781 h 285083"/>
              <a:gd name="connsiteX107" fmla="*/ 595170 w 1246536"/>
              <a:gd name="connsiteY107" fmla="*/ 32718 h 285083"/>
              <a:gd name="connsiteX108" fmla="*/ 595170 w 1246536"/>
              <a:gd name="connsiteY108" fmla="*/ 158591 h 285083"/>
              <a:gd name="connsiteX109" fmla="*/ 561308 w 1246536"/>
              <a:gd name="connsiteY109" fmla="*/ 165783 h 285083"/>
              <a:gd name="connsiteX110" fmla="*/ 561308 w 1246536"/>
              <a:gd name="connsiteY110" fmla="*/ 28623 h 285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246536" h="285083">
                <a:moveTo>
                  <a:pt x="718995" y="0"/>
                </a:moveTo>
                <a:lnTo>
                  <a:pt x="769239" y="10668"/>
                </a:lnTo>
                <a:cubicBezTo>
                  <a:pt x="805149" y="18288"/>
                  <a:pt x="842391" y="35766"/>
                  <a:pt x="842391" y="94726"/>
                </a:cubicBezTo>
                <a:cubicBezTo>
                  <a:pt x="842391" y="153876"/>
                  <a:pt x="805149" y="155496"/>
                  <a:pt x="769239" y="147876"/>
                </a:cubicBezTo>
                <a:lnTo>
                  <a:pt x="718995" y="137208"/>
                </a:lnTo>
                <a:lnTo>
                  <a:pt x="718995" y="48"/>
                </a:lnTo>
                <a:close/>
                <a:moveTo>
                  <a:pt x="769239" y="116729"/>
                </a:moveTo>
                <a:cubicBezTo>
                  <a:pt x="791766" y="121539"/>
                  <a:pt x="808530" y="124301"/>
                  <a:pt x="808530" y="87535"/>
                </a:cubicBezTo>
                <a:cubicBezTo>
                  <a:pt x="808530" y="50768"/>
                  <a:pt x="791623" y="46387"/>
                  <a:pt x="769239" y="41624"/>
                </a:cubicBezTo>
                <a:lnTo>
                  <a:pt x="752856" y="38148"/>
                </a:lnTo>
                <a:lnTo>
                  <a:pt x="752856" y="113252"/>
                </a:lnTo>
                <a:cubicBezTo>
                  <a:pt x="752856" y="113252"/>
                  <a:pt x="769239" y="116729"/>
                  <a:pt x="769239" y="116729"/>
                </a:cubicBezTo>
                <a:close/>
                <a:moveTo>
                  <a:pt x="947024" y="48482"/>
                </a:moveTo>
                <a:lnTo>
                  <a:pt x="947024" y="79391"/>
                </a:lnTo>
                <a:cubicBezTo>
                  <a:pt x="947024" y="79391"/>
                  <a:pt x="917067" y="73009"/>
                  <a:pt x="917067" y="73009"/>
                </a:cubicBezTo>
                <a:lnTo>
                  <a:pt x="917067" y="148114"/>
                </a:lnTo>
                <a:cubicBezTo>
                  <a:pt x="917067" y="148114"/>
                  <a:pt x="947024" y="154496"/>
                  <a:pt x="947024" y="154496"/>
                </a:cubicBezTo>
                <a:lnTo>
                  <a:pt x="947024" y="185642"/>
                </a:lnTo>
                <a:cubicBezTo>
                  <a:pt x="947024" y="185642"/>
                  <a:pt x="853393" y="165735"/>
                  <a:pt x="853393" y="165735"/>
                </a:cubicBezTo>
                <a:lnTo>
                  <a:pt x="853393" y="134588"/>
                </a:lnTo>
                <a:cubicBezTo>
                  <a:pt x="853393" y="134588"/>
                  <a:pt x="883349" y="140970"/>
                  <a:pt x="883349" y="140970"/>
                </a:cubicBezTo>
                <a:lnTo>
                  <a:pt x="883349" y="65865"/>
                </a:lnTo>
                <a:cubicBezTo>
                  <a:pt x="883349" y="65865"/>
                  <a:pt x="853393" y="59484"/>
                  <a:pt x="853393" y="59484"/>
                </a:cubicBezTo>
                <a:lnTo>
                  <a:pt x="853393" y="28575"/>
                </a:lnTo>
                <a:cubicBezTo>
                  <a:pt x="853393" y="28575"/>
                  <a:pt x="947024" y="48482"/>
                  <a:pt x="947024" y="48482"/>
                </a:cubicBezTo>
                <a:close/>
                <a:moveTo>
                  <a:pt x="1026319" y="62627"/>
                </a:moveTo>
                <a:cubicBezTo>
                  <a:pt x="1068944" y="71676"/>
                  <a:pt x="1094994" y="107966"/>
                  <a:pt x="1094994" y="148447"/>
                </a:cubicBezTo>
                <a:cubicBezTo>
                  <a:pt x="1094994" y="189119"/>
                  <a:pt x="1068944" y="214313"/>
                  <a:pt x="1026319" y="205264"/>
                </a:cubicBezTo>
                <a:cubicBezTo>
                  <a:pt x="983504" y="196167"/>
                  <a:pt x="957263" y="159829"/>
                  <a:pt x="957263" y="119205"/>
                </a:cubicBezTo>
                <a:cubicBezTo>
                  <a:pt x="957263" y="78724"/>
                  <a:pt x="983504" y="53578"/>
                  <a:pt x="1026319" y="62675"/>
                </a:cubicBezTo>
                <a:moveTo>
                  <a:pt x="1026319" y="173117"/>
                </a:moveTo>
                <a:cubicBezTo>
                  <a:pt x="1049036" y="177927"/>
                  <a:pt x="1060180" y="165926"/>
                  <a:pt x="1060180" y="141018"/>
                </a:cubicBezTo>
                <a:cubicBezTo>
                  <a:pt x="1060180" y="116110"/>
                  <a:pt x="1048846" y="99489"/>
                  <a:pt x="1026319" y="94726"/>
                </a:cubicBezTo>
                <a:cubicBezTo>
                  <a:pt x="1003602" y="89916"/>
                  <a:pt x="992267" y="101870"/>
                  <a:pt x="992267" y="126587"/>
                </a:cubicBezTo>
                <a:cubicBezTo>
                  <a:pt x="992267" y="151495"/>
                  <a:pt x="1003649" y="168307"/>
                  <a:pt x="1026319" y="173117"/>
                </a:cubicBezTo>
                <a:moveTo>
                  <a:pt x="1111949" y="83534"/>
                </a:moveTo>
                <a:lnTo>
                  <a:pt x="1175814" y="97107"/>
                </a:lnTo>
                <a:lnTo>
                  <a:pt x="1212675" y="230791"/>
                </a:lnTo>
                <a:lnTo>
                  <a:pt x="1212675" y="104918"/>
                </a:lnTo>
                <a:cubicBezTo>
                  <a:pt x="1212675" y="104918"/>
                  <a:pt x="1246537" y="112109"/>
                  <a:pt x="1246537" y="112109"/>
                </a:cubicBezTo>
                <a:lnTo>
                  <a:pt x="1246537" y="249269"/>
                </a:lnTo>
                <a:cubicBezTo>
                  <a:pt x="1246537" y="249269"/>
                  <a:pt x="1182672" y="235696"/>
                  <a:pt x="1182672" y="235696"/>
                </a:cubicBezTo>
                <a:lnTo>
                  <a:pt x="1145810" y="102013"/>
                </a:lnTo>
                <a:lnTo>
                  <a:pt x="1145810" y="227886"/>
                </a:lnTo>
                <a:cubicBezTo>
                  <a:pt x="1145810" y="227886"/>
                  <a:pt x="1111949" y="220694"/>
                  <a:pt x="1111949" y="220694"/>
                </a:cubicBezTo>
                <a:lnTo>
                  <a:pt x="1111949" y="83534"/>
                </a:lnTo>
                <a:close/>
                <a:moveTo>
                  <a:pt x="42101" y="138970"/>
                </a:moveTo>
                <a:lnTo>
                  <a:pt x="104108" y="125778"/>
                </a:lnTo>
                <a:lnTo>
                  <a:pt x="145971" y="254032"/>
                </a:lnTo>
                <a:lnTo>
                  <a:pt x="110061" y="261652"/>
                </a:lnTo>
                <a:lnTo>
                  <a:pt x="97774" y="222837"/>
                </a:lnTo>
                <a:lnTo>
                  <a:pt x="47863" y="233458"/>
                </a:lnTo>
                <a:lnTo>
                  <a:pt x="35576" y="277511"/>
                </a:lnTo>
                <a:lnTo>
                  <a:pt x="0" y="285083"/>
                </a:lnTo>
                <a:lnTo>
                  <a:pt x="42053" y="138970"/>
                </a:lnTo>
                <a:close/>
                <a:moveTo>
                  <a:pt x="88440" y="193929"/>
                </a:moveTo>
                <a:lnTo>
                  <a:pt x="72819" y="144923"/>
                </a:lnTo>
                <a:lnTo>
                  <a:pt x="57198" y="200597"/>
                </a:lnTo>
                <a:lnTo>
                  <a:pt x="88488" y="193929"/>
                </a:lnTo>
                <a:close/>
                <a:moveTo>
                  <a:pt x="214646" y="242173"/>
                </a:moveTo>
                <a:cubicBezTo>
                  <a:pt x="168307" y="252031"/>
                  <a:pt x="148733" y="235553"/>
                  <a:pt x="148733" y="199930"/>
                </a:cubicBezTo>
                <a:lnTo>
                  <a:pt x="183738" y="192500"/>
                </a:lnTo>
                <a:cubicBezTo>
                  <a:pt x="183738" y="211979"/>
                  <a:pt x="190977" y="217599"/>
                  <a:pt x="215408" y="212408"/>
                </a:cubicBezTo>
                <a:cubicBezTo>
                  <a:pt x="231982" y="208883"/>
                  <a:pt x="239030" y="203883"/>
                  <a:pt x="239030" y="195310"/>
                </a:cubicBezTo>
                <a:cubicBezTo>
                  <a:pt x="239030" y="190452"/>
                  <a:pt x="235315" y="187547"/>
                  <a:pt x="227886" y="187166"/>
                </a:cubicBezTo>
                <a:lnTo>
                  <a:pt x="183975" y="184452"/>
                </a:lnTo>
                <a:cubicBezTo>
                  <a:pt x="161258" y="182880"/>
                  <a:pt x="154210" y="170545"/>
                  <a:pt x="154210" y="153210"/>
                </a:cubicBezTo>
                <a:cubicBezTo>
                  <a:pt x="154210" y="126540"/>
                  <a:pt x="173212" y="108299"/>
                  <a:pt x="207645" y="101013"/>
                </a:cubicBezTo>
                <a:cubicBezTo>
                  <a:pt x="248603" y="92297"/>
                  <a:pt x="268891" y="108252"/>
                  <a:pt x="268891" y="138017"/>
                </a:cubicBezTo>
                <a:lnTo>
                  <a:pt x="234077" y="145399"/>
                </a:lnTo>
                <a:cubicBezTo>
                  <a:pt x="234077" y="130635"/>
                  <a:pt x="226076" y="126111"/>
                  <a:pt x="208217" y="129873"/>
                </a:cubicBezTo>
                <a:cubicBezTo>
                  <a:pt x="195739" y="132540"/>
                  <a:pt x="189215" y="137208"/>
                  <a:pt x="189215" y="145018"/>
                </a:cubicBezTo>
                <a:cubicBezTo>
                  <a:pt x="189215" y="148923"/>
                  <a:pt x="191262" y="151781"/>
                  <a:pt x="199454" y="152352"/>
                </a:cubicBezTo>
                <a:lnTo>
                  <a:pt x="242078" y="154400"/>
                </a:lnTo>
                <a:cubicBezTo>
                  <a:pt x="263843" y="155400"/>
                  <a:pt x="273891" y="166306"/>
                  <a:pt x="273891" y="186357"/>
                </a:cubicBezTo>
                <a:cubicBezTo>
                  <a:pt x="273891" y="212408"/>
                  <a:pt x="256747" y="233172"/>
                  <a:pt x="214694" y="242125"/>
                </a:cubicBezTo>
                <a:moveTo>
                  <a:pt x="283702" y="156115"/>
                </a:moveTo>
                <a:cubicBezTo>
                  <a:pt x="283702" y="115633"/>
                  <a:pt x="310325" y="79248"/>
                  <a:pt x="353330" y="70104"/>
                </a:cubicBezTo>
                <a:cubicBezTo>
                  <a:pt x="390906" y="62103"/>
                  <a:pt x="415862" y="78010"/>
                  <a:pt x="419767" y="111633"/>
                </a:cubicBezTo>
                <a:lnTo>
                  <a:pt x="384953" y="119015"/>
                </a:lnTo>
                <a:cubicBezTo>
                  <a:pt x="382143" y="104823"/>
                  <a:pt x="370047" y="98631"/>
                  <a:pt x="353473" y="102156"/>
                </a:cubicBezTo>
                <a:cubicBezTo>
                  <a:pt x="333185" y="106490"/>
                  <a:pt x="318659" y="121634"/>
                  <a:pt x="318659" y="148638"/>
                </a:cubicBezTo>
                <a:cubicBezTo>
                  <a:pt x="318659" y="175879"/>
                  <a:pt x="333185" y="184833"/>
                  <a:pt x="353473" y="180546"/>
                </a:cubicBezTo>
                <a:cubicBezTo>
                  <a:pt x="370047" y="177022"/>
                  <a:pt x="382143" y="165497"/>
                  <a:pt x="384953" y="150114"/>
                </a:cubicBezTo>
                <a:lnTo>
                  <a:pt x="419767" y="142732"/>
                </a:lnTo>
                <a:cubicBezTo>
                  <a:pt x="415862" y="178213"/>
                  <a:pt x="390906" y="204692"/>
                  <a:pt x="353330" y="212693"/>
                </a:cubicBezTo>
                <a:cubicBezTo>
                  <a:pt x="310325" y="221837"/>
                  <a:pt x="283702" y="196739"/>
                  <a:pt x="283702" y="156115"/>
                </a:cubicBezTo>
                <a:moveTo>
                  <a:pt x="436340" y="55150"/>
                </a:moveTo>
                <a:lnTo>
                  <a:pt x="540782" y="32956"/>
                </a:lnTo>
                <a:lnTo>
                  <a:pt x="540782" y="63865"/>
                </a:lnTo>
                <a:cubicBezTo>
                  <a:pt x="540782" y="63865"/>
                  <a:pt x="470440" y="78819"/>
                  <a:pt x="470440" y="78819"/>
                </a:cubicBezTo>
                <a:lnTo>
                  <a:pt x="470440" y="101775"/>
                </a:lnTo>
                <a:cubicBezTo>
                  <a:pt x="470440" y="101775"/>
                  <a:pt x="531495" y="88821"/>
                  <a:pt x="531495" y="88821"/>
                </a:cubicBezTo>
                <a:lnTo>
                  <a:pt x="531495" y="118015"/>
                </a:lnTo>
                <a:cubicBezTo>
                  <a:pt x="531495" y="118015"/>
                  <a:pt x="470440" y="131016"/>
                  <a:pt x="470440" y="131016"/>
                </a:cubicBezTo>
                <a:lnTo>
                  <a:pt x="470440" y="154162"/>
                </a:lnTo>
                <a:cubicBezTo>
                  <a:pt x="470440" y="154162"/>
                  <a:pt x="540782" y="139208"/>
                  <a:pt x="540782" y="139208"/>
                </a:cubicBezTo>
                <a:lnTo>
                  <a:pt x="540782" y="170117"/>
                </a:lnTo>
                <a:cubicBezTo>
                  <a:pt x="540782" y="170117"/>
                  <a:pt x="436340" y="192310"/>
                  <a:pt x="436340" y="192310"/>
                </a:cubicBezTo>
                <a:lnTo>
                  <a:pt x="436340" y="55150"/>
                </a:lnTo>
                <a:close/>
                <a:moveTo>
                  <a:pt x="561308" y="28623"/>
                </a:moveTo>
                <a:lnTo>
                  <a:pt x="625173" y="15049"/>
                </a:lnTo>
                <a:lnTo>
                  <a:pt x="662035" y="133112"/>
                </a:lnTo>
                <a:lnTo>
                  <a:pt x="662035" y="7239"/>
                </a:lnTo>
                <a:cubicBezTo>
                  <a:pt x="662035" y="7239"/>
                  <a:pt x="695897" y="48"/>
                  <a:pt x="695897" y="48"/>
                </a:cubicBezTo>
                <a:lnTo>
                  <a:pt x="695897" y="137208"/>
                </a:lnTo>
                <a:cubicBezTo>
                  <a:pt x="695897" y="137208"/>
                  <a:pt x="632032" y="150781"/>
                  <a:pt x="632032" y="150781"/>
                </a:cubicBezTo>
                <a:lnTo>
                  <a:pt x="595170" y="32718"/>
                </a:lnTo>
                <a:lnTo>
                  <a:pt x="595170" y="158591"/>
                </a:lnTo>
                <a:cubicBezTo>
                  <a:pt x="595170" y="158591"/>
                  <a:pt x="561308" y="165783"/>
                  <a:pt x="561308" y="165783"/>
                </a:cubicBezTo>
                <a:lnTo>
                  <a:pt x="561308" y="28623"/>
                </a:lnTo>
                <a:close/>
              </a:path>
            </a:pathLst>
          </a:custGeom>
          <a:solidFill>
            <a:srgbClr val="FFFFFF"/>
          </a:solidFill>
          <a:ln w="4763" cap="flat">
            <a:noFill/>
            <a:prstDash val="solid"/>
            <a:miter/>
          </a:ln>
        </p:spPr>
        <p:txBody>
          <a:bodyPr rtlCol="0" anchor="ctr"/>
          <a:lstStyle/>
          <a:p>
            <a:endParaRPr lang="en-AU"/>
          </a:p>
        </p:txBody>
      </p:sp>
      <p:grpSp>
        <p:nvGrpSpPr>
          <p:cNvPr id="20" name="Graphic 3">
            <a:extLst>
              <a:ext uri="{FF2B5EF4-FFF2-40B4-BE49-F238E27FC236}">
                <a16:creationId xmlns:a16="http://schemas.microsoft.com/office/drawing/2014/main" id="{11580F78-9730-E8CF-5F00-5083728E0E3D}"/>
              </a:ext>
            </a:extLst>
          </p:cNvPr>
          <p:cNvGrpSpPr/>
          <p:nvPr/>
        </p:nvGrpSpPr>
        <p:grpSpPr>
          <a:xfrm>
            <a:off x="378275" y="4600765"/>
            <a:ext cx="945451" cy="171497"/>
            <a:chOff x="217360" y="4600765"/>
            <a:chExt cx="945451" cy="171497"/>
          </a:xfrm>
          <a:solidFill>
            <a:srgbClr val="FFFFFF"/>
          </a:solidFill>
        </p:grpSpPr>
        <p:grpSp>
          <p:nvGrpSpPr>
            <p:cNvPr id="21" name="Graphic 3">
              <a:extLst>
                <a:ext uri="{FF2B5EF4-FFF2-40B4-BE49-F238E27FC236}">
                  <a16:creationId xmlns:a16="http://schemas.microsoft.com/office/drawing/2014/main" id="{034EE8A3-A127-9A71-99DC-9A0E6F91654D}"/>
                </a:ext>
              </a:extLst>
            </p:cNvPr>
            <p:cNvGrpSpPr/>
            <p:nvPr/>
          </p:nvGrpSpPr>
          <p:grpSpPr>
            <a:xfrm>
              <a:off x="604408" y="4600765"/>
              <a:ext cx="171354" cy="171354"/>
              <a:chOff x="604408" y="4600765"/>
              <a:chExt cx="171354" cy="171354"/>
            </a:xfrm>
            <a:solidFill>
              <a:srgbClr val="FFFFFF"/>
            </a:solidFill>
          </p:grpSpPr>
          <p:sp>
            <p:nvSpPr>
              <p:cNvPr id="22" name="Freeform: Shape 21">
                <a:extLst>
                  <a:ext uri="{FF2B5EF4-FFF2-40B4-BE49-F238E27FC236}">
                    <a16:creationId xmlns:a16="http://schemas.microsoft.com/office/drawing/2014/main" id="{0D5749F5-CE41-31DE-FF35-61FA298CA95A}"/>
                  </a:ext>
                </a:extLst>
              </p:cNvPr>
              <p:cNvSpPr/>
              <p:nvPr/>
            </p:nvSpPr>
            <p:spPr>
              <a:xfrm>
                <a:off x="604408" y="4600765"/>
                <a:ext cx="171354" cy="171354"/>
              </a:xfrm>
              <a:custGeom>
                <a:avLst/>
                <a:gdLst>
                  <a:gd name="connsiteX0" fmla="*/ 85677 w 171354"/>
                  <a:gd name="connsiteY0" fmla="*/ 171355 h 171354"/>
                  <a:gd name="connsiteX1" fmla="*/ 0 w 171354"/>
                  <a:gd name="connsiteY1" fmla="*/ 85677 h 171354"/>
                  <a:gd name="connsiteX2" fmla="*/ 85677 w 171354"/>
                  <a:gd name="connsiteY2" fmla="*/ 0 h 171354"/>
                  <a:gd name="connsiteX3" fmla="*/ 171355 w 171354"/>
                  <a:gd name="connsiteY3" fmla="*/ 85677 h 171354"/>
                  <a:gd name="connsiteX4" fmla="*/ 85677 w 171354"/>
                  <a:gd name="connsiteY4" fmla="*/ 171355 h 171354"/>
                  <a:gd name="connsiteX5" fmla="*/ 85677 w 171354"/>
                  <a:gd name="connsiteY5" fmla="*/ 6667 h 171354"/>
                  <a:gd name="connsiteX6" fmla="*/ 6620 w 171354"/>
                  <a:gd name="connsiteY6" fmla="*/ 85725 h 171354"/>
                  <a:gd name="connsiteX7" fmla="*/ 85677 w 171354"/>
                  <a:gd name="connsiteY7" fmla="*/ 164783 h 171354"/>
                  <a:gd name="connsiteX8" fmla="*/ 164735 w 171354"/>
                  <a:gd name="connsiteY8" fmla="*/ 85725 h 171354"/>
                  <a:gd name="connsiteX9" fmla="*/ 85677 w 171354"/>
                  <a:gd name="connsiteY9" fmla="*/ 6667 h 171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54" h="171354">
                    <a:moveTo>
                      <a:pt x="85677" y="171355"/>
                    </a:moveTo>
                    <a:cubicBezTo>
                      <a:pt x="38433" y="171355"/>
                      <a:pt x="0" y="132921"/>
                      <a:pt x="0" y="85677"/>
                    </a:cubicBezTo>
                    <a:cubicBezTo>
                      <a:pt x="0" y="38433"/>
                      <a:pt x="38433" y="0"/>
                      <a:pt x="85677" y="0"/>
                    </a:cubicBezTo>
                    <a:cubicBezTo>
                      <a:pt x="132921" y="0"/>
                      <a:pt x="171355" y="38433"/>
                      <a:pt x="171355" y="85677"/>
                    </a:cubicBezTo>
                    <a:cubicBezTo>
                      <a:pt x="171355" y="132921"/>
                      <a:pt x="132921" y="171355"/>
                      <a:pt x="85677" y="171355"/>
                    </a:cubicBezTo>
                    <a:close/>
                    <a:moveTo>
                      <a:pt x="85677" y="6667"/>
                    </a:moveTo>
                    <a:cubicBezTo>
                      <a:pt x="42100" y="6667"/>
                      <a:pt x="6620" y="42148"/>
                      <a:pt x="6620" y="85725"/>
                    </a:cubicBezTo>
                    <a:cubicBezTo>
                      <a:pt x="6620" y="129302"/>
                      <a:pt x="42100" y="164783"/>
                      <a:pt x="85677" y="164783"/>
                    </a:cubicBezTo>
                    <a:cubicBezTo>
                      <a:pt x="129254" y="164783"/>
                      <a:pt x="164735" y="129302"/>
                      <a:pt x="164735" y="85725"/>
                    </a:cubicBezTo>
                    <a:cubicBezTo>
                      <a:pt x="164735" y="42148"/>
                      <a:pt x="129254" y="6667"/>
                      <a:pt x="85677" y="6667"/>
                    </a:cubicBezTo>
                    <a:close/>
                  </a:path>
                </a:pathLst>
              </a:custGeom>
              <a:solidFill>
                <a:srgbClr val="FFFFFF"/>
              </a:solidFill>
              <a:ln w="4763" cap="flat">
                <a:noFill/>
                <a:prstDash val="solid"/>
                <a:miter/>
              </a:ln>
            </p:spPr>
            <p:txBody>
              <a:bodyPr rtlCol="0" anchor="ctr"/>
              <a:lstStyle/>
              <a:p>
                <a:endParaRPr lang="en-AU"/>
              </a:p>
            </p:txBody>
          </p:sp>
          <p:sp>
            <p:nvSpPr>
              <p:cNvPr id="23" name="Freeform: Shape 22">
                <a:extLst>
                  <a:ext uri="{FF2B5EF4-FFF2-40B4-BE49-F238E27FC236}">
                    <a16:creationId xmlns:a16="http://schemas.microsoft.com/office/drawing/2014/main" id="{044BA208-EA2B-AEB2-6DA2-25482C2C6D12}"/>
                  </a:ext>
                </a:extLst>
              </p:cNvPr>
              <p:cNvSpPr/>
              <p:nvPr/>
            </p:nvSpPr>
            <p:spPr>
              <a:xfrm>
                <a:off x="637460" y="4634007"/>
                <a:ext cx="105203" cy="104965"/>
              </a:xfrm>
              <a:custGeom>
                <a:avLst/>
                <a:gdLst>
                  <a:gd name="connsiteX0" fmla="*/ 28384 w 105203"/>
                  <a:gd name="connsiteY0" fmla="*/ 0 h 104965"/>
                  <a:gd name="connsiteX1" fmla="*/ 76819 w 105203"/>
                  <a:gd name="connsiteY1" fmla="*/ 0 h 104965"/>
                  <a:gd name="connsiteX2" fmla="*/ 105204 w 105203"/>
                  <a:gd name="connsiteY2" fmla="*/ 28385 h 104965"/>
                  <a:gd name="connsiteX3" fmla="*/ 105204 w 105203"/>
                  <a:gd name="connsiteY3" fmla="*/ 76581 h 104965"/>
                  <a:gd name="connsiteX4" fmla="*/ 76819 w 105203"/>
                  <a:gd name="connsiteY4" fmla="*/ 104966 h 104965"/>
                  <a:gd name="connsiteX5" fmla="*/ 28384 w 105203"/>
                  <a:gd name="connsiteY5" fmla="*/ 104966 h 104965"/>
                  <a:gd name="connsiteX6" fmla="*/ 0 w 105203"/>
                  <a:gd name="connsiteY6" fmla="*/ 76581 h 104965"/>
                  <a:gd name="connsiteX7" fmla="*/ 0 w 105203"/>
                  <a:gd name="connsiteY7" fmla="*/ 28385 h 104965"/>
                  <a:gd name="connsiteX8" fmla="*/ 28384 w 105203"/>
                  <a:gd name="connsiteY8" fmla="*/ 0 h 104965"/>
                  <a:gd name="connsiteX9" fmla="*/ 28384 w 105203"/>
                  <a:gd name="connsiteY9" fmla="*/ 0 h 104965"/>
                  <a:gd name="connsiteX10" fmla="*/ 80867 w 105203"/>
                  <a:gd name="connsiteY10" fmla="*/ 18336 h 104965"/>
                  <a:gd name="connsiteX11" fmla="*/ 80867 w 105203"/>
                  <a:gd name="connsiteY11" fmla="*/ 18336 h 104965"/>
                  <a:gd name="connsiteX12" fmla="*/ 86916 w 105203"/>
                  <a:gd name="connsiteY12" fmla="*/ 24384 h 104965"/>
                  <a:gd name="connsiteX13" fmla="*/ 86916 w 105203"/>
                  <a:gd name="connsiteY13" fmla="*/ 24384 h 104965"/>
                  <a:gd name="connsiteX14" fmla="*/ 80867 w 105203"/>
                  <a:gd name="connsiteY14" fmla="*/ 30432 h 104965"/>
                  <a:gd name="connsiteX15" fmla="*/ 80867 w 105203"/>
                  <a:gd name="connsiteY15" fmla="*/ 30432 h 104965"/>
                  <a:gd name="connsiteX16" fmla="*/ 74819 w 105203"/>
                  <a:gd name="connsiteY16" fmla="*/ 24384 h 104965"/>
                  <a:gd name="connsiteX17" fmla="*/ 74819 w 105203"/>
                  <a:gd name="connsiteY17" fmla="*/ 24384 h 104965"/>
                  <a:gd name="connsiteX18" fmla="*/ 80867 w 105203"/>
                  <a:gd name="connsiteY18" fmla="*/ 18336 h 104965"/>
                  <a:gd name="connsiteX19" fmla="*/ 80867 w 105203"/>
                  <a:gd name="connsiteY19" fmla="*/ 18336 h 104965"/>
                  <a:gd name="connsiteX20" fmla="*/ 52483 w 105203"/>
                  <a:gd name="connsiteY20" fmla="*/ 23860 h 104965"/>
                  <a:gd name="connsiteX21" fmla="*/ 52721 w 105203"/>
                  <a:gd name="connsiteY21" fmla="*/ 23860 h 104965"/>
                  <a:gd name="connsiteX22" fmla="*/ 81343 w 105203"/>
                  <a:gd name="connsiteY22" fmla="*/ 52483 h 104965"/>
                  <a:gd name="connsiteX23" fmla="*/ 81343 w 105203"/>
                  <a:gd name="connsiteY23" fmla="*/ 52483 h 104965"/>
                  <a:gd name="connsiteX24" fmla="*/ 52721 w 105203"/>
                  <a:gd name="connsiteY24" fmla="*/ 81105 h 104965"/>
                  <a:gd name="connsiteX25" fmla="*/ 52483 w 105203"/>
                  <a:gd name="connsiteY25" fmla="*/ 81105 h 104965"/>
                  <a:gd name="connsiteX26" fmla="*/ 24098 w 105203"/>
                  <a:gd name="connsiteY26" fmla="*/ 52483 h 104965"/>
                  <a:gd name="connsiteX27" fmla="*/ 24098 w 105203"/>
                  <a:gd name="connsiteY27" fmla="*/ 52483 h 104965"/>
                  <a:gd name="connsiteX28" fmla="*/ 52483 w 105203"/>
                  <a:gd name="connsiteY28" fmla="*/ 23860 h 104965"/>
                  <a:gd name="connsiteX29" fmla="*/ 52483 w 105203"/>
                  <a:gd name="connsiteY29" fmla="*/ 23860 h 104965"/>
                  <a:gd name="connsiteX30" fmla="*/ 52483 w 105203"/>
                  <a:gd name="connsiteY30" fmla="*/ 33623 h 104965"/>
                  <a:gd name="connsiteX31" fmla="*/ 52721 w 105203"/>
                  <a:gd name="connsiteY31" fmla="*/ 33623 h 104965"/>
                  <a:gd name="connsiteX32" fmla="*/ 71533 w 105203"/>
                  <a:gd name="connsiteY32" fmla="*/ 52435 h 104965"/>
                  <a:gd name="connsiteX33" fmla="*/ 71533 w 105203"/>
                  <a:gd name="connsiteY33" fmla="*/ 52435 h 104965"/>
                  <a:gd name="connsiteX34" fmla="*/ 52721 w 105203"/>
                  <a:gd name="connsiteY34" fmla="*/ 71533 h 104965"/>
                  <a:gd name="connsiteX35" fmla="*/ 52483 w 105203"/>
                  <a:gd name="connsiteY35" fmla="*/ 71533 h 104965"/>
                  <a:gd name="connsiteX36" fmla="*/ 33671 w 105203"/>
                  <a:gd name="connsiteY36" fmla="*/ 52435 h 104965"/>
                  <a:gd name="connsiteX37" fmla="*/ 33671 w 105203"/>
                  <a:gd name="connsiteY37" fmla="*/ 52435 h 104965"/>
                  <a:gd name="connsiteX38" fmla="*/ 52483 w 105203"/>
                  <a:gd name="connsiteY38" fmla="*/ 33623 h 104965"/>
                  <a:gd name="connsiteX39" fmla="*/ 52483 w 105203"/>
                  <a:gd name="connsiteY39" fmla="*/ 33623 h 104965"/>
                  <a:gd name="connsiteX40" fmla="*/ 28623 w 105203"/>
                  <a:gd name="connsiteY40" fmla="*/ 9049 h 104965"/>
                  <a:gd name="connsiteX41" fmla="*/ 76581 w 105203"/>
                  <a:gd name="connsiteY41" fmla="*/ 9049 h 104965"/>
                  <a:gd name="connsiteX42" fmla="*/ 96155 w 105203"/>
                  <a:gd name="connsiteY42" fmla="*/ 28623 h 104965"/>
                  <a:gd name="connsiteX43" fmla="*/ 96155 w 105203"/>
                  <a:gd name="connsiteY43" fmla="*/ 76343 h 104965"/>
                  <a:gd name="connsiteX44" fmla="*/ 76581 w 105203"/>
                  <a:gd name="connsiteY44" fmla="*/ 95917 h 104965"/>
                  <a:gd name="connsiteX45" fmla="*/ 28623 w 105203"/>
                  <a:gd name="connsiteY45" fmla="*/ 95917 h 104965"/>
                  <a:gd name="connsiteX46" fmla="*/ 9049 w 105203"/>
                  <a:gd name="connsiteY46" fmla="*/ 76343 h 104965"/>
                  <a:gd name="connsiteX47" fmla="*/ 9049 w 105203"/>
                  <a:gd name="connsiteY47" fmla="*/ 28623 h 104965"/>
                  <a:gd name="connsiteX48" fmla="*/ 28623 w 105203"/>
                  <a:gd name="connsiteY48" fmla="*/ 9049 h 104965"/>
                  <a:gd name="connsiteX49" fmla="*/ 28623 w 105203"/>
                  <a:gd name="connsiteY49" fmla="*/ 9049 h 104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05203" h="104965">
                    <a:moveTo>
                      <a:pt x="28384" y="0"/>
                    </a:moveTo>
                    <a:lnTo>
                      <a:pt x="76819" y="0"/>
                    </a:lnTo>
                    <a:cubicBezTo>
                      <a:pt x="92392" y="0"/>
                      <a:pt x="105204" y="12811"/>
                      <a:pt x="105204" y="28385"/>
                    </a:cubicBezTo>
                    <a:lnTo>
                      <a:pt x="105204" y="76581"/>
                    </a:lnTo>
                    <a:cubicBezTo>
                      <a:pt x="105204" y="92154"/>
                      <a:pt x="92392" y="104966"/>
                      <a:pt x="76819" y="104966"/>
                    </a:cubicBezTo>
                    <a:lnTo>
                      <a:pt x="28384" y="104966"/>
                    </a:lnTo>
                    <a:cubicBezTo>
                      <a:pt x="12811" y="104966"/>
                      <a:pt x="0" y="92154"/>
                      <a:pt x="0" y="76581"/>
                    </a:cubicBezTo>
                    <a:lnTo>
                      <a:pt x="0" y="28385"/>
                    </a:lnTo>
                    <a:cubicBezTo>
                      <a:pt x="0" y="12811"/>
                      <a:pt x="12811" y="0"/>
                      <a:pt x="28384" y="0"/>
                    </a:cubicBezTo>
                    <a:lnTo>
                      <a:pt x="28384" y="0"/>
                    </a:lnTo>
                    <a:close/>
                    <a:moveTo>
                      <a:pt x="80867" y="18336"/>
                    </a:moveTo>
                    <a:lnTo>
                      <a:pt x="80867" y="18336"/>
                    </a:lnTo>
                    <a:cubicBezTo>
                      <a:pt x="84153" y="18336"/>
                      <a:pt x="86916" y="21098"/>
                      <a:pt x="86916" y="24384"/>
                    </a:cubicBezTo>
                    <a:lnTo>
                      <a:pt x="86916" y="24384"/>
                    </a:lnTo>
                    <a:cubicBezTo>
                      <a:pt x="86916" y="27670"/>
                      <a:pt x="84153" y="30432"/>
                      <a:pt x="80867" y="30432"/>
                    </a:cubicBezTo>
                    <a:lnTo>
                      <a:pt x="80867" y="30432"/>
                    </a:lnTo>
                    <a:cubicBezTo>
                      <a:pt x="77343" y="30432"/>
                      <a:pt x="74819" y="27670"/>
                      <a:pt x="74819" y="24384"/>
                    </a:cubicBezTo>
                    <a:lnTo>
                      <a:pt x="74819" y="24384"/>
                    </a:lnTo>
                    <a:cubicBezTo>
                      <a:pt x="74819" y="21098"/>
                      <a:pt x="77343" y="18336"/>
                      <a:pt x="80867" y="18336"/>
                    </a:cubicBezTo>
                    <a:lnTo>
                      <a:pt x="80867" y="18336"/>
                    </a:lnTo>
                    <a:close/>
                    <a:moveTo>
                      <a:pt x="52483" y="23860"/>
                    </a:moveTo>
                    <a:lnTo>
                      <a:pt x="52721" y="23860"/>
                    </a:lnTo>
                    <a:cubicBezTo>
                      <a:pt x="68294" y="23860"/>
                      <a:pt x="81343" y="36909"/>
                      <a:pt x="81343" y="52483"/>
                    </a:cubicBezTo>
                    <a:lnTo>
                      <a:pt x="81343" y="52483"/>
                    </a:lnTo>
                    <a:cubicBezTo>
                      <a:pt x="81343" y="68294"/>
                      <a:pt x="68294" y="81105"/>
                      <a:pt x="52721" y="81105"/>
                    </a:cubicBezTo>
                    <a:lnTo>
                      <a:pt x="52483" y="81105"/>
                    </a:lnTo>
                    <a:cubicBezTo>
                      <a:pt x="36909" y="81105"/>
                      <a:pt x="24098" y="68294"/>
                      <a:pt x="24098" y="52483"/>
                    </a:cubicBezTo>
                    <a:lnTo>
                      <a:pt x="24098" y="52483"/>
                    </a:lnTo>
                    <a:cubicBezTo>
                      <a:pt x="24098" y="36909"/>
                      <a:pt x="36909" y="23860"/>
                      <a:pt x="52483" y="23860"/>
                    </a:cubicBezTo>
                    <a:lnTo>
                      <a:pt x="52483" y="23860"/>
                    </a:lnTo>
                    <a:close/>
                    <a:moveTo>
                      <a:pt x="52483" y="33623"/>
                    </a:moveTo>
                    <a:lnTo>
                      <a:pt x="52721" y="33623"/>
                    </a:lnTo>
                    <a:cubicBezTo>
                      <a:pt x="63008" y="33623"/>
                      <a:pt x="71533" y="42148"/>
                      <a:pt x="71533" y="52435"/>
                    </a:cubicBezTo>
                    <a:lnTo>
                      <a:pt x="71533" y="52435"/>
                    </a:lnTo>
                    <a:cubicBezTo>
                      <a:pt x="71533" y="62960"/>
                      <a:pt x="63008" y="71533"/>
                      <a:pt x="52721" y="71533"/>
                    </a:cubicBezTo>
                    <a:lnTo>
                      <a:pt x="52483" y="71533"/>
                    </a:lnTo>
                    <a:cubicBezTo>
                      <a:pt x="42196" y="71533"/>
                      <a:pt x="33671" y="63008"/>
                      <a:pt x="33671" y="52435"/>
                    </a:cubicBezTo>
                    <a:lnTo>
                      <a:pt x="33671" y="52435"/>
                    </a:lnTo>
                    <a:cubicBezTo>
                      <a:pt x="33671" y="42148"/>
                      <a:pt x="42196" y="33623"/>
                      <a:pt x="52483" y="33623"/>
                    </a:cubicBezTo>
                    <a:lnTo>
                      <a:pt x="52483" y="33623"/>
                    </a:lnTo>
                    <a:close/>
                    <a:moveTo>
                      <a:pt x="28623" y="9049"/>
                    </a:moveTo>
                    <a:lnTo>
                      <a:pt x="76581" y="9049"/>
                    </a:lnTo>
                    <a:cubicBezTo>
                      <a:pt x="87392" y="9049"/>
                      <a:pt x="96155" y="17812"/>
                      <a:pt x="96155" y="28623"/>
                    </a:cubicBezTo>
                    <a:lnTo>
                      <a:pt x="96155" y="76343"/>
                    </a:lnTo>
                    <a:cubicBezTo>
                      <a:pt x="96155" y="87154"/>
                      <a:pt x="87392" y="95917"/>
                      <a:pt x="76581" y="95917"/>
                    </a:cubicBezTo>
                    <a:lnTo>
                      <a:pt x="28623" y="95917"/>
                    </a:lnTo>
                    <a:cubicBezTo>
                      <a:pt x="17812" y="95917"/>
                      <a:pt x="9049" y="87154"/>
                      <a:pt x="9049" y="76343"/>
                    </a:cubicBezTo>
                    <a:lnTo>
                      <a:pt x="9049" y="28623"/>
                    </a:lnTo>
                    <a:cubicBezTo>
                      <a:pt x="9049" y="17812"/>
                      <a:pt x="17812" y="9049"/>
                      <a:pt x="28623" y="9049"/>
                    </a:cubicBezTo>
                    <a:lnTo>
                      <a:pt x="28623" y="9049"/>
                    </a:lnTo>
                    <a:close/>
                  </a:path>
                </a:pathLst>
              </a:custGeom>
              <a:solidFill>
                <a:srgbClr val="FFFFFF"/>
              </a:solidFill>
              <a:ln w="4763" cap="flat">
                <a:noFill/>
                <a:prstDash val="solid"/>
                <a:miter/>
              </a:ln>
            </p:spPr>
            <p:txBody>
              <a:bodyPr rtlCol="0" anchor="ctr"/>
              <a:lstStyle/>
              <a:p>
                <a:endParaRPr lang="en-AU"/>
              </a:p>
            </p:txBody>
          </p:sp>
        </p:grpSp>
        <p:grpSp>
          <p:nvGrpSpPr>
            <p:cNvPr id="24" name="Graphic 3">
              <a:extLst>
                <a:ext uri="{FF2B5EF4-FFF2-40B4-BE49-F238E27FC236}">
                  <a16:creationId xmlns:a16="http://schemas.microsoft.com/office/drawing/2014/main" id="{1E38CE80-668F-33FD-4068-4CE84CB701AD}"/>
                </a:ext>
              </a:extLst>
            </p:cNvPr>
            <p:cNvGrpSpPr/>
            <p:nvPr/>
          </p:nvGrpSpPr>
          <p:grpSpPr>
            <a:xfrm>
              <a:off x="217360" y="4600908"/>
              <a:ext cx="171354" cy="171354"/>
              <a:chOff x="217360" y="4600908"/>
              <a:chExt cx="171354" cy="171354"/>
            </a:xfrm>
            <a:solidFill>
              <a:srgbClr val="FFFFFF"/>
            </a:solidFill>
          </p:grpSpPr>
          <p:sp>
            <p:nvSpPr>
              <p:cNvPr id="25" name="Freeform: Shape 24">
                <a:extLst>
                  <a:ext uri="{FF2B5EF4-FFF2-40B4-BE49-F238E27FC236}">
                    <a16:creationId xmlns:a16="http://schemas.microsoft.com/office/drawing/2014/main" id="{DC5C4339-27F3-3A60-4691-313A45B4636F}"/>
                  </a:ext>
                </a:extLst>
              </p:cNvPr>
              <p:cNvSpPr/>
              <p:nvPr/>
            </p:nvSpPr>
            <p:spPr>
              <a:xfrm>
                <a:off x="217360" y="4600908"/>
                <a:ext cx="171354" cy="171354"/>
              </a:xfrm>
              <a:custGeom>
                <a:avLst/>
                <a:gdLst>
                  <a:gd name="connsiteX0" fmla="*/ 85677 w 171354"/>
                  <a:gd name="connsiteY0" fmla="*/ 171355 h 171354"/>
                  <a:gd name="connsiteX1" fmla="*/ 0 w 171354"/>
                  <a:gd name="connsiteY1" fmla="*/ 85677 h 171354"/>
                  <a:gd name="connsiteX2" fmla="*/ 85677 w 171354"/>
                  <a:gd name="connsiteY2" fmla="*/ 0 h 171354"/>
                  <a:gd name="connsiteX3" fmla="*/ 171355 w 171354"/>
                  <a:gd name="connsiteY3" fmla="*/ 85677 h 171354"/>
                  <a:gd name="connsiteX4" fmla="*/ 85677 w 171354"/>
                  <a:gd name="connsiteY4" fmla="*/ 171355 h 171354"/>
                  <a:gd name="connsiteX5" fmla="*/ 85677 w 171354"/>
                  <a:gd name="connsiteY5" fmla="*/ 6620 h 171354"/>
                  <a:gd name="connsiteX6" fmla="*/ 6620 w 171354"/>
                  <a:gd name="connsiteY6" fmla="*/ 85677 h 171354"/>
                  <a:gd name="connsiteX7" fmla="*/ 85677 w 171354"/>
                  <a:gd name="connsiteY7" fmla="*/ 164735 h 171354"/>
                  <a:gd name="connsiteX8" fmla="*/ 164735 w 171354"/>
                  <a:gd name="connsiteY8" fmla="*/ 85677 h 171354"/>
                  <a:gd name="connsiteX9" fmla="*/ 85677 w 171354"/>
                  <a:gd name="connsiteY9" fmla="*/ 6620 h 171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54" h="171354">
                    <a:moveTo>
                      <a:pt x="85677" y="171355"/>
                    </a:moveTo>
                    <a:cubicBezTo>
                      <a:pt x="38433" y="171355"/>
                      <a:pt x="0" y="132921"/>
                      <a:pt x="0" y="85677"/>
                    </a:cubicBezTo>
                    <a:cubicBezTo>
                      <a:pt x="0" y="38433"/>
                      <a:pt x="38433" y="0"/>
                      <a:pt x="85677" y="0"/>
                    </a:cubicBezTo>
                    <a:cubicBezTo>
                      <a:pt x="132921" y="0"/>
                      <a:pt x="171355" y="38433"/>
                      <a:pt x="171355" y="85677"/>
                    </a:cubicBezTo>
                    <a:cubicBezTo>
                      <a:pt x="171355" y="132921"/>
                      <a:pt x="132921" y="171355"/>
                      <a:pt x="85677" y="171355"/>
                    </a:cubicBezTo>
                    <a:close/>
                    <a:moveTo>
                      <a:pt x="85677" y="6620"/>
                    </a:moveTo>
                    <a:cubicBezTo>
                      <a:pt x="42101" y="6620"/>
                      <a:pt x="6620" y="42101"/>
                      <a:pt x="6620" y="85677"/>
                    </a:cubicBezTo>
                    <a:cubicBezTo>
                      <a:pt x="6620" y="129254"/>
                      <a:pt x="42101" y="164735"/>
                      <a:pt x="85677" y="164735"/>
                    </a:cubicBezTo>
                    <a:cubicBezTo>
                      <a:pt x="129254" y="164735"/>
                      <a:pt x="164735" y="129254"/>
                      <a:pt x="164735" y="85677"/>
                    </a:cubicBezTo>
                    <a:cubicBezTo>
                      <a:pt x="164735" y="42101"/>
                      <a:pt x="129254" y="6620"/>
                      <a:pt x="85677" y="6620"/>
                    </a:cubicBezTo>
                    <a:close/>
                  </a:path>
                </a:pathLst>
              </a:custGeom>
              <a:solidFill>
                <a:srgbClr val="FFFFFF"/>
              </a:solidFill>
              <a:ln w="4763" cap="flat">
                <a:noFill/>
                <a:prstDash val="solid"/>
                <a:miter/>
              </a:ln>
            </p:spPr>
            <p:txBody>
              <a:bodyPr rtlCol="0" anchor="ctr"/>
              <a:lstStyle/>
              <a:p>
                <a:endParaRPr lang="en-AU"/>
              </a:p>
            </p:txBody>
          </p:sp>
          <p:sp>
            <p:nvSpPr>
              <p:cNvPr id="26" name="Freeform: Shape 25">
                <a:extLst>
                  <a:ext uri="{FF2B5EF4-FFF2-40B4-BE49-F238E27FC236}">
                    <a16:creationId xmlns:a16="http://schemas.microsoft.com/office/drawing/2014/main" id="{4E0AF755-8025-9045-AFC0-345262DD6301}"/>
                  </a:ext>
                </a:extLst>
              </p:cNvPr>
              <p:cNvSpPr/>
              <p:nvPr/>
            </p:nvSpPr>
            <p:spPr>
              <a:xfrm>
                <a:off x="265223" y="4643008"/>
                <a:ext cx="75580" cy="76009"/>
              </a:xfrm>
              <a:custGeom>
                <a:avLst/>
                <a:gdLst>
                  <a:gd name="connsiteX0" fmla="*/ 1524 w 75580"/>
                  <a:gd name="connsiteY0" fmla="*/ 25527 h 76009"/>
                  <a:gd name="connsiteX1" fmla="*/ 16526 w 75580"/>
                  <a:gd name="connsiteY1" fmla="*/ 25527 h 76009"/>
                  <a:gd name="connsiteX2" fmla="*/ 16526 w 75580"/>
                  <a:gd name="connsiteY2" fmla="*/ 75914 h 76009"/>
                  <a:gd name="connsiteX3" fmla="*/ 1524 w 75580"/>
                  <a:gd name="connsiteY3" fmla="*/ 75914 h 76009"/>
                  <a:gd name="connsiteX4" fmla="*/ 1524 w 75580"/>
                  <a:gd name="connsiteY4" fmla="*/ 25527 h 76009"/>
                  <a:gd name="connsiteX5" fmla="*/ 8906 w 75580"/>
                  <a:gd name="connsiteY5" fmla="*/ 0 h 76009"/>
                  <a:gd name="connsiteX6" fmla="*/ 18002 w 75580"/>
                  <a:gd name="connsiteY6" fmla="*/ 9096 h 76009"/>
                  <a:gd name="connsiteX7" fmla="*/ 8906 w 75580"/>
                  <a:gd name="connsiteY7" fmla="*/ 18193 h 76009"/>
                  <a:gd name="connsiteX8" fmla="*/ 0 w 75580"/>
                  <a:gd name="connsiteY8" fmla="*/ 9096 h 76009"/>
                  <a:gd name="connsiteX9" fmla="*/ 8906 w 75580"/>
                  <a:gd name="connsiteY9" fmla="*/ 0 h 76009"/>
                  <a:gd name="connsiteX10" fmla="*/ 8906 w 75580"/>
                  <a:gd name="connsiteY10" fmla="*/ 0 h 76009"/>
                  <a:gd name="connsiteX11" fmla="*/ 25384 w 75580"/>
                  <a:gd name="connsiteY11" fmla="*/ 25527 h 76009"/>
                  <a:gd name="connsiteX12" fmla="*/ 40195 w 75580"/>
                  <a:gd name="connsiteY12" fmla="*/ 25527 h 76009"/>
                  <a:gd name="connsiteX13" fmla="*/ 40195 w 75580"/>
                  <a:gd name="connsiteY13" fmla="*/ 32575 h 76009"/>
                  <a:gd name="connsiteX14" fmla="*/ 54435 w 75580"/>
                  <a:gd name="connsiteY14" fmla="*/ 25003 h 76009"/>
                  <a:gd name="connsiteX15" fmla="*/ 58531 w 75580"/>
                  <a:gd name="connsiteY15" fmla="*/ 25003 h 76009"/>
                  <a:gd name="connsiteX16" fmla="*/ 75581 w 75580"/>
                  <a:gd name="connsiteY16" fmla="*/ 42053 h 76009"/>
                  <a:gd name="connsiteX17" fmla="*/ 75581 w 75580"/>
                  <a:gd name="connsiteY17" fmla="*/ 75962 h 76009"/>
                  <a:gd name="connsiteX18" fmla="*/ 60769 w 75580"/>
                  <a:gd name="connsiteY18" fmla="*/ 75962 h 76009"/>
                  <a:gd name="connsiteX19" fmla="*/ 60769 w 75580"/>
                  <a:gd name="connsiteY19" fmla="*/ 71342 h 76009"/>
                  <a:gd name="connsiteX20" fmla="*/ 60769 w 75580"/>
                  <a:gd name="connsiteY20" fmla="*/ 71342 h 76009"/>
                  <a:gd name="connsiteX21" fmla="*/ 60769 w 75580"/>
                  <a:gd name="connsiteY21" fmla="*/ 48768 h 76009"/>
                  <a:gd name="connsiteX22" fmla="*/ 60769 w 75580"/>
                  <a:gd name="connsiteY22" fmla="*/ 48768 h 76009"/>
                  <a:gd name="connsiteX23" fmla="*/ 50959 w 75580"/>
                  <a:gd name="connsiteY23" fmla="*/ 38576 h 76009"/>
                  <a:gd name="connsiteX24" fmla="*/ 50959 w 75580"/>
                  <a:gd name="connsiteY24" fmla="*/ 38576 h 76009"/>
                  <a:gd name="connsiteX25" fmla="*/ 40195 w 75580"/>
                  <a:gd name="connsiteY25" fmla="*/ 48768 h 76009"/>
                  <a:gd name="connsiteX26" fmla="*/ 40195 w 75580"/>
                  <a:gd name="connsiteY26" fmla="*/ 48768 h 76009"/>
                  <a:gd name="connsiteX27" fmla="*/ 40195 w 75580"/>
                  <a:gd name="connsiteY27" fmla="*/ 76009 h 76009"/>
                  <a:gd name="connsiteX28" fmla="*/ 25384 w 75580"/>
                  <a:gd name="connsiteY28" fmla="*/ 76009 h 76009"/>
                  <a:gd name="connsiteX29" fmla="*/ 25384 w 75580"/>
                  <a:gd name="connsiteY29" fmla="*/ 25622 h 76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75580" h="76009">
                    <a:moveTo>
                      <a:pt x="1524" y="25527"/>
                    </a:moveTo>
                    <a:lnTo>
                      <a:pt x="16526" y="25527"/>
                    </a:lnTo>
                    <a:lnTo>
                      <a:pt x="16526" y="75914"/>
                    </a:lnTo>
                    <a:lnTo>
                      <a:pt x="1524" y="75914"/>
                    </a:lnTo>
                    <a:lnTo>
                      <a:pt x="1524" y="25527"/>
                    </a:lnTo>
                    <a:close/>
                    <a:moveTo>
                      <a:pt x="8906" y="0"/>
                    </a:moveTo>
                    <a:cubicBezTo>
                      <a:pt x="13907" y="0"/>
                      <a:pt x="18002" y="4096"/>
                      <a:pt x="18002" y="9096"/>
                    </a:cubicBezTo>
                    <a:cubicBezTo>
                      <a:pt x="18002" y="14097"/>
                      <a:pt x="13907" y="18193"/>
                      <a:pt x="8906" y="18193"/>
                    </a:cubicBezTo>
                    <a:cubicBezTo>
                      <a:pt x="3905" y="18193"/>
                      <a:pt x="0" y="14097"/>
                      <a:pt x="0" y="9096"/>
                    </a:cubicBezTo>
                    <a:cubicBezTo>
                      <a:pt x="0" y="4096"/>
                      <a:pt x="3905" y="0"/>
                      <a:pt x="8906" y="0"/>
                    </a:cubicBezTo>
                    <a:lnTo>
                      <a:pt x="8906" y="0"/>
                    </a:lnTo>
                    <a:close/>
                    <a:moveTo>
                      <a:pt x="25384" y="25527"/>
                    </a:moveTo>
                    <a:lnTo>
                      <a:pt x="40195" y="25527"/>
                    </a:lnTo>
                    <a:lnTo>
                      <a:pt x="40195" y="32575"/>
                    </a:lnTo>
                    <a:cubicBezTo>
                      <a:pt x="43339" y="27956"/>
                      <a:pt x="48530" y="25003"/>
                      <a:pt x="54435" y="25003"/>
                    </a:cubicBezTo>
                    <a:lnTo>
                      <a:pt x="58531" y="25003"/>
                    </a:lnTo>
                    <a:cubicBezTo>
                      <a:pt x="67961" y="25003"/>
                      <a:pt x="75581" y="32766"/>
                      <a:pt x="75581" y="42053"/>
                    </a:cubicBezTo>
                    <a:lnTo>
                      <a:pt x="75581" y="75962"/>
                    </a:lnTo>
                    <a:lnTo>
                      <a:pt x="60769" y="75962"/>
                    </a:lnTo>
                    <a:lnTo>
                      <a:pt x="60769" y="71342"/>
                    </a:lnTo>
                    <a:lnTo>
                      <a:pt x="60769" y="71342"/>
                    </a:lnTo>
                    <a:lnTo>
                      <a:pt x="60769" y="48768"/>
                    </a:lnTo>
                    <a:lnTo>
                      <a:pt x="60769" y="48768"/>
                    </a:lnTo>
                    <a:cubicBezTo>
                      <a:pt x="60579" y="43005"/>
                      <a:pt x="56674" y="38576"/>
                      <a:pt x="50959" y="38576"/>
                    </a:cubicBezTo>
                    <a:lnTo>
                      <a:pt x="50959" y="38576"/>
                    </a:lnTo>
                    <a:cubicBezTo>
                      <a:pt x="45196" y="38576"/>
                      <a:pt x="40386" y="43005"/>
                      <a:pt x="40195" y="48768"/>
                    </a:cubicBezTo>
                    <a:lnTo>
                      <a:pt x="40195" y="48768"/>
                    </a:lnTo>
                    <a:lnTo>
                      <a:pt x="40195" y="76009"/>
                    </a:lnTo>
                    <a:lnTo>
                      <a:pt x="25384" y="76009"/>
                    </a:lnTo>
                    <a:lnTo>
                      <a:pt x="25384" y="25622"/>
                    </a:lnTo>
                    <a:close/>
                  </a:path>
                </a:pathLst>
              </a:custGeom>
              <a:solidFill>
                <a:srgbClr val="FFFFFF"/>
              </a:solidFill>
              <a:ln w="4763" cap="flat">
                <a:noFill/>
                <a:prstDash val="solid"/>
                <a:miter/>
              </a:ln>
            </p:spPr>
            <p:txBody>
              <a:bodyPr rtlCol="0" anchor="ctr"/>
              <a:lstStyle/>
              <a:p>
                <a:endParaRPr lang="en-AU"/>
              </a:p>
            </p:txBody>
          </p:sp>
        </p:grpSp>
        <p:grpSp>
          <p:nvGrpSpPr>
            <p:cNvPr id="27" name="Graphic 3">
              <a:extLst>
                <a:ext uri="{FF2B5EF4-FFF2-40B4-BE49-F238E27FC236}">
                  <a16:creationId xmlns:a16="http://schemas.microsoft.com/office/drawing/2014/main" id="{4AF81122-B682-3D4F-1692-03A9A1D0D0D9}"/>
                </a:ext>
              </a:extLst>
            </p:cNvPr>
            <p:cNvGrpSpPr/>
            <p:nvPr/>
          </p:nvGrpSpPr>
          <p:grpSpPr>
            <a:xfrm>
              <a:off x="991457" y="4600908"/>
              <a:ext cx="171354" cy="171354"/>
              <a:chOff x="991457" y="4600908"/>
              <a:chExt cx="171354" cy="171354"/>
            </a:xfrm>
            <a:solidFill>
              <a:srgbClr val="FFFFFF"/>
            </a:solidFill>
          </p:grpSpPr>
          <p:sp>
            <p:nvSpPr>
              <p:cNvPr id="28" name="Freeform: Shape 27">
                <a:extLst>
                  <a:ext uri="{FF2B5EF4-FFF2-40B4-BE49-F238E27FC236}">
                    <a16:creationId xmlns:a16="http://schemas.microsoft.com/office/drawing/2014/main" id="{C107F021-466F-02E9-8D53-CF6B99842509}"/>
                  </a:ext>
                </a:extLst>
              </p:cNvPr>
              <p:cNvSpPr/>
              <p:nvPr/>
            </p:nvSpPr>
            <p:spPr>
              <a:xfrm>
                <a:off x="991457" y="4600908"/>
                <a:ext cx="171354" cy="171354"/>
              </a:xfrm>
              <a:custGeom>
                <a:avLst/>
                <a:gdLst>
                  <a:gd name="connsiteX0" fmla="*/ 85677 w 171354"/>
                  <a:gd name="connsiteY0" fmla="*/ 171355 h 171354"/>
                  <a:gd name="connsiteX1" fmla="*/ 0 w 171354"/>
                  <a:gd name="connsiteY1" fmla="*/ 85677 h 171354"/>
                  <a:gd name="connsiteX2" fmla="*/ 85677 w 171354"/>
                  <a:gd name="connsiteY2" fmla="*/ 0 h 171354"/>
                  <a:gd name="connsiteX3" fmla="*/ 171355 w 171354"/>
                  <a:gd name="connsiteY3" fmla="*/ 85677 h 171354"/>
                  <a:gd name="connsiteX4" fmla="*/ 85677 w 171354"/>
                  <a:gd name="connsiteY4" fmla="*/ 171355 h 171354"/>
                  <a:gd name="connsiteX5" fmla="*/ 85677 w 171354"/>
                  <a:gd name="connsiteY5" fmla="*/ 6620 h 171354"/>
                  <a:gd name="connsiteX6" fmla="*/ 6620 w 171354"/>
                  <a:gd name="connsiteY6" fmla="*/ 85677 h 171354"/>
                  <a:gd name="connsiteX7" fmla="*/ 85677 w 171354"/>
                  <a:gd name="connsiteY7" fmla="*/ 164735 h 171354"/>
                  <a:gd name="connsiteX8" fmla="*/ 164735 w 171354"/>
                  <a:gd name="connsiteY8" fmla="*/ 85677 h 171354"/>
                  <a:gd name="connsiteX9" fmla="*/ 85677 w 171354"/>
                  <a:gd name="connsiteY9" fmla="*/ 6620 h 171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54" h="171354">
                    <a:moveTo>
                      <a:pt x="85677" y="171355"/>
                    </a:moveTo>
                    <a:cubicBezTo>
                      <a:pt x="38433" y="171355"/>
                      <a:pt x="0" y="132921"/>
                      <a:pt x="0" y="85677"/>
                    </a:cubicBezTo>
                    <a:cubicBezTo>
                      <a:pt x="0" y="38433"/>
                      <a:pt x="38433" y="0"/>
                      <a:pt x="85677" y="0"/>
                    </a:cubicBezTo>
                    <a:cubicBezTo>
                      <a:pt x="132921" y="0"/>
                      <a:pt x="171355" y="38433"/>
                      <a:pt x="171355" y="85677"/>
                    </a:cubicBezTo>
                    <a:cubicBezTo>
                      <a:pt x="171355" y="132921"/>
                      <a:pt x="132921" y="171355"/>
                      <a:pt x="85677" y="171355"/>
                    </a:cubicBezTo>
                    <a:close/>
                    <a:moveTo>
                      <a:pt x="85677" y="6620"/>
                    </a:moveTo>
                    <a:cubicBezTo>
                      <a:pt x="42101" y="6620"/>
                      <a:pt x="6620" y="42101"/>
                      <a:pt x="6620" y="85677"/>
                    </a:cubicBezTo>
                    <a:cubicBezTo>
                      <a:pt x="6620" y="129254"/>
                      <a:pt x="42101" y="164735"/>
                      <a:pt x="85677" y="164735"/>
                    </a:cubicBezTo>
                    <a:cubicBezTo>
                      <a:pt x="129254" y="164735"/>
                      <a:pt x="164735" y="129254"/>
                      <a:pt x="164735" y="85677"/>
                    </a:cubicBezTo>
                    <a:cubicBezTo>
                      <a:pt x="164735" y="42101"/>
                      <a:pt x="129254" y="6620"/>
                      <a:pt x="85677" y="6620"/>
                    </a:cubicBezTo>
                    <a:close/>
                  </a:path>
                </a:pathLst>
              </a:custGeom>
              <a:solidFill>
                <a:srgbClr val="FFFFFF"/>
              </a:solidFill>
              <a:ln w="4763" cap="flat">
                <a:noFill/>
                <a:prstDash val="solid"/>
                <a:miter/>
              </a:ln>
            </p:spPr>
            <p:txBody>
              <a:bodyPr rtlCol="0" anchor="ctr"/>
              <a:lstStyle/>
              <a:p>
                <a:endParaRPr lang="en-AU"/>
              </a:p>
            </p:txBody>
          </p:sp>
          <p:sp>
            <p:nvSpPr>
              <p:cNvPr id="29" name="Freeform: Shape 28">
                <a:extLst>
                  <a:ext uri="{FF2B5EF4-FFF2-40B4-BE49-F238E27FC236}">
                    <a16:creationId xmlns:a16="http://schemas.microsoft.com/office/drawing/2014/main" id="{0A6EAA11-2208-EDD8-E640-9C795B4DAED8}"/>
                  </a:ext>
                </a:extLst>
              </p:cNvPr>
              <p:cNvSpPr/>
              <p:nvPr/>
            </p:nvSpPr>
            <p:spPr>
              <a:xfrm>
                <a:off x="1026509" y="4650581"/>
                <a:ext cx="101441" cy="71723"/>
              </a:xfrm>
              <a:custGeom>
                <a:avLst/>
                <a:gdLst>
                  <a:gd name="connsiteX0" fmla="*/ 100251 w 101441"/>
                  <a:gd name="connsiteY0" fmla="*/ 15764 h 71723"/>
                  <a:gd name="connsiteX1" fmla="*/ 81105 w 101441"/>
                  <a:gd name="connsiteY1" fmla="*/ 1191 h 71723"/>
                  <a:gd name="connsiteX2" fmla="*/ 50721 w 101441"/>
                  <a:gd name="connsiteY2" fmla="*/ 0 h 71723"/>
                  <a:gd name="connsiteX3" fmla="*/ 20336 w 101441"/>
                  <a:gd name="connsiteY3" fmla="*/ 1191 h 71723"/>
                  <a:gd name="connsiteX4" fmla="*/ 1000 w 101441"/>
                  <a:gd name="connsiteY4" fmla="*/ 15764 h 71723"/>
                  <a:gd name="connsiteX5" fmla="*/ 0 w 101441"/>
                  <a:gd name="connsiteY5" fmla="*/ 35862 h 71723"/>
                  <a:gd name="connsiteX6" fmla="*/ 1000 w 101441"/>
                  <a:gd name="connsiteY6" fmla="*/ 55959 h 71723"/>
                  <a:gd name="connsiteX7" fmla="*/ 20336 w 101441"/>
                  <a:gd name="connsiteY7" fmla="*/ 70533 h 71723"/>
                  <a:gd name="connsiteX8" fmla="*/ 50721 w 101441"/>
                  <a:gd name="connsiteY8" fmla="*/ 71723 h 71723"/>
                  <a:gd name="connsiteX9" fmla="*/ 81105 w 101441"/>
                  <a:gd name="connsiteY9" fmla="*/ 70533 h 71723"/>
                  <a:gd name="connsiteX10" fmla="*/ 100251 w 101441"/>
                  <a:gd name="connsiteY10" fmla="*/ 55959 h 71723"/>
                  <a:gd name="connsiteX11" fmla="*/ 101441 w 101441"/>
                  <a:gd name="connsiteY11" fmla="*/ 35862 h 71723"/>
                  <a:gd name="connsiteX12" fmla="*/ 100251 w 101441"/>
                  <a:gd name="connsiteY12" fmla="*/ 15764 h 71723"/>
                  <a:gd name="connsiteX13" fmla="*/ 40481 w 101441"/>
                  <a:gd name="connsiteY13" fmla="*/ 51292 h 71723"/>
                  <a:gd name="connsiteX14" fmla="*/ 40481 w 101441"/>
                  <a:gd name="connsiteY14" fmla="*/ 20717 h 71723"/>
                  <a:gd name="connsiteX15" fmla="*/ 66913 w 101441"/>
                  <a:gd name="connsiteY15" fmla="*/ 35909 h 71723"/>
                  <a:gd name="connsiteX16" fmla="*/ 40481 w 101441"/>
                  <a:gd name="connsiteY16" fmla="*/ 51292 h 71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1441" h="71723">
                    <a:moveTo>
                      <a:pt x="100251" y="15764"/>
                    </a:moveTo>
                    <a:cubicBezTo>
                      <a:pt x="98679" y="4143"/>
                      <a:pt x="92774" y="2143"/>
                      <a:pt x="81105" y="1191"/>
                    </a:cubicBezTo>
                    <a:cubicBezTo>
                      <a:pt x="71057" y="381"/>
                      <a:pt x="59627" y="0"/>
                      <a:pt x="50721" y="0"/>
                    </a:cubicBezTo>
                    <a:cubicBezTo>
                      <a:pt x="41815" y="0"/>
                      <a:pt x="30194" y="381"/>
                      <a:pt x="20336" y="1191"/>
                    </a:cubicBezTo>
                    <a:cubicBezTo>
                      <a:pt x="8715" y="2191"/>
                      <a:pt x="2572" y="4143"/>
                      <a:pt x="1000" y="15764"/>
                    </a:cubicBezTo>
                    <a:cubicBezTo>
                      <a:pt x="429" y="21098"/>
                      <a:pt x="0" y="28384"/>
                      <a:pt x="0" y="35862"/>
                    </a:cubicBezTo>
                    <a:cubicBezTo>
                      <a:pt x="0" y="43339"/>
                      <a:pt x="381" y="50864"/>
                      <a:pt x="1000" y="55959"/>
                    </a:cubicBezTo>
                    <a:cubicBezTo>
                      <a:pt x="2572" y="67818"/>
                      <a:pt x="8715" y="69580"/>
                      <a:pt x="20336" y="70533"/>
                    </a:cubicBezTo>
                    <a:cubicBezTo>
                      <a:pt x="30194" y="71533"/>
                      <a:pt x="41815" y="71723"/>
                      <a:pt x="50721" y="71723"/>
                    </a:cubicBezTo>
                    <a:cubicBezTo>
                      <a:pt x="59627" y="71723"/>
                      <a:pt x="71057" y="71533"/>
                      <a:pt x="81105" y="70533"/>
                    </a:cubicBezTo>
                    <a:cubicBezTo>
                      <a:pt x="92726" y="69532"/>
                      <a:pt x="98679" y="67770"/>
                      <a:pt x="100251" y="55959"/>
                    </a:cubicBezTo>
                    <a:cubicBezTo>
                      <a:pt x="101060" y="50816"/>
                      <a:pt x="101441" y="43339"/>
                      <a:pt x="101441" y="35862"/>
                    </a:cubicBezTo>
                    <a:cubicBezTo>
                      <a:pt x="101441" y="28384"/>
                      <a:pt x="101060" y="21050"/>
                      <a:pt x="100251" y="15764"/>
                    </a:cubicBezTo>
                    <a:close/>
                    <a:moveTo>
                      <a:pt x="40481" y="51292"/>
                    </a:moveTo>
                    <a:lnTo>
                      <a:pt x="40481" y="20717"/>
                    </a:lnTo>
                    <a:lnTo>
                      <a:pt x="66913" y="35909"/>
                    </a:lnTo>
                    <a:lnTo>
                      <a:pt x="40481" y="51292"/>
                    </a:lnTo>
                    <a:close/>
                  </a:path>
                </a:pathLst>
              </a:custGeom>
              <a:solidFill>
                <a:srgbClr val="FFFFFF"/>
              </a:solidFill>
              <a:ln w="4763" cap="flat">
                <a:noFill/>
                <a:prstDash val="solid"/>
                <a:miter/>
              </a:ln>
            </p:spPr>
            <p:txBody>
              <a:bodyPr rtlCol="0" anchor="ctr"/>
              <a:lstStyle/>
              <a:p>
                <a:endParaRPr lang="en-AU"/>
              </a:p>
            </p:txBody>
          </p:sp>
        </p:grpSp>
      </p:grpSp>
      <p:sp>
        <p:nvSpPr>
          <p:cNvPr id="30" name="TextBox 29">
            <a:extLst>
              <a:ext uri="{FF2B5EF4-FFF2-40B4-BE49-F238E27FC236}">
                <a16:creationId xmlns:a16="http://schemas.microsoft.com/office/drawing/2014/main" id="{86AA1CEC-8694-F371-4526-F602B1F47D9A}"/>
              </a:ext>
            </a:extLst>
          </p:cNvPr>
          <p:cNvSpPr txBox="1"/>
          <p:nvPr userDrawn="1"/>
        </p:nvSpPr>
        <p:spPr>
          <a:xfrm>
            <a:off x="293584" y="4859373"/>
            <a:ext cx="3144375" cy="215444"/>
          </a:xfrm>
          <a:prstGeom prst="rect">
            <a:avLst/>
          </a:prstGeom>
          <a:noFill/>
        </p:spPr>
        <p:txBody>
          <a:bodyPr wrap="square" rtlCol="0">
            <a:spAutoFit/>
          </a:bodyPr>
          <a:lstStyle>
            <a:defPPr marR="0" lvl="0" algn="l" rtl="0">
              <a:lnSpc>
                <a:spcPct val="100000"/>
              </a:lnSpc>
              <a:spcBef>
                <a:spcPts val="0"/>
              </a:spcBef>
              <a:spcAft>
                <a:spcPts val="0"/>
              </a:spcAft>
            </a:defPPr>
            <a:lvl1pPr>
              <a:defRPr sz="700">
                <a:solidFill>
                  <a:schemeClr val="bg1"/>
                </a:solidFill>
                <a:effectLst/>
                <a:latin typeface="Verdana" panose="020B0604030504040204" pitchFamily="34" charset="0"/>
                <a:ea typeface="Verdana" panose="020B0604030504040204" pitchFamily="34" charset="0"/>
              </a:defRPr>
            </a:lvl1pPr>
          </a:lstStyle>
          <a:p>
            <a:pPr lvl="0"/>
            <a:r>
              <a:rPr lang="en-US" dirty="0"/>
              <a:t>Copyright © 2025 Ascendion. All rights reserved</a:t>
            </a:r>
          </a:p>
        </p:txBody>
      </p:sp>
      <p:sp>
        <p:nvSpPr>
          <p:cNvPr id="32" name="TextBox 31">
            <a:extLst>
              <a:ext uri="{FF2B5EF4-FFF2-40B4-BE49-F238E27FC236}">
                <a16:creationId xmlns:a16="http://schemas.microsoft.com/office/drawing/2014/main" id="{AFC12F17-3943-472C-84D7-BB4FCD6677D0}"/>
              </a:ext>
            </a:extLst>
          </p:cNvPr>
          <p:cNvSpPr txBox="1"/>
          <p:nvPr userDrawn="1"/>
        </p:nvSpPr>
        <p:spPr>
          <a:xfrm>
            <a:off x="7464222" y="1251107"/>
            <a:ext cx="1531996" cy="2862322"/>
          </a:xfrm>
          <a:prstGeom prst="rect">
            <a:avLst/>
          </a:prstGeom>
          <a:noFill/>
        </p:spPr>
        <p:txBody>
          <a:bodyPr wrap="square">
            <a:spAutoFit/>
          </a:bodyPr>
          <a:lstStyle/>
          <a:p>
            <a:r>
              <a:rPr lang="en-US" sz="900" dirty="0">
                <a:latin typeface="Verdana" panose="020B0604030504040204" pitchFamily="34" charset="0"/>
                <a:ea typeface="Verdana" panose="020B0604030504040204" pitchFamily="34" charset="0"/>
              </a:rPr>
              <a:t>Ascendion provides digital engineering services that power growth and deliver captivating experiences to consumers and employees. Our applied AI, engineering, cloud, data, experience design, and talent transformation capabilities accelerate innovation for Global 2000 clients. Headquartered in New Jersey, our workforce delivers solutions from around the globe. </a:t>
            </a:r>
          </a:p>
        </p:txBody>
      </p:sp>
      <p:sp>
        <p:nvSpPr>
          <p:cNvPr id="33" name="Google Shape;10;p2">
            <a:extLst>
              <a:ext uri="{FF2B5EF4-FFF2-40B4-BE49-F238E27FC236}">
                <a16:creationId xmlns:a16="http://schemas.microsoft.com/office/drawing/2014/main" id="{D543CF40-CA6C-AB12-3735-CF8AC652A545}"/>
              </a:ext>
            </a:extLst>
          </p:cNvPr>
          <p:cNvSpPr txBox="1">
            <a:spLocks noGrp="1"/>
          </p:cNvSpPr>
          <p:nvPr>
            <p:ph type="ctrTitle" hasCustomPrompt="1"/>
          </p:nvPr>
        </p:nvSpPr>
        <p:spPr>
          <a:xfrm>
            <a:off x="311708" y="2197678"/>
            <a:ext cx="3457652" cy="516890"/>
          </a:xfrm>
          <a:prstGeom prst="rect">
            <a:avLst/>
          </a:prstGeom>
        </p:spPr>
        <p:txBody>
          <a:bodyPr spcFirstLastPara="1" wrap="square" lIns="90000" tIns="90000" rIns="90000" bIns="36000" anchor="b" anchorCtr="0">
            <a:noAutofit/>
          </a:bodyPr>
          <a:lstStyle>
            <a:lvl1pPr lvl="0" algn="l">
              <a:spcBef>
                <a:spcPts val="0"/>
              </a:spcBef>
              <a:spcAft>
                <a:spcPts val="0"/>
              </a:spcAft>
              <a:buSzPts val="5200"/>
              <a:buNone/>
              <a:defRPr sz="2800" b="1">
                <a:solidFill>
                  <a:schemeClr val="tx1"/>
                </a:solidFill>
                <a:latin typeface="PP Neue Machina Plain Ultrabold" pitchFamily="50" charset="0"/>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r>
              <a:rPr lang="en-IN" dirty="0"/>
              <a:t>Thank You</a:t>
            </a:r>
            <a:endParaRPr dirty="0"/>
          </a:p>
        </p:txBody>
      </p:sp>
    </p:spTree>
    <p:extLst>
      <p:ext uri="{BB962C8B-B14F-4D97-AF65-F5344CB8AC3E}">
        <p14:creationId xmlns:p14="http://schemas.microsoft.com/office/powerpoint/2010/main" val="3411305860"/>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slide" preserve="1" userDrawn="1">
  <p:cSld name="Boilerplate - Dark">
    <p:bg>
      <p:bgPr>
        <a:solidFill>
          <a:schemeClr val="tx1"/>
        </a:solidFill>
        <a:effectLst/>
      </p:bgPr>
    </p:bg>
    <p:spTree>
      <p:nvGrpSpPr>
        <p:cNvPr id="1" name="Shape 9"/>
        <p:cNvGrpSpPr/>
        <p:nvPr/>
      </p:nvGrpSpPr>
      <p:grpSpPr>
        <a:xfrm>
          <a:off x="0" y="0"/>
          <a:ext cx="0" cy="0"/>
          <a:chOff x="0" y="0"/>
          <a:chExt cx="0" cy="0"/>
        </a:xfrm>
      </p:grpSpPr>
      <p:sp>
        <p:nvSpPr>
          <p:cNvPr id="13" name="Freeform: Shape 12">
            <a:extLst>
              <a:ext uri="{FF2B5EF4-FFF2-40B4-BE49-F238E27FC236}">
                <a16:creationId xmlns:a16="http://schemas.microsoft.com/office/drawing/2014/main" id="{DCFA8F1A-438C-2D31-EC45-A4CCF4206F40}"/>
              </a:ext>
            </a:extLst>
          </p:cNvPr>
          <p:cNvSpPr/>
          <p:nvPr/>
        </p:nvSpPr>
        <p:spPr>
          <a:xfrm>
            <a:off x="0" y="4305300"/>
            <a:ext cx="9144000" cy="857250"/>
          </a:xfrm>
          <a:custGeom>
            <a:avLst/>
            <a:gdLst>
              <a:gd name="connsiteX0" fmla="*/ 0 w 9144000"/>
              <a:gd name="connsiteY0" fmla="*/ 857250 h 857250"/>
              <a:gd name="connsiteX1" fmla="*/ 0 w 9144000"/>
              <a:gd name="connsiteY1" fmla="*/ 149828 h 857250"/>
              <a:gd name="connsiteX2" fmla="*/ 7540609 w 9144000"/>
              <a:gd name="connsiteY2" fmla="*/ 149828 h 857250"/>
              <a:gd name="connsiteX3" fmla="*/ 8245698 w 9144000"/>
              <a:gd name="connsiteY3" fmla="*/ 0 h 857250"/>
              <a:gd name="connsiteX4" fmla="*/ 8933831 w 9144000"/>
              <a:gd name="connsiteY4" fmla="*/ 149828 h 857250"/>
              <a:gd name="connsiteX5" fmla="*/ 9144000 w 9144000"/>
              <a:gd name="connsiteY5" fmla="*/ 149828 h 857250"/>
              <a:gd name="connsiteX6" fmla="*/ 9144000 w 9144000"/>
              <a:gd name="connsiteY6" fmla="*/ 857250 h 857250"/>
              <a:gd name="connsiteX7" fmla="*/ 0 w 9144000"/>
              <a:gd name="connsiteY7" fmla="*/ 857250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0" h="857250">
                <a:moveTo>
                  <a:pt x="0" y="857250"/>
                </a:moveTo>
                <a:lnTo>
                  <a:pt x="0" y="149828"/>
                </a:lnTo>
                <a:lnTo>
                  <a:pt x="7540609" y="149828"/>
                </a:lnTo>
                <a:lnTo>
                  <a:pt x="8245698" y="0"/>
                </a:lnTo>
                <a:lnTo>
                  <a:pt x="8933831" y="149828"/>
                </a:lnTo>
                <a:lnTo>
                  <a:pt x="9144000" y="149828"/>
                </a:lnTo>
                <a:lnTo>
                  <a:pt x="9144000" y="857250"/>
                </a:lnTo>
                <a:lnTo>
                  <a:pt x="0" y="857250"/>
                </a:lnTo>
                <a:close/>
              </a:path>
            </a:pathLst>
          </a:custGeom>
          <a:gradFill>
            <a:gsLst>
              <a:gs pos="0">
                <a:srgbClr val="ED1A7D"/>
              </a:gs>
              <a:gs pos="50000">
                <a:srgbClr val="BB1B6D"/>
              </a:gs>
              <a:gs pos="100000">
                <a:srgbClr val="891D5D"/>
              </a:gs>
            </a:gsLst>
            <a:lin ang="0" scaled="1"/>
          </a:gradFill>
          <a:ln w="81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lvl="0" defTabSz="914400" eaLnBrk="1" latinLnBrk="0" hangingPunct="1"/>
            <a:endParaRPr lang="en-AU" sz="1800" kern="1200">
              <a:solidFill>
                <a:schemeClr val="tx1"/>
              </a:solidFill>
              <a:latin typeface="+mn-lt"/>
              <a:ea typeface="+mn-ea"/>
              <a:cs typeface="+mn-cs"/>
            </a:endParaRPr>
          </a:p>
        </p:txBody>
      </p:sp>
      <p:sp>
        <p:nvSpPr>
          <p:cNvPr id="14" name="Freeform: Shape 13">
            <a:extLst>
              <a:ext uri="{FF2B5EF4-FFF2-40B4-BE49-F238E27FC236}">
                <a16:creationId xmlns:a16="http://schemas.microsoft.com/office/drawing/2014/main" id="{6332EFC7-40EB-E5E0-6D5B-205A7815463F}"/>
              </a:ext>
            </a:extLst>
          </p:cNvPr>
          <p:cNvSpPr/>
          <p:nvPr/>
        </p:nvSpPr>
        <p:spPr>
          <a:xfrm>
            <a:off x="7540608" y="4441555"/>
            <a:ext cx="1246536" cy="285083"/>
          </a:xfrm>
          <a:custGeom>
            <a:avLst/>
            <a:gdLst>
              <a:gd name="connsiteX0" fmla="*/ 718995 w 1246536"/>
              <a:gd name="connsiteY0" fmla="*/ 0 h 285083"/>
              <a:gd name="connsiteX1" fmla="*/ 769239 w 1246536"/>
              <a:gd name="connsiteY1" fmla="*/ 10668 h 285083"/>
              <a:gd name="connsiteX2" fmla="*/ 842391 w 1246536"/>
              <a:gd name="connsiteY2" fmla="*/ 94726 h 285083"/>
              <a:gd name="connsiteX3" fmla="*/ 769239 w 1246536"/>
              <a:gd name="connsiteY3" fmla="*/ 147876 h 285083"/>
              <a:gd name="connsiteX4" fmla="*/ 718995 w 1246536"/>
              <a:gd name="connsiteY4" fmla="*/ 137208 h 285083"/>
              <a:gd name="connsiteX5" fmla="*/ 718995 w 1246536"/>
              <a:gd name="connsiteY5" fmla="*/ 48 h 285083"/>
              <a:gd name="connsiteX6" fmla="*/ 769239 w 1246536"/>
              <a:gd name="connsiteY6" fmla="*/ 116729 h 285083"/>
              <a:gd name="connsiteX7" fmla="*/ 808530 w 1246536"/>
              <a:gd name="connsiteY7" fmla="*/ 87535 h 285083"/>
              <a:gd name="connsiteX8" fmla="*/ 769239 w 1246536"/>
              <a:gd name="connsiteY8" fmla="*/ 41624 h 285083"/>
              <a:gd name="connsiteX9" fmla="*/ 752856 w 1246536"/>
              <a:gd name="connsiteY9" fmla="*/ 38148 h 285083"/>
              <a:gd name="connsiteX10" fmla="*/ 752856 w 1246536"/>
              <a:gd name="connsiteY10" fmla="*/ 113252 h 285083"/>
              <a:gd name="connsiteX11" fmla="*/ 769239 w 1246536"/>
              <a:gd name="connsiteY11" fmla="*/ 116729 h 285083"/>
              <a:gd name="connsiteX12" fmla="*/ 947024 w 1246536"/>
              <a:gd name="connsiteY12" fmla="*/ 48482 h 285083"/>
              <a:gd name="connsiteX13" fmla="*/ 947024 w 1246536"/>
              <a:gd name="connsiteY13" fmla="*/ 79391 h 285083"/>
              <a:gd name="connsiteX14" fmla="*/ 917067 w 1246536"/>
              <a:gd name="connsiteY14" fmla="*/ 73009 h 285083"/>
              <a:gd name="connsiteX15" fmla="*/ 917067 w 1246536"/>
              <a:gd name="connsiteY15" fmla="*/ 148114 h 285083"/>
              <a:gd name="connsiteX16" fmla="*/ 947024 w 1246536"/>
              <a:gd name="connsiteY16" fmla="*/ 154496 h 285083"/>
              <a:gd name="connsiteX17" fmla="*/ 947024 w 1246536"/>
              <a:gd name="connsiteY17" fmla="*/ 185642 h 285083"/>
              <a:gd name="connsiteX18" fmla="*/ 853393 w 1246536"/>
              <a:gd name="connsiteY18" fmla="*/ 165735 h 285083"/>
              <a:gd name="connsiteX19" fmla="*/ 853393 w 1246536"/>
              <a:gd name="connsiteY19" fmla="*/ 134588 h 285083"/>
              <a:gd name="connsiteX20" fmla="*/ 883349 w 1246536"/>
              <a:gd name="connsiteY20" fmla="*/ 140970 h 285083"/>
              <a:gd name="connsiteX21" fmla="*/ 883349 w 1246536"/>
              <a:gd name="connsiteY21" fmla="*/ 65865 h 285083"/>
              <a:gd name="connsiteX22" fmla="*/ 853393 w 1246536"/>
              <a:gd name="connsiteY22" fmla="*/ 59484 h 285083"/>
              <a:gd name="connsiteX23" fmla="*/ 853393 w 1246536"/>
              <a:gd name="connsiteY23" fmla="*/ 28575 h 285083"/>
              <a:gd name="connsiteX24" fmla="*/ 947024 w 1246536"/>
              <a:gd name="connsiteY24" fmla="*/ 48482 h 285083"/>
              <a:gd name="connsiteX25" fmla="*/ 1026319 w 1246536"/>
              <a:gd name="connsiteY25" fmla="*/ 62627 h 285083"/>
              <a:gd name="connsiteX26" fmla="*/ 1094994 w 1246536"/>
              <a:gd name="connsiteY26" fmla="*/ 148447 h 285083"/>
              <a:gd name="connsiteX27" fmla="*/ 1026319 w 1246536"/>
              <a:gd name="connsiteY27" fmla="*/ 205264 h 285083"/>
              <a:gd name="connsiteX28" fmla="*/ 957263 w 1246536"/>
              <a:gd name="connsiteY28" fmla="*/ 119205 h 285083"/>
              <a:gd name="connsiteX29" fmla="*/ 1026319 w 1246536"/>
              <a:gd name="connsiteY29" fmla="*/ 62675 h 285083"/>
              <a:gd name="connsiteX30" fmla="*/ 1026319 w 1246536"/>
              <a:gd name="connsiteY30" fmla="*/ 173117 h 285083"/>
              <a:gd name="connsiteX31" fmla="*/ 1060180 w 1246536"/>
              <a:gd name="connsiteY31" fmla="*/ 141018 h 285083"/>
              <a:gd name="connsiteX32" fmla="*/ 1026319 w 1246536"/>
              <a:gd name="connsiteY32" fmla="*/ 94726 h 285083"/>
              <a:gd name="connsiteX33" fmla="*/ 992267 w 1246536"/>
              <a:gd name="connsiteY33" fmla="*/ 126587 h 285083"/>
              <a:gd name="connsiteX34" fmla="*/ 1026319 w 1246536"/>
              <a:gd name="connsiteY34" fmla="*/ 173117 h 285083"/>
              <a:gd name="connsiteX35" fmla="*/ 1111949 w 1246536"/>
              <a:gd name="connsiteY35" fmla="*/ 83534 h 285083"/>
              <a:gd name="connsiteX36" fmla="*/ 1175814 w 1246536"/>
              <a:gd name="connsiteY36" fmla="*/ 97107 h 285083"/>
              <a:gd name="connsiteX37" fmla="*/ 1212675 w 1246536"/>
              <a:gd name="connsiteY37" fmla="*/ 230791 h 285083"/>
              <a:gd name="connsiteX38" fmla="*/ 1212675 w 1246536"/>
              <a:gd name="connsiteY38" fmla="*/ 104918 h 285083"/>
              <a:gd name="connsiteX39" fmla="*/ 1246537 w 1246536"/>
              <a:gd name="connsiteY39" fmla="*/ 112109 h 285083"/>
              <a:gd name="connsiteX40" fmla="*/ 1246537 w 1246536"/>
              <a:gd name="connsiteY40" fmla="*/ 249269 h 285083"/>
              <a:gd name="connsiteX41" fmla="*/ 1182672 w 1246536"/>
              <a:gd name="connsiteY41" fmla="*/ 235696 h 285083"/>
              <a:gd name="connsiteX42" fmla="*/ 1145810 w 1246536"/>
              <a:gd name="connsiteY42" fmla="*/ 102013 h 285083"/>
              <a:gd name="connsiteX43" fmla="*/ 1145810 w 1246536"/>
              <a:gd name="connsiteY43" fmla="*/ 227886 h 285083"/>
              <a:gd name="connsiteX44" fmla="*/ 1111949 w 1246536"/>
              <a:gd name="connsiteY44" fmla="*/ 220694 h 285083"/>
              <a:gd name="connsiteX45" fmla="*/ 1111949 w 1246536"/>
              <a:gd name="connsiteY45" fmla="*/ 83534 h 285083"/>
              <a:gd name="connsiteX46" fmla="*/ 42101 w 1246536"/>
              <a:gd name="connsiteY46" fmla="*/ 138970 h 285083"/>
              <a:gd name="connsiteX47" fmla="*/ 104108 w 1246536"/>
              <a:gd name="connsiteY47" fmla="*/ 125778 h 285083"/>
              <a:gd name="connsiteX48" fmla="*/ 145971 w 1246536"/>
              <a:gd name="connsiteY48" fmla="*/ 254032 h 285083"/>
              <a:gd name="connsiteX49" fmla="*/ 110061 w 1246536"/>
              <a:gd name="connsiteY49" fmla="*/ 261652 h 285083"/>
              <a:gd name="connsiteX50" fmla="*/ 97774 w 1246536"/>
              <a:gd name="connsiteY50" fmla="*/ 222837 h 285083"/>
              <a:gd name="connsiteX51" fmla="*/ 47863 w 1246536"/>
              <a:gd name="connsiteY51" fmla="*/ 233458 h 285083"/>
              <a:gd name="connsiteX52" fmla="*/ 35576 w 1246536"/>
              <a:gd name="connsiteY52" fmla="*/ 277511 h 285083"/>
              <a:gd name="connsiteX53" fmla="*/ 0 w 1246536"/>
              <a:gd name="connsiteY53" fmla="*/ 285083 h 285083"/>
              <a:gd name="connsiteX54" fmla="*/ 42053 w 1246536"/>
              <a:gd name="connsiteY54" fmla="*/ 138970 h 285083"/>
              <a:gd name="connsiteX55" fmla="*/ 88440 w 1246536"/>
              <a:gd name="connsiteY55" fmla="*/ 193929 h 285083"/>
              <a:gd name="connsiteX56" fmla="*/ 72819 w 1246536"/>
              <a:gd name="connsiteY56" fmla="*/ 144923 h 285083"/>
              <a:gd name="connsiteX57" fmla="*/ 57198 w 1246536"/>
              <a:gd name="connsiteY57" fmla="*/ 200597 h 285083"/>
              <a:gd name="connsiteX58" fmla="*/ 88488 w 1246536"/>
              <a:gd name="connsiteY58" fmla="*/ 193929 h 285083"/>
              <a:gd name="connsiteX59" fmla="*/ 214646 w 1246536"/>
              <a:gd name="connsiteY59" fmla="*/ 242173 h 285083"/>
              <a:gd name="connsiteX60" fmla="*/ 148733 w 1246536"/>
              <a:gd name="connsiteY60" fmla="*/ 199930 h 285083"/>
              <a:gd name="connsiteX61" fmla="*/ 183738 w 1246536"/>
              <a:gd name="connsiteY61" fmla="*/ 192500 h 285083"/>
              <a:gd name="connsiteX62" fmla="*/ 215408 w 1246536"/>
              <a:gd name="connsiteY62" fmla="*/ 212408 h 285083"/>
              <a:gd name="connsiteX63" fmla="*/ 239030 w 1246536"/>
              <a:gd name="connsiteY63" fmla="*/ 195310 h 285083"/>
              <a:gd name="connsiteX64" fmla="*/ 227886 w 1246536"/>
              <a:gd name="connsiteY64" fmla="*/ 187166 h 285083"/>
              <a:gd name="connsiteX65" fmla="*/ 183975 w 1246536"/>
              <a:gd name="connsiteY65" fmla="*/ 184452 h 285083"/>
              <a:gd name="connsiteX66" fmla="*/ 154210 w 1246536"/>
              <a:gd name="connsiteY66" fmla="*/ 153210 h 285083"/>
              <a:gd name="connsiteX67" fmla="*/ 207645 w 1246536"/>
              <a:gd name="connsiteY67" fmla="*/ 101013 h 285083"/>
              <a:gd name="connsiteX68" fmla="*/ 268891 w 1246536"/>
              <a:gd name="connsiteY68" fmla="*/ 138017 h 285083"/>
              <a:gd name="connsiteX69" fmla="*/ 234077 w 1246536"/>
              <a:gd name="connsiteY69" fmla="*/ 145399 h 285083"/>
              <a:gd name="connsiteX70" fmla="*/ 208217 w 1246536"/>
              <a:gd name="connsiteY70" fmla="*/ 129873 h 285083"/>
              <a:gd name="connsiteX71" fmla="*/ 189215 w 1246536"/>
              <a:gd name="connsiteY71" fmla="*/ 145018 h 285083"/>
              <a:gd name="connsiteX72" fmla="*/ 199454 w 1246536"/>
              <a:gd name="connsiteY72" fmla="*/ 152352 h 285083"/>
              <a:gd name="connsiteX73" fmla="*/ 242078 w 1246536"/>
              <a:gd name="connsiteY73" fmla="*/ 154400 h 285083"/>
              <a:gd name="connsiteX74" fmla="*/ 273891 w 1246536"/>
              <a:gd name="connsiteY74" fmla="*/ 186357 h 285083"/>
              <a:gd name="connsiteX75" fmla="*/ 214694 w 1246536"/>
              <a:gd name="connsiteY75" fmla="*/ 242125 h 285083"/>
              <a:gd name="connsiteX76" fmla="*/ 283702 w 1246536"/>
              <a:gd name="connsiteY76" fmla="*/ 156115 h 285083"/>
              <a:gd name="connsiteX77" fmla="*/ 353330 w 1246536"/>
              <a:gd name="connsiteY77" fmla="*/ 70104 h 285083"/>
              <a:gd name="connsiteX78" fmla="*/ 419767 w 1246536"/>
              <a:gd name="connsiteY78" fmla="*/ 111633 h 285083"/>
              <a:gd name="connsiteX79" fmla="*/ 384953 w 1246536"/>
              <a:gd name="connsiteY79" fmla="*/ 119015 h 285083"/>
              <a:gd name="connsiteX80" fmla="*/ 353473 w 1246536"/>
              <a:gd name="connsiteY80" fmla="*/ 102156 h 285083"/>
              <a:gd name="connsiteX81" fmla="*/ 318659 w 1246536"/>
              <a:gd name="connsiteY81" fmla="*/ 148638 h 285083"/>
              <a:gd name="connsiteX82" fmla="*/ 353473 w 1246536"/>
              <a:gd name="connsiteY82" fmla="*/ 180546 h 285083"/>
              <a:gd name="connsiteX83" fmla="*/ 384953 w 1246536"/>
              <a:gd name="connsiteY83" fmla="*/ 150114 h 285083"/>
              <a:gd name="connsiteX84" fmla="*/ 419767 w 1246536"/>
              <a:gd name="connsiteY84" fmla="*/ 142732 h 285083"/>
              <a:gd name="connsiteX85" fmla="*/ 353330 w 1246536"/>
              <a:gd name="connsiteY85" fmla="*/ 212693 h 285083"/>
              <a:gd name="connsiteX86" fmla="*/ 283702 w 1246536"/>
              <a:gd name="connsiteY86" fmla="*/ 156115 h 285083"/>
              <a:gd name="connsiteX87" fmla="*/ 436340 w 1246536"/>
              <a:gd name="connsiteY87" fmla="*/ 55150 h 285083"/>
              <a:gd name="connsiteX88" fmla="*/ 540782 w 1246536"/>
              <a:gd name="connsiteY88" fmla="*/ 32956 h 285083"/>
              <a:gd name="connsiteX89" fmla="*/ 540782 w 1246536"/>
              <a:gd name="connsiteY89" fmla="*/ 63865 h 285083"/>
              <a:gd name="connsiteX90" fmla="*/ 470440 w 1246536"/>
              <a:gd name="connsiteY90" fmla="*/ 78819 h 285083"/>
              <a:gd name="connsiteX91" fmla="*/ 470440 w 1246536"/>
              <a:gd name="connsiteY91" fmla="*/ 101775 h 285083"/>
              <a:gd name="connsiteX92" fmla="*/ 531495 w 1246536"/>
              <a:gd name="connsiteY92" fmla="*/ 88821 h 285083"/>
              <a:gd name="connsiteX93" fmla="*/ 531495 w 1246536"/>
              <a:gd name="connsiteY93" fmla="*/ 118015 h 285083"/>
              <a:gd name="connsiteX94" fmla="*/ 470440 w 1246536"/>
              <a:gd name="connsiteY94" fmla="*/ 131016 h 285083"/>
              <a:gd name="connsiteX95" fmla="*/ 470440 w 1246536"/>
              <a:gd name="connsiteY95" fmla="*/ 154162 h 285083"/>
              <a:gd name="connsiteX96" fmla="*/ 540782 w 1246536"/>
              <a:gd name="connsiteY96" fmla="*/ 139208 h 285083"/>
              <a:gd name="connsiteX97" fmla="*/ 540782 w 1246536"/>
              <a:gd name="connsiteY97" fmla="*/ 170117 h 285083"/>
              <a:gd name="connsiteX98" fmla="*/ 436340 w 1246536"/>
              <a:gd name="connsiteY98" fmla="*/ 192310 h 285083"/>
              <a:gd name="connsiteX99" fmla="*/ 436340 w 1246536"/>
              <a:gd name="connsiteY99" fmla="*/ 55150 h 285083"/>
              <a:gd name="connsiteX100" fmla="*/ 561308 w 1246536"/>
              <a:gd name="connsiteY100" fmla="*/ 28623 h 285083"/>
              <a:gd name="connsiteX101" fmla="*/ 625173 w 1246536"/>
              <a:gd name="connsiteY101" fmla="*/ 15049 h 285083"/>
              <a:gd name="connsiteX102" fmla="*/ 662035 w 1246536"/>
              <a:gd name="connsiteY102" fmla="*/ 133112 h 285083"/>
              <a:gd name="connsiteX103" fmla="*/ 662035 w 1246536"/>
              <a:gd name="connsiteY103" fmla="*/ 7239 h 285083"/>
              <a:gd name="connsiteX104" fmla="*/ 695897 w 1246536"/>
              <a:gd name="connsiteY104" fmla="*/ 48 h 285083"/>
              <a:gd name="connsiteX105" fmla="*/ 695897 w 1246536"/>
              <a:gd name="connsiteY105" fmla="*/ 137208 h 285083"/>
              <a:gd name="connsiteX106" fmla="*/ 632032 w 1246536"/>
              <a:gd name="connsiteY106" fmla="*/ 150781 h 285083"/>
              <a:gd name="connsiteX107" fmla="*/ 595170 w 1246536"/>
              <a:gd name="connsiteY107" fmla="*/ 32718 h 285083"/>
              <a:gd name="connsiteX108" fmla="*/ 595170 w 1246536"/>
              <a:gd name="connsiteY108" fmla="*/ 158591 h 285083"/>
              <a:gd name="connsiteX109" fmla="*/ 561308 w 1246536"/>
              <a:gd name="connsiteY109" fmla="*/ 165783 h 285083"/>
              <a:gd name="connsiteX110" fmla="*/ 561308 w 1246536"/>
              <a:gd name="connsiteY110" fmla="*/ 28623 h 285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246536" h="285083">
                <a:moveTo>
                  <a:pt x="718995" y="0"/>
                </a:moveTo>
                <a:lnTo>
                  <a:pt x="769239" y="10668"/>
                </a:lnTo>
                <a:cubicBezTo>
                  <a:pt x="805149" y="18288"/>
                  <a:pt x="842391" y="35766"/>
                  <a:pt x="842391" y="94726"/>
                </a:cubicBezTo>
                <a:cubicBezTo>
                  <a:pt x="842391" y="153876"/>
                  <a:pt x="805149" y="155496"/>
                  <a:pt x="769239" y="147876"/>
                </a:cubicBezTo>
                <a:lnTo>
                  <a:pt x="718995" y="137208"/>
                </a:lnTo>
                <a:lnTo>
                  <a:pt x="718995" y="48"/>
                </a:lnTo>
                <a:close/>
                <a:moveTo>
                  <a:pt x="769239" y="116729"/>
                </a:moveTo>
                <a:cubicBezTo>
                  <a:pt x="791766" y="121539"/>
                  <a:pt x="808530" y="124301"/>
                  <a:pt x="808530" y="87535"/>
                </a:cubicBezTo>
                <a:cubicBezTo>
                  <a:pt x="808530" y="50768"/>
                  <a:pt x="791623" y="46387"/>
                  <a:pt x="769239" y="41624"/>
                </a:cubicBezTo>
                <a:lnTo>
                  <a:pt x="752856" y="38148"/>
                </a:lnTo>
                <a:lnTo>
                  <a:pt x="752856" y="113252"/>
                </a:lnTo>
                <a:cubicBezTo>
                  <a:pt x="752856" y="113252"/>
                  <a:pt x="769239" y="116729"/>
                  <a:pt x="769239" y="116729"/>
                </a:cubicBezTo>
                <a:close/>
                <a:moveTo>
                  <a:pt x="947024" y="48482"/>
                </a:moveTo>
                <a:lnTo>
                  <a:pt x="947024" y="79391"/>
                </a:lnTo>
                <a:cubicBezTo>
                  <a:pt x="947024" y="79391"/>
                  <a:pt x="917067" y="73009"/>
                  <a:pt x="917067" y="73009"/>
                </a:cubicBezTo>
                <a:lnTo>
                  <a:pt x="917067" y="148114"/>
                </a:lnTo>
                <a:cubicBezTo>
                  <a:pt x="917067" y="148114"/>
                  <a:pt x="947024" y="154496"/>
                  <a:pt x="947024" y="154496"/>
                </a:cubicBezTo>
                <a:lnTo>
                  <a:pt x="947024" y="185642"/>
                </a:lnTo>
                <a:cubicBezTo>
                  <a:pt x="947024" y="185642"/>
                  <a:pt x="853393" y="165735"/>
                  <a:pt x="853393" y="165735"/>
                </a:cubicBezTo>
                <a:lnTo>
                  <a:pt x="853393" y="134588"/>
                </a:lnTo>
                <a:cubicBezTo>
                  <a:pt x="853393" y="134588"/>
                  <a:pt x="883349" y="140970"/>
                  <a:pt x="883349" y="140970"/>
                </a:cubicBezTo>
                <a:lnTo>
                  <a:pt x="883349" y="65865"/>
                </a:lnTo>
                <a:cubicBezTo>
                  <a:pt x="883349" y="65865"/>
                  <a:pt x="853393" y="59484"/>
                  <a:pt x="853393" y="59484"/>
                </a:cubicBezTo>
                <a:lnTo>
                  <a:pt x="853393" y="28575"/>
                </a:lnTo>
                <a:cubicBezTo>
                  <a:pt x="853393" y="28575"/>
                  <a:pt x="947024" y="48482"/>
                  <a:pt x="947024" y="48482"/>
                </a:cubicBezTo>
                <a:close/>
                <a:moveTo>
                  <a:pt x="1026319" y="62627"/>
                </a:moveTo>
                <a:cubicBezTo>
                  <a:pt x="1068944" y="71676"/>
                  <a:pt x="1094994" y="107966"/>
                  <a:pt x="1094994" y="148447"/>
                </a:cubicBezTo>
                <a:cubicBezTo>
                  <a:pt x="1094994" y="189119"/>
                  <a:pt x="1068944" y="214313"/>
                  <a:pt x="1026319" y="205264"/>
                </a:cubicBezTo>
                <a:cubicBezTo>
                  <a:pt x="983504" y="196167"/>
                  <a:pt x="957263" y="159829"/>
                  <a:pt x="957263" y="119205"/>
                </a:cubicBezTo>
                <a:cubicBezTo>
                  <a:pt x="957263" y="78724"/>
                  <a:pt x="983504" y="53578"/>
                  <a:pt x="1026319" y="62675"/>
                </a:cubicBezTo>
                <a:moveTo>
                  <a:pt x="1026319" y="173117"/>
                </a:moveTo>
                <a:cubicBezTo>
                  <a:pt x="1049036" y="177927"/>
                  <a:pt x="1060180" y="165926"/>
                  <a:pt x="1060180" y="141018"/>
                </a:cubicBezTo>
                <a:cubicBezTo>
                  <a:pt x="1060180" y="116110"/>
                  <a:pt x="1048846" y="99489"/>
                  <a:pt x="1026319" y="94726"/>
                </a:cubicBezTo>
                <a:cubicBezTo>
                  <a:pt x="1003602" y="89916"/>
                  <a:pt x="992267" y="101870"/>
                  <a:pt x="992267" y="126587"/>
                </a:cubicBezTo>
                <a:cubicBezTo>
                  <a:pt x="992267" y="151495"/>
                  <a:pt x="1003649" y="168307"/>
                  <a:pt x="1026319" y="173117"/>
                </a:cubicBezTo>
                <a:moveTo>
                  <a:pt x="1111949" y="83534"/>
                </a:moveTo>
                <a:lnTo>
                  <a:pt x="1175814" y="97107"/>
                </a:lnTo>
                <a:lnTo>
                  <a:pt x="1212675" y="230791"/>
                </a:lnTo>
                <a:lnTo>
                  <a:pt x="1212675" y="104918"/>
                </a:lnTo>
                <a:cubicBezTo>
                  <a:pt x="1212675" y="104918"/>
                  <a:pt x="1246537" y="112109"/>
                  <a:pt x="1246537" y="112109"/>
                </a:cubicBezTo>
                <a:lnTo>
                  <a:pt x="1246537" y="249269"/>
                </a:lnTo>
                <a:cubicBezTo>
                  <a:pt x="1246537" y="249269"/>
                  <a:pt x="1182672" y="235696"/>
                  <a:pt x="1182672" y="235696"/>
                </a:cubicBezTo>
                <a:lnTo>
                  <a:pt x="1145810" y="102013"/>
                </a:lnTo>
                <a:lnTo>
                  <a:pt x="1145810" y="227886"/>
                </a:lnTo>
                <a:cubicBezTo>
                  <a:pt x="1145810" y="227886"/>
                  <a:pt x="1111949" y="220694"/>
                  <a:pt x="1111949" y="220694"/>
                </a:cubicBezTo>
                <a:lnTo>
                  <a:pt x="1111949" y="83534"/>
                </a:lnTo>
                <a:close/>
                <a:moveTo>
                  <a:pt x="42101" y="138970"/>
                </a:moveTo>
                <a:lnTo>
                  <a:pt x="104108" y="125778"/>
                </a:lnTo>
                <a:lnTo>
                  <a:pt x="145971" y="254032"/>
                </a:lnTo>
                <a:lnTo>
                  <a:pt x="110061" y="261652"/>
                </a:lnTo>
                <a:lnTo>
                  <a:pt x="97774" y="222837"/>
                </a:lnTo>
                <a:lnTo>
                  <a:pt x="47863" y="233458"/>
                </a:lnTo>
                <a:lnTo>
                  <a:pt x="35576" y="277511"/>
                </a:lnTo>
                <a:lnTo>
                  <a:pt x="0" y="285083"/>
                </a:lnTo>
                <a:lnTo>
                  <a:pt x="42053" y="138970"/>
                </a:lnTo>
                <a:close/>
                <a:moveTo>
                  <a:pt x="88440" y="193929"/>
                </a:moveTo>
                <a:lnTo>
                  <a:pt x="72819" y="144923"/>
                </a:lnTo>
                <a:lnTo>
                  <a:pt x="57198" y="200597"/>
                </a:lnTo>
                <a:lnTo>
                  <a:pt x="88488" y="193929"/>
                </a:lnTo>
                <a:close/>
                <a:moveTo>
                  <a:pt x="214646" y="242173"/>
                </a:moveTo>
                <a:cubicBezTo>
                  <a:pt x="168307" y="252031"/>
                  <a:pt x="148733" y="235553"/>
                  <a:pt x="148733" y="199930"/>
                </a:cubicBezTo>
                <a:lnTo>
                  <a:pt x="183738" y="192500"/>
                </a:lnTo>
                <a:cubicBezTo>
                  <a:pt x="183738" y="211979"/>
                  <a:pt x="190977" y="217599"/>
                  <a:pt x="215408" y="212408"/>
                </a:cubicBezTo>
                <a:cubicBezTo>
                  <a:pt x="231982" y="208883"/>
                  <a:pt x="239030" y="203883"/>
                  <a:pt x="239030" y="195310"/>
                </a:cubicBezTo>
                <a:cubicBezTo>
                  <a:pt x="239030" y="190452"/>
                  <a:pt x="235315" y="187547"/>
                  <a:pt x="227886" y="187166"/>
                </a:cubicBezTo>
                <a:lnTo>
                  <a:pt x="183975" y="184452"/>
                </a:lnTo>
                <a:cubicBezTo>
                  <a:pt x="161258" y="182880"/>
                  <a:pt x="154210" y="170545"/>
                  <a:pt x="154210" y="153210"/>
                </a:cubicBezTo>
                <a:cubicBezTo>
                  <a:pt x="154210" y="126540"/>
                  <a:pt x="173212" y="108299"/>
                  <a:pt x="207645" y="101013"/>
                </a:cubicBezTo>
                <a:cubicBezTo>
                  <a:pt x="248603" y="92297"/>
                  <a:pt x="268891" y="108252"/>
                  <a:pt x="268891" y="138017"/>
                </a:cubicBezTo>
                <a:lnTo>
                  <a:pt x="234077" y="145399"/>
                </a:lnTo>
                <a:cubicBezTo>
                  <a:pt x="234077" y="130635"/>
                  <a:pt x="226076" y="126111"/>
                  <a:pt x="208217" y="129873"/>
                </a:cubicBezTo>
                <a:cubicBezTo>
                  <a:pt x="195739" y="132540"/>
                  <a:pt x="189215" y="137208"/>
                  <a:pt x="189215" y="145018"/>
                </a:cubicBezTo>
                <a:cubicBezTo>
                  <a:pt x="189215" y="148923"/>
                  <a:pt x="191262" y="151781"/>
                  <a:pt x="199454" y="152352"/>
                </a:cubicBezTo>
                <a:lnTo>
                  <a:pt x="242078" y="154400"/>
                </a:lnTo>
                <a:cubicBezTo>
                  <a:pt x="263843" y="155400"/>
                  <a:pt x="273891" y="166306"/>
                  <a:pt x="273891" y="186357"/>
                </a:cubicBezTo>
                <a:cubicBezTo>
                  <a:pt x="273891" y="212408"/>
                  <a:pt x="256747" y="233172"/>
                  <a:pt x="214694" y="242125"/>
                </a:cubicBezTo>
                <a:moveTo>
                  <a:pt x="283702" y="156115"/>
                </a:moveTo>
                <a:cubicBezTo>
                  <a:pt x="283702" y="115633"/>
                  <a:pt x="310325" y="79248"/>
                  <a:pt x="353330" y="70104"/>
                </a:cubicBezTo>
                <a:cubicBezTo>
                  <a:pt x="390906" y="62103"/>
                  <a:pt x="415862" y="78010"/>
                  <a:pt x="419767" y="111633"/>
                </a:cubicBezTo>
                <a:lnTo>
                  <a:pt x="384953" y="119015"/>
                </a:lnTo>
                <a:cubicBezTo>
                  <a:pt x="382143" y="104823"/>
                  <a:pt x="370047" y="98631"/>
                  <a:pt x="353473" y="102156"/>
                </a:cubicBezTo>
                <a:cubicBezTo>
                  <a:pt x="333185" y="106490"/>
                  <a:pt x="318659" y="121634"/>
                  <a:pt x="318659" y="148638"/>
                </a:cubicBezTo>
                <a:cubicBezTo>
                  <a:pt x="318659" y="175879"/>
                  <a:pt x="333185" y="184833"/>
                  <a:pt x="353473" y="180546"/>
                </a:cubicBezTo>
                <a:cubicBezTo>
                  <a:pt x="370047" y="177022"/>
                  <a:pt x="382143" y="165497"/>
                  <a:pt x="384953" y="150114"/>
                </a:cubicBezTo>
                <a:lnTo>
                  <a:pt x="419767" y="142732"/>
                </a:lnTo>
                <a:cubicBezTo>
                  <a:pt x="415862" y="178213"/>
                  <a:pt x="390906" y="204692"/>
                  <a:pt x="353330" y="212693"/>
                </a:cubicBezTo>
                <a:cubicBezTo>
                  <a:pt x="310325" y="221837"/>
                  <a:pt x="283702" y="196739"/>
                  <a:pt x="283702" y="156115"/>
                </a:cubicBezTo>
                <a:moveTo>
                  <a:pt x="436340" y="55150"/>
                </a:moveTo>
                <a:lnTo>
                  <a:pt x="540782" y="32956"/>
                </a:lnTo>
                <a:lnTo>
                  <a:pt x="540782" y="63865"/>
                </a:lnTo>
                <a:cubicBezTo>
                  <a:pt x="540782" y="63865"/>
                  <a:pt x="470440" y="78819"/>
                  <a:pt x="470440" y="78819"/>
                </a:cubicBezTo>
                <a:lnTo>
                  <a:pt x="470440" y="101775"/>
                </a:lnTo>
                <a:cubicBezTo>
                  <a:pt x="470440" y="101775"/>
                  <a:pt x="531495" y="88821"/>
                  <a:pt x="531495" y="88821"/>
                </a:cubicBezTo>
                <a:lnTo>
                  <a:pt x="531495" y="118015"/>
                </a:lnTo>
                <a:cubicBezTo>
                  <a:pt x="531495" y="118015"/>
                  <a:pt x="470440" y="131016"/>
                  <a:pt x="470440" y="131016"/>
                </a:cubicBezTo>
                <a:lnTo>
                  <a:pt x="470440" y="154162"/>
                </a:lnTo>
                <a:cubicBezTo>
                  <a:pt x="470440" y="154162"/>
                  <a:pt x="540782" y="139208"/>
                  <a:pt x="540782" y="139208"/>
                </a:cubicBezTo>
                <a:lnTo>
                  <a:pt x="540782" y="170117"/>
                </a:lnTo>
                <a:cubicBezTo>
                  <a:pt x="540782" y="170117"/>
                  <a:pt x="436340" y="192310"/>
                  <a:pt x="436340" y="192310"/>
                </a:cubicBezTo>
                <a:lnTo>
                  <a:pt x="436340" y="55150"/>
                </a:lnTo>
                <a:close/>
                <a:moveTo>
                  <a:pt x="561308" y="28623"/>
                </a:moveTo>
                <a:lnTo>
                  <a:pt x="625173" y="15049"/>
                </a:lnTo>
                <a:lnTo>
                  <a:pt x="662035" y="133112"/>
                </a:lnTo>
                <a:lnTo>
                  <a:pt x="662035" y="7239"/>
                </a:lnTo>
                <a:cubicBezTo>
                  <a:pt x="662035" y="7239"/>
                  <a:pt x="695897" y="48"/>
                  <a:pt x="695897" y="48"/>
                </a:cubicBezTo>
                <a:lnTo>
                  <a:pt x="695897" y="137208"/>
                </a:lnTo>
                <a:cubicBezTo>
                  <a:pt x="695897" y="137208"/>
                  <a:pt x="632032" y="150781"/>
                  <a:pt x="632032" y="150781"/>
                </a:cubicBezTo>
                <a:lnTo>
                  <a:pt x="595170" y="32718"/>
                </a:lnTo>
                <a:lnTo>
                  <a:pt x="595170" y="158591"/>
                </a:lnTo>
                <a:cubicBezTo>
                  <a:pt x="595170" y="158591"/>
                  <a:pt x="561308" y="165783"/>
                  <a:pt x="561308" y="165783"/>
                </a:cubicBezTo>
                <a:lnTo>
                  <a:pt x="561308" y="28623"/>
                </a:lnTo>
                <a:close/>
              </a:path>
            </a:pathLst>
          </a:custGeom>
          <a:solidFill>
            <a:srgbClr val="FFFFFF"/>
          </a:solidFill>
          <a:ln w="4763" cap="flat">
            <a:noFill/>
            <a:prstDash val="solid"/>
            <a:miter/>
          </a:ln>
        </p:spPr>
        <p:txBody>
          <a:bodyPr rtlCol="0" anchor="ctr"/>
          <a:lstStyle/>
          <a:p>
            <a:endParaRPr lang="en-AU"/>
          </a:p>
        </p:txBody>
      </p:sp>
      <p:grpSp>
        <p:nvGrpSpPr>
          <p:cNvPr id="20" name="Graphic 3">
            <a:extLst>
              <a:ext uri="{FF2B5EF4-FFF2-40B4-BE49-F238E27FC236}">
                <a16:creationId xmlns:a16="http://schemas.microsoft.com/office/drawing/2014/main" id="{11580F78-9730-E8CF-5F00-5083728E0E3D}"/>
              </a:ext>
            </a:extLst>
          </p:cNvPr>
          <p:cNvGrpSpPr/>
          <p:nvPr/>
        </p:nvGrpSpPr>
        <p:grpSpPr>
          <a:xfrm>
            <a:off x="378275" y="4600765"/>
            <a:ext cx="945451" cy="171497"/>
            <a:chOff x="217360" y="4600765"/>
            <a:chExt cx="945451" cy="171497"/>
          </a:xfrm>
          <a:solidFill>
            <a:srgbClr val="FFFFFF"/>
          </a:solidFill>
        </p:grpSpPr>
        <p:grpSp>
          <p:nvGrpSpPr>
            <p:cNvPr id="21" name="Graphic 3">
              <a:extLst>
                <a:ext uri="{FF2B5EF4-FFF2-40B4-BE49-F238E27FC236}">
                  <a16:creationId xmlns:a16="http://schemas.microsoft.com/office/drawing/2014/main" id="{034EE8A3-A127-9A71-99DC-9A0E6F91654D}"/>
                </a:ext>
              </a:extLst>
            </p:cNvPr>
            <p:cNvGrpSpPr/>
            <p:nvPr/>
          </p:nvGrpSpPr>
          <p:grpSpPr>
            <a:xfrm>
              <a:off x="604408" y="4600765"/>
              <a:ext cx="171354" cy="171354"/>
              <a:chOff x="604408" y="4600765"/>
              <a:chExt cx="171354" cy="171354"/>
            </a:xfrm>
            <a:solidFill>
              <a:srgbClr val="FFFFFF"/>
            </a:solidFill>
          </p:grpSpPr>
          <p:sp>
            <p:nvSpPr>
              <p:cNvPr id="22" name="Freeform: Shape 21">
                <a:extLst>
                  <a:ext uri="{FF2B5EF4-FFF2-40B4-BE49-F238E27FC236}">
                    <a16:creationId xmlns:a16="http://schemas.microsoft.com/office/drawing/2014/main" id="{0D5749F5-CE41-31DE-FF35-61FA298CA95A}"/>
                  </a:ext>
                </a:extLst>
              </p:cNvPr>
              <p:cNvSpPr/>
              <p:nvPr/>
            </p:nvSpPr>
            <p:spPr>
              <a:xfrm>
                <a:off x="604408" y="4600765"/>
                <a:ext cx="171354" cy="171354"/>
              </a:xfrm>
              <a:custGeom>
                <a:avLst/>
                <a:gdLst>
                  <a:gd name="connsiteX0" fmla="*/ 85677 w 171354"/>
                  <a:gd name="connsiteY0" fmla="*/ 171355 h 171354"/>
                  <a:gd name="connsiteX1" fmla="*/ 0 w 171354"/>
                  <a:gd name="connsiteY1" fmla="*/ 85677 h 171354"/>
                  <a:gd name="connsiteX2" fmla="*/ 85677 w 171354"/>
                  <a:gd name="connsiteY2" fmla="*/ 0 h 171354"/>
                  <a:gd name="connsiteX3" fmla="*/ 171355 w 171354"/>
                  <a:gd name="connsiteY3" fmla="*/ 85677 h 171354"/>
                  <a:gd name="connsiteX4" fmla="*/ 85677 w 171354"/>
                  <a:gd name="connsiteY4" fmla="*/ 171355 h 171354"/>
                  <a:gd name="connsiteX5" fmla="*/ 85677 w 171354"/>
                  <a:gd name="connsiteY5" fmla="*/ 6667 h 171354"/>
                  <a:gd name="connsiteX6" fmla="*/ 6620 w 171354"/>
                  <a:gd name="connsiteY6" fmla="*/ 85725 h 171354"/>
                  <a:gd name="connsiteX7" fmla="*/ 85677 w 171354"/>
                  <a:gd name="connsiteY7" fmla="*/ 164783 h 171354"/>
                  <a:gd name="connsiteX8" fmla="*/ 164735 w 171354"/>
                  <a:gd name="connsiteY8" fmla="*/ 85725 h 171354"/>
                  <a:gd name="connsiteX9" fmla="*/ 85677 w 171354"/>
                  <a:gd name="connsiteY9" fmla="*/ 6667 h 171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54" h="171354">
                    <a:moveTo>
                      <a:pt x="85677" y="171355"/>
                    </a:moveTo>
                    <a:cubicBezTo>
                      <a:pt x="38433" y="171355"/>
                      <a:pt x="0" y="132921"/>
                      <a:pt x="0" y="85677"/>
                    </a:cubicBezTo>
                    <a:cubicBezTo>
                      <a:pt x="0" y="38433"/>
                      <a:pt x="38433" y="0"/>
                      <a:pt x="85677" y="0"/>
                    </a:cubicBezTo>
                    <a:cubicBezTo>
                      <a:pt x="132921" y="0"/>
                      <a:pt x="171355" y="38433"/>
                      <a:pt x="171355" y="85677"/>
                    </a:cubicBezTo>
                    <a:cubicBezTo>
                      <a:pt x="171355" y="132921"/>
                      <a:pt x="132921" y="171355"/>
                      <a:pt x="85677" y="171355"/>
                    </a:cubicBezTo>
                    <a:close/>
                    <a:moveTo>
                      <a:pt x="85677" y="6667"/>
                    </a:moveTo>
                    <a:cubicBezTo>
                      <a:pt x="42100" y="6667"/>
                      <a:pt x="6620" y="42148"/>
                      <a:pt x="6620" y="85725"/>
                    </a:cubicBezTo>
                    <a:cubicBezTo>
                      <a:pt x="6620" y="129302"/>
                      <a:pt x="42100" y="164783"/>
                      <a:pt x="85677" y="164783"/>
                    </a:cubicBezTo>
                    <a:cubicBezTo>
                      <a:pt x="129254" y="164783"/>
                      <a:pt x="164735" y="129302"/>
                      <a:pt x="164735" y="85725"/>
                    </a:cubicBezTo>
                    <a:cubicBezTo>
                      <a:pt x="164735" y="42148"/>
                      <a:pt x="129254" y="6667"/>
                      <a:pt x="85677" y="6667"/>
                    </a:cubicBezTo>
                    <a:close/>
                  </a:path>
                </a:pathLst>
              </a:custGeom>
              <a:solidFill>
                <a:srgbClr val="FFFFFF"/>
              </a:solidFill>
              <a:ln w="4763" cap="flat">
                <a:noFill/>
                <a:prstDash val="solid"/>
                <a:miter/>
              </a:ln>
            </p:spPr>
            <p:txBody>
              <a:bodyPr rtlCol="0" anchor="ctr"/>
              <a:lstStyle/>
              <a:p>
                <a:endParaRPr lang="en-AU"/>
              </a:p>
            </p:txBody>
          </p:sp>
          <p:sp>
            <p:nvSpPr>
              <p:cNvPr id="23" name="Freeform: Shape 22">
                <a:extLst>
                  <a:ext uri="{FF2B5EF4-FFF2-40B4-BE49-F238E27FC236}">
                    <a16:creationId xmlns:a16="http://schemas.microsoft.com/office/drawing/2014/main" id="{044BA208-EA2B-AEB2-6DA2-25482C2C6D12}"/>
                  </a:ext>
                </a:extLst>
              </p:cNvPr>
              <p:cNvSpPr/>
              <p:nvPr/>
            </p:nvSpPr>
            <p:spPr>
              <a:xfrm>
                <a:off x="637460" y="4634007"/>
                <a:ext cx="105203" cy="104965"/>
              </a:xfrm>
              <a:custGeom>
                <a:avLst/>
                <a:gdLst>
                  <a:gd name="connsiteX0" fmla="*/ 28384 w 105203"/>
                  <a:gd name="connsiteY0" fmla="*/ 0 h 104965"/>
                  <a:gd name="connsiteX1" fmla="*/ 76819 w 105203"/>
                  <a:gd name="connsiteY1" fmla="*/ 0 h 104965"/>
                  <a:gd name="connsiteX2" fmla="*/ 105204 w 105203"/>
                  <a:gd name="connsiteY2" fmla="*/ 28385 h 104965"/>
                  <a:gd name="connsiteX3" fmla="*/ 105204 w 105203"/>
                  <a:gd name="connsiteY3" fmla="*/ 76581 h 104965"/>
                  <a:gd name="connsiteX4" fmla="*/ 76819 w 105203"/>
                  <a:gd name="connsiteY4" fmla="*/ 104966 h 104965"/>
                  <a:gd name="connsiteX5" fmla="*/ 28384 w 105203"/>
                  <a:gd name="connsiteY5" fmla="*/ 104966 h 104965"/>
                  <a:gd name="connsiteX6" fmla="*/ 0 w 105203"/>
                  <a:gd name="connsiteY6" fmla="*/ 76581 h 104965"/>
                  <a:gd name="connsiteX7" fmla="*/ 0 w 105203"/>
                  <a:gd name="connsiteY7" fmla="*/ 28385 h 104965"/>
                  <a:gd name="connsiteX8" fmla="*/ 28384 w 105203"/>
                  <a:gd name="connsiteY8" fmla="*/ 0 h 104965"/>
                  <a:gd name="connsiteX9" fmla="*/ 28384 w 105203"/>
                  <a:gd name="connsiteY9" fmla="*/ 0 h 104965"/>
                  <a:gd name="connsiteX10" fmla="*/ 80867 w 105203"/>
                  <a:gd name="connsiteY10" fmla="*/ 18336 h 104965"/>
                  <a:gd name="connsiteX11" fmla="*/ 80867 w 105203"/>
                  <a:gd name="connsiteY11" fmla="*/ 18336 h 104965"/>
                  <a:gd name="connsiteX12" fmla="*/ 86916 w 105203"/>
                  <a:gd name="connsiteY12" fmla="*/ 24384 h 104965"/>
                  <a:gd name="connsiteX13" fmla="*/ 86916 w 105203"/>
                  <a:gd name="connsiteY13" fmla="*/ 24384 h 104965"/>
                  <a:gd name="connsiteX14" fmla="*/ 80867 w 105203"/>
                  <a:gd name="connsiteY14" fmla="*/ 30432 h 104965"/>
                  <a:gd name="connsiteX15" fmla="*/ 80867 w 105203"/>
                  <a:gd name="connsiteY15" fmla="*/ 30432 h 104965"/>
                  <a:gd name="connsiteX16" fmla="*/ 74819 w 105203"/>
                  <a:gd name="connsiteY16" fmla="*/ 24384 h 104965"/>
                  <a:gd name="connsiteX17" fmla="*/ 74819 w 105203"/>
                  <a:gd name="connsiteY17" fmla="*/ 24384 h 104965"/>
                  <a:gd name="connsiteX18" fmla="*/ 80867 w 105203"/>
                  <a:gd name="connsiteY18" fmla="*/ 18336 h 104965"/>
                  <a:gd name="connsiteX19" fmla="*/ 80867 w 105203"/>
                  <a:gd name="connsiteY19" fmla="*/ 18336 h 104965"/>
                  <a:gd name="connsiteX20" fmla="*/ 52483 w 105203"/>
                  <a:gd name="connsiteY20" fmla="*/ 23860 h 104965"/>
                  <a:gd name="connsiteX21" fmla="*/ 52721 w 105203"/>
                  <a:gd name="connsiteY21" fmla="*/ 23860 h 104965"/>
                  <a:gd name="connsiteX22" fmla="*/ 81343 w 105203"/>
                  <a:gd name="connsiteY22" fmla="*/ 52483 h 104965"/>
                  <a:gd name="connsiteX23" fmla="*/ 81343 w 105203"/>
                  <a:gd name="connsiteY23" fmla="*/ 52483 h 104965"/>
                  <a:gd name="connsiteX24" fmla="*/ 52721 w 105203"/>
                  <a:gd name="connsiteY24" fmla="*/ 81105 h 104965"/>
                  <a:gd name="connsiteX25" fmla="*/ 52483 w 105203"/>
                  <a:gd name="connsiteY25" fmla="*/ 81105 h 104965"/>
                  <a:gd name="connsiteX26" fmla="*/ 24098 w 105203"/>
                  <a:gd name="connsiteY26" fmla="*/ 52483 h 104965"/>
                  <a:gd name="connsiteX27" fmla="*/ 24098 w 105203"/>
                  <a:gd name="connsiteY27" fmla="*/ 52483 h 104965"/>
                  <a:gd name="connsiteX28" fmla="*/ 52483 w 105203"/>
                  <a:gd name="connsiteY28" fmla="*/ 23860 h 104965"/>
                  <a:gd name="connsiteX29" fmla="*/ 52483 w 105203"/>
                  <a:gd name="connsiteY29" fmla="*/ 23860 h 104965"/>
                  <a:gd name="connsiteX30" fmla="*/ 52483 w 105203"/>
                  <a:gd name="connsiteY30" fmla="*/ 33623 h 104965"/>
                  <a:gd name="connsiteX31" fmla="*/ 52721 w 105203"/>
                  <a:gd name="connsiteY31" fmla="*/ 33623 h 104965"/>
                  <a:gd name="connsiteX32" fmla="*/ 71533 w 105203"/>
                  <a:gd name="connsiteY32" fmla="*/ 52435 h 104965"/>
                  <a:gd name="connsiteX33" fmla="*/ 71533 w 105203"/>
                  <a:gd name="connsiteY33" fmla="*/ 52435 h 104965"/>
                  <a:gd name="connsiteX34" fmla="*/ 52721 w 105203"/>
                  <a:gd name="connsiteY34" fmla="*/ 71533 h 104965"/>
                  <a:gd name="connsiteX35" fmla="*/ 52483 w 105203"/>
                  <a:gd name="connsiteY35" fmla="*/ 71533 h 104965"/>
                  <a:gd name="connsiteX36" fmla="*/ 33671 w 105203"/>
                  <a:gd name="connsiteY36" fmla="*/ 52435 h 104965"/>
                  <a:gd name="connsiteX37" fmla="*/ 33671 w 105203"/>
                  <a:gd name="connsiteY37" fmla="*/ 52435 h 104965"/>
                  <a:gd name="connsiteX38" fmla="*/ 52483 w 105203"/>
                  <a:gd name="connsiteY38" fmla="*/ 33623 h 104965"/>
                  <a:gd name="connsiteX39" fmla="*/ 52483 w 105203"/>
                  <a:gd name="connsiteY39" fmla="*/ 33623 h 104965"/>
                  <a:gd name="connsiteX40" fmla="*/ 28623 w 105203"/>
                  <a:gd name="connsiteY40" fmla="*/ 9049 h 104965"/>
                  <a:gd name="connsiteX41" fmla="*/ 76581 w 105203"/>
                  <a:gd name="connsiteY41" fmla="*/ 9049 h 104965"/>
                  <a:gd name="connsiteX42" fmla="*/ 96155 w 105203"/>
                  <a:gd name="connsiteY42" fmla="*/ 28623 h 104965"/>
                  <a:gd name="connsiteX43" fmla="*/ 96155 w 105203"/>
                  <a:gd name="connsiteY43" fmla="*/ 76343 h 104965"/>
                  <a:gd name="connsiteX44" fmla="*/ 76581 w 105203"/>
                  <a:gd name="connsiteY44" fmla="*/ 95917 h 104965"/>
                  <a:gd name="connsiteX45" fmla="*/ 28623 w 105203"/>
                  <a:gd name="connsiteY45" fmla="*/ 95917 h 104965"/>
                  <a:gd name="connsiteX46" fmla="*/ 9049 w 105203"/>
                  <a:gd name="connsiteY46" fmla="*/ 76343 h 104965"/>
                  <a:gd name="connsiteX47" fmla="*/ 9049 w 105203"/>
                  <a:gd name="connsiteY47" fmla="*/ 28623 h 104965"/>
                  <a:gd name="connsiteX48" fmla="*/ 28623 w 105203"/>
                  <a:gd name="connsiteY48" fmla="*/ 9049 h 104965"/>
                  <a:gd name="connsiteX49" fmla="*/ 28623 w 105203"/>
                  <a:gd name="connsiteY49" fmla="*/ 9049 h 104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05203" h="104965">
                    <a:moveTo>
                      <a:pt x="28384" y="0"/>
                    </a:moveTo>
                    <a:lnTo>
                      <a:pt x="76819" y="0"/>
                    </a:lnTo>
                    <a:cubicBezTo>
                      <a:pt x="92392" y="0"/>
                      <a:pt x="105204" y="12811"/>
                      <a:pt x="105204" y="28385"/>
                    </a:cubicBezTo>
                    <a:lnTo>
                      <a:pt x="105204" y="76581"/>
                    </a:lnTo>
                    <a:cubicBezTo>
                      <a:pt x="105204" y="92154"/>
                      <a:pt x="92392" y="104966"/>
                      <a:pt x="76819" y="104966"/>
                    </a:cubicBezTo>
                    <a:lnTo>
                      <a:pt x="28384" y="104966"/>
                    </a:lnTo>
                    <a:cubicBezTo>
                      <a:pt x="12811" y="104966"/>
                      <a:pt x="0" y="92154"/>
                      <a:pt x="0" y="76581"/>
                    </a:cubicBezTo>
                    <a:lnTo>
                      <a:pt x="0" y="28385"/>
                    </a:lnTo>
                    <a:cubicBezTo>
                      <a:pt x="0" y="12811"/>
                      <a:pt x="12811" y="0"/>
                      <a:pt x="28384" y="0"/>
                    </a:cubicBezTo>
                    <a:lnTo>
                      <a:pt x="28384" y="0"/>
                    </a:lnTo>
                    <a:close/>
                    <a:moveTo>
                      <a:pt x="80867" y="18336"/>
                    </a:moveTo>
                    <a:lnTo>
                      <a:pt x="80867" y="18336"/>
                    </a:lnTo>
                    <a:cubicBezTo>
                      <a:pt x="84153" y="18336"/>
                      <a:pt x="86916" y="21098"/>
                      <a:pt x="86916" y="24384"/>
                    </a:cubicBezTo>
                    <a:lnTo>
                      <a:pt x="86916" y="24384"/>
                    </a:lnTo>
                    <a:cubicBezTo>
                      <a:pt x="86916" y="27670"/>
                      <a:pt x="84153" y="30432"/>
                      <a:pt x="80867" y="30432"/>
                    </a:cubicBezTo>
                    <a:lnTo>
                      <a:pt x="80867" y="30432"/>
                    </a:lnTo>
                    <a:cubicBezTo>
                      <a:pt x="77343" y="30432"/>
                      <a:pt x="74819" y="27670"/>
                      <a:pt x="74819" y="24384"/>
                    </a:cubicBezTo>
                    <a:lnTo>
                      <a:pt x="74819" y="24384"/>
                    </a:lnTo>
                    <a:cubicBezTo>
                      <a:pt x="74819" y="21098"/>
                      <a:pt x="77343" y="18336"/>
                      <a:pt x="80867" y="18336"/>
                    </a:cubicBezTo>
                    <a:lnTo>
                      <a:pt x="80867" y="18336"/>
                    </a:lnTo>
                    <a:close/>
                    <a:moveTo>
                      <a:pt x="52483" y="23860"/>
                    </a:moveTo>
                    <a:lnTo>
                      <a:pt x="52721" y="23860"/>
                    </a:lnTo>
                    <a:cubicBezTo>
                      <a:pt x="68294" y="23860"/>
                      <a:pt x="81343" y="36909"/>
                      <a:pt x="81343" y="52483"/>
                    </a:cubicBezTo>
                    <a:lnTo>
                      <a:pt x="81343" y="52483"/>
                    </a:lnTo>
                    <a:cubicBezTo>
                      <a:pt x="81343" y="68294"/>
                      <a:pt x="68294" y="81105"/>
                      <a:pt x="52721" y="81105"/>
                    </a:cubicBezTo>
                    <a:lnTo>
                      <a:pt x="52483" y="81105"/>
                    </a:lnTo>
                    <a:cubicBezTo>
                      <a:pt x="36909" y="81105"/>
                      <a:pt x="24098" y="68294"/>
                      <a:pt x="24098" y="52483"/>
                    </a:cubicBezTo>
                    <a:lnTo>
                      <a:pt x="24098" y="52483"/>
                    </a:lnTo>
                    <a:cubicBezTo>
                      <a:pt x="24098" y="36909"/>
                      <a:pt x="36909" y="23860"/>
                      <a:pt x="52483" y="23860"/>
                    </a:cubicBezTo>
                    <a:lnTo>
                      <a:pt x="52483" y="23860"/>
                    </a:lnTo>
                    <a:close/>
                    <a:moveTo>
                      <a:pt x="52483" y="33623"/>
                    </a:moveTo>
                    <a:lnTo>
                      <a:pt x="52721" y="33623"/>
                    </a:lnTo>
                    <a:cubicBezTo>
                      <a:pt x="63008" y="33623"/>
                      <a:pt x="71533" y="42148"/>
                      <a:pt x="71533" y="52435"/>
                    </a:cubicBezTo>
                    <a:lnTo>
                      <a:pt x="71533" y="52435"/>
                    </a:lnTo>
                    <a:cubicBezTo>
                      <a:pt x="71533" y="62960"/>
                      <a:pt x="63008" y="71533"/>
                      <a:pt x="52721" y="71533"/>
                    </a:cubicBezTo>
                    <a:lnTo>
                      <a:pt x="52483" y="71533"/>
                    </a:lnTo>
                    <a:cubicBezTo>
                      <a:pt x="42196" y="71533"/>
                      <a:pt x="33671" y="63008"/>
                      <a:pt x="33671" y="52435"/>
                    </a:cubicBezTo>
                    <a:lnTo>
                      <a:pt x="33671" y="52435"/>
                    </a:lnTo>
                    <a:cubicBezTo>
                      <a:pt x="33671" y="42148"/>
                      <a:pt x="42196" y="33623"/>
                      <a:pt x="52483" y="33623"/>
                    </a:cubicBezTo>
                    <a:lnTo>
                      <a:pt x="52483" y="33623"/>
                    </a:lnTo>
                    <a:close/>
                    <a:moveTo>
                      <a:pt x="28623" y="9049"/>
                    </a:moveTo>
                    <a:lnTo>
                      <a:pt x="76581" y="9049"/>
                    </a:lnTo>
                    <a:cubicBezTo>
                      <a:pt x="87392" y="9049"/>
                      <a:pt x="96155" y="17812"/>
                      <a:pt x="96155" y="28623"/>
                    </a:cubicBezTo>
                    <a:lnTo>
                      <a:pt x="96155" y="76343"/>
                    </a:lnTo>
                    <a:cubicBezTo>
                      <a:pt x="96155" y="87154"/>
                      <a:pt x="87392" y="95917"/>
                      <a:pt x="76581" y="95917"/>
                    </a:cubicBezTo>
                    <a:lnTo>
                      <a:pt x="28623" y="95917"/>
                    </a:lnTo>
                    <a:cubicBezTo>
                      <a:pt x="17812" y="95917"/>
                      <a:pt x="9049" y="87154"/>
                      <a:pt x="9049" y="76343"/>
                    </a:cubicBezTo>
                    <a:lnTo>
                      <a:pt x="9049" y="28623"/>
                    </a:lnTo>
                    <a:cubicBezTo>
                      <a:pt x="9049" y="17812"/>
                      <a:pt x="17812" y="9049"/>
                      <a:pt x="28623" y="9049"/>
                    </a:cubicBezTo>
                    <a:lnTo>
                      <a:pt x="28623" y="9049"/>
                    </a:lnTo>
                    <a:close/>
                  </a:path>
                </a:pathLst>
              </a:custGeom>
              <a:solidFill>
                <a:srgbClr val="FFFFFF"/>
              </a:solidFill>
              <a:ln w="4763" cap="flat">
                <a:noFill/>
                <a:prstDash val="solid"/>
                <a:miter/>
              </a:ln>
            </p:spPr>
            <p:txBody>
              <a:bodyPr rtlCol="0" anchor="ctr"/>
              <a:lstStyle/>
              <a:p>
                <a:endParaRPr lang="en-AU"/>
              </a:p>
            </p:txBody>
          </p:sp>
        </p:grpSp>
        <p:grpSp>
          <p:nvGrpSpPr>
            <p:cNvPr id="24" name="Graphic 3">
              <a:extLst>
                <a:ext uri="{FF2B5EF4-FFF2-40B4-BE49-F238E27FC236}">
                  <a16:creationId xmlns:a16="http://schemas.microsoft.com/office/drawing/2014/main" id="{1E38CE80-668F-33FD-4068-4CE84CB701AD}"/>
                </a:ext>
              </a:extLst>
            </p:cNvPr>
            <p:cNvGrpSpPr/>
            <p:nvPr/>
          </p:nvGrpSpPr>
          <p:grpSpPr>
            <a:xfrm>
              <a:off x="217360" y="4600908"/>
              <a:ext cx="171354" cy="171354"/>
              <a:chOff x="217360" y="4600908"/>
              <a:chExt cx="171354" cy="171354"/>
            </a:xfrm>
            <a:solidFill>
              <a:srgbClr val="FFFFFF"/>
            </a:solidFill>
          </p:grpSpPr>
          <p:sp>
            <p:nvSpPr>
              <p:cNvPr id="25" name="Freeform: Shape 24">
                <a:extLst>
                  <a:ext uri="{FF2B5EF4-FFF2-40B4-BE49-F238E27FC236}">
                    <a16:creationId xmlns:a16="http://schemas.microsoft.com/office/drawing/2014/main" id="{DC5C4339-27F3-3A60-4691-313A45B4636F}"/>
                  </a:ext>
                </a:extLst>
              </p:cNvPr>
              <p:cNvSpPr/>
              <p:nvPr/>
            </p:nvSpPr>
            <p:spPr>
              <a:xfrm>
                <a:off x="217360" y="4600908"/>
                <a:ext cx="171354" cy="171354"/>
              </a:xfrm>
              <a:custGeom>
                <a:avLst/>
                <a:gdLst>
                  <a:gd name="connsiteX0" fmla="*/ 85677 w 171354"/>
                  <a:gd name="connsiteY0" fmla="*/ 171355 h 171354"/>
                  <a:gd name="connsiteX1" fmla="*/ 0 w 171354"/>
                  <a:gd name="connsiteY1" fmla="*/ 85677 h 171354"/>
                  <a:gd name="connsiteX2" fmla="*/ 85677 w 171354"/>
                  <a:gd name="connsiteY2" fmla="*/ 0 h 171354"/>
                  <a:gd name="connsiteX3" fmla="*/ 171355 w 171354"/>
                  <a:gd name="connsiteY3" fmla="*/ 85677 h 171354"/>
                  <a:gd name="connsiteX4" fmla="*/ 85677 w 171354"/>
                  <a:gd name="connsiteY4" fmla="*/ 171355 h 171354"/>
                  <a:gd name="connsiteX5" fmla="*/ 85677 w 171354"/>
                  <a:gd name="connsiteY5" fmla="*/ 6620 h 171354"/>
                  <a:gd name="connsiteX6" fmla="*/ 6620 w 171354"/>
                  <a:gd name="connsiteY6" fmla="*/ 85677 h 171354"/>
                  <a:gd name="connsiteX7" fmla="*/ 85677 w 171354"/>
                  <a:gd name="connsiteY7" fmla="*/ 164735 h 171354"/>
                  <a:gd name="connsiteX8" fmla="*/ 164735 w 171354"/>
                  <a:gd name="connsiteY8" fmla="*/ 85677 h 171354"/>
                  <a:gd name="connsiteX9" fmla="*/ 85677 w 171354"/>
                  <a:gd name="connsiteY9" fmla="*/ 6620 h 171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54" h="171354">
                    <a:moveTo>
                      <a:pt x="85677" y="171355"/>
                    </a:moveTo>
                    <a:cubicBezTo>
                      <a:pt x="38433" y="171355"/>
                      <a:pt x="0" y="132921"/>
                      <a:pt x="0" y="85677"/>
                    </a:cubicBezTo>
                    <a:cubicBezTo>
                      <a:pt x="0" y="38433"/>
                      <a:pt x="38433" y="0"/>
                      <a:pt x="85677" y="0"/>
                    </a:cubicBezTo>
                    <a:cubicBezTo>
                      <a:pt x="132921" y="0"/>
                      <a:pt x="171355" y="38433"/>
                      <a:pt x="171355" y="85677"/>
                    </a:cubicBezTo>
                    <a:cubicBezTo>
                      <a:pt x="171355" y="132921"/>
                      <a:pt x="132921" y="171355"/>
                      <a:pt x="85677" y="171355"/>
                    </a:cubicBezTo>
                    <a:close/>
                    <a:moveTo>
                      <a:pt x="85677" y="6620"/>
                    </a:moveTo>
                    <a:cubicBezTo>
                      <a:pt x="42101" y="6620"/>
                      <a:pt x="6620" y="42101"/>
                      <a:pt x="6620" y="85677"/>
                    </a:cubicBezTo>
                    <a:cubicBezTo>
                      <a:pt x="6620" y="129254"/>
                      <a:pt x="42101" y="164735"/>
                      <a:pt x="85677" y="164735"/>
                    </a:cubicBezTo>
                    <a:cubicBezTo>
                      <a:pt x="129254" y="164735"/>
                      <a:pt x="164735" y="129254"/>
                      <a:pt x="164735" y="85677"/>
                    </a:cubicBezTo>
                    <a:cubicBezTo>
                      <a:pt x="164735" y="42101"/>
                      <a:pt x="129254" y="6620"/>
                      <a:pt x="85677" y="6620"/>
                    </a:cubicBezTo>
                    <a:close/>
                  </a:path>
                </a:pathLst>
              </a:custGeom>
              <a:solidFill>
                <a:srgbClr val="FFFFFF"/>
              </a:solidFill>
              <a:ln w="4763" cap="flat">
                <a:noFill/>
                <a:prstDash val="solid"/>
                <a:miter/>
              </a:ln>
            </p:spPr>
            <p:txBody>
              <a:bodyPr rtlCol="0" anchor="ctr"/>
              <a:lstStyle/>
              <a:p>
                <a:endParaRPr lang="en-AU"/>
              </a:p>
            </p:txBody>
          </p:sp>
          <p:sp>
            <p:nvSpPr>
              <p:cNvPr id="26" name="Freeform: Shape 25">
                <a:extLst>
                  <a:ext uri="{FF2B5EF4-FFF2-40B4-BE49-F238E27FC236}">
                    <a16:creationId xmlns:a16="http://schemas.microsoft.com/office/drawing/2014/main" id="{4E0AF755-8025-9045-AFC0-345262DD6301}"/>
                  </a:ext>
                </a:extLst>
              </p:cNvPr>
              <p:cNvSpPr/>
              <p:nvPr/>
            </p:nvSpPr>
            <p:spPr>
              <a:xfrm>
                <a:off x="265223" y="4643008"/>
                <a:ext cx="75580" cy="76009"/>
              </a:xfrm>
              <a:custGeom>
                <a:avLst/>
                <a:gdLst>
                  <a:gd name="connsiteX0" fmla="*/ 1524 w 75580"/>
                  <a:gd name="connsiteY0" fmla="*/ 25527 h 76009"/>
                  <a:gd name="connsiteX1" fmla="*/ 16526 w 75580"/>
                  <a:gd name="connsiteY1" fmla="*/ 25527 h 76009"/>
                  <a:gd name="connsiteX2" fmla="*/ 16526 w 75580"/>
                  <a:gd name="connsiteY2" fmla="*/ 75914 h 76009"/>
                  <a:gd name="connsiteX3" fmla="*/ 1524 w 75580"/>
                  <a:gd name="connsiteY3" fmla="*/ 75914 h 76009"/>
                  <a:gd name="connsiteX4" fmla="*/ 1524 w 75580"/>
                  <a:gd name="connsiteY4" fmla="*/ 25527 h 76009"/>
                  <a:gd name="connsiteX5" fmla="*/ 8906 w 75580"/>
                  <a:gd name="connsiteY5" fmla="*/ 0 h 76009"/>
                  <a:gd name="connsiteX6" fmla="*/ 18002 w 75580"/>
                  <a:gd name="connsiteY6" fmla="*/ 9096 h 76009"/>
                  <a:gd name="connsiteX7" fmla="*/ 8906 w 75580"/>
                  <a:gd name="connsiteY7" fmla="*/ 18193 h 76009"/>
                  <a:gd name="connsiteX8" fmla="*/ 0 w 75580"/>
                  <a:gd name="connsiteY8" fmla="*/ 9096 h 76009"/>
                  <a:gd name="connsiteX9" fmla="*/ 8906 w 75580"/>
                  <a:gd name="connsiteY9" fmla="*/ 0 h 76009"/>
                  <a:gd name="connsiteX10" fmla="*/ 8906 w 75580"/>
                  <a:gd name="connsiteY10" fmla="*/ 0 h 76009"/>
                  <a:gd name="connsiteX11" fmla="*/ 25384 w 75580"/>
                  <a:gd name="connsiteY11" fmla="*/ 25527 h 76009"/>
                  <a:gd name="connsiteX12" fmla="*/ 40195 w 75580"/>
                  <a:gd name="connsiteY12" fmla="*/ 25527 h 76009"/>
                  <a:gd name="connsiteX13" fmla="*/ 40195 w 75580"/>
                  <a:gd name="connsiteY13" fmla="*/ 32575 h 76009"/>
                  <a:gd name="connsiteX14" fmla="*/ 54435 w 75580"/>
                  <a:gd name="connsiteY14" fmla="*/ 25003 h 76009"/>
                  <a:gd name="connsiteX15" fmla="*/ 58531 w 75580"/>
                  <a:gd name="connsiteY15" fmla="*/ 25003 h 76009"/>
                  <a:gd name="connsiteX16" fmla="*/ 75581 w 75580"/>
                  <a:gd name="connsiteY16" fmla="*/ 42053 h 76009"/>
                  <a:gd name="connsiteX17" fmla="*/ 75581 w 75580"/>
                  <a:gd name="connsiteY17" fmla="*/ 75962 h 76009"/>
                  <a:gd name="connsiteX18" fmla="*/ 60769 w 75580"/>
                  <a:gd name="connsiteY18" fmla="*/ 75962 h 76009"/>
                  <a:gd name="connsiteX19" fmla="*/ 60769 w 75580"/>
                  <a:gd name="connsiteY19" fmla="*/ 71342 h 76009"/>
                  <a:gd name="connsiteX20" fmla="*/ 60769 w 75580"/>
                  <a:gd name="connsiteY20" fmla="*/ 71342 h 76009"/>
                  <a:gd name="connsiteX21" fmla="*/ 60769 w 75580"/>
                  <a:gd name="connsiteY21" fmla="*/ 48768 h 76009"/>
                  <a:gd name="connsiteX22" fmla="*/ 60769 w 75580"/>
                  <a:gd name="connsiteY22" fmla="*/ 48768 h 76009"/>
                  <a:gd name="connsiteX23" fmla="*/ 50959 w 75580"/>
                  <a:gd name="connsiteY23" fmla="*/ 38576 h 76009"/>
                  <a:gd name="connsiteX24" fmla="*/ 50959 w 75580"/>
                  <a:gd name="connsiteY24" fmla="*/ 38576 h 76009"/>
                  <a:gd name="connsiteX25" fmla="*/ 40195 w 75580"/>
                  <a:gd name="connsiteY25" fmla="*/ 48768 h 76009"/>
                  <a:gd name="connsiteX26" fmla="*/ 40195 w 75580"/>
                  <a:gd name="connsiteY26" fmla="*/ 48768 h 76009"/>
                  <a:gd name="connsiteX27" fmla="*/ 40195 w 75580"/>
                  <a:gd name="connsiteY27" fmla="*/ 76009 h 76009"/>
                  <a:gd name="connsiteX28" fmla="*/ 25384 w 75580"/>
                  <a:gd name="connsiteY28" fmla="*/ 76009 h 76009"/>
                  <a:gd name="connsiteX29" fmla="*/ 25384 w 75580"/>
                  <a:gd name="connsiteY29" fmla="*/ 25622 h 76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75580" h="76009">
                    <a:moveTo>
                      <a:pt x="1524" y="25527"/>
                    </a:moveTo>
                    <a:lnTo>
                      <a:pt x="16526" y="25527"/>
                    </a:lnTo>
                    <a:lnTo>
                      <a:pt x="16526" y="75914"/>
                    </a:lnTo>
                    <a:lnTo>
                      <a:pt x="1524" y="75914"/>
                    </a:lnTo>
                    <a:lnTo>
                      <a:pt x="1524" y="25527"/>
                    </a:lnTo>
                    <a:close/>
                    <a:moveTo>
                      <a:pt x="8906" y="0"/>
                    </a:moveTo>
                    <a:cubicBezTo>
                      <a:pt x="13907" y="0"/>
                      <a:pt x="18002" y="4096"/>
                      <a:pt x="18002" y="9096"/>
                    </a:cubicBezTo>
                    <a:cubicBezTo>
                      <a:pt x="18002" y="14097"/>
                      <a:pt x="13907" y="18193"/>
                      <a:pt x="8906" y="18193"/>
                    </a:cubicBezTo>
                    <a:cubicBezTo>
                      <a:pt x="3905" y="18193"/>
                      <a:pt x="0" y="14097"/>
                      <a:pt x="0" y="9096"/>
                    </a:cubicBezTo>
                    <a:cubicBezTo>
                      <a:pt x="0" y="4096"/>
                      <a:pt x="3905" y="0"/>
                      <a:pt x="8906" y="0"/>
                    </a:cubicBezTo>
                    <a:lnTo>
                      <a:pt x="8906" y="0"/>
                    </a:lnTo>
                    <a:close/>
                    <a:moveTo>
                      <a:pt x="25384" y="25527"/>
                    </a:moveTo>
                    <a:lnTo>
                      <a:pt x="40195" y="25527"/>
                    </a:lnTo>
                    <a:lnTo>
                      <a:pt x="40195" y="32575"/>
                    </a:lnTo>
                    <a:cubicBezTo>
                      <a:pt x="43339" y="27956"/>
                      <a:pt x="48530" y="25003"/>
                      <a:pt x="54435" y="25003"/>
                    </a:cubicBezTo>
                    <a:lnTo>
                      <a:pt x="58531" y="25003"/>
                    </a:lnTo>
                    <a:cubicBezTo>
                      <a:pt x="67961" y="25003"/>
                      <a:pt x="75581" y="32766"/>
                      <a:pt x="75581" y="42053"/>
                    </a:cubicBezTo>
                    <a:lnTo>
                      <a:pt x="75581" y="75962"/>
                    </a:lnTo>
                    <a:lnTo>
                      <a:pt x="60769" y="75962"/>
                    </a:lnTo>
                    <a:lnTo>
                      <a:pt x="60769" y="71342"/>
                    </a:lnTo>
                    <a:lnTo>
                      <a:pt x="60769" y="71342"/>
                    </a:lnTo>
                    <a:lnTo>
                      <a:pt x="60769" y="48768"/>
                    </a:lnTo>
                    <a:lnTo>
                      <a:pt x="60769" y="48768"/>
                    </a:lnTo>
                    <a:cubicBezTo>
                      <a:pt x="60579" y="43005"/>
                      <a:pt x="56674" y="38576"/>
                      <a:pt x="50959" y="38576"/>
                    </a:cubicBezTo>
                    <a:lnTo>
                      <a:pt x="50959" y="38576"/>
                    </a:lnTo>
                    <a:cubicBezTo>
                      <a:pt x="45196" y="38576"/>
                      <a:pt x="40386" y="43005"/>
                      <a:pt x="40195" y="48768"/>
                    </a:cubicBezTo>
                    <a:lnTo>
                      <a:pt x="40195" y="48768"/>
                    </a:lnTo>
                    <a:lnTo>
                      <a:pt x="40195" y="76009"/>
                    </a:lnTo>
                    <a:lnTo>
                      <a:pt x="25384" y="76009"/>
                    </a:lnTo>
                    <a:lnTo>
                      <a:pt x="25384" y="25622"/>
                    </a:lnTo>
                    <a:close/>
                  </a:path>
                </a:pathLst>
              </a:custGeom>
              <a:solidFill>
                <a:srgbClr val="FFFFFF"/>
              </a:solidFill>
              <a:ln w="4763" cap="flat">
                <a:noFill/>
                <a:prstDash val="solid"/>
                <a:miter/>
              </a:ln>
            </p:spPr>
            <p:txBody>
              <a:bodyPr rtlCol="0" anchor="ctr"/>
              <a:lstStyle/>
              <a:p>
                <a:endParaRPr lang="en-AU"/>
              </a:p>
            </p:txBody>
          </p:sp>
        </p:grpSp>
        <p:grpSp>
          <p:nvGrpSpPr>
            <p:cNvPr id="27" name="Graphic 3">
              <a:extLst>
                <a:ext uri="{FF2B5EF4-FFF2-40B4-BE49-F238E27FC236}">
                  <a16:creationId xmlns:a16="http://schemas.microsoft.com/office/drawing/2014/main" id="{4AF81122-B682-3D4F-1692-03A9A1D0D0D9}"/>
                </a:ext>
              </a:extLst>
            </p:cNvPr>
            <p:cNvGrpSpPr/>
            <p:nvPr/>
          </p:nvGrpSpPr>
          <p:grpSpPr>
            <a:xfrm>
              <a:off x="991457" y="4600908"/>
              <a:ext cx="171354" cy="171354"/>
              <a:chOff x="991457" y="4600908"/>
              <a:chExt cx="171354" cy="171354"/>
            </a:xfrm>
            <a:solidFill>
              <a:srgbClr val="FFFFFF"/>
            </a:solidFill>
          </p:grpSpPr>
          <p:sp>
            <p:nvSpPr>
              <p:cNvPr id="28" name="Freeform: Shape 27">
                <a:extLst>
                  <a:ext uri="{FF2B5EF4-FFF2-40B4-BE49-F238E27FC236}">
                    <a16:creationId xmlns:a16="http://schemas.microsoft.com/office/drawing/2014/main" id="{C107F021-466F-02E9-8D53-CF6B99842509}"/>
                  </a:ext>
                </a:extLst>
              </p:cNvPr>
              <p:cNvSpPr/>
              <p:nvPr/>
            </p:nvSpPr>
            <p:spPr>
              <a:xfrm>
                <a:off x="991457" y="4600908"/>
                <a:ext cx="171354" cy="171354"/>
              </a:xfrm>
              <a:custGeom>
                <a:avLst/>
                <a:gdLst>
                  <a:gd name="connsiteX0" fmla="*/ 85677 w 171354"/>
                  <a:gd name="connsiteY0" fmla="*/ 171355 h 171354"/>
                  <a:gd name="connsiteX1" fmla="*/ 0 w 171354"/>
                  <a:gd name="connsiteY1" fmla="*/ 85677 h 171354"/>
                  <a:gd name="connsiteX2" fmla="*/ 85677 w 171354"/>
                  <a:gd name="connsiteY2" fmla="*/ 0 h 171354"/>
                  <a:gd name="connsiteX3" fmla="*/ 171355 w 171354"/>
                  <a:gd name="connsiteY3" fmla="*/ 85677 h 171354"/>
                  <a:gd name="connsiteX4" fmla="*/ 85677 w 171354"/>
                  <a:gd name="connsiteY4" fmla="*/ 171355 h 171354"/>
                  <a:gd name="connsiteX5" fmla="*/ 85677 w 171354"/>
                  <a:gd name="connsiteY5" fmla="*/ 6620 h 171354"/>
                  <a:gd name="connsiteX6" fmla="*/ 6620 w 171354"/>
                  <a:gd name="connsiteY6" fmla="*/ 85677 h 171354"/>
                  <a:gd name="connsiteX7" fmla="*/ 85677 w 171354"/>
                  <a:gd name="connsiteY7" fmla="*/ 164735 h 171354"/>
                  <a:gd name="connsiteX8" fmla="*/ 164735 w 171354"/>
                  <a:gd name="connsiteY8" fmla="*/ 85677 h 171354"/>
                  <a:gd name="connsiteX9" fmla="*/ 85677 w 171354"/>
                  <a:gd name="connsiteY9" fmla="*/ 6620 h 171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54" h="171354">
                    <a:moveTo>
                      <a:pt x="85677" y="171355"/>
                    </a:moveTo>
                    <a:cubicBezTo>
                      <a:pt x="38433" y="171355"/>
                      <a:pt x="0" y="132921"/>
                      <a:pt x="0" y="85677"/>
                    </a:cubicBezTo>
                    <a:cubicBezTo>
                      <a:pt x="0" y="38433"/>
                      <a:pt x="38433" y="0"/>
                      <a:pt x="85677" y="0"/>
                    </a:cubicBezTo>
                    <a:cubicBezTo>
                      <a:pt x="132921" y="0"/>
                      <a:pt x="171355" y="38433"/>
                      <a:pt x="171355" y="85677"/>
                    </a:cubicBezTo>
                    <a:cubicBezTo>
                      <a:pt x="171355" y="132921"/>
                      <a:pt x="132921" y="171355"/>
                      <a:pt x="85677" y="171355"/>
                    </a:cubicBezTo>
                    <a:close/>
                    <a:moveTo>
                      <a:pt x="85677" y="6620"/>
                    </a:moveTo>
                    <a:cubicBezTo>
                      <a:pt x="42101" y="6620"/>
                      <a:pt x="6620" y="42101"/>
                      <a:pt x="6620" y="85677"/>
                    </a:cubicBezTo>
                    <a:cubicBezTo>
                      <a:pt x="6620" y="129254"/>
                      <a:pt x="42101" y="164735"/>
                      <a:pt x="85677" y="164735"/>
                    </a:cubicBezTo>
                    <a:cubicBezTo>
                      <a:pt x="129254" y="164735"/>
                      <a:pt x="164735" y="129254"/>
                      <a:pt x="164735" y="85677"/>
                    </a:cubicBezTo>
                    <a:cubicBezTo>
                      <a:pt x="164735" y="42101"/>
                      <a:pt x="129254" y="6620"/>
                      <a:pt x="85677" y="6620"/>
                    </a:cubicBezTo>
                    <a:close/>
                  </a:path>
                </a:pathLst>
              </a:custGeom>
              <a:solidFill>
                <a:srgbClr val="FFFFFF"/>
              </a:solidFill>
              <a:ln w="4763" cap="flat">
                <a:noFill/>
                <a:prstDash val="solid"/>
                <a:miter/>
              </a:ln>
            </p:spPr>
            <p:txBody>
              <a:bodyPr rtlCol="0" anchor="ctr"/>
              <a:lstStyle/>
              <a:p>
                <a:endParaRPr lang="en-AU"/>
              </a:p>
            </p:txBody>
          </p:sp>
          <p:sp>
            <p:nvSpPr>
              <p:cNvPr id="29" name="Freeform: Shape 28">
                <a:extLst>
                  <a:ext uri="{FF2B5EF4-FFF2-40B4-BE49-F238E27FC236}">
                    <a16:creationId xmlns:a16="http://schemas.microsoft.com/office/drawing/2014/main" id="{0A6EAA11-2208-EDD8-E640-9C795B4DAED8}"/>
                  </a:ext>
                </a:extLst>
              </p:cNvPr>
              <p:cNvSpPr/>
              <p:nvPr/>
            </p:nvSpPr>
            <p:spPr>
              <a:xfrm>
                <a:off x="1026509" y="4650581"/>
                <a:ext cx="101441" cy="71723"/>
              </a:xfrm>
              <a:custGeom>
                <a:avLst/>
                <a:gdLst>
                  <a:gd name="connsiteX0" fmla="*/ 100251 w 101441"/>
                  <a:gd name="connsiteY0" fmla="*/ 15764 h 71723"/>
                  <a:gd name="connsiteX1" fmla="*/ 81105 w 101441"/>
                  <a:gd name="connsiteY1" fmla="*/ 1191 h 71723"/>
                  <a:gd name="connsiteX2" fmla="*/ 50721 w 101441"/>
                  <a:gd name="connsiteY2" fmla="*/ 0 h 71723"/>
                  <a:gd name="connsiteX3" fmla="*/ 20336 w 101441"/>
                  <a:gd name="connsiteY3" fmla="*/ 1191 h 71723"/>
                  <a:gd name="connsiteX4" fmla="*/ 1000 w 101441"/>
                  <a:gd name="connsiteY4" fmla="*/ 15764 h 71723"/>
                  <a:gd name="connsiteX5" fmla="*/ 0 w 101441"/>
                  <a:gd name="connsiteY5" fmla="*/ 35862 h 71723"/>
                  <a:gd name="connsiteX6" fmla="*/ 1000 w 101441"/>
                  <a:gd name="connsiteY6" fmla="*/ 55959 h 71723"/>
                  <a:gd name="connsiteX7" fmla="*/ 20336 w 101441"/>
                  <a:gd name="connsiteY7" fmla="*/ 70533 h 71723"/>
                  <a:gd name="connsiteX8" fmla="*/ 50721 w 101441"/>
                  <a:gd name="connsiteY8" fmla="*/ 71723 h 71723"/>
                  <a:gd name="connsiteX9" fmla="*/ 81105 w 101441"/>
                  <a:gd name="connsiteY9" fmla="*/ 70533 h 71723"/>
                  <a:gd name="connsiteX10" fmla="*/ 100251 w 101441"/>
                  <a:gd name="connsiteY10" fmla="*/ 55959 h 71723"/>
                  <a:gd name="connsiteX11" fmla="*/ 101441 w 101441"/>
                  <a:gd name="connsiteY11" fmla="*/ 35862 h 71723"/>
                  <a:gd name="connsiteX12" fmla="*/ 100251 w 101441"/>
                  <a:gd name="connsiteY12" fmla="*/ 15764 h 71723"/>
                  <a:gd name="connsiteX13" fmla="*/ 40481 w 101441"/>
                  <a:gd name="connsiteY13" fmla="*/ 51292 h 71723"/>
                  <a:gd name="connsiteX14" fmla="*/ 40481 w 101441"/>
                  <a:gd name="connsiteY14" fmla="*/ 20717 h 71723"/>
                  <a:gd name="connsiteX15" fmla="*/ 66913 w 101441"/>
                  <a:gd name="connsiteY15" fmla="*/ 35909 h 71723"/>
                  <a:gd name="connsiteX16" fmla="*/ 40481 w 101441"/>
                  <a:gd name="connsiteY16" fmla="*/ 51292 h 71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1441" h="71723">
                    <a:moveTo>
                      <a:pt x="100251" y="15764"/>
                    </a:moveTo>
                    <a:cubicBezTo>
                      <a:pt x="98679" y="4143"/>
                      <a:pt x="92774" y="2143"/>
                      <a:pt x="81105" y="1191"/>
                    </a:cubicBezTo>
                    <a:cubicBezTo>
                      <a:pt x="71057" y="381"/>
                      <a:pt x="59627" y="0"/>
                      <a:pt x="50721" y="0"/>
                    </a:cubicBezTo>
                    <a:cubicBezTo>
                      <a:pt x="41815" y="0"/>
                      <a:pt x="30194" y="381"/>
                      <a:pt x="20336" y="1191"/>
                    </a:cubicBezTo>
                    <a:cubicBezTo>
                      <a:pt x="8715" y="2191"/>
                      <a:pt x="2572" y="4143"/>
                      <a:pt x="1000" y="15764"/>
                    </a:cubicBezTo>
                    <a:cubicBezTo>
                      <a:pt x="429" y="21098"/>
                      <a:pt x="0" y="28384"/>
                      <a:pt x="0" y="35862"/>
                    </a:cubicBezTo>
                    <a:cubicBezTo>
                      <a:pt x="0" y="43339"/>
                      <a:pt x="381" y="50864"/>
                      <a:pt x="1000" y="55959"/>
                    </a:cubicBezTo>
                    <a:cubicBezTo>
                      <a:pt x="2572" y="67818"/>
                      <a:pt x="8715" y="69580"/>
                      <a:pt x="20336" y="70533"/>
                    </a:cubicBezTo>
                    <a:cubicBezTo>
                      <a:pt x="30194" y="71533"/>
                      <a:pt x="41815" y="71723"/>
                      <a:pt x="50721" y="71723"/>
                    </a:cubicBezTo>
                    <a:cubicBezTo>
                      <a:pt x="59627" y="71723"/>
                      <a:pt x="71057" y="71533"/>
                      <a:pt x="81105" y="70533"/>
                    </a:cubicBezTo>
                    <a:cubicBezTo>
                      <a:pt x="92726" y="69532"/>
                      <a:pt x="98679" y="67770"/>
                      <a:pt x="100251" y="55959"/>
                    </a:cubicBezTo>
                    <a:cubicBezTo>
                      <a:pt x="101060" y="50816"/>
                      <a:pt x="101441" y="43339"/>
                      <a:pt x="101441" y="35862"/>
                    </a:cubicBezTo>
                    <a:cubicBezTo>
                      <a:pt x="101441" y="28384"/>
                      <a:pt x="101060" y="21050"/>
                      <a:pt x="100251" y="15764"/>
                    </a:cubicBezTo>
                    <a:close/>
                    <a:moveTo>
                      <a:pt x="40481" y="51292"/>
                    </a:moveTo>
                    <a:lnTo>
                      <a:pt x="40481" y="20717"/>
                    </a:lnTo>
                    <a:lnTo>
                      <a:pt x="66913" y="35909"/>
                    </a:lnTo>
                    <a:lnTo>
                      <a:pt x="40481" y="51292"/>
                    </a:lnTo>
                    <a:close/>
                  </a:path>
                </a:pathLst>
              </a:custGeom>
              <a:solidFill>
                <a:srgbClr val="FFFFFF"/>
              </a:solidFill>
              <a:ln w="4763" cap="flat">
                <a:noFill/>
                <a:prstDash val="solid"/>
                <a:miter/>
              </a:ln>
            </p:spPr>
            <p:txBody>
              <a:bodyPr rtlCol="0" anchor="ctr"/>
              <a:lstStyle/>
              <a:p>
                <a:endParaRPr lang="en-AU"/>
              </a:p>
            </p:txBody>
          </p:sp>
        </p:grpSp>
      </p:grpSp>
      <p:sp>
        <p:nvSpPr>
          <p:cNvPr id="30" name="TextBox 29">
            <a:extLst>
              <a:ext uri="{FF2B5EF4-FFF2-40B4-BE49-F238E27FC236}">
                <a16:creationId xmlns:a16="http://schemas.microsoft.com/office/drawing/2014/main" id="{86AA1CEC-8694-F371-4526-F602B1F47D9A}"/>
              </a:ext>
            </a:extLst>
          </p:cNvPr>
          <p:cNvSpPr txBox="1"/>
          <p:nvPr userDrawn="1"/>
        </p:nvSpPr>
        <p:spPr>
          <a:xfrm>
            <a:off x="293584" y="4859373"/>
            <a:ext cx="3144375" cy="215444"/>
          </a:xfrm>
          <a:prstGeom prst="rect">
            <a:avLst/>
          </a:prstGeom>
          <a:noFill/>
        </p:spPr>
        <p:txBody>
          <a:bodyPr wrap="square" rtlCol="0">
            <a:spAutoFit/>
          </a:bodyPr>
          <a:lstStyle>
            <a:defPPr marR="0" lvl="0" algn="l" rtl="0">
              <a:lnSpc>
                <a:spcPct val="100000"/>
              </a:lnSpc>
              <a:spcBef>
                <a:spcPts val="0"/>
              </a:spcBef>
              <a:spcAft>
                <a:spcPts val="0"/>
              </a:spcAft>
            </a:defPPr>
            <a:lvl1pPr>
              <a:defRPr sz="700">
                <a:solidFill>
                  <a:schemeClr val="bg1"/>
                </a:solidFill>
                <a:effectLst/>
                <a:latin typeface="Verdana" panose="020B0604030504040204" pitchFamily="34" charset="0"/>
                <a:ea typeface="Verdana" panose="020B0604030504040204" pitchFamily="34" charset="0"/>
              </a:defRPr>
            </a:lvl1pPr>
          </a:lstStyle>
          <a:p>
            <a:pPr lvl="0"/>
            <a:r>
              <a:rPr lang="en-US" dirty="0"/>
              <a:t>Copyright © 2025 Ascendion. All rights reserved</a:t>
            </a:r>
          </a:p>
        </p:txBody>
      </p:sp>
      <p:sp>
        <p:nvSpPr>
          <p:cNvPr id="32" name="TextBox 31">
            <a:extLst>
              <a:ext uri="{FF2B5EF4-FFF2-40B4-BE49-F238E27FC236}">
                <a16:creationId xmlns:a16="http://schemas.microsoft.com/office/drawing/2014/main" id="{AFC12F17-3943-472C-84D7-BB4FCD6677D0}"/>
              </a:ext>
            </a:extLst>
          </p:cNvPr>
          <p:cNvSpPr txBox="1"/>
          <p:nvPr userDrawn="1"/>
        </p:nvSpPr>
        <p:spPr>
          <a:xfrm>
            <a:off x="7464222" y="1251107"/>
            <a:ext cx="1531996" cy="2862322"/>
          </a:xfrm>
          <a:prstGeom prst="rect">
            <a:avLst/>
          </a:prstGeom>
          <a:noFill/>
        </p:spPr>
        <p:txBody>
          <a:bodyPr wrap="square">
            <a:spAutoFit/>
          </a:bodyPr>
          <a:lstStyle/>
          <a:p>
            <a:r>
              <a:rPr lang="en-US" sz="900" dirty="0">
                <a:solidFill>
                  <a:schemeClr val="bg1"/>
                </a:solidFill>
                <a:latin typeface="Verdana" panose="020B0604030504040204" pitchFamily="34" charset="0"/>
                <a:ea typeface="Verdana" panose="020B0604030504040204" pitchFamily="34" charset="0"/>
              </a:rPr>
              <a:t>Ascendion provides digital engineering services that power growth and deliver captivating experiences to consumers and employees. Our applied AI, engineering, cloud, data, experience design, and talent transformation capabilities accelerate innovation for Global 2000 clients. Headquartered in New Jersey, our workforce delivers solutions from around the globe. </a:t>
            </a:r>
          </a:p>
        </p:txBody>
      </p:sp>
      <p:sp>
        <p:nvSpPr>
          <p:cNvPr id="33" name="Google Shape;10;p2">
            <a:extLst>
              <a:ext uri="{FF2B5EF4-FFF2-40B4-BE49-F238E27FC236}">
                <a16:creationId xmlns:a16="http://schemas.microsoft.com/office/drawing/2014/main" id="{D543CF40-CA6C-AB12-3735-CF8AC652A545}"/>
              </a:ext>
            </a:extLst>
          </p:cNvPr>
          <p:cNvSpPr txBox="1">
            <a:spLocks noGrp="1"/>
          </p:cNvSpPr>
          <p:nvPr>
            <p:ph type="ctrTitle" hasCustomPrompt="1"/>
          </p:nvPr>
        </p:nvSpPr>
        <p:spPr>
          <a:xfrm>
            <a:off x="311708" y="2197678"/>
            <a:ext cx="3457652" cy="516890"/>
          </a:xfrm>
          <a:prstGeom prst="rect">
            <a:avLst/>
          </a:prstGeom>
        </p:spPr>
        <p:txBody>
          <a:bodyPr spcFirstLastPara="1" wrap="square" lIns="90000" tIns="90000" rIns="90000" bIns="36000" anchor="b" anchorCtr="0">
            <a:noAutofit/>
          </a:bodyPr>
          <a:lstStyle>
            <a:lvl1pPr lvl="0" algn="l">
              <a:spcBef>
                <a:spcPts val="0"/>
              </a:spcBef>
              <a:spcAft>
                <a:spcPts val="0"/>
              </a:spcAft>
              <a:buSzPts val="5200"/>
              <a:buNone/>
              <a:defRPr sz="2800" b="1">
                <a:solidFill>
                  <a:schemeClr val="bg1"/>
                </a:solidFill>
                <a:latin typeface="PP Neue Machina Plain Ultrabold" pitchFamily="50" charset="0"/>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r>
              <a:rPr lang="en-IN" dirty="0"/>
              <a:t>Thank You</a:t>
            </a:r>
            <a:endParaRPr dirty="0"/>
          </a:p>
        </p:txBody>
      </p:sp>
    </p:spTree>
    <p:extLst>
      <p:ext uri="{BB962C8B-B14F-4D97-AF65-F5344CB8AC3E}">
        <p14:creationId xmlns:p14="http://schemas.microsoft.com/office/powerpoint/2010/main" val="2540489841"/>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slide" preserve="1" userDrawn="1">
  <p:cSld name="2_Section Breaker - Light">
    <p:bg>
      <p:bgPr>
        <a:solidFill>
          <a:schemeClr val="bg1"/>
        </a:solidFill>
        <a:effectLst/>
      </p:bgPr>
    </p:bg>
    <p:spTree>
      <p:nvGrpSpPr>
        <p:cNvPr id="1" name="Shape 9"/>
        <p:cNvGrpSpPr/>
        <p:nvPr/>
      </p:nvGrpSpPr>
      <p:grpSpPr>
        <a:xfrm>
          <a:off x="0" y="0"/>
          <a:ext cx="0" cy="0"/>
          <a:chOff x="0" y="0"/>
          <a:chExt cx="0" cy="0"/>
        </a:xfrm>
      </p:grpSpPr>
      <p:sp>
        <p:nvSpPr>
          <p:cNvPr id="2" name="Picture Placeholder 2">
            <a:extLst>
              <a:ext uri="{FF2B5EF4-FFF2-40B4-BE49-F238E27FC236}">
                <a16:creationId xmlns:a16="http://schemas.microsoft.com/office/drawing/2014/main" id="{E24EB988-1B3E-4E16-DFC4-94BCB32833AA}"/>
              </a:ext>
            </a:extLst>
          </p:cNvPr>
          <p:cNvSpPr>
            <a:spLocks noGrp="1"/>
          </p:cNvSpPr>
          <p:nvPr>
            <p:ph type="pic" sz="quarter" idx="13" hasCustomPrompt="1"/>
          </p:nvPr>
        </p:nvSpPr>
        <p:spPr>
          <a:xfrm>
            <a:off x="4546600" y="-13971"/>
            <a:ext cx="4597876" cy="4490879"/>
          </a:xfrm>
          <a:custGeom>
            <a:avLst/>
            <a:gdLst>
              <a:gd name="connsiteX0" fmla="*/ 0 w 9144000"/>
              <a:gd name="connsiteY0" fmla="*/ 0 h 4442826"/>
              <a:gd name="connsiteX1" fmla="*/ 9144000 w 9144000"/>
              <a:gd name="connsiteY1" fmla="*/ 0 h 4442826"/>
              <a:gd name="connsiteX2" fmla="*/ 9144000 w 9144000"/>
              <a:gd name="connsiteY2" fmla="*/ 4442826 h 4442826"/>
              <a:gd name="connsiteX3" fmla="*/ 0 w 9144000"/>
              <a:gd name="connsiteY3" fmla="*/ 4442826 h 4442826"/>
              <a:gd name="connsiteX4" fmla="*/ 0 w 9144000"/>
              <a:gd name="connsiteY4" fmla="*/ 0 h 4442826"/>
              <a:gd name="connsiteX0" fmla="*/ 0 w 9151620"/>
              <a:gd name="connsiteY0" fmla="*/ 0 h 4458066"/>
              <a:gd name="connsiteX1" fmla="*/ 9144000 w 9151620"/>
              <a:gd name="connsiteY1" fmla="*/ 0 h 4458066"/>
              <a:gd name="connsiteX2" fmla="*/ 9151620 w 9151620"/>
              <a:gd name="connsiteY2" fmla="*/ 4458066 h 4458066"/>
              <a:gd name="connsiteX3" fmla="*/ 0 w 9151620"/>
              <a:gd name="connsiteY3" fmla="*/ 4442826 h 4458066"/>
              <a:gd name="connsiteX4" fmla="*/ 0 w 9151620"/>
              <a:gd name="connsiteY4"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0 w 9151620"/>
              <a:gd name="connsiteY4" fmla="*/ 4442826 h 4458066"/>
              <a:gd name="connsiteX5" fmla="*/ 0 w 9151620"/>
              <a:gd name="connsiteY5"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7551420 w 9151620"/>
              <a:gd name="connsiteY4" fmla="*/ 4436111 h 4458066"/>
              <a:gd name="connsiteX5" fmla="*/ 0 w 9151620"/>
              <a:gd name="connsiteY5" fmla="*/ 4442826 h 4458066"/>
              <a:gd name="connsiteX6" fmla="*/ 0 w 9151620"/>
              <a:gd name="connsiteY6"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8282940 w 9151620"/>
              <a:gd name="connsiteY4" fmla="*/ 4436111 h 4458066"/>
              <a:gd name="connsiteX5" fmla="*/ 7551420 w 9151620"/>
              <a:gd name="connsiteY5" fmla="*/ 4436111 h 4458066"/>
              <a:gd name="connsiteX6" fmla="*/ 0 w 9151620"/>
              <a:gd name="connsiteY6" fmla="*/ 4442826 h 4458066"/>
              <a:gd name="connsiteX7" fmla="*/ 0 w 9151620"/>
              <a:gd name="connsiteY7"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8260080 w 9151620"/>
              <a:gd name="connsiteY4" fmla="*/ 4306571 h 4458066"/>
              <a:gd name="connsiteX5" fmla="*/ 7551420 w 9151620"/>
              <a:gd name="connsiteY5" fmla="*/ 4436111 h 4458066"/>
              <a:gd name="connsiteX6" fmla="*/ 0 w 9151620"/>
              <a:gd name="connsiteY6" fmla="*/ 4442826 h 4458066"/>
              <a:gd name="connsiteX7" fmla="*/ 0 w 9151620"/>
              <a:gd name="connsiteY7" fmla="*/ 0 h 4458066"/>
              <a:gd name="connsiteX0" fmla="*/ 0 w 9151620"/>
              <a:gd name="connsiteY0" fmla="*/ 0 h 4462781"/>
              <a:gd name="connsiteX1" fmla="*/ 9144000 w 9151620"/>
              <a:gd name="connsiteY1" fmla="*/ 0 h 4462781"/>
              <a:gd name="connsiteX2" fmla="*/ 9151620 w 9151620"/>
              <a:gd name="connsiteY2" fmla="*/ 4458066 h 4462781"/>
              <a:gd name="connsiteX3" fmla="*/ 8941594 w 9151620"/>
              <a:gd name="connsiteY3" fmla="*/ 4462781 h 4462781"/>
              <a:gd name="connsiteX4" fmla="*/ 8260080 w 9151620"/>
              <a:gd name="connsiteY4" fmla="*/ 4306571 h 4462781"/>
              <a:gd name="connsiteX5" fmla="*/ 7551420 w 9151620"/>
              <a:gd name="connsiteY5" fmla="*/ 4436111 h 4462781"/>
              <a:gd name="connsiteX6" fmla="*/ 0 w 9151620"/>
              <a:gd name="connsiteY6" fmla="*/ 4442826 h 4462781"/>
              <a:gd name="connsiteX7" fmla="*/ 0 w 9151620"/>
              <a:gd name="connsiteY7" fmla="*/ 0 h 4462781"/>
              <a:gd name="connsiteX0" fmla="*/ 0 w 9151620"/>
              <a:gd name="connsiteY0" fmla="*/ 0 h 4462781"/>
              <a:gd name="connsiteX1" fmla="*/ 9144000 w 9151620"/>
              <a:gd name="connsiteY1" fmla="*/ 0 h 4462781"/>
              <a:gd name="connsiteX2" fmla="*/ 9151620 w 9151620"/>
              <a:gd name="connsiteY2" fmla="*/ 4458066 h 4462781"/>
              <a:gd name="connsiteX3" fmla="*/ 8941594 w 9151620"/>
              <a:gd name="connsiteY3" fmla="*/ 4462781 h 4462781"/>
              <a:gd name="connsiteX4" fmla="*/ 8260080 w 9151620"/>
              <a:gd name="connsiteY4" fmla="*/ 4306571 h 4462781"/>
              <a:gd name="connsiteX5" fmla="*/ 7556182 w 9151620"/>
              <a:gd name="connsiteY5" fmla="*/ 4462304 h 4462781"/>
              <a:gd name="connsiteX6" fmla="*/ 0 w 9151620"/>
              <a:gd name="connsiteY6" fmla="*/ 4442826 h 4462781"/>
              <a:gd name="connsiteX7" fmla="*/ 0 w 9151620"/>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41594 w 9144476"/>
              <a:gd name="connsiteY3" fmla="*/ 4462781 h 4462781"/>
              <a:gd name="connsiteX4" fmla="*/ 8260080 w 9144476"/>
              <a:gd name="connsiteY4" fmla="*/ 4306571 h 4462781"/>
              <a:gd name="connsiteX5" fmla="*/ 7556182 w 9144476"/>
              <a:gd name="connsiteY5" fmla="*/ 4462304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41594 w 9144476"/>
              <a:gd name="connsiteY3" fmla="*/ 4462781 h 4462781"/>
              <a:gd name="connsiteX4" fmla="*/ 8260080 w 9144476"/>
              <a:gd name="connsiteY4" fmla="*/ 4306571 h 4462781"/>
              <a:gd name="connsiteX5" fmla="*/ 7541895 w 9144476"/>
              <a:gd name="connsiteY5" fmla="*/ 4452779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53500 w 9144476"/>
              <a:gd name="connsiteY3" fmla="*/ 4462781 h 4462781"/>
              <a:gd name="connsiteX4" fmla="*/ 8260080 w 9144476"/>
              <a:gd name="connsiteY4" fmla="*/ 4306571 h 4462781"/>
              <a:gd name="connsiteX5" fmla="*/ 7541895 w 9144476"/>
              <a:gd name="connsiteY5" fmla="*/ 4452779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53500 w 9144476"/>
              <a:gd name="connsiteY3" fmla="*/ 4462781 h 4462781"/>
              <a:gd name="connsiteX4" fmla="*/ 8260080 w 9144476"/>
              <a:gd name="connsiteY4" fmla="*/ 4306571 h 4462781"/>
              <a:gd name="connsiteX5" fmla="*/ 7541895 w 9144476"/>
              <a:gd name="connsiteY5" fmla="*/ 4452779 h 4462781"/>
              <a:gd name="connsiteX6" fmla="*/ 4584700 w 9144476"/>
              <a:gd name="connsiteY6" fmla="*/ 4455526 h 4462781"/>
              <a:gd name="connsiteX7" fmla="*/ 0 w 9144476"/>
              <a:gd name="connsiteY7" fmla="*/ 0 h 4462781"/>
              <a:gd name="connsiteX0" fmla="*/ 0 w 4597876"/>
              <a:gd name="connsiteY0" fmla="*/ 0 h 4475481"/>
              <a:gd name="connsiteX1" fmla="*/ 4597400 w 4597876"/>
              <a:gd name="connsiteY1" fmla="*/ 12700 h 4475481"/>
              <a:gd name="connsiteX2" fmla="*/ 4597876 w 4597876"/>
              <a:gd name="connsiteY2" fmla="*/ 4470766 h 4475481"/>
              <a:gd name="connsiteX3" fmla="*/ 4406900 w 4597876"/>
              <a:gd name="connsiteY3" fmla="*/ 4475481 h 4475481"/>
              <a:gd name="connsiteX4" fmla="*/ 3713480 w 4597876"/>
              <a:gd name="connsiteY4" fmla="*/ 4319271 h 4475481"/>
              <a:gd name="connsiteX5" fmla="*/ 2995295 w 4597876"/>
              <a:gd name="connsiteY5" fmla="*/ 4465479 h 4475481"/>
              <a:gd name="connsiteX6" fmla="*/ 38100 w 4597876"/>
              <a:gd name="connsiteY6" fmla="*/ 4468226 h 4475481"/>
              <a:gd name="connsiteX7" fmla="*/ 0 w 4597876"/>
              <a:gd name="connsiteY7" fmla="*/ 0 h 4475481"/>
              <a:gd name="connsiteX0" fmla="*/ 0 w 4597876"/>
              <a:gd name="connsiteY0" fmla="*/ 0 h 4490879"/>
              <a:gd name="connsiteX1" fmla="*/ 4597400 w 4597876"/>
              <a:gd name="connsiteY1" fmla="*/ 12700 h 4490879"/>
              <a:gd name="connsiteX2" fmla="*/ 4597876 w 4597876"/>
              <a:gd name="connsiteY2" fmla="*/ 4470766 h 4490879"/>
              <a:gd name="connsiteX3" fmla="*/ 4406900 w 4597876"/>
              <a:gd name="connsiteY3" fmla="*/ 4475481 h 4490879"/>
              <a:gd name="connsiteX4" fmla="*/ 3713480 w 4597876"/>
              <a:gd name="connsiteY4" fmla="*/ 4319271 h 4490879"/>
              <a:gd name="connsiteX5" fmla="*/ 3020695 w 4597876"/>
              <a:gd name="connsiteY5" fmla="*/ 4490879 h 4490879"/>
              <a:gd name="connsiteX6" fmla="*/ 38100 w 4597876"/>
              <a:gd name="connsiteY6" fmla="*/ 4468226 h 4490879"/>
              <a:gd name="connsiteX7" fmla="*/ 0 w 4597876"/>
              <a:gd name="connsiteY7" fmla="*/ 0 h 4490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97876" h="4490879">
                <a:moveTo>
                  <a:pt x="0" y="0"/>
                </a:moveTo>
                <a:lnTo>
                  <a:pt x="4597400" y="12700"/>
                </a:lnTo>
                <a:cubicBezTo>
                  <a:pt x="4597559" y="1498722"/>
                  <a:pt x="4597717" y="2984744"/>
                  <a:pt x="4597876" y="4470766"/>
                </a:cubicBezTo>
                <a:lnTo>
                  <a:pt x="4406900" y="4475481"/>
                </a:lnTo>
                <a:lnTo>
                  <a:pt x="3713480" y="4319271"/>
                </a:lnTo>
                <a:lnTo>
                  <a:pt x="3020695" y="4490879"/>
                </a:lnTo>
                <a:lnTo>
                  <a:pt x="38100" y="4468226"/>
                </a:lnTo>
                <a:lnTo>
                  <a:pt x="0" y="0"/>
                </a:lnTo>
                <a:close/>
              </a:path>
            </a:pathLst>
          </a:custGeom>
          <a:noFill/>
        </p:spPr>
        <p:txBody>
          <a:bodyPr anchor="ctr">
            <a:normAutofit/>
          </a:bodyPr>
          <a:lstStyle>
            <a:lvl1pPr marL="114300" indent="0" algn="ctr">
              <a:buNone/>
              <a:defRPr sz="1200"/>
            </a:lvl1pPr>
          </a:lstStyle>
          <a:p>
            <a:r>
              <a:rPr lang="en-US"/>
              <a:t>Click here to add image</a:t>
            </a:r>
            <a:endParaRPr lang="en-US" dirty="0"/>
          </a:p>
        </p:txBody>
      </p:sp>
      <p:sp>
        <p:nvSpPr>
          <p:cNvPr id="13" name="Freeform: Shape 12">
            <a:extLst>
              <a:ext uri="{FF2B5EF4-FFF2-40B4-BE49-F238E27FC236}">
                <a16:creationId xmlns:a16="http://schemas.microsoft.com/office/drawing/2014/main" id="{DCFA8F1A-438C-2D31-EC45-A4CCF4206F40}"/>
              </a:ext>
            </a:extLst>
          </p:cNvPr>
          <p:cNvSpPr/>
          <p:nvPr/>
        </p:nvSpPr>
        <p:spPr>
          <a:xfrm>
            <a:off x="0" y="4305300"/>
            <a:ext cx="9144000" cy="857250"/>
          </a:xfrm>
          <a:custGeom>
            <a:avLst/>
            <a:gdLst>
              <a:gd name="connsiteX0" fmla="*/ 0 w 9144000"/>
              <a:gd name="connsiteY0" fmla="*/ 857250 h 857250"/>
              <a:gd name="connsiteX1" fmla="*/ 0 w 9144000"/>
              <a:gd name="connsiteY1" fmla="*/ 149828 h 857250"/>
              <a:gd name="connsiteX2" fmla="*/ 7540609 w 9144000"/>
              <a:gd name="connsiteY2" fmla="*/ 149828 h 857250"/>
              <a:gd name="connsiteX3" fmla="*/ 8245698 w 9144000"/>
              <a:gd name="connsiteY3" fmla="*/ 0 h 857250"/>
              <a:gd name="connsiteX4" fmla="*/ 8933831 w 9144000"/>
              <a:gd name="connsiteY4" fmla="*/ 149828 h 857250"/>
              <a:gd name="connsiteX5" fmla="*/ 9144000 w 9144000"/>
              <a:gd name="connsiteY5" fmla="*/ 149828 h 857250"/>
              <a:gd name="connsiteX6" fmla="*/ 9144000 w 9144000"/>
              <a:gd name="connsiteY6" fmla="*/ 857250 h 857250"/>
              <a:gd name="connsiteX7" fmla="*/ 0 w 9144000"/>
              <a:gd name="connsiteY7" fmla="*/ 857250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0" h="857250">
                <a:moveTo>
                  <a:pt x="0" y="857250"/>
                </a:moveTo>
                <a:lnTo>
                  <a:pt x="0" y="149828"/>
                </a:lnTo>
                <a:lnTo>
                  <a:pt x="7540609" y="149828"/>
                </a:lnTo>
                <a:lnTo>
                  <a:pt x="8245698" y="0"/>
                </a:lnTo>
                <a:lnTo>
                  <a:pt x="8933831" y="149828"/>
                </a:lnTo>
                <a:lnTo>
                  <a:pt x="9144000" y="149828"/>
                </a:lnTo>
                <a:lnTo>
                  <a:pt x="9144000" y="857250"/>
                </a:lnTo>
                <a:lnTo>
                  <a:pt x="0" y="857250"/>
                </a:lnTo>
                <a:close/>
              </a:path>
            </a:pathLst>
          </a:custGeom>
          <a:gradFill>
            <a:gsLst>
              <a:gs pos="0">
                <a:srgbClr val="ED1A7D"/>
              </a:gs>
              <a:gs pos="50000">
                <a:srgbClr val="BB1B6D"/>
              </a:gs>
              <a:gs pos="100000">
                <a:srgbClr val="891D5D"/>
              </a:gs>
            </a:gsLst>
            <a:lin ang="0" scaled="1"/>
          </a:gradFill>
          <a:ln w="81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lvl="0" defTabSz="914400" eaLnBrk="1" latinLnBrk="0" hangingPunct="1"/>
            <a:endParaRPr lang="en-AU" sz="1800" kern="1200">
              <a:solidFill>
                <a:schemeClr val="tx1"/>
              </a:solidFill>
              <a:latin typeface="+mn-lt"/>
              <a:ea typeface="+mn-ea"/>
              <a:cs typeface="+mn-cs"/>
            </a:endParaRPr>
          </a:p>
        </p:txBody>
      </p:sp>
      <p:sp>
        <p:nvSpPr>
          <p:cNvPr id="14" name="Freeform: Shape 13">
            <a:extLst>
              <a:ext uri="{FF2B5EF4-FFF2-40B4-BE49-F238E27FC236}">
                <a16:creationId xmlns:a16="http://schemas.microsoft.com/office/drawing/2014/main" id="{6332EFC7-40EB-E5E0-6D5B-205A7815463F}"/>
              </a:ext>
            </a:extLst>
          </p:cNvPr>
          <p:cNvSpPr/>
          <p:nvPr/>
        </p:nvSpPr>
        <p:spPr>
          <a:xfrm>
            <a:off x="7540608" y="4441555"/>
            <a:ext cx="1246536" cy="285083"/>
          </a:xfrm>
          <a:custGeom>
            <a:avLst/>
            <a:gdLst>
              <a:gd name="connsiteX0" fmla="*/ 718995 w 1246536"/>
              <a:gd name="connsiteY0" fmla="*/ 0 h 285083"/>
              <a:gd name="connsiteX1" fmla="*/ 769239 w 1246536"/>
              <a:gd name="connsiteY1" fmla="*/ 10668 h 285083"/>
              <a:gd name="connsiteX2" fmla="*/ 842391 w 1246536"/>
              <a:gd name="connsiteY2" fmla="*/ 94726 h 285083"/>
              <a:gd name="connsiteX3" fmla="*/ 769239 w 1246536"/>
              <a:gd name="connsiteY3" fmla="*/ 147876 h 285083"/>
              <a:gd name="connsiteX4" fmla="*/ 718995 w 1246536"/>
              <a:gd name="connsiteY4" fmla="*/ 137208 h 285083"/>
              <a:gd name="connsiteX5" fmla="*/ 718995 w 1246536"/>
              <a:gd name="connsiteY5" fmla="*/ 48 h 285083"/>
              <a:gd name="connsiteX6" fmla="*/ 769239 w 1246536"/>
              <a:gd name="connsiteY6" fmla="*/ 116729 h 285083"/>
              <a:gd name="connsiteX7" fmla="*/ 808530 w 1246536"/>
              <a:gd name="connsiteY7" fmla="*/ 87535 h 285083"/>
              <a:gd name="connsiteX8" fmla="*/ 769239 w 1246536"/>
              <a:gd name="connsiteY8" fmla="*/ 41624 h 285083"/>
              <a:gd name="connsiteX9" fmla="*/ 752856 w 1246536"/>
              <a:gd name="connsiteY9" fmla="*/ 38148 h 285083"/>
              <a:gd name="connsiteX10" fmla="*/ 752856 w 1246536"/>
              <a:gd name="connsiteY10" fmla="*/ 113252 h 285083"/>
              <a:gd name="connsiteX11" fmla="*/ 769239 w 1246536"/>
              <a:gd name="connsiteY11" fmla="*/ 116729 h 285083"/>
              <a:gd name="connsiteX12" fmla="*/ 947024 w 1246536"/>
              <a:gd name="connsiteY12" fmla="*/ 48482 h 285083"/>
              <a:gd name="connsiteX13" fmla="*/ 947024 w 1246536"/>
              <a:gd name="connsiteY13" fmla="*/ 79391 h 285083"/>
              <a:gd name="connsiteX14" fmla="*/ 917067 w 1246536"/>
              <a:gd name="connsiteY14" fmla="*/ 73009 h 285083"/>
              <a:gd name="connsiteX15" fmla="*/ 917067 w 1246536"/>
              <a:gd name="connsiteY15" fmla="*/ 148114 h 285083"/>
              <a:gd name="connsiteX16" fmla="*/ 947024 w 1246536"/>
              <a:gd name="connsiteY16" fmla="*/ 154496 h 285083"/>
              <a:gd name="connsiteX17" fmla="*/ 947024 w 1246536"/>
              <a:gd name="connsiteY17" fmla="*/ 185642 h 285083"/>
              <a:gd name="connsiteX18" fmla="*/ 853393 w 1246536"/>
              <a:gd name="connsiteY18" fmla="*/ 165735 h 285083"/>
              <a:gd name="connsiteX19" fmla="*/ 853393 w 1246536"/>
              <a:gd name="connsiteY19" fmla="*/ 134588 h 285083"/>
              <a:gd name="connsiteX20" fmla="*/ 883349 w 1246536"/>
              <a:gd name="connsiteY20" fmla="*/ 140970 h 285083"/>
              <a:gd name="connsiteX21" fmla="*/ 883349 w 1246536"/>
              <a:gd name="connsiteY21" fmla="*/ 65865 h 285083"/>
              <a:gd name="connsiteX22" fmla="*/ 853393 w 1246536"/>
              <a:gd name="connsiteY22" fmla="*/ 59484 h 285083"/>
              <a:gd name="connsiteX23" fmla="*/ 853393 w 1246536"/>
              <a:gd name="connsiteY23" fmla="*/ 28575 h 285083"/>
              <a:gd name="connsiteX24" fmla="*/ 947024 w 1246536"/>
              <a:gd name="connsiteY24" fmla="*/ 48482 h 285083"/>
              <a:gd name="connsiteX25" fmla="*/ 1026319 w 1246536"/>
              <a:gd name="connsiteY25" fmla="*/ 62627 h 285083"/>
              <a:gd name="connsiteX26" fmla="*/ 1094994 w 1246536"/>
              <a:gd name="connsiteY26" fmla="*/ 148447 h 285083"/>
              <a:gd name="connsiteX27" fmla="*/ 1026319 w 1246536"/>
              <a:gd name="connsiteY27" fmla="*/ 205264 h 285083"/>
              <a:gd name="connsiteX28" fmla="*/ 957263 w 1246536"/>
              <a:gd name="connsiteY28" fmla="*/ 119205 h 285083"/>
              <a:gd name="connsiteX29" fmla="*/ 1026319 w 1246536"/>
              <a:gd name="connsiteY29" fmla="*/ 62675 h 285083"/>
              <a:gd name="connsiteX30" fmla="*/ 1026319 w 1246536"/>
              <a:gd name="connsiteY30" fmla="*/ 173117 h 285083"/>
              <a:gd name="connsiteX31" fmla="*/ 1060180 w 1246536"/>
              <a:gd name="connsiteY31" fmla="*/ 141018 h 285083"/>
              <a:gd name="connsiteX32" fmla="*/ 1026319 w 1246536"/>
              <a:gd name="connsiteY32" fmla="*/ 94726 h 285083"/>
              <a:gd name="connsiteX33" fmla="*/ 992267 w 1246536"/>
              <a:gd name="connsiteY33" fmla="*/ 126587 h 285083"/>
              <a:gd name="connsiteX34" fmla="*/ 1026319 w 1246536"/>
              <a:gd name="connsiteY34" fmla="*/ 173117 h 285083"/>
              <a:gd name="connsiteX35" fmla="*/ 1111949 w 1246536"/>
              <a:gd name="connsiteY35" fmla="*/ 83534 h 285083"/>
              <a:gd name="connsiteX36" fmla="*/ 1175814 w 1246536"/>
              <a:gd name="connsiteY36" fmla="*/ 97107 h 285083"/>
              <a:gd name="connsiteX37" fmla="*/ 1212675 w 1246536"/>
              <a:gd name="connsiteY37" fmla="*/ 230791 h 285083"/>
              <a:gd name="connsiteX38" fmla="*/ 1212675 w 1246536"/>
              <a:gd name="connsiteY38" fmla="*/ 104918 h 285083"/>
              <a:gd name="connsiteX39" fmla="*/ 1246537 w 1246536"/>
              <a:gd name="connsiteY39" fmla="*/ 112109 h 285083"/>
              <a:gd name="connsiteX40" fmla="*/ 1246537 w 1246536"/>
              <a:gd name="connsiteY40" fmla="*/ 249269 h 285083"/>
              <a:gd name="connsiteX41" fmla="*/ 1182672 w 1246536"/>
              <a:gd name="connsiteY41" fmla="*/ 235696 h 285083"/>
              <a:gd name="connsiteX42" fmla="*/ 1145810 w 1246536"/>
              <a:gd name="connsiteY42" fmla="*/ 102013 h 285083"/>
              <a:gd name="connsiteX43" fmla="*/ 1145810 w 1246536"/>
              <a:gd name="connsiteY43" fmla="*/ 227886 h 285083"/>
              <a:gd name="connsiteX44" fmla="*/ 1111949 w 1246536"/>
              <a:gd name="connsiteY44" fmla="*/ 220694 h 285083"/>
              <a:gd name="connsiteX45" fmla="*/ 1111949 w 1246536"/>
              <a:gd name="connsiteY45" fmla="*/ 83534 h 285083"/>
              <a:gd name="connsiteX46" fmla="*/ 42101 w 1246536"/>
              <a:gd name="connsiteY46" fmla="*/ 138970 h 285083"/>
              <a:gd name="connsiteX47" fmla="*/ 104108 w 1246536"/>
              <a:gd name="connsiteY47" fmla="*/ 125778 h 285083"/>
              <a:gd name="connsiteX48" fmla="*/ 145971 w 1246536"/>
              <a:gd name="connsiteY48" fmla="*/ 254032 h 285083"/>
              <a:gd name="connsiteX49" fmla="*/ 110061 w 1246536"/>
              <a:gd name="connsiteY49" fmla="*/ 261652 h 285083"/>
              <a:gd name="connsiteX50" fmla="*/ 97774 w 1246536"/>
              <a:gd name="connsiteY50" fmla="*/ 222837 h 285083"/>
              <a:gd name="connsiteX51" fmla="*/ 47863 w 1246536"/>
              <a:gd name="connsiteY51" fmla="*/ 233458 h 285083"/>
              <a:gd name="connsiteX52" fmla="*/ 35576 w 1246536"/>
              <a:gd name="connsiteY52" fmla="*/ 277511 h 285083"/>
              <a:gd name="connsiteX53" fmla="*/ 0 w 1246536"/>
              <a:gd name="connsiteY53" fmla="*/ 285083 h 285083"/>
              <a:gd name="connsiteX54" fmla="*/ 42053 w 1246536"/>
              <a:gd name="connsiteY54" fmla="*/ 138970 h 285083"/>
              <a:gd name="connsiteX55" fmla="*/ 88440 w 1246536"/>
              <a:gd name="connsiteY55" fmla="*/ 193929 h 285083"/>
              <a:gd name="connsiteX56" fmla="*/ 72819 w 1246536"/>
              <a:gd name="connsiteY56" fmla="*/ 144923 h 285083"/>
              <a:gd name="connsiteX57" fmla="*/ 57198 w 1246536"/>
              <a:gd name="connsiteY57" fmla="*/ 200597 h 285083"/>
              <a:gd name="connsiteX58" fmla="*/ 88488 w 1246536"/>
              <a:gd name="connsiteY58" fmla="*/ 193929 h 285083"/>
              <a:gd name="connsiteX59" fmla="*/ 214646 w 1246536"/>
              <a:gd name="connsiteY59" fmla="*/ 242173 h 285083"/>
              <a:gd name="connsiteX60" fmla="*/ 148733 w 1246536"/>
              <a:gd name="connsiteY60" fmla="*/ 199930 h 285083"/>
              <a:gd name="connsiteX61" fmla="*/ 183738 w 1246536"/>
              <a:gd name="connsiteY61" fmla="*/ 192500 h 285083"/>
              <a:gd name="connsiteX62" fmla="*/ 215408 w 1246536"/>
              <a:gd name="connsiteY62" fmla="*/ 212408 h 285083"/>
              <a:gd name="connsiteX63" fmla="*/ 239030 w 1246536"/>
              <a:gd name="connsiteY63" fmla="*/ 195310 h 285083"/>
              <a:gd name="connsiteX64" fmla="*/ 227886 w 1246536"/>
              <a:gd name="connsiteY64" fmla="*/ 187166 h 285083"/>
              <a:gd name="connsiteX65" fmla="*/ 183975 w 1246536"/>
              <a:gd name="connsiteY65" fmla="*/ 184452 h 285083"/>
              <a:gd name="connsiteX66" fmla="*/ 154210 w 1246536"/>
              <a:gd name="connsiteY66" fmla="*/ 153210 h 285083"/>
              <a:gd name="connsiteX67" fmla="*/ 207645 w 1246536"/>
              <a:gd name="connsiteY67" fmla="*/ 101013 h 285083"/>
              <a:gd name="connsiteX68" fmla="*/ 268891 w 1246536"/>
              <a:gd name="connsiteY68" fmla="*/ 138017 h 285083"/>
              <a:gd name="connsiteX69" fmla="*/ 234077 w 1246536"/>
              <a:gd name="connsiteY69" fmla="*/ 145399 h 285083"/>
              <a:gd name="connsiteX70" fmla="*/ 208217 w 1246536"/>
              <a:gd name="connsiteY70" fmla="*/ 129873 h 285083"/>
              <a:gd name="connsiteX71" fmla="*/ 189215 w 1246536"/>
              <a:gd name="connsiteY71" fmla="*/ 145018 h 285083"/>
              <a:gd name="connsiteX72" fmla="*/ 199454 w 1246536"/>
              <a:gd name="connsiteY72" fmla="*/ 152352 h 285083"/>
              <a:gd name="connsiteX73" fmla="*/ 242078 w 1246536"/>
              <a:gd name="connsiteY73" fmla="*/ 154400 h 285083"/>
              <a:gd name="connsiteX74" fmla="*/ 273891 w 1246536"/>
              <a:gd name="connsiteY74" fmla="*/ 186357 h 285083"/>
              <a:gd name="connsiteX75" fmla="*/ 214694 w 1246536"/>
              <a:gd name="connsiteY75" fmla="*/ 242125 h 285083"/>
              <a:gd name="connsiteX76" fmla="*/ 283702 w 1246536"/>
              <a:gd name="connsiteY76" fmla="*/ 156115 h 285083"/>
              <a:gd name="connsiteX77" fmla="*/ 353330 w 1246536"/>
              <a:gd name="connsiteY77" fmla="*/ 70104 h 285083"/>
              <a:gd name="connsiteX78" fmla="*/ 419767 w 1246536"/>
              <a:gd name="connsiteY78" fmla="*/ 111633 h 285083"/>
              <a:gd name="connsiteX79" fmla="*/ 384953 w 1246536"/>
              <a:gd name="connsiteY79" fmla="*/ 119015 h 285083"/>
              <a:gd name="connsiteX80" fmla="*/ 353473 w 1246536"/>
              <a:gd name="connsiteY80" fmla="*/ 102156 h 285083"/>
              <a:gd name="connsiteX81" fmla="*/ 318659 w 1246536"/>
              <a:gd name="connsiteY81" fmla="*/ 148638 h 285083"/>
              <a:gd name="connsiteX82" fmla="*/ 353473 w 1246536"/>
              <a:gd name="connsiteY82" fmla="*/ 180546 h 285083"/>
              <a:gd name="connsiteX83" fmla="*/ 384953 w 1246536"/>
              <a:gd name="connsiteY83" fmla="*/ 150114 h 285083"/>
              <a:gd name="connsiteX84" fmla="*/ 419767 w 1246536"/>
              <a:gd name="connsiteY84" fmla="*/ 142732 h 285083"/>
              <a:gd name="connsiteX85" fmla="*/ 353330 w 1246536"/>
              <a:gd name="connsiteY85" fmla="*/ 212693 h 285083"/>
              <a:gd name="connsiteX86" fmla="*/ 283702 w 1246536"/>
              <a:gd name="connsiteY86" fmla="*/ 156115 h 285083"/>
              <a:gd name="connsiteX87" fmla="*/ 436340 w 1246536"/>
              <a:gd name="connsiteY87" fmla="*/ 55150 h 285083"/>
              <a:gd name="connsiteX88" fmla="*/ 540782 w 1246536"/>
              <a:gd name="connsiteY88" fmla="*/ 32956 h 285083"/>
              <a:gd name="connsiteX89" fmla="*/ 540782 w 1246536"/>
              <a:gd name="connsiteY89" fmla="*/ 63865 h 285083"/>
              <a:gd name="connsiteX90" fmla="*/ 470440 w 1246536"/>
              <a:gd name="connsiteY90" fmla="*/ 78819 h 285083"/>
              <a:gd name="connsiteX91" fmla="*/ 470440 w 1246536"/>
              <a:gd name="connsiteY91" fmla="*/ 101775 h 285083"/>
              <a:gd name="connsiteX92" fmla="*/ 531495 w 1246536"/>
              <a:gd name="connsiteY92" fmla="*/ 88821 h 285083"/>
              <a:gd name="connsiteX93" fmla="*/ 531495 w 1246536"/>
              <a:gd name="connsiteY93" fmla="*/ 118015 h 285083"/>
              <a:gd name="connsiteX94" fmla="*/ 470440 w 1246536"/>
              <a:gd name="connsiteY94" fmla="*/ 131016 h 285083"/>
              <a:gd name="connsiteX95" fmla="*/ 470440 w 1246536"/>
              <a:gd name="connsiteY95" fmla="*/ 154162 h 285083"/>
              <a:gd name="connsiteX96" fmla="*/ 540782 w 1246536"/>
              <a:gd name="connsiteY96" fmla="*/ 139208 h 285083"/>
              <a:gd name="connsiteX97" fmla="*/ 540782 w 1246536"/>
              <a:gd name="connsiteY97" fmla="*/ 170117 h 285083"/>
              <a:gd name="connsiteX98" fmla="*/ 436340 w 1246536"/>
              <a:gd name="connsiteY98" fmla="*/ 192310 h 285083"/>
              <a:gd name="connsiteX99" fmla="*/ 436340 w 1246536"/>
              <a:gd name="connsiteY99" fmla="*/ 55150 h 285083"/>
              <a:gd name="connsiteX100" fmla="*/ 561308 w 1246536"/>
              <a:gd name="connsiteY100" fmla="*/ 28623 h 285083"/>
              <a:gd name="connsiteX101" fmla="*/ 625173 w 1246536"/>
              <a:gd name="connsiteY101" fmla="*/ 15049 h 285083"/>
              <a:gd name="connsiteX102" fmla="*/ 662035 w 1246536"/>
              <a:gd name="connsiteY102" fmla="*/ 133112 h 285083"/>
              <a:gd name="connsiteX103" fmla="*/ 662035 w 1246536"/>
              <a:gd name="connsiteY103" fmla="*/ 7239 h 285083"/>
              <a:gd name="connsiteX104" fmla="*/ 695897 w 1246536"/>
              <a:gd name="connsiteY104" fmla="*/ 48 h 285083"/>
              <a:gd name="connsiteX105" fmla="*/ 695897 w 1246536"/>
              <a:gd name="connsiteY105" fmla="*/ 137208 h 285083"/>
              <a:gd name="connsiteX106" fmla="*/ 632032 w 1246536"/>
              <a:gd name="connsiteY106" fmla="*/ 150781 h 285083"/>
              <a:gd name="connsiteX107" fmla="*/ 595170 w 1246536"/>
              <a:gd name="connsiteY107" fmla="*/ 32718 h 285083"/>
              <a:gd name="connsiteX108" fmla="*/ 595170 w 1246536"/>
              <a:gd name="connsiteY108" fmla="*/ 158591 h 285083"/>
              <a:gd name="connsiteX109" fmla="*/ 561308 w 1246536"/>
              <a:gd name="connsiteY109" fmla="*/ 165783 h 285083"/>
              <a:gd name="connsiteX110" fmla="*/ 561308 w 1246536"/>
              <a:gd name="connsiteY110" fmla="*/ 28623 h 285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246536" h="285083">
                <a:moveTo>
                  <a:pt x="718995" y="0"/>
                </a:moveTo>
                <a:lnTo>
                  <a:pt x="769239" y="10668"/>
                </a:lnTo>
                <a:cubicBezTo>
                  <a:pt x="805149" y="18288"/>
                  <a:pt x="842391" y="35766"/>
                  <a:pt x="842391" y="94726"/>
                </a:cubicBezTo>
                <a:cubicBezTo>
                  <a:pt x="842391" y="153876"/>
                  <a:pt x="805149" y="155496"/>
                  <a:pt x="769239" y="147876"/>
                </a:cubicBezTo>
                <a:lnTo>
                  <a:pt x="718995" y="137208"/>
                </a:lnTo>
                <a:lnTo>
                  <a:pt x="718995" y="48"/>
                </a:lnTo>
                <a:close/>
                <a:moveTo>
                  <a:pt x="769239" y="116729"/>
                </a:moveTo>
                <a:cubicBezTo>
                  <a:pt x="791766" y="121539"/>
                  <a:pt x="808530" y="124301"/>
                  <a:pt x="808530" y="87535"/>
                </a:cubicBezTo>
                <a:cubicBezTo>
                  <a:pt x="808530" y="50768"/>
                  <a:pt x="791623" y="46387"/>
                  <a:pt x="769239" y="41624"/>
                </a:cubicBezTo>
                <a:lnTo>
                  <a:pt x="752856" y="38148"/>
                </a:lnTo>
                <a:lnTo>
                  <a:pt x="752856" y="113252"/>
                </a:lnTo>
                <a:cubicBezTo>
                  <a:pt x="752856" y="113252"/>
                  <a:pt x="769239" y="116729"/>
                  <a:pt x="769239" y="116729"/>
                </a:cubicBezTo>
                <a:close/>
                <a:moveTo>
                  <a:pt x="947024" y="48482"/>
                </a:moveTo>
                <a:lnTo>
                  <a:pt x="947024" y="79391"/>
                </a:lnTo>
                <a:cubicBezTo>
                  <a:pt x="947024" y="79391"/>
                  <a:pt x="917067" y="73009"/>
                  <a:pt x="917067" y="73009"/>
                </a:cubicBezTo>
                <a:lnTo>
                  <a:pt x="917067" y="148114"/>
                </a:lnTo>
                <a:cubicBezTo>
                  <a:pt x="917067" y="148114"/>
                  <a:pt x="947024" y="154496"/>
                  <a:pt x="947024" y="154496"/>
                </a:cubicBezTo>
                <a:lnTo>
                  <a:pt x="947024" y="185642"/>
                </a:lnTo>
                <a:cubicBezTo>
                  <a:pt x="947024" y="185642"/>
                  <a:pt x="853393" y="165735"/>
                  <a:pt x="853393" y="165735"/>
                </a:cubicBezTo>
                <a:lnTo>
                  <a:pt x="853393" y="134588"/>
                </a:lnTo>
                <a:cubicBezTo>
                  <a:pt x="853393" y="134588"/>
                  <a:pt x="883349" y="140970"/>
                  <a:pt x="883349" y="140970"/>
                </a:cubicBezTo>
                <a:lnTo>
                  <a:pt x="883349" y="65865"/>
                </a:lnTo>
                <a:cubicBezTo>
                  <a:pt x="883349" y="65865"/>
                  <a:pt x="853393" y="59484"/>
                  <a:pt x="853393" y="59484"/>
                </a:cubicBezTo>
                <a:lnTo>
                  <a:pt x="853393" y="28575"/>
                </a:lnTo>
                <a:cubicBezTo>
                  <a:pt x="853393" y="28575"/>
                  <a:pt x="947024" y="48482"/>
                  <a:pt x="947024" y="48482"/>
                </a:cubicBezTo>
                <a:close/>
                <a:moveTo>
                  <a:pt x="1026319" y="62627"/>
                </a:moveTo>
                <a:cubicBezTo>
                  <a:pt x="1068944" y="71676"/>
                  <a:pt x="1094994" y="107966"/>
                  <a:pt x="1094994" y="148447"/>
                </a:cubicBezTo>
                <a:cubicBezTo>
                  <a:pt x="1094994" y="189119"/>
                  <a:pt x="1068944" y="214313"/>
                  <a:pt x="1026319" y="205264"/>
                </a:cubicBezTo>
                <a:cubicBezTo>
                  <a:pt x="983504" y="196167"/>
                  <a:pt x="957263" y="159829"/>
                  <a:pt x="957263" y="119205"/>
                </a:cubicBezTo>
                <a:cubicBezTo>
                  <a:pt x="957263" y="78724"/>
                  <a:pt x="983504" y="53578"/>
                  <a:pt x="1026319" y="62675"/>
                </a:cubicBezTo>
                <a:moveTo>
                  <a:pt x="1026319" y="173117"/>
                </a:moveTo>
                <a:cubicBezTo>
                  <a:pt x="1049036" y="177927"/>
                  <a:pt x="1060180" y="165926"/>
                  <a:pt x="1060180" y="141018"/>
                </a:cubicBezTo>
                <a:cubicBezTo>
                  <a:pt x="1060180" y="116110"/>
                  <a:pt x="1048846" y="99489"/>
                  <a:pt x="1026319" y="94726"/>
                </a:cubicBezTo>
                <a:cubicBezTo>
                  <a:pt x="1003602" y="89916"/>
                  <a:pt x="992267" y="101870"/>
                  <a:pt x="992267" y="126587"/>
                </a:cubicBezTo>
                <a:cubicBezTo>
                  <a:pt x="992267" y="151495"/>
                  <a:pt x="1003649" y="168307"/>
                  <a:pt x="1026319" y="173117"/>
                </a:cubicBezTo>
                <a:moveTo>
                  <a:pt x="1111949" y="83534"/>
                </a:moveTo>
                <a:lnTo>
                  <a:pt x="1175814" y="97107"/>
                </a:lnTo>
                <a:lnTo>
                  <a:pt x="1212675" y="230791"/>
                </a:lnTo>
                <a:lnTo>
                  <a:pt x="1212675" y="104918"/>
                </a:lnTo>
                <a:cubicBezTo>
                  <a:pt x="1212675" y="104918"/>
                  <a:pt x="1246537" y="112109"/>
                  <a:pt x="1246537" y="112109"/>
                </a:cubicBezTo>
                <a:lnTo>
                  <a:pt x="1246537" y="249269"/>
                </a:lnTo>
                <a:cubicBezTo>
                  <a:pt x="1246537" y="249269"/>
                  <a:pt x="1182672" y="235696"/>
                  <a:pt x="1182672" y="235696"/>
                </a:cubicBezTo>
                <a:lnTo>
                  <a:pt x="1145810" y="102013"/>
                </a:lnTo>
                <a:lnTo>
                  <a:pt x="1145810" y="227886"/>
                </a:lnTo>
                <a:cubicBezTo>
                  <a:pt x="1145810" y="227886"/>
                  <a:pt x="1111949" y="220694"/>
                  <a:pt x="1111949" y="220694"/>
                </a:cubicBezTo>
                <a:lnTo>
                  <a:pt x="1111949" y="83534"/>
                </a:lnTo>
                <a:close/>
                <a:moveTo>
                  <a:pt x="42101" y="138970"/>
                </a:moveTo>
                <a:lnTo>
                  <a:pt x="104108" y="125778"/>
                </a:lnTo>
                <a:lnTo>
                  <a:pt x="145971" y="254032"/>
                </a:lnTo>
                <a:lnTo>
                  <a:pt x="110061" y="261652"/>
                </a:lnTo>
                <a:lnTo>
                  <a:pt x="97774" y="222837"/>
                </a:lnTo>
                <a:lnTo>
                  <a:pt x="47863" y="233458"/>
                </a:lnTo>
                <a:lnTo>
                  <a:pt x="35576" y="277511"/>
                </a:lnTo>
                <a:lnTo>
                  <a:pt x="0" y="285083"/>
                </a:lnTo>
                <a:lnTo>
                  <a:pt x="42053" y="138970"/>
                </a:lnTo>
                <a:close/>
                <a:moveTo>
                  <a:pt x="88440" y="193929"/>
                </a:moveTo>
                <a:lnTo>
                  <a:pt x="72819" y="144923"/>
                </a:lnTo>
                <a:lnTo>
                  <a:pt x="57198" y="200597"/>
                </a:lnTo>
                <a:lnTo>
                  <a:pt x="88488" y="193929"/>
                </a:lnTo>
                <a:close/>
                <a:moveTo>
                  <a:pt x="214646" y="242173"/>
                </a:moveTo>
                <a:cubicBezTo>
                  <a:pt x="168307" y="252031"/>
                  <a:pt x="148733" y="235553"/>
                  <a:pt x="148733" y="199930"/>
                </a:cubicBezTo>
                <a:lnTo>
                  <a:pt x="183738" y="192500"/>
                </a:lnTo>
                <a:cubicBezTo>
                  <a:pt x="183738" y="211979"/>
                  <a:pt x="190977" y="217599"/>
                  <a:pt x="215408" y="212408"/>
                </a:cubicBezTo>
                <a:cubicBezTo>
                  <a:pt x="231982" y="208883"/>
                  <a:pt x="239030" y="203883"/>
                  <a:pt x="239030" y="195310"/>
                </a:cubicBezTo>
                <a:cubicBezTo>
                  <a:pt x="239030" y="190452"/>
                  <a:pt x="235315" y="187547"/>
                  <a:pt x="227886" y="187166"/>
                </a:cubicBezTo>
                <a:lnTo>
                  <a:pt x="183975" y="184452"/>
                </a:lnTo>
                <a:cubicBezTo>
                  <a:pt x="161258" y="182880"/>
                  <a:pt x="154210" y="170545"/>
                  <a:pt x="154210" y="153210"/>
                </a:cubicBezTo>
                <a:cubicBezTo>
                  <a:pt x="154210" y="126540"/>
                  <a:pt x="173212" y="108299"/>
                  <a:pt x="207645" y="101013"/>
                </a:cubicBezTo>
                <a:cubicBezTo>
                  <a:pt x="248603" y="92297"/>
                  <a:pt x="268891" y="108252"/>
                  <a:pt x="268891" y="138017"/>
                </a:cubicBezTo>
                <a:lnTo>
                  <a:pt x="234077" y="145399"/>
                </a:lnTo>
                <a:cubicBezTo>
                  <a:pt x="234077" y="130635"/>
                  <a:pt x="226076" y="126111"/>
                  <a:pt x="208217" y="129873"/>
                </a:cubicBezTo>
                <a:cubicBezTo>
                  <a:pt x="195739" y="132540"/>
                  <a:pt x="189215" y="137208"/>
                  <a:pt x="189215" y="145018"/>
                </a:cubicBezTo>
                <a:cubicBezTo>
                  <a:pt x="189215" y="148923"/>
                  <a:pt x="191262" y="151781"/>
                  <a:pt x="199454" y="152352"/>
                </a:cubicBezTo>
                <a:lnTo>
                  <a:pt x="242078" y="154400"/>
                </a:lnTo>
                <a:cubicBezTo>
                  <a:pt x="263843" y="155400"/>
                  <a:pt x="273891" y="166306"/>
                  <a:pt x="273891" y="186357"/>
                </a:cubicBezTo>
                <a:cubicBezTo>
                  <a:pt x="273891" y="212408"/>
                  <a:pt x="256747" y="233172"/>
                  <a:pt x="214694" y="242125"/>
                </a:cubicBezTo>
                <a:moveTo>
                  <a:pt x="283702" y="156115"/>
                </a:moveTo>
                <a:cubicBezTo>
                  <a:pt x="283702" y="115633"/>
                  <a:pt x="310325" y="79248"/>
                  <a:pt x="353330" y="70104"/>
                </a:cubicBezTo>
                <a:cubicBezTo>
                  <a:pt x="390906" y="62103"/>
                  <a:pt x="415862" y="78010"/>
                  <a:pt x="419767" y="111633"/>
                </a:cubicBezTo>
                <a:lnTo>
                  <a:pt x="384953" y="119015"/>
                </a:lnTo>
                <a:cubicBezTo>
                  <a:pt x="382143" y="104823"/>
                  <a:pt x="370047" y="98631"/>
                  <a:pt x="353473" y="102156"/>
                </a:cubicBezTo>
                <a:cubicBezTo>
                  <a:pt x="333185" y="106490"/>
                  <a:pt x="318659" y="121634"/>
                  <a:pt x="318659" y="148638"/>
                </a:cubicBezTo>
                <a:cubicBezTo>
                  <a:pt x="318659" y="175879"/>
                  <a:pt x="333185" y="184833"/>
                  <a:pt x="353473" y="180546"/>
                </a:cubicBezTo>
                <a:cubicBezTo>
                  <a:pt x="370047" y="177022"/>
                  <a:pt x="382143" y="165497"/>
                  <a:pt x="384953" y="150114"/>
                </a:cubicBezTo>
                <a:lnTo>
                  <a:pt x="419767" y="142732"/>
                </a:lnTo>
                <a:cubicBezTo>
                  <a:pt x="415862" y="178213"/>
                  <a:pt x="390906" y="204692"/>
                  <a:pt x="353330" y="212693"/>
                </a:cubicBezTo>
                <a:cubicBezTo>
                  <a:pt x="310325" y="221837"/>
                  <a:pt x="283702" y="196739"/>
                  <a:pt x="283702" y="156115"/>
                </a:cubicBezTo>
                <a:moveTo>
                  <a:pt x="436340" y="55150"/>
                </a:moveTo>
                <a:lnTo>
                  <a:pt x="540782" y="32956"/>
                </a:lnTo>
                <a:lnTo>
                  <a:pt x="540782" y="63865"/>
                </a:lnTo>
                <a:cubicBezTo>
                  <a:pt x="540782" y="63865"/>
                  <a:pt x="470440" y="78819"/>
                  <a:pt x="470440" y="78819"/>
                </a:cubicBezTo>
                <a:lnTo>
                  <a:pt x="470440" y="101775"/>
                </a:lnTo>
                <a:cubicBezTo>
                  <a:pt x="470440" y="101775"/>
                  <a:pt x="531495" y="88821"/>
                  <a:pt x="531495" y="88821"/>
                </a:cubicBezTo>
                <a:lnTo>
                  <a:pt x="531495" y="118015"/>
                </a:lnTo>
                <a:cubicBezTo>
                  <a:pt x="531495" y="118015"/>
                  <a:pt x="470440" y="131016"/>
                  <a:pt x="470440" y="131016"/>
                </a:cubicBezTo>
                <a:lnTo>
                  <a:pt x="470440" y="154162"/>
                </a:lnTo>
                <a:cubicBezTo>
                  <a:pt x="470440" y="154162"/>
                  <a:pt x="540782" y="139208"/>
                  <a:pt x="540782" y="139208"/>
                </a:cubicBezTo>
                <a:lnTo>
                  <a:pt x="540782" y="170117"/>
                </a:lnTo>
                <a:cubicBezTo>
                  <a:pt x="540782" y="170117"/>
                  <a:pt x="436340" y="192310"/>
                  <a:pt x="436340" y="192310"/>
                </a:cubicBezTo>
                <a:lnTo>
                  <a:pt x="436340" y="55150"/>
                </a:lnTo>
                <a:close/>
                <a:moveTo>
                  <a:pt x="561308" y="28623"/>
                </a:moveTo>
                <a:lnTo>
                  <a:pt x="625173" y="15049"/>
                </a:lnTo>
                <a:lnTo>
                  <a:pt x="662035" y="133112"/>
                </a:lnTo>
                <a:lnTo>
                  <a:pt x="662035" y="7239"/>
                </a:lnTo>
                <a:cubicBezTo>
                  <a:pt x="662035" y="7239"/>
                  <a:pt x="695897" y="48"/>
                  <a:pt x="695897" y="48"/>
                </a:cubicBezTo>
                <a:lnTo>
                  <a:pt x="695897" y="137208"/>
                </a:lnTo>
                <a:cubicBezTo>
                  <a:pt x="695897" y="137208"/>
                  <a:pt x="632032" y="150781"/>
                  <a:pt x="632032" y="150781"/>
                </a:cubicBezTo>
                <a:lnTo>
                  <a:pt x="595170" y="32718"/>
                </a:lnTo>
                <a:lnTo>
                  <a:pt x="595170" y="158591"/>
                </a:lnTo>
                <a:cubicBezTo>
                  <a:pt x="595170" y="158591"/>
                  <a:pt x="561308" y="165783"/>
                  <a:pt x="561308" y="165783"/>
                </a:cubicBezTo>
                <a:lnTo>
                  <a:pt x="561308" y="28623"/>
                </a:lnTo>
                <a:close/>
              </a:path>
            </a:pathLst>
          </a:custGeom>
          <a:solidFill>
            <a:srgbClr val="FFFFFF"/>
          </a:solidFill>
          <a:ln w="4763" cap="flat">
            <a:noFill/>
            <a:prstDash val="solid"/>
            <a:miter/>
          </a:ln>
        </p:spPr>
        <p:txBody>
          <a:bodyPr rtlCol="0" anchor="ctr"/>
          <a:lstStyle/>
          <a:p>
            <a:endParaRPr lang="en-AU"/>
          </a:p>
        </p:txBody>
      </p:sp>
      <p:sp>
        <p:nvSpPr>
          <p:cNvPr id="33" name="Google Shape;10;p2">
            <a:extLst>
              <a:ext uri="{FF2B5EF4-FFF2-40B4-BE49-F238E27FC236}">
                <a16:creationId xmlns:a16="http://schemas.microsoft.com/office/drawing/2014/main" id="{D543CF40-CA6C-AB12-3735-CF8AC652A545}"/>
              </a:ext>
            </a:extLst>
          </p:cNvPr>
          <p:cNvSpPr txBox="1">
            <a:spLocks noGrp="1"/>
          </p:cNvSpPr>
          <p:nvPr>
            <p:ph type="ctrTitle" hasCustomPrompt="1"/>
          </p:nvPr>
        </p:nvSpPr>
        <p:spPr>
          <a:xfrm>
            <a:off x="311708" y="2197678"/>
            <a:ext cx="3457652" cy="516890"/>
          </a:xfrm>
          <a:prstGeom prst="rect">
            <a:avLst/>
          </a:prstGeom>
        </p:spPr>
        <p:txBody>
          <a:bodyPr spcFirstLastPara="1" wrap="square" lIns="90000" tIns="90000" rIns="90000" bIns="36000" anchor="b" anchorCtr="0">
            <a:noAutofit/>
          </a:bodyPr>
          <a:lstStyle>
            <a:lvl1pPr lvl="0" algn="l">
              <a:spcBef>
                <a:spcPts val="0"/>
              </a:spcBef>
              <a:spcAft>
                <a:spcPts val="0"/>
              </a:spcAft>
              <a:buSzPts val="5200"/>
              <a:buNone/>
              <a:defRPr sz="2800" b="1">
                <a:solidFill>
                  <a:schemeClr val="tx1"/>
                </a:solidFill>
                <a:latin typeface="PP Neue Machina Plain Ultrabold" pitchFamily="50" charset="0"/>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r>
              <a:rPr lang="en-IN" dirty="0"/>
              <a:t>Section Title</a:t>
            </a:r>
            <a:endParaRPr dirty="0"/>
          </a:p>
        </p:txBody>
      </p:sp>
      <p:sp>
        <p:nvSpPr>
          <p:cNvPr id="16" name="Text Placeholder 15">
            <a:extLst>
              <a:ext uri="{FF2B5EF4-FFF2-40B4-BE49-F238E27FC236}">
                <a16:creationId xmlns:a16="http://schemas.microsoft.com/office/drawing/2014/main" id="{17A7E5E8-BE49-EF88-3BBF-34F70B616301}"/>
              </a:ext>
            </a:extLst>
          </p:cNvPr>
          <p:cNvSpPr>
            <a:spLocks noGrp="1"/>
          </p:cNvSpPr>
          <p:nvPr>
            <p:ph type="body" sz="quarter" idx="14" hasCustomPrompt="1"/>
          </p:nvPr>
        </p:nvSpPr>
        <p:spPr>
          <a:xfrm>
            <a:off x="379413" y="1489710"/>
            <a:ext cx="1322387" cy="516890"/>
          </a:xfrm>
          <a:noFill/>
        </p:spPr>
        <p:txBody>
          <a:bodyPr anchor="ctr">
            <a:noAutofit/>
          </a:bodyPr>
          <a:lstStyle>
            <a:lvl1pPr marL="0" indent="0" algn="l">
              <a:buNone/>
              <a:defRPr sz="5400" b="1">
                <a:solidFill>
                  <a:schemeClr val="accent2"/>
                </a:solidFill>
              </a:defRPr>
            </a:lvl1pPr>
          </a:lstStyle>
          <a:p>
            <a:pPr lvl="0"/>
            <a:r>
              <a:rPr lang="en-IN" dirty="0"/>
              <a:t>01</a:t>
            </a:r>
            <a:endParaRPr lang="en-AU" dirty="0"/>
          </a:p>
        </p:txBody>
      </p:sp>
    </p:spTree>
    <p:extLst>
      <p:ext uri="{BB962C8B-B14F-4D97-AF65-F5344CB8AC3E}">
        <p14:creationId xmlns:p14="http://schemas.microsoft.com/office/powerpoint/2010/main" val="3643259988"/>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slide" preserve="1" userDrawn="1">
  <p:cSld name="2_Section Breaker - Dark">
    <p:bg>
      <p:bgPr>
        <a:solidFill>
          <a:schemeClr val="tx1"/>
        </a:solidFill>
        <a:effectLst/>
      </p:bgPr>
    </p:bg>
    <p:spTree>
      <p:nvGrpSpPr>
        <p:cNvPr id="1" name="Shape 9"/>
        <p:cNvGrpSpPr/>
        <p:nvPr/>
      </p:nvGrpSpPr>
      <p:grpSpPr>
        <a:xfrm>
          <a:off x="0" y="0"/>
          <a:ext cx="0" cy="0"/>
          <a:chOff x="0" y="0"/>
          <a:chExt cx="0" cy="0"/>
        </a:xfrm>
      </p:grpSpPr>
      <p:sp>
        <p:nvSpPr>
          <p:cNvPr id="2" name="Picture Placeholder 2">
            <a:extLst>
              <a:ext uri="{FF2B5EF4-FFF2-40B4-BE49-F238E27FC236}">
                <a16:creationId xmlns:a16="http://schemas.microsoft.com/office/drawing/2014/main" id="{E24EB988-1B3E-4E16-DFC4-94BCB32833AA}"/>
              </a:ext>
            </a:extLst>
          </p:cNvPr>
          <p:cNvSpPr>
            <a:spLocks noGrp="1"/>
          </p:cNvSpPr>
          <p:nvPr>
            <p:ph type="pic" sz="quarter" idx="13" hasCustomPrompt="1"/>
          </p:nvPr>
        </p:nvSpPr>
        <p:spPr>
          <a:xfrm>
            <a:off x="4546600" y="-13971"/>
            <a:ext cx="4597876" cy="4490879"/>
          </a:xfrm>
          <a:custGeom>
            <a:avLst/>
            <a:gdLst>
              <a:gd name="connsiteX0" fmla="*/ 0 w 9144000"/>
              <a:gd name="connsiteY0" fmla="*/ 0 h 4442826"/>
              <a:gd name="connsiteX1" fmla="*/ 9144000 w 9144000"/>
              <a:gd name="connsiteY1" fmla="*/ 0 h 4442826"/>
              <a:gd name="connsiteX2" fmla="*/ 9144000 w 9144000"/>
              <a:gd name="connsiteY2" fmla="*/ 4442826 h 4442826"/>
              <a:gd name="connsiteX3" fmla="*/ 0 w 9144000"/>
              <a:gd name="connsiteY3" fmla="*/ 4442826 h 4442826"/>
              <a:gd name="connsiteX4" fmla="*/ 0 w 9144000"/>
              <a:gd name="connsiteY4" fmla="*/ 0 h 4442826"/>
              <a:gd name="connsiteX0" fmla="*/ 0 w 9151620"/>
              <a:gd name="connsiteY0" fmla="*/ 0 h 4458066"/>
              <a:gd name="connsiteX1" fmla="*/ 9144000 w 9151620"/>
              <a:gd name="connsiteY1" fmla="*/ 0 h 4458066"/>
              <a:gd name="connsiteX2" fmla="*/ 9151620 w 9151620"/>
              <a:gd name="connsiteY2" fmla="*/ 4458066 h 4458066"/>
              <a:gd name="connsiteX3" fmla="*/ 0 w 9151620"/>
              <a:gd name="connsiteY3" fmla="*/ 4442826 h 4458066"/>
              <a:gd name="connsiteX4" fmla="*/ 0 w 9151620"/>
              <a:gd name="connsiteY4"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0 w 9151620"/>
              <a:gd name="connsiteY4" fmla="*/ 4442826 h 4458066"/>
              <a:gd name="connsiteX5" fmla="*/ 0 w 9151620"/>
              <a:gd name="connsiteY5"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7551420 w 9151620"/>
              <a:gd name="connsiteY4" fmla="*/ 4436111 h 4458066"/>
              <a:gd name="connsiteX5" fmla="*/ 0 w 9151620"/>
              <a:gd name="connsiteY5" fmla="*/ 4442826 h 4458066"/>
              <a:gd name="connsiteX6" fmla="*/ 0 w 9151620"/>
              <a:gd name="connsiteY6"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8282940 w 9151620"/>
              <a:gd name="connsiteY4" fmla="*/ 4436111 h 4458066"/>
              <a:gd name="connsiteX5" fmla="*/ 7551420 w 9151620"/>
              <a:gd name="connsiteY5" fmla="*/ 4436111 h 4458066"/>
              <a:gd name="connsiteX6" fmla="*/ 0 w 9151620"/>
              <a:gd name="connsiteY6" fmla="*/ 4442826 h 4458066"/>
              <a:gd name="connsiteX7" fmla="*/ 0 w 9151620"/>
              <a:gd name="connsiteY7"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8260080 w 9151620"/>
              <a:gd name="connsiteY4" fmla="*/ 4306571 h 4458066"/>
              <a:gd name="connsiteX5" fmla="*/ 7551420 w 9151620"/>
              <a:gd name="connsiteY5" fmla="*/ 4436111 h 4458066"/>
              <a:gd name="connsiteX6" fmla="*/ 0 w 9151620"/>
              <a:gd name="connsiteY6" fmla="*/ 4442826 h 4458066"/>
              <a:gd name="connsiteX7" fmla="*/ 0 w 9151620"/>
              <a:gd name="connsiteY7" fmla="*/ 0 h 4458066"/>
              <a:gd name="connsiteX0" fmla="*/ 0 w 9151620"/>
              <a:gd name="connsiteY0" fmla="*/ 0 h 4462781"/>
              <a:gd name="connsiteX1" fmla="*/ 9144000 w 9151620"/>
              <a:gd name="connsiteY1" fmla="*/ 0 h 4462781"/>
              <a:gd name="connsiteX2" fmla="*/ 9151620 w 9151620"/>
              <a:gd name="connsiteY2" fmla="*/ 4458066 h 4462781"/>
              <a:gd name="connsiteX3" fmla="*/ 8941594 w 9151620"/>
              <a:gd name="connsiteY3" fmla="*/ 4462781 h 4462781"/>
              <a:gd name="connsiteX4" fmla="*/ 8260080 w 9151620"/>
              <a:gd name="connsiteY4" fmla="*/ 4306571 h 4462781"/>
              <a:gd name="connsiteX5" fmla="*/ 7551420 w 9151620"/>
              <a:gd name="connsiteY5" fmla="*/ 4436111 h 4462781"/>
              <a:gd name="connsiteX6" fmla="*/ 0 w 9151620"/>
              <a:gd name="connsiteY6" fmla="*/ 4442826 h 4462781"/>
              <a:gd name="connsiteX7" fmla="*/ 0 w 9151620"/>
              <a:gd name="connsiteY7" fmla="*/ 0 h 4462781"/>
              <a:gd name="connsiteX0" fmla="*/ 0 w 9151620"/>
              <a:gd name="connsiteY0" fmla="*/ 0 h 4462781"/>
              <a:gd name="connsiteX1" fmla="*/ 9144000 w 9151620"/>
              <a:gd name="connsiteY1" fmla="*/ 0 h 4462781"/>
              <a:gd name="connsiteX2" fmla="*/ 9151620 w 9151620"/>
              <a:gd name="connsiteY2" fmla="*/ 4458066 h 4462781"/>
              <a:gd name="connsiteX3" fmla="*/ 8941594 w 9151620"/>
              <a:gd name="connsiteY3" fmla="*/ 4462781 h 4462781"/>
              <a:gd name="connsiteX4" fmla="*/ 8260080 w 9151620"/>
              <a:gd name="connsiteY4" fmla="*/ 4306571 h 4462781"/>
              <a:gd name="connsiteX5" fmla="*/ 7556182 w 9151620"/>
              <a:gd name="connsiteY5" fmla="*/ 4462304 h 4462781"/>
              <a:gd name="connsiteX6" fmla="*/ 0 w 9151620"/>
              <a:gd name="connsiteY6" fmla="*/ 4442826 h 4462781"/>
              <a:gd name="connsiteX7" fmla="*/ 0 w 9151620"/>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41594 w 9144476"/>
              <a:gd name="connsiteY3" fmla="*/ 4462781 h 4462781"/>
              <a:gd name="connsiteX4" fmla="*/ 8260080 w 9144476"/>
              <a:gd name="connsiteY4" fmla="*/ 4306571 h 4462781"/>
              <a:gd name="connsiteX5" fmla="*/ 7556182 w 9144476"/>
              <a:gd name="connsiteY5" fmla="*/ 4462304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41594 w 9144476"/>
              <a:gd name="connsiteY3" fmla="*/ 4462781 h 4462781"/>
              <a:gd name="connsiteX4" fmla="*/ 8260080 w 9144476"/>
              <a:gd name="connsiteY4" fmla="*/ 4306571 h 4462781"/>
              <a:gd name="connsiteX5" fmla="*/ 7541895 w 9144476"/>
              <a:gd name="connsiteY5" fmla="*/ 4452779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53500 w 9144476"/>
              <a:gd name="connsiteY3" fmla="*/ 4462781 h 4462781"/>
              <a:gd name="connsiteX4" fmla="*/ 8260080 w 9144476"/>
              <a:gd name="connsiteY4" fmla="*/ 4306571 h 4462781"/>
              <a:gd name="connsiteX5" fmla="*/ 7541895 w 9144476"/>
              <a:gd name="connsiteY5" fmla="*/ 4452779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53500 w 9144476"/>
              <a:gd name="connsiteY3" fmla="*/ 4462781 h 4462781"/>
              <a:gd name="connsiteX4" fmla="*/ 8260080 w 9144476"/>
              <a:gd name="connsiteY4" fmla="*/ 4306571 h 4462781"/>
              <a:gd name="connsiteX5" fmla="*/ 7541895 w 9144476"/>
              <a:gd name="connsiteY5" fmla="*/ 4452779 h 4462781"/>
              <a:gd name="connsiteX6" fmla="*/ 4584700 w 9144476"/>
              <a:gd name="connsiteY6" fmla="*/ 4455526 h 4462781"/>
              <a:gd name="connsiteX7" fmla="*/ 0 w 9144476"/>
              <a:gd name="connsiteY7" fmla="*/ 0 h 4462781"/>
              <a:gd name="connsiteX0" fmla="*/ 0 w 4597876"/>
              <a:gd name="connsiteY0" fmla="*/ 0 h 4475481"/>
              <a:gd name="connsiteX1" fmla="*/ 4597400 w 4597876"/>
              <a:gd name="connsiteY1" fmla="*/ 12700 h 4475481"/>
              <a:gd name="connsiteX2" fmla="*/ 4597876 w 4597876"/>
              <a:gd name="connsiteY2" fmla="*/ 4470766 h 4475481"/>
              <a:gd name="connsiteX3" fmla="*/ 4406900 w 4597876"/>
              <a:gd name="connsiteY3" fmla="*/ 4475481 h 4475481"/>
              <a:gd name="connsiteX4" fmla="*/ 3713480 w 4597876"/>
              <a:gd name="connsiteY4" fmla="*/ 4319271 h 4475481"/>
              <a:gd name="connsiteX5" fmla="*/ 2995295 w 4597876"/>
              <a:gd name="connsiteY5" fmla="*/ 4465479 h 4475481"/>
              <a:gd name="connsiteX6" fmla="*/ 38100 w 4597876"/>
              <a:gd name="connsiteY6" fmla="*/ 4468226 h 4475481"/>
              <a:gd name="connsiteX7" fmla="*/ 0 w 4597876"/>
              <a:gd name="connsiteY7" fmla="*/ 0 h 4475481"/>
              <a:gd name="connsiteX0" fmla="*/ 0 w 4597876"/>
              <a:gd name="connsiteY0" fmla="*/ 0 h 4490879"/>
              <a:gd name="connsiteX1" fmla="*/ 4597400 w 4597876"/>
              <a:gd name="connsiteY1" fmla="*/ 12700 h 4490879"/>
              <a:gd name="connsiteX2" fmla="*/ 4597876 w 4597876"/>
              <a:gd name="connsiteY2" fmla="*/ 4470766 h 4490879"/>
              <a:gd name="connsiteX3" fmla="*/ 4406900 w 4597876"/>
              <a:gd name="connsiteY3" fmla="*/ 4475481 h 4490879"/>
              <a:gd name="connsiteX4" fmla="*/ 3713480 w 4597876"/>
              <a:gd name="connsiteY4" fmla="*/ 4319271 h 4490879"/>
              <a:gd name="connsiteX5" fmla="*/ 3020695 w 4597876"/>
              <a:gd name="connsiteY5" fmla="*/ 4490879 h 4490879"/>
              <a:gd name="connsiteX6" fmla="*/ 38100 w 4597876"/>
              <a:gd name="connsiteY6" fmla="*/ 4468226 h 4490879"/>
              <a:gd name="connsiteX7" fmla="*/ 0 w 4597876"/>
              <a:gd name="connsiteY7" fmla="*/ 0 h 4490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97876" h="4490879">
                <a:moveTo>
                  <a:pt x="0" y="0"/>
                </a:moveTo>
                <a:lnTo>
                  <a:pt x="4597400" y="12700"/>
                </a:lnTo>
                <a:cubicBezTo>
                  <a:pt x="4597559" y="1498722"/>
                  <a:pt x="4597717" y="2984744"/>
                  <a:pt x="4597876" y="4470766"/>
                </a:cubicBezTo>
                <a:lnTo>
                  <a:pt x="4406900" y="4475481"/>
                </a:lnTo>
                <a:lnTo>
                  <a:pt x="3713480" y="4319271"/>
                </a:lnTo>
                <a:lnTo>
                  <a:pt x="3020695" y="4490879"/>
                </a:lnTo>
                <a:lnTo>
                  <a:pt x="38100" y="4468226"/>
                </a:lnTo>
                <a:lnTo>
                  <a:pt x="0" y="0"/>
                </a:lnTo>
                <a:close/>
              </a:path>
            </a:pathLst>
          </a:custGeom>
          <a:noFill/>
        </p:spPr>
        <p:txBody>
          <a:bodyPr anchor="ctr">
            <a:normAutofit/>
          </a:bodyPr>
          <a:lstStyle>
            <a:lvl1pPr marL="114300" indent="0" algn="ctr">
              <a:buNone/>
              <a:defRPr sz="1200">
                <a:solidFill>
                  <a:schemeClr val="bg1"/>
                </a:solidFill>
              </a:defRPr>
            </a:lvl1pPr>
          </a:lstStyle>
          <a:p>
            <a:r>
              <a:rPr lang="en-US" dirty="0"/>
              <a:t>Click here to add image</a:t>
            </a:r>
          </a:p>
        </p:txBody>
      </p:sp>
      <p:sp>
        <p:nvSpPr>
          <p:cNvPr id="13" name="Freeform: Shape 12">
            <a:extLst>
              <a:ext uri="{FF2B5EF4-FFF2-40B4-BE49-F238E27FC236}">
                <a16:creationId xmlns:a16="http://schemas.microsoft.com/office/drawing/2014/main" id="{DCFA8F1A-438C-2D31-EC45-A4CCF4206F40}"/>
              </a:ext>
            </a:extLst>
          </p:cNvPr>
          <p:cNvSpPr/>
          <p:nvPr/>
        </p:nvSpPr>
        <p:spPr>
          <a:xfrm>
            <a:off x="0" y="4305300"/>
            <a:ext cx="9144000" cy="857250"/>
          </a:xfrm>
          <a:custGeom>
            <a:avLst/>
            <a:gdLst>
              <a:gd name="connsiteX0" fmla="*/ 0 w 9144000"/>
              <a:gd name="connsiteY0" fmla="*/ 857250 h 857250"/>
              <a:gd name="connsiteX1" fmla="*/ 0 w 9144000"/>
              <a:gd name="connsiteY1" fmla="*/ 149828 h 857250"/>
              <a:gd name="connsiteX2" fmla="*/ 7540609 w 9144000"/>
              <a:gd name="connsiteY2" fmla="*/ 149828 h 857250"/>
              <a:gd name="connsiteX3" fmla="*/ 8245698 w 9144000"/>
              <a:gd name="connsiteY3" fmla="*/ 0 h 857250"/>
              <a:gd name="connsiteX4" fmla="*/ 8933831 w 9144000"/>
              <a:gd name="connsiteY4" fmla="*/ 149828 h 857250"/>
              <a:gd name="connsiteX5" fmla="*/ 9144000 w 9144000"/>
              <a:gd name="connsiteY5" fmla="*/ 149828 h 857250"/>
              <a:gd name="connsiteX6" fmla="*/ 9144000 w 9144000"/>
              <a:gd name="connsiteY6" fmla="*/ 857250 h 857250"/>
              <a:gd name="connsiteX7" fmla="*/ 0 w 9144000"/>
              <a:gd name="connsiteY7" fmla="*/ 857250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0" h="857250">
                <a:moveTo>
                  <a:pt x="0" y="857250"/>
                </a:moveTo>
                <a:lnTo>
                  <a:pt x="0" y="149828"/>
                </a:lnTo>
                <a:lnTo>
                  <a:pt x="7540609" y="149828"/>
                </a:lnTo>
                <a:lnTo>
                  <a:pt x="8245698" y="0"/>
                </a:lnTo>
                <a:lnTo>
                  <a:pt x="8933831" y="149828"/>
                </a:lnTo>
                <a:lnTo>
                  <a:pt x="9144000" y="149828"/>
                </a:lnTo>
                <a:lnTo>
                  <a:pt x="9144000" y="857250"/>
                </a:lnTo>
                <a:lnTo>
                  <a:pt x="0" y="857250"/>
                </a:lnTo>
                <a:close/>
              </a:path>
            </a:pathLst>
          </a:custGeom>
          <a:gradFill>
            <a:gsLst>
              <a:gs pos="0">
                <a:srgbClr val="ED1A7D"/>
              </a:gs>
              <a:gs pos="50000">
                <a:srgbClr val="BB1B6D"/>
              </a:gs>
              <a:gs pos="100000">
                <a:srgbClr val="891D5D"/>
              </a:gs>
            </a:gsLst>
            <a:lin ang="0" scaled="1"/>
          </a:gradFill>
          <a:ln w="81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lvl="0" defTabSz="914400" eaLnBrk="1" latinLnBrk="0" hangingPunct="1"/>
            <a:endParaRPr lang="en-AU" sz="1800" kern="1200">
              <a:solidFill>
                <a:schemeClr val="tx1"/>
              </a:solidFill>
              <a:latin typeface="+mn-lt"/>
              <a:ea typeface="+mn-ea"/>
              <a:cs typeface="+mn-cs"/>
            </a:endParaRPr>
          </a:p>
        </p:txBody>
      </p:sp>
      <p:sp>
        <p:nvSpPr>
          <p:cNvPr id="14" name="Freeform: Shape 13">
            <a:extLst>
              <a:ext uri="{FF2B5EF4-FFF2-40B4-BE49-F238E27FC236}">
                <a16:creationId xmlns:a16="http://schemas.microsoft.com/office/drawing/2014/main" id="{6332EFC7-40EB-E5E0-6D5B-205A7815463F}"/>
              </a:ext>
            </a:extLst>
          </p:cNvPr>
          <p:cNvSpPr/>
          <p:nvPr/>
        </p:nvSpPr>
        <p:spPr>
          <a:xfrm>
            <a:off x="7540608" y="4441555"/>
            <a:ext cx="1246536" cy="285083"/>
          </a:xfrm>
          <a:custGeom>
            <a:avLst/>
            <a:gdLst>
              <a:gd name="connsiteX0" fmla="*/ 718995 w 1246536"/>
              <a:gd name="connsiteY0" fmla="*/ 0 h 285083"/>
              <a:gd name="connsiteX1" fmla="*/ 769239 w 1246536"/>
              <a:gd name="connsiteY1" fmla="*/ 10668 h 285083"/>
              <a:gd name="connsiteX2" fmla="*/ 842391 w 1246536"/>
              <a:gd name="connsiteY2" fmla="*/ 94726 h 285083"/>
              <a:gd name="connsiteX3" fmla="*/ 769239 w 1246536"/>
              <a:gd name="connsiteY3" fmla="*/ 147876 h 285083"/>
              <a:gd name="connsiteX4" fmla="*/ 718995 w 1246536"/>
              <a:gd name="connsiteY4" fmla="*/ 137208 h 285083"/>
              <a:gd name="connsiteX5" fmla="*/ 718995 w 1246536"/>
              <a:gd name="connsiteY5" fmla="*/ 48 h 285083"/>
              <a:gd name="connsiteX6" fmla="*/ 769239 w 1246536"/>
              <a:gd name="connsiteY6" fmla="*/ 116729 h 285083"/>
              <a:gd name="connsiteX7" fmla="*/ 808530 w 1246536"/>
              <a:gd name="connsiteY7" fmla="*/ 87535 h 285083"/>
              <a:gd name="connsiteX8" fmla="*/ 769239 w 1246536"/>
              <a:gd name="connsiteY8" fmla="*/ 41624 h 285083"/>
              <a:gd name="connsiteX9" fmla="*/ 752856 w 1246536"/>
              <a:gd name="connsiteY9" fmla="*/ 38148 h 285083"/>
              <a:gd name="connsiteX10" fmla="*/ 752856 w 1246536"/>
              <a:gd name="connsiteY10" fmla="*/ 113252 h 285083"/>
              <a:gd name="connsiteX11" fmla="*/ 769239 w 1246536"/>
              <a:gd name="connsiteY11" fmla="*/ 116729 h 285083"/>
              <a:gd name="connsiteX12" fmla="*/ 947024 w 1246536"/>
              <a:gd name="connsiteY12" fmla="*/ 48482 h 285083"/>
              <a:gd name="connsiteX13" fmla="*/ 947024 w 1246536"/>
              <a:gd name="connsiteY13" fmla="*/ 79391 h 285083"/>
              <a:gd name="connsiteX14" fmla="*/ 917067 w 1246536"/>
              <a:gd name="connsiteY14" fmla="*/ 73009 h 285083"/>
              <a:gd name="connsiteX15" fmla="*/ 917067 w 1246536"/>
              <a:gd name="connsiteY15" fmla="*/ 148114 h 285083"/>
              <a:gd name="connsiteX16" fmla="*/ 947024 w 1246536"/>
              <a:gd name="connsiteY16" fmla="*/ 154496 h 285083"/>
              <a:gd name="connsiteX17" fmla="*/ 947024 w 1246536"/>
              <a:gd name="connsiteY17" fmla="*/ 185642 h 285083"/>
              <a:gd name="connsiteX18" fmla="*/ 853393 w 1246536"/>
              <a:gd name="connsiteY18" fmla="*/ 165735 h 285083"/>
              <a:gd name="connsiteX19" fmla="*/ 853393 w 1246536"/>
              <a:gd name="connsiteY19" fmla="*/ 134588 h 285083"/>
              <a:gd name="connsiteX20" fmla="*/ 883349 w 1246536"/>
              <a:gd name="connsiteY20" fmla="*/ 140970 h 285083"/>
              <a:gd name="connsiteX21" fmla="*/ 883349 w 1246536"/>
              <a:gd name="connsiteY21" fmla="*/ 65865 h 285083"/>
              <a:gd name="connsiteX22" fmla="*/ 853393 w 1246536"/>
              <a:gd name="connsiteY22" fmla="*/ 59484 h 285083"/>
              <a:gd name="connsiteX23" fmla="*/ 853393 w 1246536"/>
              <a:gd name="connsiteY23" fmla="*/ 28575 h 285083"/>
              <a:gd name="connsiteX24" fmla="*/ 947024 w 1246536"/>
              <a:gd name="connsiteY24" fmla="*/ 48482 h 285083"/>
              <a:gd name="connsiteX25" fmla="*/ 1026319 w 1246536"/>
              <a:gd name="connsiteY25" fmla="*/ 62627 h 285083"/>
              <a:gd name="connsiteX26" fmla="*/ 1094994 w 1246536"/>
              <a:gd name="connsiteY26" fmla="*/ 148447 h 285083"/>
              <a:gd name="connsiteX27" fmla="*/ 1026319 w 1246536"/>
              <a:gd name="connsiteY27" fmla="*/ 205264 h 285083"/>
              <a:gd name="connsiteX28" fmla="*/ 957263 w 1246536"/>
              <a:gd name="connsiteY28" fmla="*/ 119205 h 285083"/>
              <a:gd name="connsiteX29" fmla="*/ 1026319 w 1246536"/>
              <a:gd name="connsiteY29" fmla="*/ 62675 h 285083"/>
              <a:gd name="connsiteX30" fmla="*/ 1026319 w 1246536"/>
              <a:gd name="connsiteY30" fmla="*/ 173117 h 285083"/>
              <a:gd name="connsiteX31" fmla="*/ 1060180 w 1246536"/>
              <a:gd name="connsiteY31" fmla="*/ 141018 h 285083"/>
              <a:gd name="connsiteX32" fmla="*/ 1026319 w 1246536"/>
              <a:gd name="connsiteY32" fmla="*/ 94726 h 285083"/>
              <a:gd name="connsiteX33" fmla="*/ 992267 w 1246536"/>
              <a:gd name="connsiteY33" fmla="*/ 126587 h 285083"/>
              <a:gd name="connsiteX34" fmla="*/ 1026319 w 1246536"/>
              <a:gd name="connsiteY34" fmla="*/ 173117 h 285083"/>
              <a:gd name="connsiteX35" fmla="*/ 1111949 w 1246536"/>
              <a:gd name="connsiteY35" fmla="*/ 83534 h 285083"/>
              <a:gd name="connsiteX36" fmla="*/ 1175814 w 1246536"/>
              <a:gd name="connsiteY36" fmla="*/ 97107 h 285083"/>
              <a:gd name="connsiteX37" fmla="*/ 1212675 w 1246536"/>
              <a:gd name="connsiteY37" fmla="*/ 230791 h 285083"/>
              <a:gd name="connsiteX38" fmla="*/ 1212675 w 1246536"/>
              <a:gd name="connsiteY38" fmla="*/ 104918 h 285083"/>
              <a:gd name="connsiteX39" fmla="*/ 1246537 w 1246536"/>
              <a:gd name="connsiteY39" fmla="*/ 112109 h 285083"/>
              <a:gd name="connsiteX40" fmla="*/ 1246537 w 1246536"/>
              <a:gd name="connsiteY40" fmla="*/ 249269 h 285083"/>
              <a:gd name="connsiteX41" fmla="*/ 1182672 w 1246536"/>
              <a:gd name="connsiteY41" fmla="*/ 235696 h 285083"/>
              <a:gd name="connsiteX42" fmla="*/ 1145810 w 1246536"/>
              <a:gd name="connsiteY42" fmla="*/ 102013 h 285083"/>
              <a:gd name="connsiteX43" fmla="*/ 1145810 w 1246536"/>
              <a:gd name="connsiteY43" fmla="*/ 227886 h 285083"/>
              <a:gd name="connsiteX44" fmla="*/ 1111949 w 1246536"/>
              <a:gd name="connsiteY44" fmla="*/ 220694 h 285083"/>
              <a:gd name="connsiteX45" fmla="*/ 1111949 w 1246536"/>
              <a:gd name="connsiteY45" fmla="*/ 83534 h 285083"/>
              <a:gd name="connsiteX46" fmla="*/ 42101 w 1246536"/>
              <a:gd name="connsiteY46" fmla="*/ 138970 h 285083"/>
              <a:gd name="connsiteX47" fmla="*/ 104108 w 1246536"/>
              <a:gd name="connsiteY47" fmla="*/ 125778 h 285083"/>
              <a:gd name="connsiteX48" fmla="*/ 145971 w 1246536"/>
              <a:gd name="connsiteY48" fmla="*/ 254032 h 285083"/>
              <a:gd name="connsiteX49" fmla="*/ 110061 w 1246536"/>
              <a:gd name="connsiteY49" fmla="*/ 261652 h 285083"/>
              <a:gd name="connsiteX50" fmla="*/ 97774 w 1246536"/>
              <a:gd name="connsiteY50" fmla="*/ 222837 h 285083"/>
              <a:gd name="connsiteX51" fmla="*/ 47863 w 1246536"/>
              <a:gd name="connsiteY51" fmla="*/ 233458 h 285083"/>
              <a:gd name="connsiteX52" fmla="*/ 35576 w 1246536"/>
              <a:gd name="connsiteY52" fmla="*/ 277511 h 285083"/>
              <a:gd name="connsiteX53" fmla="*/ 0 w 1246536"/>
              <a:gd name="connsiteY53" fmla="*/ 285083 h 285083"/>
              <a:gd name="connsiteX54" fmla="*/ 42053 w 1246536"/>
              <a:gd name="connsiteY54" fmla="*/ 138970 h 285083"/>
              <a:gd name="connsiteX55" fmla="*/ 88440 w 1246536"/>
              <a:gd name="connsiteY55" fmla="*/ 193929 h 285083"/>
              <a:gd name="connsiteX56" fmla="*/ 72819 w 1246536"/>
              <a:gd name="connsiteY56" fmla="*/ 144923 h 285083"/>
              <a:gd name="connsiteX57" fmla="*/ 57198 w 1246536"/>
              <a:gd name="connsiteY57" fmla="*/ 200597 h 285083"/>
              <a:gd name="connsiteX58" fmla="*/ 88488 w 1246536"/>
              <a:gd name="connsiteY58" fmla="*/ 193929 h 285083"/>
              <a:gd name="connsiteX59" fmla="*/ 214646 w 1246536"/>
              <a:gd name="connsiteY59" fmla="*/ 242173 h 285083"/>
              <a:gd name="connsiteX60" fmla="*/ 148733 w 1246536"/>
              <a:gd name="connsiteY60" fmla="*/ 199930 h 285083"/>
              <a:gd name="connsiteX61" fmla="*/ 183738 w 1246536"/>
              <a:gd name="connsiteY61" fmla="*/ 192500 h 285083"/>
              <a:gd name="connsiteX62" fmla="*/ 215408 w 1246536"/>
              <a:gd name="connsiteY62" fmla="*/ 212408 h 285083"/>
              <a:gd name="connsiteX63" fmla="*/ 239030 w 1246536"/>
              <a:gd name="connsiteY63" fmla="*/ 195310 h 285083"/>
              <a:gd name="connsiteX64" fmla="*/ 227886 w 1246536"/>
              <a:gd name="connsiteY64" fmla="*/ 187166 h 285083"/>
              <a:gd name="connsiteX65" fmla="*/ 183975 w 1246536"/>
              <a:gd name="connsiteY65" fmla="*/ 184452 h 285083"/>
              <a:gd name="connsiteX66" fmla="*/ 154210 w 1246536"/>
              <a:gd name="connsiteY66" fmla="*/ 153210 h 285083"/>
              <a:gd name="connsiteX67" fmla="*/ 207645 w 1246536"/>
              <a:gd name="connsiteY67" fmla="*/ 101013 h 285083"/>
              <a:gd name="connsiteX68" fmla="*/ 268891 w 1246536"/>
              <a:gd name="connsiteY68" fmla="*/ 138017 h 285083"/>
              <a:gd name="connsiteX69" fmla="*/ 234077 w 1246536"/>
              <a:gd name="connsiteY69" fmla="*/ 145399 h 285083"/>
              <a:gd name="connsiteX70" fmla="*/ 208217 w 1246536"/>
              <a:gd name="connsiteY70" fmla="*/ 129873 h 285083"/>
              <a:gd name="connsiteX71" fmla="*/ 189215 w 1246536"/>
              <a:gd name="connsiteY71" fmla="*/ 145018 h 285083"/>
              <a:gd name="connsiteX72" fmla="*/ 199454 w 1246536"/>
              <a:gd name="connsiteY72" fmla="*/ 152352 h 285083"/>
              <a:gd name="connsiteX73" fmla="*/ 242078 w 1246536"/>
              <a:gd name="connsiteY73" fmla="*/ 154400 h 285083"/>
              <a:gd name="connsiteX74" fmla="*/ 273891 w 1246536"/>
              <a:gd name="connsiteY74" fmla="*/ 186357 h 285083"/>
              <a:gd name="connsiteX75" fmla="*/ 214694 w 1246536"/>
              <a:gd name="connsiteY75" fmla="*/ 242125 h 285083"/>
              <a:gd name="connsiteX76" fmla="*/ 283702 w 1246536"/>
              <a:gd name="connsiteY76" fmla="*/ 156115 h 285083"/>
              <a:gd name="connsiteX77" fmla="*/ 353330 w 1246536"/>
              <a:gd name="connsiteY77" fmla="*/ 70104 h 285083"/>
              <a:gd name="connsiteX78" fmla="*/ 419767 w 1246536"/>
              <a:gd name="connsiteY78" fmla="*/ 111633 h 285083"/>
              <a:gd name="connsiteX79" fmla="*/ 384953 w 1246536"/>
              <a:gd name="connsiteY79" fmla="*/ 119015 h 285083"/>
              <a:gd name="connsiteX80" fmla="*/ 353473 w 1246536"/>
              <a:gd name="connsiteY80" fmla="*/ 102156 h 285083"/>
              <a:gd name="connsiteX81" fmla="*/ 318659 w 1246536"/>
              <a:gd name="connsiteY81" fmla="*/ 148638 h 285083"/>
              <a:gd name="connsiteX82" fmla="*/ 353473 w 1246536"/>
              <a:gd name="connsiteY82" fmla="*/ 180546 h 285083"/>
              <a:gd name="connsiteX83" fmla="*/ 384953 w 1246536"/>
              <a:gd name="connsiteY83" fmla="*/ 150114 h 285083"/>
              <a:gd name="connsiteX84" fmla="*/ 419767 w 1246536"/>
              <a:gd name="connsiteY84" fmla="*/ 142732 h 285083"/>
              <a:gd name="connsiteX85" fmla="*/ 353330 w 1246536"/>
              <a:gd name="connsiteY85" fmla="*/ 212693 h 285083"/>
              <a:gd name="connsiteX86" fmla="*/ 283702 w 1246536"/>
              <a:gd name="connsiteY86" fmla="*/ 156115 h 285083"/>
              <a:gd name="connsiteX87" fmla="*/ 436340 w 1246536"/>
              <a:gd name="connsiteY87" fmla="*/ 55150 h 285083"/>
              <a:gd name="connsiteX88" fmla="*/ 540782 w 1246536"/>
              <a:gd name="connsiteY88" fmla="*/ 32956 h 285083"/>
              <a:gd name="connsiteX89" fmla="*/ 540782 w 1246536"/>
              <a:gd name="connsiteY89" fmla="*/ 63865 h 285083"/>
              <a:gd name="connsiteX90" fmla="*/ 470440 w 1246536"/>
              <a:gd name="connsiteY90" fmla="*/ 78819 h 285083"/>
              <a:gd name="connsiteX91" fmla="*/ 470440 w 1246536"/>
              <a:gd name="connsiteY91" fmla="*/ 101775 h 285083"/>
              <a:gd name="connsiteX92" fmla="*/ 531495 w 1246536"/>
              <a:gd name="connsiteY92" fmla="*/ 88821 h 285083"/>
              <a:gd name="connsiteX93" fmla="*/ 531495 w 1246536"/>
              <a:gd name="connsiteY93" fmla="*/ 118015 h 285083"/>
              <a:gd name="connsiteX94" fmla="*/ 470440 w 1246536"/>
              <a:gd name="connsiteY94" fmla="*/ 131016 h 285083"/>
              <a:gd name="connsiteX95" fmla="*/ 470440 w 1246536"/>
              <a:gd name="connsiteY95" fmla="*/ 154162 h 285083"/>
              <a:gd name="connsiteX96" fmla="*/ 540782 w 1246536"/>
              <a:gd name="connsiteY96" fmla="*/ 139208 h 285083"/>
              <a:gd name="connsiteX97" fmla="*/ 540782 w 1246536"/>
              <a:gd name="connsiteY97" fmla="*/ 170117 h 285083"/>
              <a:gd name="connsiteX98" fmla="*/ 436340 w 1246536"/>
              <a:gd name="connsiteY98" fmla="*/ 192310 h 285083"/>
              <a:gd name="connsiteX99" fmla="*/ 436340 w 1246536"/>
              <a:gd name="connsiteY99" fmla="*/ 55150 h 285083"/>
              <a:gd name="connsiteX100" fmla="*/ 561308 w 1246536"/>
              <a:gd name="connsiteY100" fmla="*/ 28623 h 285083"/>
              <a:gd name="connsiteX101" fmla="*/ 625173 w 1246536"/>
              <a:gd name="connsiteY101" fmla="*/ 15049 h 285083"/>
              <a:gd name="connsiteX102" fmla="*/ 662035 w 1246536"/>
              <a:gd name="connsiteY102" fmla="*/ 133112 h 285083"/>
              <a:gd name="connsiteX103" fmla="*/ 662035 w 1246536"/>
              <a:gd name="connsiteY103" fmla="*/ 7239 h 285083"/>
              <a:gd name="connsiteX104" fmla="*/ 695897 w 1246536"/>
              <a:gd name="connsiteY104" fmla="*/ 48 h 285083"/>
              <a:gd name="connsiteX105" fmla="*/ 695897 w 1246536"/>
              <a:gd name="connsiteY105" fmla="*/ 137208 h 285083"/>
              <a:gd name="connsiteX106" fmla="*/ 632032 w 1246536"/>
              <a:gd name="connsiteY106" fmla="*/ 150781 h 285083"/>
              <a:gd name="connsiteX107" fmla="*/ 595170 w 1246536"/>
              <a:gd name="connsiteY107" fmla="*/ 32718 h 285083"/>
              <a:gd name="connsiteX108" fmla="*/ 595170 w 1246536"/>
              <a:gd name="connsiteY108" fmla="*/ 158591 h 285083"/>
              <a:gd name="connsiteX109" fmla="*/ 561308 w 1246536"/>
              <a:gd name="connsiteY109" fmla="*/ 165783 h 285083"/>
              <a:gd name="connsiteX110" fmla="*/ 561308 w 1246536"/>
              <a:gd name="connsiteY110" fmla="*/ 28623 h 285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246536" h="285083">
                <a:moveTo>
                  <a:pt x="718995" y="0"/>
                </a:moveTo>
                <a:lnTo>
                  <a:pt x="769239" y="10668"/>
                </a:lnTo>
                <a:cubicBezTo>
                  <a:pt x="805149" y="18288"/>
                  <a:pt x="842391" y="35766"/>
                  <a:pt x="842391" y="94726"/>
                </a:cubicBezTo>
                <a:cubicBezTo>
                  <a:pt x="842391" y="153876"/>
                  <a:pt x="805149" y="155496"/>
                  <a:pt x="769239" y="147876"/>
                </a:cubicBezTo>
                <a:lnTo>
                  <a:pt x="718995" y="137208"/>
                </a:lnTo>
                <a:lnTo>
                  <a:pt x="718995" y="48"/>
                </a:lnTo>
                <a:close/>
                <a:moveTo>
                  <a:pt x="769239" y="116729"/>
                </a:moveTo>
                <a:cubicBezTo>
                  <a:pt x="791766" y="121539"/>
                  <a:pt x="808530" y="124301"/>
                  <a:pt x="808530" y="87535"/>
                </a:cubicBezTo>
                <a:cubicBezTo>
                  <a:pt x="808530" y="50768"/>
                  <a:pt x="791623" y="46387"/>
                  <a:pt x="769239" y="41624"/>
                </a:cubicBezTo>
                <a:lnTo>
                  <a:pt x="752856" y="38148"/>
                </a:lnTo>
                <a:lnTo>
                  <a:pt x="752856" y="113252"/>
                </a:lnTo>
                <a:cubicBezTo>
                  <a:pt x="752856" y="113252"/>
                  <a:pt x="769239" y="116729"/>
                  <a:pt x="769239" y="116729"/>
                </a:cubicBezTo>
                <a:close/>
                <a:moveTo>
                  <a:pt x="947024" y="48482"/>
                </a:moveTo>
                <a:lnTo>
                  <a:pt x="947024" y="79391"/>
                </a:lnTo>
                <a:cubicBezTo>
                  <a:pt x="947024" y="79391"/>
                  <a:pt x="917067" y="73009"/>
                  <a:pt x="917067" y="73009"/>
                </a:cubicBezTo>
                <a:lnTo>
                  <a:pt x="917067" y="148114"/>
                </a:lnTo>
                <a:cubicBezTo>
                  <a:pt x="917067" y="148114"/>
                  <a:pt x="947024" y="154496"/>
                  <a:pt x="947024" y="154496"/>
                </a:cubicBezTo>
                <a:lnTo>
                  <a:pt x="947024" y="185642"/>
                </a:lnTo>
                <a:cubicBezTo>
                  <a:pt x="947024" y="185642"/>
                  <a:pt x="853393" y="165735"/>
                  <a:pt x="853393" y="165735"/>
                </a:cubicBezTo>
                <a:lnTo>
                  <a:pt x="853393" y="134588"/>
                </a:lnTo>
                <a:cubicBezTo>
                  <a:pt x="853393" y="134588"/>
                  <a:pt x="883349" y="140970"/>
                  <a:pt x="883349" y="140970"/>
                </a:cubicBezTo>
                <a:lnTo>
                  <a:pt x="883349" y="65865"/>
                </a:lnTo>
                <a:cubicBezTo>
                  <a:pt x="883349" y="65865"/>
                  <a:pt x="853393" y="59484"/>
                  <a:pt x="853393" y="59484"/>
                </a:cubicBezTo>
                <a:lnTo>
                  <a:pt x="853393" y="28575"/>
                </a:lnTo>
                <a:cubicBezTo>
                  <a:pt x="853393" y="28575"/>
                  <a:pt x="947024" y="48482"/>
                  <a:pt x="947024" y="48482"/>
                </a:cubicBezTo>
                <a:close/>
                <a:moveTo>
                  <a:pt x="1026319" y="62627"/>
                </a:moveTo>
                <a:cubicBezTo>
                  <a:pt x="1068944" y="71676"/>
                  <a:pt x="1094994" y="107966"/>
                  <a:pt x="1094994" y="148447"/>
                </a:cubicBezTo>
                <a:cubicBezTo>
                  <a:pt x="1094994" y="189119"/>
                  <a:pt x="1068944" y="214313"/>
                  <a:pt x="1026319" y="205264"/>
                </a:cubicBezTo>
                <a:cubicBezTo>
                  <a:pt x="983504" y="196167"/>
                  <a:pt x="957263" y="159829"/>
                  <a:pt x="957263" y="119205"/>
                </a:cubicBezTo>
                <a:cubicBezTo>
                  <a:pt x="957263" y="78724"/>
                  <a:pt x="983504" y="53578"/>
                  <a:pt x="1026319" y="62675"/>
                </a:cubicBezTo>
                <a:moveTo>
                  <a:pt x="1026319" y="173117"/>
                </a:moveTo>
                <a:cubicBezTo>
                  <a:pt x="1049036" y="177927"/>
                  <a:pt x="1060180" y="165926"/>
                  <a:pt x="1060180" y="141018"/>
                </a:cubicBezTo>
                <a:cubicBezTo>
                  <a:pt x="1060180" y="116110"/>
                  <a:pt x="1048846" y="99489"/>
                  <a:pt x="1026319" y="94726"/>
                </a:cubicBezTo>
                <a:cubicBezTo>
                  <a:pt x="1003602" y="89916"/>
                  <a:pt x="992267" y="101870"/>
                  <a:pt x="992267" y="126587"/>
                </a:cubicBezTo>
                <a:cubicBezTo>
                  <a:pt x="992267" y="151495"/>
                  <a:pt x="1003649" y="168307"/>
                  <a:pt x="1026319" y="173117"/>
                </a:cubicBezTo>
                <a:moveTo>
                  <a:pt x="1111949" y="83534"/>
                </a:moveTo>
                <a:lnTo>
                  <a:pt x="1175814" y="97107"/>
                </a:lnTo>
                <a:lnTo>
                  <a:pt x="1212675" y="230791"/>
                </a:lnTo>
                <a:lnTo>
                  <a:pt x="1212675" y="104918"/>
                </a:lnTo>
                <a:cubicBezTo>
                  <a:pt x="1212675" y="104918"/>
                  <a:pt x="1246537" y="112109"/>
                  <a:pt x="1246537" y="112109"/>
                </a:cubicBezTo>
                <a:lnTo>
                  <a:pt x="1246537" y="249269"/>
                </a:lnTo>
                <a:cubicBezTo>
                  <a:pt x="1246537" y="249269"/>
                  <a:pt x="1182672" y="235696"/>
                  <a:pt x="1182672" y="235696"/>
                </a:cubicBezTo>
                <a:lnTo>
                  <a:pt x="1145810" y="102013"/>
                </a:lnTo>
                <a:lnTo>
                  <a:pt x="1145810" y="227886"/>
                </a:lnTo>
                <a:cubicBezTo>
                  <a:pt x="1145810" y="227886"/>
                  <a:pt x="1111949" y="220694"/>
                  <a:pt x="1111949" y="220694"/>
                </a:cubicBezTo>
                <a:lnTo>
                  <a:pt x="1111949" y="83534"/>
                </a:lnTo>
                <a:close/>
                <a:moveTo>
                  <a:pt x="42101" y="138970"/>
                </a:moveTo>
                <a:lnTo>
                  <a:pt x="104108" y="125778"/>
                </a:lnTo>
                <a:lnTo>
                  <a:pt x="145971" y="254032"/>
                </a:lnTo>
                <a:lnTo>
                  <a:pt x="110061" y="261652"/>
                </a:lnTo>
                <a:lnTo>
                  <a:pt x="97774" y="222837"/>
                </a:lnTo>
                <a:lnTo>
                  <a:pt x="47863" y="233458"/>
                </a:lnTo>
                <a:lnTo>
                  <a:pt x="35576" y="277511"/>
                </a:lnTo>
                <a:lnTo>
                  <a:pt x="0" y="285083"/>
                </a:lnTo>
                <a:lnTo>
                  <a:pt x="42053" y="138970"/>
                </a:lnTo>
                <a:close/>
                <a:moveTo>
                  <a:pt x="88440" y="193929"/>
                </a:moveTo>
                <a:lnTo>
                  <a:pt x="72819" y="144923"/>
                </a:lnTo>
                <a:lnTo>
                  <a:pt x="57198" y="200597"/>
                </a:lnTo>
                <a:lnTo>
                  <a:pt x="88488" y="193929"/>
                </a:lnTo>
                <a:close/>
                <a:moveTo>
                  <a:pt x="214646" y="242173"/>
                </a:moveTo>
                <a:cubicBezTo>
                  <a:pt x="168307" y="252031"/>
                  <a:pt x="148733" y="235553"/>
                  <a:pt x="148733" y="199930"/>
                </a:cubicBezTo>
                <a:lnTo>
                  <a:pt x="183738" y="192500"/>
                </a:lnTo>
                <a:cubicBezTo>
                  <a:pt x="183738" y="211979"/>
                  <a:pt x="190977" y="217599"/>
                  <a:pt x="215408" y="212408"/>
                </a:cubicBezTo>
                <a:cubicBezTo>
                  <a:pt x="231982" y="208883"/>
                  <a:pt x="239030" y="203883"/>
                  <a:pt x="239030" y="195310"/>
                </a:cubicBezTo>
                <a:cubicBezTo>
                  <a:pt x="239030" y="190452"/>
                  <a:pt x="235315" y="187547"/>
                  <a:pt x="227886" y="187166"/>
                </a:cubicBezTo>
                <a:lnTo>
                  <a:pt x="183975" y="184452"/>
                </a:lnTo>
                <a:cubicBezTo>
                  <a:pt x="161258" y="182880"/>
                  <a:pt x="154210" y="170545"/>
                  <a:pt x="154210" y="153210"/>
                </a:cubicBezTo>
                <a:cubicBezTo>
                  <a:pt x="154210" y="126540"/>
                  <a:pt x="173212" y="108299"/>
                  <a:pt x="207645" y="101013"/>
                </a:cubicBezTo>
                <a:cubicBezTo>
                  <a:pt x="248603" y="92297"/>
                  <a:pt x="268891" y="108252"/>
                  <a:pt x="268891" y="138017"/>
                </a:cubicBezTo>
                <a:lnTo>
                  <a:pt x="234077" y="145399"/>
                </a:lnTo>
                <a:cubicBezTo>
                  <a:pt x="234077" y="130635"/>
                  <a:pt x="226076" y="126111"/>
                  <a:pt x="208217" y="129873"/>
                </a:cubicBezTo>
                <a:cubicBezTo>
                  <a:pt x="195739" y="132540"/>
                  <a:pt x="189215" y="137208"/>
                  <a:pt x="189215" y="145018"/>
                </a:cubicBezTo>
                <a:cubicBezTo>
                  <a:pt x="189215" y="148923"/>
                  <a:pt x="191262" y="151781"/>
                  <a:pt x="199454" y="152352"/>
                </a:cubicBezTo>
                <a:lnTo>
                  <a:pt x="242078" y="154400"/>
                </a:lnTo>
                <a:cubicBezTo>
                  <a:pt x="263843" y="155400"/>
                  <a:pt x="273891" y="166306"/>
                  <a:pt x="273891" y="186357"/>
                </a:cubicBezTo>
                <a:cubicBezTo>
                  <a:pt x="273891" y="212408"/>
                  <a:pt x="256747" y="233172"/>
                  <a:pt x="214694" y="242125"/>
                </a:cubicBezTo>
                <a:moveTo>
                  <a:pt x="283702" y="156115"/>
                </a:moveTo>
                <a:cubicBezTo>
                  <a:pt x="283702" y="115633"/>
                  <a:pt x="310325" y="79248"/>
                  <a:pt x="353330" y="70104"/>
                </a:cubicBezTo>
                <a:cubicBezTo>
                  <a:pt x="390906" y="62103"/>
                  <a:pt x="415862" y="78010"/>
                  <a:pt x="419767" y="111633"/>
                </a:cubicBezTo>
                <a:lnTo>
                  <a:pt x="384953" y="119015"/>
                </a:lnTo>
                <a:cubicBezTo>
                  <a:pt x="382143" y="104823"/>
                  <a:pt x="370047" y="98631"/>
                  <a:pt x="353473" y="102156"/>
                </a:cubicBezTo>
                <a:cubicBezTo>
                  <a:pt x="333185" y="106490"/>
                  <a:pt x="318659" y="121634"/>
                  <a:pt x="318659" y="148638"/>
                </a:cubicBezTo>
                <a:cubicBezTo>
                  <a:pt x="318659" y="175879"/>
                  <a:pt x="333185" y="184833"/>
                  <a:pt x="353473" y="180546"/>
                </a:cubicBezTo>
                <a:cubicBezTo>
                  <a:pt x="370047" y="177022"/>
                  <a:pt x="382143" y="165497"/>
                  <a:pt x="384953" y="150114"/>
                </a:cubicBezTo>
                <a:lnTo>
                  <a:pt x="419767" y="142732"/>
                </a:lnTo>
                <a:cubicBezTo>
                  <a:pt x="415862" y="178213"/>
                  <a:pt x="390906" y="204692"/>
                  <a:pt x="353330" y="212693"/>
                </a:cubicBezTo>
                <a:cubicBezTo>
                  <a:pt x="310325" y="221837"/>
                  <a:pt x="283702" y="196739"/>
                  <a:pt x="283702" y="156115"/>
                </a:cubicBezTo>
                <a:moveTo>
                  <a:pt x="436340" y="55150"/>
                </a:moveTo>
                <a:lnTo>
                  <a:pt x="540782" y="32956"/>
                </a:lnTo>
                <a:lnTo>
                  <a:pt x="540782" y="63865"/>
                </a:lnTo>
                <a:cubicBezTo>
                  <a:pt x="540782" y="63865"/>
                  <a:pt x="470440" y="78819"/>
                  <a:pt x="470440" y="78819"/>
                </a:cubicBezTo>
                <a:lnTo>
                  <a:pt x="470440" y="101775"/>
                </a:lnTo>
                <a:cubicBezTo>
                  <a:pt x="470440" y="101775"/>
                  <a:pt x="531495" y="88821"/>
                  <a:pt x="531495" y="88821"/>
                </a:cubicBezTo>
                <a:lnTo>
                  <a:pt x="531495" y="118015"/>
                </a:lnTo>
                <a:cubicBezTo>
                  <a:pt x="531495" y="118015"/>
                  <a:pt x="470440" y="131016"/>
                  <a:pt x="470440" y="131016"/>
                </a:cubicBezTo>
                <a:lnTo>
                  <a:pt x="470440" y="154162"/>
                </a:lnTo>
                <a:cubicBezTo>
                  <a:pt x="470440" y="154162"/>
                  <a:pt x="540782" y="139208"/>
                  <a:pt x="540782" y="139208"/>
                </a:cubicBezTo>
                <a:lnTo>
                  <a:pt x="540782" y="170117"/>
                </a:lnTo>
                <a:cubicBezTo>
                  <a:pt x="540782" y="170117"/>
                  <a:pt x="436340" y="192310"/>
                  <a:pt x="436340" y="192310"/>
                </a:cubicBezTo>
                <a:lnTo>
                  <a:pt x="436340" y="55150"/>
                </a:lnTo>
                <a:close/>
                <a:moveTo>
                  <a:pt x="561308" y="28623"/>
                </a:moveTo>
                <a:lnTo>
                  <a:pt x="625173" y="15049"/>
                </a:lnTo>
                <a:lnTo>
                  <a:pt x="662035" y="133112"/>
                </a:lnTo>
                <a:lnTo>
                  <a:pt x="662035" y="7239"/>
                </a:lnTo>
                <a:cubicBezTo>
                  <a:pt x="662035" y="7239"/>
                  <a:pt x="695897" y="48"/>
                  <a:pt x="695897" y="48"/>
                </a:cubicBezTo>
                <a:lnTo>
                  <a:pt x="695897" y="137208"/>
                </a:lnTo>
                <a:cubicBezTo>
                  <a:pt x="695897" y="137208"/>
                  <a:pt x="632032" y="150781"/>
                  <a:pt x="632032" y="150781"/>
                </a:cubicBezTo>
                <a:lnTo>
                  <a:pt x="595170" y="32718"/>
                </a:lnTo>
                <a:lnTo>
                  <a:pt x="595170" y="158591"/>
                </a:lnTo>
                <a:cubicBezTo>
                  <a:pt x="595170" y="158591"/>
                  <a:pt x="561308" y="165783"/>
                  <a:pt x="561308" y="165783"/>
                </a:cubicBezTo>
                <a:lnTo>
                  <a:pt x="561308" y="28623"/>
                </a:lnTo>
                <a:close/>
              </a:path>
            </a:pathLst>
          </a:custGeom>
          <a:solidFill>
            <a:srgbClr val="FFFFFF"/>
          </a:solidFill>
          <a:ln w="4763" cap="flat">
            <a:noFill/>
            <a:prstDash val="solid"/>
            <a:miter/>
          </a:ln>
        </p:spPr>
        <p:txBody>
          <a:bodyPr rtlCol="0" anchor="ctr"/>
          <a:lstStyle/>
          <a:p>
            <a:endParaRPr lang="en-AU"/>
          </a:p>
        </p:txBody>
      </p:sp>
      <p:sp>
        <p:nvSpPr>
          <p:cNvPr id="33" name="Google Shape;10;p2">
            <a:extLst>
              <a:ext uri="{FF2B5EF4-FFF2-40B4-BE49-F238E27FC236}">
                <a16:creationId xmlns:a16="http://schemas.microsoft.com/office/drawing/2014/main" id="{D543CF40-CA6C-AB12-3735-CF8AC652A545}"/>
              </a:ext>
            </a:extLst>
          </p:cNvPr>
          <p:cNvSpPr txBox="1">
            <a:spLocks noGrp="1"/>
          </p:cNvSpPr>
          <p:nvPr>
            <p:ph type="ctrTitle" hasCustomPrompt="1"/>
          </p:nvPr>
        </p:nvSpPr>
        <p:spPr>
          <a:xfrm>
            <a:off x="311708" y="2197678"/>
            <a:ext cx="3457652" cy="516890"/>
          </a:xfrm>
          <a:prstGeom prst="rect">
            <a:avLst/>
          </a:prstGeom>
        </p:spPr>
        <p:txBody>
          <a:bodyPr spcFirstLastPara="1" wrap="square" lIns="90000" tIns="90000" rIns="90000" bIns="36000" anchor="b" anchorCtr="0">
            <a:noAutofit/>
          </a:bodyPr>
          <a:lstStyle>
            <a:lvl1pPr lvl="0" algn="l">
              <a:spcBef>
                <a:spcPts val="0"/>
              </a:spcBef>
              <a:spcAft>
                <a:spcPts val="0"/>
              </a:spcAft>
              <a:buSzPts val="5200"/>
              <a:buNone/>
              <a:defRPr sz="2800" b="1">
                <a:solidFill>
                  <a:schemeClr val="bg1"/>
                </a:solidFill>
                <a:latin typeface="PP Neue Machina Plain Ultrabold" pitchFamily="50" charset="0"/>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r>
              <a:rPr lang="en-IN" dirty="0"/>
              <a:t>Section Title</a:t>
            </a:r>
            <a:endParaRPr dirty="0"/>
          </a:p>
        </p:txBody>
      </p:sp>
      <p:sp>
        <p:nvSpPr>
          <p:cNvPr id="16" name="Text Placeholder 15">
            <a:extLst>
              <a:ext uri="{FF2B5EF4-FFF2-40B4-BE49-F238E27FC236}">
                <a16:creationId xmlns:a16="http://schemas.microsoft.com/office/drawing/2014/main" id="{17A7E5E8-BE49-EF88-3BBF-34F70B616301}"/>
              </a:ext>
            </a:extLst>
          </p:cNvPr>
          <p:cNvSpPr>
            <a:spLocks noGrp="1"/>
          </p:cNvSpPr>
          <p:nvPr>
            <p:ph type="body" sz="quarter" idx="14" hasCustomPrompt="1"/>
          </p:nvPr>
        </p:nvSpPr>
        <p:spPr>
          <a:xfrm>
            <a:off x="379413" y="1489710"/>
            <a:ext cx="1322387" cy="516890"/>
          </a:xfrm>
          <a:noFill/>
        </p:spPr>
        <p:txBody>
          <a:bodyPr anchor="ctr">
            <a:noAutofit/>
          </a:bodyPr>
          <a:lstStyle>
            <a:lvl1pPr marL="0" indent="0" algn="l">
              <a:buNone/>
              <a:defRPr sz="5400" b="1">
                <a:solidFill>
                  <a:schemeClr val="accent2"/>
                </a:solidFill>
              </a:defRPr>
            </a:lvl1pPr>
          </a:lstStyle>
          <a:p>
            <a:pPr lvl="0"/>
            <a:r>
              <a:rPr lang="en-IN" dirty="0"/>
              <a:t>01</a:t>
            </a:r>
            <a:endParaRPr lang="en-AU" dirty="0"/>
          </a:p>
        </p:txBody>
      </p:sp>
    </p:spTree>
    <p:extLst>
      <p:ext uri="{BB962C8B-B14F-4D97-AF65-F5344CB8AC3E}">
        <p14:creationId xmlns:p14="http://schemas.microsoft.com/office/powerpoint/2010/main" val="189896146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slide" preserve="1" userDrawn="1">
  <p:cSld name="1_Section Breaker - Light">
    <p:bg>
      <p:bgPr>
        <a:solidFill>
          <a:schemeClr val="bg1"/>
        </a:solidFill>
        <a:effectLst/>
      </p:bgPr>
    </p:bg>
    <p:spTree>
      <p:nvGrpSpPr>
        <p:cNvPr id="1" name="Shape 9"/>
        <p:cNvGrpSpPr/>
        <p:nvPr/>
      </p:nvGrpSpPr>
      <p:grpSpPr>
        <a:xfrm>
          <a:off x="0" y="0"/>
          <a:ext cx="0" cy="0"/>
          <a:chOff x="0" y="0"/>
          <a:chExt cx="0" cy="0"/>
        </a:xfrm>
      </p:grpSpPr>
      <p:sp>
        <p:nvSpPr>
          <p:cNvPr id="3" name="Picture Placeholder 2">
            <a:extLst>
              <a:ext uri="{FF2B5EF4-FFF2-40B4-BE49-F238E27FC236}">
                <a16:creationId xmlns:a16="http://schemas.microsoft.com/office/drawing/2014/main" id="{8716AEA7-9F8A-D525-41AE-E30521ED8164}"/>
              </a:ext>
            </a:extLst>
          </p:cNvPr>
          <p:cNvSpPr>
            <a:spLocks noGrp="1"/>
          </p:cNvSpPr>
          <p:nvPr>
            <p:ph type="pic" sz="quarter" idx="13" hasCustomPrompt="1"/>
          </p:nvPr>
        </p:nvSpPr>
        <p:spPr>
          <a:xfrm>
            <a:off x="-8160" y="-1271"/>
            <a:ext cx="9152635" cy="4462781"/>
          </a:xfrm>
          <a:custGeom>
            <a:avLst/>
            <a:gdLst>
              <a:gd name="connsiteX0" fmla="*/ 0 w 9144000"/>
              <a:gd name="connsiteY0" fmla="*/ 0 h 4442826"/>
              <a:gd name="connsiteX1" fmla="*/ 9144000 w 9144000"/>
              <a:gd name="connsiteY1" fmla="*/ 0 h 4442826"/>
              <a:gd name="connsiteX2" fmla="*/ 9144000 w 9144000"/>
              <a:gd name="connsiteY2" fmla="*/ 4442826 h 4442826"/>
              <a:gd name="connsiteX3" fmla="*/ 0 w 9144000"/>
              <a:gd name="connsiteY3" fmla="*/ 4442826 h 4442826"/>
              <a:gd name="connsiteX4" fmla="*/ 0 w 9144000"/>
              <a:gd name="connsiteY4" fmla="*/ 0 h 4442826"/>
              <a:gd name="connsiteX0" fmla="*/ 0 w 9151620"/>
              <a:gd name="connsiteY0" fmla="*/ 0 h 4458066"/>
              <a:gd name="connsiteX1" fmla="*/ 9144000 w 9151620"/>
              <a:gd name="connsiteY1" fmla="*/ 0 h 4458066"/>
              <a:gd name="connsiteX2" fmla="*/ 9151620 w 9151620"/>
              <a:gd name="connsiteY2" fmla="*/ 4458066 h 4458066"/>
              <a:gd name="connsiteX3" fmla="*/ 0 w 9151620"/>
              <a:gd name="connsiteY3" fmla="*/ 4442826 h 4458066"/>
              <a:gd name="connsiteX4" fmla="*/ 0 w 9151620"/>
              <a:gd name="connsiteY4"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0 w 9151620"/>
              <a:gd name="connsiteY4" fmla="*/ 4442826 h 4458066"/>
              <a:gd name="connsiteX5" fmla="*/ 0 w 9151620"/>
              <a:gd name="connsiteY5"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7551420 w 9151620"/>
              <a:gd name="connsiteY4" fmla="*/ 4436111 h 4458066"/>
              <a:gd name="connsiteX5" fmla="*/ 0 w 9151620"/>
              <a:gd name="connsiteY5" fmla="*/ 4442826 h 4458066"/>
              <a:gd name="connsiteX6" fmla="*/ 0 w 9151620"/>
              <a:gd name="connsiteY6"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8282940 w 9151620"/>
              <a:gd name="connsiteY4" fmla="*/ 4436111 h 4458066"/>
              <a:gd name="connsiteX5" fmla="*/ 7551420 w 9151620"/>
              <a:gd name="connsiteY5" fmla="*/ 4436111 h 4458066"/>
              <a:gd name="connsiteX6" fmla="*/ 0 w 9151620"/>
              <a:gd name="connsiteY6" fmla="*/ 4442826 h 4458066"/>
              <a:gd name="connsiteX7" fmla="*/ 0 w 9151620"/>
              <a:gd name="connsiteY7"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8260080 w 9151620"/>
              <a:gd name="connsiteY4" fmla="*/ 4306571 h 4458066"/>
              <a:gd name="connsiteX5" fmla="*/ 7551420 w 9151620"/>
              <a:gd name="connsiteY5" fmla="*/ 4436111 h 4458066"/>
              <a:gd name="connsiteX6" fmla="*/ 0 w 9151620"/>
              <a:gd name="connsiteY6" fmla="*/ 4442826 h 4458066"/>
              <a:gd name="connsiteX7" fmla="*/ 0 w 9151620"/>
              <a:gd name="connsiteY7" fmla="*/ 0 h 4458066"/>
              <a:gd name="connsiteX0" fmla="*/ 0 w 9151620"/>
              <a:gd name="connsiteY0" fmla="*/ 0 h 4462781"/>
              <a:gd name="connsiteX1" fmla="*/ 9144000 w 9151620"/>
              <a:gd name="connsiteY1" fmla="*/ 0 h 4462781"/>
              <a:gd name="connsiteX2" fmla="*/ 9151620 w 9151620"/>
              <a:gd name="connsiteY2" fmla="*/ 4458066 h 4462781"/>
              <a:gd name="connsiteX3" fmla="*/ 8941594 w 9151620"/>
              <a:gd name="connsiteY3" fmla="*/ 4462781 h 4462781"/>
              <a:gd name="connsiteX4" fmla="*/ 8260080 w 9151620"/>
              <a:gd name="connsiteY4" fmla="*/ 4306571 h 4462781"/>
              <a:gd name="connsiteX5" fmla="*/ 7551420 w 9151620"/>
              <a:gd name="connsiteY5" fmla="*/ 4436111 h 4462781"/>
              <a:gd name="connsiteX6" fmla="*/ 0 w 9151620"/>
              <a:gd name="connsiteY6" fmla="*/ 4442826 h 4462781"/>
              <a:gd name="connsiteX7" fmla="*/ 0 w 9151620"/>
              <a:gd name="connsiteY7" fmla="*/ 0 h 4462781"/>
              <a:gd name="connsiteX0" fmla="*/ 0 w 9151620"/>
              <a:gd name="connsiteY0" fmla="*/ 0 h 4462781"/>
              <a:gd name="connsiteX1" fmla="*/ 9144000 w 9151620"/>
              <a:gd name="connsiteY1" fmla="*/ 0 h 4462781"/>
              <a:gd name="connsiteX2" fmla="*/ 9151620 w 9151620"/>
              <a:gd name="connsiteY2" fmla="*/ 4458066 h 4462781"/>
              <a:gd name="connsiteX3" fmla="*/ 8941594 w 9151620"/>
              <a:gd name="connsiteY3" fmla="*/ 4462781 h 4462781"/>
              <a:gd name="connsiteX4" fmla="*/ 8260080 w 9151620"/>
              <a:gd name="connsiteY4" fmla="*/ 4306571 h 4462781"/>
              <a:gd name="connsiteX5" fmla="*/ 7556182 w 9151620"/>
              <a:gd name="connsiteY5" fmla="*/ 4462304 h 4462781"/>
              <a:gd name="connsiteX6" fmla="*/ 0 w 9151620"/>
              <a:gd name="connsiteY6" fmla="*/ 4442826 h 4462781"/>
              <a:gd name="connsiteX7" fmla="*/ 0 w 9151620"/>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41594 w 9144476"/>
              <a:gd name="connsiteY3" fmla="*/ 4462781 h 4462781"/>
              <a:gd name="connsiteX4" fmla="*/ 8260080 w 9144476"/>
              <a:gd name="connsiteY4" fmla="*/ 4306571 h 4462781"/>
              <a:gd name="connsiteX5" fmla="*/ 7556182 w 9144476"/>
              <a:gd name="connsiteY5" fmla="*/ 4462304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41594 w 9144476"/>
              <a:gd name="connsiteY3" fmla="*/ 4462781 h 4462781"/>
              <a:gd name="connsiteX4" fmla="*/ 8260080 w 9144476"/>
              <a:gd name="connsiteY4" fmla="*/ 4306571 h 4462781"/>
              <a:gd name="connsiteX5" fmla="*/ 7541895 w 9144476"/>
              <a:gd name="connsiteY5" fmla="*/ 4452779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53500 w 9144476"/>
              <a:gd name="connsiteY3" fmla="*/ 4462781 h 4462781"/>
              <a:gd name="connsiteX4" fmla="*/ 8260080 w 9144476"/>
              <a:gd name="connsiteY4" fmla="*/ 4306571 h 4462781"/>
              <a:gd name="connsiteX5" fmla="*/ 7541895 w 9144476"/>
              <a:gd name="connsiteY5" fmla="*/ 4452779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53500 w 9144476"/>
              <a:gd name="connsiteY3" fmla="*/ 4462781 h 4462781"/>
              <a:gd name="connsiteX4" fmla="*/ 8260080 w 9144476"/>
              <a:gd name="connsiteY4" fmla="*/ 4306571 h 4462781"/>
              <a:gd name="connsiteX5" fmla="*/ 7551131 w 9144476"/>
              <a:gd name="connsiteY5" fmla="*/ 4462015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53500 w 9144476"/>
              <a:gd name="connsiteY3" fmla="*/ 4462781 h 4462781"/>
              <a:gd name="connsiteX4" fmla="*/ 8260080 w 9144476"/>
              <a:gd name="connsiteY4" fmla="*/ 4306571 h 4462781"/>
              <a:gd name="connsiteX5" fmla="*/ 7551131 w 9144476"/>
              <a:gd name="connsiteY5" fmla="*/ 4462015 h 4462781"/>
              <a:gd name="connsiteX6" fmla="*/ 18473 w 9144476"/>
              <a:gd name="connsiteY6" fmla="*/ 4461299 h 4462781"/>
              <a:gd name="connsiteX7" fmla="*/ 0 w 9144476"/>
              <a:gd name="connsiteY7" fmla="*/ 0 h 4462781"/>
              <a:gd name="connsiteX0" fmla="*/ 8159 w 9152635"/>
              <a:gd name="connsiteY0" fmla="*/ 0 h 4462781"/>
              <a:gd name="connsiteX1" fmla="*/ 9152159 w 9152635"/>
              <a:gd name="connsiteY1" fmla="*/ 0 h 4462781"/>
              <a:gd name="connsiteX2" fmla="*/ 9152635 w 9152635"/>
              <a:gd name="connsiteY2" fmla="*/ 4458066 h 4462781"/>
              <a:gd name="connsiteX3" fmla="*/ 8961659 w 9152635"/>
              <a:gd name="connsiteY3" fmla="*/ 4462781 h 4462781"/>
              <a:gd name="connsiteX4" fmla="*/ 8268239 w 9152635"/>
              <a:gd name="connsiteY4" fmla="*/ 4306571 h 4462781"/>
              <a:gd name="connsiteX5" fmla="*/ 7559290 w 9152635"/>
              <a:gd name="connsiteY5" fmla="*/ 4462015 h 4462781"/>
              <a:gd name="connsiteX6" fmla="*/ 1232 w 9152635"/>
              <a:gd name="connsiteY6" fmla="*/ 4461299 h 4462781"/>
              <a:gd name="connsiteX7" fmla="*/ 8159 w 9152635"/>
              <a:gd name="connsiteY7" fmla="*/ 0 h 4462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52635" h="4462781">
                <a:moveTo>
                  <a:pt x="8159" y="0"/>
                </a:moveTo>
                <a:lnTo>
                  <a:pt x="9152159" y="0"/>
                </a:lnTo>
                <a:cubicBezTo>
                  <a:pt x="9152318" y="1486022"/>
                  <a:pt x="9152476" y="2972044"/>
                  <a:pt x="9152635" y="4458066"/>
                </a:cubicBezTo>
                <a:lnTo>
                  <a:pt x="8961659" y="4462781"/>
                </a:lnTo>
                <a:lnTo>
                  <a:pt x="8268239" y="4306571"/>
                </a:lnTo>
                <a:lnTo>
                  <a:pt x="7559290" y="4462015"/>
                </a:lnTo>
                <a:lnTo>
                  <a:pt x="1232" y="4461299"/>
                </a:lnTo>
                <a:cubicBezTo>
                  <a:pt x="-4926" y="2974199"/>
                  <a:pt x="14317" y="1487100"/>
                  <a:pt x="8159" y="0"/>
                </a:cubicBezTo>
                <a:close/>
              </a:path>
            </a:pathLst>
          </a:custGeom>
          <a:noFill/>
        </p:spPr>
        <p:txBody>
          <a:bodyPr/>
          <a:lstStyle>
            <a:lvl1pPr marL="114300" indent="0">
              <a:buNone/>
              <a:defRPr/>
            </a:lvl1pPr>
          </a:lstStyle>
          <a:p>
            <a:r>
              <a:rPr lang="en-IN" dirty="0"/>
              <a:t> </a:t>
            </a:r>
            <a:endParaRPr lang="en-AU" dirty="0"/>
          </a:p>
        </p:txBody>
      </p:sp>
      <p:sp>
        <p:nvSpPr>
          <p:cNvPr id="13" name="Freeform: Shape 12">
            <a:extLst>
              <a:ext uri="{FF2B5EF4-FFF2-40B4-BE49-F238E27FC236}">
                <a16:creationId xmlns:a16="http://schemas.microsoft.com/office/drawing/2014/main" id="{DCFA8F1A-438C-2D31-EC45-A4CCF4206F40}"/>
              </a:ext>
            </a:extLst>
          </p:cNvPr>
          <p:cNvSpPr/>
          <p:nvPr/>
        </p:nvSpPr>
        <p:spPr>
          <a:xfrm>
            <a:off x="0" y="4305300"/>
            <a:ext cx="9144000" cy="857250"/>
          </a:xfrm>
          <a:custGeom>
            <a:avLst/>
            <a:gdLst>
              <a:gd name="connsiteX0" fmla="*/ 0 w 9144000"/>
              <a:gd name="connsiteY0" fmla="*/ 857250 h 857250"/>
              <a:gd name="connsiteX1" fmla="*/ 0 w 9144000"/>
              <a:gd name="connsiteY1" fmla="*/ 149828 h 857250"/>
              <a:gd name="connsiteX2" fmla="*/ 7540609 w 9144000"/>
              <a:gd name="connsiteY2" fmla="*/ 149828 h 857250"/>
              <a:gd name="connsiteX3" fmla="*/ 8245698 w 9144000"/>
              <a:gd name="connsiteY3" fmla="*/ 0 h 857250"/>
              <a:gd name="connsiteX4" fmla="*/ 8933831 w 9144000"/>
              <a:gd name="connsiteY4" fmla="*/ 149828 h 857250"/>
              <a:gd name="connsiteX5" fmla="*/ 9144000 w 9144000"/>
              <a:gd name="connsiteY5" fmla="*/ 149828 h 857250"/>
              <a:gd name="connsiteX6" fmla="*/ 9144000 w 9144000"/>
              <a:gd name="connsiteY6" fmla="*/ 857250 h 857250"/>
              <a:gd name="connsiteX7" fmla="*/ 0 w 9144000"/>
              <a:gd name="connsiteY7" fmla="*/ 857250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0" h="857250">
                <a:moveTo>
                  <a:pt x="0" y="857250"/>
                </a:moveTo>
                <a:lnTo>
                  <a:pt x="0" y="149828"/>
                </a:lnTo>
                <a:lnTo>
                  <a:pt x="7540609" y="149828"/>
                </a:lnTo>
                <a:lnTo>
                  <a:pt x="8245698" y="0"/>
                </a:lnTo>
                <a:lnTo>
                  <a:pt x="8933831" y="149828"/>
                </a:lnTo>
                <a:lnTo>
                  <a:pt x="9144000" y="149828"/>
                </a:lnTo>
                <a:lnTo>
                  <a:pt x="9144000" y="857250"/>
                </a:lnTo>
                <a:lnTo>
                  <a:pt x="0" y="857250"/>
                </a:lnTo>
                <a:close/>
              </a:path>
            </a:pathLst>
          </a:custGeom>
          <a:gradFill>
            <a:gsLst>
              <a:gs pos="0">
                <a:srgbClr val="ED1A7D"/>
              </a:gs>
              <a:gs pos="50000">
                <a:srgbClr val="BB1B6D"/>
              </a:gs>
              <a:gs pos="100000">
                <a:srgbClr val="891D5D"/>
              </a:gs>
            </a:gsLst>
            <a:lin ang="0" scaled="1"/>
          </a:gradFill>
          <a:ln w="81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lvl="0" defTabSz="914400" eaLnBrk="1" latinLnBrk="0" hangingPunct="1"/>
            <a:endParaRPr lang="en-AU" sz="1800" kern="1200">
              <a:solidFill>
                <a:schemeClr val="tx1"/>
              </a:solidFill>
              <a:latin typeface="+mn-lt"/>
              <a:ea typeface="+mn-ea"/>
              <a:cs typeface="+mn-cs"/>
            </a:endParaRPr>
          </a:p>
        </p:txBody>
      </p:sp>
      <p:sp>
        <p:nvSpPr>
          <p:cNvPr id="14" name="Freeform: Shape 13">
            <a:extLst>
              <a:ext uri="{FF2B5EF4-FFF2-40B4-BE49-F238E27FC236}">
                <a16:creationId xmlns:a16="http://schemas.microsoft.com/office/drawing/2014/main" id="{6332EFC7-40EB-E5E0-6D5B-205A7815463F}"/>
              </a:ext>
            </a:extLst>
          </p:cNvPr>
          <p:cNvSpPr/>
          <p:nvPr/>
        </p:nvSpPr>
        <p:spPr>
          <a:xfrm>
            <a:off x="7540608" y="4441555"/>
            <a:ext cx="1246536" cy="285083"/>
          </a:xfrm>
          <a:custGeom>
            <a:avLst/>
            <a:gdLst>
              <a:gd name="connsiteX0" fmla="*/ 718995 w 1246536"/>
              <a:gd name="connsiteY0" fmla="*/ 0 h 285083"/>
              <a:gd name="connsiteX1" fmla="*/ 769239 w 1246536"/>
              <a:gd name="connsiteY1" fmla="*/ 10668 h 285083"/>
              <a:gd name="connsiteX2" fmla="*/ 842391 w 1246536"/>
              <a:gd name="connsiteY2" fmla="*/ 94726 h 285083"/>
              <a:gd name="connsiteX3" fmla="*/ 769239 w 1246536"/>
              <a:gd name="connsiteY3" fmla="*/ 147876 h 285083"/>
              <a:gd name="connsiteX4" fmla="*/ 718995 w 1246536"/>
              <a:gd name="connsiteY4" fmla="*/ 137208 h 285083"/>
              <a:gd name="connsiteX5" fmla="*/ 718995 w 1246536"/>
              <a:gd name="connsiteY5" fmla="*/ 48 h 285083"/>
              <a:gd name="connsiteX6" fmla="*/ 769239 w 1246536"/>
              <a:gd name="connsiteY6" fmla="*/ 116729 h 285083"/>
              <a:gd name="connsiteX7" fmla="*/ 808530 w 1246536"/>
              <a:gd name="connsiteY7" fmla="*/ 87535 h 285083"/>
              <a:gd name="connsiteX8" fmla="*/ 769239 w 1246536"/>
              <a:gd name="connsiteY8" fmla="*/ 41624 h 285083"/>
              <a:gd name="connsiteX9" fmla="*/ 752856 w 1246536"/>
              <a:gd name="connsiteY9" fmla="*/ 38148 h 285083"/>
              <a:gd name="connsiteX10" fmla="*/ 752856 w 1246536"/>
              <a:gd name="connsiteY10" fmla="*/ 113252 h 285083"/>
              <a:gd name="connsiteX11" fmla="*/ 769239 w 1246536"/>
              <a:gd name="connsiteY11" fmla="*/ 116729 h 285083"/>
              <a:gd name="connsiteX12" fmla="*/ 947024 w 1246536"/>
              <a:gd name="connsiteY12" fmla="*/ 48482 h 285083"/>
              <a:gd name="connsiteX13" fmla="*/ 947024 w 1246536"/>
              <a:gd name="connsiteY13" fmla="*/ 79391 h 285083"/>
              <a:gd name="connsiteX14" fmla="*/ 917067 w 1246536"/>
              <a:gd name="connsiteY14" fmla="*/ 73009 h 285083"/>
              <a:gd name="connsiteX15" fmla="*/ 917067 w 1246536"/>
              <a:gd name="connsiteY15" fmla="*/ 148114 h 285083"/>
              <a:gd name="connsiteX16" fmla="*/ 947024 w 1246536"/>
              <a:gd name="connsiteY16" fmla="*/ 154496 h 285083"/>
              <a:gd name="connsiteX17" fmla="*/ 947024 w 1246536"/>
              <a:gd name="connsiteY17" fmla="*/ 185642 h 285083"/>
              <a:gd name="connsiteX18" fmla="*/ 853393 w 1246536"/>
              <a:gd name="connsiteY18" fmla="*/ 165735 h 285083"/>
              <a:gd name="connsiteX19" fmla="*/ 853393 w 1246536"/>
              <a:gd name="connsiteY19" fmla="*/ 134588 h 285083"/>
              <a:gd name="connsiteX20" fmla="*/ 883349 w 1246536"/>
              <a:gd name="connsiteY20" fmla="*/ 140970 h 285083"/>
              <a:gd name="connsiteX21" fmla="*/ 883349 w 1246536"/>
              <a:gd name="connsiteY21" fmla="*/ 65865 h 285083"/>
              <a:gd name="connsiteX22" fmla="*/ 853393 w 1246536"/>
              <a:gd name="connsiteY22" fmla="*/ 59484 h 285083"/>
              <a:gd name="connsiteX23" fmla="*/ 853393 w 1246536"/>
              <a:gd name="connsiteY23" fmla="*/ 28575 h 285083"/>
              <a:gd name="connsiteX24" fmla="*/ 947024 w 1246536"/>
              <a:gd name="connsiteY24" fmla="*/ 48482 h 285083"/>
              <a:gd name="connsiteX25" fmla="*/ 1026319 w 1246536"/>
              <a:gd name="connsiteY25" fmla="*/ 62627 h 285083"/>
              <a:gd name="connsiteX26" fmla="*/ 1094994 w 1246536"/>
              <a:gd name="connsiteY26" fmla="*/ 148447 h 285083"/>
              <a:gd name="connsiteX27" fmla="*/ 1026319 w 1246536"/>
              <a:gd name="connsiteY27" fmla="*/ 205264 h 285083"/>
              <a:gd name="connsiteX28" fmla="*/ 957263 w 1246536"/>
              <a:gd name="connsiteY28" fmla="*/ 119205 h 285083"/>
              <a:gd name="connsiteX29" fmla="*/ 1026319 w 1246536"/>
              <a:gd name="connsiteY29" fmla="*/ 62675 h 285083"/>
              <a:gd name="connsiteX30" fmla="*/ 1026319 w 1246536"/>
              <a:gd name="connsiteY30" fmla="*/ 173117 h 285083"/>
              <a:gd name="connsiteX31" fmla="*/ 1060180 w 1246536"/>
              <a:gd name="connsiteY31" fmla="*/ 141018 h 285083"/>
              <a:gd name="connsiteX32" fmla="*/ 1026319 w 1246536"/>
              <a:gd name="connsiteY32" fmla="*/ 94726 h 285083"/>
              <a:gd name="connsiteX33" fmla="*/ 992267 w 1246536"/>
              <a:gd name="connsiteY33" fmla="*/ 126587 h 285083"/>
              <a:gd name="connsiteX34" fmla="*/ 1026319 w 1246536"/>
              <a:gd name="connsiteY34" fmla="*/ 173117 h 285083"/>
              <a:gd name="connsiteX35" fmla="*/ 1111949 w 1246536"/>
              <a:gd name="connsiteY35" fmla="*/ 83534 h 285083"/>
              <a:gd name="connsiteX36" fmla="*/ 1175814 w 1246536"/>
              <a:gd name="connsiteY36" fmla="*/ 97107 h 285083"/>
              <a:gd name="connsiteX37" fmla="*/ 1212675 w 1246536"/>
              <a:gd name="connsiteY37" fmla="*/ 230791 h 285083"/>
              <a:gd name="connsiteX38" fmla="*/ 1212675 w 1246536"/>
              <a:gd name="connsiteY38" fmla="*/ 104918 h 285083"/>
              <a:gd name="connsiteX39" fmla="*/ 1246537 w 1246536"/>
              <a:gd name="connsiteY39" fmla="*/ 112109 h 285083"/>
              <a:gd name="connsiteX40" fmla="*/ 1246537 w 1246536"/>
              <a:gd name="connsiteY40" fmla="*/ 249269 h 285083"/>
              <a:gd name="connsiteX41" fmla="*/ 1182672 w 1246536"/>
              <a:gd name="connsiteY41" fmla="*/ 235696 h 285083"/>
              <a:gd name="connsiteX42" fmla="*/ 1145810 w 1246536"/>
              <a:gd name="connsiteY42" fmla="*/ 102013 h 285083"/>
              <a:gd name="connsiteX43" fmla="*/ 1145810 w 1246536"/>
              <a:gd name="connsiteY43" fmla="*/ 227886 h 285083"/>
              <a:gd name="connsiteX44" fmla="*/ 1111949 w 1246536"/>
              <a:gd name="connsiteY44" fmla="*/ 220694 h 285083"/>
              <a:gd name="connsiteX45" fmla="*/ 1111949 w 1246536"/>
              <a:gd name="connsiteY45" fmla="*/ 83534 h 285083"/>
              <a:gd name="connsiteX46" fmla="*/ 42101 w 1246536"/>
              <a:gd name="connsiteY46" fmla="*/ 138970 h 285083"/>
              <a:gd name="connsiteX47" fmla="*/ 104108 w 1246536"/>
              <a:gd name="connsiteY47" fmla="*/ 125778 h 285083"/>
              <a:gd name="connsiteX48" fmla="*/ 145971 w 1246536"/>
              <a:gd name="connsiteY48" fmla="*/ 254032 h 285083"/>
              <a:gd name="connsiteX49" fmla="*/ 110061 w 1246536"/>
              <a:gd name="connsiteY49" fmla="*/ 261652 h 285083"/>
              <a:gd name="connsiteX50" fmla="*/ 97774 w 1246536"/>
              <a:gd name="connsiteY50" fmla="*/ 222837 h 285083"/>
              <a:gd name="connsiteX51" fmla="*/ 47863 w 1246536"/>
              <a:gd name="connsiteY51" fmla="*/ 233458 h 285083"/>
              <a:gd name="connsiteX52" fmla="*/ 35576 w 1246536"/>
              <a:gd name="connsiteY52" fmla="*/ 277511 h 285083"/>
              <a:gd name="connsiteX53" fmla="*/ 0 w 1246536"/>
              <a:gd name="connsiteY53" fmla="*/ 285083 h 285083"/>
              <a:gd name="connsiteX54" fmla="*/ 42053 w 1246536"/>
              <a:gd name="connsiteY54" fmla="*/ 138970 h 285083"/>
              <a:gd name="connsiteX55" fmla="*/ 88440 w 1246536"/>
              <a:gd name="connsiteY55" fmla="*/ 193929 h 285083"/>
              <a:gd name="connsiteX56" fmla="*/ 72819 w 1246536"/>
              <a:gd name="connsiteY56" fmla="*/ 144923 h 285083"/>
              <a:gd name="connsiteX57" fmla="*/ 57198 w 1246536"/>
              <a:gd name="connsiteY57" fmla="*/ 200597 h 285083"/>
              <a:gd name="connsiteX58" fmla="*/ 88488 w 1246536"/>
              <a:gd name="connsiteY58" fmla="*/ 193929 h 285083"/>
              <a:gd name="connsiteX59" fmla="*/ 214646 w 1246536"/>
              <a:gd name="connsiteY59" fmla="*/ 242173 h 285083"/>
              <a:gd name="connsiteX60" fmla="*/ 148733 w 1246536"/>
              <a:gd name="connsiteY60" fmla="*/ 199930 h 285083"/>
              <a:gd name="connsiteX61" fmla="*/ 183738 w 1246536"/>
              <a:gd name="connsiteY61" fmla="*/ 192500 h 285083"/>
              <a:gd name="connsiteX62" fmla="*/ 215408 w 1246536"/>
              <a:gd name="connsiteY62" fmla="*/ 212408 h 285083"/>
              <a:gd name="connsiteX63" fmla="*/ 239030 w 1246536"/>
              <a:gd name="connsiteY63" fmla="*/ 195310 h 285083"/>
              <a:gd name="connsiteX64" fmla="*/ 227886 w 1246536"/>
              <a:gd name="connsiteY64" fmla="*/ 187166 h 285083"/>
              <a:gd name="connsiteX65" fmla="*/ 183975 w 1246536"/>
              <a:gd name="connsiteY65" fmla="*/ 184452 h 285083"/>
              <a:gd name="connsiteX66" fmla="*/ 154210 w 1246536"/>
              <a:gd name="connsiteY66" fmla="*/ 153210 h 285083"/>
              <a:gd name="connsiteX67" fmla="*/ 207645 w 1246536"/>
              <a:gd name="connsiteY67" fmla="*/ 101013 h 285083"/>
              <a:gd name="connsiteX68" fmla="*/ 268891 w 1246536"/>
              <a:gd name="connsiteY68" fmla="*/ 138017 h 285083"/>
              <a:gd name="connsiteX69" fmla="*/ 234077 w 1246536"/>
              <a:gd name="connsiteY69" fmla="*/ 145399 h 285083"/>
              <a:gd name="connsiteX70" fmla="*/ 208217 w 1246536"/>
              <a:gd name="connsiteY70" fmla="*/ 129873 h 285083"/>
              <a:gd name="connsiteX71" fmla="*/ 189215 w 1246536"/>
              <a:gd name="connsiteY71" fmla="*/ 145018 h 285083"/>
              <a:gd name="connsiteX72" fmla="*/ 199454 w 1246536"/>
              <a:gd name="connsiteY72" fmla="*/ 152352 h 285083"/>
              <a:gd name="connsiteX73" fmla="*/ 242078 w 1246536"/>
              <a:gd name="connsiteY73" fmla="*/ 154400 h 285083"/>
              <a:gd name="connsiteX74" fmla="*/ 273891 w 1246536"/>
              <a:gd name="connsiteY74" fmla="*/ 186357 h 285083"/>
              <a:gd name="connsiteX75" fmla="*/ 214694 w 1246536"/>
              <a:gd name="connsiteY75" fmla="*/ 242125 h 285083"/>
              <a:gd name="connsiteX76" fmla="*/ 283702 w 1246536"/>
              <a:gd name="connsiteY76" fmla="*/ 156115 h 285083"/>
              <a:gd name="connsiteX77" fmla="*/ 353330 w 1246536"/>
              <a:gd name="connsiteY77" fmla="*/ 70104 h 285083"/>
              <a:gd name="connsiteX78" fmla="*/ 419767 w 1246536"/>
              <a:gd name="connsiteY78" fmla="*/ 111633 h 285083"/>
              <a:gd name="connsiteX79" fmla="*/ 384953 w 1246536"/>
              <a:gd name="connsiteY79" fmla="*/ 119015 h 285083"/>
              <a:gd name="connsiteX80" fmla="*/ 353473 w 1246536"/>
              <a:gd name="connsiteY80" fmla="*/ 102156 h 285083"/>
              <a:gd name="connsiteX81" fmla="*/ 318659 w 1246536"/>
              <a:gd name="connsiteY81" fmla="*/ 148638 h 285083"/>
              <a:gd name="connsiteX82" fmla="*/ 353473 w 1246536"/>
              <a:gd name="connsiteY82" fmla="*/ 180546 h 285083"/>
              <a:gd name="connsiteX83" fmla="*/ 384953 w 1246536"/>
              <a:gd name="connsiteY83" fmla="*/ 150114 h 285083"/>
              <a:gd name="connsiteX84" fmla="*/ 419767 w 1246536"/>
              <a:gd name="connsiteY84" fmla="*/ 142732 h 285083"/>
              <a:gd name="connsiteX85" fmla="*/ 353330 w 1246536"/>
              <a:gd name="connsiteY85" fmla="*/ 212693 h 285083"/>
              <a:gd name="connsiteX86" fmla="*/ 283702 w 1246536"/>
              <a:gd name="connsiteY86" fmla="*/ 156115 h 285083"/>
              <a:gd name="connsiteX87" fmla="*/ 436340 w 1246536"/>
              <a:gd name="connsiteY87" fmla="*/ 55150 h 285083"/>
              <a:gd name="connsiteX88" fmla="*/ 540782 w 1246536"/>
              <a:gd name="connsiteY88" fmla="*/ 32956 h 285083"/>
              <a:gd name="connsiteX89" fmla="*/ 540782 w 1246536"/>
              <a:gd name="connsiteY89" fmla="*/ 63865 h 285083"/>
              <a:gd name="connsiteX90" fmla="*/ 470440 w 1246536"/>
              <a:gd name="connsiteY90" fmla="*/ 78819 h 285083"/>
              <a:gd name="connsiteX91" fmla="*/ 470440 w 1246536"/>
              <a:gd name="connsiteY91" fmla="*/ 101775 h 285083"/>
              <a:gd name="connsiteX92" fmla="*/ 531495 w 1246536"/>
              <a:gd name="connsiteY92" fmla="*/ 88821 h 285083"/>
              <a:gd name="connsiteX93" fmla="*/ 531495 w 1246536"/>
              <a:gd name="connsiteY93" fmla="*/ 118015 h 285083"/>
              <a:gd name="connsiteX94" fmla="*/ 470440 w 1246536"/>
              <a:gd name="connsiteY94" fmla="*/ 131016 h 285083"/>
              <a:gd name="connsiteX95" fmla="*/ 470440 w 1246536"/>
              <a:gd name="connsiteY95" fmla="*/ 154162 h 285083"/>
              <a:gd name="connsiteX96" fmla="*/ 540782 w 1246536"/>
              <a:gd name="connsiteY96" fmla="*/ 139208 h 285083"/>
              <a:gd name="connsiteX97" fmla="*/ 540782 w 1246536"/>
              <a:gd name="connsiteY97" fmla="*/ 170117 h 285083"/>
              <a:gd name="connsiteX98" fmla="*/ 436340 w 1246536"/>
              <a:gd name="connsiteY98" fmla="*/ 192310 h 285083"/>
              <a:gd name="connsiteX99" fmla="*/ 436340 w 1246536"/>
              <a:gd name="connsiteY99" fmla="*/ 55150 h 285083"/>
              <a:gd name="connsiteX100" fmla="*/ 561308 w 1246536"/>
              <a:gd name="connsiteY100" fmla="*/ 28623 h 285083"/>
              <a:gd name="connsiteX101" fmla="*/ 625173 w 1246536"/>
              <a:gd name="connsiteY101" fmla="*/ 15049 h 285083"/>
              <a:gd name="connsiteX102" fmla="*/ 662035 w 1246536"/>
              <a:gd name="connsiteY102" fmla="*/ 133112 h 285083"/>
              <a:gd name="connsiteX103" fmla="*/ 662035 w 1246536"/>
              <a:gd name="connsiteY103" fmla="*/ 7239 h 285083"/>
              <a:gd name="connsiteX104" fmla="*/ 695897 w 1246536"/>
              <a:gd name="connsiteY104" fmla="*/ 48 h 285083"/>
              <a:gd name="connsiteX105" fmla="*/ 695897 w 1246536"/>
              <a:gd name="connsiteY105" fmla="*/ 137208 h 285083"/>
              <a:gd name="connsiteX106" fmla="*/ 632032 w 1246536"/>
              <a:gd name="connsiteY106" fmla="*/ 150781 h 285083"/>
              <a:gd name="connsiteX107" fmla="*/ 595170 w 1246536"/>
              <a:gd name="connsiteY107" fmla="*/ 32718 h 285083"/>
              <a:gd name="connsiteX108" fmla="*/ 595170 w 1246536"/>
              <a:gd name="connsiteY108" fmla="*/ 158591 h 285083"/>
              <a:gd name="connsiteX109" fmla="*/ 561308 w 1246536"/>
              <a:gd name="connsiteY109" fmla="*/ 165783 h 285083"/>
              <a:gd name="connsiteX110" fmla="*/ 561308 w 1246536"/>
              <a:gd name="connsiteY110" fmla="*/ 28623 h 285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246536" h="285083">
                <a:moveTo>
                  <a:pt x="718995" y="0"/>
                </a:moveTo>
                <a:lnTo>
                  <a:pt x="769239" y="10668"/>
                </a:lnTo>
                <a:cubicBezTo>
                  <a:pt x="805149" y="18288"/>
                  <a:pt x="842391" y="35766"/>
                  <a:pt x="842391" y="94726"/>
                </a:cubicBezTo>
                <a:cubicBezTo>
                  <a:pt x="842391" y="153876"/>
                  <a:pt x="805149" y="155496"/>
                  <a:pt x="769239" y="147876"/>
                </a:cubicBezTo>
                <a:lnTo>
                  <a:pt x="718995" y="137208"/>
                </a:lnTo>
                <a:lnTo>
                  <a:pt x="718995" y="48"/>
                </a:lnTo>
                <a:close/>
                <a:moveTo>
                  <a:pt x="769239" y="116729"/>
                </a:moveTo>
                <a:cubicBezTo>
                  <a:pt x="791766" y="121539"/>
                  <a:pt x="808530" y="124301"/>
                  <a:pt x="808530" y="87535"/>
                </a:cubicBezTo>
                <a:cubicBezTo>
                  <a:pt x="808530" y="50768"/>
                  <a:pt x="791623" y="46387"/>
                  <a:pt x="769239" y="41624"/>
                </a:cubicBezTo>
                <a:lnTo>
                  <a:pt x="752856" y="38148"/>
                </a:lnTo>
                <a:lnTo>
                  <a:pt x="752856" y="113252"/>
                </a:lnTo>
                <a:cubicBezTo>
                  <a:pt x="752856" y="113252"/>
                  <a:pt x="769239" y="116729"/>
                  <a:pt x="769239" y="116729"/>
                </a:cubicBezTo>
                <a:close/>
                <a:moveTo>
                  <a:pt x="947024" y="48482"/>
                </a:moveTo>
                <a:lnTo>
                  <a:pt x="947024" y="79391"/>
                </a:lnTo>
                <a:cubicBezTo>
                  <a:pt x="947024" y="79391"/>
                  <a:pt x="917067" y="73009"/>
                  <a:pt x="917067" y="73009"/>
                </a:cubicBezTo>
                <a:lnTo>
                  <a:pt x="917067" y="148114"/>
                </a:lnTo>
                <a:cubicBezTo>
                  <a:pt x="917067" y="148114"/>
                  <a:pt x="947024" y="154496"/>
                  <a:pt x="947024" y="154496"/>
                </a:cubicBezTo>
                <a:lnTo>
                  <a:pt x="947024" y="185642"/>
                </a:lnTo>
                <a:cubicBezTo>
                  <a:pt x="947024" y="185642"/>
                  <a:pt x="853393" y="165735"/>
                  <a:pt x="853393" y="165735"/>
                </a:cubicBezTo>
                <a:lnTo>
                  <a:pt x="853393" y="134588"/>
                </a:lnTo>
                <a:cubicBezTo>
                  <a:pt x="853393" y="134588"/>
                  <a:pt x="883349" y="140970"/>
                  <a:pt x="883349" y="140970"/>
                </a:cubicBezTo>
                <a:lnTo>
                  <a:pt x="883349" y="65865"/>
                </a:lnTo>
                <a:cubicBezTo>
                  <a:pt x="883349" y="65865"/>
                  <a:pt x="853393" y="59484"/>
                  <a:pt x="853393" y="59484"/>
                </a:cubicBezTo>
                <a:lnTo>
                  <a:pt x="853393" y="28575"/>
                </a:lnTo>
                <a:cubicBezTo>
                  <a:pt x="853393" y="28575"/>
                  <a:pt x="947024" y="48482"/>
                  <a:pt x="947024" y="48482"/>
                </a:cubicBezTo>
                <a:close/>
                <a:moveTo>
                  <a:pt x="1026319" y="62627"/>
                </a:moveTo>
                <a:cubicBezTo>
                  <a:pt x="1068944" y="71676"/>
                  <a:pt x="1094994" y="107966"/>
                  <a:pt x="1094994" y="148447"/>
                </a:cubicBezTo>
                <a:cubicBezTo>
                  <a:pt x="1094994" y="189119"/>
                  <a:pt x="1068944" y="214313"/>
                  <a:pt x="1026319" y="205264"/>
                </a:cubicBezTo>
                <a:cubicBezTo>
                  <a:pt x="983504" y="196167"/>
                  <a:pt x="957263" y="159829"/>
                  <a:pt x="957263" y="119205"/>
                </a:cubicBezTo>
                <a:cubicBezTo>
                  <a:pt x="957263" y="78724"/>
                  <a:pt x="983504" y="53578"/>
                  <a:pt x="1026319" y="62675"/>
                </a:cubicBezTo>
                <a:moveTo>
                  <a:pt x="1026319" y="173117"/>
                </a:moveTo>
                <a:cubicBezTo>
                  <a:pt x="1049036" y="177927"/>
                  <a:pt x="1060180" y="165926"/>
                  <a:pt x="1060180" y="141018"/>
                </a:cubicBezTo>
                <a:cubicBezTo>
                  <a:pt x="1060180" y="116110"/>
                  <a:pt x="1048846" y="99489"/>
                  <a:pt x="1026319" y="94726"/>
                </a:cubicBezTo>
                <a:cubicBezTo>
                  <a:pt x="1003602" y="89916"/>
                  <a:pt x="992267" y="101870"/>
                  <a:pt x="992267" y="126587"/>
                </a:cubicBezTo>
                <a:cubicBezTo>
                  <a:pt x="992267" y="151495"/>
                  <a:pt x="1003649" y="168307"/>
                  <a:pt x="1026319" y="173117"/>
                </a:cubicBezTo>
                <a:moveTo>
                  <a:pt x="1111949" y="83534"/>
                </a:moveTo>
                <a:lnTo>
                  <a:pt x="1175814" y="97107"/>
                </a:lnTo>
                <a:lnTo>
                  <a:pt x="1212675" y="230791"/>
                </a:lnTo>
                <a:lnTo>
                  <a:pt x="1212675" y="104918"/>
                </a:lnTo>
                <a:cubicBezTo>
                  <a:pt x="1212675" y="104918"/>
                  <a:pt x="1246537" y="112109"/>
                  <a:pt x="1246537" y="112109"/>
                </a:cubicBezTo>
                <a:lnTo>
                  <a:pt x="1246537" y="249269"/>
                </a:lnTo>
                <a:cubicBezTo>
                  <a:pt x="1246537" y="249269"/>
                  <a:pt x="1182672" y="235696"/>
                  <a:pt x="1182672" y="235696"/>
                </a:cubicBezTo>
                <a:lnTo>
                  <a:pt x="1145810" y="102013"/>
                </a:lnTo>
                <a:lnTo>
                  <a:pt x="1145810" y="227886"/>
                </a:lnTo>
                <a:cubicBezTo>
                  <a:pt x="1145810" y="227886"/>
                  <a:pt x="1111949" y="220694"/>
                  <a:pt x="1111949" y="220694"/>
                </a:cubicBezTo>
                <a:lnTo>
                  <a:pt x="1111949" y="83534"/>
                </a:lnTo>
                <a:close/>
                <a:moveTo>
                  <a:pt x="42101" y="138970"/>
                </a:moveTo>
                <a:lnTo>
                  <a:pt x="104108" y="125778"/>
                </a:lnTo>
                <a:lnTo>
                  <a:pt x="145971" y="254032"/>
                </a:lnTo>
                <a:lnTo>
                  <a:pt x="110061" y="261652"/>
                </a:lnTo>
                <a:lnTo>
                  <a:pt x="97774" y="222837"/>
                </a:lnTo>
                <a:lnTo>
                  <a:pt x="47863" y="233458"/>
                </a:lnTo>
                <a:lnTo>
                  <a:pt x="35576" y="277511"/>
                </a:lnTo>
                <a:lnTo>
                  <a:pt x="0" y="285083"/>
                </a:lnTo>
                <a:lnTo>
                  <a:pt x="42053" y="138970"/>
                </a:lnTo>
                <a:close/>
                <a:moveTo>
                  <a:pt x="88440" y="193929"/>
                </a:moveTo>
                <a:lnTo>
                  <a:pt x="72819" y="144923"/>
                </a:lnTo>
                <a:lnTo>
                  <a:pt x="57198" y="200597"/>
                </a:lnTo>
                <a:lnTo>
                  <a:pt x="88488" y="193929"/>
                </a:lnTo>
                <a:close/>
                <a:moveTo>
                  <a:pt x="214646" y="242173"/>
                </a:moveTo>
                <a:cubicBezTo>
                  <a:pt x="168307" y="252031"/>
                  <a:pt x="148733" y="235553"/>
                  <a:pt x="148733" y="199930"/>
                </a:cubicBezTo>
                <a:lnTo>
                  <a:pt x="183738" y="192500"/>
                </a:lnTo>
                <a:cubicBezTo>
                  <a:pt x="183738" y="211979"/>
                  <a:pt x="190977" y="217599"/>
                  <a:pt x="215408" y="212408"/>
                </a:cubicBezTo>
                <a:cubicBezTo>
                  <a:pt x="231982" y="208883"/>
                  <a:pt x="239030" y="203883"/>
                  <a:pt x="239030" y="195310"/>
                </a:cubicBezTo>
                <a:cubicBezTo>
                  <a:pt x="239030" y="190452"/>
                  <a:pt x="235315" y="187547"/>
                  <a:pt x="227886" y="187166"/>
                </a:cubicBezTo>
                <a:lnTo>
                  <a:pt x="183975" y="184452"/>
                </a:lnTo>
                <a:cubicBezTo>
                  <a:pt x="161258" y="182880"/>
                  <a:pt x="154210" y="170545"/>
                  <a:pt x="154210" y="153210"/>
                </a:cubicBezTo>
                <a:cubicBezTo>
                  <a:pt x="154210" y="126540"/>
                  <a:pt x="173212" y="108299"/>
                  <a:pt x="207645" y="101013"/>
                </a:cubicBezTo>
                <a:cubicBezTo>
                  <a:pt x="248603" y="92297"/>
                  <a:pt x="268891" y="108252"/>
                  <a:pt x="268891" y="138017"/>
                </a:cubicBezTo>
                <a:lnTo>
                  <a:pt x="234077" y="145399"/>
                </a:lnTo>
                <a:cubicBezTo>
                  <a:pt x="234077" y="130635"/>
                  <a:pt x="226076" y="126111"/>
                  <a:pt x="208217" y="129873"/>
                </a:cubicBezTo>
                <a:cubicBezTo>
                  <a:pt x="195739" y="132540"/>
                  <a:pt x="189215" y="137208"/>
                  <a:pt x="189215" y="145018"/>
                </a:cubicBezTo>
                <a:cubicBezTo>
                  <a:pt x="189215" y="148923"/>
                  <a:pt x="191262" y="151781"/>
                  <a:pt x="199454" y="152352"/>
                </a:cubicBezTo>
                <a:lnTo>
                  <a:pt x="242078" y="154400"/>
                </a:lnTo>
                <a:cubicBezTo>
                  <a:pt x="263843" y="155400"/>
                  <a:pt x="273891" y="166306"/>
                  <a:pt x="273891" y="186357"/>
                </a:cubicBezTo>
                <a:cubicBezTo>
                  <a:pt x="273891" y="212408"/>
                  <a:pt x="256747" y="233172"/>
                  <a:pt x="214694" y="242125"/>
                </a:cubicBezTo>
                <a:moveTo>
                  <a:pt x="283702" y="156115"/>
                </a:moveTo>
                <a:cubicBezTo>
                  <a:pt x="283702" y="115633"/>
                  <a:pt x="310325" y="79248"/>
                  <a:pt x="353330" y="70104"/>
                </a:cubicBezTo>
                <a:cubicBezTo>
                  <a:pt x="390906" y="62103"/>
                  <a:pt x="415862" y="78010"/>
                  <a:pt x="419767" y="111633"/>
                </a:cubicBezTo>
                <a:lnTo>
                  <a:pt x="384953" y="119015"/>
                </a:lnTo>
                <a:cubicBezTo>
                  <a:pt x="382143" y="104823"/>
                  <a:pt x="370047" y="98631"/>
                  <a:pt x="353473" y="102156"/>
                </a:cubicBezTo>
                <a:cubicBezTo>
                  <a:pt x="333185" y="106490"/>
                  <a:pt x="318659" y="121634"/>
                  <a:pt x="318659" y="148638"/>
                </a:cubicBezTo>
                <a:cubicBezTo>
                  <a:pt x="318659" y="175879"/>
                  <a:pt x="333185" y="184833"/>
                  <a:pt x="353473" y="180546"/>
                </a:cubicBezTo>
                <a:cubicBezTo>
                  <a:pt x="370047" y="177022"/>
                  <a:pt x="382143" y="165497"/>
                  <a:pt x="384953" y="150114"/>
                </a:cubicBezTo>
                <a:lnTo>
                  <a:pt x="419767" y="142732"/>
                </a:lnTo>
                <a:cubicBezTo>
                  <a:pt x="415862" y="178213"/>
                  <a:pt x="390906" y="204692"/>
                  <a:pt x="353330" y="212693"/>
                </a:cubicBezTo>
                <a:cubicBezTo>
                  <a:pt x="310325" y="221837"/>
                  <a:pt x="283702" y="196739"/>
                  <a:pt x="283702" y="156115"/>
                </a:cubicBezTo>
                <a:moveTo>
                  <a:pt x="436340" y="55150"/>
                </a:moveTo>
                <a:lnTo>
                  <a:pt x="540782" y="32956"/>
                </a:lnTo>
                <a:lnTo>
                  <a:pt x="540782" y="63865"/>
                </a:lnTo>
                <a:cubicBezTo>
                  <a:pt x="540782" y="63865"/>
                  <a:pt x="470440" y="78819"/>
                  <a:pt x="470440" y="78819"/>
                </a:cubicBezTo>
                <a:lnTo>
                  <a:pt x="470440" y="101775"/>
                </a:lnTo>
                <a:cubicBezTo>
                  <a:pt x="470440" y="101775"/>
                  <a:pt x="531495" y="88821"/>
                  <a:pt x="531495" y="88821"/>
                </a:cubicBezTo>
                <a:lnTo>
                  <a:pt x="531495" y="118015"/>
                </a:lnTo>
                <a:cubicBezTo>
                  <a:pt x="531495" y="118015"/>
                  <a:pt x="470440" y="131016"/>
                  <a:pt x="470440" y="131016"/>
                </a:cubicBezTo>
                <a:lnTo>
                  <a:pt x="470440" y="154162"/>
                </a:lnTo>
                <a:cubicBezTo>
                  <a:pt x="470440" y="154162"/>
                  <a:pt x="540782" y="139208"/>
                  <a:pt x="540782" y="139208"/>
                </a:cubicBezTo>
                <a:lnTo>
                  <a:pt x="540782" y="170117"/>
                </a:lnTo>
                <a:cubicBezTo>
                  <a:pt x="540782" y="170117"/>
                  <a:pt x="436340" y="192310"/>
                  <a:pt x="436340" y="192310"/>
                </a:cubicBezTo>
                <a:lnTo>
                  <a:pt x="436340" y="55150"/>
                </a:lnTo>
                <a:close/>
                <a:moveTo>
                  <a:pt x="561308" y="28623"/>
                </a:moveTo>
                <a:lnTo>
                  <a:pt x="625173" y="15049"/>
                </a:lnTo>
                <a:lnTo>
                  <a:pt x="662035" y="133112"/>
                </a:lnTo>
                <a:lnTo>
                  <a:pt x="662035" y="7239"/>
                </a:lnTo>
                <a:cubicBezTo>
                  <a:pt x="662035" y="7239"/>
                  <a:pt x="695897" y="48"/>
                  <a:pt x="695897" y="48"/>
                </a:cubicBezTo>
                <a:lnTo>
                  <a:pt x="695897" y="137208"/>
                </a:lnTo>
                <a:cubicBezTo>
                  <a:pt x="695897" y="137208"/>
                  <a:pt x="632032" y="150781"/>
                  <a:pt x="632032" y="150781"/>
                </a:cubicBezTo>
                <a:lnTo>
                  <a:pt x="595170" y="32718"/>
                </a:lnTo>
                <a:lnTo>
                  <a:pt x="595170" y="158591"/>
                </a:lnTo>
                <a:cubicBezTo>
                  <a:pt x="595170" y="158591"/>
                  <a:pt x="561308" y="165783"/>
                  <a:pt x="561308" y="165783"/>
                </a:cubicBezTo>
                <a:lnTo>
                  <a:pt x="561308" y="28623"/>
                </a:lnTo>
                <a:close/>
              </a:path>
            </a:pathLst>
          </a:custGeom>
          <a:solidFill>
            <a:srgbClr val="FFFFFF"/>
          </a:solidFill>
          <a:ln w="4763" cap="flat">
            <a:noFill/>
            <a:prstDash val="solid"/>
            <a:miter/>
          </a:ln>
        </p:spPr>
        <p:txBody>
          <a:bodyPr rtlCol="0" anchor="ctr"/>
          <a:lstStyle/>
          <a:p>
            <a:endParaRPr lang="en-AU"/>
          </a:p>
        </p:txBody>
      </p:sp>
      <p:sp>
        <p:nvSpPr>
          <p:cNvPr id="33" name="Google Shape;10;p2">
            <a:extLst>
              <a:ext uri="{FF2B5EF4-FFF2-40B4-BE49-F238E27FC236}">
                <a16:creationId xmlns:a16="http://schemas.microsoft.com/office/drawing/2014/main" id="{D543CF40-CA6C-AB12-3735-CF8AC652A545}"/>
              </a:ext>
            </a:extLst>
          </p:cNvPr>
          <p:cNvSpPr txBox="1">
            <a:spLocks noGrp="1"/>
          </p:cNvSpPr>
          <p:nvPr>
            <p:ph type="ctrTitle" hasCustomPrompt="1"/>
          </p:nvPr>
        </p:nvSpPr>
        <p:spPr>
          <a:xfrm>
            <a:off x="311708" y="2197678"/>
            <a:ext cx="3457652" cy="516890"/>
          </a:xfrm>
          <a:prstGeom prst="rect">
            <a:avLst/>
          </a:prstGeom>
        </p:spPr>
        <p:txBody>
          <a:bodyPr spcFirstLastPara="1" wrap="square" lIns="90000" tIns="90000" rIns="90000" bIns="36000" anchor="b" anchorCtr="0">
            <a:noAutofit/>
          </a:bodyPr>
          <a:lstStyle>
            <a:lvl1pPr lvl="0" algn="l">
              <a:spcBef>
                <a:spcPts val="0"/>
              </a:spcBef>
              <a:spcAft>
                <a:spcPts val="0"/>
              </a:spcAft>
              <a:buSzPts val="5200"/>
              <a:buNone/>
              <a:defRPr sz="2800" b="1">
                <a:solidFill>
                  <a:schemeClr val="tx1"/>
                </a:solidFill>
                <a:latin typeface="PP Neue Machina Plain Ultrabold" pitchFamily="50" charset="0"/>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r>
              <a:rPr lang="en-IN" dirty="0"/>
              <a:t>Section Title</a:t>
            </a:r>
            <a:endParaRPr dirty="0"/>
          </a:p>
        </p:txBody>
      </p:sp>
      <p:sp>
        <p:nvSpPr>
          <p:cNvPr id="16" name="Text Placeholder 15">
            <a:extLst>
              <a:ext uri="{FF2B5EF4-FFF2-40B4-BE49-F238E27FC236}">
                <a16:creationId xmlns:a16="http://schemas.microsoft.com/office/drawing/2014/main" id="{17A7E5E8-BE49-EF88-3BBF-34F70B616301}"/>
              </a:ext>
            </a:extLst>
          </p:cNvPr>
          <p:cNvSpPr>
            <a:spLocks noGrp="1"/>
          </p:cNvSpPr>
          <p:nvPr>
            <p:ph type="body" sz="quarter" idx="14" hasCustomPrompt="1"/>
          </p:nvPr>
        </p:nvSpPr>
        <p:spPr>
          <a:xfrm>
            <a:off x="379413" y="1489710"/>
            <a:ext cx="1322387" cy="516890"/>
          </a:xfrm>
          <a:noFill/>
        </p:spPr>
        <p:txBody>
          <a:bodyPr anchor="ctr">
            <a:noAutofit/>
          </a:bodyPr>
          <a:lstStyle>
            <a:lvl1pPr marL="0" indent="0" algn="l">
              <a:buNone/>
              <a:defRPr sz="5400" b="1">
                <a:solidFill>
                  <a:schemeClr val="accent2"/>
                </a:solidFill>
              </a:defRPr>
            </a:lvl1pPr>
          </a:lstStyle>
          <a:p>
            <a:pPr lvl="0"/>
            <a:r>
              <a:rPr lang="en-IN" dirty="0"/>
              <a:t>01</a:t>
            </a:r>
            <a:endParaRPr lang="en-AU" dirty="0"/>
          </a:p>
        </p:txBody>
      </p:sp>
    </p:spTree>
    <p:extLst>
      <p:ext uri="{BB962C8B-B14F-4D97-AF65-F5344CB8AC3E}">
        <p14:creationId xmlns:p14="http://schemas.microsoft.com/office/powerpoint/2010/main" val="2629293315"/>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slide" preserve="1" userDrawn="1">
  <p:cSld name="1_Section Breaker - Dark">
    <p:bg>
      <p:bgPr>
        <a:solidFill>
          <a:schemeClr val="tx1"/>
        </a:solidFill>
        <a:effectLst/>
      </p:bgPr>
    </p:bg>
    <p:spTree>
      <p:nvGrpSpPr>
        <p:cNvPr id="1" name="Shape 9"/>
        <p:cNvGrpSpPr/>
        <p:nvPr/>
      </p:nvGrpSpPr>
      <p:grpSpPr>
        <a:xfrm>
          <a:off x="0" y="0"/>
          <a:ext cx="0" cy="0"/>
          <a:chOff x="0" y="0"/>
          <a:chExt cx="0" cy="0"/>
        </a:xfrm>
      </p:grpSpPr>
      <p:sp>
        <p:nvSpPr>
          <p:cNvPr id="4" name="Picture Placeholder 2">
            <a:extLst>
              <a:ext uri="{FF2B5EF4-FFF2-40B4-BE49-F238E27FC236}">
                <a16:creationId xmlns:a16="http://schemas.microsoft.com/office/drawing/2014/main" id="{45D17064-E21B-E636-462A-0EB402EB6CB4}"/>
              </a:ext>
            </a:extLst>
          </p:cNvPr>
          <p:cNvSpPr>
            <a:spLocks noGrp="1"/>
          </p:cNvSpPr>
          <p:nvPr>
            <p:ph type="pic" sz="quarter" idx="13" hasCustomPrompt="1"/>
          </p:nvPr>
        </p:nvSpPr>
        <p:spPr>
          <a:xfrm>
            <a:off x="0" y="-1271"/>
            <a:ext cx="9144476" cy="4462781"/>
          </a:xfrm>
          <a:custGeom>
            <a:avLst/>
            <a:gdLst>
              <a:gd name="connsiteX0" fmla="*/ 0 w 9144000"/>
              <a:gd name="connsiteY0" fmla="*/ 0 h 4442826"/>
              <a:gd name="connsiteX1" fmla="*/ 9144000 w 9144000"/>
              <a:gd name="connsiteY1" fmla="*/ 0 h 4442826"/>
              <a:gd name="connsiteX2" fmla="*/ 9144000 w 9144000"/>
              <a:gd name="connsiteY2" fmla="*/ 4442826 h 4442826"/>
              <a:gd name="connsiteX3" fmla="*/ 0 w 9144000"/>
              <a:gd name="connsiteY3" fmla="*/ 4442826 h 4442826"/>
              <a:gd name="connsiteX4" fmla="*/ 0 w 9144000"/>
              <a:gd name="connsiteY4" fmla="*/ 0 h 4442826"/>
              <a:gd name="connsiteX0" fmla="*/ 0 w 9151620"/>
              <a:gd name="connsiteY0" fmla="*/ 0 h 4458066"/>
              <a:gd name="connsiteX1" fmla="*/ 9144000 w 9151620"/>
              <a:gd name="connsiteY1" fmla="*/ 0 h 4458066"/>
              <a:gd name="connsiteX2" fmla="*/ 9151620 w 9151620"/>
              <a:gd name="connsiteY2" fmla="*/ 4458066 h 4458066"/>
              <a:gd name="connsiteX3" fmla="*/ 0 w 9151620"/>
              <a:gd name="connsiteY3" fmla="*/ 4442826 h 4458066"/>
              <a:gd name="connsiteX4" fmla="*/ 0 w 9151620"/>
              <a:gd name="connsiteY4"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0 w 9151620"/>
              <a:gd name="connsiteY4" fmla="*/ 4442826 h 4458066"/>
              <a:gd name="connsiteX5" fmla="*/ 0 w 9151620"/>
              <a:gd name="connsiteY5"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7551420 w 9151620"/>
              <a:gd name="connsiteY4" fmla="*/ 4436111 h 4458066"/>
              <a:gd name="connsiteX5" fmla="*/ 0 w 9151620"/>
              <a:gd name="connsiteY5" fmla="*/ 4442826 h 4458066"/>
              <a:gd name="connsiteX6" fmla="*/ 0 w 9151620"/>
              <a:gd name="connsiteY6"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8282940 w 9151620"/>
              <a:gd name="connsiteY4" fmla="*/ 4436111 h 4458066"/>
              <a:gd name="connsiteX5" fmla="*/ 7551420 w 9151620"/>
              <a:gd name="connsiteY5" fmla="*/ 4436111 h 4458066"/>
              <a:gd name="connsiteX6" fmla="*/ 0 w 9151620"/>
              <a:gd name="connsiteY6" fmla="*/ 4442826 h 4458066"/>
              <a:gd name="connsiteX7" fmla="*/ 0 w 9151620"/>
              <a:gd name="connsiteY7"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8260080 w 9151620"/>
              <a:gd name="connsiteY4" fmla="*/ 4306571 h 4458066"/>
              <a:gd name="connsiteX5" fmla="*/ 7551420 w 9151620"/>
              <a:gd name="connsiteY5" fmla="*/ 4436111 h 4458066"/>
              <a:gd name="connsiteX6" fmla="*/ 0 w 9151620"/>
              <a:gd name="connsiteY6" fmla="*/ 4442826 h 4458066"/>
              <a:gd name="connsiteX7" fmla="*/ 0 w 9151620"/>
              <a:gd name="connsiteY7" fmla="*/ 0 h 4458066"/>
              <a:gd name="connsiteX0" fmla="*/ 0 w 9151620"/>
              <a:gd name="connsiteY0" fmla="*/ 0 h 4462781"/>
              <a:gd name="connsiteX1" fmla="*/ 9144000 w 9151620"/>
              <a:gd name="connsiteY1" fmla="*/ 0 h 4462781"/>
              <a:gd name="connsiteX2" fmla="*/ 9151620 w 9151620"/>
              <a:gd name="connsiteY2" fmla="*/ 4458066 h 4462781"/>
              <a:gd name="connsiteX3" fmla="*/ 8941594 w 9151620"/>
              <a:gd name="connsiteY3" fmla="*/ 4462781 h 4462781"/>
              <a:gd name="connsiteX4" fmla="*/ 8260080 w 9151620"/>
              <a:gd name="connsiteY4" fmla="*/ 4306571 h 4462781"/>
              <a:gd name="connsiteX5" fmla="*/ 7551420 w 9151620"/>
              <a:gd name="connsiteY5" fmla="*/ 4436111 h 4462781"/>
              <a:gd name="connsiteX6" fmla="*/ 0 w 9151620"/>
              <a:gd name="connsiteY6" fmla="*/ 4442826 h 4462781"/>
              <a:gd name="connsiteX7" fmla="*/ 0 w 9151620"/>
              <a:gd name="connsiteY7" fmla="*/ 0 h 4462781"/>
              <a:gd name="connsiteX0" fmla="*/ 0 w 9151620"/>
              <a:gd name="connsiteY0" fmla="*/ 0 h 4462781"/>
              <a:gd name="connsiteX1" fmla="*/ 9144000 w 9151620"/>
              <a:gd name="connsiteY1" fmla="*/ 0 h 4462781"/>
              <a:gd name="connsiteX2" fmla="*/ 9151620 w 9151620"/>
              <a:gd name="connsiteY2" fmla="*/ 4458066 h 4462781"/>
              <a:gd name="connsiteX3" fmla="*/ 8941594 w 9151620"/>
              <a:gd name="connsiteY3" fmla="*/ 4462781 h 4462781"/>
              <a:gd name="connsiteX4" fmla="*/ 8260080 w 9151620"/>
              <a:gd name="connsiteY4" fmla="*/ 4306571 h 4462781"/>
              <a:gd name="connsiteX5" fmla="*/ 7556182 w 9151620"/>
              <a:gd name="connsiteY5" fmla="*/ 4462304 h 4462781"/>
              <a:gd name="connsiteX6" fmla="*/ 0 w 9151620"/>
              <a:gd name="connsiteY6" fmla="*/ 4442826 h 4462781"/>
              <a:gd name="connsiteX7" fmla="*/ 0 w 9151620"/>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41594 w 9144476"/>
              <a:gd name="connsiteY3" fmla="*/ 4462781 h 4462781"/>
              <a:gd name="connsiteX4" fmla="*/ 8260080 w 9144476"/>
              <a:gd name="connsiteY4" fmla="*/ 4306571 h 4462781"/>
              <a:gd name="connsiteX5" fmla="*/ 7556182 w 9144476"/>
              <a:gd name="connsiteY5" fmla="*/ 4462304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41594 w 9144476"/>
              <a:gd name="connsiteY3" fmla="*/ 4462781 h 4462781"/>
              <a:gd name="connsiteX4" fmla="*/ 8260080 w 9144476"/>
              <a:gd name="connsiteY4" fmla="*/ 4306571 h 4462781"/>
              <a:gd name="connsiteX5" fmla="*/ 7541895 w 9144476"/>
              <a:gd name="connsiteY5" fmla="*/ 4452779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53500 w 9144476"/>
              <a:gd name="connsiteY3" fmla="*/ 4462781 h 4462781"/>
              <a:gd name="connsiteX4" fmla="*/ 8260080 w 9144476"/>
              <a:gd name="connsiteY4" fmla="*/ 4306571 h 4462781"/>
              <a:gd name="connsiteX5" fmla="*/ 7541895 w 9144476"/>
              <a:gd name="connsiteY5" fmla="*/ 4452779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53500 w 9144476"/>
              <a:gd name="connsiteY3" fmla="*/ 4462781 h 4462781"/>
              <a:gd name="connsiteX4" fmla="*/ 8260080 w 9144476"/>
              <a:gd name="connsiteY4" fmla="*/ 4306571 h 4462781"/>
              <a:gd name="connsiteX5" fmla="*/ 7551131 w 9144476"/>
              <a:gd name="connsiteY5" fmla="*/ 4462015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53500 w 9144476"/>
              <a:gd name="connsiteY3" fmla="*/ 4462781 h 4462781"/>
              <a:gd name="connsiteX4" fmla="*/ 8260080 w 9144476"/>
              <a:gd name="connsiteY4" fmla="*/ 4306571 h 4462781"/>
              <a:gd name="connsiteX5" fmla="*/ 7551131 w 9144476"/>
              <a:gd name="connsiteY5" fmla="*/ 4462015 h 4462781"/>
              <a:gd name="connsiteX6" fmla="*/ 18473 w 9144476"/>
              <a:gd name="connsiteY6" fmla="*/ 4461299 h 4462781"/>
              <a:gd name="connsiteX7" fmla="*/ 0 w 9144476"/>
              <a:gd name="connsiteY7" fmla="*/ 0 h 4462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476" h="4462781">
                <a:moveTo>
                  <a:pt x="0" y="0"/>
                </a:moveTo>
                <a:lnTo>
                  <a:pt x="9144000" y="0"/>
                </a:lnTo>
                <a:cubicBezTo>
                  <a:pt x="9144159" y="1486022"/>
                  <a:pt x="9144317" y="2972044"/>
                  <a:pt x="9144476" y="4458066"/>
                </a:cubicBezTo>
                <a:lnTo>
                  <a:pt x="8953500" y="4462781"/>
                </a:lnTo>
                <a:lnTo>
                  <a:pt x="8260080" y="4306571"/>
                </a:lnTo>
                <a:lnTo>
                  <a:pt x="7551131" y="4462015"/>
                </a:lnTo>
                <a:lnTo>
                  <a:pt x="18473" y="4461299"/>
                </a:lnTo>
                <a:cubicBezTo>
                  <a:pt x="12315" y="2974199"/>
                  <a:pt x="6158" y="1487100"/>
                  <a:pt x="0" y="0"/>
                </a:cubicBezTo>
                <a:close/>
              </a:path>
            </a:pathLst>
          </a:custGeom>
          <a:noFill/>
        </p:spPr>
        <p:txBody>
          <a:bodyPr/>
          <a:lstStyle>
            <a:lvl1pPr marL="114300" indent="0">
              <a:buNone/>
              <a:defRPr/>
            </a:lvl1pPr>
          </a:lstStyle>
          <a:p>
            <a:r>
              <a:rPr lang="en-IN" dirty="0"/>
              <a:t> </a:t>
            </a:r>
            <a:endParaRPr lang="en-AU" dirty="0"/>
          </a:p>
        </p:txBody>
      </p:sp>
      <p:sp>
        <p:nvSpPr>
          <p:cNvPr id="13" name="Freeform: Shape 12">
            <a:extLst>
              <a:ext uri="{FF2B5EF4-FFF2-40B4-BE49-F238E27FC236}">
                <a16:creationId xmlns:a16="http://schemas.microsoft.com/office/drawing/2014/main" id="{DCFA8F1A-438C-2D31-EC45-A4CCF4206F40}"/>
              </a:ext>
            </a:extLst>
          </p:cNvPr>
          <p:cNvSpPr/>
          <p:nvPr/>
        </p:nvSpPr>
        <p:spPr>
          <a:xfrm>
            <a:off x="0" y="4305300"/>
            <a:ext cx="9144000" cy="857250"/>
          </a:xfrm>
          <a:custGeom>
            <a:avLst/>
            <a:gdLst>
              <a:gd name="connsiteX0" fmla="*/ 0 w 9144000"/>
              <a:gd name="connsiteY0" fmla="*/ 857250 h 857250"/>
              <a:gd name="connsiteX1" fmla="*/ 0 w 9144000"/>
              <a:gd name="connsiteY1" fmla="*/ 149828 h 857250"/>
              <a:gd name="connsiteX2" fmla="*/ 7540609 w 9144000"/>
              <a:gd name="connsiteY2" fmla="*/ 149828 h 857250"/>
              <a:gd name="connsiteX3" fmla="*/ 8245698 w 9144000"/>
              <a:gd name="connsiteY3" fmla="*/ 0 h 857250"/>
              <a:gd name="connsiteX4" fmla="*/ 8933831 w 9144000"/>
              <a:gd name="connsiteY4" fmla="*/ 149828 h 857250"/>
              <a:gd name="connsiteX5" fmla="*/ 9144000 w 9144000"/>
              <a:gd name="connsiteY5" fmla="*/ 149828 h 857250"/>
              <a:gd name="connsiteX6" fmla="*/ 9144000 w 9144000"/>
              <a:gd name="connsiteY6" fmla="*/ 857250 h 857250"/>
              <a:gd name="connsiteX7" fmla="*/ 0 w 9144000"/>
              <a:gd name="connsiteY7" fmla="*/ 857250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0" h="857250">
                <a:moveTo>
                  <a:pt x="0" y="857250"/>
                </a:moveTo>
                <a:lnTo>
                  <a:pt x="0" y="149828"/>
                </a:lnTo>
                <a:lnTo>
                  <a:pt x="7540609" y="149828"/>
                </a:lnTo>
                <a:lnTo>
                  <a:pt x="8245698" y="0"/>
                </a:lnTo>
                <a:lnTo>
                  <a:pt x="8933831" y="149828"/>
                </a:lnTo>
                <a:lnTo>
                  <a:pt x="9144000" y="149828"/>
                </a:lnTo>
                <a:lnTo>
                  <a:pt x="9144000" y="857250"/>
                </a:lnTo>
                <a:lnTo>
                  <a:pt x="0" y="857250"/>
                </a:lnTo>
                <a:close/>
              </a:path>
            </a:pathLst>
          </a:custGeom>
          <a:gradFill>
            <a:gsLst>
              <a:gs pos="0">
                <a:srgbClr val="ED1A7D"/>
              </a:gs>
              <a:gs pos="50000">
                <a:srgbClr val="BB1B6D"/>
              </a:gs>
              <a:gs pos="100000">
                <a:srgbClr val="891D5D"/>
              </a:gs>
            </a:gsLst>
            <a:lin ang="0" scaled="1"/>
          </a:gradFill>
          <a:ln w="81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lvl="0" defTabSz="914400" eaLnBrk="1" latinLnBrk="0" hangingPunct="1"/>
            <a:endParaRPr lang="en-AU" sz="1800" kern="1200">
              <a:solidFill>
                <a:schemeClr val="tx1"/>
              </a:solidFill>
              <a:latin typeface="+mn-lt"/>
              <a:ea typeface="+mn-ea"/>
              <a:cs typeface="+mn-cs"/>
            </a:endParaRPr>
          </a:p>
        </p:txBody>
      </p:sp>
      <p:sp>
        <p:nvSpPr>
          <p:cNvPr id="14" name="Freeform: Shape 13">
            <a:extLst>
              <a:ext uri="{FF2B5EF4-FFF2-40B4-BE49-F238E27FC236}">
                <a16:creationId xmlns:a16="http://schemas.microsoft.com/office/drawing/2014/main" id="{6332EFC7-40EB-E5E0-6D5B-205A7815463F}"/>
              </a:ext>
            </a:extLst>
          </p:cNvPr>
          <p:cNvSpPr/>
          <p:nvPr/>
        </p:nvSpPr>
        <p:spPr>
          <a:xfrm>
            <a:off x="7540608" y="4441555"/>
            <a:ext cx="1246536" cy="285083"/>
          </a:xfrm>
          <a:custGeom>
            <a:avLst/>
            <a:gdLst>
              <a:gd name="connsiteX0" fmla="*/ 718995 w 1246536"/>
              <a:gd name="connsiteY0" fmla="*/ 0 h 285083"/>
              <a:gd name="connsiteX1" fmla="*/ 769239 w 1246536"/>
              <a:gd name="connsiteY1" fmla="*/ 10668 h 285083"/>
              <a:gd name="connsiteX2" fmla="*/ 842391 w 1246536"/>
              <a:gd name="connsiteY2" fmla="*/ 94726 h 285083"/>
              <a:gd name="connsiteX3" fmla="*/ 769239 w 1246536"/>
              <a:gd name="connsiteY3" fmla="*/ 147876 h 285083"/>
              <a:gd name="connsiteX4" fmla="*/ 718995 w 1246536"/>
              <a:gd name="connsiteY4" fmla="*/ 137208 h 285083"/>
              <a:gd name="connsiteX5" fmla="*/ 718995 w 1246536"/>
              <a:gd name="connsiteY5" fmla="*/ 48 h 285083"/>
              <a:gd name="connsiteX6" fmla="*/ 769239 w 1246536"/>
              <a:gd name="connsiteY6" fmla="*/ 116729 h 285083"/>
              <a:gd name="connsiteX7" fmla="*/ 808530 w 1246536"/>
              <a:gd name="connsiteY7" fmla="*/ 87535 h 285083"/>
              <a:gd name="connsiteX8" fmla="*/ 769239 w 1246536"/>
              <a:gd name="connsiteY8" fmla="*/ 41624 h 285083"/>
              <a:gd name="connsiteX9" fmla="*/ 752856 w 1246536"/>
              <a:gd name="connsiteY9" fmla="*/ 38148 h 285083"/>
              <a:gd name="connsiteX10" fmla="*/ 752856 w 1246536"/>
              <a:gd name="connsiteY10" fmla="*/ 113252 h 285083"/>
              <a:gd name="connsiteX11" fmla="*/ 769239 w 1246536"/>
              <a:gd name="connsiteY11" fmla="*/ 116729 h 285083"/>
              <a:gd name="connsiteX12" fmla="*/ 947024 w 1246536"/>
              <a:gd name="connsiteY12" fmla="*/ 48482 h 285083"/>
              <a:gd name="connsiteX13" fmla="*/ 947024 w 1246536"/>
              <a:gd name="connsiteY13" fmla="*/ 79391 h 285083"/>
              <a:gd name="connsiteX14" fmla="*/ 917067 w 1246536"/>
              <a:gd name="connsiteY14" fmla="*/ 73009 h 285083"/>
              <a:gd name="connsiteX15" fmla="*/ 917067 w 1246536"/>
              <a:gd name="connsiteY15" fmla="*/ 148114 h 285083"/>
              <a:gd name="connsiteX16" fmla="*/ 947024 w 1246536"/>
              <a:gd name="connsiteY16" fmla="*/ 154496 h 285083"/>
              <a:gd name="connsiteX17" fmla="*/ 947024 w 1246536"/>
              <a:gd name="connsiteY17" fmla="*/ 185642 h 285083"/>
              <a:gd name="connsiteX18" fmla="*/ 853393 w 1246536"/>
              <a:gd name="connsiteY18" fmla="*/ 165735 h 285083"/>
              <a:gd name="connsiteX19" fmla="*/ 853393 w 1246536"/>
              <a:gd name="connsiteY19" fmla="*/ 134588 h 285083"/>
              <a:gd name="connsiteX20" fmla="*/ 883349 w 1246536"/>
              <a:gd name="connsiteY20" fmla="*/ 140970 h 285083"/>
              <a:gd name="connsiteX21" fmla="*/ 883349 w 1246536"/>
              <a:gd name="connsiteY21" fmla="*/ 65865 h 285083"/>
              <a:gd name="connsiteX22" fmla="*/ 853393 w 1246536"/>
              <a:gd name="connsiteY22" fmla="*/ 59484 h 285083"/>
              <a:gd name="connsiteX23" fmla="*/ 853393 w 1246536"/>
              <a:gd name="connsiteY23" fmla="*/ 28575 h 285083"/>
              <a:gd name="connsiteX24" fmla="*/ 947024 w 1246536"/>
              <a:gd name="connsiteY24" fmla="*/ 48482 h 285083"/>
              <a:gd name="connsiteX25" fmla="*/ 1026319 w 1246536"/>
              <a:gd name="connsiteY25" fmla="*/ 62627 h 285083"/>
              <a:gd name="connsiteX26" fmla="*/ 1094994 w 1246536"/>
              <a:gd name="connsiteY26" fmla="*/ 148447 h 285083"/>
              <a:gd name="connsiteX27" fmla="*/ 1026319 w 1246536"/>
              <a:gd name="connsiteY27" fmla="*/ 205264 h 285083"/>
              <a:gd name="connsiteX28" fmla="*/ 957263 w 1246536"/>
              <a:gd name="connsiteY28" fmla="*/ 119205 h 285083"/>
              <a:gd name="connsiteX29" fmla="*/ 1026319 w 1246536"/>
              <a:gd name="connsiteY29" fmla="*/ 62675 h 285083"/>
              <a:gd name="connsiteX30" fmla="*/ 1026319 w 1246536"/>
              <a:gd name="connsiteY30" fmla="*/ 173117 h 285083"/>
              <a:gd name="connsiteX31" fmla="*/ 1060180 w 1246536"/>
              <a:gd name="connsiteY31" fmla="*/ 141018 h 285083"/>
              <a:gd name="connsiteX32" fmla="*/ 1026319 w 1246536"/>
              <a:gd name="connsiteY32" fmla="*/ 94726 h 285083"/>
              <a:gd name="connsiteX33" fmla="*/ 992267 w 1246536"/>
              <a:gd name="connsiteY33" fmla="*/ 126587 h 285083"/>
              <a:gd name="connsiteX34" fmla="*/ 1026319 w 1246536"/>
              <a:gd name="connsiteY34" fmla="*/ 173117 h 285083"/>
              <a:gd name="connsiteX35" fmla="*/ 1111949 w 1246536"/>
              <a:gd name="connsiteY35" fmla="*/ 83534 h 285083"/>
              <a:gd name="connsiteX36" fmla="*/ 1175814 w 1246536"/>
              <a:gd name="connsiteY36" fmla="*/ 97107 h 285083"/>
              <a:gd name="connsiteX37" fmla="*/ 1212675 w 1246536"/>
              <a:gd name="connsiteY37" fmla="*/ 230791 h 285083"/>
              <a:gd name="connsiteX38" fmla="*/ 1212675 w 1246536"/>
              <a:gd name="connsiteY38" fmla="*/ 104918 h 285083"/>
              <a:gd name="connsiteX39" fmla="*/ 1246537 w 1246536"/>
              <a:gd name="connsiteY39" fmla="*/ 112109 h 285083"/>
              <a:gd name="connsiteX40" fmla="*/ 1246537 w 1246536"/>
              <a:gd name="connsiteY40" fmla="*/ 249269 h 285083"/>
              <a:gd name="connsiteX41" fmla="*/ 1182672 w 1246536"/>
              <a:gd name="connsiteY41" fmla="*/ 235696 h 285083"/>
              <a:gd name="connsiteX42" fmla="*/ 1145810 w 1246536"/>
              <a:gd name="connsiteY42" fmla="*/ 102013 h 285083"/>
              <a:gd name="connsiteX43" fmla="*/ 1145810 w 1246536"/>
              <a:gd name="connsiteY43" fmla="*/ 227886 h 285083"/>
              <a:gd name="connsiteX44" fmla="*/ 1111949 w 1246536"/>
              <a:gd name="connsiteY44" fmla="*/ 220694 h 285083"/>
              <a:gd name="connsiteX45" fmla="*/ 1111949 w 1246536"/>
              <a:gd name="connsiteY45" fmla="*/ 83534 h 285083"/>
              <a:gd name="connsiteX46" fmla="*/ 42101 w 1246536"/>
              <a:gd name="connsiteY46" fmla="*/ 138970 h 285083"/>
              <a:gd name="connsiteX47" fmla="*/ 104108 w 1246536"/>
              <a:gd name="connsiteY47" fmla="*/ 125778 h 285083"/>
              <a:gd name="connsiteX48" fmla="*/ 145971 w 1246536"/>
              <a:gd name="connsiteY48" fmla="*/ 254032 h 285083"/>
              <a:gd name="connsiteX49" fmla="*/ 110061 w 1246536"/>
              <a:gd name="connsiteY49" fmla="*/ 261652 h 285083"/>
              <a:gd name="connsiteX50" fmla="*/ 97774 w 1246536"/>
              <a:gd name="connsiteY50" fmla="*/ 222837 h 285083"/>
              <a:gd name="connsiteX51" fmla="*/ 47863 w 1246536"/>
              <a:gd name="connsiteY51" fmla="*/ 233458 h 285083"/>
              <a:gd name="connsiteX52" fmla="*/ 35576 w 1246536"/>
              <a:gd name="connsiteY52" fmla="*/ 277511 h 285083"/>
              <a:gd name="connsiteX53" fmla="*/ 0 w 1246536"/>
              <a:gd name="connsiteY53" fmla="*/ 285083 h 285083"/>
              <a:gd name="connsiteX54" fmla="*/ 42053 w 1246536"/>
              <a:gd name="connsiteY54" fmla="*/ 138970 h 285083"/>
              <a:gd name="connsiteX55" fmla="*/ 88440 w 1246536"/>
              <a:gd name="connsiteY55" fmla="*/ 193929 h 285083"/>
              <a:gd name="connsiteX56" fmla="*/ 72819 w 1246536"/>
              <a:gd name="connsiteY56" fmla="*/ 144923 h 285083"/>
              <a:gd name="connsiteX57" fmla="*/ 57198 w 1246536"/>
              <a:gd name="connsiteY57" fmla="*/ 200597 h 285083"/>
              <a:gd name="connsiteX58" fmla="*/ 88488 w 1246536"/>
              <a:gd name="connsiteY58" fmla="*/ 193929 h 285083"/>
              <a:gd name="connsiteX59" fmla="*/ 214646 w 1246536"/>
              <a:gd name="connsiteY59" fmla="*/ 242173 h 285083"/>
              <a:gd name="connsiteX60" fmla="*/ 148733 w 1246536"/>
              <a:gd name="connsiteY60" fmla="*/ 199930 h 285083"/>
              <a:gd name="connsiteX61" fmla="*/ 183738 w 1246536"/>
              <a:gd name="connsiteY61" fmla="*/ 192500 h 285083"/>
              <a:gd name="connsiteX62" fmla="*/ 215408 w 1246536"/>
              <a:gd name="connsiteY62" fmla="*/ 212408 h 285083"/>
              <a:gd name="connsiteX63" fmla="*/ 239030 w 1246536"/>
              <a:gd name="connsiteY63" fmla="*/ 195310 h 285083"/>
              <a:gd name="connsiteX64" fmla="*/ 227886 w 1246536"/>
              <a:gd name="connsiteY64" fmla="*/ 187166 h 285083"/>
              <a:gd name="connsiteX65" fmla="*/ 183975 w 1246536"/>
              <a:gd name="connsiteY65" fmla="*/ 184452 h 285083"/>
              <a:gd name="connsiteX66" fmla="*/ 154210 w 1246536"/>
              <a:gd name="connsiteY66" fmla="*/ 153210 h 285083"/>
              <a:gd name="connsiteX67" fmla="*/ 207645 w 1246536"/>
              <a:gd name="connsiteY67" fmla="*/ 101013 h 285083"/>
              <a:gd name="connsiteX68" fmla="*/ 268891 w 1246536"/>
              <a:gd name="connsiteY68" fmla="*/ 138017 h 285083"/>
              <a:gd name="connsiteX69" fmla="*/ 234077 w 1246536"/>
              <a:gd name="connsiteY69" fmla="*/ 145399 h 285083"/>
              <a:gd name="connsiteX70" fmla="*/ 208217 w 1246536"/>
              <a:gd name="connsiteY70" fmla="*/ 129873 h 285083"/>
              <a:gd name="connsiteX71" fmla="*/ 189215 w 1246536"/>
              <a:gd name="connsiteY71" fmla="*/ 145018 h 285083"/>
              <a:gd name="connsiteX72" fmla="*/ 199454 w 1246536"/>
              <a:gd name="connsiteY72" fmla="*/ 152352 h 285083"/>
              <a:gd name="connsiteX73" fmla="*/ 242078 w 1246536"/>
              <a:gd name="connsiteY73" fmla="*/ 154400 h 285083"/>
              <a:gd name="connsiteX74" fmla="*/ 273891 w 1246536"/>
              <a:gd name="connsiteY74" fmla="*/ 186357 h 285083"/>
              <a:gd name="connsiteX75" fmla="*/ 214694 w 1246536"/>
              <a:gd name="connsiteY75" fmla="*/ 242125 h 285083"/>
              <a:gd name="connsiteX76" fmla="*/ 283702 w 1246536"/>
              <a:gd name="connsiteY76" fmla="*/ 156115 h 285083"/>
              <a:gd name="connsiteX77" fmla="*/ 353330 w 1246536"/>
              <a:gd name="connsiteY77" fmla="*/ 70104 h 285083"/>
              <a:gd name="connsiteX78" fmla="*/ 419767 w 1246536"/>
              <a:gd name="connsiteY78" fmla="*/ 111633 h 285083"/>
              <a:gd name="connsiteX79" fmla="*/ 384953 w 1246536"/>
              <a:gd name="connsiteY79" fmla="*/ 119015 h 285083"/>
              <a:gd name="connsiteX80" fmla="*/ 353473 w 1246536"/>
              <a:gd name="connsiteY80" fmla="*/ 102156 h 285083"/>
              <a:gd name="connsiteX81" fmla="*/ 318659 w 1246536"/>
              <a:gd name="connsiteY81" fmla="*/ 148638 h 285083"/>
              <a:gd name="connsiteX82" fmla="*/ 353473 w 1246536"/>
              <a:gd name="connsiteY82" fmla="*/ 180546 h 285083"/>
              <a:gd name="connsiteX83" fmla="*/ 384953 w 1246536"/>
              <a:gd name="connsiteY83" fmla="*/ 150114 h 285083"/>
              <a:gd name="connsiteX84" fmla="*/ 419767 w 1246536"/>
              <a:gd name="connsiteY84" fmla="*/ 142732 h 285083"/>
              <a:gd name="connsiteX85" fmla="*/ 353330 w 1246536"/>
              <a:gd name="connsiteY85" fmla="*/ 212693 h 285083"/>
              <a:gd name="connsiteX86" fmla="*/ 283702 w 1246536"/>
              <a:gd name="connsiteY86" fmla="*/ 156115 h 285083"/>
              <a:gd name="connsiteX87" fmla="*/ 436340 w 1246536"/>
              <a:gd name="connsiteY87" fmla="*/ 55150 h 285083"/>
              <a:gd name="connsiteX88" fmla="*/ 540782 w 1246536"/>
              <a:gd name="connsiteY88" fmla="*/ 32956 h 285083"/>
              <a:gd name="connsiteX89" fmla="*/ 540782 w 1246536"/>
              <a:gd name="connsiteY89" fmla="*/ 63865 h 285083"/>
              <a:gd name="connsiteX90" fmla="*/ 470440 w 1246536"/>
              <a:gd name="connsiteY90" fmla="*/ 78819 h 285083"/>
              <a:gd name="connsiteX91" fmla="*/ 470440 w 1246536"/>
              <a:gd name="connsiteY91" fmla="*/ 101775 h 285083"/>
              <a:gd name="connsiteX92" fmla="*/ 531495 w 1246536"/>
              <a:gd name="connsiteY92" fmla="*/ 88821 h 285083"/>
              <a:gd name="connsiteX93" fmla="*/ 531495 w 1246536"/>
              <a:gd name="connsiteY93" fmla="*/ 118015 h 285083"/>
              <a:gd name="connsiteX94" fmla="*/ 470440 w 1246536"/>
              <a:gd name="connsiteY94" fmla="*/ 131016 h 285083"/>
              <a:gd name="connsiteX95" fmla="*/ 470440 w 1246536"/>
              <a:gd name="connsiteY95" fmla="*/ 154162 h 285083"/>
              <a:gd name="connsiteX96" fmla="*/ 540782 w 1246536"/>
              <a:gd name="connsiteY96" fmla="*/ 139208 h 285083"/>
              <a:gd name="connsiteX97" fmla="*/ 540782 w 1246536"/>
              <a:gd name="connsiteY97" fmla="*/ 170117 h 285083"/>
              <a:gd name="connsiteX98" fmla="*/ 436340 w 1246536"/>
              <a:gd name="connsiteY98" fmla="*/ 192310 h 285083"/>
              <a:gd name="connsiteX99" fmla="*/ 436340 w 1246536"/>
              <a:gd name="connsiteY99" fmla="*/ 55150 h 285083"/>
              <a:gd name="connsiteX100" fmla="*/ 561308 w 1246536"/>
              <a:gd name="connsiteY100" fmla="*/ 28623 h 285083"/>
              <a:gd name="connsiteX101" fmla="*/ 625173 w 1246536"/>
              <a:gd name="connsiteY101" fmla="*/ 15049 h 285083"/>
              <a:gd name="connsiteX102" fmla="*/ 662035 w 1246536"/>
              <a:gd name="connsiteY102" fmla="*/ 133112 h 285083"/>
              <a:gd name="connsiteX103" fmla="*/ 662035 w 1246536"/>
              <a:gd name="connsiteY103" fmla="*/ 7239 h 285083"/>
              <a:gd name="connsiteX104" fmla="*/ 695897 w 1246536"/>
              <a:gd name="connsiteY104" fmla="*/ 48 h 285083"/>
              <a:gd name="connsiteX105" fmla="*/ 695897 w 1246536"/>
              <a:gd name="connsiteY105" fmla="*/ 137208 h 285083"/>
              <a:gd name="connsiteX106" fmla="*/ 632032 w 1246536"/>
              <a:gd name="connsiteY106" fmla="*/ 150781 h 285083"/>
              <a:gd name="connsiteX107" fmla="*/ 595170 w 1246536"/>
              <a:gd name="connsiteY107" fmla="*/ 32718 h 285083"/>
              <a:gd name="connsiteX108" fmla="*/ 595170 w 1246536"/>
              <a:gd name="connsiteY108" fmla="*/ 158591 h 285083"/>
              <a:gd name="connsiteX109" fmla="*/ 561308 w 1246536"/>
              <a:gd name="connsiteY109" fmla="*/ 165783 h 285083"/>
              <a:gd name="connsiteX110" fmla="*/ 561308 w 1246536"/>
              <a:gd name="connsiteY110" fmla="*/ 28623 h 285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246536" h="285083">
                <a:moveTo>
                  <a:pt x="718995" y="0"/>
                </a:moveTo>
                <a:lnTo>
                  <a:pt x="769239" y="10668"/>
                </a:lnTo>
                <a:cubicBezTo>
                  <a:pt x="805149" y="18288"/>
                  <a:pt x="842391" y="35766"/>
                  <a:pt x="842391" y="94726"/>
                </a:cubicBezTo>
                <a:cubicBezTo>
                  <a:pt x="842391" y="153876"/>
                  <a:pt x="805149" y="155496"/>
                  <a:pt x="769239" y="147876"/>
                </a:cubicBezTo>
                <a:lnTo>
                  <a:pt x="718995" y="137208"/>
                </a:lnTo>
                <a:lnTo>
                  <a:pt x="718995" y="48"/>
                </a:lnTo>
                <a:close/>
                <a:moveTo>
                  <a:pt x="769239" y="116729"/>
                </a:moveTo>
                <a:cubicBezTo>
                  <a:pt x="791766" y="121539"/>
                  <a:pt x="808530" y="124301"/>
                  <a:pt x="808530" y="87535"/>
                </a:cubicBezTo>
                <a:cubicBezTo>
                  <a:pt x="808530" y="50768"/>
                  <a:pt x="791623" y="46387"/>
                  <a:pt x="769239" y="41624"/>
                </a:cubicBezTo>
                <a:lnTo>
                  <a:pt x="752856" y="38148"/>
                </a:lnTo>
                <a:lnTo>
                  <a:pt x="752856" y="113252"/>
                </a:lnTo>
                <a:cubicBezTo>
                  <a:pt x="752856" y="113252"/>
                  <a:pt x="769239" y="116729"/>
                  <a:pt x="769239" y="116729"/>
                </a:cubicBezTo>
                <a:close/>
                <a:moveTo>
                  <a:pt x="947024" y="48482"/>
                </a:moveTo>
                <a:lnTo>
                  <a:pt x="947024" y="79391"/>
                </a:lnTo>
                <a:cubicBezTo>
                  <a:pt x="947024" y="79391"/>
                  <a:pt x="917067" y="73009"/>
                  <a:pt x="917067" y="73009"/>
                </a:cubicBezTo>
                <a:lnTo>
                  <a:pt x="917067" y="148114"/>
                </a:lnTo>
                <a:cubicBezTo>
                  <a:pt x="917067" y="148114"/>
                  <a:pt x="947024" y="154496"/>
                  <a:pt x="947024" y="154496"/>
                </a:cubicBezTo>
                <a:lnTo>
                  <a:pt x="947024" y="185642"/>
                </a:lnTo>
                <a:cubicBezTo>
                  <a:pt x="947024" y="185642"/>
                  <a:pt x="853393" y="165735"/>
                  <a:pt x="853393" y="165735"/>
                </a:cubicBezTo>
                <a:lnTo>
                  <a:pt x="853393" y="134588"/>
                </a:lnTo>
                <a:cubicBezTo>
                  <a:pt x="853393" y="134588"/>
                  <a:pt x="883349" y="140970"/>
                  <a:pt x="883349" y="140970"/>
                </a:cubicBezTo>
                <a:lnTo>
                  <a:pt x="883349" y="65865"/>
                </a:lnTo>
                <a:cubicBezTo>
                  <a:pt x="883349" y="65865"/>
                  <a:pt x="853393" y="59484"/>
                  <a:pt x="853393" y="59484"/>
                </a:cubicBezTo>
                <a:lnTo>
                  <a:pt x="853393" y="28575"/>
                </a:lnTo>
                <a:cubicBezTo>
                  <a:pt x="853393" y="28575"/>
                  <a:pt x="947024" y="48482"/>
                  <a:pt x="947024" y="48482"/>
                </a:cubicBezTo>
                <a:close/>
                <a:moveTo>
                  <a:pt x="1026319" y="62627"/>
                </a:moveTo>
                <a:cubicBezTo>
                  <a:pt x="1068944" y="71676"/>
                  <a:pt x="1094994" y="107966"/>
                  <a:pt x="1094994" y="148447"/>
                </a:cubicBezTo>
                <a:cubicBezTo>
                  <a:pt x="1094994" y="189119"/>
                  <a:pt x="1068944" y="214313"/>
                  <a:pt x="1026319" y="205264"/>
                </a:cubicBezTo>
                <a:cubicBezTo>
                  <a:pt x="983504" y="196167"/>
                  <a:pt x="957263" y="159829"/>
                  <a:pt x="957263" y="119205"/>
                </a:cubicBezTo>
                <a:cubicBezTo>
                  <a:pt x="957263" y="78724"/>
                  <a:pt x="983504" y="53578"/>
                  <a:pt x="1026319" y="62675"/>
                </a:cubicBezTo>
                <a:moveTo>
                  <a:pt x="1026319" y="173117"/>
                </a:moveTo>
                <a:cubicBezTo>
                  <a:pt x="1049036" y="177927"/>
                  <a:pt x="1060180" y="165926"/>
                  <a:pt x="1060180" y="141018"/>
                </a:cubicBezTo>
                <a:cubicBezTo>
                  <a:pt x="1060180" y="116110"/>
                  <a:pt x="1048846" y="99489"/>
                  <a:pt x="1026319" y="94726"/>
                </a:cubicBezTo>
                <a:cubicBezTo>
                  <a:pt x="1003602" y="89916"/>
                  <a:pt x="992267" y="101870"/>
                  <a:pt x="992267" y="126587"/>
                </a:cubicBezTo>
                <a:cubicBezTo>
                  <a:pt x="992267" y="151495"/>
                  <a:pt x="1003649" y="168307"/>
                  <a:pt x="1026319" y="173117"/>
                </a:cubicBezTo>
                <a:moveTo>
                  <a:pt x="1111949" y="83534"/>
                </a:moveTo>
                <a:lnTo>
                  <a:pt x="1175814" y="97107"/>
                </a:lnTo>
                <a:lnTo>
                  <a:pt x="1212675" y="230791"/>
                </a:lnTo>
                <a:lnTo>
                  <a:pt x="1212675" y="104918"/>
                </a:lnTo>
                <a:cubicBezTo>
                  <a:pt x="1212675" y="104918"/>
                  <a:pt x="1246537" y="112109"/>
                  <a:pt x="1246537" y="112109"/>
                </a:cubicBezTo>
                <a:lnTo>
                  <a:pt x="1246537" y="249269"/>
                </a:lnTo>
                <a:cubicBezTo>
                  <a:pt x="1246537" y="249269"/>
                  <a:pt x="1182672" y="235696"/>
                  <a:pt x="1182672" y="235696"/>
                </a:cubicBezTo>
                <a:lnTo>
                  <a:pt x="1145810" y="102013"/>
                </a:lnTo>
                <a:lnTo>
                  <a:pt x="1145810" y="227886"/>
                </a:lnTo>
                <a:cubicBezTo>
                  <a:pt x="1145810" y="227886"/>
                  <a:pt x="1111949" y="220694"/>
                  <a:pt x="1111949" y="220694"/>
                </a:cubicBezTo>
                <a:lnTo>
                  <a:pt x="1111949" y="83534"/>
                </a:lnTo>
                <a:close/>
                <a:moveTo>
                  <a:pt x="42101" y="138970"/>
                </a:moveTo>
                <a:lnTo>
                  <a:pt x="104108" y="125778"/>
                </a:lnTo>
                <a:lnTo>
                  <a:pt x="145971" y="254032"/>
                </a:lnTo>
                <a:lnTo>
                  <a:pt x="110061" y="261652"/>
                </a:lnTo>
                <a:lnTo>
                  <a:pt x="97774" y="222837"/>
                </a:lnTo>
                <a:lnTo>
                  <a:pt x="47863" y="233458"/>
                </a:lnTo>
                <a:lnTo>
                  <a:pt x="35576" y="277511"/>
                </a:lnTo>
                <a:lnTo>
                  <a:pt x="0" y="285083"/>
                </a:lnTo>
                <a:lnTo>
                  <a:pt x="42053" y="138970"/>
                </a:lnTo>
                <a:close/>
                <a:moveTo>
                  <a:pt x="88440" y="193929"/>
                </a:moveTo>
                <a:lnTo>
                  <a:pt x="72819" y="144923"/>
                </a:lnTo>
                <a:lnTo>
                  <a:pt x="57198" y="200597"/>
                </a:lnTo>
                <a:lnTo>
                  <a:pt x="88488" y="193929"/>
                </a:lnTo>
                <a:close/>
                <a:moveTo>
                  <a:pt x="214646" y="242173"/>
                </a:moveTo>
                <a:cubicBezTo>
                  <a:pt x="168307" y="252031"/>
                  <a:pt x="148733" y="235553"/>
                  <a:pt x="148733" y="199930"/>
                </a:cubicBezTo>
                <a:lnTo>
                  <a:pt x="183738" y="192500"/>
                </a:lnTo>
                <a:cubicBezTo>
                  <a:pt x="183738" y="211979"/>
                  <a:pt x="190977" y="217599"/>
                  <a:pt x="215408" y="212408"/>
                </a:cubicBezTo>
                <a:cubicBezTo>
                  <a:pt x="231982" y="208883"/>
                  <a:pt x="239030" y="203883"/>
                  <a:pt x="239030" y="195310"/>
                </a:cubicBezTo>
                <a:cubicBezTo>
                  <a:pt x="239030" y="190452"/>
                  <a:pt x="235315" y="187547"/>
                  <a:pt x="227886" y="187166"/>
                </a:cubicBezTo>
                <a:lnTo>
                  <a:pt x="183975" y="184452"/>
                </a:lnTo>
                <a:cubicBezTo>
                  <a:pt x="161258" y="182880"/>
                  <a:pt x="154210" y="170545"/>
                  <a:pt x="154210" y="153210"/>
                </a:cubicBezTo>
                <a:cubicBezTo>
                  <a:pt x="154210" y="126540"/>
                  <a:pt x="173212" y="108299"/>
                  <a:pt x="207645" y="101013"/>
                </a:cubicBezTo>
                <a:cubicBezTo>
                  <a:pt x="248603" y="92297"/>
                  <a:pt x="268891" y="108252"/>
                  <a:pt x="268891" y="138017"/>
                </a:cubicBezTo>
                <a:lnTo>
                  <a:pt x="234077" y="145399"/>
                </a:lnTo>
                <a:cubicBezTo>
                  <a:pt x="234077" y="130635"/>
                  <a:pt x="226076" y="126111"/>
                  <a:pt x="208217" y="129873"/>
                </a:cubicBezTo>
                <a:cubicBezTo>
                  <a:pt x="195739" y="132540"/>
                  <a:pt x="189215" y="137208"/>
                  <a:pt x="189215" y="145018"/>
                </a:cubicBezTo>
                <a:cubicBezTo>
                  <a:pt x="189215" y="148923"/>
                  <a:pt x="191262" y="151781"/>
                  <a:pt x="199454" y="152352"/>
                </a:cubicBezTo>
                <a:lnTo>
                  <a:pt x="242078" y="154400"/>
                </a:lnTo>
                <a:cubicBezTo>
                  <a:pt x="263843" y="155400"/>
                  <a:pt x="273891" y="166306"/>
                  <a:pt x="273891" y="186357"/>
                </a:cubicBezTo>
                <a:cubicBezTo>
                  <a:pt x="273891" y="212408"/>
                  <a:pt x="256747" y="233172"/>
                  <a:pt x="214694" y="242125"/>
                </a:cubicBezTo>
                <a:moveTo>
                  <a:pt x="283702" y="156115"/>
                </a:moveTo>
                <a:cubicBezTo>
                  <a:pt x="283702" y="115633"/>
                  <a:pt x="310325" y="79248"/>
                  <a:pt x="353330" y="70104"/>
                </a:cubicBezTo>
                <a:cubicBezTo>
                  <a:pt x="390906" y="62103"/>
                  <a:pt x="415862" y="78010"/>
                  <a:pt x="419767" y="111633"/>
                </a:cubicBezTo>
                <a:lnTo>
                  <a:pt x="384953" y="119015"/>
                </a:lnTo>
                <a:cubicBezTo>
                  <a:pt x="382143" y="104823"/>
                  <a:pt x="370047" y="98631"/>
                  <a:pt x="353473" y="102156"/>
                </a:cubicBezTo>
                <a:cubicBezTo>
                  <a:pt x="333185" y="106490"/>
                  <a:pt x="318659" y="121634"/>
                  <a:pt x="318659" y="148638"/>
                </a:cubicBezTo>
                <a:cubicBezTo>
                  <a:pt x="318659" y="175879"/>
                  <a:pt x="333185" y="184833"/>
                  <a:pt x="353473" y="180546"/>
                </a:cubicBezTo>
                <a:cubicBezTo>
                  <a:pt x="370047" y="177022"/>
                  <a:pt x="382143" y="165497"/>
                  <a:pt x="384953" y="150114"/>
                </a:cubicBezTo>
                <a:lnTo>
                  <a:pt x="419767" y="142732"/>
                </a:lnTo>
                <a:cubicBezTo>
                  <a:pt x="415862" y="178213"/>
                  <a:pt x="390906" y="204692"/>
                  <a:pt x="353330" y="212693"/>
                </a:cubicBezTo>
                <a:cubicBezTo>
                  <a:pt x="310325" y="221837"/>
                  <a:pt x="283702" y="196739"/>
                  <a:pt x="283702" y="156115"/>
                </a:cubicBezTo>
                <a:moveTo>
                  <a:pt x="436340" y="55150"/>
                </a:moveTo>
                <a:lnTo>
                  <a:pt x="540782" y="32956"/>
                </a:lnTo>
                <a:lnTo>
                  <a:pt x="540782" y="63865"/>
                </a:lnTo>
                <a:cubicBezTo>
                  <a:pt x="540782" y="63865"/>
                  <a:pt x="470440" y="78819"/>
                  <a:pt x="470440" y="78819"/>
                </a:cubicBezTo>
                <a:lnTo>
                  <a:pt x="470440" y="101775"/>
                </a:lnTo>
                <a:cubicBezTo>
                  <a:pt x="470440" y="101775"/>
                  <a:pt x="531495" y="88821"/>
                  <a:pt x="531495" y="88821"/>
                </a:cubicBezTo>
                <a:lnTo>
                  <a:pt x="531495" y="118015"/>
                </a:lnTo>
                <a:cubicBezTo>
                  <a:pt x="531495" y="118015"/>
                  <a:pt x="470440" y="131016"/>
                  <a:pt x="470440" y="131016"/>
                </a:cubicBezTo>
                <a:lnTo>
                  <a:pt x="470440" y="154162"/>
                </a:lnTo>
                <a:cubicBezTo>
                  <a:pt x="470440" y="154162"/>
                  <a:pt x="540782" y="139208"/>
                  <a:pt x="540782" y="139208"/>
                </a:cubicBezTo>
                <a:lnTo>
                  <a:pt x="540782" y="170117"/>
                </a:lnTo>
                <a:cubicBezTo>
                  <a:pt x="540782" y="170117"/>
                  <a:pt x="436340" y="192310"/>
                  <a:pt x="436340" y="192310"/>
                </a:cubicBezTo>
                <a:lnTo>
                  <a:pt x="436340" y="55150"/>
                </a:lnTo>
                <a:close/>
                <a:moveTo>
                  <a:pt x="561308" y="28623"/>
                </a:moveTo>
                <a:lnTo>
                  <a:pt x="625173" y="15049"/>
                </a:lnTo>
                <a:lnTo>
                  <a:pt x="662035" y="133112"/>
                </a:lnTo>
                <a:lnTo>
                  <a:pt x="662035" y="7239"/>
                </a:lnTo>
                <a:cubicBezTo>
                  <a:pt x="662035" y="7239"/>
                  <a:pt x="695897" y="48"/>
                  <a:pt x="695897" y="48"/>
                </a:cubicBezTo>
                <a:lnTo>
                  <a:pt x="695897" y="137208"/>
                </a:lnTo>
                <a:cubicBezTo>
                  <a:pt x="695897" y="137208"/>
                  <a:pt x="632032" y="150781"/>
                  <a:pt x="632032" y="150781"/>
                </a:cubicBezTo>
                <a:lnTo>
                  <a:pt x="595170" y="32718"/>
                </a:lnTo>
                <a:lnTo>
                  <a:pt x="595170" y="158591"/>
                </a:lnTo>
                <a:cubicBezTo>
                  <a:pt x="595170" y="158591"/>
                  <a:pt x="561308" y="165783"/>
                  <a:pt x="561308" y="165783"/>
                </a:cubicBezTo>
                <a:lnTo>
                  <a:pt x="561308" y="28623"/>
                </a:lnTo>
                <a:close/>
              </a:path>
            </a:pathLst>
          </a:custGeom>
          <a:solidFill>
            <a:srgbClr val="FFFFFF"/>
          </a:solidFill>
          <a:ln w="4763" cap="flat">
            <a:noFill/>
            <a:prstDash val="solid"/>
            <a:miter/>
          </a:ln>
        </p:spPr>
        <p:txBody>
          <a:bodyPr rtlCol="0" anchor="ctr"/>
          <a:lstStyle/>
          <a:p>
            <a:endParaRPr lang="en-AU"/>
          </a:p>
        </p:txBody>
      </p:sp>
      <p:sp>
        <p:nvSpPr>
          <p:cNvPr id="33" name="Google Shape;10;p2">
            <a:extLst>
              <a:ext uri="{FF2B5EF4-FFF2-40B4-BE49-F238E27FC236}">
                <a16:creationId xmlns:a16="http://schemas.microsoft.com/office/drawing/2014/main" id="{D543CF40-CA6C-AB12-3735-CF8AC652A545}"/>
              </a:ext>
            </a:extLst>
          </p:cNvPr>
          <p:cNvSpPr txBox="1">
            <a:spLocks noGrp="1"/>
          </p:cNvSpPr>
          <p:nvPr>
            <p:ph type="ctrTitle" hasCustomPrompt="1"/>
          </p:nvPr>
        </p:nvSpPr>
        <p:spPr>
          <a:xfrm>
            <a:off x="311708" y="2197678"/>
            <a:ext cx="3457652" cy="516890"/>
          </a:xfrm>
          <a:prstGeom prst="rect">
            <a:avLst/>
          </a:prstGeom>
        </p:spPr>
        <p:txBody>
          <a:bodyPr spcFirstLastPara="1" wrap="square" lIns="90000" tIns="90000" rIns="90000" bIns="36000" anchor="b" anchorCtr="0">
            <a:noAutofit/>
          </a:bodyPr>
          <a:lstStyle>
            <a:lvl1pPr lvl="0" algn="l">
              <a:spcBef>
                <a:spcPts val="0"/>
              </a:spcBef>
              <a:spcAft>
                <a:spcPts val="0"/>
              </a:spcAft>
              <a:buSzPts val="5200"/>
              <a:buNone/>
              <a:defRPr sz="2800" b="1">
                <a:solidFill>
                  <a:schemeClr val="bg1"/>
                </a:solidFill>
                <a:latin typeface="PP Neue Machina Plain Ultrabold" pitchFamily="50" charset="0"/>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r>
              <a:rPr lang="en-IN" dirty="0"/>
              <a:t>Section Title</a:t>
            </a:r>
            <a:endParaRPr dirty="0"/>
          </a:p>
        </p:txBody>
      </p:sp>
      <p:sp>
        <p:nvSpPr>
          <p:cNvPr id="16" name="Text Placeholder 15">
            <a:extLst>
              <a:ext uri="{FF2B5EF4-FFF2-40B4-BE49-F238E27FC236}">
                <a16:creationId xmlns:a16="http://schemas.microsoft.com/office/drawing/2014/main" id="{17A7E5E8-BE49-EF88-3BBF-34F70B616301}"/>
              </a:ext>
            </a:extLst>
          </p:cNvPr>
          <p:cNvSpPr>
            <a:spLocks noGrp="1"/>
          </p:cNvSpPr>
          <p:nvPr>
            <p:ph type="body" sz="quarter" idx="14" hasCustomPrompt="1"/>
          </p:nvPr>
        </p:nvSpPr>
        <p:spPr>
          <a:xfrm>
            <a:off x="379413" y="1489710"/>
            <a:ext cx="1322387" cy="516890"/>
          </a:xfrm>
          <a:noFill/>
        </p:spPr>
        <p:txBody>
          <a:bodyPr anchor="ctr">
            <a:noAutofit/>
          </a:bodyPr>
          <a:lstStyle>
            <a:lvl1pPr marL="0" indent="0" algn="l">
              <a:buNone/>
              <a:defRPr sz="5400" b="1">
                <a:solidFill>
                  <a:schemeClr val="accent2"/>
                </a:solidFill>
              </a:defRPr>
            </a:lvl1pPr>
          </a:lstStyle>
          <a:p>
            <a:pPr lvl="0"/>
            <a:r>
              <a:rPr lang="en-IN" dirty="0"/>
              <a:t>01</a:t>
            </a:r>
            <a:endParaRPr lang="en-AU" dirty="0"/>
          </a:p>
        </p:txBody>
      </p:sp>
    </p:spTree>
    <p:extLst>
      <p:ext uri="{BB962C8B-B14F-4D97-AF65-F5344CB8AC3E}">
        <p14:creationId xmlns:p14="http://schemas.microsoft.com/office/powerpoint/2010/main" val="753381845"/>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slide" preserve="1" userDrawn="1">
  <p:cSld name="1_Title slide">
    <p:bg>
      <p:bgPr>
        <a:solidFill>
          <a:schemeClr val="bg1"/>
        </a:solidFill>
        <a:effectLst/>
      </p:bgPr>
    </p:bg>
    <p:spTree>
      <p:nvGrpSpPr>
        <p:cNvPr id="1" name="Shape 9"/>
        <p:cNvGrpSpPr/>
        <p:nvPr/>
      </p:nvGrpSpPr>
      <p:grpSpPr>
        <a:xfrm>
          <a:off x="0" y="0"/>
          <a:ext cx="0" cy="0"/>
          <a:chOff x="0" y="0"/>
          <a:chExt cx="0" cy="0"/>
        </a:xfrm>
      </p:grpSpPr>
      <p:sp>
        <p:nvSpPr>
          <p:cNvPr id="2" name="Picture Placeholder 2">
            <a:extLst>
              <a:ext uri="{FF2B5EF4-FFF2-40B4-BE49-F238E27FC236}">
                <a16:creationId xmlns:a16="http://schemas.microsoft.com/office/drawing/2014/main" id="{E24EB988-1B3E-4E16-DFC4-94BCB32833AA}"/>
              </a:ext>
            </a:extLst>
          </p:cNvPr>
          <p:cNvSpPr>
            <a:spLocks noGrp="1"/>
          </p:cNvSpPr>
          <p:nvPr>
            <p:ph type="pic" sz="quarter" idx="13" hasCustomPrompt="1"/>
          </p:nvPr>
        </p:nvSpPr>
        <p:spPr>
          <a:xfrm>
            <a:off x="0" y="-1271"/>
            <a:ext cx="9144476" cy="4462781"/>
          </a:xfrm>
          <a:custGeom>
            <a:avLst/>
            <a:gdLst>
              <a:gd name="connsiteX0" fmla="*/ 0 w 9144000"/>
              <a:gd name="connsiteY0" fmla="*/ 0 h 4442826"/>
              <a:gd name="connsiteX1" fmla="*/ 9144000 w 9144000"/>
              <a:gd name="connsiteY1" fmla="*/ 0 h 4442826"/>
              <a:gd name="connsiteX2" fmla="*/ 9144000 w 9144000"/>
              <a:gd name="connsiteY2" fmla="*/ 4442826 h 4442826"/>
              <a:gd name="connsiteX3" fmla="*/ 0 w 9144000"/>
              <a:gd name="connsiteY3" fmla="*/ 4442826 h 4442826"/>
              <a:gd name="connsiteX4" fmla="*/ 0 w 9144000"/>
              <a:gd name="connsiteY4" fmla="*/ 0 h 4442826"/>
              <a:gd name="connsiteX0" fmla="*/ 0 w 9151620"/>
              <a:gd name="connsiteY0" fmla="*/ 0 h 4458066"/>
              <a:gd name="connsiteX1" fmla="*/ 9144000 w 9151620"/>
              <a:gd name="connsiteY1" fmla="*/ 0 h 4458066"/>
              <a:gd name="connsiteX2" fmla="*/ 9151620 w 9151620"/>
              <a:gd name="connsiteY2" fmla="*/ 4458066 h 4458066"/>
              <a:gd name="connsiteX3" fmla="*/ 0 w 9151620"/>
              <a:gd name="connsiteY3" fmla="*/ 4442826 h 4458066"/>
              <a:gd name="connsiteX4" fmla="*/ 0 w 9151620"/>
              <a:gd name="connsiteY4"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0 w 9151620"/>
              <a:gd name="connsiteY4" fmla="*/ 4442826 h 4458066"/>
              <a:gd name="connsiteX5" fmla="*/ 0 w 9151620"/>
              <a:gd name="connsiteY5"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7551420 w 9151620"/>
              <a:gd name="connsiteY4" fmla="*/ 4436111 h 4458066"/>
              <a:gd name="connsiteX5" fmla="*/ 0 w 9151620"/>
              <a:gd name="connsiteY5" fmla="*/ 4442826 h 4458066"/>
              <a:gd name="connsiteX6" fmla="*/ 0 w 9151620"/>
              <a:gd name="connsiteY6"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8282940 w 9151620"/>
              <a:gd name="connsiteY4" fmla="*/ 4436111 h 4458066"/>
              <a:gd name="connsiteX5" fmla="*/ 7551420 w 9151620"/>
              <a:gd name="connsiteY5" fmla="*/ 4436111 h 4458066"/>
              <a:gd name="connsiteX6" fmla="*/ 0 w 9151620"/>
              <a:gd name="connsiteY6" fmla="*/ 4442826 h 4458066"/>
              <a:gd name="connsiteX7" fmla="*/ 0 w 9151620"/>
              <a:gd name="connsiteY7"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8260080 w 9151620"/>
              <a:gd name="connsiteY4" fmla="*/ 4306571 h 4458066"/>
              <a:gd name="connsiteX5" fmla="*/ 7551420 w 9151620"/>
              <a:gd name="connsiteY5" fmla="*/ 4436111 h 4458066"/>
              <a:gd name="connsiteX6" fmla="*/ 0 w 9151620"/>
              <a:gd name="connsiteY6" fmla="*/ 4442826 h 4458066"/>
              <a:gd name="connsiteX7" fmla="*/ 0 w 9151620"/>
              <a:gd name="connsiteY7" fmla="*/ 0 h 4458066"/>
              <a:gd name="connsiteX0" fmla="*/ 0 w 9151620"/>
              <a:gd name="connsiteY0" fmla="*/ 0 h 4462781"/>
              <a:gd name="connsiteX1" fmla="*/ 9144000 w 9151620"/>
              <a:gd name="connsiteY1" fmla="*/ 0 h 4462781"/>
              <a:gd name="connsiteX2" fmla="*/ 9151620 w 9151620"/>
              <a:gd name="connsiteY2" fmla="*/ 4458066 h 4462781"/>
              <a:gd name="connsiteX3" fmla="*/ 8941594 w 9151620"/>
              <a:gd name="connsiteY3" fmla="*/ 4462781 h 4462781"/>
              <a:gd name="connsiteX4" fmla="*/ 8260080 w 9151620"/>
              <a:gd name="connsiteY4" fmla="*/ 4306571 h 4462781"/>
              <a:gd name="connsiteX5" fmla="*/ 7551420 w 9151620"/>
              <a:gd name="connsiteY5" fmla="*/ 4436111 h 4462781"/>
              <a:gd name="connsiteX6" fmla="*/ 0 w 9151620"/>
              <a:gd name="connsiteY6" fmla="*/ 4442826 h 4462781"/>
              <a:gd name="connsiteX7" fmla="*/ 0 w 9151620"/>
              <a:gd name="connsiteY7" fmla="*/ 0 h 4462781"/>
              <a:gd name="connsiteX0" fmla="*/ 0 w 9151620"/>
              <a:gd name="connsiteY0" fmla="*/ 0 h 4462781"/>
              <a:gd name="connsiteX1" fmla="*/ 9144000 w 9151620"/>
              <a:gd name="connsiteY1" fmla="*/ 0 h 4462781"/>
              <a:gd name="connsiteX2" fmla="*/ 9151620 w 9151620"/>
              <a:gd name="connsiteY2" fmla="*/ 4458066 h 4462781"/>
              <a:gd name="connsiteX3" fmla="*/ 8941594 w 9151620"/>
              <a:gd name="connsiteY3" fmla="*/ 4462781 h 4462781"/>
              <a:gd name="connsiteX4" fmla="*/ 8260080 w 9151620"/>
              <a:gd name="connsiteY4" fmla="*/ 4306571 h 4462781"/>
              <a:gd name="connsiteX5" fmla="*/ 7556182 w 9151620"/>
              <a:gd name="connsiteY5" fmla="*/ 4462304 h 4462781"/>
              <a:gd name="connsiteX6" fmla="*/ 0 w 9151620"/>
              <a:gd name="connsiteY6" fmla="*/ 4442826 h 4462781"/>
              <a:gd name="connsiteX7" fmla="*/ 0 w 9151620"/>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41594 w 9144476"/>
              <a:gd name="connsiteY3" fmla="*/ 4462781 h 4462781"/>
              <a:gd name="connsiteX4" fmla="*/ 8260080 w 9144476"/>
              <a:gd name="connsiteY4" fmla="*/ 4306571 h 4462781"/>
              <a:gd name="connsiteX5" fmla="*/ 7556182 w 9144476"/>
              <a:gd name="connsiteY5" fmla="*/ 4462304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41594 w 9144476"/>
              <a:gd name="connsiteY3" fmla="*/ 4462781 h 4462781"/>
              <a:gd name="connsiteX4" fmla="*/ 8260080 w 9144476"/>
              <a:gd name="connsiteY4" fmla="*/ 4306571 h 4462781"/>
              <a:gd name="connsiteX5" fmla="*/ 7541895 w 9144476"/>
              <a:gd name="connsiteY5" fmla="*/ 4452779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53500 w 9144476"/>
              <a:gd name="connsiteY3" fmla="*/ 4462781 h 4462781"/>
              <a:gd name="connsiteX4" fmla="*/ 8260080 w 9144476"/>
              <a:gd name="connsiteY4" fmla="*/ 4306571 h 4462781"/>
              <a:gd name="connsiteX5" fmla="*/ 7541895 w 9144476"/>
              <a:gd name="connsiteY5" fmla="*/ 4452779 h 4462781"/>
              <a:gd name="connsiteX6" fmla="*/ 0 w 9144476"/>
              <a:gd name="connsiteY6" fmla="*/ 4442826 h 4462781"/>
              <a:gd name="connsiteX7" fmla="*/ 0 w 9144476"/>
              <a:gd name="connsiteY7" fmla="*/ 0 h 4462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476" h="4462781">
                <a:moveTo>
                  <a:pt x="0" y="0"/>
                </a:moveTo>
                <a:lnTo>
                  <a:pt x="9144000" y="0"/>
                </a:lnTo>
                <a:cubicBezTo>
                  <a:pt x="9144159" y="1486022"/>
                  <a:pt x="9144317" y="2972044"/>
                  <a:pt x="9144476" y="4458066"/>
                </a:cubicBezTo>
                <a:lnTo>
                  <a:pt x="8953500" y="4462781"/>
                </a:lnTo>
                <a:lnTo>
                  <a:pt x="8260080" y="4306571"/>
                </a:lnTo>
                <a:lnTo>
                  <a:pt x="7541895" y="4452779"/>
                </a:lnTo>
                <a:lnTo>
                  <a:pt x="0" y="4442826"/>
                </a:lnTo>
                <a:lnTo>
                  <a:pt x="0" y="0"/>
                </a:lnTo>
                <a:close/>
              </a:path>
            </a:pathLst>
          </a:custGeom>
          <a:noFill/>
        </p:spPr>
        <p:txBody>
          <a:bodyPr/>
          <a:lstStyle>
            <a:lvl1pPr marL="114300" indent="0">
              <a:buNone/>
              <a:defRPr/>
            </a:lvl1pPr>
          </a:lstStyle>
          <a:p>
            <a:r>
              <a:rPr lang="en-IN" dirty="0"/>
              <a:t> </a:t>
            </a:r>
            <a:endParaRPr lang="en-AU" dirty="0"/>
          </a:p>
        </p:txBody>
      </p:sp>
      <p:sp>
        <p:nvSpPr>
          <p:cNvPr id="13" name="Freeform: Shape 12">
            <a:extLst>
              <a:ext uri="{FF2B5EF4-FFF2-40B4-BE49-F238E27FC236}">
                <a16:creationId xmlns:a16="http://schemas.microsoft.com/office/drawing/2014/main" id="{DCFA8F1A-438C-2D31-EC45-A4CCF4206F40}"/>
              </a:ext>
            </a:extLst>
          </p:cNvPr>
          <p:cNvSpPr/>
          <p:nvPr/>
        </p:nvSpPr>
        <p:spPr>
          <a:xfrm>
            <a:off x="0" y="4305300"/>
            <a:ext cx="9144000" cy="857250"/>
          </a:xfrm>
          <a:custGeom>
            <a:avLst/>
            <a:gdLst>
              <a:gd name="connsiteX0" fmla="*/ 0 w 9144000"/>
              <a:gd name="connsiteY0" fmla="*/ 857250 h 857250"/>
              <a:gd name="connsiteX1" fmla="*/ 0 w 9144000"/>
              <a:gd name="connsiteY1" fmla="*/ 149828 h 857250"/>
              <a:gd name="connsiteX2" fmla="*/ 7540609 w 9144000"/>
              <a:gd name="connsiteY2" fmla="*/ 149828 h 857250"/>
              <a:gd name="connsiteX3" fmla="*/ 8245698 w 9144000"/>
              <a:gd name="connsiteY3" fmla="*/ 0 h 857250"/>
              <a:gd name="connsiteX4" fmla="*/ 8933831 w 9144000"/>
              <a:gd name="connsiteY4" fmla="*/ 149828 h 857250"/>
              <a:gd name="connsiteX5" fmla="*/ 9144000 w 9144000"/>
              <a:gd name="connsiteY5" fmla="*/ 149828 h 857250"/>
              <a:gd name="connsiteX6" fmla="*/ 9144000 w 9144000"/>
              <a:gd name="connsiteY6" fmla="*/ 857250 h 857250"/>
              <a:gd name="connsiteX7" fmla="*/ 0 w 9144000"/>
              <a:gd name="connsiteY7" fmla="*/ 857250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0" h="857250">
                <a:moveTo>
                  <a:pt x="0" y="857250"/>
                </a:moveTo>
                <a:lnTo>
                  <a:pt x="0" y="149828"/>
                </a:lnTo>
                <a:lnTo>
                  <a:pt x="7540609" y="149828"/>
                </a:lnTo>
                <a:lnTo>
                  <a:pt x="8245698" y="0"/>
                </a:lnTo>
                <a:lnTo>
                  <a:pt x="8933831" y="149828"/>
                </a:lnTo>
                <a:lnTo>
                  <a:pt x="9144000" y="149828"/>
                </a:lnTo>
                <a:lnTo>
                  <a:pt x="9144000" y="857250"/>
                </a:lnTo>
                <a:lnTo>
                  <a:pt x="0" y="857250"/>
                </a:lnTo>
                <a:close/>
              </a:path>
            </a:pathLst>
          </a:custGeom>
          <a:gradFill>
            <a:gsLst>
              <a:gs pos="0">
                <a:srgbClr val="ED1A7D"/>
              </a:gs>
              <a:gs pos="50000">
                <a:srgbClr val="BB1B6D"/>
              </a:gs>
              <a:gs pos="100000">
                <a:srgbClr val="891D5D"/>
              </a:gs>
            </a:gsLst>
            <a:lin ang="0" scaled="1"/>
          </a:gradFill>
          <a:ln w="81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lvl="0" defTabSz="914400" eaLnBrk="1" latinLnBrk="0" hangingPunct="1"/>
            <a:endParaRPr lang="en-AU" sz="1800" kern="1200">
              <a:solidFill>
                <a:schemeClr val="tx1"/>
              </a:solidFill>
              <a:latin typeface="+mn-lt"/>
              <a:ea typeface="+mn-ea"/>
              <a:cs typeface="+mn-cs"/>
            </a:endParaRPr>
          </a:p>
        </p:txBody>
      </p:sp>
      <p:sp>
        <p:nvSpPr>
          <p:cNvPr id="14" name="Freeform: Shape 13">
            <a:extLst>
              <a:ext uri="{FF2B5EF4-FFF2-40B4-BE49-F238E27FC236}">
                <a16:creationId xmlns:a16="http://schemas.microsoft.com/office/drawing/2014/main" id="{6332EFC7-40EB-E5E0-6D5B-205A7815463F}"/>
              </a:ext>
            </a:extLst>
          </p:cNvPr>
          <p:cNvSpPr/>
          <p:nvPr/>
        </p:nvSpPr>
        <p:spPr>
          <a:xfrm>
            <a:off x="7540608" y="4441555"/>
            <a:ext cx="1246536" cy="285083"/>
          </a:xfrm>
          <a:custGeom>
            <a:avLst/>
            <a:gdLst>
              <a:gd name="connsiteX0" fmla="*/ 718995 w 1246536"/>
              <a:gd name="connsiteY0" fmla="*/ 0 h 285083"/>
              <a:gd name="connsiteX1" fmla="*/ 769239 w 1246536"/>
              <a:gd name="connsiteY1" fmla="*/ 10668 h 285083"/>
              <a:gd name="connsiteX2" fmla="*/ 842391 w 1246536"/>
              <a:gd name="connsiteY2" fmla="*/ 94726 h 285083"/>
              <a:gd name="connsiteX3" fmla="*/ 769239 w 1246536"/>
              <a:gd name="connsiteY3" fmla="*/ 147876 h 285083"/>
              <a:gd name="connsiteX4" fmla="*/ 718995 w 1246536"/>
              <a:gd name="connsiteY4" fmla="*/ 137208 h 285083"/>
              <a:gd name="connsiteX5" fmla="*/ 718995 w 1246536"/>
              <a:gd name="connsiteY5" fmla="*/ 48 h 285083"/>
              <a:gd name="connsiteX6" fmla="*/ 769239 w 1246536"/>
              <a:gd name="connsiteY6" fmla="*/ 116729 h 285083"/>
              <a:gd name="connsiteX7" fmla="*/ 808530 w 1246536"/>
              <a:gd name="connsiteY7" fmla="*/ 87535 h 285083"/>
              <a:gd name="connsiteX8" fmla="*/ 769239 w 1246536"/>
              <a:gd name="connsiteY8" fmla="*/ 41624 h 285083"/>
              <a:gd name="connsiteX9" fmla="*/ 752856 w 1246536"/>
              <a:gd name="connsiteY9" fmla="*/ 38148 h 285083"/>
              <a:gd name="connsiteX10" fmla="*/ 752856 w 1246536"/>
              <a:gd name="connsiteY10" fmla="*/ 113252 h 285083"/>
              <a:gd name="connsiteX11" fmla="*/ 769239 w 1246536"/>
              <a:gd name="connsiteY11" fmla="*/ 116729 h 285083"/>
              <a:gd name="connsiteX12" fmla="*/ 947024 w 1246536"/>
              <a:gd name="connsiteY12" fmla="*/ 48482 h 285083"/>
              <a:gd name="connsiteX13" fmla="*/ 947024 w 1246536"/>
              <a:gd name="connsiteY13" fmla="*/ 79391 h 285083"/>
              <a:gd name="connsiteX14" fmla="*/ 917067 w 1246536"/>
              <a:gd name="connsiteY14" fmla="*/ 73009 h 285083"/>
              <a:gd name="connsiteX15" fmla="*/ 917067 w 1246536"/>
              <a:gd name="connsiteY15" fmla="*/ 148114 h 285083"/>
              <a:gd name="connsiteX16" fmla="*/ 947024 w 1246536"/>
              <a:gd name="connsiteY16" fmla="*/ 154496 h 285083"/>
              <a:gd name="connsiteX17" fmla="*/ 947024 w 1246536"/>
              <a:gd name="connsiteY17" fmla="*/ 185642 h 285083"/>
              <a:gd name="connsiteX18" fmla="*/ 853393 w 1246536"/>
              <a:gd name="connsiteY18" fmla="*/ 165735 h 285083"/>
              <a:gd name="connsiteX19" fmla="*/ 853393 w 1246536"/>
              <a:gd name="connsiteY19" fmla="*/ 134588 h 285083"/>
              <a:gd name="connsiteX20" fmla="*/ 883349 w 1246536"/>
              <a:gd name="connsiteY20" fmla="*/ 140970 h 285083"/>
              <a:gd name="connsiteX21" fmla="*/ 883349 w 1246536"/>
              <a:gd name="connsiteY21" fmla="*/ 65865 h 285083"/>
              <a:gd name="connsiteX22" fmla="*/ 853393 w 1246536"/>
              <a:gd name="connsiteY22" fmla="*/ 59484 h 285083"/>
              <a:gd name="connsiteX23" fmla="*/ 853393 w 1246536"/>
              <a:gd name="connsiteY23" fmla="*/ 28575 h 285083"/>
              <a:gd name="connsiteX24" fmla="*/ 947024 w 1246536"/>
              <a:gd name="connsiteY24" fmla="*/ 48482 h 285083"/>
              <a:gd name="connsiteX25" fmla="*/ 1026319 w 1246536"/>
              <a:gd name="connsiteY25" fmla="*/ 62627 h 285083"/>
              <a:gd name="connsiteX26" fmla="*/ 1094994 w 1246536"/>
              <a:gd name="connsiteY26" fmla="*/ 148447 h 285083"/>
              <a:gd name="connsiteX27" fmla="*/ 1026319 w 1246536"/>
              <a:gd name="connsiteY27" fmla="*/ 205264 h 285083"/>
              <a:gd name="connsiteX28" fmla="*/ 957263 w 1246536"/>
              <a:gd name="connsiteY28" fmla="*/ 119205 h 285083"/>
              <a:gd name="connsiteX29" fmla="*/ 1026319 w 1246536"/>
              <a:gd name="connsiteY29" fmla="*/ 62675 h 285083"/>
              <a:gd name="connsiteX30" fmla="*/ 1026319 w 1246536"/>
              <a:gd name="connsiteY30" fmla="*/ 173117 h 285083"/>
              <a:gd name="connsiteX31" fmla="*/ 1060180 w 1246536"/>
              <a:gd name="connsiteY31" fmla="*/ 141018 h 285083"/>
              <a:gd name="connsiteX32" fmla="*/ 1026319 w 1246536"/>
              <a:gd name="connsiteY32" fmla="*/ 94726 h 285083"/>
              <a:gd name="connsiteX33" fmla="*/ 992267 w 1246536"/>
              <a:gd name="connsiteY33" fmla="*/ 126587 h 285083"/>
              <a:gd name="connsiteX34" fmla="*/ 1026319 w 1246536"/>
              <a:gd name="connsiteY34" fmla="*/ 173117 h 285083"/>
              <a:gd name="connsiteX35" fmla="*/ 1111949 w 1246536"/>
              <a:gd name="connsiteY35" fmla="*/ 83534 h 285083"/>
              <a:gd name="connsiteX36" fmla="*/ 1175814 w 1246536"/>
              <a:gd name="connsiteY36" fmla="*/ 97107 h 285083"/>
              <a:gd name="connsiteX37" fmla="*/ 1212675 w 1246536"/>
              <a:gd name="connsiteY37" fmla="*/ 230791 h 285083"/>
              <a:gd name="connsiteX38" fmla="*/ 1212675 w 1246536"/>
              <a:gd name="connsiteY38" fmla="*/ 104918 h 285083"/>
              <a:gd name="connsiteX39" fmla="*/ 1246537 w 1246536"/>
              <a:gd name="connsiteY39" fmla="*/ 112109 h 285083"/>
              <a:gd name="connsiteX40" fmla="*/ 1246537 w 1246536"/>
              <a:gd name="connsiteY40" fmla="*/ 249269 h 285083"/>
              <a:gd name="connsiteX41" fmla="*/ 1182672 w 1246536"/>
              <a:gd name="connsiteY41" fmla="*/ 235696 h 285083"/>
              <a:gd name="connsiteX42" fmla="*/ 1145810 w 1246536"/>
              <a:gd name="connsiteY42" fmla="*/ 102013 h 285083"/>
              <a:gd name="connsiteX43" fmla="*/ 1145810 w 1246536"/>
              <a:gd name="connsiteY43" fmla="*/ 227886 h 285083"/>
              <a:gd name="connsiteX44" fmla="*/ 1111949 w 1246536"/>
              <a:gd name="connsiteY44" fmla="*/ 220694 h 285083"/>
              <a:gd name="connsiteX45" fmla="*/ 1111949 w 1246536"/>
              <a:gd name="connsiteY45" fmla="*/ 83534 h 285083"/>
              <a:gd name="connsiteX46" fmla="*/ 42101 w 1246536"/>
              <a:gd name="connsiteY46" fmla="*/ 138970 h 285083"/>
              <a:gd name="connsiteX47" fmla="*/ 104108 w 1246536"/>
              <a:gd name="connsiteY47" fmla="*/ 125778 h 285083"/>
              <a:gd name="connsiteX48" fmla="*/ 145971 w 1246536"/>
              <a:gd name="connsiteY48" fmla="*/ 254032 h 285083"/>
              <a:gd name="connsiteX49" fmla="*/ 110061 w 1246536"/>
              <a:gd name="connsiteY49" fmla="*/ 261652 h 285083"/>
              <a:gd name="connsiteX50" fmla="*/ 97774 w 1246536"/>
              <a:gd name="connsiteY50" fmla="*/ 222837 h 285083"/>
              <a:gd name="connsiteX51" fmla="*/ 47863 w 1246536"/>
              <a:gd name="connsiteY51" fmla="*/ 233458 h 285083"/>
              <a:gd name="connsiteX52" fmla="*/ 35576 w 1246536"/>
              <a:gd name="connsiteY52" fmla="*/ 277511 h 285083"/>
              <a:gd name="connsiteX53" fmla="*/ 0 w 1246536"/>
              <a:gd name="connsiteY53" fmla="*/ 285083 h 285083"/>
              <a:gd name="connsiteX54" fmla="*/ 42053 w 1246536"/>
              <a:gd name="connsiteY54" fmla="*/ 138970 h 285083"/>
              <a:gd name="connsiteX55" fmla="*/ 88440 w 1246536"/>
              <a:gd name="connsiteY55" fmla="*/ 193929 h 285083"/>
              <a:gd name="connsiteX56" fmla="*/ 72819 w 1246536"/>
              <a:gd name="connsiteY56" fmla="*/ 144923 h 285083"/>
              <a:gd name="connsiteX57" fmla="*/ 57198 w 1246536"/>
              <a:gd name="connsiteY57" fmla="*/ 200597 h 285083"/>
              <a:gd name="connsiteX58" fmla="*/ 88488 w 1246536"/>
              <a:gd name="connsiteY58" fmla="*/ 193929 h 285083"/>
              <a:gd name="connsiteX59" fmla="*/ 214646 w 1246536"/>
              <a:gd name="connsiteY59" fmla="*/ 242173 h 285083"/>
              <a:gd name="connsiteX60" fmla="*/ 148733 w 1246536"/>
              <a:gd name="connsiteY60" fmla="*/ 199930 h 285083"/>
              <a:gd name="connsiteX61" fmla="*/ 183738 w 1246536"/>
              <a:gd name="connsiteY61" fmla="*/ 192500 h 285083"/>
              <a:gd name="connsiteX62" fmla="*/ 215408 w 1246536"/>
              <a:gd name="connsiteY62" fmla="*/ 212408 h 285083"/>
              <a:gd name="connsiteX63" fmla="*/ 239030 w 1246536"/>
              <a:gd name="connsiteY63" fmla="*/ 195310 h 285083"/>
              <a:gd name="connsiteX64" fmla="*/ 227886 w 1246536"/>
              <a:gd name="connsiteY64" fmla="*/ 187166 h 285083"/>
              <a:gd name="connsiteX65" fmla="*/ 183975 w 1246536"/>
              <a:gd name="connsiteY65" fmla="*/ 184452 h 285083"/>
              <a:gd name="connsiteX66" fmla="*/ 154210 w 1246536"/>
              <a:gd name="connsiteY66" fmla="*/ 153210 h 285083"/>
              <a:gd name="connsiteX67" fmla="*/ 207645 w 1246536"/>
              <a:gd name="connsiteY67" fmla="*/ 101013 h 285083"/>
              <a:gd name="connsiteX68" fmla="*/ 268891 w 1246536"/>
              <a:gd name="connsiteY68" fmla="*/ 138017 h 285083"/>
              <a:gd name="connsiteX69" fmla="*/ 234077 w 1246536"/>
              <a:gd name="connsiteY69" fmla="*/ 145399 h 285083"/>
              <a:gd name="connsiteX70" fmla="*/ 208217 w 1246536"/>
              <a:gd name="connsiteY70" fmla="*/ 129873 h 285083"/>
              <a:gd name="connsiteX71" fmla="*/ 189215 w 1246536"/>
              <a:gd name="connsiteY71" fmla="*/ 145018 h 285083"/>
              <a:gd name="connsiteX72" fmla="*/ 199454 w 1246536"/>
              <a:gd name="connsiteY72" fmla="*/ 152352 h 285083"/>
              <a:gd name="connsiteX73" fmla="*/ 242078 w 1246536"/>
              <a:gd name="connsiteY73" fmla="*/ 154400 h 285083"/>
              <a:gd name="connsiteX74" fmla="*/ 273891 w 1246536"/>
              <a:gd name="connsiteY74" fmla="*/ 186357 h 285083"/>
              <a:gd name="connsiteX75" fmla="*/ 214694 w 1246536"/>
              <a:gd name="connsiteY75" fmla="*/ 242125 h 285083"/>
              <a:gd name="connsiteX76" fmla="*/ 283702 w 1246536"/>
              <a:gd name="connsiteY76" fmla="*/ 156115 h 285083"/>
              <a:gd name="connsiteX77" fmla="*/ 353330 w 1246536"/>
              <a:gd name="connsiteY77" fmla="*/ 70104 h 285083"/>
              <a:gd name="connsiteX78" fmla="*/ 419767 w 1246536"/>
              <a:gd name="connsiteY78" fmla="*/ 111633 h 285083"/>
              <a:gd name="connsiteX79" fmla="*/ 384953 w 1246536"/>
              <a:gd name="connsiteY79" fmla="*/ 119015 h 285083"/>
              <a:gd name="connsiteX80" fmla="*/ 353473 w 1246536"/>
              <a:gd name="connsiteY80" fmla="*/ 102156 h 285083"/>
              <a:gd name="connsiteX81" fmla="*/ 318659 w 1246536"/>
              <a:gd name="connsiteY81" fmla="*/ 148638 h 285083"/>
              <a:gd name="connsiteX82" fmla="*/ 353473 w 1246536"/>
              <a:gd name="connsiteY82" fmla="*/ 180546 h 285083"/>
              <a:gd name="connsiteX83" fmla="*/ 384953 w 1246536"/>
              <a:gd name="connsiteY83" fmla="*/ 150114 h 285083"/>
              <a:gd name="connsiteX84" fmla="*/ 419767 w 1246536"/>
              <a:gd name="connsiteY84" fmla="*/ 142732 h 285083"/>
              <a:gd name="connsiteX85" fmla="*/ 353330 w 1246536"/>
              <a:gd name="connsiteY85" fmla="*/ 212693 h 285083"/>
              <a:gd name="connsiteX86" fmla="*/ 283702 w 1246536"/>
              <a:gd name="connsiteY86" fmla="*/ 156115 h 285083"/>
              <a:gd name="connsiteX87" fmla="*/ 436340 w 1246536"/>
              <a:gd name="connsiteY87" fmla="*/ 55150 h 285083"/>
              <a:gd name="connsiteX88" fmla="*/ 540782 w 1246536"/>
              <a:gd name="connsiteY88" fmla="*/ 32956 h 285083"/>
              <a:gd name="connsiteX89" fmla="*/ 540782 w 1246536"/>
              <a:gd name="connsiteY89" fmla="*/ 63865 h 285083"/>
              <a:gd name="connsiteX90" fmla="*/ 470440 w 1246536"/>
              <a:gd name="connsiteY90" fmla="*/ 78819 h 285083"/>
              <a:gd name="connsiteX91" fmla="*/ 470440 w 1246536"/>
              <a:gd name="connsiteY91" fmla="*/ 101775 h 285083"/>
              <a:gd name="connsiteX92" fmla="*/ 531495 w 1246536"/>
              <a:gd name="connsiteY92" fmla="*/ 88821 h 285083"/>
              <a:gd name="connsiteX93" fmla="*/ 531495 w 1246536"/>
              <a:gd name="connsiteY93" fmla="*/ 118015 h 285083"/>
              <a:gd name="connsiteX94" fmla="*/ 470440 w 1246536"/>
              <a:gd name="connsiteY94" fmla="*/ 131016 h 285083"/>
              <a:gd name="connsiteX95" fmla="*/ 470440 w 1246536"/>
              <a:gd name="connsiteY95" fmla="*/ 154162 h 285083"/>
              <a:gd name="connsiteX96" fmla="*/ 540782 w 1246536"/>
              <a:gd name="connsiteY96" fmla="*/ 139208 h 285083"/>
              <a:gd name="connsiteX97" fmla="*/ 540782 w 1246536"/>
              <a:gd name="connsiteY97" fmla="*/ 170117 h 285083"/>
              <a:gd name="connsiteX98" fmla="*/ 436340 w 1246536"/>
              <a:gd name="connsiteY98" fmla="*/ 192310 h 285083"/>
              <a:gd name="connsiteX99" fmla="*/ 436340 w 1246536"/>
              <a:gd name="connsiteY99" fmla="*/ 55150 h 285083"/>
              <a:gd name="connsiteX100" fmla="*/ 561308 w 1246536"/>
              <a:gd name="connsiteY100" fmla="*/ 28623 h 285083"/>
              <a:gd name="connsiteX101" fmla="*/ 625173 w 1246536"/>
              <a:gd name="connsiteY101" fmla="*/ 15049 h 285083"/>
              <a:gd name="connsiteX102" fmla="*/ 662035 w 1246536"/>
              <a:gd name="connsiteY102" fmla="*/ 133112 h 285083"/>
              <a:gd name="connsiteX103" fmla="*/ 662035 w 1246536"/>
              <a:gd name="connsiteY103" fmla="*/ 7239 h 285083"/>
              <a:gd name="connsiteX104" fmla="*/ 695897 w 1246536"/>
              <a:gd name="connsiteY104" fmla="*/ 48 h 285083"/>
              <a:gd name="connsiteX105" fmla="*/ 695897 w 1246536"/>
              <a:gd name="connsiteY105" fmla="*/ 137208 h 285083"/>
              <a:gd name="connsiteX106" fmla="*/ 632032 w 1246536"/>
              <a:gd name="connsiteY106" fmla="*/ 150781 h 285083"/>
              <a:gd name="connsiteX107" fmla="*/ 595170 w 1246536"/>
              <a:gd name="connsiteY107" fmla="*/ 32718 h 285083"/>
              <a:gd name="connsiteX108" fmla="*/ 595170 w 1246536"/>
              <a:gd name="connsiteY108" fmla="*/ 158591 h 285083"/>
              <a:gd name="connsiteX109" fmla="*/ 561308 w 1246536"/>
              <a:gd name="connsiteY109" fmla="*/ 165783 h 285083"/>
              <a:gd name="connsiteX110" fmla="*/ 561308 w 1246536"/>
              <a:gd name="connsiteY110" fmla="*/ 28623 h 285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246536" h="285083">
                <a:moveTo>
                  <a:pt x="718995" y="0"/>
                </a:moveTo>
                <a:lnTo>
                  <a:pt x="769239" y="10668"/>
                </a:lnTo>
                <a:cubicBezTo>
                  <a:pt x="805149" y="18288"/>
                  <a:pt x="842391" y="35766"/>
                  <a:pt x="842391" y="94726"/>
                </a:cubicBezTo>
                <a:cubicBezTo>
                  <a:pt x="842391" y="153876"/>
                  <a:pt x="805149" y="155496"/>
                  <a:pt x="769239" y="147876"/>
                </a:cubicBezTo>
                <a:lnTo>
                  <a:pt x="718995" y="137208"/>
                </a:lnTo>
                <a:lnTo>
                  <a:pt x="718995" y="48"/>
                </a:lnTo>
                <a:close/>
                <a:moveTo>
                  <a:pt x="769239" y="116729"/>
                </a:moveTo>
                <a:cubicBezTo>
                  <a:pt x="791766" y="121539"/>
                  <a:pt x="808530" y="124301"/>
                  <a:pt x="808530" y="87535"/>
                </a:cubicBezTo>
                <a:cubicBezTo>
                  <a:pt x="808530" y="50768"/>
                  <a:pt x="791623" y="46387"/>
                  <a:pt x="769239" y="41624"/>
                </a:cubicBezTo>
                <a:lnTo>
                  <a:pt x="752856" y="38148"/>
                </a:lnTo>
                <a:lnTo>
                  <a:pt x="752856" y="113252"/>
                </a:lnTo>
                <a:cubicBezTo>
                  <a:pt x="752856" y="113252"/>
                  <a:pt x="769239" y="116729"/>
                  <a:pt x="769239" y="116729"/>
                </a:cubicBezTo>
                <a:close/>
                <a:moveTo>
                  <a:pt x="947024" y="48482"/>
                </a:moveTo>
                <a:lnTo>
                  <a:pt x="947024" y="79391"/>
                </a:lnTo>
                <a:cubicBezTo>
                  <a:pt x="947024" y="79391"/>
                  <a:pt x="917067" y="73009"/>
                  <a:pt x="917067" y="73009"/>
                </a:cubicBezTo>
                <a:lnTo>
                  <a:pt x="917067" y="148114"/>
                </a:lnTo>
                <a:cubicBezTo>
                  <a:pt x="917067" y="148114"/>
                  <a:pt x="947024" y="154496"/>
                  <a:pt x="947024" y="154496"/>
                </a:cubicBezTo>
                <a:lnTo>
                  <a:pt x="947024" y="185642"/>
                </a:lnTo>
                <a:cubicBezTo>
                  <a:pt x="947024" y="185642"/>
                  <a:pt x="853393" y="165735"/>
                  <a:pt x="853393" y="165735"/>
                </a:cubicBezTo>
                <a:lnTo>
                  <a:pt x="853393" y="134588"/>
                </a:lnTo>
                <a:cubicBezTo>
                  <a:pt x="853393" y="134588"/>
                  <a:pt x="883349" y="140970"/>
                  <a:pt x="883349" y="140970"/>
                </a:cubicBezTo>
                <a:lnTo>
                  <a:pt x="883349" y="65865"/>
                </a:lnTo>
                <a:cubicBezTo>
                  <a:pt x="883349" y="65865"/>
                  <a:pt x="853393" y="59484"/>
                  <a:pt x="853393" y="59484"/>
                </a:cubicBezTo>
                <a:lnTo>
                  <a:pt x="853393" y="28575"/>
                </a:lnTo>
                <a:cubicBezTo>
                  <a:pt x="853393" y="28575"/>
                  <a:pt x="947024" y="48482"/>
                  <a:pt x="947024" y="48482"/>
                </a:cubicBezTo>
                <a:close/>
                <a:moveTo>
                  <a:pt x="1026319" y="62627"/>
                </a:moveTo>
                <a:cubicBezTo>
                  <a:pt x="1068944" y="71676"/>
                  <a:pt x="1094994" y="107966"/>
                  <a:pt x="1094994" y="148447"/>
                </a:cubicBezTo>
                <a:cubicBezTo>
                  <a:pt x="1094994" y="189119"/>
                  <a:pt x="1068944" y="214313"/>
                  <a:pt x="1026319" y="205264"/>
                </a:cubicBezTo>
                <a:cubicBezTo>
                  <a:pt x="983504" y="196167"/>
                  <a:pt x="957263" y="159829"/>
                  <a:pt x="957263" y="119205"/>
                </a:cubicBezTo>
                <a:cubicBezTo>
                  <a:pt x="957263" y="78724"/>
                  <a:pt x="983504" y="53578"/>
                  <a:pt x="1026319" y="62675"/>
                </a:cubicBezTo>
                <a:moveTo>
                  <a:pt x="1026319" y="173117"/>
                </a:moveTo>
                <a:cubicBezTo>
                  <a:pt x="1049036" y="177927"/>
                  <a:pt x="1060180" y="165926"/>
                  <a:pt x="1060180" y="141018"/>
                </a:cubicBezTo>
                <a:cubicBezTo>
                  <a:pt x="1060180" y="116110"/>
                  <a:pt x="1048846" y="99489"/>
                  <a:pt x="1026319" y="94726"/>
                </a:cubicBezTo>
                <a:cubicBezTo>
                  <a:pt x="1003602" y="89916"/>
                  <a:pt x="992267" y="101870"/>
                  <a:pt x="992267" y="126587"/>
                </a:cubicBezTo>
                <a:cubicBezTo>
                  <a:pt x="992267" y="151495"/>
                  <a:pt x="1003649" y="168307"/>
                  <a:pt x="1026319" y="173117"/>
                </a:cubicBezTo>
                <a:moveTo>
                  <a:pt x="1111949" y="83534"/>
                </a:moveTo>
                <a:lnTo>
                  <a:pt x="1175814" y="97107"/>
                </a:lnTo>
                <a:lnTo>
                  <a:pt x="1212675" y="230791"/>
                </a:lnTo>
                <a:lnTo>
                  <a:pt x="1212675" y="104918"/>
                </a:lnTo>
                <a:cubicBezTo>
                  <a:pt x="1212675" y="104918"/>
                  <a:pt x="1246537" y="112109"/>
                  <a:pt x="1246537" y="112109"/>
                </a:cubicBezTo>
                <a:lnTo>
                  <a:pt x="1246537" y="249269"/>
                </a:lnTo>
                <a:cubicBezTo>
                  <a:pt x="1246537" y="249269"/>
                  <a:pt x="1182672" y="235696"/>
                  <a:pt x="1182672" y="235696"/>
                </a:cubicBezTo>
                <a:lnTo>
                  <a:pt x="1145810" y="102013"/>
                </a:lnTo>
                <a:lnTo>
                  <a:pt x="1145810" y="227886"/>
                </a:lnTo>
                <a:cubicBezTo>
                  <a:pt x="1145810" y="227886"/>
                  <a:pt x="1111949" y="220694"/>
                  <a:pt x="1111949" y="220694"/>
                </a:cubicBezTo>
                <a:lnTo>
                  <a:pt x="1111949" y="83534"/>
                </a:lnTo>
                <a:close/>
                <a:moveTo>
                  <a:pt x="42101" y="138970"/>
                </a:moveTo>
                <a:lnTo>
                  <a:pt x="104108" y="125778"/>
                </a:lnTo>
                <a:lnTo>
                  <a:pt x="145971" y="254032"/>
                </a:lnTo>
                <a:lnTo>
                  <a:pt x="110061" y="261652"/>
                </a:lnTo>
                <a:lnTo>
                  <a:pt x="97774" y="222837"/>
                </a:lnTo>
                <a:lnTo>
                  <a:pt x="47863" y="233458"/>
                </a:lnTo>
                <a:lnTo>
                  <a:pt x="35576" y="277511"/>
                </a:lnTo>
                <a:lnTo>
                  <a:pt x="0" y="285083"/>
                </a:lnTo>
                <a:lnTo>
                  <a:pt x="42053" y="138970"/>
                </a:lnTo>
                <a:close/>
                <a:moveTo>
                  <a:pt x="88440" y="193929"/>
                </a:moveTo>
                <a:lnTo>
                  <a:pt x="72819" y="144923"/>
                </a:lnTo>
                <a:lnTo>
                  <a:pt x="57198" y="200597"/>
                </a:lnTo>
                <a:lnTo>
                  <a:pt x="88488" y="193929"/>
                </a:lnTo>
                <a:close/>
                <a:moveTo>
                  <a:pt x="214646" y="242173"/>
                </a:moveTo>
                <a:cubicBezTo>
                  <a:pt x="168307" y="252031"/>
                  <a:pt x="148733" y="235553"/>
                  <a:pt x="148733" y="199930"/>
                </a:cubicBezTo>
                <a:lnTo>
                  <a:pt x="183738" y="192500"/>
                </a:lnTo>
                <a:cubicBezTo>
                  <a:pt x="183738" y="211979"/>
                  <a:pt x="190977" y="217599"/>
                  <a:pt x="215408" y="212408"/>
                </a:cubicBezTo>
                <a:cubicBezTo>
                  <a:pt x="231982" y="208883"/>
                  <a:pt x="239030" y="203883"/>
                  <a:pt x="239030" y="195310"/>
                </a:cubicBezTo>
                <a:cubicBezTo>
                  <a:pt x="239030" y="190452"/>
                  <a:pt x="235315" y="187547"/>
                  <a:pt x="227886" y="187166"/>
                </a:cubicBezTo>
                <a:lnTo>
                  <a:pt x="183975" y="184452"/>
                </a:lnTo>
                <a:cubicBezTo>
                  <a:pt x="161258" y="182880"/>
                  <a:pt x="154210" y="170545"/>
                  <a:pt x="154210" y="153210"/>
                </a:cubicBezTo>
                <a:cubicBezTo>
                  <a:pt x="154210" y="126540"/>
                  <a:pt x="173212" y="108299"/>
                  <a:pt x="207645" y="101013"/>
                </a:cubicBezTo>
                <a:cubicBezTo>
                  <a:pt x="248603" y="92297"/>
                  <a:pt x="268891" y="108252"/>
                  <a:pt x="268891" y="138017"/>
                </a:cubicBezTo>
                <a:lnTo>
                  <a:pt x="234077" y="145399"/>
                </a:lnTo>
                <a:cubicBezTo>
                  <a:pt x="234077" y="130635"/>
                  <a:pt x="226076" y="126111"/>
                  <a:pt x="208217" y="129873"/>
                </a:cubicBezTo>
                <a:cubicBezTo>
                  <a:pt x="195739" y="132540"/>
                  <a:pt x="189215" y="137208"/>
                  <a:pt x="189215" y="145018"/>
                </a:cubicBezTo>
                <a:cubicBezTo>
                  <a:pt x="189215" y="148923"/>
                  <a:pt x="191262" y="151781"/>
                  <a:pt x="199454" y="152352"/>
                </a:cubicBezTo>
                <a:lnTo>
                  <a:pt x="242078" y="154400"/>
                </a:lnTo>
                <a:cubicBezTo>
                  <a:pt x="263843" y="155400"/>
                  <a:pt x="273891" y="166306"/>
                  <a:pt x="273891" y="186357"/>
                </a:cubicBezTo>
                <a:cubicBezTo>
                  <a:pt x="273891" y="212408"/>
                  <a:pt x="256747" y="233172"/>
                  <a:pt x="214694" y="242125"/>
                </a:cubicBezTo>
                <a:moveTo>
                  <a:pt x="283702" y="156115"/>
                </a:moveTo>
                <a:cubicBezTo>
                  <a:pt x="283702" y="115633"/>
                  <a:pt x="310325" y="79248"/>
                  <a:pt x="353330" y="70104"/>
                </a:cubicBezTo>
                <a:cubicBezTo>
                  <a:pt x="390906" y="62103"/>
                  <a:pt x="415862" y="78010"/>
                  <a:pt x="419767" y="111633"/>
                </a:cubicBezTo>
                <a:lnTo>
                  <a:pt x="384953" y="119015"/>
                </a:lnTo>
                <a:cubicBezTo>
                  <a:pt x="382143" y="104823"/>
                  <a:pt x="370047" y="98631"/>
                  <a:pt x="353473" y="102156"/>
                </a:cubicBezTo>
                <a:cubicBezTo>
                  <a:pt x="333185" y="106490"/>
                  <a:pt x="318659" y="121634"/>
                  <a:pt x="318659" y="148638"/>
                </a:cubicBezTo>
                <a:cubicBezTo>
                  <a:pt x="318659" y="175879"/>
                  <a:pt x="333185" y="184833"/>
                  <a:pt x="353473" y="180546"/>
                </a:cubicBezTo>
                <a:cubicBezTo>
                  <a:pt x="370047" y="177022"/>
                  <a:pt x="382143" y="165497"/>
                  <a:pt x="384953" y="150114"/>
                </a:cubicBezTo>
                <a:lnTo>
                  <a:pt x="419767" y="142732"/>
                </a:lnTo>
                <a:cubicBezTo>
                  <a:pt x="415862" y="178213"/>
                  <a:pt x="390906" y="204692"/>
                  <a:pt x="353330" y="212693"/>
                </a:cubicBezTo>
                <a:cubicBezTo>
                  <a:pt x="310325" y="221837"/>
                  <a:pt x="283702" y="196739"/>
                  <a:pt x="283702" y="156115"/>
                </a:cubicBezTo>
                <a:moveTo>
                  <a:pt x="436340" y="55150"/>
                </a:moveTo>
                <a:lnTo>
                  <a:pt x="540782" y="32956"/>
                </a:lnTo>
                <a:lnTo>
                  <a:pt x="540782" y="63865"/>
                </a:lnTo>
                <a:cubicBezTo>
                  <a:pt x="540782" y="63865"/>
                  <a:pt x="470440" y="78819"/>
                  <a:pt x="470440" y="78819"/>
                </a:cubicBezTo>
                <a:lnTo>
                  <a:pt x="470440" y="101775"/>
                </a:lnTo>
                <a:cubicBezTo>
                  <a:pt x="470440" y="101775"/>
                  <a:pt x="531495" y="88821"/>
                  <a:pt x="531495" y="88821"/>
                </a:cubicBezTo>
                <a:lnTo>
                  <a:pt x="531495" y="118015"/>
                </a:lnTo>
                <a:cubicBezTo>
                  <a:pt x="531495" y="118015"/>
                  <a:pt x="470440" y="131016"/>
                  <a:pt x="470440" y="131016"/>
                </a:cubicBezTo>
                <a:lnTo>
                  <a:pt x="470440" y="154162"/>
                </a:lnTo>
                <a:cubicBezTo>
                  <a:pt x="470440" y="154162"/>
                  <a:pt x="540782" y="139208"/>
                  <a:pt x="540782" y="139208"/>
                </a:cubicBezTo>
                <a:lnTo>
                  <a:pt x="540782" y="170117"/>
                </a:lnTo>
                <a:cubicBezTo>
                  <a:pt x="540782" y="170117"/>
                  <a:pt x="436340" y="192310"/>
                  <a:pt x="436340" y="192310"/>
                </a:cubicBezTo>
                <a:lnTo>
                  <a:pt x="436340" y="55150"/>
                </a:lnTo>
                <a:close/>
                <a:moveTo>
                  <a:pt x="561308" y="28623"/>
                </a:moveTo>
                <a:lnTo>
                  <a:pt x="625173" y="15049"/>
                </a:lnTo>
                <a:lnTo>
                  <a:pt x="662035" y="133112"/>
                </a:lnTo>
                <a:lnTo>
                  <a:pt x="662035" y="7239"/>
                </a:lnTo>
                <a:cubicBezTo>
                  <a:pt x="662035" y="7239"/>
                  <a:pt x="695897" y="48"/>
                  <a:pt x="695897" y="48"/>
                </a:cubicBezTo>
                <a:lnTo>
                  <a:pt x="695897" y="137208"/>
                </a:lnTo>
                <a:cubicBezTo>
                  <a:pt x="695897" y="137208"/>
                  <a:pt x="632032" y="150781"/>
                  <a:pt x="632032" y="150781"/>
                </a:cubicBezTo>
                <a:lnTo>
                  <a:pt x="595170" y="32718"/>
                </a:lnTo>
                <a:lnTo>
                  <a:pt x="595170" y="158591"/>
                </a:lnTo>
                <a:cubicBezTo>
                  <a:pt x="595170" y="158591"/>
                  <a:pt x="561308" y="165783"/>
                  <a:pt x="561308" y="165783"/>
                </a:cubicBezTo>
                <a:lnTo>
                  <a:pt x="561308" y="28623"/>
                </a:lnTo>
                <a:close/>
              </a:path>
            </a:pathLst>
          </a:custGeom>
          <a:solidFill>
            <a:srgbClr val="FFFFFF"/>
          </a:solidFill>
          <a:ln w="4763" cap="flat">
            <a:noFill/>
            <a:prstDash val="solid"/>
            <a:miter/>
          </a:ln>
        </p:spPr>
        <p:txBody>
          <a:bodyPr rtlCol="0" anchor="ctr"/>
          <a:lstStyle/>
          <a:p>
            <a:endParaRPr lang="en-AU"/>
          </a:p>
        </p:txBody>
      </p:sp>
      <p:grpSp>
        <p:nvGrpSpPr>
          <p:cNvPr id="20" name="Graphic 3">
            <a:extLst>
              <a:ext uri="{FF2B5EF4-FFF2-40B4-BE49-F238E27FC236}">
                <a16:creationId xmlns:a16="http://schemas.microsoft.com/office/drawing/2014/main" id="{11580F78-9730-E8CF-5F00-5083728E0E3D}"/>
              </a:ext>
            </a:extLst>
          </p:cNvPr>
          <p:cNvGrpSpPr/>
          <p:nvPr/>
        </p:nvGrpSpPr>
        <p:grpSpPr>
          <a:xfrm>
            <a:off x="378275" y="4600765"/>
            <a:ext cx="945451" cy="171497"/>
            <a:chOff x="217360" y="4600765"/>
            <a:chExt cx="945451" cy="171497"/>
          </a:xfrm>
          <a:solidFill>
            <a:srgbClr val="FFFFFF"/>
          </a:solidFill>
        </p:grpSpPr>
        <p:grpSp>
          <p:nvGrpSpPr>
            <p:cNvPr id="21" name="Graphic 3">
              <a:extLst>
                <a:ext uri="{FF2B5EF4-FFF2-40B4-BE49-F238E27FC236}">
                  <a16:creationId xmlns:a16="http://schemas.microsoft.com/office/drawing/2014/main" id="{034EE8A3-A127-9A71-99DC-9A0E6F91654D}"/>
                </a:ext>
              </a:extLst>
            </p:cNvPr>
            <p:cNvGrpSpPr/>
            <p:nvPr/>
          </p:nvGrpSpPr>
          <p:grpSpPr>
            <a:xfrm>
              <a:off x="604408" y="4600765"/>
              <a:ext cx="171354" cy="171354"/>
              <a:chOff x="604408" y="4600765"/>
              <a:chExt cx="171354" cy="171354"/>
            </a:xfrm>
            <a:solidFill>
              <a:srgbClr val="FFFFFF"/>
            </a:solidFill>
          </p:grpSpPr>
          <p:sp>
            <p:nvSpPr>
              <p:cNvPr id="22" name="Freeform: Shape 21">
                <a:extLst>
                  <a:ext uri="{FF2B5EF4-FFF2-40B4-BE49-F238E27FC236}">
                    <a16:creationId xmlns:a16="http://schemas.microsoft.com/office/drawing/2014/main" id="{0D5749F5-CE41-31DE-FF35-61FA298CA95A}"/>
                  </a:ext>
                </a:extLst>
              </p:cNvPr>
              <p:cNvSpPr/>
              <p:nvPr/>
            </p:nvSpPr>
            <p:spPr>
              <a:xfrm>
                <a:off x="604408" y="4600765"/>
                <a:ext cx="171354" cy="171354"/>
              </a:xfrm>
              <a:custGeom>
                <a:avLst/>
                <a:gdLst>
                  <a:gd name="connsiteX0" fmla="*/ 85677 w 171354"/>
                  <a:gd name="connsiteY0" fmla="*/ 171355 h 171354"/>
                  <a:gd name="connsiteX1" fmla="*/ 0 w 171354"/>
                  <a:gd name="connsiteY1" fmla="*/ 85677 h 171354"/>
                  <a:gd name="connsiteX2" fmla="*/ 85677 w 171354"/>
                  <a:gd name="connsiteY2" fmla="*/ 0 h 171354"/>
                  <a:gd name="connsiteX3" fmla="*/ 171355 w 171354"/>
                  <a:gd name="connsiteY3" fmla="*/ 85677 h 171354"/>
                  <a:gd name="connsiteX4" fmla="*/ 85677 w 171354"/>
                  <a:gd name="connsiteY4" fmla="*/ 171355 h 171354"/>
                  <a:gd name="connsiteX5" fmla="*/ 85677 w 171354"/>
                  <a:gd name="connsiteY5" fmla="*/ 6667 h 171354"/>
                  <a:gd name="connsiteX6" fmla="*/ 6620 w 171354"/>
                  <a:gd name="connsiteY6" fmla="*/ 85725 h 171354"/>
                  <a:gd name="connsiteX7" fmla="*/ 85677 w 171354"/>
                  <a:gd name="connsiteY7" fmla="*/ 164783 h 171354"/>
                  <a:gd name="connsiteX8" fmla="*/ 164735 w 171354"/>
                  <a:gd name="connsiteY8" fmla="*/ 85725 h 171354"/>
                  <a:gd name="connsiteX9" fmla="*/ 85677 w 171354"/>
                  <a:gd name="connsiteY9" fmla="*/ 6667 h 171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54" h="171354">
                    <a:moveTo>
                      <a:pt x="85677" y="171355"/>
                    </a:moveTo>
                    <a:cubicBezTo>
                      <a:pt x="38433" y="171355"/>
                      <a:pt x="0" y="132921"/>
                      <a:pt x="0" y="85677"/>
                    </a:cubicBezTo>
                    <a:cubicBezTo>
                      <a:pt x="0" y="38433"/>
                      <a:pt x="38433" y="0"/>
                      <a:pt x="85677" y="0"/>
                    </a:cubicBezTo>
                    <a:cubicBezTo>
                      <a:pt x="132921" y="0"/>
                      <a:pt x="171355" y="38433"/>
                      <a:pt x="171355" y="85677"/>
                    </a:cubicBezTo>
                    <a:cubicBezTo>
                      <a:pt x="171355" y="132921"/>
                      <a:pt x="132921" y="171355"/>
                      <a:pt x="85677" y="171355"/>
                    </a:cubicBezTo>
                    <a:close/>
                    <a:moveTo>
                      <a:pt x="85677" y="6667"/>
                    </a:moveTo>
                    <a:cubicBezTo>
                      <a:pt x="42100" y="6667"/>
                      <a:pt x="6620" y="42148"/>
                      <a:pt x="6620" y="85725"/>
                    </a:cubicBezTo>
                    <a:cubicBezTo>
                      <a:pt x="6620" y="129302"/>
                      <a:pt x="42100" y="164783"/>
                      <a:pt x="85677" y="164783"/>
                    </a:cubicBezTo>
                    <a:cubicBezTo>
                      <a:pt x="129254" y="164783"/>
                      <a:pt x="164735" y="129302"/>
                      <a:pt x="164735" y="85725"/>
                    </a:cubicBezTo>
                    <a:cubicBezTo>
                      <a:pt x="164735" y="42148"/>
                      <a:pt x="129254" y="6667"/>
                      <a:pt x="85677" y="6667"/>
                    </a:cubicBezTo>
                    <a:close/>
                  </a:path>
                </a:pathLst>
              </a:custGeom>
              <a:solidFill>
                <a:srgbClr val="FFFFFF"/>
              </a:solidFill>
              <a:ln w="4763" cap="flat">
                <a:noFill/>
                <a:prstDash val="solid"/>
                <a:miter/>
              </a:ln>
            </p:spPr>
            <p:txBody>
              <a:bodyPr rtlCol="0" anchor="ctr"/>
              <a:lstStyle/>
              <a:p>
                <a:endParaRPr lang="en-AU"/>
              </a:p>
            </p:txBody>
          </p:sp>
          <p:sp>
            <p:nvSpPr>
              <p:cNvPr id="23" name="Freeform: Shape 22">
                <a:extLst>
                  <a:ext uri="{FF2B5EF4-FFF2-40B4-BE49-F238E27FC236}">
                    <a16:creationId xmlns:a16="http://schemas.microsoft.com/office/drawing/2014/main" id="{044BA208-EA2B-AEB2-6DA2-25482C2C6D12}"/>
                  </a:ext>
                </a:extLst>
              </p:cNvPr>
              <p:cNvSpPr/>
              <p:nvPr/>
            </p:nvSpPr>
            <p:spPr>
              <a:xfrm>
                <a:off x="637460" y="4634007"/>
                <a:ext cx="105203" cy="104965"/>
              </a:xfrm>
              <a:custGeom>
                <a:avLst/>
                <a:gdLst>
                  <a:gd name="connsiteX0" fmla="*/ 28384 w 105203"/>
                  <a:gd name="connsiteY0" fmla="*/ 0 h 104965"/>
                  <a:gd name="connsiteX1" fmla="*/ 76819 w 105203"/>
                  <a:gd name="connsiteY1" fmla="*/ 0 h 104965"/>
                  <a:gd name="connsiteX2" fmla="*/ 105204 w 105203"/>
                  <a:gd name="connsiteY2" fmla="*/ 28385 h 104965"/>
                  <a:gd name="connsiteX3" fmla="*/ 105204 w 105203"/>
                  <a:gd name="connsiteY3" fmla="*/ 76581 h 104965"/>
                  <a:gd name="connsiteX4" fmla="*/ 76819 w 105203"/>
                  <a:gd name="connsiteY4" fmla="*/ 104966 h 104965"/>
                  <a:gd name="connsiteX5" fmla="*/ 28384 w 105203"/>
                  <a:gd name="connsiteY5" fmla="*/ 104966 h 104965"/>
                  <a:gd name="connsiteX6" fmla="*/ 0 w 105203"/>
                  <a:gd name="connsiteY6" fmla="*/ 76581 h 104965"/>
                  <a:gd name="connsiteX7" fmla="*/ 0 w 105203"/>
                  <a:gd name="connsiteY7" fmla="*/ 28385 h 104965"/>
                  <a:gd name="connsiteX8" fmla="*/ 28384 w 105203"/>
                  <a:gd name="connsiteY8" fmla="*/ 0 h 104965"/>
                  <a:gd name="connsiteX9" fmla="*/ 28384 w 105203"/>
                  <a:gd name="connsiteY9" fmla="*/ 0 h 104965"/>
                  <a:gd name="connsiteX10" fmla="*/ 80867 w 105203"/>
                  <a:gd name="connsiteY10" fmla="*/ 18336 h 104965"/>
                  <a:gd name="connsiteX11" fmla="*/ 80867 w 105203"/>
                  <a:gd name="connsiteY11" fmla="*/ 18336 h 104965"/>
                  <a:gd name="connsiteX12" fmla="*/ 86916 w 105203"/>
                  <a:gd name="connsiteY12" fmla="*/ 24384 h 104965"/>
                  <a:gd name="connsiteX13" fmla="*/ 86916 w 105203"/>
                  <a:gd name="connsiteY13" fmla="*/ 24384 h 104965"/>
                  <a:gd name="connsiteX14" fmla="*/ 80867 w 105203"/>
                  <a:gd name="connsiteY14" fmla="*/ 30432 h 104965"/>
                  <a:gd name="connsiteX15" fmla="*/ 80867 w 105203"/>
                  <a:gd name="connsiteY15" fmla="*/ 30432 h 104965"/>
                  <a:gd name="connsiteX16" fmla="*/ 74819 w 105203"/>
                  <a:gd name="connsiteY16" fmla="*/ 24384 h 104965"/>
                  <a:gd name="connsiteX17" fmla="*/ 74819 w 105203"/>
                  <a:gd name="connsiteY17" fmla="*/ 24384 h 104965"/>
                  <a:gd name="connsiteX18" fmla="*/ 80867 w 105203"/>
                  <a:gd name="connsiteY18" fmla="*/ 18336 h 104965"/>
                  <a:gd name="connsiteX19" fmla="*/ 80867 w 105203"/>
                  <a:gd name="connsiteY19" fmla="*/ 18336 h 104965"/>
                  <a:gd name="connsiteX20" fmla="*/ 52483 w 105203"/>
                  <a:gd name="connsiteY20" fmla="*/ 23860 h 104965"/>
                  <a:gd name="connsiteX21" fmla="*/ 52721 w 105203"/>
                  <a:gd name="connsiteY21" fmla="*/ 23860 h 104965"/>
                  <a:gd name="connsiteX22" fmla="*/ 81343 w 105203"/>
                  <a:gd name="connsiteY22" fmla="*/ 52483 h 104965"/>
                  <a:gd name="connsiteX23" fmla="*/ 81343 w 105203"/>
                  <a:gd name="connsiteY23" fmla="*/ 52483 h 104965"/>
                  <a:gd name="connsiteX24" fmla="*/ 52721 w 105203"/>
                  <a:gd name="connsiteY24" fmla="*/ 81105 h 104965"/>
                  <a:gd name="connsiteX25" fmla="*/ 52483 w 105203"/>
                  <a:gd name="connsiteY25" fmla="*/ 81105 h 104965"/>
                  <a:gd name="connsiteX26" fmla="*/ 24098 w 105203"/>
                  <a:gd name="connsiteY26" fmla="*/ 52483 h 104965"/>
                  <a:gd name="connsiteX27" fmla="*/ 24098 w 105203"/>
                  <a:gd name="connsiteY27" fmla="*/ 52483 h 104965"/>
                  <a:gd name="connsiteX28" fmla="*/ 52483 w 105203"/>
                  <a:gd name="connsiteY28" fmla="*/ 23860 h 104965"/>
                  <a:gd name="connsiteX29" fmla="*/ 52483 w 105203"/>
                  <a:gd name="connsiteY29" fmla="*/ 23860 h 104965"/>
                  <a:gd name="connsiteX30" fmla="*/ 52483 w 105203"/>
                  <a:gd name="connsiteY30" fmla="*/ 33623 h 104965"/>
                  <a:gd name="connsiteX31" fmla="*/ 52721 w 105203"/>
                  <a:gd name="connsiteY31" fmla="*/ 33623 h 104965"/>
                  <a:gd name="connsiteX32" fmla="*/ 71533 w 105203"/>
                  <a:gd name="connsiteY32" fmla="*/ 52435 h 104965"/>
                  <a:gd name="connsiteX33" fmla="*/ 71533 w 105203"/>
                  <a:gd name="connsiteY33" fmla="*/ 52435 h 104965"/>
                  <a:gd name="connsiteX34" fmla="*/ 52721 w 105203"/>
                  <a:gd name="connsiteY34" fmla="*/ 71533 h 104965"/>
                  <a:gd name="connsiteX35" fmla="*/ 52483 w 105203"/>
                  <a:gd name="connsiteY35" fmla="*/ 71533 h 104965"/>
                  <a:gd name="connsiteX36" fmla="*/ 33671 w 105203"/>
                  <a:gd name="connsiteY36" fmla="*/ 52435 h 104965"/>
                  <a:gd name="connsiteX37" fmla="*/ 33671 w 105203"/>
                  <a:gd name="connsiteY37" fmla="*/ 52435 h 104965"/>
                  <a:gd name="connsiteX38" fmla="*/ 52483 w 105203"/>
                  <a:gd name="connsiteY38" fmla="*/ 33623 h 104965"/>
                  <a:gd name="connsiteX39" fmla="*/ 52483 w 105203"/>
                  <a:gd name="connsiteY39" fmla="*/ 33623 h 104965"/>
                  <a:gd name="connsiteX40" fmla="*/ 28623 w 105203"/>
                  <a:gd name="connsiteY40" fmla="*/ 9049 h 104965"/>
                  <a:gd name="connsiteX41" fmla="*/ 76581 w 105203"/>
                  <a:gd name="connsiteY41" fmla="*/ 9049 h 104965"/>
                  <a:gd name="connsiteX42" fmla="*/ 96155 w 105203"/>
                  <a:gd name="connsiteY42" fmla="*/ 28623 h 104965"/>
                  <a:gd name="connsiteX43" fmla="*/ 96155 w 105203"/>
                  <a:gd name="connsiteY43" fmla="*/ 76343 h 104965"/>
                  <a:gd name="connsiteX44" fmla="*/ 76581 w 105203"/>
                  <a:gd name="connsiteY44" fmla="*/ 95917 h 104965"/>
                  <a:gd name="connsiteX45" fmla="*/ 28623 w 105203"/>
                  <a:gd name="connsiteY45" fmla="*/ 95917 h 104965"/>
                  <a:gd name="connsiteX46" fmla="*/ 9049 w 105203"/>
                  <a:gd name="connsiteY46" fmla="*/ 76343 h 104965"/>
                  <a:gd name="connsiteX47" fmla="*/ 9049 w 105203"/>
                  <a:gd name="connsiteY47" fmla="*/ 28623 h 104965"/>
                  <a:gd name="connsiteX48" fmla="*/ 28623 w 105203"/>
                  <a:gd name="connsiteY48" fmla="*/ 9049 h 104965"/>
                  <a:gd name="connsiteX49" fmla="*/ 28623 w 105203"/>
                  <a:gd name="connsiteY49" fmla="*/ 9049 h 104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05203" h="104965">
                    <a:moveTo>
                      <a:pt x="28384" y="0"/>
                    </a:moveTo>
                    <a:lnTo>
                      <a:pt x="76819" y="0"/>
                    </a:lnTo>
                    <a:cubicBezTo>
                      <a:pt x="92392" y="0"/>
                      <a:pt x="105204" y="12811"/>
                      <a:pt x="105204" y="28385"/>
                    </a:cubicBezTo>
                    <a:lnTo>
                      <a:pt x="105204" y="76581"/>
                    </a:lnTo>
                    <a:cubicBezTo>
                      <a:pt x="105204" y="92154"/>
                      <a:pt x="92392" y="104966"/>
                      <a:pt x="76819" y="104966"/>
                    </a:cubicBezTo>
                    <a:lnTo>
                      <a:pt x="28384" y="104966"/>
                    </a:lnTo>
                    <a:cubicBezTo>
                      <a:pt x="12811" y="104966"/>
                      <a:pt x="0" y="92154"/>
                      <a:pt x="0" y="76581"/>
                    </a:cubicBezTo>
                    <a:lnTo>
                      <a:pt x="0" y="28385"/>
                    </a:lnTo>
                    <a:cubicBezTo>
                      <a:pt x="0" y="12811"/>
                      <a:pt x="12811" y="0"/>
                      <a:pt x="28384" y="0"/>
                    </a:cubicBezTo>
                    <a:lnTo>
                      <a:pt x="28384" y="0"/>
                    </a:lnTo>
                    <a:close/>
                    <a:moveTo>
                      <a:pt x="80867" y="18336"/>
                    </a:moveTo>
                    <a:lnTo>
                      <a:pt x="80867" y="18336"/>
                    </a:lnTo>
                    <a:cubicBezTo>
                      <a:pt x="84153" y="18336"/>
                      <a:pt x="86916" y="21098"/>
                      <a:pt x="86916" y="24384"/>
                    </a:cubicBezTo>
                    <a:lnTo>
                      <a:pt x="86916" y="24384"/>
                    </a:lnTo>
                    <a:cubicBezTo>
                      <a:pt x="86916" y="27670"/>
                      <a:pt x="84153" y="30432"/>
                      <a:pt x="80867" y="30432"/>
                    </a:cubicBezTo>
                    <a:lnTo>
                      <a:pt x="80867" y="30432"/>
                    </a:lnTo>
                    <a:cubicBezTo>
                      <a:pt x="77343" y="30432"/>
                      <a:pt x="74819" y="27670"/>
                      <a:pt x="74819" y="24384"/>
                    </a:cubicBezTo>
                    <a:lnTo>
                      <a:pt x="74819" y="24384"/>
                    </a:lnTo>
                    <a:cubicBezTo>
                      <a:pt x="74819" y="21098"/>
                      <a:pt x="77343" y="18336"/>
                      <a:pt x="80867" y="18336"/>
                    </a:cubicBezTo>
                    <a:lnTo>
                      <a:pt x="80867" y="18336"/>
                    </a:lnTo>
                    <a:close/>
                    <a:moveTo>
                      <a:pt x="52483" y="23860"/>
                    </a:moveTo>
                    <a:lnTo>
                      <a:pt x="52721" y="23860"/>
                    </a:lnTo>
                    <a:cubicBezTo>
                      <a:pt x="68294" y="23860"/>
                      <a:pt x="81343" y="36909"/>
                      <a:pt x="81343" y="52483"/>
                    </a:cubicBezTo>
                    <a:lnTo>
                      <a:pt x="81343" y="52483"/>
                    </a:lnTo>
                    <a:cubicBezTo>
                      <a:pt x="81343" y="68294"/>
                      <a:pt x="68294" y="81105"/>
                      <a:pt x="52721" y="81105"/>
                    </a:cubicBezTo>
                    <a:lnTo>
                      <a:pt x="52483" y="81105"/>
                    </a:lnTo>
                    <a:cubicBezTo>
                      <a:pt x="36909" y="81105"/>
                      <a:pt x="24098" y="68294"/>
                      <a:pt x="24098" y="52483"/>
                    </a:cubicBezTo>
                    <a:lnTo>
                      <a:pt x="24098" y="52483"/>
                    </a:lnTo>
                    <a:cubicBezTo>
                      <a:pt x="24098" y="36909"/>
                      <a:pt x="36909" y="23860"/>
                      <a:pt x="52483" y="23860"/>
                    </a:cubicBezTo>
                    <a:lnTo>
                      <a:pt x="52483" y="23860"/>
                    </a:lnTo>
                    <a:close/>
                    <a:moveTo>
                      <a:pt x="52483" y="33623"/>
                    </a:moveTo>
                    <a:lnTo>
                      <a:pt x="52721" y="33623"/>
                    </a:lnTo>
                    <a:cubicBezTo>
                      <a:pt x="63008" y="33623"/>
                      <a:pt x="71533" y="42148"/>
                      <a:pt x="71533" y="52435"/>
                    </a:cubicBezTo>
                    <a:lnTo>
                      <a:pt x="71533" y="52435"/>
                    </a:lnTo>
                    <a:cubicBezTo>
                      <a:pt x="71533" y="62960"/>
                      <a:pt x="63008" y="71533"/>
                      <a:pt x="52721" y="71533"/>
                    </a:cubicBezTo>
                    <a:lnTo>
                      <a:pt x="52483" y="71533"/>
                    </a:lnTo>
                    <a:cubicBezTo>
                      <a:pt x="42196" y="71533"/>
                      <a:pt x="33671" y="63008"/>
                      <a:pt x="33671" y="52435"/>
                    </a:cubicBezTo>
                    <a:lnTo>
                      <a:pt x="33671" y="52435"/>
                    </a:lnTo>
                    <a:cubicBezTo>
                      <a:pt x="33671" y="42148"/>
                      <a:pt x="42196" y="33623"/>
                      <a:pt x="52483" y="33623"/>
                    </a:cubicBezTo>
                    <a:lnTo>
                      <a:pt x="52483" y="33623"/>
                    </a:lnTo>
                    <a:close/>
                    <a:moveTo>
                      <a:pt x="28623" y="9049"/>
                    </a:moveTo>
                    <a:lnTo>
                      <a:pt x="76581" y="9049"/>
                    </a:lnTo>
                    <a:cubicBezTo>
                      <a:pt x="87392" y="9049"/>
                      <a:pt x="96155" y="17812"/>
                      <a:pt x="96155" y="28623"/>
                    </a:cubicBezTo>
                    <a:lnTo>
                      <a:pt x="96155" y="76343"/>
                    </a:lnTo>
                    <a:cubicBezTo>
                      <a:pt x="96155" y="87154"/>
                      <a:pt x="87392" y="95917"/>
                      <a:pt x="76581" y="95917"/>
                    </a:cubicBezTo>
                    <a:lnTo>
                      <a:pt x="28623" y="95917"/>
                    </a:lnTo>
                    <a:cubicBezTo>
                      <a:pt x="17812" y="95917"/>
                      <a:pt x="9049" y="87154"/>
                      <a:pt x="9049" y="76343"/>
                    </a:cubicBezTo>
                    <a:lnTo>
                      <a:pt x="9049" y="28623"/>
                    </a:lnTo>
                    <a:cubicBezTo>
                      <a:pt x="9049" y="17812"/>
                      <a:pt x="17812" y="9049"/>
                      <a:pt x="28623" y="9049"/>
                    </a:cubicBezTo>
                    <a:lnTo>
                      <a:pt x="28623" y="9049"/>
                    </a:lnTo>
                    <a:close/>
                  </a:path>
                </a:pathLst>
              </a:custGeom>
              <a:solidFill>
                <a:srgbClr val="FFFFFF"/>
              </a:solidFill>
              <a:ln w="4763" cap="flat">
                <a:noFill/>
                <a:prstDash val="solid"/>
                <a:miter/>
              </a:ln>
            </p:spPr>
            <p:txBody>
              <a:bodyPr rtlCol="0" anchor="ctr"/>
              <a:lstStyle/>
              <a:p>
                <a:endParaRPr lang="en-AU"/>
              </a:p>
            </p:txBody>
          </p:sp>
        </p:grpSp>
        <p:grpSp>
          <p:nvGrpSpPr>
            <p:cNvPr id="24" name="Graphic 3">
              <a:extLst>
                <a:ext uri="{FF2B5EF4-FFF2-40B4-BE49-F238E27FC236}">
                  <a16:creationId xmlns:a16="http://schemas.microsoft.com/office/drawing/2014/main" id="{1E38CE80-668F-33FD-4068-4CE84CB701AD}"/>
                </a:ext>
              </a:extLst>
            </p:cNvPr>
            <p:cNvGrpSpPr/>
            <p:nvPr/>
          </p:nvGrpSpPr>
          <p:grpSpPr>
            <a:xfrm>
              <a:off x="217360" y="4600908"/>
              <a:ext cx="171354" cy="171354"/>
              <a:chOff x="217360" y="4600908"/>
              <a:chExt cx="171354" cy="171354"/>
            </a:xfrm>
            <a:solidFill>
              <a:srgbClr val="FFFFFF"/>
            </a:solidFill>
          </p:grpSpPr>
          <p:sp>
            <p:nvSpPr>
              <p:cNvPr id="25" name="Freeform: Shape 24">
                <a:extLst>
                  <a:ext uri="{FF2B5EF4-FFF2-40B4-BE49-F238E27FC236}">
                    <a16:creationId xmlns:a16="http://schemas.microsoft.com/office/drawing/2014/main" id="{DC5C4339-27F3-3A60-4691-313A45B4636F}"/>
                  </a:ext>
                </a:extLst>
              </p:cNvPr>
              <p:cNvSpPr/>
              <p:nvPr/>
            </p:nvSpPr>
            <p:spPr>
              <a:xfrm>
                <a:off x="217360" y="4600908"/>
                <a:ext cx="171354" cy="171354"/>
              </a:xfrm>
              <a:custGeom>
                <a:avLst/>
                <a:gdLst>
                  <a:gd name="connsiteX0" fmla="*/ 85677 w 171354"/>
                  <a:gd name="connsiteY0" fmla="*/ 171355 h 171354"/>
                  <a:gd name="connsiteX1" fmla="*/ 0 w 171354"/>
                  <a:gd name="connsiteY1" fmla="*/ 85677 h 171354"/>
                  <a:gd name="connsiteX2" fmla="*/ 85677 w 171354"/>
                  <a:gd name="connsiteY2" fmla="*/ 0 h 171354"/>
                  <a:gd name="connsiteX3" fmla="*/ 171355 w 171354"/>
                  <a:gd name="connsiteY3" fmla="*/ 85677 h 171354"/>
                  <a:gd name="connsiteX4" fmla="*/ 85677 w 171354"/>
                  <a:gd name="connsiteY4" fmla="*/ 171355 h 171354"/>
                  <a:gd name="connsiteX5" fmla="*/ 85677 w 171354"/>
                  <a:gd name="connsiteY5" fmla="*/ 6620 h 171354"/>
                  <a:gd name="connsiteX6" fmla="*/ 6620 w 171354"/>
                  <a:gd name="connsiteY6" fmla="*/ 85677 h 171354"/>
                  <a:gd name="connsiteX7" fmla="*/ 85677 w 171354"/>
                  <a:gd name="connsiteY7" fmla="*/ 164735 h 171354"/>
                  <a:gd name="connsiteX8" fmla="*/ 164735 w 171354"/>
                  <a:gd name="connsiteY8" fmla="*/ 85677 h 171354"/>
                  <a:gd name="connsiteX9" fmla="*/ 85677 w 171354"/>
                  <a:gd name="connsiteY9" fmla="*/ 6620 h 171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54" h="171354">
                    <a:moveTo>
                      <a:pt x="85677" y="171355"/>
                    </a:moveTo>
                    <a:cubicBezTo>
                      <a:pt x="38433" y="171355"/>
                      <a:pt x="0" y="132921"/>
                      <a:pt x="0" y="85677"/>
                    </a:cubicBezTo>
                    <a:cubicBezTo>
                      <a:pt x="0" y="38433"/>
                      <a:pt x="38433" y="0"/>
                      <a:pt x="85677" y="0"/>
                    </a:cubicBezTo>
                    <a:cubicBezTo>
                      <a:pt x="132921" y="0"/>
                      <a:pt x="171355" y="38433"/>
                      <a:pt x="171355" y="85677"/>
                    </a:cubicBezTo>
                    <a:cubicBezTo>
                      <a:pt x="171355" y="132921"/>
                      <a:pt x="132921" y="171355"/>
                      <a:pt x="85677" y="171355"/>
                    </a:cubicBezTo>
                    <a:close/>
                    <a:moveTo>
                      <a:pt x="85677" y="6620"/>
                    </a:moveTo>
                    <a:cubicBezTo>
                      <a:pt x="42101" y="6620"/>
                      <a:pt x="6620" y="42101"/>
                      <a:pt x="6620" y="85677"/>
                    </a:cubicBezTo>
                    <a:cubicBezTo>
                      <a:pt x="6620" y="129254"/>
                      <a:pt x="42101" y="164735"/>
                      <a:pt x="85677" y="164735"/>
                    </a:cubicBezTo>
                    <a:cubicBezTo>
                      <a:pt x="129254" y="164735"/>
                      <a:pt x="164735" y="129254"/>
                      <a:pt x="164735" y="85677"/>
                    </a:cubicBezTo>
                    <a:cubicBezTo>
                      <a:pt x="164735" y="42101"/>
                      <a:pt x="129254" y="6620"/>
                      <a:pt x="85677" y="6620"/>
                    </a:cubicBezTo>
                    <a:close/>
                  </a:path>
                </a:pathLst>
              </a:custGeom>
              <a:solidFill>
                <a:srgbClr val="FFFFFF"/>
              </a:solidFill>
              <a:ln w="4763" cap="flat">
                <a:noFill/>
                <a:prstDash val="solid"/>
                <a:miter/>
              </a:ln>
            </p:spPr>
            <p:txBody>
              <a:bodyPr rtlCol="0" anchor="ctr"/>
              <a:lstStyle/>
              <a:p>
                <a:endParaRPr lang="en-AU"/>
              </a:p>
            </p:txBody>
          </p:sp>
          <p:sp>
            <p:nvSpPr>
              <p:cNvPr id="26" name="Freeform: Shape 25">
                <a:extLst>
                  <a:ext uri="{FF2B5EF4-FFF2-40B4-BE49-F238E27FC236}">
                    <a16:creationId xmlns:a16="http://schemas.microsoft.com/office/drawing/2014/main" id="{4E0AF755-8025-9045-AFC0-345262DD6301}"/>
                  </a:ext>
                </a:extLst>
              </p:cNvPr>
              <p:cNvSpPr/>
              <p:nvPr/>
            </p:nvSpPr>
            <p:spPr>
              <a:xfrm>
                <a:off x="265223" y="4643008"/>
                <a:ext cx="75580" cy="76009"/>
              </a:xfrm>
              <a:custGeom>
                <a:avLst/>
                <a:gdLst>
                  <a:gd name="connsiteX0" fmla="*/ 1524 w 75580"/>
                  <a:gd name="connsiteY0" fmla="*/ 25527 h 76009"/>
                  <a:gd name="connsiteX1" fmla="*/ 16526 w 75580"/>
                  <a:gd name="connsiteY1" fmla="*/ 25527 h 76009"/>
                  <a:gd name="connsiteX2" fmla="*/ 16526 w 75580"/>
                  <a:gd name="connsiteY2" fmla="*/ 75914 h 76009"/>
                  <a:gd name="connsiteX3" fmla="*/ 1524 w 75580"/>
                  <a:gd name="connsiteY3" fmla="*/ 75914 h 76009"/>
                  <a:gd name="connsiteX4" fmla="*/ 1524 w 75580"/>
                  <a:gd name="connsiteY4" fmla="*/ 25527 h 76009"/>
                  <a:gd name="connsiteX5" fmla="*/ 8906 w 75580"/>
                  <a:gd name="connsiteY5" fmla="*/ 0 h 76009"/>
                  <a:gd name="connsiteX6" fmla="*/ 18002 w 75580"/>
                  <a:gd name="connsiteY6" fmla="*/ 9096 h 76009"/>
                  <a:gd name="connsiteX7" fmla="*/ 8906 w 75580"/>
                  <a:gd name="connsiteY7" fmla="*/ 18193 h 76009"/>
                  <a:gd name="connsiteX8" fmla="*/ 0 w 75580"/>
                  <a:gd name="connsiteY8" fmla="*/ 9096 h 76009"/>
                  <a:gd name="connsiteX9" fmla="*/ 8906 w 75580"/>
                  <a:gd name="connsiteY9" fmla="*/ 0 h 76009"/>
                  <a:gd name="connsiteX10" fmla="*/ 8906 w 75580"/>
                  <a:gd name="connsiteY10" fmla="*/ 0 h 76009"/>
                  <a:gd name="connsiteX11" fmla="*/ 25384 w 75580"/>
                  <a:gd name="connsiteY11" fmla="*/ 25527 h 76009"/>
                  <a:gd name="connsiteX12" fmla="*/ 40195 w 75580"/>
                  <a:gd name="connsiteY12" fmla="*/ 25527 h 76009"/>
                  <a:gd name="connsiteX13" fmla="*/ 40195 w 75580"/>
                  <a:gd name="connsiteY13" fmla="*/ 32575 h 76009"/>
                  <a:gd name="connsiteX14" fmla="*/ 54435 w 75580"/>
                  <a:gd name="connsiteY14" fmla="*/ 25003 h 76009"/>
                  <a:gd name="connsiteX15" fmla="*/ 58531 w 75580"/>
                  <a:gd name="connsiteY15" fmla="*/ 25003 h 76009"/>
                  <a:gd name="connsiteX16" fmla="*/ 75581 w 75580"/>
                  <a:gd name="connsiteY16" fmla="*/ 42053 h 76009"/>
                  <a:gd name="connsiteX17" fmla="*/ 75581 w 75580"/>
                  <a:gd name="connsiteY17" fmla="*/ 75962 h 76009"/>
                  <a:gd name="connsiteX18" fmla="*/ 60769 w 75580"/>
                  <a:gd name="connsiteY18" fmla="*/ 75962 h 76009"/>
                  <a:gd name="connsiteX19" fmla="*/ 60769 w 75580"/>
                  <a:gd name="connsiteY19" fmla="*/ 71342 h 76009"/>
                  <a:gd name="connsiteX20" fmla="*/ 60769 w 75580"/>
                  <a:gd name="connsiteY20" fmla="*/ 71342 h 76009"/>
                  <a:gd name="connsiteX21" fmla="*/ 60769 w 75580"/>
                  <a:gd name="connsiteY21" fmla="*/ 48768 h 76009"/>
                  <a:gd name="connsiteX22" fmla="*/ 60769 w 75580"/>
                  <a:gd name="connsiteY22" fmla="*/ 48768 h 76009"/>
                  <a:gd name="connsiteX23" fmla="*/ 50959 w 75580"/>
                  <a:gd name="connsiteY23" fmla="*/ 38576 h 76009"/>
                  <a:gd name="connsiteX24" fmla="*/ 50959 w 75580"/>
                  <a:gd name="connsiteY24" fmla="*/ 38576 h 76009"/>
                  <a:gd name="connsiteX25" fmla="*/ 40195 w 75580"/>
                  <a:gd name="connsiteY25" fmla="*/ 48768 h 76009"/>
                  <a:gd name="connsiteX26" fmla="*/ 40195 w 75580"/>
                  <a:gd name="connsiteY26" fmla="*/ 48768 h 76009"/>
                  <a:gd name="connsiteX27" fmla="*/ 40195 w 75580"/>
                  <a:gd name="connsiteY27" fmla="*/ 76009 h 76009"/>
                  <a:gd name="connsiteX28" fmla="*/ 25384 w 75580"/>
                  <a:gd name="connsiteY28" fmla="*/ 76009 h 76009"/>
                  <a:gd name="connsiteX29" fmla="*/ 25384 w 75580"/>
                  <a:gd name="connsiteY29" fmla="*/ 25622 h 76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75580" h="76009">
                    <a:moveTo>
                      <a:pt x="1524" y="25527"/>
                    </a:moveTo>
                    <a:lnTo>
                      <a:pt x="16526" y="25527"/>
                    </a:lnTo>
                    <a:lnTo>
                      <a:pt x="16526" y="75914"/>
                    </a:lnTo>
                    <a:lnTo>
                      <a:pt x="1524" y="75914"/>
                    </a:lnTo>
                    <a:lnTo>
                      <a:pt x="1524" y="25527"/>
                    </a:lnTo>
                    <a:close/>
                    <a:moveTo>
                      <a:pt x="8906" y="0"/>
                    </a:moveTo>
                    <a:cubicBezTo>
                      <a:pt x="13907" y="0"/>
                      <a:pt x="18002" y="4096"/>
                      <a:pt x="18002" y="9096"/>
                    </a:cubicBezTo>
                    <a:cubicBezTo>
                      <a:pt x="18002" y="14097"/>
                      <a:pt x="13907" y="18193"/>
                      <a:pt x="8906" y="18193"/>
                    </a:cubicBezTo>
                    <a:cubicBezTo>
                      <a:pt x="3905" y="18193"/>
                      <a:pt x="0" y="14097"/>
                      <a:pt x="0" y="9096"/>
                    </a:cubicBezTo>
                    <a:cubicBezTo>
                      <a:pt x="0" y="4096"/>
                      <a:pt x="3905" y="0"/>
                      <a:pt x="8906" y="0"/>
                    </a:cubicBezTo>
                    <a:lnTo>
                      <a:pt x="8906" y="0"/>
                    </a:lnTo>
                    <a:close/>
                    <a:moveTo>
                      <a:pt x="25384" y="25527"/>
                    </a:moveTo>
                    <a:lnTo>
                      <a:pt x="40195" y="25527"/>
                    </a:lnTo>
                    <a:lnTo>
                      <a:pt x="40195" y="32575"/>
                    </a:lnTo>
                    <a:cubicBezTo>
                      <a:pt x="43339" y="27956"/>
                      <a:pt x="48530" y="25003"/>
                      <a:pt x="54435" y="25003"/>
                    </a:cubicBezTo>
                    <a:lnTo>
                      <a:pt x="58531" y="25003"/>
                    </a:lnTo>
                    <a:cubicBezTo>
                      <a:pt x="67961" y="25003"/>
                      <a:pt x="75581" y="32766"/>
                      <a:pt x="75581" y="42053"/>
                    </a:cubicBezTo>
                    <a:lnTo>
                      <a:pt x="75581" y="75962"/>
                    </a:lnTo>
                    <a:lnTo>
                      <a:pt x="60769" y="75962"/>
                    </a:lnTo>
                    <a:lnTo>
                      <a:pt x="60769" y="71342"/>
                    </a:lnTo>
                    <a:lnTo>
                      <a:pt x="60769" y="71342"/>
                    </a:lnTo>
                    <a:lnTo>
                      <a:pt x="60769" y="48768"/>
                    </a:lnTo>
                    <a:lnTo>
                      <a:pt x="60769" y="48768"/>
                    </a:lnTo>
                    <a:cubicBezTo>
                      <a:pt x="60579" y="43005"/>
                      <a:pt x="56674" y="38576"/>
                      <a:pt x="50959" y="38576"/>
                    </a:cubicBezTo>
                    <a:lnTo>
                      <a:pt x="50959" y="38576"/>
                    </a:lnTo>
                    <a:cubicBezTo>
                      <a:pt x="45196" y="38576"/>
                      <a:pt x="40386" y="43005"/>
                      <a:pt x="40195" y="48768"/>
                    </a:cubicBezTo>
                    <a:lnTo>
                      <a:pt x="40195" y="48768"/>
                    </a:lnTo>
                    <a:lnTo>
                      <a:pt x="40195" y="76009"/>
                    </a:lnTo>
                    <a:lnTo>
                      <a:pt x="25384" y="76009"/>
                    </a:lnTo>
                    <a:lnTo>
                      <a:pt x="25384" y="25622"/>
                    </a:lnTo>
                    <a:close/>
                  </a:path>
                </a:pathLst>
              </a:custGeom>
              <a:solidFill>
                <a:srgbClr val="FFFFFF"/>
              </a:solidFill>
              <a:ln w="4763" cap="flat">
                <a:noFill/>
                <a:prstDash val="solid"/>
                <a:miter/>
              </a:ln>
            </p:spPr>
            <p:txBody>
              <a:bodyPr rtlCol="0" anchor="ctr"/>
              <a:lstStyle/>
              <a:p>
                <a:endParaRPr lang="en-AU"/>
              </a:p>
            </p:txBody>
          </p:sp>
        </p:grpSp>
        <p:grpSp>
          <p:nvGrpSpPr>
            <p:cNvPr id="27" name="Graphic 3">
              <a:extLst>
                <a:ext uri="{FF2B5EF4-FFF2-40B4-BE49-F238E27FC236}">
                  <a16:creationId xmlns:a16="http://schemas.microsoft.com/office/drawing/2014/main" id="{4AF81122-B682-3D4F-1692-03A9A1D0D0D9}"/>
                </a:ext>
              </a:extLst>
            </p:cNvPr>
            <p:cNvGrpSpPr/>
            <p:nvPr/>
          </p:nvGrpSpPr>
          <p:grpSpPr>
            <a:xfrm>
              <a:off x="991457" y="4600908"/>
              <a:ext cx="171354" cy="171354"/>
              <a:chOff x="991457" y="4600908"/>
              <a:chExt cx="171354" cy="171354"/>
            </a:xfrm>
            <a:solidFill>
              <a:srgbClr val="FFFFFF"/>
            </a:solidFill>
          </p:grpSpPr>
          <p:sp>
            <p:nvSpPr>
              <p:cNvPr id="28" name="Freeform: Shape 27">
                <a:extLst>
                  <a:ext uri="{FF2B5EF4-FFF2-40B4-BE49-F238E27FC236}">
                    <a16:creationId xmlns:a16="http://schemas.microsoft.com/office/drawing/2014/main" id="{C107F021-466F-02E9-8D53-CF6B99842509}"/>
                  </a:ext>
                </a:extLst>
              </p:cNvPr>
              <p:cNvSpPr/>
              <p:nvPr/>
            </p:nvSpPr>
            <p:spPr>
              <a:xfrm>
                <a:off x="991457" y="4600908"/>
                <a:ext cx="171354" cy="171354"/>
              </a:xfrm>
              <a:custGeom>
                <a:avLst/>
                <a:gdLst>
                  <a:gd name="connsiteX0" fmla="*/ 85677 w 171354"/>
                  <a:gd name="connsiteY0" fmla="*/ 171355 h 171354"/>
                  <a:gd name="connsiteX1" fmla="*/ 0 w 171354"/>
                  <a:gd name="connsiteY1" fmla="*/ 85677 h 171354"/>
                  <a:gd name="connsiteX2" fmla="*/ 85677 w 171354"/>
                  <a:gd name="connsiteY2" fmla="*/ 0 h 171354"/>
                  <a:gd name="connsiteX3" fmla="*/ 171355 w 171354"/>
                  <a:gd name="connsiteY3" fmla="*/ 85677 h 171354"/>
                  <a:gd name="connsiteX4" fmla="*/ 85677 w 171354"/>
                  <a:gd name="connsiteY4" fmla="*/ 171355 h 171354"/>
                  <a:gd name="connsiteX5" fmla="*/ 85677 w 171354"/>
                  <a:gd name="connsiteY5" fmla="*/ 6620 h 171354"/>
                  <a:gd name="connsiteX6" fmla="*/ 6620 w 171354"/>
                  <a:gd name="connsiteY6" fmla="*/ 85677 h 171354"/>
                  <a:gd name="connsiteX7" fmla="*/ 85677 w 171354"/>
                  <a:gd name="connsiteY7" fmla="*/ 164735 h 171354"/>
                  <a:gd name="connsiteX8" fmla="*/ 164735 w 171354"/>
                  <a:gd name="connsiteY8" fmla="*/ 85677 h 171354"/>
                  <a:gd name="connsiteX9" fmla="*/ 85677 w 171354"/>
                  <a:gd name="connsiteY9" fmla="*/ 6620 h 171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54" h="171354">
                    <a:moveTo>
                      <a:pt x="85677" y="171355"/>
                    </a:moveTo>
                    <a:cubicBezTo>
                      <a:pt x="38433" y="171355"/>
                      <a:pt x="0" y="132921"/>
                      <a:pt x="0" y="85677"/>
                    </a:cubicBezTo>
                    <a:cubicBezTo>
                      <a:pt x="0" y="38433"/>
                      <a:pt x="38433" y="0"/>
                      <a:pt x="85677" y="0"/>
                    </a:cubicBezTo>
                    <a:cubicBezTo>
                      <a:pt x="132921" y="0"/>
                      <a:pt x="171355" y="38433"/>
                      <a:pt x="171355" y="85677"/>
                    </a:cubicBezTo>
                    <a:cubicBezTo>
                      <a:pt x="171355" y="132921"/>
                      <a:pt x="132921" y="171355"/>
                      <a:pt x="85677" y="171355"/>
                    </a:cubicBezTo>
                    <a:close/>
                    <a:moveTo>
                      <a:pt x="85677" y="6620"/>
                    </a:moveTo>
                    <a:cubicBezTo>
                      <a:pt x="42101" y="6620"/>
                      <a:pt x="6620" y="42101"/>
                      <a:pt x="6620" y="85677"/>
                    </a:cubicBezTo>
                    <a:cubicBezTo>
                      <a:pt x="6620" y="129254"/>
                      <a:pt x="42101" y="164735"/>
                      <a:pt x="85677" y="164735"/>
                    </a:cubicBezTo>
                    <a:cubicBezTo>
                      <a:pt x="129254" y="164735"/>
                      <a:pt x="164735" y="129254"/>
                      <a:pt x="164735" y="85677"/>
                    </a:cubicBezTo>
                    <a:cubicBezTo>
                      <a:pt x="164735" y="42101"/>
                      <a:pt x="129254" y="6620"/>
                      <a:pt x="85677" y="6620"/>
                    </a:cubicBezTo>
                    <a:close/>
                  </a:path>
                </a:pathLst>
              </a:custGeom>
              <a:solidFill>
                <a:srgbClr val="FFFFFF"/>
              </a:solidFill>
              <a:ln w="4763" cap="flat">
                <a:noFill/>
                <a:prstDash val="solid"/>
                <a:miter/>
              </a:ln>
            </p:spPr>
            <p:txBody>
              <a:bodyPr rtlCol="0" anchor="ctr"/>
              <a:lstStyle/>
              <a:p>
                <a:endParaRPr lang="en-AU"/>
              </a:p>
            </p:txBody>
          </p:sp>
          <p:sp>
            <p:nvSpPr>
              <p:cNvPr id="29" name="Freeform: Shape 28">
                <a:extLst>
                  <a:ext uri="{FF2B5EF4-FFF2-40B4-BE49-F238E27FC236}">
                    <a16:creationId xmlns:a16="http://schemas.microsoft.com/office/drawing/2014/main" id="{0A6EAA11-2208-EDD8-E640-9C795B4DAED8}"/>
                  </a:ext>
                </a:extLst>
              </p:cNvPr>
              <p:cNvSpPr/>
              <p:nvPr/>
            </p:nvSpPr>
            <p:spPr>
              <a:xfrm>
                <a:off x="1026509" y="4650581"/>
                <a:ext cx="101441" cy="71723"/>
              </a:xfrm>
              <a:custGeom>
                <a:avLst/>
                <a:gdLst>
                  <a:gd name="connsiteX0" fmla="*/ 100251 w 101441"/>
                  <a:gd name="connsiteY0" fmla="*/ 15764 h 71723"/>
                  <a:gd name="connsiteX1" fmla="*/ 81105 w 101441"/>
                  <a:gd name="connsiteY1" fmla="*/ 1191 h 71723"/>
                  <a:gd name="connsiteX2" fmla="*/ 50721 w 101441"/>
                  <a:gd name="connsiteY2" fmla="*/ 0 h 71723"/>
                  <a:gd name="connsiteX3" fmla="*/ 20336 w 101441"/>
                  <a:gd name="connsiteY3" fmla="*/ 1191 h 71723"/>
                  <a:gd name="connsiteX4" fmla="*/ 1000 w 101441"/>
                  <a:gd name="connsiteY4" fmla="*/ 15764 h 71723"/>
                  <a:gd name="connsiteX5" fmla="*/ 0 w 101441"/>
                  <a:gd name="connsiteY5" fmla="*/ 35862 h 71723"/>
                  <a:gd name="connsiteX6" fmla="*/ 1000 w 101441"/>
                  <a:gd name="connsiteY6" fmla="*/ 55959 h 71723"/>
                  <a:gd name="connsiteX7" fmla="*/ 20336 w 101441"/>
                  <a:gd name="connsiteY7" fmla="*/ 70533 h 71723"/>
                  <a:gd name="connsiteX8" fmla="*/ 50721 w 101441"/>
                  <a:gd name="connsiteY8" fmla="*/ 71723 h 71723"/>
                  <a:gd name="connsiteX9" fmla="*/ 81105 w 101441"/>
                  <a:gd name="connsiteY9" fmla="*/ 70533 h 71723"/>
                  <a:gd name="connsiteX10" fmla="*/ 100251 w 101441"/>
                  <a:gd name="connsiteY10" fmla="*/ 55959 h 71723"/>
                  <a:gd name="connsiteX11" fmla="*/ 101441 w 101441"/>
                  <a:gd name="connsiteY11" fmla="*/ 35862 h 71723"/>
                  <a:gd name="connsiteX12" fmla="*/ 100251 w 101441"/>
                  <a:gd name="connsiteY12" fmla="*/ 15764 h 71723"/>
                  <a:gd name="connsiteX13" fmla="*/ 40481 w 101441"/>
                  <a:gd name="connsiteY13" fmla="*/ 51292 h 71723"/>
                  <a:gd name="connsiteX14" fmla="*/ 40481 w 101441"/>
                  <a:gd name="connsiteY14" fmla="*/ 20717 h 71723"/>
                  <a:gd name="connsiteX15" fmla="*/ 66913 w 101441"/>
                  <a:gd name="connsiteY15" fmla="*/ 35909 h 71723"/>
                  <a:gd name="connsiteX16" fmla="*/ 40481 w 101441"/>
                  <a:gd name="connsiteY16" fmla="*/ 51292 h 71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1441" h="71723">
                    <a:moveTo>
                      <a:pt x="100251" y="15764"/>
                    </a:moveTo>
                    <a:cubicBezTo>
                      <a:pt x="98679" y="4143"/>
                      <a:pt x="92774" y="2143"/>
                      <a:pt x="81105" y="1191"/>
                    </a:cubicBezTo>
                    <a:cubicBezTo>
                      <a:pt x="71057" y="381"/>
                      <a:pt x="59627" y="0"/>
                      <a:pt x="50721" y="0"/>
                    </a:cubicBezTo>
                    <a:cubicBezTo>
                      <a:pt x="41815" y="0"/>
                      <a:pt x="30194" y="381"/>
                      <a:pt x="20336" y="1191"/>
                    </a:cubicBezTo>
                    <a:cubicBezTo>
                      <a:pt x="8715" y="2191"/>
                      <a:pt x="2572" y="4143"/>
                      <a:pt x="1000" y="15764"/>
                    </a:cubicBezTo>
                    <a:cubicBezTo>
                      <a:pt x="429" y="21098"/>
                      <a:pt x="0" y="28384"/>
                      <a:pt x="0" y="35862"/>
                    </a:cubicBezTo>
                    <a:cubicBezTo>
                      <a:pt x="0" y="43339"/>
                      <a:pt x="381" y="50864"/>
                      <a:pt x="1000" y="55959"/>
                    </a:cubicBezTo>
                    <a:cubicBezTo>
                      <a:pt x="2572" y="67818"/>
                      <a:pt x="8715" y="69580"/>
                      <a:pt x="20336" y="70533"/>
                    </a:cubicBezTo>
                    <a:cubicBezTo>
                      <a:pt x="30194" y="71533"/>
                      <a:pt x="41815" y="71723"/>
                      <a:pt x="50721" y="71723"/>
                    </a:cubicBezTo>
                    <a:cubicBezTo>
                      <a:pt x="59627" y="71723"/>
                      <a:pt x="71057" y="71533"/>
                      <a:pt x="81105" y="70533"/>
                    </a:cubicBezTo>
                    <a:cubicBezTo>
                      <a:pt x="92726" y="69532"/>
                      <a:pt x="98679" y="67770"/>
                      <a:pt x="100251" y="55959"/>
                    </a:cubicBezTo>
                    <a:cubicBezTo>
                      <a:pt x="101060" y="50816"/>
                      <a:pt x="101441" y="43339"/>
                      <a:pt x="101441" y="35862"/>
                    </a:cubicBezTo>
                    <a:cubicBezTo>
                      <a:pt x="101441" y="28384"/>
                      <a:pt x="101060" y="21050"/>
                      <a:pt x="100251" y="15764"/>
                    </a:cubicBezTo>
                    <a:close/>
                    <a:moveTo>
                      <a:pt x="40481" y="51292"/>
                    </a:moveTo>
                    <a:lnTo>
                      <a:pt x="40481" y="20717"/>
                    </a:lnTo>
                    <a:lnTo>
                      <a:pt x="66913" y="35909"/>
                    </a:lnTo>
                    <a:lnTo>
                      <a:pt x="40481" y="51292"/>
                    </a:lnTo>
                    <a:close/>
                  </a:path>
                </a:pathLst>
              </a:custGeom>
              <a:solidFill>
                <a:srgbClr val="FFFFFF"/>
              </a:solidFill>
              <a:ln w="4763" cap="flat">
                <a:noFill/>
                <a:prstDash val="solid"/>
                <a:miter/>
              </a:ln>
            </p:spPr>
            <p:txBody>
              <a:bodyPr rtlCol="0" anchor="ctr"/>
              <a:lstStyle/>
              <a:p>
                <a:endParaRPr lang="en-AU"/>
              </a:p>
            </p:txBody>
          </p:sp>
        </p:grpSp>
      </p:grpSp>
      <p:sp>
        <p:nvSpPr>
          <p:cNvPr id="30" name="TextBox 29">
            <a:extLst>
              <a:ext uri="{FF2B5EF4-FFF2-40B4-BE49-F238E27FC236}">
                <a16:creationId xmlns:a16="http://schemas.microsoft.com/office/drawing/2014/main" id="{86AA1CEC-8694-F371-4526-F602B1F47D9A}"/>
              </a:ext>
            </a:extLst>
          </p:cNvPr>
          <p:cNvSpPr txBox="1"/>
          <p:nvPr userDrawn="1"/>
        </p:nvSpPr>
        <p:spPr>
          <a:xfrm>
            <a:off x="293584" y="4859373"/>
            <a:ext cx="3144375" cy="215444"/>
          </a:xfrm>
          <a:prstGeom prst="rect">
            <a:avLst/>
          </a:prstGeom>
          <a:noFill/>
        </p:spPr>
        <p:txBody>
          <a:bodyPr wrap="square" rtlCol="0">
            <a:spAutoFit/>
          </a:bodyPr>
          <a:lstStyle>
            <a:defPPr marR="0" lvl="0" algn="l" rtl="0">
              <a:lnSpc>
                <a:spcPct val="100000"/>
              </a:lnSpc>
              <a:spcBef>
                <a:spcPts val="0"/>
              </a:spcBef>
              <a:spcAft>
                <a:spcPts val="0"/>
              </a:spcAft>
            </a:defPPr>
            <a:lvl1pPr>
              <a:defRPr sz="700">
                <a:solidFill>
                  <a:schemeClr val="bg1"/>
                </a:solidFill>
                <a:effectLst/>
                <a:latin typeface="Verdana" panose="020B0604030504040204" pitchFamily="34" charset="0"/>
                <a:ea typeface="Verdana" panose="020B0604030504040204" pitchFamily="34" charset="0"/>
              </a:defRPr>
            </a:lvl1pPr>
          </a:lstStyle>
          <a:p>
            <a:pPr lvl="0"/>
            <a:r>
              <a:rPr lang="en-US" dirty="0"/>
              <a:t>Copyright © 2025 Ascendion. All rights reserved</a:t>
            </a:r>
          </a:p>
        </p:txBody>
      </p:sp>
      <p:sp>
        <p:nvSpPr>
          <p:cNvPr id="33" name="Google Shape;10;p2">
            <a:extLst>
              <a:ext uri="{FF2B5EF4-FFF2-40B4-BE49-F238E27FC236}">
                <a16:creationId xmlns:a16="http://schemas.microsoft.com/office/drawing/2014/main" id="{D543CF40-CA6C-AB12-3735-CF8AC652A545}"/>
              </a:ext>
            </a:extLst>
          </p:cNvPr>
          <p:cNvSpPr txBox="1">
            <a:spLocks noGrp="1"/>
          </p:cNvSpPr>
          <p:nvPr>
            <p:ph type="ctrTitle" hasCustomPrompt="1"/>
          </p:nvPr>
        </p:nvSpPr>
        <p:spPr>
          <a:xfrm>
            <a:off x="311708" y="2197678"/>
            <a:ext cx="3457652" cy="516890"/>
          </a:xfrm>
          <a:prstGeom prst="rect">
            <a:avLst/>
          </a:prstGeom>
        </p:spPr>
        <p:txBody>
          <a:bodyPr spcFirstLastPara="1" wrap="square" lIns="90000" tIns="90000" rIns="90000" bIns="36000" anchor="b" anchorCtr="0">
            <a:noAutofit/>
          </a:bodyPr>
          <a:lstStyle>
            <a:lvl1pPr lvl="0" algn="l">
              <a:spcBef>
                <a:spcPts val="0"/>
              </a:spcBef>
              <a:spcAft>
                <a:spcPts val="0"/>
              </a:spcAft>
              <a:buSzPts val="5200"/>
              <a:buNone/>
              <a:defRPr sz="2800" b="1">
                <a:solidFill>
                  <a:schemeClr val="tx1"/>
                </a:solidFill>
                <a:latin typeface="PP Neue Machina Plain Ultrabold" pitchFamily="50" charset="0"/>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r>
              <a:rPr lang="en-IN" dirty="0"/>
              <a:t>Thank You</a:t>
            </a:r>
            <a:endParaRPr dirty="0"/>
          </a:p>
        </p:txBody>
      </p:sp>
      <p:sp>
        <p:nvSpPr>
          <p:cNvPr id="3" name="TextBox 2">
            <a:extLst>
              <a:ext uri="{FF2B5EF4-FFF2-40B4-BE49-F238E27FC236}">
                <a16:creationId xmlns:a16="http://schemas.microsoft.com/office/drawing/2014/main" id="{817E8376-DCF6-42A2-DB79-00A8862AEDF2}"/>
              </a:ext>
            </a:extLst>
          </p:cNvPr>
          <p:cNvSpPr txBox="1"/>
          <p:nvPr userDrawn="1"/>
        </p:nvSpPr>
        <p:spPr>
          <a:xfrm>
            <a:off x="7464222" y="1251107"/>
            <a:ext cx="1531996" cy="2862322"/>
          </a:xfrm>
          <a:prstGeom prst="rect">
            <a:avLst/>
          </a:prstGeom>
          <a:noFill/>
        </p:spPr>
        <p:txBody>
          <a:bodyPr wrap="square">
            <a:spAutoFit/>
          </a:bodyPr>
          <a:lstStyle/>
          <a:p>
            <a:r>
              <a:rPr lang="en-US" sz="900" dirty="0">
                <a:latin typeface="Verdana" panose="020B0604030504040204" pitchFamily="34" charset="0"/>
                <a:ea typeface="Verdana" panose="020B0604030504040204" pitchFamily="34" charset="0"/>
              </a:rPr>
              <a:t>Ascendion provides digital engineering services that power growth and deliver captivating experiences to consumers and employees. Our applied AI, engineering, cloud, data, experience design, and talent transformation capabilities accelerate innovation for Global 2000 clients. Headquartered in New Jersey, our workforce delivers solutions from around the globe. </a:t>
            </a:r>
          </a:p>
        </p:txBody>
      </p:sp>
    </p:spTree>
    <p:extLst>
      <p:ext uri="{BB962C8B-B14F-4D97-AF65-F5344CB8AC3E}">
        <p14:creationId xmlns:p14="http://schemas.microsoft.com/office/powerpoint/2010/main" val="3039545278"/>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preserve="1" userDrawn="1">
  <p:cSld name="1_Title slide">
    <p:bg>
      <p:bgPr>
        <a:solidFill>
          <a:schemeClr val="tx1"/>
        </a:solidFill>
        <a:effectLst/>
      </p:bgPr>
    </p:bg>
    <p:spTree>
      <p:nvGrpSpPr>
        <p:cNvPr id="1" name="Shape 9"/>
        <p:cNvGrpSpPr/>
        <p:nvPr/>
      </p:nvGrpSpPr>
      <p:grpSpPr>
        <a:xfrm>
          <a:off x="0" y="0"/>
          <a:ext cx="0" cy="0"/>
          <a:chOff x="0" y="0"/>
          <a:chExt cx="0" cy="0"/>
        </a:xfrm>
      </p:grpSpPr>
      <p:sp>
        <p:nvSpPr>
          <p:cNvPr id="2" name="Picture Placeholder 2">
            <a:extLst>
              <a:ext uri="{FF2B5EF4-FFF2-40B4-BE49-F238E27FC236}">
                <a16:creationId xmlns:a16="http://schemas.microsoft.com/office/drawing/2014/main" id="{7AB2EE20-5AF7-A7CC-D3AF-696742A5423B}"/>
              </a:ext>
            </a:extLst>
          </p:cNvPr>
          <p:cNvSpPr>
            <a:spLocks noGrp="1"/>
          </p:cNvSpPr>
          <p:nvPr>
            <p:ph type="pic" sz="quarter" idx="13" hasCustomPrompt="1"/>
          </p:nvPr>
        </p:nvSpPr>
        <p:spPr>
          <a:xfrm>
            <a:off x="0" y="-1271"/>
            <a:ext cx="9144476" cy="4462781"/>
          </a:xfrm>
          <a:custGeom>
            <a:avLst/>
            <a:gdLst>
              <a:gd name="connsiteX0" fmla="*/ 0 w 9144000"/>
              <a:gd name="connsiteY0" fmla="*/ 0 h 4442826"/>
              <a:gd name="connsiteX1" fmla="*/ 9144000 w 9144000"/>
              <a:gd name="connsiteY1" fmla="*/ 0 h 4442826"/>
              <a:gd name="connsiteX2" fmla="*/ 9144000 w 9144000"/>
              <a:gd name="connsiteY2" fmla="*/ 4442826 h 4442826"/>
              <a:gd name="connsiteX3" fmla="*/ 0 w 9144000"/>
              <a:gd name="connsiteY3" fmla="*/ 4442826 h 4442826"/>
              <a:gd name="connsiteX4" fmla="*/ 0 w 9144000"/>
              <a:gd name="connsiteY4" fmla="*/ 0 h 4442826"/>
              <a:gd name="connsiteX0" fmla="*/ 0 w 9151620"/>
              <a:gd name="connsiteY0" fmla="*/ 0 h 4458066"/>
              <a:gd name="connsiteX1" fmla="*/ 9144000 w 9151620"/>
              <a:gd name="connsiteY1" fmla="*/ 0 h 4458066"/>
              <a:gd name="connsiteX2" fmla="*/ 9151620 w 9151620"/>
              <a:gd name="connsiteY2" fmla="*/ 4458066 h 4458066"/>
              <a:gd name="connsiteX3" fmla="*/ 0 w 9151620"/>
              <a:gd name="connsiteY3" fmla="*/ 4442826 h 4458066"/>
              <a:gd name="connsiteX4" fmla="*/ 0 w 9151620"/>
              <a:gd name="connsiteY4"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0 w 9151620"/>
              <a:gd name="connsiteY4" fmla="*/ 4442826 h 4458066"/>
              <a:gd name="connsiteX5" fmla="*/ 0 w 9151620"/>
              <a:gd name="connsiteY5"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7551420 w 9151620"/>
              <a:gd name="connsiteY4" fmla="*/ 4436111 h 4458066"/>
              <a:gd name="connsiteX5" fmla="*/ 0 w 9151620"/>
              <a:gd name="connsiteY5" fmla="*/ 4442826 h 4458066"/>
              <a:gd name="connsiteX6" fmla="*/ 0 w 9151620"/>
              <a:gd name="connsiteY6"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8282940 w 9151620"/>
              <a:gd name="connsiteY4" fmla="*/ 4436111 h 4458066"/>
              <a:gd name="connsiteX5" fmla="*/ 7551420 w 9151620"/>
              <a:gd name="connsiteY5" fmla="*/ 4436111 h 4458066"/>
              <a:gd name="connsiteX6" fmla="*/ 0 w 9151620"/>
              <a:gd name="connsiteY6" fmla="*/ 4442826 h 4458066"/>
              <a:gd name="connsiteX7" fmla="*/ 0 w 9151620"/>
              <a:gd name="connsiteY7"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8260080 w 9151620"/>
              <a:gd name="connsiteY4" fmla="*/ 4306571 h 4458066"/>
              <a:gd name="connsiteX5" fmla="*/ 7551420 w 9151620"/>
              <a:gd name="connsiteY5" fmla="*/ 4436111 h 4458066"/>
              <a:gd name="connsiteX6" fmla="*/ 0 w 9151620"/>
              <a:gd name="connsiteY6" fmla="*/ 4442826 h 4458066"/>
              <a:gd name="connsiteX7" fmla="*/ 0 w 9151620"/>
              <a:gd name="connsiteY7" fmla="*/ 0 h 4458066"/>
              <a:gd name="connsiteX0" fmla="*/ 0 w 9151620"/>
              <a:gd name="connsiteY0" fmla="*/ 0 h 4462781"/>
              <a:gd name="connsiteX1" fmla="*/ 9144000 w 9151620"/>
              <a:gd name="connsiteY1" fmla="*/ 0 h 4462781"/>
              <a:gd name="connsiteX2" fmla="*/ 9151620 w 9151620"/>
              <a:gd name="connsiteY2" fmla="*/ 4458066 h 4462781"/>
              <a:gd name="connsiteX3" fmla="*/ 8941594 w 9151620"/>
              <a:gd name="connsiteY3" fmla="*/ 4462781 h 4462781"/>
              <a:gd name="connsiteX4" fmla="*/ 8260080 w 9151620"/>
              <a:gd name="connsiteY4" fmla="*/ 4306571 h 4462781"/>
              <a:gd name="connsiteX5" fmla="*/ 7551420 w 9151620"/>
              <a:gd name="connsiteY5" fmla="*/ 4436111 h 4462781"/>
              <a:gd name="connsiteX6" fmla="*/ 0 w 9151620"/>
              <a:gd name="connsiteY6" fmla="*/ 4442826 h 4462781"/>
              <a:gd name="connsiteX7" fmla="*/ 0 w 9151620"/>
              <a:gd name="connsiteY7" fmla="*/ 0 h 4462781"/>
              <a:gd name="connsiteX0" fmla="*/ 0 w 9151620"/>
              <a:gd name="connsiteY0" fmla="*/ 0 h 4462781"/>
              <a:gd name="connsiteX1" fmla="*/ 9144000 w 9151620"/>
              <a:gd name="connsiteY1" fmla="*/ 0 h 4462781"/>
              <a:gd name="connsiteX2" fmla="*/ 9151620 w 9151620"/>
              <a:gd name="connsiteY2" fmla="*/ 4458066 h 4462781"/>
              <a:gd name="connsiteX3" fmla="*/ 8941594 w 9151620"/>
              <a:gd name="connsiteY3" fmla="*/ 4462781 h 4462781"/>
              <a:gd name="connsiteX4" fmla="*/ 8260080 w 9151620"/>
              <a:gd name="connsiteY4" fmla="*/ 4306571 h 4462781"/>
              <a:gd name="connsiteX5" fmla="*/ 7556182 w 9151620"/>
              <a:gd name="connsiteY5" fmla="*/ 4462304 h 4462781"/>
              <a:gd name="connsiteX6" fmla="*/ 0 w 9151620"/>
              <a:gd name="connsiteY6" fmla="*/ 4442826 h 4462781"/>
              <a:gd name="connsiteX7" fmla="*/ 0 w 9151620"/>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41594 w 9144476"/>
              <a:gd name="connsiteY3" fmla="*/ 4462781 h 4462781"/>
              <a:gd name="connsiteX4" fmla="*/ 8260080 w 9144476"/>
              <a:gd name="connsiteY4" fmla="*/ 4306571 h 4462781"/>
              <a:gd name="connsiteX5" fmla="*/ 7556182 w 9144476"/>
              <a:gd name="connsiteY5" fmla="*/ 4462304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41594 w 9144476"/>
              <a:gd name="connsiteY3" fmla="*/ 4462781 h 4462781"/>
              <a:gd name="connsiteX4" fmla="*/ 8260080 w 9144476"/>
              <a:gd name="connsiteY4" fmla="*/ 4306571 h 4462781"/>
              <a:gd name="connsiteX5" fmla="*/ 7541895 w 9144476"/>
              <a:gd name="connsiteY5" fmla="*/ 4452779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53500 w 9144476"/>
              <a:gd name="connsiteY3" fmla="*/ 4462781 h 4462781"/>
              <a:gd name="connsiteX4" fmla="*/ 8260080 w 9144476"/>
              <a:gd name="connsiteY4" fmla="*/ 4306571 h 4462781"/>
              <a:gd name="connsiteX5" fmla="*/ 7541895 w 9144476"/>
              <a:gd name="connsiteY5" fmla="*/ 4452779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53500 w 9144476"/>
              <a:gd name="connsiteY3" fmla="*/ 4462781 h 4462781"/>
              <a:gd name="connsiteX4" fmla="*/ 8260080 w 9144476"/>
              <a:gd name="connsiteY4" fmla="*/ 4306571 h 4462781"/>
              <a:gd name="connsiteX5" fmla="*/ 7541895 w 9144476"/>
              <a:gd name="connsiteY5" fmla="*/ 4460399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53500 w 9144476"/>
              <a:gd name="connsiteY3" fmla="*/ 4462781 h 4462781"/>
              <a:gd name="connsiteX4" fmla="*/ 8260080 w 9144476"/>
              <a:gd name="connsiteY4" fmla="*/ 4306571 h 4462781"/>
              <a:gd name="connsiteX5" fmla="*/ 7541895 w 9144476"/>
              <a:gd name="connsiteY5" fmla="*/ 4460399 h 4462781"/>
              <a:gd name="connsiteX6" fmla="*/ 0 w 9144476"/>
              <a:gd name="connsiteY6" fmla="*/ 4461876 h 4462781"/>
              <a:gd name="connsiteX7" fmla="*/ 0 w 9144476"/>
              <a:gd name="connsiteY7" fmla="*/ 0 h 4462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476" h="4462781">
                <a:moveTo>
                  <a:pt x="0" y="0"/>
                </a:moveTo>
                <a:lnTo>
                  <a:pt x="9144000" y="0"/>
                </a:lnTo>
                <a:cubicBezTo>
                  <a:pt x="9144159" y="1486022"/>
                  <a:pt x="9144317" y="2972044"/>
                  <a:pt x="9144476" y="4458066"/>
                </a:cubicBezTo>
                <a:lnTo>
                  <a:pt x="8953500" y="4462781"/>
                </a:lnTo>
                <a:lnTo>
                  <a:pt x="8260080" y="4306571"/>
                </a:lnTo>
                <a:lnTo>
                  <a:pt x="7541895" y="4460399"/>
                </a:lnTo>
                <a:lnTo>
                  <a:pt x="0" y="4461876"/>
                </a:lnTo>
                <a:lnTo>
                  <a:pt x="0" y="0"/>
                </a:lnTo>
                <a:close/>
              </a:path>
            </a:pathLst>
          </a:custGeom>
          <a:noFill/>
        </p:spPr>
        <p:txBody>
          <a:bodyPr/>
          <a:lstStyle>
            <a:lvl1pPr marL="114300" indent="0">
              <a:buNone/>
              <a:defRPr/>
            </a:lvl1pPr>
          </a:lstStyle>
          <a:p>
            <a:r>
              <a:rPr lang="en-IN" dirty="0"/>
              <a:t> </a:t>
            </a:r>
            <a:endParaRPr lang="en-AU" dirty="0"/>
          </a:p>
        </p:txBody>
      </p:sp>
      <p:sp>
        <p:nvSpPr>
          <p:cNvPr id="13" name="Freeform: Shape 12">
            <a:extLst>
              <a:ext uri="{FF2B5EF4-FFF2-40B4-BE49-F238E27FC236}">
                <a16:creationId xmlns:a16="http://schemas.microsoft.com/office/drawing/2014/main" id="{DCFA8F1A-438C-2D31-EC45-A4CCF4206F40}"/>
              </a:ext>
            </a:extLst>
          </p:cNvPr>
          <p:cNvSpPr/>
          <p:nvPr/>
        </p:nvSpPr>
        <p:spPr>
          <a:xfrm>
            <a:off x="0" y="4305300"/>
            <a:ext cx="9144000" cy="857250"/>
          </a:xfrm>
          <a:custGeom>
            <a:avLst/>
            <a:gdLst>
              <a:gd name="connsiteX0" fmla="*/ 0 w 9144000"/>
              <a:gd name="connsiteY0" fmla="*/ 857250 h 857250"/>
              <a:gd name="connsiteX1" fmla="*/ 0 w 9144000"/>
              <a:gd name="connsiteY1" fmla="*/ 149828 h 857250"/>
              <a:gd name="connsiteX2" fmla="*/ 7540609 w 9144000"/>
              <a:gd name="connsiteY2" fmla="*/ 149828 h 857250"/>
              <a:gd name="connsiteX3" fmla="*/ 8245698 w 9144000"/>
              <a:gd name="connsiteY3" fmla="*/ 0 h 857250"/>
              <a:gd name="connsiteX4" fmla="*/ 8933831 w 9144000"/>
              <a:gd name="connsiteY4" fmla="*/ 149828 h 857250"/>
              <a:gd name="connsiteX5" fmla="*/ 9144000 w 9144000"/>
              <a:gd name="connsiteY5" fmla="*/ 149828 h 857250"/>
              <a:gd name="connsiteX6" fmla="*/ 9144000 w 9144000"/>
              <a:gd name="connsiteY6" fmla="*/ 857250 h 857250"/>
              <a:gd name="connsiteX7" fmla="*/ 0 w 9144000"/>
              <a:gd name="connsiteY7" fmla="*/ 857250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0" h="857250">
                <a:moveTo>
                  <a:pt x="0" y="857250"/>
                </a:moveTo>
                <a:lnTo>
                  <a:pt x="0" y="149828"/>
                </a:lnTo>
                <a:lnTo>
                  <a:pt x="7540609" y="149828"/>
                </a:lnTo>
                <a:lnTo>
                  <a:pt x="8245698" y="0"/>
                </a:lnTo>
                <a:lnTo>
                  <a:pt x="8933831" y="149828"/>
                </a:lnTo>
                <a:lnTo>
                  <a:pt x="9144000" y="149828"/>
                </a:lnTo>
                <a:lnTo>
                  <a:pt x="9144000" y="857250"/>
                </a:lnTo>
                <a:lnTo>
                  <a:pt x="0" y="857250"/>
                </a:lnTo>
                <a:close/>
              </a:path>
            </a:pathLst>
          </a:custGeom>
          <a:gradFill>
            <a:gsLst>
              <a:gs pos="0">
                <a:srgbClr val="ED1A7D"/>
              </a:gs>
              <a:gs pos="50000">
                <a:srgbClr val="BB1B6D"/>
              </a:gs>
              <a:gs pos="100000">
                <a:srgbClr val="891D5D"/>
              </a:gs>
            </a:gsLst>
            <a:lin ang="0" scaled="1"/>
          </a:gradFill>
          <a:ln w="81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lvl="0" defTabSz="914400" eaLnBrk="1" latinLnBrk="0" hangingPunct="1"/>
            <a:endParaRPr lang="en-AU" sz="1800" kern="1200">
              <a:solidFill>
                <a:schemeClr val="tx1"/>
              </a:solidFill>
              <a:latin typeface="+mn-lt"/>
              <a:ea typeface="+mn-ea"/>
              <a:cs typeface="+mn-cs"/>
            </a:endParaRPr>
          </a:p>
        </p:txBody>
      </p:sp>
      <p:sp>
        <p:nvSpPr>
          <p:cNvPr id="14" name="Freeform: Shape 13">
            <a:extLst>
              <a:ext uri="{FF2B5EF4-FFF2-40B4-BE49-F238E27FC236}">
                <a16:creationId xmlns:a16="http://schemas.microsoft.com/office/drawing/2014/main" id="{6332EFC7-40EB-E5E0-6D5B-205A7815463F}"/>
              </a:ext>
            </a:extLst>
          </p:cNvPr>
          <p:cNvSpPr/>
          <p:nvPr/>
        </p:nvSpPr>
        <p:spPr>
          <a:xfrm>
            <a:off x="7540608" y="4441555"/>
            <a:ext cx="1246536" cy="285083"/>
          </a:xfrm>
          <a:custGeom>
            <a:avLst/>
            <a:gdLst>
              <a:gd name="connsiteX0" fmla="*/ 718995 w 1246536"/>
              <a:gd name="connsiteY0" fmla="*/ 0 h 285083"/>
              <a:gd name="connsiteX1" fmla="*/ 769239 w 1246536"/>
              <a:gd name="connsiteY1" fmla="*/ 10668 h 285083"/>
              <a:gd name="connsiteX2" fmla="*/ 842391 w 1246536"/>
              <a:gd name="connsiteY2" fmla="*/ 94726 h 285083"/>
              <a:gd name="connsiteX3" fmla="*/ 769239 w 1246536"/>
              <a:gd name="connsiteY3" fmla="*/ 147876 h 285083"/>
              <a:gd name="connsiteX4" fmla="*/ 718995 w 1246536"/>
              <a:gd name="connsiteY4" fmla="*/ 137208 h 285083"/>
              <a:gd name="connsiteX5" fmla="*/ 718995 w 1246536"/>
              <a:gd name="connsiteY5" fmla="*/ 48 h 285083"/>
              <a:gd name="connsiteX6" fmla="*/ 769239 w 1246536"/>
              <a:gd name="connsiteY6" fmla="*/ 116729 h 285083"/>
              <a:gd name="connsiteX7" fmla="*/ 808530 w 1246536"/>
              <a:gd name="connsiteY7" fmla="*/ 87535 h 285083"/>
              <a:gd name="connsiteX8" fmla="*/ 769239 w 1246536"/>
              <a:gd name="connsiteY8" fmla="*/ 41624 h 285083"/>
              <a:gd name="connsiteX9" fmla="*/ 752856 w 1246536"/>
              <a:gd name="connsiteY9" fmla="*/ 38148 h 285083"/>
              <a:gd name="connsiteX10" fmla="*/ 752856 w 1246536"/>
              <a:gd name="connsiteY10" fmla="*/ 113252 h 285083"/>
              <a:gd name="connsiteX11" fmla="*/ 769239 w 1246536"/>
              <a:gd name="connsiteY11" fmla="*/ 116729 h 285083"/>
              <a:gd name="connsiteX12" fmla="*/ 947024 w 1246536"/>
              <a:gd name="connsiteY12" fmla="*/ 48482 h 285083"/>
              <a:gd name="connsiteX13" fmla="*/ 947024 w 1246536"/>
              <a:gd name="connsiteY13" fmla="*/ 79391 h 285083"/>
              <a:gd name="connsiteX14" fmla="*/ 917067 w 1246536"/>
              <a:gd name="connsiteY14" fmla="*/ 73009 h 285083"/>
              <a:gd name="connsiteX15" fmla="*/ 917067 w 1246536"/>
              <a:gd name="connsiteY15" fmla="*/ 148114 h 285083"/>
              <a:gd name="connsiteX16" fmla="*/ 947024 w 1246536"/>
              <a:gd name="connsiteY16" fmla="*/ 154496 h 285083"/>
              <a:gd name="connsiteX17" fmla="*/ 947024 w 1246536"/>
              <a:gd name="connsiteY17" fmla="*/ 185642 h 285083"/>
              <a:gd name="connsiteX18" fmla="*/ 853393 w 1246536"/>
              <a:gd name="connsiteY18" fmla="*/ 165735 h 285083"/>
              <a:gd name="connsiteX19" fmla="*/ 853393 w 1246536"/>
              <a:gd name="connsiteY19" fmla="*/ 134588 h 285083"/>
              <a:gd name="connsiteX20" fmla="*/ 883349 w 1246536"/>
              <a:gd name="connsiteY20" fmla="*/ 140970 h 285083"/>
              <a:gd name="connsiteX21" fmla="*/ 883349 w 1246536"/>
              <a:gd name="connsiteY21" fmla="*/ 65865 h 285083"/>
              <a:gd name="connsiteX22" fmla="*/ 853393 w 1246536"/>
              <a:gd name="connsiteY22" fmla="*/ 59484 h 285083"/>
              <a:gd name="connsiteX23" fmla="*/ 853393 w 1246536"/>
              <a:gd name="connsiteY23" fmla="*/ 28575 h 285083"/>
              <a:gd name="connsiteX24" fmla="*/ 947024 w 1246536"/>
              <a:gd name="connsiteY24" fmla="*/ 48482 h 285083"/>
              <a:gd name="connsiteX25" fmla="*/ 1026319 w 1246536"/>
              <a:gd name="connsiteY25" fmla="*/ 62627 h 285083"/>
              <a:gd name="connsiteX26" fmla="*/ 1094994 w 1246536"/>
              <a:gd name="connsiteY26" fmla="*/ 148447 h 285083"/>
              <a:gd name="connsiteX27" fmla="*/ 1026319 w 1246536"/>
              <a:gd name="connsiteY27" fmla="*/ 205264 h 285083"/>
              <a:gd name="connsiteX28" fmla="*/ 957263 w 1246536"/>
              <a:gd name="connsiteY28" fmla="*/ 119205 h 285083"/>
              <a:gd name="connsiteX29" fmla="*/ 1026319 w 1246536"/>
              <a:gd name="connsiteY29" fmla="*/ 62675 h 285083"/>
              <a:gd name="connsiteX30" fmla="*/ 1026319 w 1246536"/>
              <a:gd name="connsiteY30" fmla="*/ 173117 h 285083"/>
              <a:gd name="connsiteX31" fmla="*/ 1060180 w 1246536"/>
              <a:gd name="connsiteY31" fmla="*/ 141018 h 285083"/>
              <a:gd name="connsiteX32" fmla="*/ 1026319 w 1246536"/>
              <a:gd name="connsiteY32" fmla="*/ 94726 h 285083"/>
              <a:gd name="connsiteX33" fmla="*/ 992267 w 1246536"/>
              <a:gd name="connsiteY33" fmla="*/ 126587 h 285083"/>
              <a:gd name="connsiteX34" fmla="*/ 1026319 w 1246536"/>
              <a:gd name="connsiteY34" fmla="*/ 173117 h 285083"/>
              <a:gd name="connsiteX35" fmla="*/ 1111949 w 1246536"/>
              <a:gd name="connsiteY35" fmla="*/ 83534 h 285083"/>
              <a:gd name="connsiteX36" fmla="*/ 1175814 w 1246536"/>
              <a:gd name="connsiteY36" fmla="*/ 97107 h 285083"/>
              <a:gd name="connsiteX37" fmla="*/ 1212675 w 1246536"/>
              <a:gd name="connsiteY37" fmla="*/ 230791 h 285083"/>
              <a:gd name="connsiteX38" fmla="*/ 1212675 w 1246536"/>
              <a:gd name="connsiteY38" fmla="*/ 104918 h 285083"/>
              <a:gd name="connsiteX39" fmla="*/ 1246537 w 1246536"/>
              <a:gd name="connsiteY39" fmla="*/ 112109 h 285083"/>
              <a:gd name="connsiteX40" fmla="*/ 1246537 w 1246536"/>
              <a:gd name="connsiteY40" fmla="*/ 249269 h 285083"/>
              <a:gd name="connsiteX41" fmla="*/ 1182672 w 1246536"/>
              <a:gd name="connsiteY41" fmla="*/ 235696 h 285083"/>
              <a:gd name="connsiteX42" fmla="*/ 1145810 w 1246536"/>
              <a:gd name="connsiteY42" fmla="*/ 102013 h 285083"/>
              <a:gd name="connsiteX43" fmla="*/ 1145810 w 1246536"/>
              <a:gd name="connsiteY43" fmla="*/ 227886 h 285083"/>
              <a:gd name="connsiteX44" fmla="*/ 1111949 w 1246536"/>
              <a:gd name="connsiteY44" fmla="*/ 220694 h 285083"/>
              <a:gd name="connsiteX45" fmla="*/ 1111949 w 1246536"/>
              <a:gd name="connsiteY45" fmla="*/ 83534 h 285083"/>
              <a:gd name="connsiteX46" fmla="*/ 42101 w 1246536"/>
              <a:gd name="connsiteY46" fmla="*/ 138970 h 285083"/>
              <a:gd name="connsiteX47" fmla="*/ 104108 w 1246536"/>
              <a:gd name="connsiteY47" fmla="*/ 125778 h 285083"/>
              <a:gd name="connsiteX48" fmla="*/ 145971 w 1246536"/>
              <a:gd name="connsiteY48" fmla="*/ 254032 h 285083"/>
              <a:gd name="connsiteX49" fmla="*/ 110061 w 1246536"/>
              <a:gd name="connsiteY49" fmla="*/ 261652 h 285083"/>
              <a:gd name="connsiteX50" fmla="*/ 97774 w 1246536"/>
              <a:gd name="connsiteY50" fmla="*/ 222837 h 285083"/>
              <a:gd name="connsiteX51" fmla="*/ 47863 w 1246536"/>
              <a:gd name="connsiteY51" fmla="*/ 233458 h 285083"/>
              <a:gd name="connsiteX52" fmla="*/ 35576 w 1246536"/>
              <a:gd name="connsiteY52" fmla="*/ 277511 h 285083"/>
              <a:gd name="connsiteX53" fmla="*/ 0 w 1246536"/>
              <a:gd name="connsiteY53" fmla="*/ 285083 h 285083"/>
              <a:gd name="connsiteX54" fmla="*/ 42053 w 1246536"/>
              <a:gd name="connsiteY54" fmla="*/ 138970 h 285083"/>
              <a:gd name="connsiteX55" fmla="*/ 88440 w 1246536"/>
              <a:gd name="connsiteY55" fmla="*/ 193929 h 285083"/>
              <a:gd name="connsiteX56" fmla="*/ 72819 w 1246536"/>
              <a:gd name="connsiteY56" fmla="*/ 144923 h 285083"/>
              <a:gd name="connsiteX57" fmla="*/ 57198 w 1246536"/>
              <a:gd name="connsiteY57" fmla="*/ 200597 h 285083"/>
              <a:gd name="connsiteX58" fmla="*/ 88488 w 1246536"/>
              <a:gd name="connsiteY58" fmla="*/ 193929 h 285083"/>
              <a:gd name="connsiteX59" fmla="*/ 214646 w 1246536"/>
              <a:gd name="connsiteY59" fmla="*/ 242173 h 285083"/>
              <a:gd name="connsiteX60" fmla="*/ 148733 w 1246536"/>
              <a:gd name="connsiteY60" fmla="*/ 199930 h 285083"/>
              <a:gd name="connsiteX61" fmla="*/ 183738 w 1246536"/>
              <a:gd name="connsiteY61" fmla="*/ 192500 h 285083"/>
              <a:gd name="connsiteX62" fmla="*/ 215408 w 1246536"/>
              <a:gd name="connsiteY62" fmla="*/ 212408 h 285083"/>
              <a:gd name="connsiteX63" fmla="*/ 239030 w 1246536"/>
              <a:gd name="connsiteY63" fmla="*/ 195310 h 285083"/>
              <a:gd name="connsiteX64" fmla="*/ 227886 w 1246536"/>
              <a:gd name="connsiteY64" fmla="*/ 187166 h 285083"/>
              <a:gd name="connsiteX65" fmla="*/ 183975 w 1246536"/>
              <a:gd name="connsiteY65" fmla="*/ 184452 h 285083"/>
              <a:gd name="connsiteX66" fmla="*/ 154210 w 1246536"/>
              <a:gd name="connsiteY66" fmla="*/ 153210 h 285083"/>
              <a:gd name="connsiteX67" fmla="*/ 207645 w 1246536"/>
              <a:gd name="connsiteY67" fmla="*/ 101013 h 285083"/>
              <a:gd name="connsiteX68" fmla="*/ 268891 w 1246536"/>
              <a:gd name="connsiteY68" fmla="*/ 138017 h 285083"/>
              <a:gd name="connsiteX69" fmla="*/ 234077 w 1246536"/>
              <a:gd name="connsiteY69" fmla="*/ 145399 h 285083"/>
              <a:gd name="connsiteX70" fmla="*/ 208217 w 1246536"/>
              <a:gd name="connsiteY70" fmla="*/ 129873 h 285083"/>
              <a:gd name="connsiteX71" fmla="*/ 189215 w 1246536"/>
              <a:gd name="connsiteY71" fmla="*/ 145018 h 285083"/>
              <a:gd name="connsiteX72" fmla="*/ 199454 w 1246536"/>
              <a:gd name="connsiteY72" fmla="*/ 152352 h 285083"/>
              <a:gd name="connsiteX73" fmla="*/ 242078 w 1246536"/>
              <a:gd name="connsiteY73" fmla="*/ 154400 h 285083"/>
              <a:gd name="connsiteX74" fmla="*/ 273891 w 1246536"/>
              <a:gd name="connsiteY74" fmla="*/ 186357 h 285083"/>
              <a:gd name="connsiteX75" fmla="*/ 214694 w 1246536"/>
              <a:gd name="connsiteY75" fmla="*/ 242125 h 285083"/>
              <a:gd name="connsiteX76" fmla="*/ 283702 w 1246536"/>
              <a:gd name="connsiteY76" fmla="*/ 156115 h 285083"/>
              <a:gd name="connsiteX77" fmla="*/ 353330 w 1246536"/>
              <a:gd name="connsiteY77" fmla="*/ 70104 h 285083"/>
              <a:gd name="connsiteX78" fmla="*/ 419767 w 1246536"/>
              <a:gd name="connsiteY78" fmla="*/ 111633 h 285083"/>
              <a:gd name="connsiteX79" fmla="*/ 384953 w 1246536"/>
              <a:gd name="connsiteY79" fmla="*/ 119015 h 285083"/>
              <a:gd name="connsiteX80" fmla="*/ 353473 w 1246536"/>
              <a:gd name="connsiteY80" fmla="*/ 102156 h 285083"/>
              <a:gd name="connsiteX81" fmla="*/ 318659 w 1246536"/>
              <a:gd name="connsiteY81" fmla="*/ 148638 h 285083"/>
              <a:gd name="connsiteX82" fmla="*/ 353473 w 1246536"/>
              <a:gd name="connsiteY82" fmla="*/ 180546 h 285083"/>
              <a:gd name="connsiteX83" fmla="*/ 384953 w 1246536"/>
              <a:gd name="connsiteY83" fmla="*/ 150114 h 285083"/>
              <a:gd name="connsiteX84" fmla="*/ 419767 w 1246536"/>
              <a:gd name="connsiteY84" fmla="*/ 142732 h 285083"/>
              <a:gd name="connsiteX85" fmla="*/ 353330 w 1246536"/>
              <a:gd name="connsiteY85" fmla="*/ 212693 h 285083"/>
              <a:gd name="connsiteX86" fmla="*/ 283702 w 1246536"/>
              <a:gd name="connsiteY86" fmla="*/ 156115 h 285083"/>
              <a:gd name="connsiteX87" fmla="*/ 436340 w 1246536"/>
              <a:gd name="connsiteY87" fmla="*/ 55150 h 285083"/>
              <a:gd name="connsiteX88" fmla="*/ 540782 w 1246536"/>
              <a:gd name="connsiteY88" fmla="*/ 32956 h 285083"/>
              <a:gd name="connsiteX89" fmla="*/ 540782 w 1246536"/>
              <a:gd name="connsiteY89" fmla="*/ 63865 h 285083"/>
              <a:gd name="connsiteX90" fmla="*/ 470440 w 1246536"/>
              <a:gd name="connsiteY90" fmla="*/ 78819 h 285083"/>
              <a:gd name="connsiteX91" fmla="*/ 470440 w 1246536"/>
              <a:gd name="connsiteY91" fmla="*/ 101775 h 285083"/>
              <a:gd name="connsiteX92" fmla="*/ 531495 w 1246536"/>
              <a:gd name="connsiteY92" fmla="*/ 88821 h 285083"/>
              <a:gd name="connsiteX93" fmla="*/ 531495 w 1246536"/>
              <a:gd name="connsiteY93" fmla="*/ 118015 h 285083"/>
              <a:gd name="connsiteX94" fmla="*/ 470440 w 1246536"/>
              <a:gd name="connsiteY94" fmla="*/ 131016 h 285083"/>
              <a:gd name="connsiteX95" fmla="*/ 470440 w 1246536"/>
              <a:gd name="connsiteY95" fmla="*/ 154162 h 285083"/>
              <a:gd name="connsiteX96" fmla="*/ 540782 w 1246536"/>
              <a:gd name="connsiteY96" fmla="*/ 139208 h 285083"/>
              <a:gd name="connsiteX97" fmla="*/ 540782 w 1246536"/>
              <a:gd name="connsiteY97" fmla="*/ 170117 h 285083"/>
              <a:gd name="connsiteX98" fmla="*/ 436340 w 1246536"/>
              <a:gd name="connsiteY98" fmla="*/ 192310 h 285083"/>
              <a:gd name="connsiteX99" fmla="*/ 436340 w 1246536"/>
              <a:gd name="connsiteY99" fmla="*/ 55150 h 285083"/>
              <a:gd name="connsiteX100" fmla="*/ 561308 w 1246536"/>
              <a:gd name="connsiteY100" fmla="*/ 28623 h 285083"/>
              <a:gd name="connsiteX101" fmla="*/ 625173 w 1246536"/>
              <a:gd name="connsiteY101" fmla="*/ 15049 h 285083"/>
              <a:gd name="connsiteX102" fmla="*/ 662035 w 1246536"/>
              <a:gd name="connsiteY102" fmla="*/ 133112 h 285083"/>
              <a:gd name="connsiteX103" fmla="*/ 662035 w 1246536"/>
              <a:gd name="connsiteY103" fmla="*/ 7239 h 285083"/>
              <a:gd name="connsiteX104" fmla="*/ 695897 w 1246536"/>
              <a:gd name="connsiteY104" fmla="*/ 48 h 285083"/>
              <a:gd name="connsiteX105" fmla="*/ 695897 w 1246536"/>
              <a:gd name="connsiteY105" fmla="*/ 137208 h 285083"/>
              <a:gd name="connsiteX106" fmla="*/ 632032 w 1246536"/>
              <a:gd name="connsiteY106" fmla="*/ 150781 h 285083"/>
              <a:gd name="connsiteX107" fmla="*/ 595170 w 1246536"/>
              <a:gd name="connsiteY107" fmla="*/ 32718 h 285083"/>
              <a:gd name="connsiteX108" fmla="*/ 595170 w 1246536"/>
              <a:gd name="connsiteY108" fmla="*/ 158591 h 285083"/>
              <a:gd name="connsiteX109" fmla="*/ 561308 w 1246536"/>
              <a:gd name="connsiteY109" fmla="*/ 165783 h 285083"/>
              <a:gd name="connsiteX110" fmla="*/ 561308 w 1246536"/>
              <a:gd name="connsiteY110" fmla="*/ 28623 h 285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246536" h="285083">
                <a:moveTo>
                  <a:pt x="718995" y="0"/>
                </a:moveTo>
                <a:lnTo>
                  <a:pt x="769239" y="10668"/>
                </a:lnTo>
                <a:cubicBezTo>
                  <a:pt x="805149" y="18288"/>
                  <a:pt x="842391" y="35766"/>
                  <a:pt x="842391" y="94726"/>
                </a:cubicBezTo>
                <a:cubicBezTo>
                  <a:pt x="842391" y="153876"/>
                  <a:pt x="805149" y="155496"/>
                  <a:pt x="769239" y="147876"/>
                </a:cubicBezTo>
                <a:lnTo>
                  <a:pt x="718995" y="137208"/>
                </a:lnTo>
                <a:lnTo>
                  <a:pt x="718995" y="48"/>
                </a:lnTo>
                <a:close/>
                <a:moveTo>
                  <a:pt x="769239" y="116729"/>
                </a:moveTo>
                <a:cubicBezTo>
                  <a:pt x="791766" y="121539"/>
                  <a:pt x="808530" y="124301"/>
                  <a:pt x="808530" y="87535"/>
                </a:cubicBezTo>
                <a:cubicBezTo>
                  <a:pt x="808530" y="50768"/>
                  <a:pt x="791623" y="46387"/>
                  <a:pt x="769239" y="41624"/>
                </a:cubicBezTo>
                <a:lnTo>
                  <a:pt x="752856" y="38148"/>
                </a:lnTo>
                <a:lnTo>
                  <a:pt x="752856" y="113252"/>
                </a:lnTo>
                <a:cubicBezTo>
                  <a:pt x="752856" y="113252"/>
                  <a:pt x="769239" y="116729"/>
                  <a:pt x="769239" y="116729"/>
                </a:cubicBezTo>
                <a:close/>
                <a:moveTo>
                  <a:pt x="947024" y="48482"/>
                </a:moveTo>
                <a:lnTo>
                  <a:pt x="947024" y="79391"/>
                </a:lnTo>
                <a:cubicBezTo>
                  <a:pt x="947024" y="79391"/>
                  <a:pt x="917067" y="73009"/>
                  <a:pt x="917067" y="73009"/>
                </a:cubicBezTo>
                <a:lnTo>
                  <a:pt x="917067" y="148114"/>
                </a:lnTo>
                <a:cubicBezTo>
                  <a:pt x="917067" y="148114"/>
                  <a:pt x="947024" y="154496"/>
                  <a:pt x="947024" y="154496"/>
                </a:cubicBezTo>
                <a:lnTo>
                  <a:pt x="947024" y="185642"/>
                </a:lnTo>
                <a:cubicBezTo>
                  <a:pt x="947024" y="185642"/>
                  <a:pt x="853393" y="165735"/>
                  <a:pt x="853393" y="165735"/>
                </a:cubicBezTo>
                <a:lnTo>
                  <a:pt x="853393" y="134588"/>
                </a:lnTo>
                <a:cubicBezTo>
                  <a:pt x="853393" y="134588"/>
                  <a:pt x="883349" y="140970"/>
                  <a:pt x="883349" y="140970"/>
                </a:cubicBezTo>
                <a:lnTo>
                  <a:pt x="883349" y="65865"/>
                </a:lnTo>
                <a:cubicBezTo>
                  <a:pt x="883349" y="65865"/>
                  <a:pt x="853393" y="59484"/>
                  <a:pt x="853393" y="59484"/>
                </a:cubicBezTo>
                <a:lnTo>
                  <a:pt x="853393" y="28575"/>
                </a:lnTo>
                <a:cubicBezTo>
                  <a:pt x="853393" y="28575"/>
                  <a:pt x="947024" y="48482"/>
                  <a:pt x="947024" y="48482"/>
                </a:cubicBezTo>
                <a:close/>
                <a:moveTo>
                  <a:pt x="1026319" y="62627"/>
                </a:moveTo>
                <a:cubicBezTo>
                  <a:pt x="1068944" y="71676"/>
                  <a:pt x="1094994" y="107966"/>
                  <a:pt x="1094994" y="148447"/>
                </a:cubicBezTo>
                <a:cubicBezTo>
                  <a:pt x="1094994" y="189119"/>
                  <a:pt x="1068944" y="214313"/>
                  <a:pt x="1026319" y="205264"/>
                </a:cubicBezTo>
                <a:cubicBezTo>
                  <a:pt x="983504" y="196167"/>
                  <a:pt x="957263" y="159829"/>
                  <a:pt x="957263" y="119205"/>
                </a:cubicBezTo>
                <a:cubicBezTo>
                  <a:pt x="957263" y="78724"/>
                  <a:pt x="983504" y="53578"/>
                  <a:pt x="1026319" y="62675"/>
                </a:cubicBezTo>
                <a:moveTo>
                  <a:pt x="1026319" y="173117"/>
                </a:moveTo>
                <a:cubicBezTo>
                  <a:pt x="1049036" y="177927"/>
                  <a:pt x="1060180" y="165926"/>
                  <a:pt x="1060180" y="141018"/>
                </a:cubicBezTo>
                <a:cubicBezTo>
                  <a:pt x="1060180" y="116110"/>
                  <a:pt x="1048846" y="99489"/>
                  <a:pt x="1026319" y="94726"/>
                </a:cubicBezTo>
                <a:cubicBezTo>
                  <a:pt x="1003602" y="89916"/>
                  <a:pt x="992267" y="101870"/>
                  <a:pt x="992267" y="126587"/>
                </a:cubicBezTo>
                <a:cubicBezTo>
                  <a:pt x="992267" y="151495"/>
                  <a:pt x="1003649" y="168307"/>
                  <a:pt x="1026319" y="173117"/>
                </a:cubicBezTo>
                <a:moveTo>
                  <a:pt x="1111949" y="83534"/>
                </a:moveTo>
                <a:lnTo>
                  <a:pt x="1175814" y="97107"/>
                </a:lnTo>
                <a:lnTo>
                  <a:pt x="1212675" y="230791"/>
                </a:lnTo>
                <a:lnTo>
                  <a:pt x="1212675" y="104918"/>
                </a:lnTo>
                <a:cubicBezTo>
                  <a:pt x="1212675" y="104918"/>
                  <a:pt x="1246537" y="112109"/>
                  <a:pt x="1246537" y="112109"/>
                </a:cubicBezTo>
                <a:lnTo>
                  <a:pt x="1246537" y="249269"/>
                </a:lnTo>
                <a:cubicBezTo>
                  <a:pt x="1246537" y="249269"/>
                  <a:pt x="1182672" y="235696"/>
                  <a:pt x="1182672" y="235696"/>
                </a:cubicBezTo>
                <a:lnTo>
                  <a:pt x="1145810" y="102013"/>
                </a:lnTo>
                <a:lnTo>
                  <a:pt x="1145810" y="227886"/>
                </a:lnTo>
                <a:cubicBezTo>
                  <a:pt x="1145810" y="227886"/>
                  <a:pt x="1111949" y="220694"/>
                  <a:pt x="1111949" y="220694"/>
                </a:cubicBezTo>
                <a:lnTo>
                  <a:pt x="1111949" y="83534"/>
                </a:lnTo>
                <a:close/>
                <a:moveTo>
                  <a:pt x="42101" y="138970"/>
                </a:moveTo>
                <a:lnTo>
                  <a:pt x="104108" y="125778"/>
                </a:lnTo>
                <a:lnTo>
                  <a:pt x="145971" y="254032"/>
                </a:lnTo>
                <a:lnTo>
                  <a:pt x="110061" y="261652"/>
                </a:lnTo>
                <a:lnTo>
                  <a:pt x="97774" y="222837"/>
                </a:lnTo>
                <a:lnTo>
                  <a:pt x="47863" y="233458"/>
                </a:lnTo>
                <a:lnTo>
                  <a:pt x="35576" y="277511"/>
                </a:lnTo>
                <a:lnTo>
                  <a:pt x="0" y="285083"/>
                </a:lnTo>
                <a:lnTo>
                  <a:pt x="42053" y="138970"/>
                </a:lnTo>
                <a:close/>
                <a:moveTo>
                  <a:pt x="88440" y="193929"/>
                </a:moveTo>
                <a:lnTo>
                  <a:pt x="72819" y="144923"/>
                </a:lnTo>
                <a:lnTo>
                  <a:pt x="57198" y="200597"/>
                </a:lnTo>
                <a:lnTo>
                  <a:pt x="88488" y="193929"/>
                </a:lnTo>
                <a:close/>
                <a:moveTo>
                  <a:pt x="214646" y="242173"/>
                </a:moveTo>
                <a:cubicBezTo>
                  <a:pt x="168307" y="252031"/>
                  <a:pt x="148733" y="235553"/>
                  <a:pt x="148733" y="199930"/>
                </a:cubicBezTo>
                <a:lnTo>
                  <a:pt x="183738" y="192500"/>
                </a:lnTo>
                <a:cubicBezTo>
                  <a:pt x="183738" y="211979"/>
                  <a:pt x="190977" y="217599"/>
                  <a:pt x="215408" y="212408"/>
                </a:cubicBezTo>
                <a:cubicBezTo>
                  <a:pt x="231982" y="208883"/>
                  <a:pt x="239030" y="203883"/>
                  <a:pt x="239030" y="195310"/>
                </a:cubicBezTo>
                <a:cubicBezTo>
                  <a:pt x="239030" y="190452"/>
                  <a:pt x="235315" y="187547"/>
                  <a:pt x="227886" y="187166"/>
                </a:cubicBezTo>
                <a:lnTo>
                  <a:pt x="183975" y="184452"/>
                </a:lnTo>
                <a:cubicBezTo>
                  <a:pt x="161258" y="182880"/>
                  <a:pt x="154210" y="170545"/>
                  <a:pt x="154210" y="153210"/>
                </a:cubicBezTo>
                <a:cubicBezTo>
                  <a:pt x="154210" y="126540"/>
                  <a:pt x="173212" y="108299"/>
                  <a:pt x="207645" y="101013"/>
                </a:cubicBezTo>
                <a:cubicBezTo>
                  <a:pt x="248603" y="92297"/>
                  <a:pt x="268891" y="108252"/>
                  <a:pt x="268891" y="138017"/>
                </a:cubicBezTo>
                <a:lnTo>
                  <a:pt x="234077" y="145399"/>
                </a:lnTo>
                <a:cubicBezTo>
                  <a:pt x="234077" y="130635"/>
                  <a:pt x="226076" y="126111"/>
                  <a:pt x="208217" y="129873"/>
                </a:cubicBezTo>
                <a:cubicBezTo>
                  <a:pt x="195739" y="132540"/>
                  <a:pt x="189215" y="137208"/>
                  <a:pt x="189215" y="145018"/>
                </a:cubicBezTo>
                <a:cubicBezTo>
                  <a:pt x="189215" y="148923"/>
                  <a:pt x="191262" y="151781"/>
                  <a:pt x="199454" y="152352"/>
                </a:cubicBezTo>
                <a:lnTo>
                  <a:pt x="242078" y="154400"/>
                </a:lnTo>
                <a:cubicBezTo>
                  <a:pt x="263843" y="155400"/>
                  <a:pt x="273891" y="166306"/>
                  <a:pt x="273891" y="186357"/>
                </a:cubicBezTo>
                <a:cubicBezTo>
                  <a:pt x="273891" y="212408"/>
                  <a:pt x="256747" y="233172"/>
                  <a:pt x="214694" y="242125"/>
                </a:cubicBezTo>
                <a:moveTo>
                  <a:pt x="283702" y="156115"/>
                </a:moveTo>
                <a:cubicBezTo>
                  <a:pt x="283702" y="115633"/>
                  <a:pt x="310325" y="79248"/>
                  <a:pt x="353330" y="70104"/>
                </a:cubicBezTo>
                <a:cubicBezTo>
                  <a:pt x="390906" y="62103"/>
                  <a:pt x="415862" y="78010"/>
                  <a:pt x="419767" y="111633"/>
                </a:cubicBezTo>
                <a:lnTo>
                  <a:pt x="384953" y="119015"/>
                </a:lnTo>
                <a:cubicBezTo>
                  <a:pt x="382143" y="104823"/>
                  <a:pt x="370047" y="98631"/>
                  <a:pt x="353473" y="102156"/>
                </a:cubicBezTo>
                <a:cubicBezTo>
                  <a:pt x="333185" y="106490"/>
                  <a:pt x="318659" y="121634"/>
                  <a:pt x="318659" y="148638"/>
                </a:cubicBezTo>
                <a:cubicBezTo>
                  <a:pt x="318659" y="175879"/>
                  <a:pt x="333185" y="184833"/>
                  <a:pt x="353473" y="180546"/>
                </a:cubicBezTo>
                <a:cubicBezTo>
                  <a:pt x="370047" y="177022"/>
                  <a:pt x="382143" y="165497"/>
                  <a:pt x="384953" y="150114"/>
                </a:cubicBezTo>
                <a:lnTo>
                  <a:pt x="419767" y="142732"/>
                </a:lnTo>
                <a:cubicBezTo>
                  <a:pt x="415862" y="178213"/>
                  <a:pt x="390906" y="204692"/>
                  <a:pt x="353330" y="212693"/>
                </a:cubicBezTo>
                <a:cubicBezTo>
                  <a:pt x="310325" y="221837"/>
                  <a:pt x="283702" y="196739"/>
                  <a:pt x="283702" y="156115"/>
                </a:cubicBezTo>
                <a:moveTo>
                  <a:pt x="436340" y="55150"/>
                </a:moveTo>
                <a:lnTo>
                  <a:pt x="540782" y="32956"/>
                </a:lnTo>
                <a:lnTo>
                  <a:pt x="540782" y="63865"/>
                </a:lnTo>
                <a:cubicBezTo>
                  <a:pt x="540782" y="63865"/>
                  <a:pt x="470440" y="78819"/>
                  <a:pt x="470440" y="78819"/>
                </a:cubicBezTo>
                <a:lnTo>
                  <a:pt x="470440" y="101775"/>
                </a:lnTo>
                <a:cubicBezTo>
                  <a:pt x="470440" y="101775"/>
                  <a:pt x="531495" y="88821"/>
                  <a:pt x="531495" y="88821"/>
                </a:cubicBezTo>
                <a:lnTo>
                  <a:pt x="531495" y="118015"/>
                </a:lnTo>
                <a:cubicBezTo>
                  <a:pt x="531495" y="118015"/>
                  <a:pt x="470440" y="131016"/>
                  <a:pt x="470440" y="131016"/>
                </a:cubicBezTo>
                <a:lnTo>
                  <a:pt x="470440" y="154162"/>
                </a:lnTo>
                <a:cubicBezTo>
                  <a:pt x="470440" y="154162"/>
                  <a:pt x="540782" y="139208"/>
                  <a:pt x="540782" y="139208"/>
                </a:cubicBezTo>
                <a:lnTo>
                  <a:pt x="540782" y="170117"/>
                </a:lnTo>
                <a:cubicBezTo>
                  <a:pt x="540782" y="170117"/>
                  <a:pt x="436340" y="192310"/>
                  <a:pt x="436340" y="192310"/>
                </a:cubicBezTo>
                <a:lnTo>
                  <a:pt x="436340" y="55150"/>
                </a:lnTo>
                <a:close/>
                <a:moveTo>
                  <a:pt x="561308" y="28623"/>
                </a:moveTo>
                <a:lnTo>
                  <a:pt x="625173" y="15049"/>
                </a:lnTo>
                <a:lnTo>
                  <a:pt x="662035" y="133112"/>
                </a:lnTo>
                <a:lnTo>
                  <a:pt x="662035" y="7239"/>
                </a:lnTo>
                <a:cubicBezTo>
                  <a:pt x="662035" y="7239"/>
                  <a:pt x="695897" y="48"/>
                  <a:pt x="695897" y="48"/>
                </a:cubicBezTo>
                <a:lnTo>
                  <a:pt x="695897" y="137208"/>
                </a:lnTo>
                <a:cubicBezTo>
                  <a:pt x="695897" y="137208"/>
                  <a:pt x="632032" y="150781"/>
                  <a:pt x="632032" y="150781"/>
                </a:cubicBezTo>
                <a:lnTo>
                  <a:pt x="595170" y="32718"/>
                </a:lnTo>
                <a:lnTo>
                  <a:pt x="595170" y="158591"/>
                </a:lnTo>
                <a:cubicBezTo>
                  <a:pt x="595170" y="158591"/>
                  <a:pt x="561308" y="165783"/>
                  <a:pt x="561308" y="165783"/>
                </a:cubicBezTo>
                <a:lnTo>
                  <a:pt x="561308" y="28623"/>
                </a:lnTo>
                <a:close/>
              </a:path>
            </a:pathLst>
          </a:custGeom>
          <a:solidFill>
            <a:srgbClr val="FFFFFF"/>
          </a:solidFill>
          <a:ln w="4763" cap="flat">
            <a:noFill/>
            <a:prstDash val="solid"/>
            <a:miter/>
          </a:ln>
        </p:spPr>
        <p:txBody>
          <a:bodyPr rtlCol="0" anchor="ctr"/>
          <a:lstStyle/>
          <a:p>
            <a:endParaRPr lang="en-AU"/>
          </a:p>
        </p:txBody>
      </p:sp>
      <p:grpSp>
        <p:nvGrpSpPr>
          <p:cNvPr id="20" name="Graphic 3">
            <a:extLst>
              <a:ext uri="{FF2B5EF4-FFF2-40B4-BE49-F238E27FC236}">
                <a16:creationId xmlns:a16="http://schemas.microsoft.com/office/drawing/2014/main" id="{11580F78-9730-E8CF-5F00-5083728E0E3D}"/>
              </a:ext>
            </a:extLst>
          </p:cNvPr>
          <p:cNvGrpSpPr/>
          <p:nvPr/>
        </p:nvGrpSpPr>
        <p:grpSpPr>
          <a:xfrm>
            <a:off x="378275" y="4600765"/>
            <a:ext cx="945451" cy="171497"/>
            <a:chOff x="217360" y="4600765"/>
            <a:chExt cx="945451" cy="171497"/>
          </a:xfrm>
          <a:solidFill>
            <a:srgbClr val="FFFFFF"/>
          </a:solidFill>
        </p:grpSpPr>
        <p:grpSp>
          <p:nvGrpSpPr>
            <p:cNvPr id="21" name="Graphic 3">
              <a:extLst>
                <a:ext uri="{FF2B5EF4-FFF2-40B4-BE49-F238E27FC236}">
                  <a16:creationId xmlns:a16="http://schemas.microsoft.com/office/drawing/2014/main" id="{034EE8A3-A127-9A71-99DC-9A0E6F91654D}"/>
                </a:ext>
              </a:extLst>
            </p:cNvPr>
            <p:cNvGrpSpPr/>
            <p:nvPr/>
          </p:nvGrpSpPr>
          <p:grpSpPr>
            <a:xfrm>
              <a:off x="604408" y="4600765"/>
              <a:ext cx="171354" cy="171354"/>
              <a:chOff x="604408" y="4600765"/>
              <a:chExt cx="171354" cy="171354"/>
            </a:xfrm>
            <a:solidFill>
              <a:srgbClr val="FFFFFF"/>
            </a:solidFill>
          </p:grpSpPr>
          <p:sp>
            <p:nvSpPr>
              <p:cNvPr id="22" name="Freeform: Shape 21">
                <a:extLst>
                  <a:ext uri="{FF2B5EF4-FFF2-40B4-BE49-F238E27FC236}">
                    <a16:creationId xmlns:a16="http://schemas.microsoft.com/office/drawing/2014/main" id="{0D5749F5-CE41-31DE-FF35-61FA298CA95A}"/>
                  </a:ext>
                </a:extLst>
              </p:cNvPr>
              <p:cNvSpPr/>
              <p:nvPr/>
            </p:nvSpPr>
            <p:spPr>
              <a:xfrm>
                <a:off x="604408" y="4600765"/>
                <a:ext cx="171354" cy="171354"/>
              </a:xfrm>
              <a:custGeom>
                <a:avLst/>
                <a:gdLst>
                  <a:gd name="connsiteX0" fmla="*/ 85677 w 171354"/>
                  <a:gd name="connsiteY0" fmla="*/ 171355 h 171354"/>
                  <a:gd name="connsiteX1" fmla="*/ 0 w 171354"/>
                  <a:gd name="connsiteY1" fmla="*/ 85677 h 171354"/>
                  <a:gd name="connsiteX2" fmla="*/ 85677 w 171354"/>
                  <a:gd name="connsiteY2" fmla="*/ 0 h 171354"/>
                  <a:gd name="connsiteX3" fmla="*/ 171355 w 171354"/>
                  <a:gd name="connsiteY3" fmla="*/ 85677 h 171354"/>
                  <a:gd name="connsiteX4" fmla="*/ 85677 w 171354"/>
                  <a:gd name="connsiteY4" fmla="*/ 171355 h 171354"/>
                  <a:gd name="connsiteX5" fmla="*/ 85677 w 171354"/>
                  <a:gd name="connsiteY5" fmla="*/ 6667 h 171354"/>
                  <a:gd name="connsiteX6" fmla="*/ 6620 w 171354"/>
                  <a:gd name="connsiteY6" fmla="*/ 85725 h 171354"/>
                  <a:gd name="connsiteX7" fmla="*/ 85677 w 171354"/>
                  <a:gd name="connsiteY7" fmla="*/ 164783 h 171354"/>
                  <a:gd name="connsiteX8" fmla="*/ 164735 w 171354"/>
                  <a:gd name="connsiteY8" fmla="*/ 85725 h 171354"/>
                  <a:gd name="connsiteX9" fmla="*/ 85677 w 171354"/>
                  <a:gd name="connsiteY9" fmla="*/ 6667 h 171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54" h="171354">
                    <a:moveTo>
                      <a:pt x="85677" y="171355"/>
                    </a:moveTo>
                    <a:cubicBezTo>
                      <a:pt x="38433" y="171355"/>
                      <a:pt x="0" y="132921"/>
                      <a:pt x="0" y="85677"/>
                    </a:cubicBezTo>
                    <a:cubicBezTo>
                      <a:pt x="0" y="38433"/>
                      <a:pt x="38433" y="0"/>
                      <a:pt x="85677" y="0"/>
                    </a:cubicBezTo>
                    <a:cubicBezTo>
                      <a:pt x="132921" y="0"/>
                      <a:pt x="171355" y="38433"/>
                      <a:pt x="171355" y="85677"/>
                    </a:cubicBezTo>
                    <a:cubicBezTo>
                      <a:pt x="171355" y="132921"/>
                      <a:pt x="132921" y="171355"/>
                      <a:pt x="85677" y="171355"/>
                    </a:cubicBezTo>
                    <a:close/>
                    <a:moveTo>
                      <a:pt x="85677" y="6667"/>
                    </a:moveTo>
                    <a:cubicBezTo>
                      <a:pt x="42100" y="6667"/>
                      <a:pt x="6620" y="42148"/>
                      <a:pt x="6620" y="85725"/>
                    </a:cubicBezTo>
                    <a:cubicBezTo>
                      <a:pt x="6620" y="129302"/>
                      <a:pt x="42100" y="164783"/>
                      <a:pt x="85677" y="164783"/>
                    </a:cubicBezTo>
                    <a:cubicBezTo>
                      <a:pt x="129254" y="164783"/>
                      <a:pt x="164735" y="129302"/>
                      <a:pt x="164735" y="85725"/>
                    </a:cubicBezTo>
                    <a:cubicBezTo>
                      <a:pt x="164735" y="42148"/>
                      <a:pt x="129254" y="6667"/>
                      <a:pt x="85677" y="6667"/>
                    </a:cubicBezTo>
                    <a:close/>
                  </a:path>
                </a:pathLst>
              </a:custGeom>
              <a:solidFill>
                <a:srgbClr val="FFFFFF"/>
              </a:solidFill>
              <a:ln w="4763" cap="flat">
                <a:noFill/>
                <a:prstDash val="solid"/>
                <a:miter/>
              </a:ln>
            </p:spPr>
            <p:txBody>
              <a:bodyPr rtlCol="0" anchor="ctr"/>
              <a:lstStyle/>
              <a:p>
                <a:endParaRPr lang="en-AU"/>
              </a:p>
            </p:txBody>
          </p:sp>
          <p:sp>
            <p:nvSpPr>
              <p:cNvPr id="23" name="Freeform: Shape 22">
                <a:extLst>
                  <a:ext uri="{FF2B5EF4-FFF2-40B4-BE49-F238E27FC236}">
                    <a16:creationId xmlns:a16="http://schemas.microsoft.com/office/drawing/2014/main" id="{044BA208-EA2B-AEB2-6DA2-25482C2C6D12}"/>
                  </a:ext>
                </a:extLst>
              </p:cNvPr>
              <p:cNvSpPr/>
              <p:nvPr/>
            </p:nvSpPr>
            <p:spPr>
              <a:xfrm>
                <a:off x="637460" y="4634007"/>
                <a:ext cx="105203" cy="104965"/>
              </a:xfrm>
              <a:custGeom>
                <a:avLst/>
                <a:gdLst>
                  <a:gd name="connsiteX0" fmla="*/ 28384 w 105203"/>
                  <a:gd name="connsiteY0" fmla="*/ 0 h 104965"/>
                  <a:gd name="connsiteX1" fmla="*/ 76819 w 105203"/>
                  <a:gd name="connsiteY1" fmla="*/ 0 h 104965"/>
                  <a:gd name="connsiteX2" fmla="*/ 105204 w 105203"/>
                  <a:gd name="connsiteY2" fmla="*/ 28385 h 104965"/>
                  <a:gd name="connsiteX3" fmla="*/ 105204 w 105203"/>
                  <a:gd name="connsiteY3" fmla="*/ 76581 h 104965"/>
                  <a:gd name="connsiteX4" fmla="*/ 76819 w 105203"/>
                  <a:gd name="connsiteY4" fmla="*/ 104966 h 104965"/>
                  <a:gd name="connsiteX5" fmla="*/ 28384 w 105203"/>
                  <a:gd name="connsiteY5" fmla="*/ 104966 h 104965"/>
                  <a:gd name="connsiteX6" fmla="*/ 0 w 105203"/>
                  <a:gd name="connsiteY6" fmla="*/ 76581 h 104965"/>
                  <a:gd name="connsiteX7" fmla="*/ 0 w 105203"/>
                  <a:gd name="connsiteY7" fmla="*/ 28385 h 104965"/>
                  <a:gd name="connsiteX8" fmla="*/ 28384 w 105203"/>
                  <a:gd name="connsiteY8" fmla="*/ 0 h 104965"/>
                  <a:gd name="connsiteX9" fmla="*/ 28384 w 105203"/>
                  <a:gd name="connsiteY9" fmla="*/ 0 h 104965"/>
                  <a:gd name="connsiteX10" fmla="*/ 80867 w 105203"/>
                  <a:gd name="connsiteY10" fmla="*/ 18336 h 104965"/>
                  <a:gd name="connsiteX11" fmla="*/ 80867 w 105203"/>
                  <a:gd name="connsiteY11" fmla="*/ 18336 h 104965"/>
                  <a:gd name="connsiteX12" fmla="*/ 86916 w 105203"/>
                  <a:gd name="connsiteY12" fmla="*/ 24384 h 104965"/>
                  <a:gd name="connsiteX13" fmla="*/ 86916 w 105203"/>
                  <a:gd name="connsiteY13" fmla="*/ 24384 h 104965"/>
                  <a:gd name="connsiteX14" fmla="*/ 80867 w 105203"/>
                  <a:gd name="connsiteY14" fmla="*/ 30432 h 104965"/>
                  <a:gd name="connsiteX15" fmla="*/ 80867 w 105203"/>
                  <a:gd name="connsiteY15" fmla="*/ 30432 h 104965"/>
                  <a:gd name="connsiteX16" fmla="*/ 74819 w 105203"/>
                  <a:gd name="connsiteY16" fmla="*/ 24384 h 104965"/>
                  <a:gd name="connsiteX17" fmla="*/ 74819 w 105203"/>
                  <a:gd name="connsiteY17" fmla="*/ 24384 h 104965"/>
                  <a:gd name="connsiteX18" fmla="*/ 80867 w 105203"/>
                  <a:gd name="connsiteY18" fmla="*/ 18336 h 104965"/>
                  <a:gd name="connsiteX19" fmla="*/ 80867 w 105203"/>
                  <a:gd name="connsiteY19" fmla="*/ 18336 h 104965"/>
                  <a:gd name="connsiteX20" fmla="*/ 52483 w 105203"/>
                  <a:gd name="connsiteY20" fmla="*/ 23860 h 104965"/>
                  <a:gd name="connsiteX21" fmla="*/ 52721 w 105203"/>
                  <a:gd name="connsiteY21" fmla="*/ 23860 h 104965"/>
                  <a:gd name="connsiteX22" fmla="*/ 81343 w 105203"/>
                  <a:gd name="connsiteY22" fmla="*/ 52483 h 104965"/>
                  <a:gd name="connsiteX23" fmla="*/ 81343 w 105203"/>
                  <a:gd name="connsiteY23" fmla="*/ 52483 h 104965"/>
                  <a:gd name="connsiteX24" fmla="*/ 52721 w 105203"/>
                  <a:gd name="connsiteY24" fmla="*/ 81105 h 104965"/>
                  <a:gd name="connsiteX25" fmla="*/ 52483 w 105203"/>
                  <a:gd name="connsiteY25" fmla="*/ 81105 h 104965"/>
                  <a:gd name="connsiteX26" fmla="*/ 24098 w 105203"/>
                  <a:gd name="connsiteY26" fmla="*/ 52483 h 104965"/>
                  <a:gd name="connsiteX27" fmla="*/ 24098 w 105203"/>
                  <a:gd name="connsiteY27" fmla="*/ 52483 h 104965"/>
                  <a:gd name="connsiteX28" fmla="*/ 52483 w 105203"/>
                  <a:gd name="connsiteY28" fmla="*/ 23860 h 104965"/>
                  <a:gd name="connsiteX29" fmla="*/ 52483 w 105203"/>
                  <a:gd name="connsiteY29" fmla="*/ 23860 h 104965"/>
                  <a:gd name="connsiteX30" fmla="*/ 52483 w 105203"/>
                  <a:gd name="connsiteY30" fmla="*/ 33623 h 104965"/>
                  <a:gd name="connsiteX31" fmla="*/ 52721 w 105203"/>
                  <a:gd name="connsiteY31" fmla="*/ 33623 h 104965"/>
                  <a:gd name="connsiteX32" fmla="*/ 71533 w 105203"/>
                  <a:gd name="connsiteY32" fmla="*/ 52435 h 104965"/>
                  <a:gd name="connsiteX33" fmla="*/ 71533 w 105203"/>
                  <a:gd name="connsiteY33" fmla="*/ 52435 h 104965"/>
                  <a:gd name="connsiteX34" fmla="*/ 52721 w 105203"/>
                  <a:gd name="connsiteY34" fmla="*/ 71533 h 104965"/>
                  <a:gd name="connsiteX35" fmla="*/ 52483 w 105203"/>
                  <a:gd name="connsiteY35" fmla="*/ 71533 h 104965"/>
                  <a:gd name="connsiteX36" fmla="*/ 33671 w 105203"/>
                  <a:gd name="connsiteY36" fmla="*/ 52435 h 104965"/>
                  <a:gd name="connsiteX37" fmla="*/ 33671 w 105203"/>
                  <a:gd name="connsiteY37" fmla="*/ 52435 h 104965"/>
                  <a:gd name="connsiteX38" fmla="*/ 52483 w 105203"/>
                  <a:gd name="connsiteY38" fmla="*/ 33623 h 104965"/>
                  <a:gd name="connsiteX39" fmla="*/ 52483 w 105203"/>
                  <a:gd name="connsiteY39" fmla="*/ 33623 h 104965"/>
                  <a:gd name="connsiteX40" fmla="*/ 28623 w 105203"/>
                  <a:gd name="connsiteY40" fmla="*/ 9049 h 104965"/>
                  <a:gd name="connsiteX41" fmla="*/ 76581 w 105203"/>
                  <a:gd name="connsiteY41" fmla="*/ 9049 h 104965"/>
                  <a:gd name="connsiteX42" fmla="*/ 96155 w 105203"/>
                  <a:gd name="connsiteY42" fmla="*/ 28623 h 104965"/>
                  <a:gd name="connsiteX43" fmla="*/ 96155 w 105203"/>
                  <a:gd name="connsiteY43" fmla="*/ 76343 h 104965"/>
                  <a:gd name="connsiteX44" fmla="*/ 76581 w 105203"/>
                  <a:gd name="connsiteY44" fmla="*/ 95917 h 104965"/>
                  <a:gd name="connsiteX45" fmla="*/ 28623 w 105203"/>
                  <a:gd name="connsiteY45" fmla="*/ 95917 h 104965"/>
                  <a:gd name="connsiteX46" fmla="*/ 9049 w 105203"/>
                  <a:gd name="connsiteY46" fmla="*/ 76343 h 104965"/>
                  <a:gd name="connsiteX47" fmla="*/ 9049 w 105203"/>
                  <a:gd name="connsiteY47" fmla="*/ 28623 h 104965"/>
                  <a:gd name="connsiteX48" fmla="*/ 28623 w 105203"/>
                  <a:gd name="connsiteY48" fmla="*/ 9049 h 104965"/>
                  <a:gd name="connsiteX49" fmla="*/ 28623 w 105203"/>
                  <a:gd name="connsiteY49" fmla="*/ 9049 h 104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05203" h="104965">
                    <a:moveTo>
                      <a:pt x="28384" y="0"/>
                    </a:moveTo>
                    <a:lnTo>
                      <a:pt x="76819" y="0"/>
                    </a:lnTo>
                    <a:cubicBezTo>
                      <a:pt x="92392" y="0"/>
                      <a:pt x="105204" y="12811"/>
                      <a:pt x="105204" y="28385"/>
                    </a:cubicBezTo>
                    <a:lnTo>
                      <a:pt x="105204" y="76581"/>
                    </a:lnTo>
                    <a:cubicBezTo>
                      <a:pt x="105204" y="92154"/>
                      <a:pt x="92392" y="104966"/>
                      <a:pt x="76819" y="104966"/>
                    </a:cubicBezTo>
                    <a:lnTo>
                      <a:pt x="28384" y="104966"/>
                    </a:lnTo>
                    <a:cubicBezTo>
                      <a:pt x="12811" y="104966"/>
                      <a:pt x="0" y="92154"/>
                      <a:pt x="0" y="76581"/>
                    </a:cubicBezTo>
                    <a:lnTo>
                      <a:pt x="0" y="28385"/>
                    </a:lnTo>
                    <a:cubicBezTo>
                      <a:pt x="0" y="12811"/>
                      <a:pt x="12811" y="0"/>
                      <a:pt x="28384" y="0"/>
                    </a:cubicBezTo>
                    <a:lnTo>
                      <a:pt x="28384" y="0"/>
                    </a:lnTo>
                    <a:close/>
                    <a:moveTo>
                      <a:pt x="80867" y="18336"/>
                    </a:moveTo>
                    <a:lnTo>
                      <a:pt x="80867" y="18336"/>
                    </a:lnTo>
                    <a:cubicBezTo>
                      <a:pt x="84153" y="18336"/>
                      <a:pt x="86916" y="21098"/>
                      <a:pt x="86916" y="24384"/>
                    </a:cubicBezTo>
                    <a:lnTo>
                      <a:pt x="86916" y="24384"/>
                    </a:lnTo>
                    <a:cubicBezTo>
                      <a:pt x="86916" y="27670"/>
                      <a:pt x="84153" y="30432"/>
                      <a:pt x="80867" y="30432"/>
                    </a:cubicBezTo>
                    <a:lnTo>
                      <a:pt x="80867" y="30432"/>
                    </a:lnTo>
                    <a:cubicBezTo>
                      <a:pt x="77343" y="30432"/>
                      <a:pt x="74819" y="27670"/>
                      <a:pt x="74819" y="24384"/>
                    </a:cubicBezTo>
                    <a:lnTo>
                      <a:pt x="74819" y="24384"/>
                    </a:lnTo>
                    <a:cubicBezTo>
                      <a:pt x="74819" y="21098"/>
                      <a:pt x="77343" y="18336"/>
                      <a:pt x="80867" y="18336"/>
                    </a:cubicBezTo>
                    <a:lnTo>
                      <a:pt x="80867" y="18336"/>
                    </a:lnTo>
                    <a:close/>
                    <a:moveTo>
                      <a:pt x="52483" y="23860"/>
                    </a:moveTo>
                    <a:lnTo>
                      <a:pt x="52721" y="23860"/>
                    </a:lnTo>
                    <a:cubicBezTo>
                      <a:pt x="68294" y="23860"/>
                      <a:pt x="81343" y="36909"/>
                      <a:pt x="81343" y="52483"/>
                    </a:cubicBezTo>
                    <a:lnTo>
                      <a:pt x="81343" y="52483"/>
                    </a:lnTo>
                    <a:cubicBezTo>
                      <a:pt x="81343" y="68294"/>
                      <a:pt x="68294" y="81105"/>
                      <a:pt x="52721" y="81105"/>
                    </a:cubicBezTo>
                    <a:lnTo>
                      <a:pt x="52483" y="81105"/>
                    </a:lnTo>
                    <a:cubicBezTo>
                      <a:pt x="36909" y="81105"/>
                      <a:pt x="24098" y="68294"/>
                      <a:pt x="24098" y="52483"/>
                    </a:cubicBezTo>
                    <a:lnTo>
                      <a:pt x="24098" y="52483"/>
                    </a:lnTo>
                    <a:cubicBezTo>
                      <a:pt x="24098" y="36909"/>
                      <a:pt x="36909" y="23860"/>
                      <a:pt x="52483" y="23860"/>
                    </a:cubicBezTo>
                    <a:lnTo>
                      <a:pt x="52483" y="23860"/>
                    </a:lnTo>
                    <a:close/>
                    <a:moveTo>
                      <a:pt x="52483" y="33623"/>
                    </a:moveTo>
                    <a:lnTo>
                      <a:pt x="52721" y="33623"/>
                    </a:lnTo>
                    <a:cubicBezTo>
                      <a:pt x="63008" y="33623"/>
                      <a:pt x="71533" y="42148"/>
                      <a:pt x="71533" y="52435"/>
                    </a:cubicBezTo>
                    <a:lnTo>
                      <a:pt x="71533" y="52435"/>
                    </a:lnTo>
                    <a:cubicBezTo>
                      <a:pt x="71533" y="62960"/>
                      <a:pt x="63008" y="71533"/>
                      <a:pt x="52721" y="71533"/>
                    </a:cubicBezTo>
                    <a:lnTo>
                      <a:pt x="52483" y="71533"/>
                    </a:lnTo>
                    <a:cubicBezTo>
                      <a:pt x="42196" y="71533"/>
                      <a:pt x="33671" y="63008"/>
                      <a:pt x="33671" y="52435"/>
                    </a:cubicBezTo>
                    <a:lnTo>
                      <a:pt x="33671" y="52435"/>
                    </a:lnTo>
                    <a:cubicBezTo>
                      <a:pt x="33671" y="42148"/>
                      <a:pt x="42196" y="33623"/>
                      <a:pt x="52483" y="33623"/>
                    </a:cubicBezTo>
                    <a:lnTo>
                      <a:pt x="52483" y="33623"/>
                    </a:lnTo>
                    <a:close/>
                    <a:moveTo>
                      <a:pt x="28623" y="9049"/>
                    </a:moveTo>
                    <a:lnTo>
                      <a:pt x="76581" y="9049"/>
                    </a:lnTo>
                    <a:cubicBezTo>
                      <a:pt x="87392" y="9049"/>
                      <a:pt x="96155" y="17812"/>
                      <a:pt x="96155" y="28623"/>
                    </a:cubicBezTo>
                    <a:lnTo>
                      <a:pt x="96155" y="76343"/>
                    </a:lnTo>
                    <a:cubicBezTo>
                      <a:pt x="96155" y="87154"/>
                      <a:pt x="87392" y="95917"/>
                      <a:pt x="76581" y="95917"/>
                    </a:cubicBezTo>
                    <a:lnTo>
                      <a:pt x="28623" y="95917"/>
                    </a:lnTo>
                    <a:cubicBezTo>
                      <a:pt x="17812" y="95917"/>
                      <a:pt x="9049" y="87154"/>
                      <a:pt x="9049" y="76343"/>
                    </a:cubicBezTo>
                    <a:lnTo>
                      <a:pt x="9049" y="28623"/>
                    </a:lnTo>
                    <a:cubicBezTo>
                      <a:pt x="9049" y="17812"/>
                      <a:pt x="17812" y="9049"/>
                      <a:pt x="28623" y="9049"/>
                    </a:cubicBezTo>
                    <a:lnTo>
                      <a:pt x="28623" y="9049"/>
                    </a:lnTo>
                    <a:close/>
                  </a:path>
                </a:pathLst>
              </a:custGeom>
              <a:solidFill>
                <a:srgbClr val="FFFFFF"/>
              </a:solidFill>
              <a:ln w="4763" cap="flat">
                <a:noFill/>
                <a:prstDash val="solid"/>
                <a:miter/>
              </a:ln>
            </p:spPr>
            <p:txBody>
              <a:bodyPr rtlCol="0" anchor="ctr"/>
              <a:lstStyle/>
              <a:p>
                <a:endParaRPr lang="en-AU"/>
              </a:p>
            </p:txBody>
          </p:sp>
        </p:grpSp>
        <p:grpSp>
          <p:nvGrpSpPr>
            <p:cNvPr id="24" name="Graphic 3">
              <a:extLst>
                <a:ext uri="{FF2B5EF4-FFF2-40B4-BE49-F238E27FC236}">
                  <a16:creationId xmlns:a16="http://schemas.microsoft.com/office/drawing/2014/main" id="{1E38CE80-668F-33FD-4068-4CE84CB701AD}"/>
                </a:ext>
              </a:extLst>
            </p:cNvPr>
            <p:cNvGrpSpPr/>
            <p:nvPr/>
          </p:nvGrpSpPr>
          <p:grpSpPr>
            <a:xfrm>
              <a:off x="217360" y="4600908"/>
              <a:ext cx="171354" cy="171354"/>
              <a:chOff x="217360" y="4600908"/>
              <a:chExt cx="171354" cy="171354"/>
            </a:xfrm>
            <a:solidFill>
              <a:srgbClr val="FFFFFF"/>
            </a:solidFill>
          </p:grpSpPr>
          <p:sp>
            <p:nvSpPr>
              <p:cNvPr id="25" name="Freeform: Shape 24">
                <a:extLst>
                  <a:ext uri="{FF2B5EF4-FFF2-40B4-BE49-F238E27FC236}">
                    <a16:creationId xmlns:a16="http://schemas.microsoft.com/office/drawing/2014/main" id="{DC5C4339-27F3-3A60-4691-313A45B4636F}"/>
                  </a:ext>
                </a:extLst>
              </p:cNvPr>
              <p:cNvSpPr/>
              <p:nvPr/>
            </p:nvSpPr>
            <p:spPr>
              <a:xfrm>
                <a:off x="217360" y="4600908"/>
                <a:ext cx="171354" cy="171354"/>
              </a:xfrm>
              <a:custGeom>
                <a:avLst/>
                <a:gdLst>
                  <a:gd name="connsiteX0" fmla="*/ 85677 w 171354"/>
                  <a:gd name="connsiteY0" fmla="*/ 171355 h 171354"/>
                  <a:gd name="connsiteX1" fmla="*/ 0 w 171354"/>
                  <a:gd name="connsiteY1" fmla="*/ 85677 h 171354"/>
                  <a:gd name="connsiteX2" fmla="*/ 85677 w 171354"/>
                  <a:gd name="connsiteY2" fmla="*/ 0 h 171354"/>
                  <a:gd name="connsiteX3" fmla="*/ 171355 w 171354"/>
                  <a:gd name="connsiteY3" fmla="*/ 85677 h 171354"/>
                  <a:gd name="connsiteX4" fmla="*/ 85677 w 171354"/>
                  <a:gd name="connsiteY4" fmla="*/ 171355 h 171354"/>
                  <a:gd name="connsiteX5" fmla="*/ 85677 w 171354"/>
                  <a:gd name="connsiteY5" fmla="*/ 6620 h 171354"/>
                  <a:gd name="connsiteX6" fmla="*/ 6620 w 171354"/>
                  <a:gd name="connsiteY6" fmla="*/ 85677 h 171354"/>
                  <a:gd name="connsiteX7" fmla="*/ 85677 w 171354"/>
                  <a:gd name="connsiteY7" fmla="*/ 164735 h 171354"/>
                  <a:gd name="connsiteX8" fmla="*/ 164735 w 171354"/>
                  <a:gd name="connsiteY8" fmla="*/ 85677 h 171354"/>
                  <a:gd name="connsiteX9" fmla="*/ 85677 w 171354"/>
                  <a:gd name="connsiteY9" fmla="*/ 6620 h 171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54" h="171354">
                    <a:moveTo>
                      <a:pt x="85677" y="171355"/>
                    </a:moveTo>
                    <a:cubicBezTo>
                      <a:pt x="38433" y="171355"/>
                      <a:pt x="0" y="132921"/>
                      <a:pt x="0" y="85677"/>
                    </a:cubicBezTo>
                    <a:cubicBezTo>
                      <a:pt x="0" y="38433"/>
                      <a:pt x="38433" y="0"/>
                      <a:pt x="85677" y="0"/>
                    </a:cubicBezTo>
                    <a:cubicBezTo>
                      <a:pt x="132921" y="0"/>
                      <a:pt x="171355" y="38433"/>
                      <a:pt x="171355" y="85677"/>
                    </a:cubicBezTo>
                    <a:cubicBezTo>
                      <a:pt x="171355" y="132921"/>
                      <a:pt x="132921" y="171355"/>
                      <a:pt x="85677" y="171355"/>
                    </a:cubicBezTo>
                    <a:close/>
                    <a:moveTo>
                      <a:pt x="85677" y="6620"/>
                    </a:moveTo>
                    <a:cubicBezTo>
                      <a:pt x="42101" y="6620"/>
                      <a:pt x="6620" y="42101"/>
                      <a:pt x="6620" y="85677"/>
                    </a:cubicBezTo>
                    <a:cubicBezTo>
                      <a:pt x="6620" y="129254"/>
                      <a:pt x="42101" y="164735"/>
                      <a:pt x="85677" y="164735"/>
                    </a:cubicBezTo>
                    <a:cubicBezTo>
                      <a:pt x="129254" y="164735"/>
                      <a:pt x="164735" y="129254"/>
                      <a:pt x="164735" y="85677"/>
                    </a:cubicBezTo>
                    <a:cubicBezTo>
                      <a:pt x="164735" y="42101"/>
                      <a:pt x="129254" y="6620"/>
                      <a:pt x="85677" y="6620"/>
                    </a:cubicBezTo>
                    <a:close/>
                  </a:path>
                </a:pathLst>
              </a:custGeom>
              <a:solidFill>
                <a:srgbClr val="FFFFFF"/>
              </a:solidFill>
              <a:ln w="4763" cap="flat">
                <a:noFill/>
                <a:prstDash val="solid"/>
                <a:miter/>
              </a:ln>
            </p:spPr>
            <p:txBody>
              <a:bodyPr rtlCol="0" anchor="ctr"/>
              <a:lstStyle/>
              <a:p>
                <a:endParaRPr lang="en-AU"/>
              </a:p>
            </p:txBody>
          </p:sp>
          <p:sp>
            <p:nvSpPr>
              <p:cNvPr id="26" name="Freeform: Shape 25">
                <a:extLst>
                  <a:ext uri="{FF2B5EF4-FFF2-40B4-BE49-F238E27FC236}">
                    <a16:creationId xmlns:a16="http://schemas.microsoft.com/office/drawing/2014/main" id="{4E0AF755-8025-9045-AFC0-345262DD6301}"/>
                  </a:ext>
                </a:extLst>
              </p:cNvPr>
              <p:cNvSpPr/>
              <p:nvPr/>
            </p:nvSpPr>
            <p:spPr>
              <a:xfrm>
                <a:off x="265223" y="4643008"/>
                <a:ext cx="75580" cy="76009"/>
              </a:xfrm>
              <a:custGeom>
                <a:avLst/>
                <a:gdLst>
                  <a:gd name="connsiteX0" fmla="*/ 1524 w 75580"/>
                  <a:gd name="connsiteY0" fmla="*/ 25527 h 76009"/>
                  <a:gd name="connsiteX1" fmla="*/ 16526 w 75580"/>
                  <a:gd name="connsiteY1" fmla="*/ 25527 h 76009"/>
                  <a:gd name="connsiteX2" fmla="*/ 16526 w 75580"/>
                  <a:gd name="connsiteY2" fmla="*/ 75914 h 76009"/>
                  <a:gd name="connsiteX3" fmla="*/ 1524 w 75580"/>
                  <a:gd name="connsiteY3" fmla="*/ 75914 h 76009"/>
                  <a:gd name="connsiteX4" fmla="*/ 1524 w 75580"/>
                  <a:gd name="connsiteY4" fmla="*/ 25527 h 76009"/>
                  <a:gd name="connsiteX5" fmla="*/ 8906 w 75580"/>
                  <a:gd name="connsiteY5" fmla="*/ 0 h 76009"/>
                  <a:gd name="connsiteX6" fmla="*/ 18002 w 75580"/>
                  <a:gd name="connsiteY6" fmla="*/ 9096 h 76009"/>
                  <a:gd name="connsiteX7" fmla="*/ 8906 w 75580"/>
                  <a:gd name="connsiteY7" fmla="*/ 18193 h 76009"/>
                  <a:gd name="connsiteX8" fmla="*/ 0 w 75580"/>
                  <a:gd name="connsiteY8" fmla="*/ 9096 h 76009"/>
                  <a:gd name="connsiteX9" fmla="*/ 8906 w 75580"/>
                  <a:gd name="connsiteY9" fmla="*/ 0 h 76009"/>
                  <a:gd name="connsiteX10" fmla="*/ 8906 w 75580"/>
                  <a:gd name="connsiteY10" fmla="*/ 0 h 76009"/>
                  <a:gd name="connsiteX11" fmla="*/ 25384 w 75580"/>
                  <a:gd name="connsiteY11" fmla="*/ 25527 h 76009"/>
                  <a:gd name="connsiteX12" fmla="*/ 40195 w 75580"/>
                  <a:gd name="connsiteY12" fmla="*/ 25527 h 76009"/>
                  <a:gd name="connsiteX13" fmla="*/ 40195 w 75580"/>
                  <a:gd name="connsiteY13" fmla="*/ 32575 h 76009"/>
                  <a:gd name="connsiteX14" fmla="*/ 54435 w 75580"/>
                  <a:gd name="connsiteY14" fmla="*/ 25003 h 76009"/>
                  <a:gd name="connsiteX15" fmla="*/ 58531 w 75580"/>
                  <a:gd name="connsiteY15" fmla="*/ 25003 h 76009"/>
                  <a:gd name="connsiteX16" fmla="*/ 75581 w 75580"/>
                  <a:gd name="connsiteY16" fmla="*/ 42053 h 76009"/>
                  <a:gd name="connsiteX17" fmla="*/ 75581 w 75580"/>
                  <a:gd name="connsiteY17" fmla="*/ 75962 h 76009"/>
                  <a:gd name="connsiteX18" fmla="*/ 60769 w 75580"/>
                  <a:gd name="connsiteY18" fmla="*/ 75962 h 76009"/>
                  <a:gd name="connsiteX19" fmla="*/ 60769 w 75580"/>
                  <a:gd name="connsiteY19" fmla="*/ 71342 h 76009"/>
                  <a:gd name="connsiteX20" fmla="*/ 60769 w 75580"/>
                  <a:gd name="connsiteY20" fmla="*/ 71342 h 76009"/>
                  <a:gd name="connsiteX21" fmla="*/ 60769 w 75580"/>
                  <a:gd name="connsiteY21" fmla="*/ 48768 h 76009"/>
                  <a:gd name="connsiteX22" fmla="*/ 60769 w 75580"/>
                  <a:gd name="connsiteY22" fmla="*/ 48768 h 76009"/>
                  <a:gd name="connsiteX23" fmla="*/ 50959 w 75580"/>
                  <a:gd name="connsiteY23" fmla="*/ 38576 h 76009"/>
                  <a:gd name="connsiteX24" fmla="*/ 50959 w 75580"/>
                  <a:gd name="connsiteY24" fmla="*/ 38576 h 76009"/>
                  <a:gd name="connsiteX25" fmla="*/ 40195 w 75580"/>
                  <a:gd name="connsiteY25" fmla="*/ 48768 h 76009"/>
                  <a:gd name="connsiteX26" fmla="*/ 40195 w 75580"/>
                  <a:gd name="connsiteY26" fmla="*/ 48768 h 76009"/>
                  <a:gd name="connsiteX27" fmla="*/ 40195 w 75580"/>
                  <a:gd name="connsiteY27" fmla="*/ 76009 h 76009"/>
                  <a:gd name="connsiteX28" fmla="*/ 25384 w 75580"/>
                  <a:gd name="connsiteY28" fmla="*/ 76009 h 76009"/>
                  <a:gd name="connsiteX29" fmla="*/ 25384 w 75580"/>
                  <a:gd name="connsiteY29" fmla="*/ 25622 h 76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75580" h="76009">
                    <a:moveTo>
                      <a:pt x="1524" y="25527"/>
                    </a:moveTo>
                    <a:lnTo>
                      <a:pt x="16526" y="25527"/>
                    </a:lnTo>
                    <a:lnTo>
                      <a:pt x="16526" y="75914"/>
                    </a:lnTo>
                    <a:lnTo>
                      <a:pt x="1524" y="75914"/>
                    </a:lnTo>
                    <a:lnTo>
                      <a:pt x="1524" y="25527"/>
                    </a:lnTo>
                    <a:close/>
                    <a:moveTo>
                      <a:pt x="8906" y="0"/>
                    </a:moveTo>
                    <a:cubicBezTo>
                      <a:pt x="13907" y="0"/>
                      <a:pt x="18002" y="4096"/>
                      <a:pt x="18002" y="9096"/>
                    </a:cubicBezTo>
                    <a:cubicBezTo>
                      <a:pt x="18002" y="14097"/>
                      <a:pt x="13907" y="18193"/>
                      <a:pt x="8906" y="18193"/>
                    </a:cubicBezTo>
                    <a:cubicBezTo>
                      <a:pt x="3905" y="18193"/>
                      <a:pt x="0" y="14097"/>
                      <a:pt x="0" y="9096"/>
                    </a:cubicBezTo>
                    <a:cubicBezTo>
                      <a:pt x="0" y="4096"/>
                      <a:pt x="3905" y="0"/>
                      <a:pt x="8906" y="0"/>
                    </a:cubicBezTo>
                    <a:lnTo>
                      <a:pt x="8906" y="0"/>
                    </a:lnTo>
                    <a:close/>
                    <a:moveTo>
                      <a:pt x="25384" y="25527"/>
                    </a:moveTo>
                    <a:lnTo>
                      <a:pt x="40195" y="25527"/>
                    </a:lnTo>
                    <a:lnTo>
                      <a:pt x="40195" y="32575"/>
                    </a:lnTo>
                    <a:cubicBezTo>
                      <a:pt x="43339" y="27956"/>
                      <a:pt x="48530" y="25003"/>
                      <a:pt x="54435" y="25003"/>
                    </a:cubicBezTo>
                    <a:lnTo>
                      <a:pt x="58531" y="25003"/>
                    </a:lnTo>
                    <a:cubicBezTo>
                      <a:pt x="67961" y="25003"/>
                      <a:pt x="75581" y="32766"/>
                      <a:pt x="75581" y="42053"/>
                    </a:cubicBezTo>
                    <a:lnTo>
                      <a:pt x="75581" y="75962"/>
                    </a:lnTo>
                    <a:lnTo>
                      <a:pt x="60769" y="75962"/>
                    </a:lnTo>
                    <a:lnTo>
                      <a:pt x="60769" y="71342"/>
                    </a:lnTo>
                    <a:lnTo>
                      <a:pt x="60769" y="71342"/>
                    </a:lnTo>
                    <a:lnTo>
                      <a:pt x="60769" y="48768"/>
                    </a:lnTo>
                    <a:lnTo>
                      <a:pt x="60769" y="48768"/>
                    </a:lnTo>
                    <a:cubicBezTo>
                      <a:pt x="60579" y="43005"/>
                      <a:pt x="56674" y="38576"/>
                      <a:pt x="50959" y="38576"/>
                    </a:cubicBezTo>
                    <a:lnTo>
                      <a:pt x="50959" y="38576"/>
                    </a:lnTo>
                    <a:cubicBezTo>
                      <a:pt x="45196" y="38576"/>
                      <a:pt x="40386" y="43005"/>
                      <a:pt x="40195" y="48768"/>
                    </a:cubicBezTo>
                    <a:lnTo>
                      <a:pt x="40195" y="48768"/>
                    </a:lnTo>
                    <a:lnTo>
                      <a:pt x="40195" y="76009"/>
                    </a:lnTo>
                    <a:lnTo>
                      <a:pt x="25384" y="76009"/>
                    </a:lnTo>
                    <a:lnTo>
                      <a:pt x="25384" y="25622"/>
                    </a:lnTo>
                    <a:close/>
                  </a:path>
                </a:pathLst>
              </a:custGeom>
              <a:solidFill>
                <a:srgbClr val="FFFFFF"/>
              </a:solidFill>
              <a:ln w="4763" cap="flat">
                <a:noFill/>
                <a:prstDash val="solid"/>
                <a:miter/>
              </a:ln>
            </p:spPr>
            <p:txBody>
              <a:bodyPr rtlCol="0" anchor="ctr"/>
              <a:lstStyle/>
              <a:p>
                <a:endParaRPr lang="en-AU"/>
              </a:p>
            </p:txBody>
          </p:sp>
        </p:grpSp>
        <p:grpSp>
          <p:nvGrpSpPr>
            <p:cNvPr id="27" name="Graphic 3">
              <a:extLst>
                <a:ext uri="{FF2B5EF4-FFF2-40B4-BE49-F238E27FC236}">
                  <a16:creationId xmlns:a16="http://schemas.microsoft.com/office/drawing/2014/main" id="{4AF81122-B682-3D4F-1692-03A9A1D0D0D9}"/>
                </a:ext>
              </a:extLst>
            </p:cNvPr>
            <p:cNvGrpSpPr/>
            <p:nvPr/>
          </p:nvGrpSpPr>
          <p:grpSpPr>
            <a:xfrm>
              <a:off x="991457" y="4600908"/>
              <a:ext cx="171354" cy="171354"/>
              <a:chOff x="991457" y="4600908"/>
              <a:chExt cx="171354" cy="171354"/>
            </a:xfrm>
            <a:solidFill>
              <a:srgbClr val="FFFFFF"/>
            </a:solidFill>
          </p:grpSpPr>
          <p:sp>
            <p:nvSpPr>
              <p:cNvPr id="28" name="Freeform: Shape 27">
                <a:extLst>
                  <a:ext uri="{FF2B5EF4-FFF2-40B4-BE49-F238E27FC236}">
                    <a16:creationId xmlns:a16="http://schemas.microsoft.com/office/drawing/2014/main" id="{C107F021-466F-02E9-8D53-CF6B99842509}"/>
                  </a:ext>
                </a:extLst>
              </p:cNvPr>
              <p:cNvSpPr/>
              <p:nvPr/>
            </p:nvSpPr>
            <p:spPr>
              <a:xfrm>
                <a:off x="991457" y="4600908"/>
                <a:ext cx="171354" cy="171354"/>
              </a:xfrm>
              <a:custGeom>
                <a:avLst/>
                <a:gdLst>
                  <a:gd name="connsiteX0" fmla="*/ 85677 w 171354"/>
                  <a:gd name="connsiteY0" fmla="*/ 171355 h 171354"/>
                  <a:gd name="connsiteX1" fmla="*/ 0 w 171354"/>
                  <a:gd name="connsiteY1" fmla="*/ 85677 h 171354"/>
                  <a:gd name="connsiteX2" fmla="*/ 85677 w 171354"/>
                  <a:gd name="connsiteY2" fmla="*/ 0 h 171354"/>
                  <a:gd name="connsiteX3" fmla="*/ 171355 w 171354"/>
                  <a:gd name="connsiteY3" fmla="*/ 85677 h 171354"/>
                  <a:gd name="connsiteX4" fmla="*/ 85677 w 171354"/>
                  <a:gd name="connsiteY4" fmla="*/ 171355 h 171354"/>
                  <a:gd name="connsiteX5" fmla="*/ 85677 w 171354"/>
                  <a:gd name="connsiteY5" fmla="*/ 6620 h 171354"/>
                  <a:gd name="connsiteX6" fmla="*/ 6620 w 171354"/>
                  <a:gd name="connsiteY6" fmla="*/ 85677 h 171354"/>
                  <a:gd name="connsiteX7" fmla="*/ 85677 w 171354"/>
                  <a:gd name="connsiteY7" fmla="*/ 164735 h 171354"/>
                  <a:gd name="connsiteX8" fmla="*/ 164735 w 171354"/>
                  <a:gd name="connsiteY8" fmla="*/ 85677 h 171354"/>
                  <a:gd name="connsiteX9" fmla="*/ 85677 w 171354"/>
                  <a:gd name="connsiteY9" fmla="*/ 6620 h 171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54" h="171354">
                    <a:moveTo>
                      <a:pt x="85677" y="171355"/>
                    </a:moveTo>
                    <a:cubicBezTo>
                      <a:pt x="38433" y="171355"/>
                      <a:pt x="0" y="132921"/>
                      <a:pt x="0" y="85677"/>
                    </a:cubicBezTo>
                    <a:cubicBezTo>
                      <a:pt x="0" y="38433"/>
                      <a:pt x="38433" y="0"/>
                      <a:pt x="85677" y="0"/>
                    </a:cubicBezTo>
                    <a:cubicBezTo>
                      <a:pt x="132921" y="0"/>
                      <a:pt x="171355" y="38433"/>
                      <a:pt x="171355" y="85677"/>
                    </a:cubicBezTo>
                    <a:cubicBezTo>
                      <a:pt x="171355" y="132921"/>
                      <a:pt x="132921" y="171355"/>
                      <a:pt x="85677" y="171355"/>
                    </a:cubicBezTo>
                    <a:close/>
                    <a:moveTo>
                      <a:pt x="85677" y="6620"/>
                    </a:moveTo>
                    <a:cubicBezTo>
                      <a:pt x="42101" y="6620"/>
                      <a:pt x="6620" y="42101"/>
                      <a:pt x="6620" y="85677"/>
                    </a:cubicBezTo>
                    <a:cubicBezTo>
                      <a:pt x="6620" y="129254"/>
                      <a:pt x="42101" y="164735"/>
                      <a:pt x="85677" y="164735"/>
                    </a:cubicBezTo>
                    <a:cubicBezTo>
                      <a:pt x="129254" y="164735"/>
                      <a:pt x="164735" y="129254"/>
                      <a:pt x="164735" y="85677"/>
                    </a:cubicBezTo>
                    <a:cubicBezTo>
                      <a:pt x="164735" y="42101"/>
                      <a:pt x="129254" y="6620"/>
                      <a:pt x="85677" y="6620"/>
                    </a:cubicBezTo>
                    <a:close/>
                  </a:path>
                </a:pathLst>
              </a:custGeom>
              <a:solidFill>
                <a:srgbClr val="FFFFFF"/>
              </a:solidFill>
              <a:ln w="4763" cap="flat">
                <a:noFill/>
                <a:prstDash val="solid"/>
                <a:miter/>
              </a:ln>
            </p:spPr>
            <p:txBody>
              <a:bodyPr rtlCol="0" anchor="ctr"/>
              <a:lstStyle/>
              <a:p>
                <a:endParaRPr lang="en-AU"/>
              </a:p>
            </p:txBody>
          </p:sp>
          <p:sp>
            <p:nvSpPr>
              <p:cNvPr id="29" name="Freeform: Shape 28">
                <a:extLst>
                  <a:ext uri="{FF2B5EF4-FFF2-40B4-BE49-F238E27FC236}">
                    <a16:creationId xmlns:a16="http://schemas.microsoft.com/office/drawing/2014/main" id="{0A6EAA11-2208-EDD8-E640-9C795B4DAED8}"/>
                  </a:ext>
                </a:extLst>
              </p:cNvPr>
              <p:cNvSpPr/>
              <p:nvPr/>
            </p:nvSpPr>
            <p:spPr>
              <a:xfrm>
                <a:off x="1026509" y="4650581"/>
                <a:ext cx="101441" cy="71723"/>
              </a:xfrm>
              <a:custGeom>
                <a:avLst/>
                <a:gdLst>
                  <a:gd name="connsiteX0" fmla="*/ 100251 w 101441"/>
                  <a:gd name="connsiteY0" fmla="*/ 15764 h 71723"/>
                  <a:gd name="connsiteX1" fmla="*/ 81105 w 101441"/>
                  <a:gd name="connsiteY1" fmla="*/ 1191 h 71723"/>
                  <a:gd name="connsiteX2" fmla="*/ 50721 w 101441"/>
                  <a:gd name="connsiteY2" fmla="*/ 0 h 71723"/>
                  <a:gd name="connsiteX3" fmla="*/ 20336 w 101441"/>
                  <a:gd name="connsiteY3" fmla="*/ 1191 h 71723"/>
                  <a:gd name="connsiteX4" fmla="*/ 1000 w 101441"/>
                  <a:gd name="connsiteY4" fmla="*/ 15764 h 71723"/>
                  <a:gd name="connsiteX5" fmla="*/ 0 w 101441"/>
                  <a:gd name="connsiteY5" fmla="*/ 35862 h 71723"/>
                  <a:gd name="connsiteX6" fmla="*/ 1000 w 101441"/>
                  <a:gd name="connsiteY6" fmla="*/ 55959 h 71723"/>
                  <a:gd name="connsiteX7" fmla="*/ 20336 w 101441"/>
                  <a:gd name="connsiteY7" fmla="*/ 70533 h 71723"/>
                  <a:gd name="connsiteX8" fmla="*/ 50721 w 101441"/>
                  <a:gd name="connsiteY8" fmla="*/ 71723 h 71723"/>
                  <a:gd name="connsiteX9" fmla="*/ 81105 w 101441"/>
                  <a:gd name="connsiteY9" fmla="*/ 70533 h 71723"/>
                  <a:gd name="connsiteX10" fmla="*/ 100251 w 101441"/>
                  <a:gd name="connsiteY10" fmla="*/ 55959 h 71723"/>
                  <a:gd name="connsiteX11" fmla="*/ 101441 w 101441"/>
                  <a:gd name="connsiteY11" fmla="*/ 35862 h 71723"/>
                  <a:gd name="connsiteX12" fmla="*/ 100251 w 101441"/>
                  <a:gd name="connsiteY12" fmla="*/ 15764 h 71723"/>
                  <a:gd name="connsiteX13" fmla="*/ 40481 w 101441"/>
                  <a:gd name="connsiteY13" fmla="*/ 51292 h 71723"/>
                  <a:gd name="connsiteX14" fmla="*/ 40481 w 101441"/>
                  <a:gd name="connsiteY14" fmla="*/ 20717 h 71723"/>
                  <a:gd name="connsiteX15" fmla="*/ 66913 w 101441"/>
                  <a:gd name="connsiteY15" fmla="*/ 35909 h 71723"/>
                  <a:gd name="connsiteX16" fmla="*/ 40481 w 101441"/>
                  <a:gd name="connsiteY16" fmla="*/ 51292 h 71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1441" h="71723">
                    <a:moveTo>
                      <a:pt x="100251" y="15764"/>
                    </a:moveTo>
                    <a:cubicBezTo>
                      <a:pt x="98679" y="4143"/>
                      <a:pt x="92774" y="2143"/>
                      <a:pt x="81105" y="1191"/>
                    </a:cubicBezTo>
                    <a:cubicBezTo>
                      <a:pt x="71057" y="381"/>
                      <a:pt x="59627" y="0"/>
                      <a:pt x="50721" y="0"/>
                    </a:cubicBezTo>
                    <a:cubicBezTo>
                      <a:pt x="41815" y="0"/>
                      <a:pt x="30194" y="381"/>
                      <a:pt x="20336" y="1191"/>
                    </a:cubicBezTo>
                    <a:cubicBezTo>
                      <a:pt x="8715" y="2191"/>
                      <a:pt x="2572" y="4143"/>
                      <a:pt x="1000" y="15764"/>
                    </a:cubicBezTo>
                    <a:cubicBezTo>
                      <a:pt x="429" y="21098"/>
                      <a:pt x="0" y="28384"/>
                      <a:pt x="0" y="35862"/>
                    </a:cubicBezTo>
                    <a:cubicBezTo>
                      <a:pt x="0" y="43339"/>
                      <a:pt x="381" y="50864"/>
                      <a:pt x="1000" y="55959"/>
                    </a:cubicBezTo>
                    <a:cubicBezTo>
                      <a:pt x="2572" y="67818"/>
                      <a:pt x="8715" y="69580"/>
                      <a:pt x="20336" y="70533"/>
                    </a:cubicBezTo>
                    <a:cubicBezTo>
                      <a:pt x="30194" y="71533"/>
                      <a:pt x="41815" y="71723"/>
                      <a:pt x="50721" y="71723"/>
                    </a:cubicBezTo>
                    <a:cubicBezTo>
                      <a:pt x="59627" y="71723"/>
                      <a:pt x="71057" y="71533"/>
                      <a:pt x="81105" y="70533"/>
                    </a:cubicBezTo>
                    <a:cubicBezTo>
                      <a:pt x="92726" y="69532"/>
                      <a:pt x="98679" y="67770"/>
                      <a:pt x="100251" y="55959"/>
                    </a:cubicBezTo>
                    <a:cubicBezTo>
                      <a:pt x="101060" y="50816"/>
                      <a:pt x="101441" y="43339"/>
                      <a:pt x="101441" y="35862"/>
                    </a:cubicBezTo>
                    <a:cubicBezTo>
                      <a:pt x="101441" y="28384"/>
                      <a:pt x="101060" y="21050"/>
                      <a:pt x="100251" y="15764"/>
                    </a:cubicBezTo>
                    <a:close/>
                    <a:moveTo>
                      <a:pt x="40481" y="51292"/>
                    </a:moveTo>
                    <a:lnTo>
                      <a:pt x="40481" y="20717"/>
                    </a:lnTo>
                    <a:lnTo>
                      <a:pt x="66913" y="35909"/>
                    </a:lnTo>
                    <a:lnTo>
                      <a:pt x="40481" y="51292"/>
                    </a:lnTo>
                    <a:close/>
                  </a:path>
                </a:pathLst>
              </a:custGeom>
              <a:solidFill>
                <a:srgbClr val="FFFFFF"/>
              </a:solidFill>
              <a:ln w="4763" cap="flat">
                <a:noFill/>
                <a:prstDash val="solid"/>
                <a:miter/>
              </a:ln>
            </p:spPr>
            <p:txBody>
              <a:bodyPr rtlCol="0" anchor="ctr"/>
              <a:lstStyle/>
              <a:p>
                <a:endParaRPr lang="en-AU"/>
              </a:p>
            </p:txBody>
          </p:sp>
        </p:grpSp>
      </p:grpSp>
      <p:sp>
        <p:nvSpPr>
          <p:cNvPr id="30" name="TextBox 29">
            <a:extLst>
              <a:ext uri="{FF2B5EF4-FFF2-40B4-BE49-F238E27FC236}">
                <a16:creationId xmlns:a16="http://schemas.microsoft.com/office/drawing/2014/main" id="{86AA1CEC-8694-F371-4526-F602B1F47D9A}"/>
              </a:ext>
            </a:extLst>
          </p:cNvPr>
          <p:cNvSpPr txBox="1"/>
          <p:nvPr userDrawn="1"/>
        </p:nvSpPr>
        <p:spPr>
          <a:xfrm>
            <a:off x="293584" y="4859373"/>
            <a:ext cx="3144375" cy="200055"/>
          </a:xfrm>
          <a:prstGeom prst="rect">
            <a:avLst/>
          </a:prstGeom>
          <a:noFill/>
        </p:spPr>
        <p:txBody>
          <a:bodyPr wrap="square" rtlCol="0">
            <a:spAutoFit/>
          </a:bodyPr>
          <a:lstStyle/>
          <a:p>
            <a:r>
              <a:rPr lang="en-US" sz="700" b="0" i="0" dirty="0">
                <a:solidFill>
                  <a:schemeClr val="bg1"/>
                </a:solidFill>
                <a:effectLst/>
                <a:latin typeface="Verdana" panose="020B0604030504040204" pitchFamily="34" charset="0"/>
                <a:ea typeface="Verdana" panose="020B0604030504040204" pitchFamily="34" charset="0"/>
              </a:rPr>
              <a:t>Copyright </a:t>
            </a:r>
            <a:r>
              <a:rPr lang="en-US" sz="700" b="0" i="0" dirty="0">
                <a:solidFill>
                  <a:schemeClr val="bg1"/>
                </a:solidFill>
                <a:effectLst/>
                <a:latin typeface="Verdana" panose="020B0604030504040204" pitchFamily="34" charset="0"/>
                <a:ea typeface="Verdana" panose="020B0604030504040204" pitchFamily="34" charset="0"/>
                <a:cs typeface="Aptos" panose="020B0004020202020204" pitchFamily="34" charset="0"/>
              </a:rPr>
              <a:t>© </a:t>
            </a:r>
            <a:r>
              <a:rPr lang="en-US" sz="700" b="0" i="0" dirty="0">
                <a:solidFill>
                  <a:schemeClr val="bg1"/>
                </a:solidFill>
                <a:effectLst/>
                <a:latin typeface="Verdana" panose="020B0604030504040204" pitchFamily="34" charset="0"/>
                <a:ea typeface="Verdana" panose="020B0604030504040204" pitchFamily="34" charset="0"/>
              </a:rPr>
              <a:t>2025 Ascendion. All rights reserved</a:t>
            </a:r>
            <a:endParaRPr lang="en-US" sz="700" b="0" i="0" dirty="0">
              <a:solidFill>
                <a:schemeClr val="bg1"/>
              </a:solidFill>
              <a:latin typeface="Verdana" panose="020B0604030504040204" pitchFamily="34" charset="0"/>
              <a:ea typeface="Verdana" panose="020B0604030504040204" pitchFamily="34" charset="0"/>
            </a:endParaRPr>
          </a:p>
        </p:txBody>
      </p:sp>
      <p:sp>
        <p:nvSpPr>
          <p:cNvPr id="33" name="Google Shape;10;p2">
            <a:extLst>
              <a:ext uri="{FF2B5EF4-FFF2-40B4-BE49-F238E27FC236}">
                <a16:creationId xmlns:a16="http://schemas.microsoft.com/office/drawing/2014/main" id="{D543CF40-CA6C-AB12-3735-CF8AC652A545}"/>
              </a:ext>
            </a:extLst>
          </p:cNvPr>
          <p:cNvSpPr txBox="1">
            <a:spLocks noGrp="1"/>
          </p:cNvSpPr>
          <p:nvPr>
            <p:ph type="ctrTitle" hasCustomPrompt="1"/>
          </p:nvPr>
        </p:nvSpPr>
        <p:spPr>
          <a:xfrm>
            <a:off x="311708" y="2197678"/>
            <a:ext cx="3457652" cy="516890"/>
          </a:xfrm>
          <a:prstGeom prst="rect">
            <a:avLst/>
          </a:prstGeom>
        </p:spPr>
        <p:txBody>
          <a:bodyPr spcFirstLastPara="1" wrap="square" lIns="90000" tIns="90000" rIns="90000" bIns="36000" anchor="b" anchorCtr="0">
            <a:noAutofit/>
          </a:bodyPr>
          <a:lstStyle>
            <a:lvl1pPr lvl="0" algn="l">
              <a:spcBef>
                <a:spcPts val="0"/>
              </a:spcBef>
              <a:spcAft>
                <a:spcPts val="0"/>
              </a:spcAft>
              <a:buSzPts val="5200"/>
              <a:buNone/>
              <a:defRPr sz="2800" b="1">
                <a:solidFill>
                  <a:schemeClr val="bg1"/>
                </a:solidFill>
                <a:latin typeface="PP Neue Machina Plain Ultrabold" pitchFamily="50" charset="0"/>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r>
              <a:rPr lang="en-IN" dirty="0"/>
              <a:t>Thank You</a:t>
            </a:r>
            <a:endParaRPr dirty="0"/>
          </a:p>
        </p:txBody>
      </p:sp>
      <p:sp>
        <p:nvSpPr>
          <p:cNvPr id="3" name="TextBox 2">
            <a:extLst>
              <a:ext uri="{FF2B5EF4-FFF2-40B4-BE49-F238E27FC236}">
                <a16:creationId xmlns:a16="http://schemas.microsoft.com/office/drawing/2014/main" id="{9FB296D0-A3CE-1971-707B-D6DA2B2589AF}"/>
              </a:ext>
            </a:extLst>
          </p:cNvPr>
          <p:cNvSpPr txBox="1"/>
          <p:nvPr userDrawn="1"/>
        </p:nvSpPr>
        <p:spPr>
          <a:xfrm>
            <a:off x="7464222" y="1251107"/>
            <a:ext cx="1531996" cy="2862322"/>
          </a:xfrm>
          <a:prstGeom prst="rect">
            <a:avLst/>
          </a:prstGeom>
          <a:noFill/>
        </p:spPr>
        <p:txBody>
          <a:bodyPr wrap="square">
            <a:spAutoFit/>
          </a:bodyPr>
          <a:lstStyle/>
          <a:p>
            <a:r>
              <a:rPr lang="en-US" sz="900" dirty="0">
                <a:solidFill>
                  <a:schemeClr val="bg1"/>
                </a:solidFill>
                <a:latin typeface="Verdana" panose="020B0604030504040204" pitchFamily="34" charset="0"/>
                <a:ea typeface="Verdana" panose="020B0604030504040204" pitchFamily="34" charset="0"/>
              </a:rPr>
              <a:t>Ascendion provides digital engineering services that power growth and deliver captivating experiences to consumers and employees. Our applied AI, engineering, cloud, data, experience design, and talent transformation capabilities accelerate innovation for Global 2000 clients. Headquartered in New Jersey, our workforce delivers solutions from around the globe. </a:t>
            </a:r>
          </a:p>
        </p:txBody>
      </p:sp>
    </p:spTree>
    <p:extLst>
      <p:ext uri="{BB962C8B-B14F-4D97-AF65-F5344CB8AC3E}">
        <p14:creationId xmlns:p14="http://schemas.microsoft.com/office/powerpoint/2010/main" val="66438319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preserve="1" userDrawn="1">
  <p:cSld name="1_Title slide">
    <p:bg>
      <p:bgPr>
        <a:solidFill>
          <a:schemeClr val="bg1"/>
        </a:solidFill>
        <a:effectLst/>
      </p:bgPr>
    </p:bg>
    <p:spTree>
      <p:nvGrpSpPr>
        <p:cNvPr id="1" name="Shape 9"/>
        <p:cNvGrpSpPr/>
        <p:nvPr/>
      </p:nvGrpSpPr>
      <p:grpSpPr>
        <a:xfrm>
          <a:off x="0" y="0"/>
          <a:ext cx="0" cy="0"/>
          <a:chOff x="0" y="0"/>
          <a:chExt cx="0" cy="0"/>
        </a:xfrm>
      </p:grpSpPr>
      <p:grpSp>
        <p:nvGrpSpPr>
          <p:cNvPr id="10" name="Group 9">
            <a:extLst>
              <a:ext uri="{FF2B5EF4-FFF2-40B4-BE49-F238E27FC236}">
                <a16:creationId xmlns:a16="http://schemas.microsoft.com/office/drawing/2014/main" id="{C8694848-DBB5-CC33-BFFD-ABB9B9448869}"/>
              </a:ext>
            </a:extLst>
          </p:cNvPr>
          <p:cNvGrpSpPr/>
          <p:nvPr userDrawn="1"/>
        </p:nvGrpSpPr>
        <p:grpSpPr>
          <a:xfrm>
            <a:off x="-19051" y="3238500"/>
            <a:ext cx="9163050" cy="1905000"/>
            <a:chOff x="-19051" y="3238500"/>
            <a:chExt cx="9163050" cy="1905000"/>
          </a:xfrm>
        </p:grpSpPr>
        <p:sp>
          <p:nvSpPr>
            <p:cNvPr id="6" name="Freeform: Shape 5">
              <a:extLst>
                <a:ext uri="{FF2B5EF4-FFF2-40B4-BE49-F238E27FC236}">
                  <a16:creationId xmlns:a16="http://schemas.microsoft.com/office/drawing/2014/main" id="{C49332EC-B95E-5892-C870-8CD1804B7887}"/>
                </a:ext>
              </a:extLst>
            </p:cNvPr>
            <p:cNvSpPr/>
            <p:nvPr/>
          </p:nvSpPr>
          <p:spPr>
            <a:xfrm>
              <a:off x="-19051" y="3238500"/>
              <a:ext cx="9163050" cy="1905000"/>
            </a:xfrm>
            <a:custGeom>
              <a:avLst/>
              <a:gdLst>
                <a:gd name="connsiteX0" fmla="*/ 0 w 5829300"/>
                <a:gd name="connsiteY0" fmla="*/ 1905000 h 1905000"/>
                <a:gd name="connsiteX1" fmla="*/ 0 w 5829300"/>
                <a:gd name="connsiteY1" fmla="*/ 134493 h 1905000"/>
                <a:gd name="connsiteX2" fmla="*/ 4285393 w 5829300"/>
                <a:gd name="connsiteY2" fmla="*/ 134493 h 1905000"/>
                <a:gd name="connsiteX3" fmla="*/ 4915853 w 5829300"/>
                <a:gd name="connsiteY3" fmla="*/ 0 h 1905000"/>
                <a:gd name="connsiteX4" fmla="*/ 5541740 w 5829300"/>
                <a:gd name="connsiteY4" fmla="*/ 134493 h 1905000"/>
                <a:gd name="connsiteX5" fmla="*/ 5829300 w 5829300"/>
                <a:gd name="connsiteY5" fmla="*/ 134493 h 1905000"/>
                <a:gd name="connsiteX6" fmla="*/ 5829300 w 5829300"/>
                <a:gd name="connsiteY6" fmla="*/ 1905000 h 1905000"/>
                <a:gd name="connsiteX7" fmla="*/ 0 w 5829300"/>
                <a:gd name="connsiteY7" fmla="*/ 1905000 h 1905000"/>
                <a:gd name="connsiteX0" fmla="*/ 3324225 w 9153525"/>
                <a:gd name="connsiteY0" fmla="*/ 1905000 h 1905000"/>
                <a:gd name="connsiteX1" fmla="*/ 0 w 9153525"/>
                <a:gd name="connsiteY1" fmla="*/ 153543 h 1905000"/>
                <a:gd name="connsiteX2" fmla="*/ 7609618 w 9153525"/>
                <a:gd name="connsiteY2" fmla="*/ 134493 h 1905000"/>
                <a:gd name="connsiteX3" fmla="*/ 8240078 w 9153525"/>
                <a:gd name="connsiteY3" fmla="*/ 0 h 1905000"/>
                <a:gd name="connsiteX4" fmla="*/ 8865965 w 9153525"/>
                <a:gd name="connsiteY4" fmla="*/ 134493 h 1905000"/>
                <a:gd name="connsiteX5" fmla="*/ 9153525 w 9153525"/>
                <a:gd name="connsiteY5" fmla="*/ 134493 h 1905000"/>
                <a:gd name="connsiteX6" fmla="*/ 9153525 w 9153525"/>
                <a:gd name="connsiteY6" fmla="*/ 1905000 h 1905000"/>
                <a:gd name="connsiteX7" fmla="*/ 3324225 w 9153525"/>
                <a:gd name="connsiteY7" fmla="*/ 1905000 h 1905000"/>
                <a:gd name="connsiteX0" fmla="*/ 0 w 9163050"/>
                <a:gd name="connsiteY0" fmla="*/ 1895475 h 1905000"/>
                <a:gd name="connsiteX1" fmla="*/ 9525 w 9163050"/>
                <a:gd name="connsiteY1" fmla="*/ 153543 h 1905000"/>
                <a:gd name="connsiteX2" fmla="*/ 7619143 w 9163050"/>
                <a:gd name="connsiteY2" fmla="*/ 134493 h 1905000"/>
                <a:gd name="connsiteX3" fmla="*/ 8249603 w 9163050"/>
                <a:gd name="connsiteY3" fmla="*/ 0 h 1905000"/>
                <a:gd name="connsiteX4" fmla="*/ 8875490 w 9163050"/>
                <a:gd name="connsiteY4" fmla="*/ 134493 h 1905000"/>
                <a:gd name="connsiteX5" fmla="*/ 9163050 w 9163050"/>
                <a:gd name="connsiteY5" fmla="*/ 134493 h 1905000"/>
                <a:gd name="connsiteX6" fmla="*/ 9163050 w 9163050"/>
                <a:gd name="connsiteY6" fmla="*/ 1905000 h 1905000"/>
                <a:gd name="connsiteX7" fmla="*/ 0 w 9163050"/>
                <a:gd name="connsiteY7" fmla="*/ 1895475 h 1905000"/>
                <a:gd name="connsiteX0" fmla="*/ 0 w 9163050"/>
                <a:gd name="connsiteY0" fmla="*/ 1902619 h 1905000"/>
                <a:gd name="connsiteX1" fmla="*/ 9525 w 9163050"/>
                <a:gd name="connsiteY1" fmla="*/ 153543 h 1905000"/>
                <a:gd name="connsiteX2" fmla="*/ 7619143 w 9163050"/>
                <a:gd name="connsiteY2" fmla="*/ 134493 h 1905000"/>
                <a:gd name="connsiteX3" fmla="*/ 8249603 w 9163050"/>
                <a:gd name="connsiteY3" fmla="*/ 0 h 1905000"/>
                <a:gd name="connsiteX4" fmla="*/ 8875490 w 9163050"/>
                <a:gd name="connsiteY4" fmla="*/ 134493 h 1905000"/>
                <a:gd name="connsiteX5" fmla="*/ 9163050 w 9163050"/>
                <a:gd name="connsiteY5" fmla="*/ 134493 h 1905000"/>
                <a:gd name="connsiteX6" fmla="*/ 9163050 w 9163050"/>
                <a:gd name="connsiteY6" fmla="*/ 1905000 h 1905000"/>
                <a:gd name="connsiteX7" fmla="*/ 0 w 9163050"/>
                <a:gd name="connsiteY7" fmla="*/ 1902619 h 190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63050" h="1905000">
                  <a:moveTo>
                    <a:pt x="0" y="1902619"/>
                  </a:moveTo>
                  <a:lnTo>
                    <a:pt x="9525" y="153543"/>
                  </a:lnTo>
                  <a:lnTo>
                    <a:pt x="7619143" y="134493"/>
                  </a:lnTo>
                  <a:lnTo>
                    <a:pt x="8249603" y="0"/>
                  </a:lnTo>
                  <a:lnTo>
                    <a:pt x="8875490" y="134493"/>
                  </a:lnTo>
                  <a:lnTo>
                    <a:pt x="9163050" y="134493"/>
                  </a:lnTo>
                  <a:lnTo>
                    <a:pt x="9163050" y="1905000"/>
                  </a:lnTo>
                  <a:lnTo>
                    <a:pt x="0" y="1902619"/>
                  </a:lnTo>
                  <a:close/>
                </a:path>
              </a:pathLst>
            </a:custGeom>
            <a:gradFill>
              <a:gsLst>
                <a:gs pos="0">
                  <a:srgbClr val="ED1A7D"/>
                </a:gs>
                <a:gs pos="50000">
                  <a:srgbClr val="BB1B6D"/>
                </a:gs>
                <a:gs pos="100000">
                  <a:srgbClr val="891D5D"/>
                </a:gs>
              </a:gsLst>
              <a:lin ang="0" scaled="1"/>
            </a:gradFill>
            <a:ln w="81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lvl="0" defTabSz="914400" eaLnBrk="1" latinLnBrk="0" hangingPunct="1"/>
              <a:endParaRPr lang="en-AU" sz="1800" kern="1200">
                <a:solidFill>
                  <a:schemeClr val="tx1"/>
                </a:solidFill>
                <a:latin typeface="+mn-lt"/>
                <a:ea typeface="+mn-ea"/>
                <a:cs typeface="+mn-cs"/>
              </a:endParaRPr>
            </a:p>
          </p:txBody>
        </p:sp>
        <p:grpSp>
          <p:nvGrpSpPr>
            <p:cNvPr id="20" name="Graphic 3">
              <a:extLst>
                <a:ext uri="{FF2B5EF4-FFF2-40B4-BE49-F238E27FC236}">
                  <a16:creationId xmlns:a16="http://schemas.microsoft.com/office/drawing/2014/main" id="{11580F78-9730-E8CF-5F00-5083728E0E3D}"/>
                </a:ext>
              </a:extLst>
            </p:cNvPr>
            <p:cNvGrpSpPr/>
            <p:nvPr/>
          </p:nvGrpSpPr>
          <p:grpSpPr>
            <a:xfrm>
              <a:off x="378275" y="4315015"/>
              <a:ext cx="945451" cy="171497"/>
              <a:chOff x="217360" y="4600765"/>
              <a:chExt cx="945451" cy="171497"/>
            </a:xfrm>
            <a:solidFill>
              <a:srgbClr val="FFFFFF"/>
            </a:solidFill>
          </p:grpSpPr>
          <p:grpSp>
            <p:nvGrpSpPr>
              <p:cNvPr id="21" name="Graphic 3">
                <a:extLst>
                  <a:ext uri="{FF2B5EF4-FFF2-40B4-BE49-F238E27FC236}">
                    <a16:creationId xmlns:a16="http://schemas.microsoft.com/office/drawing/2014/main" id="{034EE8A3-A127-9A71-99DC-9A0E6F91654D}"/>
                  </a:ext>
                </a:extLst>
              </p:cNvPr>
              <p:cNvGrpSpPr/>
              <p:nvPr/>
            </p:nvGrpSpPr>
            <p:grpSpPr>
              <a:xfrm>
                <a:off x="604408" y="4600765"/>
                <a:ext cx="171354" cy="171354"/>
                <a:chOff x="604408" y="4600765"/>
                <a:chExt cx="171354" cy="171354"/>
              </a:xfrm>
              <a:solidFill>
                <a:srgbClr val="FFFFFF"/>
              </a:solidFill>
            </p:grpSpPr>
            <p:sp>
              <p:nvSpPr>
                <p:cNvPr id="22" name="Freeform: Shape 21">
                  <a:extLst>
                    <a:ext uri="{FF2B5EF4-FFF2-40B4-BE49-F238E27FC236}">
                      <a16:creationId xmlns:a16="http://schemas.microsoft.com/office/drawing/2014/main" id="{0D5749F5-CE41-31DE-FF35-61FA298CA95A}"/>
                    </a:ext>
                  </a:extLst>
                </p:cNvPr>
                <p:cNvSpPr/>
                <p:nvPr/>
              </p:nvSpPr>
              <p:spPr>
                <a:xfrm>
                  <a:off x="604408" y="4600765"/>
                  <a:ext cx="171354" cy="171354"/>
                </a:xfrm>
                <a:custGeom>
                  <a:avLst/>
                  <a:gdLst>
                    <a:gd name="connsiteX0" fmla="*/ 85677 w 171354"/>
                    <a:gd name="connsiteY0" fmla="*/ 171355 h 171354"/>
                    <a:gd name="connsiteX1" fmla="*/ 0 w 171354"/>
                    <a:gd name="connsiteY1" fmla="*/ 85677 h 171354"/>
                    <a:gd name="connsiteX2" fmla="*/ 85677 w 171354"/>
                    <a:gd name="connsiteY2" fmla="*/ 0 h 171354"/>
                    <a:gd name="connsiteX3" fmla="*/ 171355 w 171354"/>
                    <a:gd name="connsiteY3" fmla="*/ 85677 h 171354"/>
                    <a:gd name="connsiteX4" fmla="*/ 85677 w 171354"/>
                    <a:gd name="connsiteY4" fmla="*/ 171355 h 171354"/>
                    <a:gd name="connsiteX5" fmla="*/ 85677 w 171354"/>
                    <a:gd name="connsiteY5" fmla="*/ 6667 h 171354"/>
                    <a:gd name="connsiteX6" fmla="*/ 6620 w 171354"/>
                    <a:gd name="connsiteY6" fmla="*/ 85725 h 171354"/>
                    <a:gd name="connsiteX7" fmla="*/ 85677 w 171354"/>
                    <a:gd name="connsiteY7" fmla="*/ 164783 h 171354"/>
                    <a:gd name="connsiteX8" fmla="*/ 164735 w 171354"/>
                    <a:gd name="connsiteY8" fmla="*/ 85725 h 171354"/>
                    <a:gd name="connsiteX9" fmla="*/ 85677 w 171354"/>
                    <a:gd name="connsiteY9" fmla="*/ 6667 h 171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54" h="171354">
                      <a:moveTo>
                        <a:pt x="85677" y="171355"/>
                      </a:moveTo>
                      <a:cubicBezTo>
                        <a:pt x="38433" y="171355"/>
                        <a:pt x="0" y="132921"/>
                        <a:pt x="0" y="85677"/>
                      </a:cubicBezTo>
                      <a:cubicBezTo>
                        <a:pt x="0" y="38433"/>
                        <a:pt x="38433" y="0"/>
                        <a:pt x="85677" y="0"/>
                      </a:cubicBezTo>
                      <a:cubicBezTo>
                        <a:pt x="132921" y="0"/>
                        <a:pt x="171355" y="38433"/>
                        <a:pt x="171355" y="85677"/>
                      </a:cubicBezTo>
                      <a:cubicBezTo>
                        <a:pt x="171355" y="132921"/>
                        <a:pt x="132921" y="171355"/>
                        <a:pt x="85677" y="171355"/>
                      </a:cubicBezTo>
                      <a:close/>
                      <a:moveTo>
                        <a:pt x="85677" y="6667"/>
                      </a:moveTo>
                      <a:cubicBezTo>
                        <a:pt x="42100" y="6667"/>
                        <a:pt x="6620" y="42148"/>
                        <a:pt x="6620" y="85725"/>
                      </a:cubicBezTo>
                      <a:cubicBezTo>
                        <a:pt x="6620" y="129302"/>
                        <a:pt x="42100" y="164783"/>
                        <a:pt x="85677" y="164783"/>
                      </a:cubicBezTo>
                      <a:cubicBezTo>
                        <a:pt x="129254" y="164783"/>
                        <a:pt x="164735" y="129302"/>
                        <a:pt x="164735" y="85725"/>
                      </a:cubicBezTo>
                      <a:cubicBezTo>
                        <a:pt x="164735" y="42148"/>
                        <a:pt x="129254" y="6667"/>
                        <a:pt x="85677" y="6667"/>
                      </a:cubicBezTo>
                      <a:close/>
                    </a:path>
                  </a:pathLst>
                </a:custGeom>
                <a:solidFill>
                  <a:srgbClr val="FFFFFF"/>
                </a:solidFill>
                <a:ln w="4763" cap="flat">
                  <a:noFill/>
                  <a:prstDash val="solid"/>
                  <a:miter/>
                </a:ln>
              </p:spPr>
              <p:txBody>
                <a:bodyPr rtlCol="0" anchor="ctr"/>
                <a:lstStyle/>
                <a:p>
                  <a:endParaRPr lang="en-AU"/>
                </a:p>
              </p:txBody>
            </p:sp>
            <p:sp>
              <p:nvSpPr>
                <p:cNvPr id="23" name="Freeform: Shape 22">
                  <a:extLst>
                    <a:ext uri="{FF2B5EF4-FFF2-40B4-BE49-F238E27FC236}">
                      <a16:creationId xmlns:a16="http://schemas.microsoft.com/office/drawing/2014/main" id="{044BA208-EA2B-AEB2-6DA2-25482C2C6D12}"/>
                    </a:ext>
                  </a:extLst>
                </p:cNvPr>
                <p:cNvSpPr/>
                <p:nvPr/>
              </p:nvSpPr>
              <p:spPr>
                <a:xfrm>
                  <a:off x="637460" y="4634007"/>
                  <a:ext cx="105203" cy="104965"/>
                </a:xfrm>
                <a:custGeom>
                  <a:avLst/>
                  <a:gdLst>
                    <a:gd name="connsiteX0" fmla="*/ 28384 w 105203"/>
                    <a:gd name="connsiteY0" fmla="*/ 0 h 104965"/>
                    <a:gd name="connsiteX1" fmla="*/ 76819 w 105203"/>
                    <a:gd name="connsiteY1" fmla="*/ 0 h 104965"/>
                    <a:gd name="connsiteX2" fmla="*/ 105204 w 105203"/>
                    <a:gd name="connsiteY2" fmla="*/ 28385 h 104965"/>
                    <a:gd name="connsiteX3" fmla="*/ 105204 w 105203"/>
                    <a:gd name="connsiteY3" fmla="*/ 76581 h 104965"/>
                    <a:gd name="connsiteX4" fmla="*/ 76819 w 105203"/>
                    <a:gd name="connsiteY4" fmla="*/ 104966 h 104965"/>
                    <a:gd name="connsiteX5" fmla="*/ 28384 w 105203"/>
                    <a:gd name="connsiteY5" fmla="*/ 104966 h 104965"/>
                    <a:gd name="connsiteX6" fmla="*/ 0 w 105203"/>
                    <a:gd name="connsiteY6" fmla="*/ 76581 h 104965"/>
                    <a:gd name="connsiteX7" fmla="*/ 0 w 105203"/>
                    <a:gd name="connsiteY7" fmla="*/ 28385 h 104965"/>
                    <a:gd name="connsiteX8" fmla="*/ 28384 w 105203"/>
                    <a:gd name="connsiteY8" fmla="*/ 0 h 104965"/>
                    <a:gd name="connsiteX9" fmla="*/ 28384 w 105203"/>
                    <a:gd name="connsiteY9" fmla="*/ 0 h 104965"/>
                    <a:gd name="connsiteX10" fmla="*/ 80867 w 105203"/>
                    <a:gd name="connsiteY10" fmla="*/ 18336 h 104965"/>
                    <a:gd name="connsiteX11" fmla="*/ 80867 w 105203"/>
                    <a:gd name="connsiteY11" fmla="*/ 18336 h 104965"/>
                    <a:gd name="connsiteX12" fmla="*/ 86916 w 105203"/>
                    <a:gd name="connsiteY12" fmla="*/ 24384 h 104965"/>
                    <a:gd name="connsiteX13" fmla="*/ 86916 w 105203"/>
                    <a:gd name="connsiteY13" fmla="*/ 24384 h 104965"/>
                    <a:gd name="connsiteX14" fmla="*/ 80867 w 105203"/>
                    <a:gd name="connsiteY14" fmla="*/ 30432 h 104965"/>
                    <a:gd name="connsiteX15" fmla="*/ 80867 w 105203"/>
                    <a:gd name="connsiteY15" fmla="*/ 30432 h 104965"/>
                    <a:gd name="connsiteX16" fmla="*/ 74819 w 105203"/>
                    <a:gd name="connsiteY16" fmla="*/ 24384 h 104965"/>
                    <a:gd name="connsiteX17" fmla="*/ 74819 w 105203"/>
                    <a:gd name="connsiteY17" fmla="*/ 24384 h 104965"/>
                    <a:gd name="connsiteX18" fmla="*/ 80867 w 105203"/>
                    <a:gd name="connsiteY18" fmla="*/ 18336 h 104965"/>
                    <a:gd name="connsiteX19" fmla="*/ 80867 w 105203"/>
                    <a:gd name="connsiteY19" fmla="*/ 18336 h 104965"/>
                    <a:gd name="connsiteX20" fmla="*/ 52483 w 105203"/>
                    <a:gd name="connsiteY20" fmla="*/ 23860 h 104965"/>
                    <a:gd name="connsiteX21" fmla="*/ 52721 w 105203"/>
                    <a:gd name="connsiteY21" fmla="*/ 23860 h 104965"/>
                    <a:gd name="connsiteX22" fmla="*/ 81343 w 105203"/>
                    <a:gd name="connsiteY22" fmla="*/ 52483 h 104965"/>
                    <a:gd name="connsiteX23" fmla="*/ 81343 w 105203"/>
                    <a:gd name="connsiteY23" fmla="*/ 52483 h 104965"/>
                    <a:gd name="connsiteX24" fmla="*/ 52721 w 105203"/>
                    <a:gd name="connsiteY24" fmla="*/ 81105 h 104965"/>
                    <a:gd name="connsiteX25" fmla="*/ 52483 w 105203"/>
                    <a:gd name="connsiteY25" fmla="*/ 81105 h 104965"/>
                    <a:gd name="connsiteX26" fmla="*/ 24098 w 105203"/>
                    <a:gd name="connsiteY26" fmla="*/ 52483 h 104965"/>
                    <a:gd name="connsiteX27" fmla="*/ 24098 w 105203"/>
                    <a:gd name="connsiteY27" fmla="*/ 52483 h 104965"/>
                    <a:gd name="connsiteX28" fmla="*/ 52483 w 105203"/>
                    <a:gd name="connsiteY28" fmla="*/ 23860 h 104965"/>
                    <a:gd name="connsiteX29" fmla="*/ 52483 w 105203"/>
                    <a:gd name="connsiteY29" fmla="*/ 23860 h 104965"/>
                    <a:gd name="connsiteX30" fmla="*/ 52483 w 105203"/>
                    <a:gd name="connsiteY30" fmla="*/ 33623 h 104965"/>
                    <a:gd name="connsiteX31" fmla="*/ 52721 w 105203"/>
                    <a:gd name="connsiteY31" fmla="*/ 33623 h 104965"/>
                    <a:gd name="connsiteX32" fmla="*/ 71533 w 105203"/>
                    <a:gd name="connsiteY32" fmla="*/ 52435 h 104965"/>
                    <a:gd name="connsiteX33" fmla="*/ 71533 w 105203"/>
                    <a:gd name="connsiteY33" fmla="*/ 52435 h 104965"/>
                    <a:gd name="connsiteX34" fmla="*/ 52721 w 105203"/>
                    <a:gd name="connsiteY34" fmla="*/ 71533 h 104965"/>
                    <a:gd name="connsiteX35" fmla="*/ 52483 w 105203"/>
                    <a:gd name="connsiteY35" fmla="*/ 71533 h 104965"/>
                    <a:gd name="connsiteX36" fmla="*/ 33671 w 105203"/>
                    <a:gd name="connsiteY36" fmla="*/ 52435 h 104965"/>
                    <a:gd name="connsiteX37" fmla="*/ 33671 w 105203"/>
                    <a:gd name="connsiteY37" fmla="*/ 52435 h 104965"/>
                    <a:gd name="connsiteX38" fmla="*/ 52483 w 105203"/>
                    <a:gd name="connsiteY38" fmla="*/ 33623 h 104965"/>
                    <a:gd name="connsiteX39" fmla="*/ 52483 w 105203"/>
                    <a:gd name="connsiteY39" fmla="*/ 33623 h 104965"/>
                    <a:gd name="connsiteX40" fmla="*/ 28623 w 105203"/>
                    <a:gd name="connsiteY40" fmla="*/ 9049 h 104965"/>
                    <a:gd name="connsiteX41" fmla="*/ 76581 w 105203"/>
                    <a:gd name="connsiteY41" fmla="*/ 9049 h 104965"/>
                    <a:gd name="connsiteX42" fmla="*/ 96155 w 105203"/>
                    <a:gd name="connsiteY42" fmla="*/ 28623 h 104965"/>
                    <a:gd name="connsiteX43" fmla="*/ 96155 w 105203"/>
                    <a:gd name="connsiteY43" fmla="*/ 76343 h 104965"/>
                    <a:gd name="connsiteX44" fmla="*/ 76581 w 105203"/>
                    <a:gd name="connsiteY44" fmla="*/ 95917 h 104965"/>
                    <a:gd name="connsiteX45" fmla="*/ 28623 w 105203"/>
                    <a:gd name="connsiteY45" fmla="*/ 95917 h 104965"/>
                    <a:gd name="connsiteX46" fmla="*/ 9049 w 105203"/>
                    <a:gd name="connsiteY46" fmla="*/ 76343 h 104965"/>
                    <a:gd name="connsiteX47" fmla="*/ 9049 w 105203"/>
                    <a:gd name="connsiteY47" fmla="*/ 28623 h 104965"/>
                    <a:gd name="connsiteX48" fmla="*/ 28623 w 105203"/>
                    <a:gd name="connsiteY48" fmla="*/ 9049 h 104965"/>
                    <a:gd name="connsiteX49" fmla="*/ 28623 w 105203"/>
                    <a:gd name="connsiteY49" fmla="*/ 9049 h 104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05203" h="104965">
                      <a:moveTo>
                        <a:pt x="28384" y="0"/>
                      </a:moveTo>
                      <a:lnTo>
                        <a:pt x="76819" y="0"/>
                      </a:lnTo>
                      <a:cubicBezTo>
                        <a:pt x="92392" y="0"/>
                        <a:pt x="105204" y="12811"/>
                        <a:pt x="105204" y="28385"/>
                      </a:cubicBezTo>
                      <a:lnTo>
                        <a:pt x="105204" y="76581"/>
                      </a:lnTo>
                      <a:cubicBezTo>
                        <a:pt x="105204" y="92154"/>
                        <a:pt x="92392" y="104966"/>
                        <a:pt x="76819" y="104966"/>
                      </a:cubicBezTo>
                      <a:lnTo>
                        <a:pt x="28384" y="104966"/>
                      </a:lnTo>
                      <a:cubicBezTo>
                        <a:pt x="12811" y="104966"/>
                        <a:pt x="0" y="92154"/>
                        <a:pt x="0" y="76581"/>
                      </a:cubicBezTo>
                      <a:lnTo>
                        <a:pt x="0" y="28385"/>
                      </a:lnTo>
                      <a:cubicBezTo>
                        <a:pt x="0" y="12811"/>
                        <a:pt x="12811" y="0"/>
                        <a:pt x="28384" y="0"/>
                      </a:cubicBezTo>
                      <a:lnTo>
                        <a:pt x="28384" y="0"/>
                      </a:lnTo>
                      <a:close/>
                      <a:moveTo>
                        <a:pt x="80867" y="18336"/>
                      </a:moveTo>
                      <a:lnTo>
                        <a:pt x="80867" y="18336"/>
                      </a:lnTo>
                      <a:cubicBezTo>
                        <a:pt x="84153" y="18336"/>
                        <a:pt x="86916" y="21098"/>
                        <a:pt x="86916" y="24384"/>
                      </a:cubicBezTo>
                      <a:lnTo>
                        <a:pt x="86916" y="24384"/>
                      </a:lnTo>
                      <a:cubicBezTo>
                        <a:pt x="86916" y="27670"/>
                        <a:pt x="84153" y="30432"/>
                        <a:pt x="80867" y="30432"/>
                      </a:cubicBezTo>
                      <a:lnTo>
                        <a:pt x="80867" y="30432"/>
                      </a:lnTo>
                      <a:cubicBezTo>
                        <a:pt x="77343" y="30432"/>
                        <a:pt x="74819" y="27670"/>
                        <a:pt x="74819" y="24384"/>
                      </a:cubicBezTo>
                      <a:lnTo>
                        <a:pt x="74819" y="24384"/>
                      </a:lnTo>
                      <a:cubicBezTo>
                        <a:pt x="74819" y="21098"/>
                        <a:pt x="77343" y="18336"/>
                        <a:pt x="80867" y="18336"/>
                      </a:cubicBezTo>
                      <a:lnTo>
                        <a:pt x="80867" y="18336"/>
                      </a:lnTo>
                      <a:close/>
                      <a:moveTo>
                        <a:pt x="52483" y="23860"/>
                      </a:moveTo>
                      <a:lnTo>
                        <a:pt x="52721" y="23860"/>
                      </a:lnTo>
                      <a:cubicBezTo>
                        <a:pt x="68294" y="23860"/>
                        <a:pt x="81343" y="36909"/>
                        <a:pt x="81343" y="52483"/>
                      </a:cubicBezTo>
                      <a:lnTo>
                        <a:pt x="81343" y="52483"/>
                      </a:lnTo>
                      <a:cubicBezTo>
                        <a:pt x="81343" y="68294"/>
                        <a:pt x="68294" y="81105"/>
                        <a:pt x="52721" y="81105"/>
                      </a:cubicBezTo>
                      <a:lnTo>
                        <a:pt x="52483" y="81105"/>
                      </a:lnTo>
                      <a:cubicBezTo>
                        <a:pt x="36909" y="81105"/>
                        <a:pt x="24098" y="68294"/>
                        <a:pt x="24098" y="52483"/>
                      </a:cubicBezTo>
                      <a:lnTo>
                        <a:pt x="24098" y="52483"/>
                      </a:lnTo>
                      <a:cubicBezTo>
                        <a:pt x="24098" y="36909"/>
                        <a:pt x="36909" y="23860"/>
                        <a:pt x="52483" y="23860"/>
                      </a:cubicBezTo>
                      <a:lnTo>
                        <a:pt x="52483" y="23860"/>
                      </a:lnTo>
                      <a:close/>
                      <a:moveTo>
                        <a:pt x="52483" y="33623"/>
                      </a:moveTo>
                      <a:lnTo>
                        <a:pt x="52721" y="33623"/>
                      </a:lnTo>
                      <a:cubicBezTo>
                        <a:pt x="63008" y="33623"/>
                        <a:pt x="71533" y="42148"/>
                        <a:pt x="71533" y="52435"/>
                      </a:cubicBezTo>
                      <a:lnTo>
                        <a:pt x="71533" y="52435"/>
                      </a:lnTo>
                      <a:cubicBezTo>
                        <a:pt x="71533" y="62960"/>
                        <a:pt x="63008" y="71533"/>
                        <a:pt x="52721" y="71533"/>
                      </a:cubicBezTo>
                      <a:lnTo>
                        <a:pt x="52483" y="71533"/>
                      </a:lnTo>
                      <a:cubicBezTo>
                        <a:pt x="42196" y="71533"/>
                        <a:pt x="33671" y="63008"/>
                        <a:pt x="33671" y="52435"/>
                      </a:cubicBezTo>
                      <a:lnTo>
                        <a:pt x="33671" y="52435"/>
                      </a:lnTo>
                      <a:cubicBezTo>
                        <a:pt x="33671" y="42148"/>
                        <a:pt x="42196" y="33623"/>
                        <a:pt x="52483" y="33623"/>
                      </a:cubicBezTo>
                      <a:lnTo>
                        <a:pt x="52483" y="33623"/>
                      </a:lnTo>
                      <a:close/>
                      <a:moveTo>
                        <a:pt x="28623" y="9049"/>
                      </a:moveTo>
                      <a:lnTo>
                        <a:pt x="76581" y="9049"/>
                      </a:lnTo>
                      <a:cubicBezTo>
                        <a:pt x="87392" y="9049"/>
                        <a:pt x="96155" y="17812"/>
                        <a:pt x="96155" y="28623"/>
                      </a:cubicBezTo>
                      <a:lnTo>
                        <a:pt x="96155" y="76343"/>
                      </a:lnTo>
                      <a:cubicBezTo>
                        <a:pt x="96155" y="87154"/>
                        <a:pt x="87392" y="95917"/>
                        <a:pt x="76581" y="95917"/>
                      </a:cubicBezTo>
                      <a:lnTo>
                        <a:pt x="28623" y="95917"/>
                      </a:lnTo>
                      <a:cubicBezTo>
                        <a:pt x="17812" y="95917"/>
                        <a:pt x="9049" y="87154"/>
                        <a:pt x="9049" y="76343"/>
                      </a:cubicBezTo>
                      <a:lnTo>
                        <a:pt x="9049" y="28623"/>
                      </a:lnTo>
                      <a:cubicBezTo>
                        <a:pt x="9049" y="17812"/>
                        <a:pt x="17812" y="9049"/>
                        <a:pt x="28623" y="9049"/>
                      </a:cubicBezTo>
                      <a:lnTo>
                        <a:pt x="28623" y="9049"/>
                      </a:lnTo>
                      <a:close/>
                    </a:path>
                  </a:pathLst>
                </a:custGeom>
                <a:solidFill>
                  <a:srgbClr val="FFFFFF"/>
                </a:solidFill>
                <a:ln w="4763" cap="flat">
                  <a:noFill/>
                  <a:prstDash val="solid"/>
                  <a:miter/>
                </a:ln>
              </p:spPr>
              <p:txBody>
                <a:bodyPr rtlCol="0" anchor="ctr"/>
                <a:lstStyle/>
                <a:p>
                  <a:endParaRPr lang="en-AU"/>
                </a:p>
              </p:txBody>
            </p:sp>
          </p:grpSp>
          <p:grpSp>
            <p:nvGrpSpPr>
              <p:cNvPr id="24" name="Graphic 3">
                <a:extLst>
                  <a:ext uri="{FF2B5EF4-FFF2-40B4-BE49-F238E27FC236}">
                    <a16:creationId xmlns:a16="http://schemas.microsoft.com/office/drawing/2014/main" id="{1E38CE80-668F-33FD-4068-4CE84CB701AD}"/>
                  </a:ext>
                </a:extLst>
              </p:cNvPr>
              <p:cNvGrpSpPr/>
              <p:nvPr/>
            </p:nvGrpSpPr>
            <p:grpSpPr>
              <a:xfrm>
                <a:off x="217360" y="4600908"/>
                <a:ext cx="171354" cy="171354"/>
                <a:chOff x="217360" y="4600908"/>
                <a:chExt cx="171354" cy="171354"/>
              </a:xfrm>
              <a:solidFill>
                <a:srgbClr val="FFFFFF"/>
              </a:solidFill>
            </p:grpSpPr>
            <p:sp>
              <p:nvSpPr>
                <p:cNvPr id="25" name="Freeform: Shape 24">
                  <a:extLst>
                    <a:ext uri="{FF2B5EF4-FFF2-40B4-BE49-F238E27FC236}">
                      <a16:creationId xmlns:a16="http://schemas.microsoft.com/office/drawing/2014/main" id="{DC5C4339-27F3-3A60-4691-313A45B4636F}"/>
                    </a:ext>
                  </a:extLst>
                </p:cNvPr>
                <p:cNvSpPr/>
                <p:nvPr/>
              </p:nvSpPr>
              <p:spPr>
                <a:xfrm>
                  <a:off x="217360" y="4600908"/>
                  <a:ext cx="171354" cy="171354"/>
                </a:xfrm>
                <a:custGeom>
                  <a:avLst/>
                  <a:gdLst>
                    <a:gd name="connsiteX0" fmla="*/ 85677 w 171354"/>
                    <a:gd name="connsiteY0" fmla="*/ 171355 h 171354"/>
                    <a:gd name="connsiteX1" fmla="*/ 0 w 171354"/>
                    <a:gd name="connsiteY1" fmla="*/ 85677 h 171354"/>
                    <a:gd name="connsiteX2" fmla="*/ 85677 w 171354"/>
                    <a:gd name="connsiteY2" fmla="*/ 0 h 171354"/>
                    <a:gd name="connsiteX3" fmla="*/ 171355 w 171354"/>
                    <a:gd name="connsiteY3" fmla="*/ 85677 h 171354"/>
                    <a:gd name="connsiteX4" fmla="*/ 85677 w 171354"/>
                    <a:gd name="connsiteY4" fmla="*/ 171355 h 171354"/>
                    <a:gd name="connsiteX5" fmla="*/ 85677 w 171354"/>
                    <a:gd name="connsiteY5" fmla="*/ 6620 h 171354"/>
                    <a:gd name="connsiteX6" fmla="*/ 6620 w 171354"/>
                    <a:gd name="connsiteY6" fmla="*/ 85677 h 171354"/>
                    <a:gd name="connsiteX7" fmla="*/ 85677 w 171354"/>
                    <a:gd name="connsiteY7" fmla="*/ 164735 h 171354"/>
                    <a:gd name="connsiteX8" fmla="*/ 164735 w 171354"/>
                    <a:gd name="connsiteY8" fmla="*/ 85677 h 171354"/>
                    <a:gd name="connsiteX9" fmla="*/ 85677 w 171354"/>
                    <a:gd name="connsiteY9" fmla="*/ 6620 h 171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54" h="171354">
                      <a:moveTo>
                        <a:pt x="85677" y="171355"/>
                      </a:moveTo>
                      <a:cubicBezTo>
                        <a:pt x="38433" y="171355"/>
                        <a:pt x="0" y="132921"/>
                        <a:pt x="0" y="85677"/>
                      </a:cubicBezTo>
                      <a:cubicBezTo>
                        <a:pt x="0" y="38433"/>
                        <a:pt x="38433" y="0"/>
                        <a:pt x="85677" y="0"/>
                      </a:cubicBezTo>
                      <a:cubicBezTo>
                        <a:pt x="132921" y="0"/>
                        <a:pt x="171355" y="38433"/>
                        <a:pt x="171355" y="85677"/>
                      </a:cubicBezTo>
                      <a:cubicBezTo>
                        <a:pt x="171355" y="132921"/>
                        <a:pt x="132921" y="171355"/>
                        <a:pt x="85677" y="171355"/>
                      </a:cubicBezTo>
                      <a:close/>
                      <a:moveTo>
                        <a:pt x="85677" y="6620"/>
                      </a:moveTo>
                      <a:cubicBezTo>
                        <a:pt x="42101" y="6620"/>
                        <a:pt x="6620" y="42101"/>
                        <a:pt x="6620" y="85677"/>
                      </a:cubicBezTo>
                      <a:cubicBezTo>
                        <a:pt x="6620" y="129254"/>
                        <a:pt x="42101" y="164735"/>
                        <a:pt x="85677" y="164735"/>
                      </a:cubicBezTo>
                      <a:cubicBezTo>
                        <a:pt x="129254" y="164735"/>
                        <a:pt x="164735" y="129254"/>
                        <a:pt x="164735" y="85677"/>
                      </a:cubicBezTo>
                      <a:cubicBezTo>
                        <a:pt x="164735" y="42101"/>
                        <a:pt x="129254" y="6620"/>
                        <a:pt x="85677" y="6620"/>
                      </a:cubicBezTo>
                      <a:close/>
                    </a:path>
                  </a:pathLst>
                </a:custGeom>
                <a:solidFill>
                  <a:srgbClr val="FFFFFF"/>
                </a:solidFill>
                <a:ln w="4763" cap="flat">
                  <a:noFill/>
                  <a:prstDash val="solid"/>
                  <a:miter/>
                </a:ln>
              </p:spPr>
              <p:txBody>
                <a:bodyPr rtlCol="0" anchor="ctr"/>
                <a:lstStyle/>
                <a:p>
                  <a:endParaRPr lang="en-AU"/>
                </a:p>
              </p:txBody>
            </p:sp>
            <p:sp>
              <p:nvSpPr>
                <p:cNvPr id="26" name="Freeform: Shape 25">
                  <a:extLst>
                    <a:ext uri="{FF2B5EF4-FFF2-40B4-BE49-F238E27FC236}">
                      <a16:creationId xmlns:a16="http://schemas.microsoft.com/office/drawing/2014/main" id="{4E0AF755-8025-9045-AFC0-345262DD6301}"/>
                    </a:ext>
                  </a:extLst>
                </p:cNvPr>
                <p:cNvSpPr/>
                <p:nvPr/>
              </p:nvSpPr>
              <p:spPr>
                <a:xfrm>
                  <a:off x="265223" y="4643008"/>
                  <a:ext cx="75580" cy="76009"/>
                </a:xfrm>
                <a:custGeom>
                  <a:avLst/>
                  <a:gdLst>
                    <a:gd name="connsiteX0" fmla="*/ 1524 w 75580"/>
                    <a:gd name="connsiteY0" fmla="*/ 25527 h 76009"/>
                    <a:gd name="connsiteX1" fmla="*/ 16526 w 75580"/>
                    <a:gd name="connsiteY1" fmla="*/ 25527 h 76009"/>
                    <a:gd name="connsiteX2" fmla="*/ 16526 w 75580"/>
                    <a:gd name="connsiteY2" fmla="*/ 75914 h 76009"/>
                    <a:gd name="connsiteX3" fmla="*/ 1524 w 75580"/>
                    <a:gd name="connsiteY3" fmla="*/ 75914 h 76009"/>
                    <a:gd name="connsiteX4" fmla="*/ 1524 w 75580"/>
                    <a:gd name="connsiteY4" fmla="*/ 25527 h 76009"/>
                    <a:gd name="connsiteX5" fmla="*/ 8906 w 75580"/>
                    <a:gd name="connsiteY5" fmla="*/ 0 h 76009"/>
                    <a:gd name="connsiteX6" fmla="*/ 18002 w 75580"/>
                    <a:gd name="connsiteY6" fmla="*/ 9096 h 76009"/>
                    <a:gd name="connsiteX7" fmla="*/ 8906 w 75580"/>
                    <a:gd name="connsiteY7" fmla="*/ 18193 h 76009"/>
                    <a:gd name="connsiteX8" fmla="*/ 0 w 75580"/>
                    <a:gd name="connsiteY8" fmla="*/ 9096 h 76009"/>
                    <a:gd name="connsiteX9" fmla="*/ 8906 w 75580"/>
                    <a:gd name="connsiteY9" fmla="*/ 0 h 76009"/>
                    <a:gd name="connsiteX10" fmla="*/ 8906 w 75580"/>
                    <a:gd name="connsiteY10" fmla="*/ 0 h 76009"/>
                    <a:gd name="connsiteX11" fmla="*/ 25384 w 75580"/>
                    <a:gd name="connsiteY11" fmla="*/ 25527 h 76009"/>
                    <a:gd name="connsiteX12" fmla="*/ 40195 w 75580"/>
                    <a:gd name="connsiteY12" fmla="*/ 25527 h 76009"/>
                    <a:gd name="connsiteX13" fmla="*/ 40195 w 75580"/>
                    <a:gd name="connsiteY13" fmla="*/ 32575 h 76009"/>
                    <a:gd name="connsiteX14" fmla="*/ 54435 w 75580"/>
                    <a:gd name="connsiteY14" fmla="*/ 25003 h 76009"/>
                    <a:gd name="connsiteX15" fmla="*/ 58531 w 75580"/>
                    <a:gd name="connsiteY15" fmla="*/ 25003 h 76009"/>
                    <a:gd name="connsiteX16" fmla="*/ 75581 w 75580"/>
                    <a:gd name="connsiteY16" fmla="*/ 42053 h 76009"/>
                    <a:gd name="connsiteX17" fmla="*/ 75581 w 75580"/>
                    <a:gd name="connsiteY17" fmla="*/ 75962 h 76009"/>
                    <a:gd name="connsiteX18" fmla="*/ 60769 w 75580"/>
                    <a:gd name="connsiteY18" fmla="*/ 75962 h 76009"/>
                    <a:gd name="connsiteX19" fmla="*/ 60769 w 75580"/>
                    <a:gd name="connsiteY19" fmla="*/ 71342 h 76009"/>
                    <a:gd name="connsiteX20" fmla="*/ 60769 w 75580"/>
                    <a:gd name="connsiteY20" fmla="*/ 71342 h 76009"/>
                    <a:gd name="connsiteX21" fmla="*/ 60769 w 75580"/>
                    <a:gd name="connsiteY21" fmla="*/ 48768 h 76009"/>
                    <a:gd name="connsiteX22" fmla="*/ 60769 w 75580"/>
                    <a:gd name="connsiteY22" fmla="*/ 48768 h 76009"/>
                    <a:gd name="connsiteX23" fmla="*/ 50959 w 75580"/>
                    <a:gd name="connsiteY23" fmla="*/ 38576 h 76009"/>
                    <a:gd name="connsiteX24" fmla="*/ 50959 w 75580"/>
                    <a:gd name="connsiteY24" fmla="*/ 38576 h 76009"/>
                    <a:gd name="connsiteX25" fmla="*/ 40195 w 75580"/>
                    <a:gd name="connsiteY25" fmla="*/ 48768 h 76009"/>
                    <a:gd name="connsiteX26" fmla="*/ 40195 w 75580"/>
                    <a:gd name="connsiteY26" fmla="*/ 48768 h 76009"/>
                    <a:gd name="connsiteX27" fmla="*/ 40195 w 75580"/>
                    <a:gd name="connsiteY27" fmla="*/ 76009 h 76009"/>
                    <a:gd name="connsiteX28" fmla="*/ 25384 w 75580"/>
                    <a:gd name="connsiteY28" fmla="*/ 76009 h 76009"/>
                    <a:gd name="connsiteX29" fmla="*/ 25384 w 75580"/>
                    <a:gd name="connsiteY29" fmla="*/ 25622 h 76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75580" h="76009">
                      <a:moveTo>
                        <a:pt x="1524" y="25527"/>
                      </a:moveTo>
                      <a:lnTo>
                        <a:pt x="16526" y="25527"/>
                      </a:lnTo>
                      <a:lnTo>
                        <a:pt x="16526" y="75914"/>
                      </a:lnTo>
                      <a:lnTo>
                        <a:pt x="1524" y="75914"/>
                      </a:lnTo>
                      <a:lnTo>
                        <a:pt x="1524" y="25527"/>
                      </a:lnTo>
                      <a:close/>
                      <a:moveTo>
                        <a:pt x="8906" y="0"/>
                      </a:moveTo>
                      <a:cubicBezTo>
                        <a:pt x="13907" y="0"/>
                        <a:pt x="18002" y="4096"/>
                        <a:pt x="18002" y="9096"/>
                      </a:cubicBezTo>
                      <a:cubicBezTo>
                        <a:pt x="18002" y="14097"/>
                        <a:pt x="13907" y="18193"/>
                        <a:pt x="8906" y="18193"/>
                      </a:cubicBezTo>
                      <a:cubicBezTo>
                        <a:pt x="3905" y="18193"/>
                        <a:pt x="0" y="14097"/>
                        <a:pt x="0" y="9096"/>
                      </a:cubicBezTo>
                      <a:cubicBezTo>
                        <a:pt x="0" y="4096"/>
                        <a:pt x="3905" y="0"/>
                        <a:pt x="8906" y="0"/>
                      </a:cubicBezTo>
                      <a:lnTo>
                        <a:pt x="8906" y="0"/>
                      </a:lnTo>
                      <a:close/>
                      <a:moveTo>
                        <a:pt x="25384" y="25527"/>
                      </a:moveTo>
                      <a:lnTo>
                        <a:pt x="40195" y="25527"/>
                      </a:lnTo>
                      <a:lnTo>
                        <a:pt x="40195" y="32575"/>
                      </a:lnTo>
                      <a:cubicBezTo>
                        <a:pt x="43339" y="27956"/>
                        <a:pt x="48530" y="25003"/>
                        <a:pt x="54435" y="25003"/>
                      </a:cubicBezTo>
                      <a:lnTo>
                        <a:pt x="58531" y="25003"/>
                      </a:lnTo>
                      <a:cubicBezTo>
                        <a:pt x="67961" y="25003"/>
                        <a:pt x="75581" y="32766"/>
                        <a:pt x="75581" y="42053"/>
                      </a:cubicBezTo>
                      <a:lnTo>
                        <a:pt x="75581" y="75962"/>
                      </a:lnTo>
                      <a:lnTo>
                        <a:pt x="60769" y="75962"/>
                      </a:lnTo>
                      <a:lnTo>
                        <a:pt x="60769" y="71342"/>
                      </a:lnTo>
                      <a:lnTo>
                        <a:pt x="60769" y="71342"/>
                      </a:lnTo>
                      <a:lnTo>
                        <a:pt x="60769" y="48768"/>
                      </a:lnTo>
                      <a:lnTo>
                        <a:pt x="60769" y="48768"/>
                      </a:lnTo>
                      <a:cubicBezTo>
                        <a:pt x="60579" y="43005"/>
                        <a:pt x="56674" y="38576"/>
                        <a:pt x="50959" y="38576"/>
                      </a:cubicBezTo>
                      <a:lnTo>
                        <a:pt x="50959" y="38576"/>
                      </a:lnTo>
                      <a:cubicBezTo>
                        <a:pt x="45196" y="38576"/>
                        <a:pt x="40386" y="43005"/>
                        <a:pt x="40195" y="48768"/>
                      </a:cubicBezTo>
                      <a:lnTo>
                        <a:pt x="40195" y="48768"/>
                      </a:lnTo>
                      <a:lnTo>
                        <a:pt x="40195" y="76009"/>
                      </a:lnTo>
                      <a:lnTo>
                        <a:pt x="25384" y="76009"/>
                      </a:lnTo>
                      <a:lnTo>
                        <a:pt x="25384" y="25622"/>
                      </a:lnTo>
                      <a:close/>
                    </a:path>
                  </a:pathLst>
                </a:custGeom>
                <a:solidFill>
                  <a:srgbClr val="FFFFFF"/>
                </a:solidFill>
                <a:ln w="4763" cap="flat">
                  <a:noFill/>
                  <a:prstDash val="solid"/>
                  <a:miter/>
                </a:ln>
              </p:spPr>
              <p:txBody>
                <a:bodyPr rtlCol="0" anchor="ctr"/>
                <a:lstStyle/>
                <a:p>
                  <a:endParaRPr lang="en-AU"/>
                </a:p>
              </p:txBody>
            </p:sp>
          </p:grpSp>
          <p:grpSp>
            <p:nvGrpSpPr>
              <p:cNvPr id="27" name="Graphic 3">
                <a:extLst>
                  <a:ext uri="{FF2B5EF4-FFF2-40B4-BE49-F238E27FC236}">
                    <a16:creationId xmlns:a16="http://schemas.microsoft.com/office/drawing/2014/main" id="{4AF81122-B682-3D4F-1692-03A9A1D0D0D9}"/>
                  </a:ext>
                </a:extLst>
              </p:cNvPr>
              <p:cNvGrpSpPr/>
              <p:nvPr/>
            </p:nvGrpSpPr>
            <p:grpSpPr>
              <a:xfrm>
                <a:off x="991457" y="4600908"/>
                <a:ext cx="171354" cy="171354"/>
                <a:chOff x="991457" y="4600908"/>
                <a:chExt cx="171354" cy="171354"/>
              </a:xfrm>
              <a:solidFill>
                <a:srgbClr val="FFFFFF"/>
              </a:solidFill>
            </p:grpSpPr>
            <p:sp>
              <p:nvSpPr>
                <p:cNvPr id="28" name="Freeform: Shape 27">
                  <a:extLst>
                    <a:ext uri="{FF2B5EF4-FFF2-40B4-BE49-F238E27FC236}">
                      <a16:creationId xmlns:a16="http://schemas.microsoft.com/office/drawing/2014/main" id="{C107F021-466F-02E9-8D53-CF6B99842509}"/>
                    </a:ext>
                  </a:extLst>
                </p:cNvPr>
                <p:cNvSpPr/>
                <p:nvPr/>
              </p:nvSpPr>
              <p:spPr>
                <a:xfrm>
                  <a:off x="991457" y="4600908"/>
                  <a:ext cx="171354" cy="171354"/>
                </a:xfrm>
                <a:custGeom>
                  <a:avLst/>
                  <a:gdLst>
                    <a:gd name="connsiteX0" fmla="*/ 85677 w 171354"/>
                    <a:gd name="connsiteY0" fmla="*/ 171355 h 171354"/>
                    <a:gd name="connsiteX1" fmla="*/ 0 w 171354"/>
                    <a:gd name="connsiteY1" fmla="*/ 85677 h 171354"/>
                    <a:gd name="connsiteX2" fmla="*/ 85677 w 171354"/>
                    <a:gd name="connsiteY2" fmla="*/ 0 h 171354"/>
                    <a:gd name="connsiteX3" fmla="*/ 171355 w 171354"/>
                    <a:gd name="connsiteY3" fmla="*/ 85677 h 171354"/>
                    <a:gd name="connsiteX4" fmla="*/ 85677 w 171354"/>
                    <a:gd name="connsiteY4" fmla="*/ 171355 h 171354"/>
                    <a:gd name="connsiteX5" fmla="*/ 85677 w 171354"/>
                    <a:gd name="connsiteY5" fmla="*/ 6620 h 171354"/>
                    <a:gd name="connsiteX6" fmla="*/ 6620 w 171354"/>
                    <a:gd name="connsiteY6" fmla="*/ 85677 h 171354"/>
                    <a:gd name="connsiteX7" fmla="*/ 85677 w 171354"/>
                    <a:gd name="connsiteY7" fmla="*/ 164735 h 171354"/>
                    <a:gd name="connsiteX8" fmla="*/ 164735 w 171354"/>
                    <a:gd name="connsiteY8" fmla="*/ 85677 h 171354"/>
                    <a:gd name="connsiteX9" fmla="*/ 85677 w 171354"/>
                    <a:gd name="connsiteY9" fmla="*/ 6620 h 171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54" h="171354">
                      <a:moveTo>
                        <a:pt x="85677" y="171355"/>
                      </a:moveTo>
                      <a:cubicBezTo>
                        <a:pt x="38433" y="171355"/>
                        <a:pt x="0" y="132921"/>
                        <a:pt x="0" y="85677"/>
                      </a:cubicBezTo>
                      <a:cubicBezTo>
                        <a:pt x="0" y="38433"/>
                        <a:pt x="38433" y="0"/>
                        <a:pt x="85677" y="0"/>
                      </a:cubicBezTo>
                      <a:cubicBezTo>
                        <a:pt x="132921" y="0"/>
                        <a:pt x="171355" y="38433"/>
                        <a:pt x="171355" y="85677"/>
                      </a:cubicBezTo>
                      <a:cubicBezTo>
                        <a:pt x="171355" y="132921"/>
                        <a:pt x="132921" y="171355"/>
                        <a:pt x="85677" y="171355"/>
                      </a:cubicBezTo>
                      <a:close/>
                      <a:moveTo>
                        <a:pt x="85677" y="6620"/>
                      </a:moveTo>
                      <a:cubicBezTo>
                        <a:pt x="42101" y="6620"/>
                        <a:pt x="6620" y="42101"/>
                        <a:pt x="6620" y="85677"/>
                      </a:cubicBezTo>
                      <a:cubicBezTo>
                        <a:pt x="6620" y="129254"/>
                        <a:pt x="42101" y="164735"/>
                        <a:pt x="85677" y="164735"/>
                      </a:cubicBezTo>
                      <a:cubicBezTo>
                        <a:pt x="129254" y="164735"/>
                        <a:pt x="164735" y="129254"/>
                        <a:pt x="164735" y="85677"/>
                      </a:cubicBezTo>
                      <a:cubicBezTo>
                        <a:pt x="164735" y="42101"/>
                        <a:pt x="129254" y="6620"/>
                        <a:pt x="85677" y="6620"/>
                      </a:cubicBezTo>
                      <a:close/>
                    </a:path>
                  </a:pathLst>
                </a:custGeom>
                <a:solidFill>
                  <a:srgbClr val="FFFFFF"/>
                </a:solidFill>
                <a:ln w="4763" cap="flat">
                  <a:noFill/>
                  <a:prstDash val="solid"/>
                  <a:miter/>
                </a:ln>
              </p:spPr>
              <p:txBody>
                <a:bodyPr rtlCol="0" anchor="ctr"/>
                <a:lstStyle/>
                <a:p>
                  <a:endParaRPr lang="en-AU"/>
                </a:p>
              </p:txBody>
            </p:sp>
            <p:sp>
              <p:nvSpPr>
                <p:cNvPr id="29" name="Freeform: Shape 28">
                  <a:extLst>
                    <a:ext uri="{FF2B5EF4-FFF2-40B4-BE49-F238E27FC236}">
                      <a16:creationId xmlns:a16="http://schemas.microsoft.com/office/drawing/2014/main" id="{0A6EAA11-2208-EDD8-E640-9C795B4DAED8}"/>
                    </a:ext>
                  </a:extLst>
                </p:cNvPr>
                <p:cNvSpPr/>
                <p:nvPr/>
              </p:nvSpPr>
              <p:spPr>
                <a:xfrm>
                  <a:off x="1026509" y="4650581"/>
                  <a:ext cx="101441" cy="71723"/>
                </a:xfrm>
                <a:custGeom>
                  <a:avLst/>
                  <a:gdLst>
                    <a:gd name="connsiteX0" fmla="*/ 100251 w 101441"/>
                    <a:gd name="connsiteY0" fmla="*/ 15764 h 71723"/>
                    <a:gd name="connsiteX1" fmla="*/ 81105 w 101441"/>
                    <a:gd name="connsiteY1" fmla="*/ 1191 h 71723"/>
                    <a:gd name="connsiteX2" fmla="*/ 50721 w 101441"/>
                    <a:gd name="connsiteY2" fmla="*/ 0 h 71723"/>
                    <a:gd name="connsiteX3" fmla="*/ 20336 w 101441"/>
                    <a:gd name="connsiteY3" fmla="*/ 1191 h 71723"/>
                    <a:gd name="connsiteX4" fmla="*/ 1000 w 101441"/>
                    <a:gd name="connsiteY4" fmla="*/ 15764 h 71723"/>
                    <a:gd name="connsiteX5" fmla="*/ 0 w 101441"/>
                    <a:gd name="connsiteY5" fmla="*/ 35862 h 71723"/>
                    <a:gd name="connsiteX6" fmla="*/ 1000 w 101441"/>
                    <a:gd name="connsiteY6" fmla="*/ 55959 h 71723"/>
                    <a:gd name="connsiteX7" fmla="*/ 20336 w 101441"/>
                    <a:gd name="connsiteY7" fmla="*/ 70533 h 71723"/>
                    <a:gd name="connsiteX8" fmla="*/ 50721 w 101441"/>
                    <a:gd name="connsiteY8" fmla="*/ 71723 h 71723"/>
                    <a:gd name="connsiteX9" fmla="*/ 81105 w 101441"/>
                    <a:gd name="connsiteY9" fmla="*/ 70533 h 71723"/>
                    <a:gd name="connsiteX10" fmla="*/ 100251 w 101441"/>
                    <a:gd name="connsiteY10" fmla="*/ 55959 h 71723"/>
                    <a:gd name="connsiteX11" fmla="*/ 101441 w 101441"/>
                    <a:gd name="connsiteY11" fmla="*/ 35862 h 71723"/>
                    <a:gd name="connsiteX12" fmla="*/ 100251 w 101441"/>
                    <a:gd name="connsiteY12" fmla="*/ 15764 h 71723"/>
                    <a:gd name="connsiteX13" fmla="*/ 40481 w 101441"/>
                    <a:gd name="connsiteY13" fmla="*/ 51292 h 71723"/>
                    <a:gd name="connsiteX14" fmla="*/ 40481 w 101441"/>
                    <a:gd name="connsiteY14" fmla="*/ 20717 h 71723"/>
                    <a:gd name="connsiteX15" fmla="*/ 66913 w 101441"/>
                    <a:gd name="connsiteY15" fmla="*/ 35909 h 71723"/>
                    <a:gd name="connsiteX16" fmla="*/ 40481 w 101441"/>
                    <a:gd name="connsiteY16" fmla="*/ 51292 h 71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1441" h="71723">
                      <a:moveTo>
                        <a:pt x="100251" y="15764"/>
                      </a:moveTo>
                      <a:cubicBezTo>
                        <a:pt x="98679" y="4143"/>
                        <a:pt x="92774" y="2143"/>
                        <a:pt x="81105" y="1191"/>
                      </a:cubicBezTo>
                      <a:cubicBezTo>
                        <a:pt x="71057" y="381"/>
                        <a:pt x="59627" y="0"/>
                        <a:pt x="50721" y="0"/>
                      </a:cubicBezTo>
                      <a:cubicBezTo>
                        <a:pt x="41815" y="0"/>
                        <a:pt x="30194" y="381"/>
                        <a:pt x="20336" y="1191"/>
                      </a:cubicBezTo>
                      <a:cubicBezTo>
                        <a:pt x="8715" y="2191"/>
                        <a:pt x="2572" y="4143"/>
                        <a:pt x="1000" y="15764"/>
                      </a:cubicBezTo>
                      <a:cubicBezTo>
                        <a:pt x="429" y="21098"/>
                        <a:pt x="0" y="28384"/>
                        <a:pt x="0" y="35862"/>
                      </a:cubicBezTo>
                      <a:cubicBezTo>
                        <a:pt x="0" y="43339"/>
                        <a:pt x="381" y="50864"/>
                        <a:pt x="1000" y="55959"/>
                      </a:cubicBezTo>
                      <a:cubicBezTo>
                        <a:pt x="2572" y="67818"/>
                        <a:pt x="8715" y="69580"/>
                        <a:pt x="20336" y="70533"/>
                      </a:cubicBezTo>
                      <a:cubicBezTo>
                        <a:pt x="30194" y="71533"/>
                        <a:pt x="41815" y="71723"/>
                        <a:pt x="50721" y="71723"/>
                      </a:cubicBezTo>
                      <a:cubicBezTo>
                        <a:pt x="59627" y="71723"/>
                        <a:pt x="71057" y="71533"/>
                        <a:pt x="81105" y="70533"/>
                      </a:cubicBezTo>
                      <a:cubicBezTo>
                        <a:pt x="92726" y="69532"/>
                        <a:pt x="98679" y="67770"/>
                        <a:pt x="100251" y="55959"/>
                      </a:cubicBezTo>
                      <a:cubicBezTo>
                        <a:pt x="101060" y="50816"/>
                        <a:pt x="101441" y="43339"/>
                        <a:pt x="101441" y="35862"/>
                      </a:cubicBezTo>
                      <a:cubicBezTo>
                        <a:pt x="101441" y="28384"/>
                        <a:pt x="101060" y="21050"/>
                        <a:pt x="100251" y="15764"/>
                      </a:cubicBezTo>
                      <a:close/>
                      <a:moveTo>
                        <a:pt x="40481" y="51292"/>
                      </a:moveTo>
                      <a:lnTo>
                        <a:pt x="40481" y="20717"/>
                      </a:lnTo>
                      <a:lnTo>
                        <a:pt x="66913" y="35909"/>
                      </a:lnTo>
                      <a:lnTo>
                        <a:pt x="40481" y="51292"/>
                      </a:lnTo>
                      <a:close/>
                    </a:path>
                  </a:pathLst>
                </a:custGeom>
                <a:solidFill>
                  <a:srgbClr val="FFFFFF"/>
                </a:solidFill>
                <a:ln w="4763" cap="flat">
                  <a:noFill/>
                  <a:prstDash val="solid"/>
                  <a:miter/>
                </a:ln>
              </p:spPr>
              <p:txBody>
                <a:bodyPr rtlCol="0" anchor="ctr"/>
                <a:lstStyle/>
                <a:p>
                  <a:endParaRPr lang="en-AU"/>
                </a:p>
              </p:txBody>
            </p:sp>
          </p:grpSp>
        </p:grpSp>
        <p:sp>
          <p:nvSpPr>
            <p:cNvPr id="30" name="TextBox 29">
              <a:extLst>
                <a:ext uri="{FF2B5EF4-FFF2-40B4-BE49-F238E27FC236}">
                  <a16:creationId xmlns:a16="http://schemas.microsoft.com/office/drawing/2014/main" id="{86AA1CEC-8694-F371-4526-F602B1F47D9A}"/>
                </a:ext>
              </a:extLst>
            </p:cNvPr>
            <p:cNvSpPr txBox="1"/>
            <p:nvPr userDrawn="1"/>
          </p:nvSpPr>
          <p:spPr>
            <a:xfrm>
              <a:off x="293584" y="4573623"/>
              <a:ext cx="2413329" cy="200055"/>
            </a:xfrm>
            <a:prstGeom prst="rect">
              <a:avLst/>
            </a:prstGeom>
            <a:noFill/>
          </p:spPr>
          <p:txBody>
            <a:bodyPr wrap="square" rtlCol="0">
              <a:spAutoFit/>
            </a:bodyPr>
            <a:lstStyle/>
            <a:p>
              <a:r>
                <a:rPr lang="en-US" sz="700" b="0" i="0" dirty="0">
                  <a:solidFill>
                    <a:schemeClr val="bg1"/>
                  </a:solidFill>
                  <a:effectLst/>
                  <a:latin typeface="Verdana" panose="020B0604030504040204" pitchFamily="34" charset="0"/>
                  <a:ea typeface="Verdana" panose="020B0604030504040204" pitchFamily="34" charset="0"/>
                </a:rPr>
                <a:t>Copyright </a:t>
              </a:r>
              <a:r>
                <a:rPr lang="en-US" sz="700" b="0" i="0" dirty="0">
                  <a:solidFill>
                    <a:schemeClr val="bg1"/>
                  </a:solidFill>
                  <a:effectLst/>
                  <a:latin typeface="Verdana" panose="020B0604030504040204" pitchFamily="34" charset="0"/>
                  <a:ea typeface="Verdana" panose="020B0604030504040204" pitchFamily="34" charset="0"/>
                  <a:cs typeface="Aptos" panose="020B0004020202020204" pitchFamily="34" charset="0"/>
                </a:rPr>
                <a:t>© </a:t>
              </a:r>
              <a:r>
                <a:rPr lang="en-US" sz="700" b="0" i="0" dirty="0">
                  <a:solidFill>
                    <a:schemeClr val="bg1"/>
                  </a:solidFill>
                  <a:effectLst/>
                  <a:latin typeface="Verdana" panose="020B0604030504040204" pitchFamily="34" charset="0"/>
                  <a:ea typeface="Verdana" panose="020B0604030504040204" pitchFamily="34" charset="0"/>
                </a:rPr>
                <a:t>2025 Ascendion. All rights reserved</a:t>
              </a:r>
              <a:endParaRPr lang="en-US" sz="700" b="0" i="0" dirty="0">
                <a:solidFill>
                  <a:schemeClr val="bg1"/>
                </a:solidFill>
                <a:latin typeface="Verdana" panose="020B0604030504040204" pitchFamily="34" charset="0"/>
                <a:ea typeface="Verdana" panose="020B0604030504040204" pitchFamily="34" charset="0"/>
              </a:endParaRPr>
            </a:p>
          </p:txBody>
        </p:sp>
        <p:sp>
          <p:nvSpPr>
            <p:cNvPr id="7" name="Freeform: Shape 6">
              <a:extLst>
                <a:ext uri="{FF2B5EF4-FFF2-40B4-BE49-F238E27FC236}">
                  <a16:creationId xmlns:a16="http://schemas.microsoft.com/office/drawing/2014/main" id="{062A0499-A8C5-48B9-4332-0E2E556AADE8}"/>
                </a:ext>
              </a:extLst>
            </p:cNvPr>
            <p:cNvSpPr/>
            <p:nvPr/>
          </p:nvSpPr>
          <p:spPr>
            <a:xfrm>
              <a:off x="7594568" y="3364420"/>
              <a:ext cx="1126807" cy="257746"/>
            </a:xfrm>
            <a:custGeom>
              <a:avLst/>
              <a:gdLst>
                <a:gd name="connsiteX0" fmla="*/ 649986 w 1126807"/>
                <a:gd name="connsiteY0" fmla="*/ 95 h 257746"/>
                <a:gd name="connsiteX1" fmla="*/ 695421 w 1126807"/>
                <a:gd name="connsiteY1" fmla="*/ 9715 h 257746"/>
                <a:gd name="connsiteX2" fmla="*/ 761524 w 1126807"/>
                <a:gd name="connsiteY2" fmla="*/ 85725 h 257746"/>
                <a:gd name="connsiteX3" fmla="*/ 695421 w 1126807"/>
                <a:gd name="connsiteY3" fmla="*/ 133731 h 257746"/>
                <a:gd name="connsiteX4" fmla="*/ 649986 w 1126807"/>
                <a:gd name="connsiteY4" fmla="*/ 124111 h 257746"/>
                <a:gd name="connsiteX5" fmla="*/ 649986 w 1126807"/>
                <a:gd name="connsiteY5" fmla="*/ 95 h 257746"/>
                <a:gd name="connsiteX6" fmla="*/ 695421 w 1126807"/>
                <a:gd name="connsiteY6" fmla="*/ 105537 h 257746"/>
                <a:gd name="connsiteX7" fmla="*/ 730949 w 1126807"/>
                <a:gd name="connsiteY7" fmla="*/ 79153 h 257746"/>
                <a:gd name="connsiteX8" fmla="*/ 695421 w 1126807"/>
                <a:gd name="connsiteY8" fmla="*/ 37624 h 257746"/>
                <a:gd name="connsiteX9" fmla="*/ 680656 w 1126807"/>
                <a:gd name="connsiteY9" fmla="*/ 34481 h 257746"/>
                <a:gd name="connsiteX10" fmla="*/ 680656 w 1126807"/>
                <a:gd name="connsiteY10" fmla="*/ 102394 h 257746"/>
                <a:gd name="connsiteX11" fmla="*/ 695421 w 1126807"/>
                <a:gd name="connsiteY11" fmla="*/ 105537 h 257746"/>
                <a:gd name="connsiteX12" fmla="*/ 856107 w 1126807"/>
                <a:gd name="connsiteY12" fmla="*/ 43910 h 257746"/>
                <a:gd name="connsiteX13" fmla="*/ 856107 w 1126807"/>
                <a:gd name="connsiteY13" fmla="*/ 71914 h 257746"/>
                <a:gd name="connsiteX14" fmla="*/ 829056 w 1126807"/>
                <a:gd name="connsiteY14" fmla="*/ 66199 h 257746"/>
                <a:gd name="connsiteX15" fmla="*/ 829056 w 1126807"/>
                <a:gd name="connsiteY15" fmla="*/ 134112 h 257746"/>
                <a:gd name="connsiteX16" fmla="*/ 856107 w 1126807"/>
                <a:gd name="connsiteY16" fmla="*/ 139827 h 257746"/>
                <a:gd name="connsiteX17" fmla="*/ 856107 w 1126807"/>
                <a:gd name="connsiteY17" fmla="*/ 168021 h 257746"/>
                <a:gd name="connsiteX18" fmla="*/ 771430 w 1126807"/>
                <a:gd name="connsiteY18" fmla="*/ 150019 h 257746"/>
                <a:gd name="connsiteX19" fmla="*/ 771430 w 1126807"/>
                <a:gd name="connsiteY19" fmla="*/ 121920 h 257746"/>
                <a:gd name="connsiteX20" fmla="*/ 798576 w 1126807"/>
                <a:gd name="connsiteY20" fmla="*/ 127635 h 257746"/>
                <a:gd name="connsiteX21" fmla="*/ 798576 w 1126807"/>
                <a:gd name="connsiteY21" fmla="*/ 59722 h 257746"/>
                <a:gd name="connsiteX22" fmla="*/ 771430 w 1126807"/>
                <a:gd name="connsiteY22" fmla="*/ 54007 h 257746"/>
                <a:gd name="connsiteX23" fmla="*/ 771430 w 1126807"/>
                <a:gd name="connsiteY23" fmla="*/ 26003 h 257746"/>
                <a:gd name="connsiteX24" fmla="*/ 856107 w 1126807"/>
                <a:gd name="connsiteY24" fmla="*/ 44006 h 257746"/>
                <a:gd name="connsiteX25" fmla="*/ 927830 w 1126807"/>
                <a:gd name="connsiteY25" fmla="*/ 56674 h 257746"/>
                <a:gd name="connsiteX26" fmla="*/ 989934 w 1126807"/>
                <a:gd name="connsiteY26" fmla="*/ 134207 h 257746"/>
                <a:gd name="connsiteX27" fmla="*/ 927830 w 1126807"/>
                <a:gd name="connsiteY27" fmla="*/ 185547 h 257746"/>
                <a:gd name="connsiteX28" fmla="*/ 865442 w 1126807"/>
                <a:gd name="connsiteY28" fmla="*/ 107728 h 257746"/>
                <a:gd name="connsiteX29" fmla="*/ 927830 w 1126807"/>
                <a:gd name="connsiteY29" fmla="*/ 56578 h 257746"/>
                <a:gd name="connsiteX30" fmla="*/ 927830 w 1126807"/>
                <a:gd name="connsiteY30" fmla="*/ 156591 h 257746"/>
                <a:gd name="connsiteX31" fmla="*/ 958406 w 1126807"/>
                <a:gd name="connsiteY31" fmla="*/ 127540 h 257746"/>
                <a:gd name="connsiteX32" fmla="*/ 927830 w 1126807"/>
                <a:gd name="connsiteY32" fmla="*/ 85630 h 257746"/>
                <a:gd name="connsiteX33" fmla="*/ 897065 w 1126807"/>
                <a:gd name="connsiteY33" fmla="*/ 114395 h 257746"/>
                <a:gd name="connsiteX34" fmla="*/ 927830 w 1126807"/>
                <a:gd name="connsiteY34" fmla="*/ 156496 h 257746"/>
                <a:gd name="connsiteX35" fmla="*/ 1005173 w 1126807"/>
                <a:gd name="connsiteY35" fmla="*/ 75533 h 257746"/>
                <a:gd name="connsiteX36" fmla="*/ 1062895 w 1126807"/>
                <a:gd name="connsiteY36" fmla="*/ 87821 h 257746"/>
                <a:gd name="connsiteX37" fmla="*/ 1096232 w 1126807"/>
                <a:gd name="connsiteY37" fmla="*/ 208693 h 257746"/>
                <a:gd name="connsiteX38" fmla="*/ 1096232 w 1126807"/>
                <a:gd name="connsiteY38" fmla="*/ 94869 h 257746"/>
                <a:gd name="connsiteX39" fmla="*/ 1126808 w 1126807"/>
                <a:gd name="connsiteY39" fmla="*/ 101346 h 257746"/>
                <a:gd name="connsiteX40" fmla="*/ 1126808 w 1126807"/>
                <a:gd name="connsiteY40" fmla="*/ 225362 h 257746"/>
                <a:gd name="connsiteX41" fmla="*/ 1069086 w 1126807"/>
                <a:gd name="connsiteY41" fmla="*/ 213074 h 257746"/>
                <a:gd name="connsiteX42" fmla="*/ 1035749 w 1126807"/>
                <a:gd name="connsiteY42" fmla="*/ 92202 h 257746"/>
                <a:gd name="connsiteX43" fmla="*/ 1035749 w 1126807"/>
                <a:gd name="connsiteY43" fmla="*/ 206026 h 257746"/>
                <a:gd name="connsiteX44" fmla="*/ 1005173 w 1126807"/>
                <a:gd name="connsiteY44" fmla="*/ 199549 h 257746"/>
                <a:gd name="connsiteX45" fmla="*/ 1005173 w 1126807"/>
                <a:gd name="connsiteY45" fmla="*/ 75533 h 257746"/>
                <a:gd name="connsiteX46" fmla="*/ 38005 w 1126807"/>
                <a:gd name="connsiteY46" fmla="*/ 125730 h 257746"/>
                <a:gd name="connsiteX47" fmla="*/ 94012 w 1126807"/>
                <a:gd name="connsiteY47" fmla="*/ 113824 h 257746"/>
                <a:gd name="connsiteX48" fmla="*/ 131921 w 1126807"/>
                <a:gd name="connsiteY48" fmla="*/ 229743 h 257746"/>
                <a:gd name="connsiteX49" fmla="*/ 99441 w 1126807"/>
                <a:gd name="connsiteY49" fmla="*/ 236601 h 257746"/>
                <a:gd name="connsiteX50" fmla="*/ 88297 w 1126807"/>
                <a:gd name="connsiteY50" fmla="*/ 201454 h 257746"/>
                <a:gd name="connsiteX51" fmla="*/ 43244 w 1126807"/>
                <a:gd name="connsiteY51" fmla="*/ 211074 h 257746"/>
                <a:gd name="connsiteX52" fmla="*/ 32099 w 1126807"/>
                <a:gd name="connsiteY52" fmla="*/ 250889 h 257746"/>
                <a:gd name="connsiteX53" fmla="*/ 0 w 1126807"/>
                <a:gd name="connsiteY53" fmla="*/ 257746 h 257746"/>
                <a:gd name="connsiteX54" fmla="*/ 38005 w 1126807"/>
                <a:gd name="connsiteY54" fmla="*/ 125635 h 257746"/>
                <a:gd name="connsiteX55" fmla="*/ 79915 w 1126807"/>
                <a:gd name="connsiteY55" fmla="*/ 175355 h 257746"/>
                <a:gd name="connsiteX56" fmla="*/ 65818 w 1126807"/>
                <a:gd name="connsiteY56" fmla="*/ 131064 h 257746"/>
                <a:gd name="connsiteX57" fmla="*/ 51721 w 1126807"/>
                <a:gd name="connsiteY57" fmla="*/ 181356 h 257746"/>
                <a:gd name="connsiteX58" fmla="*/ 80010 w 1126807"/>
                <a:gd name="connsiteY58" fmla="*/ 175355 h 257746"/>
                <a:gd name="connsiteX59" fmla="*/ 194025 w 1126807"/>
                <a:gd name="connsiteY59" fmla="*/ 218980 h 257746"/>
                <a:gd name="connsiteX60" fmla="*/ 134493 w 1126807"/>
                <a:gd name="connsiteY60" fmla="*/ 180785 h 257746"/>
                <a:gd name="connsiteX61" fmla="*/ 166116 w 1126807"/>
                <a:gd name="connsiteY61" fmla="*/ 174022 h 257746"/>
                <a:gd name="connsiteX62" fmla="*/ 194691 w 1126807"/>
                <a:gd name="connsiteY62" fmla="*/ 192024 h 257746"/>
                <a:gd name="connsiteX63" fmla="*/ 216027 w 1126807"/>
                <a:gd name="connsiteY63" fmla="*/ 176594 h 257746"/>
                <a:gd name="connsiteX64" fmla="*/ 205931 w 1126807"/>
                <a:gd name="connsiteY64" fmla="*/ 169259 h 257746"/>
                <a:gd name="connsiteX65" fmla="*/ 166211 w 1126807"/>
                <a:gd name="connsiteY65" fmla="*/ 166783 h 257746"/>
                <a:gd name="connsiteX66" fmla="*/ 139256 w 1126807"/>
                <a:gd name="connsiteY66" fmla="*/ 138589 h 257746"/>
                <a:gd name="connsiteX67" fmla="*/ 187547 w 1126807"/>
                <a:gd name="connsiteY67" fmla="*/ 91345 h 257746"/>
                <a:gd name="connsiteX68" fmla="*/ 242888 w 1126807"/>
                <a:gd name="connsiteY68" fmla="*/ 124777 h 257746"/>
                <a:gd name="connsiteX69" fmla="*/ 211455 w 1126807"/>
                <a:gd name="connsiteY69" fmla="*/ 131445 h 257746"/>
                <a:gd name="connsiteX70" fmla="*/ 188024 w 1126807"/>
                <a:gd name="connsiteY70" fmla="*/ 117443 h 257746"/>
                <a:gd name="connsiteX71" fmla="*/ 170879 w 1126807"/>
                <a:gd name="connsiteY71" fmla="*/ 131159 h 257746"/>
                <a:gd name="connsiteX72" fmla="*/ 180118 w 1126807"/>
                <a:gd name="connsiteY72" fmla="*/ 137827 h 257746"/>
                <a:gd name="connsiteX73" fmla="*/ 218694 w 1126807"/>
                <a:gd name="connsiteY73" fmla="*/ 139636 h 257746"/>
                <a:gd name="connsiteX74" fmla="*/ 247460 w 1126807"/>
                <a:gd name="connsiteY74" fmla="*/ 168497 h 257746"/>
                <a:gd name="connsiteX75" fmla="*/ 193929 w 1126807"/>
                <a:gd name="connsiteY75" fmla="*/ 218885 h 257746"/>
                <a:gd name="connsiteX76" fmla="*/ 256413 w 1126807"/>
                <a:gd name="connsiteY76" fmla="*/ 141161 h 257746"/>
                <a:gd name="connsiteX77" fmla="*/ 319373 w 1126807"/>
                <a:gd name="connsiteY77" fmla="*/ 63436 h 257746"/>
                <a:gd name="connsiteX78" fmla="*/ 379476 w 1126807"/>
                <a:gd name="connsiteY78" fmla="*/ 100965 h 257746"/>
                <a:gd name="connsiteX79" fmla="*/ 348044 w 1126807"/>
                <a:gd name="connsiteY79" fmla="*/ 107633 h 257746"/>
                <a:gd name="connsiteX80" fmla="*/ 319564 w 1126807"/>
                <a:gd name="connsiteY80" fmla="*/ 92393 h 257746"/>
                <a:gd name="connsiteX81" fmla="*/ 288131 w 1126807"/>
                <a:gd name="connsiteY81" fmla="*/ 134398 h 257746"/>
                <a:gd name="connsiteX82" fmla="*/ 319564 w 1126807"/>
                <a:gd name="connsiteY82" fmla="*/ 163259 h 257746"/>
                <a:gd name="connsiteX83" fmla="*/ 348044 w 1126807"/>
                <a:gd name="connsiteY83" fmla="*/ 135731 h 257746"/>
                <a:gd name="connsiteX84" fmla="*/ 379476 w 1126807"/>
                <a:gd name="connsiteY84" fmla="*/ 129064 h 257746"/>
                <a:gd name="connsiteX85" fmla="*/ 319373 w 1126807"/>
                <a:gd name="connsiteY85" fmla="*/ 192310 h 257746"/>
                <a:gd name="connsiteX86" fmla="*/ 256413 w 1126807"/>
                <a:gd name="connsiteY86" fmla="*/ 141161 h 257746"/>
                <a:gd name="connsiteX87" fmla="*/ 394430 w 1126807"/>
                <a:gd name="connsiteY87" fmla="*/ 49911 h 257746"/>
                <a:gd name="connsiteX88" fmla="*/ 488823 w 1126807"/>
                <a:gd name="connsiteY88" fmla="*/ 29813 h 257746"/>
                <a:gd name="connsiteX89" fmla="*/ 488823 w 1126807"/>
                <a:gd name="connsiteY89" fmla="*/ 57817 h 257746"/>
                <a:gd name="connsiteX90" fmla="*/ 425196 w 1126807"/>
                <a:gd name="connsiteY90" fmla="*/ 71342 h 257746"/>
                <a:gd name="connsiteX91" fmla="*/ 425196 w 1126807"/>
                <a:gd name="connsiteY91" fmla="*/ 92107 h 257746"/>
                <a:gd name="connsiteX92" fmla="*/ 480441 w 1126807"/>
                <a:gd name="connsiteY92" fmla="*/ 80391 h 257746"/>
                <a:gd name="connsiteX93" fmla="*/ 480441 w 1126807"/>
                <a:gd name="connsiteY93" fmla="*/ 106775 h 257746"/>
                <a:gd name="connsiteX94" fmla="*/ 425196 w 1126807"/>
                <a:gd name="connsiteY94" fmla="*/ 118491 h 257746"/>
                <a:gd name="connsiteX95" fmla="*/ 425196 w 1126807"/>
                <a:gd name="connsiteY95" fmla="*/ 139446 h 257746"/>
                <a:gd name="connsiteX96" fmla="*/ 488823 w 1126807"/>
                <a:gd name="connsiteY96" fmla="*/ 125921 h 257746"/>
                <a:gd name="connsiteX97" fmla="*/ 488823 w 1126807"/>
                <a:gd name="connsiteY97" fmla="*/ 153924 h 257746"/>
                <a:gd name="connsiteX98" fmla="*/ 394430 w 1126807"/>
                <a:gd name="connsiteY98" fmla="*/ 174022 h 257746"/>
                <a:gd name="connsiteX99" fmla="*/ 394430 w 1126807"/>
                <a:gd name="connsiteY99" fmla="*/ 50006 h 257746"/>
                <a:gd name="connsiteX100" fmla="*/ 507397 w 1126807"/>
                <a:gd name="connsiteY100" fmla="*/ 25908 h 257746"/>
                <a:gd name="connsiteX101" fmla="*/ 565118 w 1126807"/>
                <a:gd name="connsiteY101" fmla="*/ 13621 h 257746"/>
                <a:gd name="connsiteX102" fmla="*/ 598456 w 1126807"/>
                <a:gd name="connsiteY102" fmla="*/ 120301 h 257746"/>
                <a:gd name="connsiteX103" fmla="*/ 598456 w 1126807"/>
                <a:gd name="connsiteY103" fmla="*/ 6477 h 257746"/>
                <a:gd name="connsiteX104" fmla="*/ 629126 w 1126807"/>
                <a:gd name="connsiteY104" fmla="*/ 0 h 257746"/>
                <a:gd name="connsiteX105" fmla="*/ 629126 w 1126807"/>
                <a:gd name="connsiteY105" fmla="*/ 124015 h 257746"/>
                <a:gd name="connsiteX106" fmla="*/ 571405 w 1126807"/>
                <a:gd name="connsiteY106" fmla="*/ 136303 h 257746"/>
                <a:gd name="connsiteX107" fmla="*/ 538067 w 1126807"/>
                <a:gd name="connsiteY107" fmla="*/ 29623 h 257746"/>
                <a:gd name="connsiteX108" fmla="*/ 538067 w 1126807"/>
                <a:gd name="connsiteY108" fmla="*/ 143447 h 257746"/>
                <a:gd name="connsiteX109" fmla="*/ 507397 w 1126807"/>
                <a:gd name="connsiteY109" fmla="*/ 149923 h 257746"/>
                <a:gd name="connsiteX110" fmla="*/ 507397 w 1126807"/>
                <a:gd name="connsiteY110" fmla="*/ 25908 h 257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126807" h="257746">
                  <a:moveTo>
                    <a:pt x="649986" y="95"/>
                  </a:moveTo>
                  <a:lnTo>
                    <a:pt x="695421" y="9715"/>
                  </a:lnTo>
                  <a:cubicBezTo>
                    <a:pt x="727901" y="16573"/>
                    <a:pt x="761524" y="32385"/>
                    <a:pt x="761524" y="85725"/>
                  </a:cubicBezTo>
                  <a:cubicBezTo>
                    <a:pt x="761524" y="139160"/>
                    <a:pt x="727901" y="140684"/>
                    <a:pt x="695421" y="133731"/>
                  </a:cubicBezTo>
                  <a:lnTo>
                    <a:pt x="649986" y="124111"/>
                  </a:lnTo>
                  <a:lnTo>
                    <a:pt x="649986" y="95"/>
                  </a:lnTo>
                  <a:close/>
                  <a:moveTo>
                    <a:pt x="695421" y="105537"/>
                  </a:moveTo>
                  <a:cubicBezTo>
                    <a:pt x="715804" y="109823"/>
                    <a:pt x="730949" y="112395"/>
                    <a:pt x="730949" y="79153"/>
                  </a:cubicBezTo>
                  <a:cubicBezTo>
                    <a:pt x="730949" y="45911"/>
                    <a:pt x="715614" y="41910"/>
                    <a:pt x="695421" y="37624"/>
                  </a:cubicBezTo>
                  <a:lnTo>
                    <a:pt x="680656" y="34481"/>
                  </a:lnTo>
                  <a:lnTo>
                    <a:pt x="680656" y="102394"/>
                  </a:lnTo>
                  <a:cubicBezTo>
                    <a:pt x="680656" y="102394"/>
                    <a:pt x="695421" y="105537"/>
                    <a:pt x="695421" y="105537"/>
                  </a:cubicBezTo>
                  <a:close/>
                  <a:moveTo>
                    <a:pt x="856107" y="43910"/>
                  </a:moveTo>
                  <a:lnTo>
                    <a:pt x="856107" y="71914"/>
                  </a:lnTo>
                  <a:cubicBezTo>
                    <a:pt x="856107" y="71914"/>
                    <a:pt x="829056" y="66199"/>
                    <a:pt x="829056" y="66199"/>
                  </a:cubicBezTo>
                  <a:lnTo>
                    <a:pt x="829056" y="134112"/>
                  </a:lnTo>
                  <a:cubicBezTo>
                    <a:pt x="829056" y="134112"/>
                    <a:pt x="856107" y="139827"/>
                    <a:pt x="856107" y="139827"/>
                  </a:cubicBezTo>
                  <a:lnTo>
                    <a:pt x="856107" y="168021"/>
                  </a:lnTo>
                  <a:cubicBezTo>
                    <a:pt x="856107" y="168021"/>
                    <a:pt x="771430" y="150019"/>
                    <a:pt x="771430" y="150019"/>
                  </a:cubicBezTo>
                  <a:lnTo>
                    <a:pt x="771430" y="121920"/>
                  </a:lnTo>
                  <a:cubicBezTo>
                    <a:pt x="771430" y="121920"/>
                    <a:pt x="798576" y="127635"/>
                    <a:pt x="798576" y="127635"/>
                  </a:cubicBezTo>
                  <a:lnTo>
                    <a:pt x="798576" y="59722"/>
                  </a:lnTo>
                  <a:cubicBezTo>
                    <a:pt x="798576" y="59722"/>
                    <a:pt x="771430" y="54007"/>
                    <a:pt x="771430" y="54007"/>
                  </a:cubicBezTo>
                  <a:lnTo>
                    <a:pt x="771430" y="26003"/>
                  </a:lnTo>
                  <a:cubicBezTo>
                    <a:pt x="771430" y="26003"/>
                    <a:pt x="856107" y="44006"/>
                    <a:pt x="856107" y="44006"/>
                  </a:cubicBezTo>
                  <a:close/>
                  <a:moveTo>
                    <a:pt x="927830" y="56674"/>
                  </a:moveTo>
                  <a:cubicBezTo>
                    <a:pt x="966406" y="64865"/>
                    <a:pt x="989934" y="97631"/>
                    <a:pt x="989934" y="134207"/>
                  </a:cubicBezTo>
                  <a:cubicBezTo>
                    <a:pt x="989934" y="170974"/>
                    <a:pt x="966406" y="193739"/>
                    <a:pt x="927830" y="185547"/>
                  </a:cubicBezTo>
                  <a:cubicBezTo>
                    <a:pt x="889159" y="177356"/>
                    <a:pt x="865442" y="144494"/>
                    <a:pt x="865442" y="107728"/>
                  </a:cubicBezTo>
                  <a:cubicBezTo>
                    <a:pt x="865442" y="71152"/>
                    <a:pt x="889159" y="48387"/>
                    <a:pt x="927830" y="56578"/>
                  </a:cubicBezTo>
                  <a:moveTo>
                    <a:pt x="927830" y="156591"/>
                  </a:moveTo>
                  <a:cubicBezTo>
                    <a:pt x="948405" y="160973"/>
                    <a:pt x="958406" y="150114"/>
                    <a:pt x="958406" y="127540"/>
                  </a:cubicBezTo>
                  <a:cubicBezTo>
                    <a:pt x="958406" y="104965"/>
                    <a:pt x="948119" y="90011"/>
                    <a:pt x="927830" y="85630"/>
                  </a:cubicBezTo>
                  <a:cubicBezTo>
                    <a:pt x="907257" y="81248"/>
                    <a:pt x="897065" y="92107"/>
                    <a:pt x="897065" y="114395"/>
                  </a:cubicBezTo>
                  <a:cubicBezTo>
                    <a:pt x="897065" y="136684"/>
                    <a:pt x="907352" y="152114"/>
                    <a:pt x="927830" y="156496"/>
                  </a:cubicBezTo>
                  <a:moveTo>
                    <a:pt x="1005173" y="75533"/>
                  </a:moveTo>
                  <a:lnTo>
                    <a:pt x="1062895" y="87821"/>
                  </a:lnTo>
                  <a:lnTo>
                    <a:pt x="1096232" y="208693"/>
                  </a:lnTo>
                  <a:lnTo>
                    <a:pt x="1096232" y="94869"/>
                  </a:lnTo>
                  <a:cubicBezTo>
                    <a:pt x="1096232" y="94869"/>
                    <a:pt x="1126808" y="101346"/>
                    <a:pt x="1126808" y="101346"/>
                  </a:cubicBezTo>
                  <a:lnTo>
                    <a:pt x="1126808" y="225362"/>
                  </a:lnTo>
                  <a:cubicBezTo>
                    <a:pt x="1126808" y="225362"/>
                    <a:pt x="1069086" y="213074"/>
                    <a:pt x="1069086" y="213074"/>
                  </a:cubicBezTo>
                  <a:lnTo>
                    <a:pt x="1035749" y="92202"/>
                  </a:lnTo>
                  <a:lnTo>
                    <a:pt x="1035749" y="206026"/>
                  </a:lnTo>
                  <a:cubicBezTo>
                    <a:pt x="1035749" y="206026"/>
                    <a:pt x="1005173" y="199549"/>
                    <a:pt x="1005173" y="199549"/>
                  </a:cubicBezTo>
                  <a:lnTo>
                    <a:pt x="1005173" y="75533"/>
                  </a:lnTo>
                  <a:close/>
                  <a:moveTo>
                    <a:pt x="38005" y="125730"/>
                  </a:moveTo>
                  <a:lnTo>
                    <a:pt x="94012" y="113824"/>
                  </a:lnTo>
                  <a:lnTo>
                    <a:pt x="131921" y="229743"/>
                  </a:lnTo>
                  <a:lnTo>
                    <a:pt x="99441" y="236601"/>
                  </a:lnTo>
                  <a:lnTo>
                    <a:pt x="88297" y="201454"/>
                  </a:lnTo>
                  <a:lnTo>
                    <a:pt x="43244" y="211074"/>
                  </a:lnTo>
                  <a:lnTo>
                    <a:pt x="32099" y="250889"/>
                  </a:lnTo>
                  <a:lnTo>
                    <a:pt x="0" y="257746"/>
                  </a:lnTo>
                  <a:lnTo>
                    <a:pt x="38005" y="125635"/>
                  </a:lnTo>
                  <a:close/>
                  <a:moveTo>
                    <a:pt x="79915" y="175355"/>
                  </a:moveTo>
                  <a:lnTo>
                    <a:pt x="65818" y="131064"/>
                  </a:lnTo>
                  <a:lnTo>
                    <a:pt x="51721" y="181356"/>
                  </a:lnTo>
                  <a:lnTo>
                    <a:pt x="80010" y="175355"/>
                  </a:lnTo>
                  <a:close/>
                  <a:moveTo>
                    <a:pt x="194025" y="218980"/>
                  </a:moveTo>
                  <a:cubicBezTo>
                    <a:pt x="152114" y="227838"/>
                    <a:pt x="134493" y="212979"/>
                    <a:pt x="134493" y="180785"/>
                  </a:cubicBezTo>
                  <a:lnTo>
                    <a:pt x="166116" y="174022"/>
                  </a:lnTo>
                  <a:cubicBezTo>
                    <a:pt x="166116" y="191643"/>
                    <a:pt x="172688" y="196691"/>
                    <a:pt x="194691" y="192024"/>
                  </a:cubicBezTo>
                  <a:cubicBezTo>
                    <a:pt x="209645" y="188881"/>
                    <a:pt x="216027" y="184309"/>
                    <a:pt x="216027" y="176594"/>
                  </a:cubicBezTo>
                  <a:cubicBezTo>
                    <a:pt x="216027" y="172212"/>
                    <a:pt x="212693" y="169545"/>
                    <a:pt x="205931" y="169259"/>
                  </a:cubicBezTo>
                  <a:lnTo>
                    <a:pt x="166211" y="166783"/>
                  </a:lnTo>
                  <a:cubicBezTo>
                    <a:pt x="145637" y="165354"/>
                    <a:pt x="139256" y="154210"/>
                    <a:pt x="139256" y="138589"/>
                  </a:cubicBezTo>
                  <a:cubicBezTo>
                    <a:pt x="139256" y="114490"/>
                    <a:pt x="156401" y="98012"/>
                    <a:pt x="187547" y="91345"/>
                  </a:cubicBezTo>
                  <a:cubicBezTo>
                    <a:pt x="224600" y="83439"/>
                    <a:pt x="242888" y="97917"/>
                    <a:pt x="242888" y="124777"/>
                  </a:cubicBezTo>
                  <a:lnTo>
                    <a:pt x="211455" y="131445"/>
                  </a:lnTo>
                  <a:cubicBezTo>
                    <a:pt x="211455" y="118110"/>
                    <a:pt x="204216" y="114014"/>
                    <a:pt x="188024" y="117443"/>
                  </a:cubicBezTo>
                  <a:cubicBezTo>
                    <a:pt x="176784" y="119824"/>
                    <a:pt x="170879" y="124111"/>
                    <a:pt x="170879" y="131159"/>
                  </a:cubicBezTo>
                  <a:cubicBezTo>
                    <a:pt x="170879" y="134684"/>
                    <a:pt x="172688" y="137255"/>
                    <a:pt x="180118" y="137827"/>
                  </a:cubicBezTo>
                  <a:lnTo>
                    <a:pt x="218694" y="139636"/>
                  </a:lnTo>
                  <a:cubicBezTo>
                    <a:pt x="238411" y="140589"/>
                    <a:pt x="247460" y="150400"/>
                    <a:pt x="247460" y="168497"/>
                  </a:cubicBezTo>
                  <a:cubicBezTo>
                    <a:pt x="247460" y="192024"/>
                    <a:pt x="231934" y="210788"/>
                    <a:pt x="193929" y="218885"/>
                  </a:cubicBezTo>
                  <a:moveTo>
                    <a:pt x="256413" y="141161"/>
                  </a:moveTo>
                  <a:cubicBezTo>
                    <a:pt x="256413" y="104585"/>
                    <a:pt x="280511" y="71628"/>
                    <a:pt x="319373" y="63436"/>
                  </a:cubicBezTo>
                  <a:cubicBezTo>
                    <a:pt x="353378" y="56198"/>
                    <a:pt x="375952" y="70580"/>
                    <a:pt x="379476" y="100965"/>
                  </a:cubicBezTo>
                  <a:lnTo>
                    <a:pt x="348044" y="107633"/>
                  </a:lnTo>
                  <a:cubicBezTo>
                    <a:pt x="345472" y="94774"/>
                    <a:pt x="334613" y="89249"/>
                    <a:pt x="319564" y="92393"/>
                  </a:cubicBezTo>
                  <a:cubicBezTo>
                    <a:pt x="301181" y="96298"/>
                    <a:pt x="288131" y="110014"/>
                    <a:pt x="288131" y="134398"/>
                  </a:cubicBezTo>
                  <a:cubicBezTo>
                    <a:pt x="288131" y="159068"/>
                    <a:pt x="301276" y="167164"/>
                    <a:pt x="319564" y="163259"/>
                  </a:cubicBezTo>
                  <a:cubicBezTo>
                    <a:pt x="334518" y="160115"/>
                    <a:pt x="345472" y="149638"/>
                    <a:pt x="348044" y="135731"/>
                  </a:cubicBezTo>
                  <a:lnTo>
                    <a:pt x="379476" y="129064"/>
                  </a:lnTo>
                  <a:cubicBezTo>
                    <a:pt x="375952" y="161163"/>
                    <a:pt x="353378" y="185071"/>
                    <a:pt x="319373" y="192310"/>
                  </a:cubicBezTo>
                  <a:cubicBezTo>
                    <a:pt x="280511" y="200596"/>
                    <a:pt x="256413" y="177927"/>
                    <a:pt x="256413" y="141161"/>
                  </a:cubicBezTo>
                  <a:moveTo>
                    <a:pt x="394430" y="49911"/>
                  </a:moveTo>
                  <a:lnTo>
                    <a:pt x="488823" y="29813"/>
                  </a:lnTo>
                  <a:lnTo>
                    <a:pt x="488823" y="57817"/>
                  </a:lnTo>
                  <a:cubicBezTo>
                    <a:pt x="488823" y="57817"/>
                    <a:pt x="425196" y="71342"/>
                    <a:pt x="425196" y="71342"/>
                  </a:cubicBezTo>
                  <a:lnTo>
                    <a:pt x="425196" y="92107"/>
                  </a:lnTo>
                  <a:cubicBezTo>
                    <a:pt x="425196" y="92107"/>
                    <a:pt x="480441" y="80391"/>
                    <a:pt x="480441" y="80391"/>
                  </a:cubicBezTo>
                  <a:lnTo>
                    <a:pt x="480441" y="106775"/>
                  </a:lnTo>
                  <a:cubicBezTo>
                    <a:pt x="480441" y="106775"/>
                    <a:pt x="425196" y="118491"/>
                    <a:pt x="425196" y="118491"/>
                  </a:cubicBezTo>
                  <a:lnTo>
                    <a:pt x="425196" y="139446"/>
                  </a:lnTo>
                  <a:cubicBezTo>
                    <a:pt x="425196" y="139446"/>
                    <a:pt x="488823" y="125921"/>
                    <a:pt x="488823" y="125921"/>
                  </a:cubicBezTo>
                  <a:lnTo>
                    <a:pt x="488823" y="153924"/>
                  </a:lnTo>
                  <a:cubicBezTo>
                    <a:pt x="488823" y="153924"/>
                    <a:pt x="394430" y="174022"/>
                    <a:pt x="394430" y="174022"/>
                  </a:cubicBezTo>
                  <a:lnTo>
                    <a:pt x="394430" y="50006"/>
                  </a:lnTo>
                  <a:close/>
                  <a:moveTo>
                    <a:pt x="507397" y="25908"/>
                  </a:moveTo>
                  <a:lnTo>
                    <a:pt x="565118" y="13621"/>
                  </a:lnTo>
                  <a:lnTo>
                    <a:pt x="598456" y="120301"/>
                  </a:lnTo>
                  <a:lnTo>
                    <a:pt x="598456" y="6477"/>
                  </a:lnTo>
                  <a:cubicBezTo>
                    <a:pt x="598456" y="6477"/>
                    <a:pt x="629126" y="0"/>
                    <a:pt x="629126" y="0"/>
                  </a:cubicBezTo>
                  <a:lnTo>
                    <a:pt x="629126" y="124015"/>
                  </a:lnTo>
                  <a:cubicBezTo>
                    <a:pt x="629126" y="124015"/>
                    <a:pt x="571405" y="136303"/>
                    <a:pt x="571405" y="136303"/>
                  </a:cubicBezTo>
                  <a:lnTo>
                    <a:pt x="538067" y="29623"/>
                  </a:lnTo>
                  <a:lnTo>
                    <a:pt x="538067" y="143447"/>
                  </a:lnTo>
                  <a:cubicBezTo>
                    <a:pt x="538067" y="143447"/>
                    <a:pt x="507397" y="149923"/>
                    <a:pt x="507397" y="149923"/>
                  </a:cubicBezTo>
                  <a:lnTo>
                    <a:pt x="507397" y="25908"/>
                  </a:lnTo>
                  <a:close/>
                </a:path>
              </a:pathLst>
            </a:custGeom>
            <a:solidFill>
              <a:srgbClr val="FFFFFF"/>
            </a:solidFill>
            <a:ln w="9525" cap="flat">
              <a:noFill/>
              <a:prstDash val="solid"/>
              <a:miter/>
            </a:ln>
          </p:spPr>
          <p:txBody>
            <a:bodyPr rtlCol="0" anchor="ctr"/>
            <a:lstStyle/>
            <a:p>
              <a:endParaRPr lang="en-AU"/>
            </a:p>
          </p:txBody>
        </p:sp>
        <p:sp>
          <p:nvSpPr>
            <p:cNvPr id="9" name="TextBox 8">
              <a:extLst>
                <a:ext uri="{FF2B5EF4-FFF2-40B4-BE49-F238E27FC236}">
                  <a16:creationId xmlns:a16="http://schemas.microsoft.com/office/drawing/2014/main" id="{4C022F62-B967-ACD0-F1C1-4BCF678F8D51}"/>
                </a:ext>
              </a:extLst>
            </p:cNvPr>
            <p:cNvSpPr txBox="1"/>
            <p:nvPr userDrawn="1"/>
          </p:nvSpPr>
          <p:spPr>
            <a:xfrm>
              <a:off x="3544881" y="3521839"/>
              <a:ext cx="3398844" cy="1238096"/>
            </a:xfrm>
            <a:prstGeom prst="rect">
              <a:avLst/>
            </a:prstGeom>
            <a:noFill/>
          </p:spPr>
          <p:txBody>
            <a:bodyPr wrap="square">
              <a:spAutoFit/>
            </a:bodyPr>
            <a:lstStyle/>
            <a:p>
              <a:pPr>
                <a:lnSpc>
                  <a:spcPct val="120000"/>
                </a:lnSpc>
              </a:pPr>
              <a:r>
                <a:rPr lang="en-US" sz="900" dirty="0">
                  <a:solidFill>
                    <a:schemeClr val="bg1"/>
                  </a:solidFill>
                  <a:latin typeface="Verdana" panose="020B0604030504040204" pitchFamily="34" charset="0"/>
                  <a:ea typeface="Verdana" panose="020B0604030504040204" pitchFamily="34" charset="0"/>
                </a:rPr>
                <a:t>Ascendion provides digital engineering services that power growth and deliver captivating experiences to consumers and employees. Our applied AI, engineering, cloud, data, experience design, and talent transformation capabilities accelerate innovation for Global 2000 clients. Headquartered in New Jersey, our workforce delivers solutions from around the globe. </a:t>
              </a:r>
            </a:p>
          </p:txBody>
        </p:sp>
      </p:grpSp>
      <p:sp>
        <p:nvSpPr>
          <p:cNvPr id="33" name="Google Shape;10;p2">
            <a:extLst>
              <a:ext uri="{FF2B5EF4-FFF2-40B4-BE49-F238E27FC236}">
                <a16:creationId xmlns:a16="http://schemas.microsoft.com/office/drawing/2014/main" id="{D543CF40-CA6C-AB12-3735-CF8AC652A545}"/>
              </a:ext>
            </a:extLst>
          </p:cNvPr>
          <p:cNvSpPr txBox="1">
            <a:spLocks noGrp="1"/>
          </p:cNvSpPr>
          <p:nvPr>
            <p:ph type="ctrTitle" hasCustomPrompt="1"/>
          </p:nvPr>
        </p:nvSpPr>
        <p:spPr>
          <a:xfrm>
            <a:off x="311708" y="3502603"/>
            <a:ext cx="2812492" cy="516890"/>
          </a:xfrm>
          <a:prstGeom prst="rect">
            <a:avLst/>
          </a:prstGeom>
        </p:spPr>
        <p:txBody>
          <a:bodyPr spcFirstLastPara="1" wrap="square" lIns="90000" tIns="90000" rIns="90000" bIns="36000" anchor="b" anchorCtr="0">
            <a:noAutofit/>
          </a:bodyPr>
          <a:lstStyle>
            <a:lvl1pPr lvl="0" algn="l">
              <a:spcBef>
                <a:spcPts val="0"/>
              </a:spcBef>
              <a:spcAft>
                <a:spcPts val="0"/>
              </a:spcAft>
              <a:buSzPts val="5200"/>
              <a:buNone/>
              <a:defRPr sz="2800" b="1">
                <a:solidFill>
                  <a:schemeClr val="bg1"/>
                </a:solidFill>
                <a:latin typeface="PP Neue Machina Plain Ultrabold" pitchFamily="50" charset="0"/>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r>
              <a:rPr lang="en-IN" dirty="0"/>
              <a:t>Thank You</a:t>
            </a:r>
            <a:endParaRPr dirty="0"/>
          </a:p>
        </p:txBody>
      </p:sp>
      <p:sp>
        <p:nvSpPr>
          <p:cNvPr id="11" name="Picture Placeholder 2">
            <a:extLst>
              <a:ext uri="{FF2B5EF4-FFF2-40B4-BE49-F238E27FC236}">
                <a16:creationId xmlns:a16="http://schemas.microsoft.com/office/drawing/2014/main" id="{D2F337A4-198A-6BD9-9FCE-CF4ABECA365B}"/>
              </a:ext>
            </a:extLst>
          </p:cNvPr>
          <p:cNvSpPr>
            <a:spLocks noGrp="1"/>
          </p:cNvSpPr>
          <p:nvPr>
            <p:ph type="pic" sz="quarter" idx="13" hasCustomPrompt="1"/>
          </p:nvPr>
        </p:nvSpPr>
        <p:spPr>
          <a:xfrm>
            <a:off x="-7310" y="-1270"/>
            <a:ext cx="9151313" cy="3397458"/>
          </a:xfrm>
          <a:custGeom>
            <a:avLst/>
            <a:gdLst>
              <a:gd name="connsiteX0" fmla="*/ 0 w 9144000"/>
              <a:gd name="connsiteY0" fmla="*/ 0 h 4442826"/>
              <a:gd name="connsiteX1" fmla="*/ 9144000 w 9144000"/>
              <a:gd name="connsiteY1" fmla="*/ 0 h 4442826"/>
              <a:gd name="connsiteX2" fmla="*/ 9144000 w 9144000"/>
              <a:gd name="connsiteY2" fmla="*/ 4442826 h 4442826"/>
              <a:gd name="connsiteX3" fmla="*/ 0 w 9144000"/>
              <a:gd name="connsiteY3" fmla="*/ 4442826 h 4442826"/>
              <a:gd name="connsiteX4" fmla="*/ 0 w 9144000"/>
              <a:gd name="connsiteY4" fmla="*/ 0 h 4442826"/>
              <a:gd name="connsiteX0" fmla="*/ 0 w 9151620"/>
              <a:gd name="connsiteY0" fmla="*/ 0 h 4458066"/>
              <a:gd name="connsiteX1" fmla="*/ 9144000 w 9151620"/>
              <a:gd name="connsiteY1" fmla="*/ 0 h 4458066"/>
              <a:gd name="connsiteX2" fmla="*/ 9151620 w 9151620"/>
              <a:gd name="connsiteY2" fmla="*/ 4458066 h 4458066"/>
              <a:gd name="connsiteX3" fmla="*/ 0 w 9151620"/>
              <a:gd name="connsiteY3" fmla="*/ 4442826 h 4458066"/>
              <a:gd name="connsiteX4" fmla="*/ 0 w 9151620"/>
              <a:gd name="connsiteY4"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0 w 9151620"/>
              <a:gd name="connsiteY4" fmla="*/ 4442826 h 4458066"/>
              <a:gd name="connsiteX5" fmla="*/ 0 w 9151620"/>
              <a:gd name="connsiteY5"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7551420 w 9151620"/>
              <a:gd name="connsiteY4" fmla="*/ 4436111 h 4458066"/>
              <a:gd name="connsiteX5" fmla="*/ 0 w 9151620"/>
              <a:gd name="connsiteY5" fmla="*/ 4442826 h 4458066"/>
              <a:gd name="connsiteX6" fmla="*/ 0 w 9151620"/>
              <a:gd name="connsiteY6"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8282940 w 9151620"/>
              <a:gd name="connsiteY4" fmla="*/ 4436111 h 4458066"/>
              <a:gd name="connsiteX5" fmla="*/ 7551420 w 9151620"/>
              <a:gd name="connsiteY5" fmla="*/ 4436111 h 4458066"/>
              <a:gd name="connsiteX6" fmla="*/ 0 w 9151620"/>
              <a:gd name="connsiteY6" fmla="*/ 4442826 h 4458066"/>
              <a:gd name="connsiteX7" fmla="*/ 0 w 9151620"/>
              <a:gd name="connsiteY7"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8260080 w 9151620"/>
              <a:gd name="connsiteY4" fmla="*/ 4306571 h 4458066"/>
              <a:gd name="connsiteX5" fmla="*/ 7551420 w 9151620"/>
              <a:gd name="connsiteY5" fmla="*/ 4436111 h 4458066"/>
              <a:gd name="connsiteX6" fmla="*/ 0 w 9151620"/>
              <a:gd name="connsiteY6" fmla="*/ 4442826 h 4458066"/>
              <a:gd name="connsiteX7" fmla="*/ 0 w 9151620"/>
              <a:gd name="connsiteY7" fmla="*/ 0 h 4458066"/>
              <a:gd name="connsiteX0" fmla="*/ 0 w 9151620"/>
              <a:gd name="connsiteY0" fmla="*/ 0 h 4462781"/>
              <a:gd name="connsiteX1" fmla="*/ 9144000 w 9151620"/>
              <a:gd name="connsiteY1" fmla="*/ 0 h 4462781"/>
              <a:gd name="connsiteX2" fmla="*/ 9151620 w 9151620"/>
              <a:gd name="connsiteY2" fmla="*/ 4458066 h 4462781"/>
              <a:gd name="connsiteX3" fmla="*/ 8941594 w 9151620"/>
              <a:gd name="connsiteY3" fmla="*/ 4462781 h 4462781"/>
              <a:gd name="connsiteX4" fmla="*/ 8260080 w 9151620"/>
              <a:gd name="connsiteY4" fmla="*/ 4306571 h 4462781"/>
              <a:gd name="connsiteX5" fmla="*/ 7551420 w 9151620"/>
              <a:gd name="connsiteY5" fmla="*/ 4436111 h 4462781"/>
              <a:gd name="connsiteX6" fmla="*/ 0 w 9151620"/>
              <a:gd name="connsiteY6" fmla="*/ 4442826 h 4462781"/>
              <a:gd name="connsiteX7" fmla="*/ 0 w 9151620"/>
              <a:gd name="connsiteY7" fmla="*/ 0 h 4462781"/>
              <a:gd name="connsiteX0" fmla="*/ 0 w 9151620"/>
              <a:gd name="connsiteY0" fmla="*/ 0 h 4462781"/>
              <a:gd name="connsiteX1" fmla="*/ 9144000 w 9151620"/>
              <a:gd name="connsiteY1" fmla="*/ 0 h 4462781"/>
              <a:gd name="connsiteX2" fmla="*/ 9151620 w 9151620"/>
              <a:gd name="connsiteY2" fmla="*/ 4458066 h 4462781"/>
              <a:gd name="connsiteX3" fmla="*/ 8941594 w 9151620"/>
              <a:gd name="connsiteY3" fmla="*/ 4462781 h 4462781"/>
              <a:gd name="connsiteX4" fmla="*/ 8260080 w 9151620"/>
              <a:gd name="connsiteY4" fmla="*/ 4306571 h 4462781"/>
              <a:gd name="connsiteX5" fmla="*/ 7556182 w 9151620"/>
              <a:gd name="connsiteY5" fmla="*/ 4462304 h 4462781"/>
              <a:gd name="connsiteX6" fmla="*/ 0 w 9151620"/>
              <a:gd name="connsiteY6" fmla="*/ 4442826 h 4462781"/>
              <a:gd name="connsiteX7" fmla="*/ 0 w 9151620"/>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41594 w 9144476"/>
              <a:gd name="connsiteY3" fmla="*/ 4462781 h 4462781"/>
              <a:gd name="connsiteX4" fmla="*/ 8260080 w 9144476"/>
              <a:gd name="connsiteY4" fmla="*/ 4306571 h 4462781"/>
              <a:gd name="connsiteX5" fmla="*/ 7556182 w 9144476"/>
              <a:gd name="connsiteY5" fmla="*/ 4462304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41594 w 9144476"/>
              <a:gd name="connsiteY3" fmla="*/ 4462781 h 4462781"/>
              <a:gd name="connsiteX4" fmla="*/ 8260080 w 9144476"/>
              <a:gd name="connsiteY4" fmla="*/ 4306571 h 4462781"/>
              <a:gd name="connsiteX5" fmla="*/ 7541895 w 9144476"/>
              <a:gd name="connsiteY5" fmla="*/ 4452779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53500 w 9144476"/>
              <a:gd name="connsiteY3" fmla="*/ 4462781 h 4462781"/>
              <a:gd name="connsiteX4" fmla="*/ 8260080 w 9144476"/>
              <a:gd name="connsiteY4" fmla="*/ 4306571 h 4462781"/>
              <a:gd name="connsiteX5" fmla="*/ 7541895 w 9144476"/>
              <a:gd name="connsiteY5" fmla="*/ 4452779 h 4462781"/>
              <a:gd name="connsiteX6" fmla="*/ 0 w 9144476"/>
              <a:gd name="connsiteY6" fmla="*/ 4442826 h 4462781"/>
              <a:gd name="connsiteX7" fmla="*/ 0 w 9144476"/>
              <a:gd name="connsiteY7" fmla="*/ 0 h 4462781"/>
              <a:gd name="connsiteX0" fmla="*/ 0 w 9154001"/>
              <a:gd name="connsiteY0" fmla="*/ 0 h 4462781"/>
              <a:gd name="connsiteX1" fmla="*/ 9144000 w 9154001"/>
              <a:gd name="connsiteY1" fmla="*/ 0 h 4462781"/>
              <a:gd name="connsiteX2" fmla="*/ 9154001 w 9154001"/>
              <a:gd name="connsiteY2" fmla="*/ 3362691 h 4462781"/>
              <a:gd name="connsiteX3" fmla="*/ 8953500 w 9154001"/>
              <a:gd name="connsiteY3" fmla="*/ 4462781 h 4462781"/>
              <a:gd name="connsiteX4" fmla="*/ 8260080 w 9154001"/>
              <a:gd name="connsiteY4" fmla="*/ 4306571 h 4462781"/>
              <a:gd name="connsiteX5" fmla="*/ 7541895 w 9154001"/>
              <a:gd name="connsiteY5" fmla="*/ 4452779 h 4462781"/>
              <a:gd name="connsiteX6" fmla="*/ 0 w 9154001"/>
              <a:gd name="connsiteY6" fmla="*/ 4442826 h 4462781"/>
              <a:gd name="connsiteX7" fmla="*/ 0 w 9154001"/>
              <a:gd name="connsiteY7" fmla="*/ 0 h 4462781"/>
              <a:gd name="connsiteX0" fmla="*/ 0 w 9154001"/>
              <a:gd name="connsiteY0" fmla="*/ 0 h 4462781"/>
              <a:gd name="connsiteX1" fmla="*/ 9144000 w 9154001"/>
              <a:gd name="connsiteY1" fmla="*/ 0 h 4462781"/>
              <a:gd name="connsiteX2" fmla="*/ 9154001 w 9154001"/>
              <a:gd name="connsiteY2" fmla="*/ 3362691 h 4462781"/>
              <a:gd name="connsiteX3" fmla="*/ 8953500 w 9154001"/>
              <a:gd name="connsiteY3" fmla="*/ 4462781 h 4462781"/>
              <a:gd name="connsiteX4" fmla="*/ 8260080 w 9154001"/>
              <a:gd name="connsiteY4" fmla="*/ 4306571 h 4462781"/>
              <a:gd name="connsiteX5" fmla="*/ 7541895 w 9154001"/>
              <a:gd name="connsiteY5" fmla="*/ 4452779 h 4462781"/>
              <a:gd name="connsiteX6" fmla="*/ 9525 w 9154001"/>
              <a:gd name="connsiteY6" fmla="*/ 3376026 h 4462781"/>
              <a:gd name="connsiteX7" fmla="*/ 0 w 9154001"/>
              <a:gd name="connsiteY7" fmla="*/ 0 h 4462781"/>
              <a:gd name="connsiteX0" fmla="*/ 0 w 9154001"/>
              <a:gd name="connsiteY0" fmla="*/ 0 h 4452779"/>
              <a:gd name="connsiteX1" fmla="*/ 9144000 w 9154001"/>
              <a:gd name="connsiteY1" fmla="*/ 0 h 4452779"/>
              <a:gd name="connsiteX2" fmla="*/ 9154001 w 9154001"/>
              <a:gd name="connsiteY2" fmla="*/ 3362691 h 4452779"/>
              <a:gd name="connsiteX3" fmla="*/ 8858250 w 9154001"/>
              <a:gd name="connsiteY3" fmla="*/ 3395981 h 4452779"/>
              <a:gd name="connsiteX4" fmla="*/ 8260080 w 9154001"/>
              <a:gd name="connsiteY4" fmla="*/ 4306571 h 4452779"/>
              <a:gd name="connsiteX5" fmla="*/ 7541895 w 9154001"/>
              <a:gd name="connsiteY5" fmla="*/ 4452779 h 4452779"/>
              <a:gd name="connsiteX6" fmla="*/ 9525 w 9154001"/>
              <a:gd name="connsiteY6" fmla="*/ 3376026 h 4452779"/>
              <a:gd name="connsiteX7" fmla="*/ 0 w 9154001"/>
              <a:gd name="connsiteY7" fmla="*/ 0 h 4452779"/>
              <a:gd name="connsiteX0" fmla="*/ 0 w 9154001"/>
              <a:gd name="connsiteY0" fmla="*/ 0 h 4452779"/>
              <a:gd name="connsiteX1" fmla="*/ 9144000 w 9154001"/>
              <a:gd name="connsiteY1" fmla="*/ 0 h 4452779"/>
              <a:gd name="connsiteX2" fmla="*/ 9154001 w 9154001"/>
              <a:gd name="connsiteY2" fmla="*/ 3362691 h 4452779"/>
              <a:gd name="connsiteX3" fmla="*/ 8858250 w 9154001"/>
              <a:gd name="connsiteY3" fmla="*/ 3395981 h 4452779"/>
              <a:gd name="connsiteX4" fmla="*/ 8231505 w 9154001"/>
              <a:gd name="connsiteY4" fmla="*/ 3230246 h 4452779"/>
              <a:gd name="connsiteX5" fmla="*/ 7541895 w 9154001"/>
              <a:gd name="connsiteY5" fmla="*/ 4452779 h 4452779"/>
              <a:gd name="connsiteX6" fmla="*/ 9525 w 9154001"/>
              <a:gd name="connsiteY6" fmla="*/ 3376026 h 4452779"/>
              <a:gd name="connsiteX7" fmla="*/ 0 w 9154001"/>
              <a:gd name="connsiteY7" fmla="*/ 0 h 4452779"/>
              <a:gd name="connsiteX0" fmla="*/ 0 w 9154001"/>
              <a:gd name="connsiteY0" fmla="*/ 0 h 3395981"/>
              <a:gd name="connsiteX1" fmla="*/ 9144000 w 9154001"/>
              <a:gd name="connsiteY1" fmla="*/ 0 h 3395981"/>
              <a:gd name="connsiteX2" fmla="*/ 9154001 w 9154001"/>
              <a:gd name="connsiteY2" fmla="*/ 3362691 h 3395981"/>
              <a:gd name="connsiteX3" fmla="*/ 8858250 w 9154001"/>
              <a:gd name="connsiteY3" fmla="*/ 3395981 h 3395981"/>
              <a:gd name="connsiteX4" fmla="*/ 8231505 w 9154001"/>
              <a:gd name="connsiteY4" fmla="*/ 3230246 h 3395981"/>
              <a:gd name="connsiteX5" fmla="*/ 7627620 w 9154001"/>
              <a:gd name="connsiteY5" fmla="*/ 3366929 h 3395981"/>
              <a:gd name="connsiteX6" fmla="*/ 9525 w 9154001"/>
              <a:gd name="connsiteY6" fmla="*/ 3376026 h 3395981"/>
              <a:gd name="connsiteX7" fmla="*/ 0 w 9154001"/>
              <a:gd name="connsiteY7" fmla="*/ 0 h 3395981"/>
              <a:gd name="connsiteX0" fmla="*/ 0 w 9154001"/>
              <a:gd name="connsiteY0" fmla="*/ 0 h 3395981"/>
              <a:gd name="connsiteX1" fmla="*/ 9144000 w 9154001"/>
              <a:gd name="connsiteY1" fmla="*/ 0 h 3395981"/>
              <a:gd name="connsiteX2" fmla="*/ 9154001 w 9154001"/>
              <a:gd name="connsiteY2" fmla="*/ 3372216 h 3395981"/>
              <a:gd name="connsiteX3" fmla="*/ 8858250 w 9154001"/>
              <a:gd name="connsiteY3" fmla="*/ 3395981 h 3395981"/>
              <a:gd name="connsiteX4" fmla="*/ 8231505 w 9154001"/>
              <a:gd name="connsiteY4" fmla="*/ 3230246 h 3395981"/>
              <a:gd name="connsiteX5" fmla="*/ 7627620 w 9154001"/>
              <a:gd name="connsiteY5" fmla="*/ 3366929 h 3395981"/>
              <a:gd name="connsiteX6" fmla="*/ 9525 w 9154001"/>
              <a:gd name="connsiteY6" fmla="*/ 3376026 h 3395981"/>
              <a:gd name="connsiteX7" fmla="*/ 0 w 9154001"/>
              <a:gd name="connsiteY7" fmla="*/ 0 h 3395981"/>
              <a:gd name="connsiteX0" fmla="*/ 0 w 9144004"/>
              <a:gd name="connsiteY0" fmla="*/ 0 h 3395981"/>
              <a:gd name="connsiteX1" fmla="*/ 9144000 w 9144004"/>
              <a:gd name="connsiteY1" fmla="*/ 0 h 3395981"/>
              <a:gd name="connsiteX2" fmla="*/ 9139713 w 9144004"/>
              <a:gd name="connsiteY2" fmla="*/ 3372216 h 3395981"/>
              <a:gd name="connsiteX3" fmla="*/ 8858250 w 9144004"/>
              <a:gd name="connsiteY3" fmla="*/ 3395981 h 3395981"/>
              <a:gd name="connsiteX4" fmla="*/ 8231505 w 9144004"/>
              <a:gd name="connsiteY4" fmla="*/ 3230246 h 3395981"/>
              <a:gd name="connsiteX5" fmla="*/ 7627620 w 9144004"/>
              <a:gd name="connsiteY5" fmla="*/ 3366929 h 3395981"/>
              <a:gd name="connsiteX6" fmla="*/ 9525 w 9144004"/>
              <a:gd name="connsiteY6" fmla="*/ 3376026 h 3395981"/>
              <a:gd name="connsiteX7" fmla="*/ 0 w 9144004"/>
              <a:gd name="connsiteY7" fmla="*/ 0 h 3395981"/>
              <a:gd name="connsiteX0" fmla="*/ 0 w 9144004"/>
              <a:gd name="connsiteY0" fmla="*/ 0 h 3391219"/>
              <a:gd name="connsiteX1" fmla="*/ 9144000 w 9144004"/>
              <a:gd name="connsiteY1" fmla="*/ 0 h 3391219"/>
              <a:gd name="connsiteX2" fmla="*/ 9139713 w 9144004"/>
              <a:gd name="connsiteY2" fmla="*/ 3372216 h 3391219"/>
              <a:gd name="connsiteX3" fmla="*/ 8882062 w 9144004"/>
              <a:gd name="connsiteY3" fmla="*/ 3391219 h 3391219"/>
              <a:gd name="connsiteX4" fmla="*/ 8231505 w 9144004"/>
              <a:gd name="connsiteY4" fmla="*/ 3230246 h 3391219"/>
              <a:gd name="connsiteX5" fmla="*/ 7627620 w 9144004"/>
              <a:gd name="connsiteY5" fmla="*/ 3366929 h 3391219"/>
              <a:gd name="connsiteX6" fmla="*/ 9525 w 9144004"/>
              <a:gd name="connsiteY6" fmla="*/ 3376026 h 3391219"/>
              <a:gd name="connsiteX7" fmla="*/ 0 w 9144004"/>
              <a:gd name="connsiteY7" fmla="*/ 0 h 3391219"/>
              <a:gd name="connsiteX0" fmla="*/ 0 w 9144004"/>
              <a:gd name="connsiteY0" fmla="*/ 0 h 3395076"/>
              <a:gd name="connsiteX1" fmla="*/ 9144000 w 9144004"/>
              <a:gd name="connsiteY1" fmla="*/ 0 h 3395076"/>
              <a:gd name="connsiteX2" fmla="*/ 9139713 w 9144004"/>
              <a:gd name="connsiteY2" fmla="*/ 3372216 h 3395076"/>
              <a:gd name="connsiteX3" fmla="*/ 8882062 w 9144004"/>
              <a:gd name="connsiteY3" fmla="*/ 3391219 h 3395076"/>
              <a:gd name="connsiteX4" fmla="*/ 8231505 w 9144004"/>
              <a:gd name="connsiteY4" fmla="*/ 3230246 h 3395076"/>
              <a:gd name="connsiteX5" fmla="*/ 7627620 w 9144004"/>
              <a:gd name="connsiteY5" fmla="*/ 3366929 h 3395076"/>
              <a:gd name="connsiteX6" fmla="*/ 4763 w 9144004"/>
              <a:gd name="connsiteY6" fmla="*/ 3395076 h 3395076"/>
              <a:gd name="connsiteX7" fmla="*/ 0 w 9144004"/>
              <a:gd name="connsiteY7" fmla="*/ 0 h 3395076"/>
              <a:gd name="connsiteX0" fmla="*/ 0 w 9144004"/>
              <a:gd name="connsiteY0" fmla="*/ 0 h 3395504"/>
              <a:gd name="connsiteX1" fmla="*/ 9144000 w 9144004"/>
              <a:gd name="connsiteY1" fmla="*/ 0 h 3395504"/>
              <a:gd name="connsiteX2" fmla="*/ 9139713 w 9144004"/>
              <a:gd name="connsiteY2" fmla="*/ 3372216 h 3395504"/>
              <a:gd name="connsiteX3" fmla="*/ 8882062 w 9144004"/>
              <a:gd name="connsiteY3" fmla="*/ 3391219 h 3395504"/>
              <a:gd name="connsiteX4" fmla="*/ 8231505 w 9144004"/>
              <a:gd name="connsiteY4" fmla="*/ 3230246 h 3395504"/>
              <a:gd name="connsiteX5" fmla="*/ 7656195 w 9144004"/>
              <a:gd name="connsiteY5" fmla="*/ 3395504 h 3395504"/>
              <a:gd name="connsiteX6" fmla="*/ 4763 w 9144004"/>
              <a:gd name="connsiteY6" fmla="*/ 3395076 h 3395504"/>
              <a:gd name="connsiteX7" fmla="*/ 0 w 9144004"/>
              <a:gd name="connsiteY7" fmla="*/ 0 h 3395504"/>
              <a:gd name="connsiteX0" fmla="*/ 0 w 9144004"/>
              <a:gd name="connsiteY0" fmla="*/ 0 h 3395504"/>
              <a:gd name="connsiteX1" fmla="*/ 9144000 w 9144004"/>
              <a:gd name="connsiteY1" fmla="*/ 0 h 3395504"/>
              <a:gd name="connsiteX2" fmla="*/ 9139713 w 9144004"/>
              <a:gd name="connsiteY2" fmla="*/ 3372216 h 3395504"/>
              <a:gd name="connsiteX3" fmla="*/ 8882062 w 9144004"/>
              <a:gd name="connsiteY3" fmla="*/ 3391219 h 3395504"/>
              <a:gd name="connsiteX4" fmla="*/ 8233886 w 9144004"/>
              <a:gd name="connsiteY4" fmla="*/ 3239771 h 3395504"/>
              <a:gd name="connsiteX5" fmla="*/ 7656195 w 9144004"/>
              <a:gd name="connsiteY5" fmla="*/ 3395504 h 3395504"/>
              <a:gd name="connsiteX6" fmla="*/ 4763 w 9144004"/>
              <a:gd name="connsiteY6" fmla="*/ 3395076 h 3395504"/>
              <a:gd name="connsiteX7" fmla="*/ 0 w 9144004"/>
              <a:gd name="connsiteY7" fmla="*/ 0 h 3395504"/>
              <a:gd name="connsiteX0" fmla="*/ 7309 w 9151313"/>
              <a:gd name="connsiteY0" fmla="*/ 0 h 3397458"/>
              <a:gd name="connsiteX1" fmla="*/ 9151309 w 9151313"/>
              <a:gd name="connsiteY1" fmla="*/ 0 h 3397458"/>
              <a:gd name="connsiteX2" fmla="*/ 9147022 w 9151313"/>
              <a:gd name="connsiteY2" fmla="*/ 3372216 h 3397458"/>
              <a:gd name="connsiteX3" fmla="*/ 8889371 w 9151313"/>
              <a:gd name="connsiteY3" fmla="*/ 3391219 h 3397458"/>
              <a:gd name="connsiteX4" fmla="*/ 8241195 w 9151313"/>
              <a:gd name="connsiteY4" fmla="*/ 3239771 h 3397458"/>
              <a:gd name="connsiteX5" fmla="*/ 7663504 w 9151313"/>
              <a:gd name="connsiteY5" fmla="*/ 3395504 h 3397458"/>
              <a:gd name="connsiteX6" fmla="*/ 166 w 9151313"/>
              <a:gd name="connsiteY6" fmla="*/ 3397458 h 3397458"/>
              <a:gd name="connsiteX7" fmla="*/ 7309 w 9151313"/>
              <a:gd name="connsiteY7" fmla="*/ 0 h 3397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51313" h="3397458">
                <a:moveTo>
                  <a:pt x="7309" y="0"/>
                </a:moveTo>
                <a:lnTo>
                  <a:pt x="9151309" y="0"/>
                </a:lnTo>
                <a:cubicBezTo>
                  <a:pt x="9151468" y="1486022"/>
                  <a:pt x="9146863" y="1886194"/>
                  <a:pt x="9147022" y="3372216"/>
                </a:cubicBezTo>
                <a:lnTo>
                  <a:pt x="8889371" y="3391219"/>
                </a:lnTo>
                <a:lnTo>
                  <a:pt x="8241195" y="3239771"/>
                </a:lnTo>
                <a:lnTo>
                  <a:pt x="7663504" y="3395504"/>
                </a:lnTo>
                <a:lnTo>
                  <a:pt x="166" y="3397458"/>
                </a:lnTo>
                <a:cubicBezTo>
                  <a:pt x="-1422" y="2265766"/>
                  <a:pt x="8897" y="1131692"/>
                  <a:pt x="7309" y="0"/>
                </a:cubicBezTo>
                <a:close/>
              </a:path>
            </a:pathLst>
          </a:custGeom>
          <a:noFill/>
        </p:spPr>
        <p:txBody>
          <a:bodyPr anchor="ctr">
            <a:normAutofit/>
          </a:bodyPr>
          <a:lstStyle>
            <a:lvl1pPr marL="114300" indent="0" algn="ctr">
              <a:buNone/>
              <a:defRPr sz="1200"/>
            </a:lvl1pPr>
          </a:lstStyle>
          <a:p>
            <a:r>
              <a:rPr lang="en-US" dirty="0"/>
              <a:t>Click here to add image</a:t>
            </a:r>
          </a:p>
        </p:txBody>
      </p:sp>
    </p:spTree>
    <p:extLst>
      <p:ext uri="{BB962C8B-B14F-4D97-AF65-F5344CB8AC3E}">
        <p14:creationId xmlns:p14="http://schemas.microsoft.com/office/powerpoint/2010/main" val="2916006630"/>
      </p:ext>
    </p:extLst>
  </p:cSld>
  <p:clrMapOvr>
    <a:masterClrMapping/>
  </p:clrMapOvr>
  <p:extLst>
    <p:ext uri="{DCECCB84-F9BA-43D5-87BE-67443E8EF086}">
      <p15:sldGuideLst xmlns:p15="http://schemas.microsoft.com/office/powerpoint/2012/main">
        <p15:guide id="1" orient="horz" pos="2130" userDrawn="1">
          <p15:clr>
            <a:srgbClr val="FBAE40"/>
          </p15:clr>
        </p15:guide>
        <p15:guide id="2" pos="288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slide" preserve="1" userDrawn="1">
  <p:cSld name="1_Title slide">
    <p:bg>
      <p:bgPr>
        <a:solidFill>
          <a:schemeClr val="bg1"/>
        </a:solidFill>
        <a:effectLst/>
      </p:bgPr>
    </p:bg>
    <p:spTree>
      <p:nvGrpSpPr>
        <p:cNvPr id="1" name="Shape 9"/>
        <p:cNvGrpSpPr/>
        <p:nvPr/>
      </p:nvGrpSpPr>
      <p:grpSpPr>
        <a:xfrm>
          <a:off x="0" y="0"/>
          <a:ext cx="0" cy="0"/>
          <a:chOff x="0" y="0"/>
          <a:chExt cx="0" cy="0"/>
        </a:xfrm>
      </p:grpSpPr>
      <p:sp>
        <p:nvSpPr>
          <p:cNvPr id="3" name="Picture Placeholder 2">
            <a:extLst>
              <a:ext uri="{FF2B5EF4-FFF2-40B4-BE49-F238E27FC236}">
                <a16:creationId xmlns:a16="http://schemas.microsoft.com/office/drawing/2014/main" id="{8E170EA9-D2AF-9A09-EEFA-388294C307E3}"/>
              </a:ext>
            </a:extLst>
          </p:cNvPr>
          <p:cNvSpPr>
            <a:spLocks noGrp="1"/>
          </p:cNvSpPr>
          <p:nvPr>
            <p:ph type="pic" sz="quarter" idx="13" hasCustomPrompt="1"/>
          </p:nvPr>
        </p:nvSpPr>
        <p:spPr>
          <a:xfrm>
            <a:off x="1" y="703898"/>
            <a:ext cx="9146039" cy="2425381"/>
          </a:xfrm>
          <a:custGeom>
            <a:avLst/>
            <a:gdLst>
              <a:gd name="connsiteX0" fmla="*/ 0 w 9144000"/>
              <a:gd name="connsiteY0" fmla="*/ 0 h 2270297"/>
              <a:gd name="connsiteX1" fmla="*/ 9144000 w 9144000"/>
              <a:gd name="connsiteY1" fmla="*/ 0 h 2270297"/>
              <a:gd name="connsiteX2" fmla="*/ 9144000 w 9144000"/>
              <a:gd name="connsiteY2" fmla="*/ 2270297 h 2270297"/>
              <a:gd name="connsiteX3" fmla="*/ 0 w 9144000"/>
              <a:gd name="connsiteY3" fmla="*/ 2270297 h 2270297"/>
              <a:gd name="connsiteX4" fmla="*/ 0 w 9144000"/>
              <a:gd name="connsiteY4" fmla="*/ 0 h 2270297"/>
              <a:gd name="connsiteX0" fmla="*/ 0 w 9144000"/>
              <a:gd name="connsiteY0" fmla="*/ 5542 h 2275839"/>
              <a:gd name="connsiteX1" fmla="*/ 7642860 w 9144000"/>
              <a:gd name="connsiteY1" fmla="*/ 0 h 2275839"/>
              <a:gd name="connsiteX2" fmla="*/ 9144000 w 9144000"/>
              <a:gd name="connsiteY2" fmla="*/ 5542 h 2275839"/>
              <a:gd name="connsiteX3" fmla="*/ 9144000 w 9144000"/>
              <a:gd name="connsiteY3" fmla="*/ 2275839 h 2275839"/>
              <a:gd name="connsiteX4" fmla="*/ 0 w 9144000"/>
              <a:gd name="connsiteY4" fmla="*/ 2275839 h 2275839"/>
              <a:gd name="connsiteX5" fmla="*/ 0 w 9144000"/>
              <a:gd name="connsiteY5" fmla="*/ 5542 h 2275839"/>
              <a:gd name="connsiteX0" fmla="*/ 0 w 9144000"/>
              <a:gd name="connsiteY0" fmla="*/ 5542 h 2275839"/>
              <a:gd name="connsiteX1" fmla="*/ 7642860 w 9144000"/>
              <a:gd name="connsiteY1" fmla="*/ 0 h 2275839"/>
              <a:gd name="connsiteX2" fmla="*/ 8877300 w 9144000"/>
              <a:gd name="connsiteY2" fmla="*/ 0 h 2275839"/>
              <a:gd name="connsiteX3" fmla="*/ 9144000 w 9144000"/>
              <a:gd name="connsiteY3" fmla="*/ 5542 h 2275839"/>
              <a:gd name="connsiteX4" fmla="*/ 9144000 w 9144000"/>
              <a:gd name="connsiteY4" fmla="*/ 2275839 h 2275839"/>
              <a:gd name="connsiteX5" fmla="*/ 0 w 9144000"/>
              <a:gd name="connsiteY5" fmla="*/ 2275839 h 2275839"/>
              <a:gd name="connsiteX6" fmla="*/ 0 w 9144000"/>
              <a:gd name="connsiteY6" fmla="*/ 5542 h 2275839"/>
              <a:gd name="connsiteX0" fmla="*/ 0 w 9144000"/>
              <a:gd name="connsiteY0" fmla="*/ 13162 h 2283459"/>
              <a:gd name="connsiteX1" fmla="*/ 7642860 w 9144000"/>
              <a:gd name="connsiteY1" fmla="*/ 7620 h 2283459"/>
              <a:gd name="connsiteX2" fmla="*/ 8282940 w 9144000"/>
              <a:gd name="connsiteY2" fmla="*/ 0 h 2283459"/>
              <a:gd name="connsiteX3" fmla="*/ 8877300 w 9144000"/>
              <a:gd name="connsiteY3" fmla="*/ 7620 h 2283459"/>
              <a:gd name="connsiteX4" fmla="*/ 9144000 w 9144000"/>
              <a:gd name="connsiteY4" fmla="*/ 13162 h 2283459"/>
              <a:gd name="connsiteX5" fmla="*/ 9144000 w 9144000"/>
              <a:gd name="connsiteY5" fmla="*/ 2283459 h 2283459"/>
              <a:gd name="connsiteX6" fmla="*/ 0 w 9144000"/>
              <a:gd name="connsiteY6" fmla="*/ 2283459 h 2283459"/>
              <a:gd name="connsiteX7" fmla="*/ 0 w 9144000"/>
              <a:gd name="connsiteY7" fmla="*/ 13162 h 2283459"/>
              <a:gd name="connsiteX0" fmla="*/ 0 w 9144000"/>
              <a:gd name="connsiteY0" fmla="*/ 150322 h 2420619"/>
              <a:gd name="connsiteX1" fmla="*/ 7642860 w 9144000"/>
              <a:gd name="connsiteY1" fmla="*/ 144780 h 2420619"/>
              <a:gd name="connsiteX2" fmla="*/ 8260080 w 9144000"/>
              <a:gd name="connsiteY2" fmla="*/ 0 h 2420619"/>
              <a:gd name="connsiteX3" fmla="*/ 8877300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609523 w 9144000"/>
              <a:gd name="connsiteY1" fmla="*/ 140017 h 2420619"/>
              <a:gd name="connsiteX2" fmla="*/ 8260080 w 9144000"/>
              <a:gd name="connsiteY2" fmla="*/ 0 h 2420619"/>
              <a:gd name="connsiteX3" fmla="*/ 8877300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609523 w 9144000"/>
              <a:gd name="connsiteY1" fmla="*/ 140017 h 2420619"/>
              <a:gd name="connsiteX2" fmla="*/ 8260080 w 9144000"/>
              <a:gd name="connsiteY2" fmla="*/ 0 h 2420619"/>
              <a:gd name="connsiteX3" fmla="*/ 8893969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602379 w 9144000"/>
              <a:gd name="connsiteY1" fmla="*/ 147161 h 2420619"/>
              <a:gd name="connsiteX2" fmla="*/ 8260080 w 9144000"/>
              <a:gd name="connsiteY2" fmla="*/ 0 h 2420619"/>
              <a:gd name="connsiteX3" fmla="*/ 8893969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576185 w 9144000"/>
              <a:gd name="connsiteY1" fmla="*/ 144780 h 2420619"/>
              <a:gd name="connsiteX2" fmla="*/ 8260080 w 9144000"/>
              <a:gd name="connsiteY2" fmla="*/ 0 h 2420619"/>
              <a:gd name="connsiteX3" fmla="*/ 8893969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576185 w 9144000"/>
              <a:gd name="connsiteY1" fmla="*/ 144780 h 2420619"/>
              <a:gd name="connsiteX2" fmla="*/ 8260080 w 9144000"/>
              <a:gd name="connsiteY2" fmla="*/ 0 h 2420619"/>
              <a:gd name="connsiteX3" fmla="*/ 8893969 w 9144000"/>
              <a:gd name="connsiteY3" fmla="*/ 149543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576185 w 9144000"/>
              <a:gd name="connsiteY1" fmla="*/ 144780 h 2420619"/>
              <a:gd name="connsiteX2" fmla="*/ 8260080 w 9144000"/>
              <a:gd name="connsiteY2" fmla="*/ 0 h 2420619"/>
              <a:gd name="connsiteX3" fmla="*/ 8936831 w 9144000"/>
              <a:gd name="connsiteY3" fmla="*/ 151924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6381"/>
              <a:gd name="connsiteY0" fmla="*/ 150322 h 2420619"/>
              <a:gd name="connsiteX1" fmla="*/ 7576185 w 9146381"/>
              <a:gd name="connsiteY1" fmla="*/ 144780 h 2420619"/>
              <a:gd name="connsiteX2" fmla="*/ 8260080 w 9146381"/>
              <a:gd name="connsiteY2" fmla="*/ 0 h 2420619"/>
              <a:gd name="connsiteX3" fmla="*/ 8936831 w 9146381"/>
              <a:gd name="connsiteY3" fmla="*/ 151924 h 2420619"/>
              <a:gd name="connsiteX4" fmla="*/ 9146381 w 9146381"/>
              <a:gd name="connsiteY4" fmla="*/ 147941 h 2420619"/>
              <a:gd name="connsiteX5" fmla="*/ 9144000 w 9146381"/>
              <a:gd name="connsiteY5" fmla="*/ 2420619 h 2420619"/>
              <a:gd name="connsiteX6" fmla="*/ 0 w 9146381"/>
              <a:gd name="connsiteY6" fmla="*/ 2420619 h 2420619"/>
              <a:gd name="connsiteX7" fmla="*/ 0 w 9146381"/>
              <a:gd name="connsiteY7" fmla="*/ 150322 h 2420619"/>
              <a:gd name="connsiteX0" fmla="*/ 0 w 9146381"/>
              <a:gd name="connsiteY0" fmla="*/ 150322 h 2420619"/>
              <a:gd name="connsiteX1" fmla="*/ 7576185 w 9146381"/>
              <a:gd name="connsiteY1" fmla="*/ 144780 h 2420619"/>
              <a:gd name="connsiteX2" fmla="*/ 8260080 w 9146381"/>
              <a:gd name="connsiteY2" fmla="*/ 0 h 2420619"/>
              <a:gd name="connsiteX3" fmla="*/ 8936831 w 9146381"/>
              <a:gd name="connsiteY3" fmla="*/ 147162 h 2420619"/>
              <a:gd name="connsiteX4" fmla="*/ 9146381 w 9146381"/>
              <a:gd name="connsiteY4" fmla="*/ 147941 h 2420619"/>
              <a:gd name="connsiteX5" fmla="*/ 9144000 w 9146381"/>
              <a:gd name="connsiteY5" fmla="*/ 2420619 h 2420619"/>
              <a:gd name="connsiteX6" fmla="*/ 0 w 9146381"/>
              <a:gd name="connsiteY6" fmla="*/ 2420619 h 2420619"/>
              <a:gd name="connsiteX7" fmla="*/ 0 w 9146381"/>
              <a:gd name="connsiteY7" fmla="*/ 150322 h 2420619"/>
              <a:gd name="connsiteX0" fmla="*/ 0 w 9146381"/>
              <a:gd name="connsiteY0" fmla="*/ 150322 h 2420619"/>
              <a:gd name="connsiteX1" fmla="*/ 7566660 w 9146381"/>
              <a:gd name="connsiteY1" fmla="*/ 142399 h 2420619"/>
              <a:gd name="connsiteX2" fmla="*/ 8260080 w 9146381"/>
              <a:gd name="connsiteY2" fmla="*/ 0 h 2420619"/>
              <a:gd name="connsiteX3" fmla="*/ 8936831 w 9146381"/>
              <a:gd name="connsiteY3" fmla="*/ 147162 h 2420619"/>
              <a:gd name="connsiteX4" fmla="*/ 9146381 w 9146381"/>
              <a:gd name="connsiteY4" fmla="*/ 147941 h 2420619"/>
              <a:gd name="connsiteX5" fmla="*/ 9144000 w 9146381"/>
              <a:gd name="connsiteY5" fmla="*/ 2420619 h 2420619"/>
              <a:gd name="connsiteX6" fmla="*/ 0 w 9146381"/>
              <a:gd name="connsiteY6" fmla="*/ 2420619 h 2420619"/>
              <a:gd name="connsiteX7" fmla="*/ 0 w 9146381"/>
              <a:gd name="connsiteY7" fmla="*/ 150322 h 2420619"/>
              <a:gd name="connsiteX0" fmla="*/ 0 w 9146381"/>
              <a:gd name="connsiteY0" fmla="*/ 155084 h 2425381"/>
              <a:gd name="connsiteX1" fmla="*/ 7566660 w 9146381"/>
              <a:gd name="connsiteY1" fmla="*/ 147161 h 2425381"/>
              <a:gd name="connsiteX2" fmla="*/ 8250555 w 9146381"/>
              <a:gd name="connsiteY2" fmla="*/ 0 h 2425381"/>
              <a:gd name="connsiteX3" fmla="*/ 8936831 w 9146381"/>
              <a:gd name="connsiteY3" fmla="*/ 151924 h 2425381"/>
              <a:gd name="connsiteX4" fmla="*/ 9146381 w 9146381"/>
              <a:gd name="connsiteY4" fmla="*/ 152703 h 2425381"/>
              <a:gd name="connsiteX5" fmla="*/ 9144000 w 9146381"/>
              <a:gd name="connsiteY5" fmla="*/ 2425381 h 2425381"/>
              <a:gd name="connsiteX6" fmla="*/ 0 w 9146381"/>
              <a:gd name="connsiteY6" fmla="*/ 2425381 h 2425381"/>
              <a:gd name="connsiteX7" fmla="*/ 0 w 9146381"/>
              <a:gd name="connsiteY7" fmla="*/ 155084 h 2425381"/>
              <a:gd name="connsiteX0" fmla="*/ 0 w 9146381"/>
              <a:gd name="connsiteY0" fmla="*/ 142384 h 2425381"/>
              <a:gd name="connsiteX1" fmla="*/ 7566660 w 9146381"/>
              <a:gd name="connsiteY1" fmla="*/ 147161 h 2425381"/>
              <a:gd name="connsiteX2" fmla="*/ 8250555 w 9146381"/>
              <a:gd name="connsiteY2" fmla="*/ 0 h 2425381"/>
              <a:gd name="connsiteX3" fmla="*/ 8936831 w 9146381"/>
              <a:gd name="connsiteY3" fmla="*/ 151924 h 2425381"/>
              <a:gd name="connsiteX4" fmla="*/ 9146381 w 9146381"/>
              <a:gd name="connsiteY4" fmla="*/ 152703 h 2425381"/>
              <a:gd name="connsiteX5" fmla="*/ 9144000 w 9146381"/>
              <a:gd name="connsiteY5" fmla="*/ 2425381 h 2425381"/>
              <a:gd name="connsiteX6" fmla="*/ 0 w 9146381"/>
              <a:gd name="connsiteY6" fmla="*/ 2425381 h 2425381"/>
              <a:gd name="connsiteX7" fmla="*/ 0 w 9146381"/>
              <a:gd name="connsiteY7" fmla="*/ 142384 h 2425381"/>
              <a:gd name="connsiteX0" fmla="*/ 0 w 9144087"/>
              <a:gd name="connsiteY0" fmla="*/ 142384 h 2425381"/>
              <a:gd name="connsiteX1" fmla="*/ 7566660 w 9144087"/>
              <a:gd name="connsiteY1" fmla="*/ 147161 h 2425381"/>
              <a:gd name="connsiteX2" fmla="*/ 8250555 w 9144087"/>
              <a:gd name="connsiteY2" fmla="*/ 0 h 2425381"/>
              <a:gd name="connsiteX3" fmla="*/ 8936831 w 9144087"/>
              <a:gd name="connsiteY3" fmla="*/ 151924 h 2425381"/>
              <a:gd name="connsiteX4" fmla="*/ 9140666 w 9144087"/>
              <a:gd name="connsiteY4" fmla="*/ 152703 h 2425381"/>
              <a:gd name="connsiteX5" fmla="*/ 9144000 w 9144087"/>
              <a:gd name="connsiteY5" fmla="*/ 2425381 h 2425381"/>
              <a:gd name="connsiteX6" fmla="*/ 0 w 9144087"/>
              <a:gd name="connsiteY6" fmla="*/ 2425381 h 2425381"/>
              <a:gd name="connsiteX7" fmla="*/ 0 w 9144087"/>
              <a:gd name="connsiteY7" fmla="*/ 142384 h 2425381"/>
              <a:gd name="connsiteX0" fmla="*/ 0 w 9142229"/>
              <a:gd name="connsiteY0" fmla="*/ 142384 h 2425381"/>
              <a:gd name="connsiteX1" fmla="*/ 7566660 w 9142229"/>
              <a:gd name="connsiteY1" fmla="*/ 147161 h 2425381"/>
              <a:gd name="connsiteX2" fmla="*/ 8250555 w 9142229"/>
              <a:gd name="connsiteY2" fmla="*/ 0 h 2425381"/>
              <a:gd name="connsiteX3" fmla="*/ 8936831 w 9142229"/>
              <a:gd name="connsiteY3" fmla="*/ 151924 h 2425381"/>
              <a:gd name="connsiteX4" fmla="*/ 9140666 w 9142229"/>
              <a:gd name="connsiteY4" fmla="*/ 152703 h 2425381"/>
              <a:gd name="connsiteX5" fmla="*/ 9142095 w 9142229"/>
              <a:gd name="connsiteY5" fmla="*/ 2423476 h 2425381"/>
              <a:gd name="connsiteX6" fmla="*/ 0 w 9142229"/>
              <a:gd name="connsiteY6" fmla="*/ 2425381 h 2425381"/>
              <a:gd name="connsiteX7" fmla="*/ 0 w 9142229"/>
              <a:gd name="connsiteY7" fmla="*/ 142384 h 2425381"/>
              <a:gd name="connsiteX0" fmla="*/ 0 w 9142229"/>
              <a:gd name="connsiteY0" fmla="*/ 142384 h 2425381"/>
              <a:gd name="connsiteX1" fmla="*/ 7555230 w 9142229"/>
              <a:gd name="connsiteY1" fmla="*/ 150971 h 2425381"/>
              <a:gd name="connsiteX2" fmla="*/ 8250555 w 9142229"/>
              <a:gd name="connsiteY2" fmla="*/ 0 h 2425381"/>
              <a:gd name="connsiteX3" fmla="*/ 8936831 w 9142229"/>
              <a:gd name="connsiteY3" fmla="*/ 151924 h 2425381"/>
              <a:gd name="connsiteX4" fmla="*/ 9140666 w 9142229"/>
              <a:gd name="connsiteY4" fmla="*/ 152703 h 2425381"/>
              <a:gd name="connsiteX5" fmla="*/ 9142095 w 9142229"/>
              <a:gd name="connsiteY5" fmla="*/ 2423476 h 2425381"/>
              <a:gd name="connsiteX6" fmla="*/ 0 w 9142229"/>
              <a:gd name="connsiteY6" fmla="*/ 2425381 h 2425381"/>
              <a:gd name="connsiteX7" fmla="*/ 0 w 9142229"/>
              <a:gd name="connsiteY7" fmla="*/ 142384 h 2425381"/>
              <a:gd name="connsiteX0" fmla="*/ 0 w 9144476"/>
              <a:gd name="connsiteY0" fmla="*/ 142384 h 2425381"/>
              <a:gd name="connsiteX1" fmla="*/ 7555230 w 9144476"/>
              <a:gd name="connsiteY1" fmla="*/ 150971 h 2425381"/>
              <a:gd name="connsiteX2" fmla="*/ 8250555 w 9144476"/>
              <a:gd name="connsiteY2" fmla="*/ 0 h 2425381"/>
              <a:gd name="connsiteX3" fmla="*/ 8936831 w 9144476"/>
              <a:gd name="connsiteY3" fmla="*/ 151924 h 2425381"/>
              <a:gd name="connsiteX4" fmla="*/ 9144476 w 9144476"/>
              <a:gd name="connsiteY4" fmla="*/ 150798 h 2425381"/>
              <a:gd name="connsiteX5" fmla="*/ 9142095 w 9144476"/>
              <a:gd name="connsiteY5" fmla="*/ 2423476 h 2425381"/>
              <a:gd name="connsiteX6" fmla="*/ 0 w 9144476"/>
              <a:gd name="connsiteY6" fmla="*/ 2425381 h 2425381"/>
              <a:gd name="connsiteX7" fmla="*/ 0 w 9144476"/>
              <a:gd name="connsiteY7" fmla="*/ 142384 h 2425381"/>
              <a:gd name="connsiteX0" fmla="*/ 0 w 9147897"/>
              <a:gd name="connsiteY0" fmla="*/ 142384 h 2425381"/>
              <a:gd name="connsiteX1" fmla="*/ 7555230 w 9147897"/>
              <a:gd name="connsiteY1" fmla="*/ 150971 h 2425381"/>
              <a:gd name="connsiteX2" fmla="*/ 8250555 w 9147897"/>
              <a:gd name="connsiteY2" fmla="*/ 0 h 2425381"/>
              <a:gd name="connsiteX3" fmla="*/ 8936831 w 9147897"/>
              <a:gd name="connsiteY3" fmla="*/ 151924 h 2425381"/>
              <a:gd name="connsiteX4" fmla="*/ 9144476 w 9147897"/>
              <a:gd name="connsiteY4" fmla="*/ 150798 h 2425381"/>
              <a:gd name="connsiteX5" fmla="*/ 9147810 w 9147897"/>
              <a:gd name="connsiteY5" fmla="*/ 2423476 h 2425381"/>
              <a:gd name="connsiteX6" fmla="*/ 0 w 9147897"/>
              <a:gd name="connsiteY6" fmla="*/ 2425381 h 2425381"/>
              <a:gd name="connsiteX7" fmla="*/ 0 w 9147897"/>
              <a:gd name="connsiteY7" fmla="*/ 142384 h 2425381"/>
              <a:gd name="connsiteX0" fmla="*/ 0 w 9146039"/>
              <a:gd name="connsiteY0" fmla="*/ 142384 h 2425381"/>
              <a:gd name="connsiteX1" fmla="*/ 7555230 w 9146039"/>
              <a:gd name="connsiteY1" fmla="*/ 150971 h 2425381"/>
              <a:gd name="connsiteX2" fmla="*/ 8250555 w 9146039"/>
              <a:gd name="connsiteY2" fmla="*/ 0 h 2425381"/>
              <a:gd name="connsiteX3" fmla="*/ 8936831 w 9146039"/>
              <a:gd name="connsiteY3" fmla="*/ 151924 h 2425381"/>
              <a:gd name="connsiteX4" fmla="*/ 9144476 w 9146039"/>
              <a:gd name="connsiteY4" fmla="*/ 150798 h 2425381"/>
              <a:gd name="connsiteX5" fmla="*/ 9145905 w 9146039"/>
              <a:gd name="connsiteY5" fmla="*/ 2425381 h 2425381"/>
              <a:gd name="connsiteX6" fmla="*/ 0 w 9146039"/>
              <a:gd name="connsiteY6" fmla="*/ 2425381 h 2425381"/>
              <a:gd name="connsiteX7" fmla="*/ 0 w 9146039"/>
              <a:gd name="connsiteY7" fmla="*/ 142384 h 2425381"/>
              <a:gd name="connsiteX0" fmla="*/ 0 w 9146039"/>
              <a:gd name="connsiteY0" fmla="*/ 142384 h 2425381"/>
              <a:gd name="connsiteX1" fmla="*/ 7555230 w 9146039"/>
              <a:gd name="connsiteY1" fmla="*/ 150971 h 2425381"/>
              <a:gd name="connsiteX2" fmla="*/ 8250555 w 9146039"/>
              <a:gd name="connsiteY2" fmla="*/ 0 h 2425381"/>
              <a:gd name="connsiteX3" fmla="*/ 8936831 w 9146039"/>
              <a:gd name="connsiteY3" fmla="*/ 151924 h 2425381"/>
              <a:gd name="connsiteX4" fmla="*/ 9144476 w 9146039"/>
              <a:gd name="connsiteY4" fmla="*/ 150798 h 2425381"/>
              <a:gd name="connsiteX5" fmla="*/ 9145905 w 9146039"/>
              <a:gd name="connsiteY5" fmla="*/ 2423476 h 2425381"/>
              <a:gd name="connsiteX6" fmla="*/ 0 w 9146039"/>
              <a:gd name="connsiteY6" fmla="*/ 2425381 h 2425381"/>
              <a:gd name="connsiteX7" fmla="*/ 0 w 9146039"/>
              <a:gd name="connsiteY7" fmla="*/ 142384 h 2425381"/>
              <a:gd name="connsiteX0" fmla="*/ 0 w 9146039"/>
              <a:gd name="connsiteY0" fmla="*/ 142384 h 2425381"/>
              <a:gd name="connsiteX1" fmla="*/ 7551420 w 9146039"/>
              <a:gd name="connsiteY1" fmla="*/ 145256 h 2425381"/>
              <a:gd name="connsiteX2" fmla="*/ 8250555 w 9146039"/>
              <a:gd name="connsiteY2" fmla="*/ 0 h 2425381"/>
              <a:gd name="connsiteX3" fmla="*/ 8936831 w 9146039"/>
              <a:gd name="connsiteY3" fmla="*/ 151924 h 2425381"/>
              <a:gd name="connsiteX4" fmla="*/ 9144476 w 9146039"/>
              <a:gd name="connsiteY4" fmla="*/ 150798 h 2425381"/>
              <a:gd name="connsiteX5" fmla="*/ 9145905 w 9146039"/>
              <a:gd name="connsiteY5" fmla="*/ 2423476 h 2425381"/>
              <a:gd name="connsiteX6" fmla="*/ 0 w 9146039"/>
              <a:gd name="connsiteY6" fmla="*/ 2425381 h 2425381"/>
              <a:gd name="connsiteX7" fmla="*/ 0 w 9146039"/>
              <a:gd name="connsiteY7" fmla="*/ 142384 h 2425381"/>
              <a:gd name="connsiteX0" fmla="*/ 0 w 9146039"/>
              <a:gd name="connsiteY0" fmla="*/ 142384 h 2425381"/>
              <a:gd name="connsiteX1" fmla="*/ 7543800 w 9146039"/>
              <a:gd name="connsiteY1" fmla="*/ 150971 h 2425381"/>
              <a:gd name="connsiteX2" fmla="*/ 8250555 w 9146039"/>
              <a:gd name="connsiteY2" fmla="*/ 0 h 2425381"/>
              <a:gd name="connsiteX3" fmla="*/ 8936831 w 9146039"/>
              <a:gd name="connsiteY3" fmla="*/ 151924 h 2425381"/>
              <a:gd name="connsiteX4" fmla="*/ 9144476 w 9146039"/>
              <a:gd name="connsiteY4" fmla="*/ 150798 h 2425381"/>
              <a:gd name="connsiteX5" fmla="*/ 9145905 w 9146039"/>
              <a:gd name="connsiteY5" fmla="*/ 2423476 h 2425381"/>
              <a:gd name="connsiteX6" fmla="*/ 0 w 9146039"/>
              <a:gd name="connsiteY6" fmla="*/ 2425381 h 2425381"/>
              <a:gd name="connsiteX7" fmla="*/ 0 w 9146039"/>
              <a:gd name="connsiteY7" fmla="*/ 142384 h 2425381"/>
              <a:gd name="connsiteX0" fmla="*/ 0 w 9146039"/>
              <a:gd name="connsiteY0" fmla="*/ 142384 h 2425381"/>
              <a:gd name="connsiteX1" fmla="*/ 7547610 w 9146039"/>
              <a:gd name="connsiteY1" fmla="*/ 145256 h 2425381"/>
              <a:gd name="connsiteX2" fmla="*/ 8250555 w 9146039"/>
              <a:gd name="connsiteY2" fmla="*/ 0 h 2425381"/>
              <a:gd name="connsiteX3" fmla="*/ 8936831 w 9146039"/>
              <a:gd name="connsiteY3" fmla="*/ 151924 h 2425381"/>
              <a:gd name="connsiteX4" fmla="*/ 9144476 w 9146039"/>
              <a:gd name="connsiteY4" fmla="*/ 150798 h 2425381"/>
              <a:gd name="connsiteX5" fmla="*/ 9145905 w 9146039"/>
              <a:gd name="connsiteY5" fmla="*/ 2423476 h 2425381"/>
              <a:gd name="connsiteX6" fmla="*/ 0 w 9146039"/>
              <a:gd name="connsiteY6" fmla="*/ 2425381 h 2425381"/>
              <a:gd name="connsiteX7" fmla="*/ 0 w 9146039"/>
              <a:gd name="connsiteY7" fmla="*/ 142384 h 2425381"/>
              <a:gd name="connsiteX0" fmla="*/ 0 w 9146039"/>
              <a:gd name="connsiteY0" fmla="*/ 142384 h 2425381"/>
              <a:gd name="connsiteX1" fmla="*/ 7538085 w 9146039"/>
              <a:gd name="connsiteY1" fmla="*/ 149066 h 2425381"/>
              <a:gd name="connsiteX2" fmla="*/ 8250555 w 9146039"/>
              <a:gd name="connsiteY2" fmla="*/ 0 h 2425381"/>
              <a:gd name="connsiteX3" fmla="*/ 8936831 w 9146039"/>
              <a:gd name="connsiteY3" fmla="*/ 151924 h 2425381"/>
              <a:gd name="connsiteX4" fmla="*/ 9144476 w 9146039"/>
              <a:gd name="connsiteY4" fmla="*/ 150798 h 2425381"/>
              <a:gd name="connsiteX5" fmla="*/ 9145905 w 9146039"/>
              <a:gd name="connsiteY5" fmla="*/ 2423476 h 2425381"/>
              <a:gd name="connsiteX6" fmla="*/ 0 w 9146039"/>
              <a:gd name="connsiteY6" fmla="*/ 2425381 h 2425381"/>
              <a:gd name="connsiteX7" fmla="*/ 0 w 9146039"/>
              <a:gd name="connsiteY7" fmla="*/ 142384 h 242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6039" h="2425381">
                <a:moveTo>
                  <a:pt x="0" y="142384"/>
                </a:moveTo>
                <a:lnTo>
                  <a:pt x="7538085" y="149066"/>
                </a:lnTo>
                <a:lnTo>
                  <a:pt x="8250555" y="0"/>
                </a:lnTo>
                <a:lnTo>
                  <a:pt x="8936831" y="151924"/>
                </a:lnTo>
                <a:lnTo>
                  <a:pt x="9144476" y="150798"/>
                </a:lnTo>
                <a:cubicBezTo>
                  <a:pt x="9143682" y="908357"/>
                  <a:pt x="9146699" y="1665917"/>
                  <a:pt x="9145905" y="2423476"/>
                </a:cubicBezTo>
                <a:lnTo>
                  <a:pt x="0" y="2425381"/>
                </a:lnTo>
                <a:lnTo>
                  <a:pt x="0" y="142384"/>
                </a:lnTo>
                <a:close/>
              </a:path>
            </a:pathLst>
          </a:custGeom>
          <a:noFill/>
        </p:spPr>
        <p:txBody>
          <a:bodyPr anchor="ctr">
            <a:normAutofit/>
          </a:bodyPr>
          <a:lstStyle>
            <a:lvl1pPr marL="114300" indent="0" algn="ctr">
              <a:buNone/>
              <a:defRPr sz="1200">
                <a:solidFill>
                  <a:schemeClr val="tx1"/>
                </a:solidFill>
              </a:defRPr>
            </a:lvl1pPr>
          </a:lstStyle>
          <a:p>
            <a:r>
              <a:rPr lang="en-US" dirty="0"/>
              <a:t>Click here to add image</a:t>
            </a:r>
          </a:p>
        </p:txBody>
      </p:sp>
      <p:sp>
        <p:nvSpPr>
          <p:cNvPr id="5" name="Google Shape;10;p2">
            <a:extLst>
              <a:ext uri="{FF2B5EF4-FFF2-40B4-BE49-F238E27FC236}">
                <a16:creationId xmlns:a16="http://schemas.microsoft.com/office/drawing/2014/main" id="{7DE77569-CF12-8ADA-417E-A17EED745482}"/>
              </a:ext>
            </a:extLst>
          </p:cNvPr>
          <p:cNvSpPr txBox="1">
            <a:spLocks noGrp="1"/>
          </p:cNvSpPr>
          <p:nvPr>
            <p:ph type="ctrTitle" hasCustomPrompt="1"/>
          </p:nvPr>
        </p:nvSpPr>
        <p:spPr>
          <a:xfrm>
            <a:off x="311708" y="3257550"/>
            <a:ext cx="8520600" cy="1047749"/>
          </a:xfrm>
          <a:prstGeom prst="rect">
            <a:avLst/>
          </a:prstGeom>
        </p:spPr>
        <p:txBody>
          <a:bodyPr spcFirstLastPara="1" wrap="square" lIns="90000" tIns="90000" rIns="90000" bIns="36000" anchor="b" anchorCtr="0">
            <a:noAutofit/>
          </a:bodyPr>
          <a:lstStyle>
            <a:lvl1pPr lvl="0" algn="l">
              <a:spcBef>
                <a:spcPts val="0"/>
              </a:spcBef>
              <a:spcAft>
                <a:spcPts val="0"/>
              </a:spcAft>
              <a:buSzPts val="5200"/>
              <a:buNone/>
              <a:defRPr sz="2800" b="1">
                <a:latin typeface="PP Neue Machina Plain Ultrabold" pitchFamily="50" charset="0"/>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br>
              <a:rPr lang="en-IN" dirty="0"/>
            </a:br>
            <a:r>
              <a:rPr lang="en-IN" dirty="0"/>
              <a:t>Click here to </a:t>
            </a:r>
            <a:br>
              <a:rPr lang="en-IN" dirty="0"/>
            </a:br>
            <a:r>
              <a:rPr lang="en-IN" dirty="0"/>
              <a:t>add title</a:t>
            </a:r>
            <a:endParaRPr dirty="0"/>
          </a:p>
        </p:txBody>
      </p:sp>
      <p:sp>
        <p:nvSpPr>
          <p:cNvPr id="6" name="Google Shape;11;p2">
            <a:extLst>
              <a:ext uri="{FF2B5EF4-FFF2-40B4-BE49-F238E27FC236}">
                <a16:creationId xmlns:a16="http://schemas.microsoft.com/office/drawing/2014/main" id="{0C50BD5F-C55E-53AD-DB29-26F4E5A5E512}"/>
              </a:ext>
            </a:extLst>
          </p:cNvPr>
          <p:cNvSpPr txBox="1">
            <a:spLocks noGrp="1"/>
          </p:cNvSpPr>
          <p:nvPr>
            <p:ph type="subTitle" idx="1"/>
          </p:nvPr>
        </p:nvSpPr>
        <p:spPr>
          <a:xfrm>
            <a:off x="304800" y="4324350"/>
            <a:ext cx="8520600" cy="457200"/>
          </a:xfrm>
          <a:prstGeom prst="rect">
            <a:avLst/>
          </a:prstGeom>
        </p:spPr>
        <p:txBody>
          <a:bodyPr spcFirstLastPara="1" wrap="square" lIns="90000" tIns="90000" rIns="90000" bIns="90000" anchor="t" anchorCtr="0">
            <a:noAutofit/>
          </a:bodyPr>
          <a:lstStyle>
            <a:lvl1pPr marL="0" lvl="0" indent="0" algn="l">
              <a:lnSpc>
                <a:spcPct val="100000"/>
              </a:lnSpc>
              <a:spcBef>
                <a:spcPts val="0"/>
              </a:spcBef>
              <a:spcAft>
                <a:spcPts val="0"/>
              </a:spcAft>
              <a:buSzPts val="2800"/>
              <a:buNone/>
              <a:defRPr sz="1800">
                <a:solidFill>
                  <a:schemeClr val="accent1"/>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dirty="0"/>
          </a:p>
        </p:txBody>
      </p:sp>
      <p:sp>
        <p:nvSpPr>
          <p:cNvPr id="7" name="Freeform: Shape 6">
            <a:extLst>
              <a:ext uri="{FF2B5EF4-FFF2-40B4-BE49-F238E27FC236}">
                <a16:creationId xmlns:a16="http://schemas.microsoft.com/office/drawing/2014/main" id="{0D3A503B-41ED-0F57-6E5B-C32AB3654894}"/>
              </a:ext>
            </a:extLst>
          </p:cNvPr>
          <p:cNvSpPr/>
          <p:nvPr/>
        </p:nvSpPr>
        <p:spPr>
          <a:xfrm>
            <a:off x="0" y="0"/>
            <a:ext cx="9144000" cy="857250"/>
          </a:xfrm>
          <a:custGeom>
            <a:avLst/>
            <a:gdLst>
              <a:gd name="connsiteX0" fmla="*/ 0 w 9144000"/>
              <a:gd name="connsiteY0" fmla="*/ 0 h 857250"/>
              <a:gd name="connsiteX1" fmla="*/ 0 w 9144000"/>
              <a:gd name="connsiteY1" fmla="*/ 857250 h 857250"/>
              <a:gd name="connsiteX2" fmla="*/ 7540609 w 9144000"/>
              <a:gd name="connsiteY2" fmla="*/ 857250 h 857250"/>
              <a:gd name="connsiteX3" fmla="*/ 8245698 w 9144000"/>
              <a:gd name="connsiteY3" fmla="*/ 707422 h 857250"/>
              <a:gd name="connsiteX4" fmla="*/ 8933831 w 9144000"/>
              <a:gd name="connsiteY4" fmla="*/ 857250 h 857250"/>
              <a:gd name="connsiteX5" fmla="*/ 9144000 w 9144000"/>
              <a:gd name="connsiteY5" fmla="*/ 857250 h 857250"/>
              <a:gd name="connsiteX6" fmla="*/ 9144000 w 9144000"/>
              <a:gd name="connsiteY6" fmla="*/ 0 h 857250"/>
              <a:gd name="connsiteX7" fmla="*/ 0 w 9144000"/>
              <a:gd name="connsiteY7" fmla="*/ 0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0" h="857250">
                <a:moveTo>
                  <a:pt x="0" y="0"/>
                </a:moveTo>
                <a:lnTo>
                  <a:pt x="0" y="857250"/>
                </a:lnTo>
                <a:lnTo>
                  <a:pt x="7540609" y="857250"/>
                </a:lnTo>
                <a:lnTo>
                  <a:pt x="8245698" y="707422"/>
                </a:lnTo>
                <a:lnTo>
                  <a:pt x="8933831" y="857250"/>
                </a:lnTo>
                <a:lnTo>
                  <a:pt x="9144000" y="857250"/>
                </a:lnTo>
                <a:lnTo>
                  <a:pt x="9144000" y="0"/>
                </a:lnTo>
                <a:lnTo>
                  <a:pt x="0" y="0"/>
                </a:lnTo>
                <a:close/>
              </a:path>
            </a:pathLst>
          </a:custGeom>
          <a:gradFill>
            <a:gsLst>
              <a:gs pos="0">
                <a:srgbClr val="5BC1A0"/>
              </a:gs>
              <a:gs pos="50000">
                <a:srgbClr val="2E9376"/>
              </a:gs>
              <a:gs pos="100000">
                <a:srgbClr val="01654D"/>
              </a:gs>
            </a:gsLst>
            <a:lin ang="0" scaled="1"/>
          </a:gradFill>
          <a:ln w="81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lvl="0" defTabSz="914400" eaLnBrk="1" latinLnBrk="0" hangingPunct="1"/>
            <a:endParaRPr lang="en-AU" sz="1800" kern="1200">
              <a:solidFill>
                <a:schemeClr val="tx1"/>
              </a:solidFill>
              <a:latin typeface="+mn-lt"/>
              <a:ea typeface="+mn-ea"/>
              <a:cs typeface="+mn-cs"/>
            </a:endParaRPr>
          </a:p>
        </p:txBody>
      </p:sp>
      <p:sp>
        <p:nvSpPr>
          <p:cNvPr id="8" name="Freeform: Shape 7">
            <a:extLst>
              <a:ext uri="{FF2B5EF4-FFF2-40B4-BE49-F238E27FC236}">
                <a16:creationId xmlns:a16="http://schemas.microsoft.com/office/drawing/2014/main" id="{724A0545-96A4-6133-84D7-70FD2D51A5CC}"/>
              </a:ext>
            </a:extLst>
          </p:cNvPr>
          <p:cNvSpPr/>
          <p:nvPr/>
        </p:nvSpPr>
        <p:spPr>
          <a:xfrm>
            <a:off x="7540608" y="437149"/>
            <a:ext cx="1246536" cy="285083"/>
          </a:xfrm>
          <a:custGeom>
            <a:avLst/>
            <a:gdLst>
              <a:gd name="connsiteX0" fmla="*/ 718995 w 1246536"/>
              <a:gd name="connsiteY0" fmla="*/ 0 h 285083"/>
              <a:gd name="connsiteX1" fmla="*/ 769239 w 1246536"/>
              <a:gd name="connsiteY1" fmla="*/ 10668 h 285083"/>
              <a:gd name="connsiteX2" fmla="*/ 842391 w 1246536"/>
              <a:gd name="connsiteY2" fmla="*/ 94726 h 285083"/>
              <a:gd name="connsiteX3" fmla="*/ 769239 w 1246536"/>
              <a:gd name="connsiteY3" fmla="*/ 147876 h 285083"/>
              <a:gd name="connsiteX4" fmla="*/ 718995 w 1246536"/>
              <a:gd name="connsiteY4" fmla="*/ 137208 h 285083"/>
              <a:gd name="connsiteX5" fmla="*/ 718995 w 1246536"/>
              <a:gd name="connsiteY5" fmla="*/ 48 h 285083"/>
              <a:gd name="connsiteX6" fmla="*/ 769239 w 1246536"/>
              <a:gd name="connsiteY6" fmla="*/ 116681 h 285083"/>
              <a:gd name="connsiteX7" fmla="*/ 808530 w 1246536"/>
              <a:gd name="connsiteY7" fmla="*/ 87487 h 285083"/>
              <a:gd name="connsiteX8" fmla="*/ 769239 w 1246536"/>
              <a:gd name="connsiteY8" fmla="*/ 41577 h 285083"/>
              <a:gd name="connsiteX9" fmla="*/ 752856 w 1246536"/>
              <a:gd name="connsiteY9" fmla="*/ 38100 h 285083"/>
              <a:gd name="connsiteX10" fmla="*/ 752856 w 1246536"/>
              <a:gd name="connsiteY10" fmla="*/ 113205 h 285083"/>
              <a:gd name="connsiteX11" fmla="*/ 769239 w 1246536"/>
              <a:gd name="connsiteY11" fmla="*/ 116681 h 285083"/>
              <a:gd name="connsiteX12" fmla="*/ 947024 w 1246536"/>
              <a:gd name="connsiteY12" fmla="*/ 48482 h 285083"/>
              <a:gd name="connsiteX13" fmla="*/ 947024 w 1246536"/>
              <a:gd name="connsiteY13" fmla="*/ 79391 h 285083"/>
              <a:gd name="connsiteX14" fmla="*/ 917067 w 1246536"/>
              <a:gd name="connsiteY14" fmla="*/ 73009 h 285083"/>
              <a:gd name="connsiteX15" fmla="*/ 917067 w 1246536"/>
              <a:gd name="connsiteY15" fmla="*/ 148114 h 285083"/>
              <a:gd name="connsiteX16" fmla="*/ 947024 w 1246536"/>
              <a:gd name="connsiteY16" fmla="*/ 154496 h 285083"/>
              <a:gd name="connsiteX17" fmla="*/ 947024 w 1246536"/>
              <a:gd name="connsiteY17" fmla="*/ 185642 h 285083"/>
              <a:gd name="connsiteX18" fmla="*/ 853393 w 1246536"/>
              <a:gd name="connsiteY18" fmla="*/ 165735 h 285083"/>
              <a:gd name="connsiteX19" fmla="*/ 853393 w 1246536"/>
              <a:gd name="connsiteY19" fmla="*/ 134588 h 285083"/>
              <a:gd name="connsiteX20" fmla="*/ 883349 w 1246536"/>
              <a:gd name="connsiteY20" fmla="*/ 140970 h 285083"/>
              <a:gd name="connsiteX21" fmla="*/ 883349 w 1246536"/>
              <a:gd name="connsiteY21" fmla="*/ 65865 h 285083"/>
              <a:gd name="connsiteX22" fmla="*/ 853393 w 1246536"/>
              <a:gd name="connsiteY22" fmla="*/ 59484 h 285083"/>
              <a:gd name="connsiteX23" fmla="*/ 853393 w 1246536"/>
              <a:gd name="connsiteY23" fmla="*/ 28575 h 285083"/>
              <a:gd name="connsiteX24" fmla="*/ 947024 w 1246536"/>
              <a:gd name="connsiteY24" fmla="*/ 48482 h 285083"/>
              <a:gd name="connsiteX25" fmla="*/ 1026319 w 1246536"/>
              <a:gd name="connsiteY25" fmla="*/ 62579 h 285083"/>
              <a:gd name="connsiteX26" fmla="*/ 1094994 w 1246536"/>
              <a:gd name="connsiteY26" fmla="*/ 148399 h 285083"/>
              <a:gd name="connsiteX27" fmla="*/ 1026319 w 1246536"/>
              <a:gd name="connsiteY27" fmla="*/ 205216 h 285083"/>
              <a:gd name="connsiteX28" fmla="*/ 957263 w 1246536"/>
              <a:gd name="connsiteY28" fmla="*/ 119158 h 285083"/>
              <a:gd name="connsiteX29" fmla="*/ 1026319 w 1246536"/>
              <a:gd name="connsiteY29" fmla="*/ 62627 h 285083"/>
              <a:gd name="connsiteX30" fmla="*/ 1026319 w 1246536"/>
              <a:gd name="connsiteY30" fmla="*/ 173117 h 285083"/>
              <a:gd name="connsiteX31" fmla="*/ 1060180 w 1246536"/>
              <a:gd name="connsiteY31" fmla="*/ 141018 h 285083"/>
              <a:gd name="connsiteX32" fmla="*/ 1026319 w 1246536"/>
              <a:gd name="connsiteY32" fmla="*/ 94726 h 285083"/>
              <a:gd name="connsiteX33" fmla="*/ 992267 w 1246536"/>
              <a:gd name="connsiteY33" fmla="*/ 126587 h 285083"/>
              <a:gd name="connsiteX34" fmla="*/ 1026319 w 1246536"/>
              <a:gd name="connsiteY34" fmla="*/ 173117 h 285083"/>
              <a:gd name="connsiteX35" fmla="*/ 1111949 w 1246536"/>
              <a:gd name="connsiteY35" fmla="*/ 83534 h 285083"/>
              <a:gd name="connsiteX36" fmla="*/ 1175814 w 1246536"/>
              <a:gd name="connsiteY36" fmla="*/ 97107 h 285083"/>
              <a:gd name="connsiteX37" fmla="*/ 1212675 w 1246536"/>
              <a:gd name="connsiteY37" fmla="*/ 230791 h 285083"/>
              <a:gd name="connsiteX38" fmla="*/ 1212675 w 1246536"/>
              <a:gd name="connsiteY38" fmla="*/ 104918 h 285083"/>
              <a:gd name="connsiteX39" fmla="*/ 1246537 w 1246536"/>
              <a:gd name="connsiteY39" fmla="*/ 112109 h 285083"/>
              <a:gd name="connsiteX40" fmla="*/ 1246537 w 1246536"/>
              <a:gd name="connsiteY40" fmla="*/ 249269 h 285083"/>
              <a:gd name="connsiteX41" fmla="*/ 1182672 w 1246536"/>
              <a:gd name="connsiteY41" fmla="*/ 235696 h 285083"/>
              <a:gd name="connsiteX42" fmla="*/ 1145810 w 1246536"/>
              <a:gd name="connsiteY42" fmla="*/ 102013 h 285083"/>
              <a:gd name="connsiteX43" fmla="*/ 1145810 w 1246536"/>
              <a:gd name="connsiteY43" fmla="*/ 227886 h 285083"/>
              <a:gd name="connsiteX44" fmla="*/ 1111949 w 1246536"/>
              <a:gd name="connsiteY44" fmla="*/ 220694 h 285083"/>
              <a:gd name="connsiteX45" fmla="*/ 1111949 w 1246536"/>
              <a:gd name="connsiteY45" fmla="*/ 83534 h 285083"/>
              <a:gd name="connsiteX46" fmla="*/ 42101 w 1246536"/>
              <a:gd name="connsiteY46" fmla="*/ 138970 h 285083"/>
              <a:gd name="connsiteX47" fmla="*/ 104108 w 1246536"/>
              <a:gd name="connsiteY47" fmla="*/ 125778 h 285083"/>
              <a:gd name="connsiteX48" fmla="*/ 145971 w 1246536"/>
              <a:gd name="connsiteY48" fmla="*/ 254032 h 285083"/>
              <a:gd name="connsiteX49" fmla="*/ 110061 w 1246536"/>
              <a:gd name="connsiteY49" fmla="*/ 261652 h 285083"/>
              <a:gd name="connsiteX50" fmla="*/ 97774 w 1246536"/>
              <a:gd name="connsiteY50" fmla="*/ 222837 h 285083"/>
              <a:gd name="connsiteX51" fmla="*/ 47863 w 1246536"/>
              <a:gd name="connsiteY51" fmla="*/ 233458 h 285083"/>
              <a:gd name="connsiteX52" fmla="*/ 35576 w 1246536"/>
              <a:gd name="connsiteY52" fmla="*/ 277511 h 285083"/>
              <a:gd name="connsiteX53" fmla="*/ 0 w 1246536"/>
              <a:gd name="connsiteY53" fmla="*/ 285083 h 285083"/>
              <a:gd name="connsiteX54" fmla="*/ 42053 w 1246536"/>
              <a:gd name="connsiteY54" fmla="*/ 138970 h 285083"/>
              <a:gd name="connsiteX55" fmla="*/ 88440 w 1246536"/>
              <a:gd name="connsiteY55" fmla="*/ 193881 h 285083"/>
              <a:gd name="connsiteX56" fmla="*/ 72819 w 1246536"/>
              <a:gd name="connsiteY56" fmla="*/ 144875 h 285083"/>
              <a:gd name="connsiteX57" fmla="*/ 57198 w 1246536"/>
              <a:gd name="connsiteY57" fmla="*/ 200549 h 285083"/>
              <a:gd name="connsiteX58" fmla="*/ 88488 w 1246536"/>
              <a:gd name="connsiteY58" fmla="*/ 193881 h 285083"/>
              <a:gd name="connsiteX59" fmla="*/ 214646 w 1246536"/>
              <a:gd name="connsiteY59" fmla="*/ 242173 h 285083"/>
              <a:gd name="connsiteX60" fmla="*/ 148733 w 1246536"/>
              <a:gd name="connsiteY60" fmla="*/ 199930 h 285083"/>
              <a:gd name="connsiteX61" fmla="*/ 183738 w 1246536"/>
              <a:gd name="connsiteY61" fmla="*/ 192500 h 285083"/>
              <a:gd name="connsiteX62" fmla="*/ 215408 w 1246536"/>
              <a:gd name="connsiteY62" fmla="*/ 212408 h 285083"/>
              <a:gd name="connsiteX63" fmla="*/ 239030 w 1246536"/>
              <a:gd name="connsiteY63" fmla="*/ 195310 h 285083"/>
              <a:gd name="connsiteX64" fmla="*/ 227886 w 1246536"/>
              <a:gd name="connsiteY64" fmla="*/ 187166 h 285083"/>
              <a:gd name="connsiteX65" fmla="*/ 183975 w 1246536"/>
              <a:gd name="connsiteY65" fmla="*/ 184452 h 285083"/>
              <a:gd name="connsiteX66" fmla="*/ 154210 w 1246536"/>
              <a:gd name="connsiteY66" fmla="*/ 153210 h 285083"/>
              <a:gd name="connsiteX67" fmla="*/ 207645 w 1246536"/>
              <a:gd name="connsiteY67" fmla="*/ 101013 h 285083"/>
              <a:gd name="connsiteX68" fmla="*/ 268891 w 1246536"/>
              <a:gd name="connsiteY68" fmla="*/ 138017 h 285083"/>
              <a:gd name="connsiteX69" fmla="*/ 234077 w 1246536"/>
              <a:gd name="connsiteY69" fmla="*/ 145399 h 285083"/>
              <a:gd name="connsiteX70" fmla="*/ 208217 w 1246536"/>
              <a:gd name="connsiteY70" fmla="*/ 129873 h 285083"/>
              <a:gd name="connsiteX71" fmla="*/ 189215 w 1246536"/>
              <a:gd name="connsiteY71" fmla="*/ 145018 h 285083"/>
              <a:gd name="connsiteX72" fmla="*/ 199454 w 1246536"/>
              <a:gd name="connsiteY72" fmla="*/ 152352 h 285083"/>
              <a:gd name="connsiteX73" fmla="*/ 242078 w 1246536"/>
              <a:gd name="connsiteY73" fmla="*/ 154400 h 285083"/>
              <a:gd name="connsiteX74" fmla="*/ 273891 w 1246536"/>
              <a:gd name="connsiteY74" fmla="*/ 186357 h 285083"/>
              <a:gd name="connsiteX75" fmla="*/ 214694 w 1246536"/>
              <a:gd name="connsiteY75" fmla="*/ 242126 h 285083"/>
              <a:gd name="connsiteX76" fmla="*/ 283702 w 1246536"/>
              <a:gd name="connsiteY76" fmla="*/ 156067 h 285083"/>
              <a:gd name="connsiteX77" fmla="*/ 353330 w 1246536"/>
              <a:gd name="connsiteY77" fmla="*/ 70056 h 285083"/>
              <a:gd name="connsiteX78" fmla="*/ 419767 w 1246536"/>
              <a:gd name="connsiteY78" fmla="*/ 111585 h 285083"/>
              <a:gd name="connsiteX79" fmla="*/ 384953 w 1246536"/>
              <a:gd name="connsiteY79" fmla="*/ 118967 h 285083"/>
              <a:gd name="connsiteX80" fmla="*/ 353473 w 1246536"/>
              <a:gd name="connsiteY80" fmla="*/ 102108 h 285083"/>
              <a:gd name="connsiteX81" fmla="*/ 318659 w 1246536"/>
              <a:gd name="connsiteY81" fmla="*/ 148590 h 285083"/>
              <a:gd name="connsiteX82" fmla="*/ 353473 w 1246536"/>
              <a:gd name="connsiteY82" fmla="*/ 180499 h 285083"/>
              <a:gd name="connsiteX83" fmla="*/ 384953 w 1246536"/>
              <a:gd name="connsiteY83" fmla="*/ 150066 h 285083"/>
              <a:gd name="connsiteX84" fmla="*/ 419767 w 1246536"/>
              <a:gd name="connsiteY84" fmla="*/ 142685 h 285083"/>
              <a:gd name="connsiteX85" fmla="*/ 353330 w 1246536"/>
              <a:gd name="connsiteY85" fmla="*/ 212646 h 285083"/>
              <a:gd name="connsiteX86" fmla="*/ 283702 w 1246536"/>
              <a:gd name="connsiteY86" fmla="*/ 156067 h 285083"/>
              <a:gd name="connsiteX87" fmla="*/ 436340 w 1246536"/>
              <a:gd name="connsiteY87" fmla="*/ 55150 h 285083"/>
              <a:gd name="connsiteX88" fmla="*/ 540782 w 1246536"/>
              <a:gd name="connsiteY88" fmla="*/ 32956 h 285083"/>
              <a:gd name="connsiteX89" fmla="*/ 540782 w 1246536"/>
              <a:gd name="connsiteY89" fmla="*/ 63865 h 285083"/>
              <a:gd name="connsiteX90" fmla="*/ 470440 w 1246536"/>
              <a:gd name="connsiteY90" fmla="*/ 78819 h 285083"/>
              <a:gd name="connsiteX91" fmla="*/ 470440 w 1246536"/>
              <a:gd name="connsiteY91" fmla="*/ 101775 h 285083"/>
              <a:gd name="connsiteX92" fmla="*/ 531495 w 1246536"/>
              <a:gd name="connsiteY92" fmla="*/ 88821 h 285083"/>
              <a:gd name="connsiteX93" fmla="*/ 531495 w 1246536"/>
              <a:gd name="connsiteY93" fmla="*/ 118015 h 285083"/>
              <a:gd name="connsiteX94" fmla="*/ 470440 w 1246536"/>
              <a:gd name="connsiteY94" fmla="*/ 131016 h 285083"/>
              <a:gd name="connsiteX95" fmla="*/ 470440 w 1246536"/>
              <a:gd name="connsiteY95" fmla="*/ 154162 h 285083"/>
              <a:gd name="connsiteX96" fmla="*/ 540782 w 1246536"/>
              <a:gd name="connsiteY96" fmla="*/ 139208 h 285083"/>
              <a:gd name="connsiteX97" fmla="*/ 540782 w 1246536"/>
              <a:gd name="connsiteY97" fmla="*/ 170117 h 285083"/>
              <a:gd name="connsiteX98" fmla="*/ 436340 w 1246536"/>
              <a:gd name="connsiteY98" fmla="*/ 192310 h 285083"/>
              <a:gd name="connsiteX99" fmla="*/ 436340 w 1246536"/>
              <a:gd name="connsiteY99" fmla="*/ 55150 h 285083"/>
              <a:gd name="connsiteX100" fmla="*/ 561308 w 1246536"/>
              <a:gd name="connsiteY100" fmla="*/ 28575 h 285083"/>
              <a:gd name="connsiteX101" fmla="*/ 625173 w 1246536"/>
              <a:gd name="connsiteY101" fmla="*/ 15002 h 285083"/>
              <a:gd name="connsiteX102" fmla="*/ 662035 w 1246536"/>
              <a:gd name="connsiteY102" fmla="*/ 133064 h 285083"/>
              <a:gd name="connsiteX103" fmla="*/ 662035 w 1246536"/>
              <a:gd name="connsiteY103" fmla="*/ 7191 h 285083"/>
              <a:gd name="connsiteX104" fmla="*/ 695897 w 1246536"/>
              <a:gd name="connsiteY104" fmla="*/ 0 h 285083"/>
              <a:gd name="connsiteX105" fmla="*/ 695897 w 1246536"/>
              <a:gd name="connsiteY105" fmla="*/ 137160 h 285083"/>
              <a:gd name="connsiteX106" fmla="*/ 632032 w 1246536"/>
              <a:gd name="connsiteY106" fmla="*/ 150733 h 285083"/>
              <a:gd name="connsiteX107" fmla="*/ 595170 w 1246536"/>
              <a:gd name="connsiteY107" fmla="*/ 32671 h 285083"/>
              <a:gd name="connsiteX108" fmla="*/ 595170 w 1246536"/>
              <a:gd name="connsiteY108" fmla="*/ 158544 h 285083"/>
              <a:gd name="connsiteX109" fmla="*/ 561308 w 1246536"/>
              <a:gd name="connsiteY109" fmla="*/ 165735 h 285083"/>
              <a:gd name="connsiteX110" fmla="*/ 561308 w 1246536"/>
              <a:gd name="connsiteY110" fmla="*/ 28575 h 285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246536" h="285083">
                <a:moveTo>
                  <a:pt x="718995" y="0"/>
                </a:moveTo>
                <a:lnTo>
                  <a:pt x="769239" y="10668"/>
                </a:lnTo>
                <a:cubicBezTo>
                  <a:pt x="805149" y="18288"/>
                  <a:pt x="842391" y="35766"/>
                  <a:pt x="842391" y="94726"/>
                </a:cubicBezTo>
                <a:cubicBezTo>
                  <a:pt x="842391" y="153876"/>
                  <a:pt x="805149" y="155496"/>
                  <a:pt x="769239" y="147876"/>
                </a:cubicBezTo>
                <a:lnTo>
                  <a:pt x="718995" y="137208"/>
                </a:lnTo>
                <a:lnTo>
                  <a:pt x="718995" y="48"/>
                </a:lnTo>
                <a:close/>
                <a:moveTo>
                  <a:pt x="769239" y="116681"/>
                </a:moveTo>
                <a:cubicBezTo>
                  <a:pt x="791766" y="121491"/>
                  <a:pt x="808530" y="124254"/>
                  <a:pt x="808530" y="87487"/>
                </a:cubicBezTo>
                <a:cubicBezTo>
                  <a:pt x="808530" y="50721"/>
                  <a:pt x="791623" y="46339"/>
                  <a:pt x="769239" y="41577"/>
                </a:cubicBezTo>
                <a:lnTo>
                  <a:pt x="752856" y="38100"/>
                </a:lnTo>
                <a:lnTo>
                  <a:pt x="752856" y="113205"/>
                </a:lnTo>
                <a:cubicBezTo>
                  <a:pt x="752856" y="113205"/>
                  <a:pt x="769239" y="116681"/>
                  <a:pt x="769239" y="116681"/>
                </a:cubicBezTo>
                <a:close/>
                <a:moveTo>
                  <a:pt x="947024" y="48482"/>
                </a:moveTo>
                <a:lnTo>
                  <a:pt x="947024" y="79391"/>
                </a:lnTo>
                <a:cubicBezTo>
                  <a:pt x="947024" y="79391"/>
                  <a:pt x="917067" y="73009"/>
                  <a:pt x="917067" y="73009"/>
                </a:cubicBezTo>
                <a:lnTo>
                  <a:pt x="917067" y="148114"/>
                </a:lnTo>
                <a:cubicBezTo>
                  <a:pt x="917067" y="148114"/>
                  <a:pt x="947024" y="154496"/>
                  <a:pt x="947024" y="154496"/>
                </a:cubicBezTo>
                <a:lnTo>
                  <a:pt x="947024" y="185642"/>
                </a:lnTo>
                <a:cubicBezTo>
                  <a:pt x="947024" y="185642"/>
                  <a:pt x="853393" y="165735"/>
                  <a:pt x="853393" y="165735"/>
                </a:cubicBezTo>
                <a:lnTo>
                  <a:pt x="853393" y="134588"/>
                </a:lnTo>
                <a:cubicBezTo>
                  <a:pt x="853393" y="134588"/>
                  <a:pt x="883349" y="140970"/>
                  <a:pt x="883349" y="140970"/>
                </a:cubicBezTo>
                <a:lnTo>
                  <a:pt x="883349" y="65865"/>
                </a:lnTo>
                <a:cubicBezTo>
                  <a:pt x="883349" y="65865"/>
                  <a:pt x="853393" y="59484"/>
                  <a:pt x="853393" y="59484"/>
                </a:cubicBezTo>
                <a:lnTo>
                  <a:pt x="853393" y="28575"/>
                </a:lnTo>
                <a:cubicBezTo>
                  <a:pt x="853393" y="28575"/>
                  <a:pt x="947024" y="48482"/>
                  <a:pt x="947024" y="48482"/>
                </a:cubicBezTo>
                <a:close/>
                <a:moveTo>
                  <a:pt x="1026319" y="62579"/>
                </a:moveTo>
                <a:cubicBezTo>
                  <a:pt x="1068944" y="71628"/>
                  <a:pt x="1094994" y="107918"/>
                  <a:pt x="1094994" y="148399"/>
                </a:cubicBezTo>
                <a:cubicBezTo>
                  <a:pt x="1094994" y="189071"/>
                  <a:pt x="1068944" y="214265"/>
                  <a:pt x="1026319" y="205216"/>
                </a:cubicBezTo>
                <a:cubicBezTo>
                  <a:pt x="983504" y="196120"/>
                  <a:pt x="957263" y="159782"/>
                  <a:pt x="957263" y="119158"/>
                </a:cubicBezTo>
                <a:cubicBezTo>
                  <a:pt x="957263" y="78676"/>
                  <a:pt x="983504" y="53530"/>
                  <a:pt x="1026319" y="62627"/>
                </a:cubicBezTo>
                <a:moveTo>
                  <a:pt x="1026319" y="173117"/>
                </a:moveTo>
                <a:cubicBezTo>
                  <a:pt x="1049036" y="177927"/>
                  <a:pt x="1060180" y="165925"/>
                  <a:pt x="1060180" y="141018"/>
                </a:cubicBezTo>
                <a:cubicBezTo>
                  <a:pt x="1060180" y="116110"/>
                  <a:pt x="1048846" y="99489"/>
                  <a:pt x="1026319" y="94726"/>
                </a:cubicBezTo>
                <a:cubicBezTo>
                  <a:pt x="1003602" y="89916"/>
                  <a:pt x="992267" y="101870"/>
                  <a:pt x="992267" y="126587"/>
                </a:cubicBezTo>
                <a:cubicBezTo>
                  <a:pt x="992267" y="151495"/>
                  <a:pt x="1003649" y="168307"/>
                  <a:pt x="1026319" y="173117"/>
                </a:cubicBezTo>
                <a:moveTo>
                  <a:pt x="1111949" y="83534"/>
                </a:moveTo>
                <a:lnTo>
                  <a:pt x="1175814" y="97107"/>
                </a:lnTo>
                <a:lnTo>
                  <a:pt x="1212675" y="230791"/>
                </a:lnTo>
                <a:lnTo>
                  <a:pt x="1212675" y="104918"/>
                </a:lnTo>
                <a:cubicBezTo>
                  <a:pt x="1212675" y="104918"/>
                  <a:pt x="1246537" y="112109"/>
                  <a:pt x="1246537" y="112109"/>
                </a:cubicBezTo>
                <a:lnTo>
                  <a:pt x="1246537" y="249269"/>
                </a:lnTo>
                <a:cubicBezTo>
                  <a:pt x="1246537" y="249269"/>
                  <a:pt x="1182672" y="235696"/>
                  <a:pt x="1182672" y="235696"/>
                </a:cubicBezTo>
                <a:lnTo>
                  <a:pt x="1145810" y="102013"/>
                </a:lnTo>
                <a:lnTo>
                  <a:pt x="1145810" y="227886"/>
                </a:lnTo>
                <a:cubicBezTo>
                  <a:pt x="1145810" y="227886"/>
                  <a:pt x="1111949" y="220694"/>
                  <a:pt x="1111949" y="220694"/>
                </a:cubicBezTo>
                <a:lnTo>
                  <a:pt x="1111949" y="83534"/>
                </a:lnTo>
                <a:close/>
                <a:moveTo>
                  <a:pt x="42101" y="138970"/>
                </a:moveTo>
                <a:lnTo>
                  <a:pt x="104108" y="125778"/>
                </a:lnTo>
                <a:lnTo>
                  <a:pt x="145971" y="254032"/>
                </a:lnTo>
                <a:lnTo>
                  <a:pt x="110061" y="261652"/>
                </a:lnTo>
                <a:lnTo>
                  <a:pt x="97774" y="222837"/>
                </a:lnTo>
                <a:lnTo>
                  <a:pt x="47863" y="233458"/>
                </a:lnTo>
                <a:lnTo>
                  <a:pt x="35576" y="277511"/>
                </a:lnTo>
                <a:lnTo>
                  <a:pt x="0" y="285083"/>
                </a:lnTo>
                <a:lnTo>
                  <a:pt x="42053" y="138970"/>
                </a:lnTo>
                <a:close/>
                <a:moveTo>
                  <a:pt x="88440" y="193881"/>
                </a:moveTo>
                <a:lnTo>
                  <a:pt x="72819" y="144875"/>
                </a:lnTo>
                <a:lnTo>
                  <a:pt x="57198" y="200549"/>
                </a:lnTo>
                <a:lnTo>
                  <a:pt x="88488" y="193881"/>
                </a:lnTo>
                <a:close/>
                <a:moveTo>
                  <a:pt x="214646" y="242173"/>
                </a:moveTo>
                <a:cubicBezTo>
                  <a:pt x="168307" y="252032"/>
                  <a:pt x="148733" y="235553"/>
                  <a:pt x="148733" y="199930"/>
                </a:cubicBezTo>
                <a:lnTo>
                  <a:pt x="183738" y="192500"/>
                </a:lnTo>
                <a:cubicBezTo>
                  <a:pt x="183738" y="211979"/>
                  <a:pt x="190977" y="217599"/>
                  <a:pt x="215408" y="212408"/>
                </a:cubicBezTo>
                <a:cubicBezTo>
                  <a:pt x="231982" y="208883"/>
                  <a:pt x="239030" y="203883"/>
                  <a:pt x="239030" y="195310"/>
                </a:cubicBezTo>
                <a:cubicBezTo>
                  <a:pt x="239030" y="190452"/>
                  <a:pt x="235315" y="187547"/>
                  <a:pt x="227886" y="187166"/>
                </a:cubicBezTo>
                <a:lnTo>
                  <a:pt x="183975" y="184452"/>
                </a:lnTo>
                <a:cubicBezTo>
                  <a:pt x="161258" y="182880"/>
                  <a:pt x="154210" y="170545"/>
                  <a:pt x="154210" y="153210"/>
                </a:cubicBezTo>
                <a:cubicBezTo>
                  <a:pt x="154210" y="126540"/>
                  <a:pt x="173212" y="108299"/>
                  <a:pt x="207645" y="101013"/>
                </a:cubicBezTo>
                <a:cubicBezTo>
                  <a:pt x="248603" y="92297"/>
                  <a:pt x="268891" y="108252"/>
                  <a:pt x="268891" y="138017"/>
                </a:cubicBezTo>
                <a:lnTo>
                  <a:pt x="234077" y="145399"/>
                </a:lnTo>
                <a:cubicBezTo>
                  <a:pt x="234077" y="130635"/>
                  <a:pt x="226076" y="126111"/>
                  <a:pt x="208217" y="129873"/>
                </a:cubicBezTo>
                <a:cubicBezTo>
                  <a:pt x="195739" y="132540"/>
                  <a:pt x="189215" y="137208"/>
                  <a:pt x="189215" y="145018"/>
                </a:cubicBezTo>
                <a:cubicBezTo>
                  <a:pt x="189215" y="148923"/>
                  <a:pt x="191262" y="151781"/>
                  <a:pt x="199454" y="152352"/>
                </a:cubicBezTo>
                <a:lnTo>
                  <a:pt x="242078" y="154400"/>
                </a:lnTo>
                <a:cubicBezTo>
                  <a:pt x="263843" y="155400"/>
                  <a:pt x="273891" y="166306"/>
                  <a:pt x="273891" y="186357"/>
                </a:cubicBezTo>
                <a:cubicBezTo>
                  <a:pt x="273891" y="212408"/>
                  <a:pt x="256747" y="233172"/>
                  <a:pt x="214694" y="242126"/>
                </a:cubicBezTo>
                <a:moveTo>
                  <a:pt x="283702" y="156067"/>
                </a:moveTo>
                <a:cubicBezTo>
                  <a:pt x="283702" y="115586"/>
                  <a:pt x="310325" y="79200"/>
                  <a:pt x="353330" y="70056"/>
                </a:cubicBezTo>
                <a:cubicBezTo>
                  <a:pt x="390906" y="62055"/>
                  <a:pt x="415862" y="77962"/>
                  <a:pt x="419767" y="111585"/>
                </a:cubicBezTo>
                <a:lnTo>
                  <a:pt x="384953" y="118967"/>
                </a:lnTo>
                <a:cubicBezTo>
                  <a:pt x="382143" y="104775"/>
                  <a:pt x="370047" y="98584"/>
                  <a:pt x="353473" y="102108"/>
                </a:cubicBezTo>
                <a:cubicBezTo>
                  <a:pt x="333185" y="106442"/>
                  <a:pt x="318659" y="121587"/>
                  <a:pt x="318659" y="148590"/>
                </a:cubicBezTo>
                <a:cubicBezTo>
                  <a:pt x="318659" y="175832"/>
                  <a:pt x="333185" y="184785"/>
                  <a:pt x="353473" y="180499"/>
                </a:cubicBezTo>
                <a:cubicBezTo>
                  <a:pt x="370047" y="176974"/>
                  <a:pt x="382143" y="165449"/>
                  <a:pt x="384953" y="150066"/>
                </a:cubicBezTo>
                <a:lnTo>
                  <a:pt x="419767" y="142685"/>
                </a:lnTo>
                <a:cubicBezTo>
                  <a:pt x="415862" y="178165"/>
                  <a:pt x="390906" y="204645"/>
                  <a:pt x="353330" y="212646"/>
                </a:cubicBezTo>
                <a:cubicBezTo>
                  <a:pt x="310325" y="221790"/>
                  <a:pt x="283702" y="196691"/>
                  <a:pt x="283702" y="156067"/>
                </a:cubicBezTo>
                <a:moveTo>
                  <a:pt x="436340" y="55150"/>
                </a:moveTo>
                <a:lnTo>
                  <a:pt x="540782" y="32956"/>
                </a:lnTo>
                <a:lnTo>
                  <a:pt x="540782" y="63865"/>
                </a:lnTo>
                <a:cubicBezTo>
                  <a:pt x="540782" y="63865"/>
                  <a:pt x="470440" y="78819"/>
                  <a:pt x="470440" y="78819"/>
                </a:cubicBezTo>
                <a:lnTo>
                  <a:pt x="470440" y="101775"/>
                </a:lnTo>
                <a:cubicBezTo>
                  <a:pt x="470440" y="101775"/>
                  <a:pt x="531495" y="88821"/>
                  <a:pt x="531495" y="88821"/>
                </a:cubicBezTo>
                <a:lnTo>
                  <a:pt x="531495" y="118015"/>
                </a:lnTo>
                <a:cubicBezTo>
                  <a:pt x="531495" y="118015"/>
                  <a:pt x="470440" y="131016"/>
                  <a:pt x="470440" y="131016"/>
                </a:cubicBezTo>
                <a:lnTo>
                  <a:pt x="470440" y="154162"/>
                </a:lnTo>
                <a:cubicBezTo>
                  <a:pt x="470440" y="154162"/>
                  <a:pt x="540782" y="139208"/>
                  <a:pt x="540782" y="139208"/>
                </a:cubicBezTo>
                <a:lnTo>
                  <a:pt x="540782" y="170117"/>
                </a:lnTo>
                <a:cubicBezTo>
                  <a:pt x="540782" y="170117"/>
                  <a:pt x="436340" y="192310"/>
                  <a:pt x="436340" y="192310"/>
                </a:cubicBezTo>
                <a:lnTo>
                  <a:pt x="436340" y="55150"/>
                </a:lnTo>
                <a:close/>
                <a:moveTo>
                  <a:pt x="561308" y="28575"/>
                </a:moveTo>
                <a:lnTo>
                  <a:pt x="625173" y="15002"/>
                </a:lnTo>
                <a:lnTo>
                  <a:pt x="662035" y="133064"/>
                </a:lnTo>
                <a:lnTo>
                  <a:pt x="662035" y="7191"/>
                </a:lnTo>
                <a:cubicBezTo>
                  <a:pt x="662035" y="7191"/>
                  <a:pt x="695897" y="0"/>
                  <a:pt x="695897" y="0"/>
                </a:cubicBezTo>
                <a:lnTo>
                  <a:pt x="695897" y="137160"/>
                </a:lnTo>
                <a:cubicBezTo>
                  <a:pt x="695897" y="137160"/>
                  <a:pt x="632032" y="150733"/>
                  <a:pt x="632032" y="150733"/>
                </a:cubicBezTo>
                <a:lnTo>
                  <a:pt x="595170" y="32671"/>
                </a:lnTo>
                <a:lnTo>
                  <a:pt x="595170" y="158544"/>
                </a:lnTo>
                <a:cubicBezTo>
                  <a:pt x="595170" y="158544"/>
                  <a:pt x="561308" y="165735"/>
                  <a:pt x="561308" y="165735"/>
                </a:cubicBezTo>
                <a:lnTo>
                  <a:pt x="561308" y="28575"/>
                </a:lnTo>
                <a:close/>
              </a:path>
            </a:pathLst>
          </a:custGeom>
          <a:solidFill>
            <a:srgbClr val="FFFFFF"/>
          </a:solidFill>
          <a:ln w="4763" cap="flat">
            <a:noFill/>
            <a:prstDash val="solid"/>
            <a:miter/>
          </a:ln>
        </p:spPr>
        <p:txBody>
          <a:bodyPr rtlCol="0" anchor="ctr"/>
          <a:lstStyle/>
          <a:p>
            <a:endParaRPr lang="en-AU"/>
          </a:p>
        </p:txBody>
      </p:sp>
      <p:grpSp>
        <p:nvGrpSpPr>
          <p:cNvPr id="9" name="Graphic 3">
            <a:extLst>
              <a:ext uri="{FF2B5EF4-FFF2-40B4-BE49-F238E27FC236}">
                <a16:creationId xmlns:a16="http://schemas.microsoft.com/office/drawing/2014/main" id="{0BED7D72-F319-F1C2-4594-48F3DF5E7D90}"/>
              </a:ext>
            </a:extLst>
          </p:cNvPr>
          <p:cNvGrpSpPr/>
          <p:nvPr/>
        </p:nvGrpSpPr>
        <p:grpSpPr>
          <a:xfrm>
            <a:off x="186213" y="648700"/>
            <a:ext cx="739282" cy="73485"/>
            <a:chOff x="186213" y="648700"/>
            <a:chExt cx="739282" cy="73485"/>
          </a:xfrm>
          <a:solidFill>
            <a:srgbClr val="FFFFFF"/>
          </a:solidFill>
        </p:grpSpPr>
        <p:sp>
          <p:nvSpPr>
            <p:cNvPr id="10" name="Freeform: Shape 9">
              <a:extLst>
                <a:ext uri="{FF2B5EF4-FFF2-40B4-BE49-F238E27FC236}">
                  <a16:creationId xmlns:a16="http://schemas.microsoft.com/office/drawing/2014/main" id="{61DBE3F1-69A0-C16B-C595-62E8A3885AC6}"/>
                </a:ext>
              </a:extLst>
            </p:cNvPr>
            <p:cNvSpPr/>
            <p:nvPr/>
          </p:nvSpPr>
          <p:spPr>
            <a:xfrm>
              <a:off x="186213" y="668274"/>
              <a:ext cx="46386" cy="53911"/>
            </a:xfrm>
            <a:custGeom>
              <a:avLst/>
              <a:gdLst>
                <a:gd name="connsiteX0" fmla="*/ 16574 w 46386"/>
                <a:gd name="connsiteY0" fmla="*/ 53864 h 53911"/>
                <a:gd name="connsiteX1" fmla="*/ 8334 w 46386"/>
                <a:gd name="connsiteY1" fmla="*/ 52197 h 53911"/>
                <a:gd name="connsiteX2" fmla="*/ 2286 w 46386"/>
                <a:gd name="connsiteY2" fmla="*/ 47101 h 53911"/>
                <a:gd name="connsiteX3" fmla="*/ 0 w 46386"/>
                <a:gd name="connsiteY3" fmla="*/ 38624 h 53911"/>
                <a:gd name="connsiteX4" fmla="*/ 4334 w 46386"/>
                <a:gd name="connsiteY4" fmla="*/ 27861 h 53911"/>
                <a:gd name="connsiteX5" fmla="*/ 16574 w 46386"/>
                <a:gd name="connsiteY5" fmla="*/ 22908 h 53911"/>
                <a:gd name="connsiteX6" fmla="*/ 35052 w 46386"/>
                <a:gd name="connsiteY6" fmla="*/ 21431 h 53911"/>
                <a:gd name="connsiteX7" fmla="*/ 35052 w 46386"/>
                <a:gd name="connsiteY7" fmla="*/ 18240 h 53911"/>
                <a:gd name="connsiteX8" fmla="*/ 32147 w 46386"/>
                <a:gd name="connsiteY8" fmla="*/ 10239 h 53911"/>
                <a:gd name="connsiteX9" fmla="*/ 24813 w 46386"/>
                <a:gd name="connsiteY9" fmla="*/ 8049 h 53911"/>
                <a:gd name="connsiteX10" fmla="*/ 16812 w 46386"/>
                <a:gd name="connsiteY10" fmla="*/ 10382 h 53911"/>
                <a:gd name="connsiteX11" fmla="*/ 13621 w 46386"/>
                <a:gd name="connsiteY11" fmla="*/ 17907 h 53911"/>
                <a:gd name="connsiteX12" fmla="*/ 2667 w 46386"/>
                <a:gd name="connsiteY12" fmla="*/ 17907 h 53911"/>
                <a:gd name="connsiteX13" fmla="*/ 5477 w 46386"/>
                <a:gd name="connsiteY13" fmla="*/ 7477 h 53911"/>
                <a:gd name="connsiteX14" fmla="*/ 13287 w 46386"/>
                <a:gd name="connsiteY14" fmla="*/ 1762 h 53911"/>
                <a:gd name="connsiteX15" fmla="*/ 24860 w 46386"/>
                <a:gd name="connsiteY15" fmla="*/ 0 h 53911"/>
                <a:gd name="connsiteX16" fmla="*/ 33195 w 46386"/>
                <a:gd name="connsiteY16" fmla="*/ 810 h 53911"/>
                <a:gd name="connsiteX17" fmla="*/ 40053 w 46386"/>
                <a:gd name="connsiteY17" fmla="*/ 3619 h 53911"/>
                <a:gd name="connsiteX18" fmla="*/ 44720 w 46386"/>
                <a:gd name="connsiteY18" fmla="*/ 9144 h 53911"/>
                <a:gd name="connsiteX19" fmla="*/ 46387 w 46386"/>
                <a:gd name="connsiteY19" fmla="*/ 18097 h 53911"/>
                <a:gd name="connsiteX20" fmla="*/ 46387 w 46386"/>
                <a:gd name="connsiteY20" fmla="*/ 53007 h 53911"/>
                <a:gd name="connsiteX21" fmla="*/ 35576 w 46386"/>
                <a:gd name="connsiteY21" fmla="*/ 53007 h 53911"/>
                <a:gd name="connsiteX22" fmla="*/ 35147 w 46386"/>
                <a:gd name="connsiteY22" fmla="*/ 45672 h 53911"/>
                <a:gd name="connsiteX23" fmla="*/ 27146 w 46386"/>
                <a:gd name="connsiteY23" fmla="*/ 51721 h 53911"/>
                <a:gd name="connsiteX24" fmla="*/ 16574 w 46386"/>
                <a:gd name="connsiteY24" fmla="*/ 53911 h 53911"/>
                <a:gd name="connsiteX25" fmla="*/ 20050 w 46386"/>
                <a:gd name="connsiteY25" fmla="*/ 45672 h 53911"/>
                <a:gd name="connsiteX26" fmla="*/ 28623 w 46386"/>
                <a:gd name="connsiteY26" fmla="*/ 43386 h 53911"/>
                <a:gd name="connsiteX27" fmla="*/ 34909 w 46386"/>
                <a:gd name="connsiteY27" fmla="*/ 37767 h 53911"/>
                <a:gd name="connsiteX28" fmla="*/ 34909 w 46386"/>
                <a:gd name="connsiteY28" fmla="*/ 28289 h 53911"/>
                <a:gd name="connsiteX29" fmla="*/ 16859 w 46386"/>
                <a:gd name="connsiteY29" fmla="*/ 30623 h 53911"/>
                <a:gd name="connsiteX30" fmla="*/ 11525 w 46386"/>
                <a:gd name="connsiteY30" fmla="*/ 38052 h 53911"/>
                <a:gd name="connsiteX31" fmla="*/ 13811 w 46386"/>
                <a:gd name="connsiteY31" fmla="*/ 43672 h 53911"/>
                <a:gd name="connsiteX32" fmla="*/ 20098 w 46386"/>
                <a:gd name="connsiteY32" fmla="*/ 45672 h 53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386" h="53911">
                  <a:moveTo>
                    <a:pt x="16574" y="53864"/>
                  </a:moveTo>
                  <a:cubicBezTo>
                    <a:pt x="13573" y="53864"/>
                    <a:pt x="10811" y="53292"/>
                    <a:pt x="8334" y="52197"/>
                  </a:cubicBezTo>
                  <a:cubicBezTo>
                    <a:pt x="5810" y="51054"/>
                    <a:pt x="3810" y="49387"/>
                    <a:pt x="2286" y="47101"/>
                  </a:cubicBezTo>
                  <a:cubicBezTo>
                    <a:pt x="762" y="44863"/>
                    <a:pt x="0" y="42005"/>
                    <a:pt x="0" y="38624"/>
                  </a:cubicBezTo>
                  <a:cubicBezTo>
                    <a:pt x="0" y="33861"/>
                    <a:pt x="1429" y="30289"/>
                    <a:pt x="4334" y="27861"/>
                  </a:cubicBezTo>
                  <a:cubicBezTo>
                    <a:pt x="7239" y="25432"/>
                    <a:pt x="11335" y="23765"/>
                    <a:pt x="16574" y="22908"/>
                  </a:cubicBezTo>
                  <a:cubicBezTo>
                    <a:pt x="21812" y="22050"/>
                    <a:pt x="28004" y="21526"/>
                    <a:pt x="35052" y="21431"/>
                  </a:cubicBezTo>
                  <a:lnTo>
                    <a:pt x="35052" y="18240"/>
                  </a:lnTo>
                  <a:cubicBezTo>
                    <a:pt x="35052" y="14335"/>
                    <a:pt x="34100" y="11668"/>
                    <a:pt x="32147" y="10239"/>
                  </a:cubicBezTo>
                  <a:cubicBezTo>
                    <a:pt x="30242" y="8763"/>
                    <a:pt x="27765" y="8049"/>
                    <a:pt x="24813" y="8049"/>
                  </a:cubicBezTo>
                  <a:cubicBezTo>
                    <a:pt x="21622" y="8049"/>
                    <a:pt x="18955" y="8811"/>
                    <a:pt x="16812" y="10382"/>
                  </a:cubicBezTo>
                  <a:cubicBezTo>
                    <a:pt x="14669" y="11954"/>
                    <a:pt x="13621" y="14478"/>
                    <a:pt x="13621" y="17907"/>
                  </a:cubicBezTo>
                  <a:lnTo>
                    <a:pt x="2667" y="17907"/>
                  </a:lnTo>
                  <a:cubicBezTo>
                    <a:pt x="2667" y="13573"/>
                    <a:pt x="3620" y="10096"/>
                    <a:pt x="5477" y="7477"/>
                  </a:cubicBezTo>
                  <a:cubicBezTo>
                    <a:pt x="7334" y="4858"/>
                    <a:pt x="9954" y="2953"/>
                    <a:pt x="13287" y="1762"/>
                  </a:cubicBezTo>
                  <a:cubicBezTo>
                    <a:pt x="16621" y="571"/>
                    <a:pt x="20479" y="0"/>
                    <a:pt x="24860" y="0"/>
                  </a:cubicBezTo>
                  <a:cubicBezTo>
                    <a:pt x="27813" y="0"/>
                    <a:pt x="30623" y="286"/>
                    <a:pt x="33195" y="810"/>
                  </a:cubicBezTo>
                  <a:cubicBezTo>
                    <a:pt x="35814" y="1333"/>
                    <a:pt x="38100" y="2286"/>
                    <a:pt x="40053" y="3619"/>
                  </a:cubicBezTo>
                  <a:cubicBezTo>
                    <a:pt x="42053" y="4953"/>
                    <a:pt x="43577" y="6810"/>
                    <a:pt x="44720" y="9144"/>
                  </a:cubicBezTo>
                  <a:cubicBezTo>
                    <a:pt x="45863" y="11478"/>
                    <a:pt x="46387" y="14478"/>
                    <a:pt x="46387" y="18097"/>
                  </a:cubicBezTo>
                  <a:lnTo>
                    <a:pt x="46387" y="53007"/>
                  </a:lnTo>
                  <a:lnTo>
                    <a:pt x="35576" y="53007"/>
                  </a:lnTo>
                  <a:lnTo>
                    <a:pt x="35147" y="45672"/>
                  </a:lnTo>
                  <a:cubicBezTo>
                    <a:pt x="32861" y="48244"/>
                    <a:pt x="30194" y="50244"/>
                    <a:pt x="27146" y="51721"/>
                  </a:cubicBezTo>
                  <a:cubicBezTo>
                    <a:pt x="24098" y="53197"/>
                    <a:pt x="20574" y="53911"/>
                    <a:pt x="16574" y="53911"/>
                  </a:cubicBezTo>
                  <a:close/>
                  <a:moveTo>
                    <a:pt x="20050" y="45672"/>
                  </a:moveTo>
                  <a:cubicBezTo>
                    <a:pt x="23193" y="45672"/>
                    <a:pt x="26051" y="44910"/>
                    <a:pt x="28623" y="43386"/>
                  </a:cubicBezTo>
                  <a:cubicBezTo>
                    <a:pt x="31194" y="41862"/>
                    <a:pt x="33290" y="40005"/>
                    <a:pt x="34909" y="37767"/>
                  </a:cubicBezTo>
                  <a:lnTo>
                    <a:pt x="34909" y="28289"/>
                  </a:lnTo>
                  <a:cubicBezTo>
                    <a:pt x="26432" y="28289"/>
                    <a:pt x="20384" y="29099"/>
                    <a:pt x="16859" y="30623"/>
                  </a:cubicBezTo>
                  <a:cubicBezTo>
                    <a:pt x="13287" y="32147"/>
                    <a:pt x="11525" y="34623"/>
                    <a:pt x="11525" y="38052"/>
                  </a:cubicBezTo>
                  <a:cubicBezTo>
                    <a:pt x="11525" y="40481"/>
                    <a:pt x="12287" y="42339"/>
                    <a:pt x="13811" y="43672"/>
                  </a:cubicBezTo>
                  <a:cubicBezTo>
                    <a:pt x="15335" y="45006"/>
                    <a:pt x="17431" y="45672"/>
                    <a:pt x="20098" y="45672"/>
                  </a:cubicBezTo>
                  <a:close/>
                </a:path>
              </a:pathLst>
            </a:custGeom>
            <a:solidFill>
              <a:srgbClr val="FFFFFF"/>
            </a:solidFill>
            <a:ln w="4763" cap="flat">
              <a:noFill/>
              <a:prstDash val="solid"/>
              <a:miter/>
            </a:ln>
          </p:spPr>
          <p:txBody>
            <a:bodyPr rtlCol="0" anchor="ctr"/>
            <a:lstStyle/>
            <a:p>
              <a:endParaRPr lang="en-AU"/>
            </a:p>
          </p:txBody>
        </p:sp>
        <p:sp>
          <p:nvSpPr>
            <p:cNvPr id="11" name="Freeform: Shape 10">
              <a:extLst>
                <a:ext uri="{FF2B5EF4-FFF2-40B4-BE49-F238E27FC236}">
                  <a16:creationId xmlns:a16="http://schemas.microsoft.com/office/drawing/2014/main" id="{CBDA428A-90C4-230A-0527-25514EA10CA3}"/>
                </a:ext>
              </a:extLst>
            </p:cNvPr>
            <p:cNvSpPr/>
            <p:nvPr/>
          </p:nvSpPr>
          <p:spPr>
            <a:xfrm>
              <a:off x="245459" y="668226"/>
              <a:ext cx="44195" cy="53959"/>
            </a:xfrm>
            <a:custGeom>
              <a:avLst/>
              <a:gdLst>
                <a:gd name="connsiteX0" fmla="*/ 22527 w 44195"/>
                <a:gd name="connsiteY0" fmla="*/ 53959 h 53959"/>
                <a:gd name="connsiteX1" fmla="*/ 14097 w 44195"/>
                <a:gd name="connsiteY1" fmla="*/ 53102 h 53959"/>
                <a:gd name="connsiteX2" fmla="*/ 6906 w 44195"/>
                <a:gd name="connsiteY2" fmla="*/ 50197 h 53959"/>
                <a:gd name="connsiteX3" fmla="*/ 1857 w 44195"/>
                <a:gd name="connsiteY3" fmla="*/ 44815 h 53959"/>
                <a:gd name="connsiteX4" fmla="*/ 0 w 44195"/>
                <a:gd name="connsiteY4" fmla="*/ 36528 h 53959"/>
                <a:gd name="connsiteX5" fmla="*/ 10906 w 44195"/>
                <a:gd name="connsiteY5" fmla="*/ 36528 h 53959"/>
                <a:gd name="connsiteX6" fmla="*/ 14335 w 44195"/>
                <a:gd name="connsiteY6" fmla="*/ 43863 h 53959"/>
                <a:gd name="connsiteX7" fmla="*/ 22622 w 44195"/>
                <a:gd name="connsiteY7" fmla="*/ 45958 h 53959"/>
                <a:gd name="connsiteX8" fmla="*/ 30004 w 44195"/>
                <a:gd name="connsiteY8" fmla="*/ 44339 h 53959"/>
                <a:gd name="connsiteX9" fmla="*/ 32766 w 44195"/>
                <a:gd name="connsiteY9" fmla="*/ 38910 h 53959"/>
                <a:gd name="connsiteX10" fmla="*/ 29956 w 44195"/>
                <a:gd name="connsiteY10" fmla="*/ 33861 h 53959"/>
                <a:gd name="connsiteX11" fmla="*/ 20050 w 44195"/>
                <a:gd name="connsiteY11" fmla="*/ 30623 h 53959"/>
                <a:gd name="connsiteX12" fmla="*/ 9954 w 44195"/>
                <a:gd name="connsiteY12" fmla="*/ 27289 h 53959"/>
                <a:gd name="connsiteX13" fmla="*/ 3429 w 44195"/>
                <a:gd name="connsiteY13" fmla="*/ 22336 h 53959"/>
                <a:gd name="connsiteX14" fmla="*/ 1143 w 44195"/>
                <a:gd name="connsiteY14" fmla="*/ 14430 h 53959"/>
                <a:gd name="connsiteX15" fmla="*/ 2810 w 44195"/>
                <a:gd name="connsiteY15" fmla="*/ 7953 h 53959"/>
                <a:gd name="connsiteX16" fmla="*/ 7382 w 44195"/>
                <a:gd name="connsiteY16" fmla="*/ 3477 h 53959"/>
                <a:gd name="connsiteX17" fmla="*/ 14002 w 44195"/>
                <a:gd name="connsiteY17" fmla="*/ 857 h 53959"/>
                <a:gd name="connsiteX18" fmla="*/ 21907 w 44195"/>
                <a:gd name="connsiteY18" fmla="*/ 0 h 53959"/>
                <a:gd name="connsiteX19" fmla="*/ 29670 w 44195"/>
                <a:gd name="connsiteY19" fmla="*/ 905 h 53959"/>
                <a:gd name="connsiteX20" fmla="*/ 36338 w 44195"/>
                <a:gd name="connsiteY20" fmla="*/ 3762 h 53959"/>
                <a:gd name="connsiteX21" fmla="*/ 41005 w 44195"/>
                <a:gd name="connsiteY21" fmla="*/ 8954 h 53959"/>
                <a:gd name="connsiteX22" fmla="*/ 42720 w 44195"/>
                <a:gd name="connsiteY22" fmla="*/ 16812 h 53959"/>
                <a:gd name="connsiteX23" fmla="*/ 31861 w 44195"/>
                <a:gd name="connsiteY23" fmla="*/ 16812 h 53959"/>
                <a:gd name="connsiteX24" fmla="*/ 28908 w 44195"/>
                <a:gd name="connsiteY24" fmla="*/ 10096 h 53959"/>
                <a:gd name="connsiteX25" fmla="*/ 21907 w 44195"/>
                <a:gd name="connsiteY25" fmla="*/ 8144 h 53959"/>
                <a:gd name="connsiteX26" fmla="*/ 15097 w 44195"/>
                <a:gd name="connsiteY26" fmla="*/ 9525 h 53959"/>
                <a:gd name="connsiteX27" fmla="*/ 12573 w 44195"/>
                <a:gd name="connsiteY27" fmla="*/ 14002 h 53959"/>
                <a:gd name="connsiteX28" fmla="*/ 13906 w 44195"/>
                <a:gd name="connsiteY28" fmla="*/ 17002 h 53959"/>
                <a:gd name="connsiteX29" fmla="*/ 18288 w 44195"/>
                <a:gd name="connsiteY29" fmla="*/ 19288 h 53959"/>
                <a:gd name="connsiteX30" fmla="*/ 26384 w 44195"/>
                <a:gd name="connsiteY30" fmla="*/ 21527 h 53959"/>
                <a:gd name="connsiteX31" fmla="*/ 35862 w 44195"/>
                <a:gd name="connsiteY31" fmla="*/ 24717 h 53959"/>
                <a:gd name="connsiteX32" fmla="*/ 42053 w 44195"/>
                <a:gd name="connsiteY32" fmla="*/ 29670 h 53959"/>
                <a:gd name="connsiteX33" fmla="*/ 44196 w 44195"/>
                <a:gd name="connsiteY33" fmla="*/ 37671 h 53959"/>
                <a:gd name="connsiteX34" fmla="*/ 42481 w 44195"/>
                <a:gd name="connsiteY34" fmla="*/ 45148 h 53959"/>
                <a:gd name="connsiteX35" fmla="*/ 37767 w 44195"/>
                <a:gd name="connsiteY35" fmla="*/ 50197 h 53959"/>
                <a:gd name="connsiteX36" fmla="*/ 30861 w 44195"/>
                <a:gd name="connsiteY36" fmla="*/ 53054 h 53959"/>
                <a:gd name="connsiteX37" fmla="*/ 22527 w 44195"/>
                <a:gd name="connsiteY37" fmla="*/ 53959 h 53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44195" h="53959">
                  <a:moveTo>
                    <a:pt x="22527" y="53959"/>
                  </a:moveTo>
                  <a:cubicBezTo>
                    <a:pt x="19621" y="53959"/>
                    <a:pt x="16812" y="53673"/>
                    <a:pt x="14097" y="53102"/>
                  </a:cubicBezTo>
                  <a:cubicBezTo>
                    <a:pt x="11430" y="52530"/>
                    <a:pt x="9001" y="51530"/>
                    <a:pt x="6906" y="50197"/>
                  </a:cubicBezTo>
                  <a:cubicBezTo>
                    <a:pt x="4810" y="48863"/>
                    <a:pt x="3096" y="47054"/>
                    <a:pt x="1857" y="44815"/>
                  </a:cubicBezTo>
                  <a:cubicBezTo>
                    <a:pt x="619" y="42577"/>
                    <a:pt x="0" y="39815"/>
                    <a:pt x="0" y="36528"/>
                  </a:cubicBezTo>
                  <a:lnTo>
                    <a:pt x="10906" y="36528"/>
                  </a:lnTo>
                  <a:cubicBezTo>
                    <a:pt x="10906" y="40005"/>
                    <a:pt x="12049" y="42481"/>
                    <a:pt x="14335" y="43863"/>
                  </a:cubicBezTo>
                  <a:cubicBezTo>
                    <a:pt x="16621" y="45244"/>
                    <a:pt x="19383" y="45958"/>
                    <a:pt x="22622" y="45958"/>
                  </a:cubicBezTo>
                  <a:cubicBezTo>
                    <a:pt x="25670" y="45958"/>
                    <a:pt x="28146" y="45434"/>
                    <a:pt x="30004" y="44339"/>
                  </a:cubicBezTo>
                  <a:cubicBezTo>
                    <a:pt x="31861" y="43244"/>
                    <a:pt x="32766" y="41434"/>
                    <a:pt x="32766" y="38910"/>
                  </a:cubicBezTo>
                  <a:cubicBezTo>
                    <a:pt x="32766" y="36671"/>
                    <a:pt x="31814" y="35004"/>
                    <a:pt x="29956" y="33861"/>
                  </a:cubicBezTo>
                  <a:cubicBezTo>
                    <a:pt x="28051" y="32766"/>
                    <a:pt x="24765" y="31671"/>
                    <a:pt x="20050" y="30623"/>
                  </a:cubicBezTo>
                  <a:cubicBezTo>
                    <a:pt x="16145" y="29670"/>
                    <a:pt x="12811" y="28575"/>
                    <a:pt x="9954" y="27289"/>
                  </a:cubicBezTo>
                  <a:cubicBezTo>
                    <a:pt x="7096" y="26003"/>
                    <a:pt x="4953" y="24384"/>
                    <a:pt x="3429" y="22336"/>
                  </a:cubicBezTo>
                  <a:cubicBezTo>
                    <a:pt x="1905" y="20288"/>
                    <a:pt x="1143" y="17669"/>
                    <a:pt x="1143" y="14430"/>
                  </a:cubicBezTo>
                  <a:cubicBezTo>
                    <a:pt x="1143" y="11954"/>
                    <a:pt x="1715" y="9763"/>
                    <a:pt x="2810" y="7953"/>
                  </a:cubicBezTo>
                  <a:cubicBezTo>
                    <a:pt x="3905" y="6144"/>
                    <a:pt x="5477" y="4620"/>
                    <a:pt x="7382" y="3477"/>
                  </a:cubicBezTo>
                  <a:cubicBezTo>
                    <a:pt x="9287" y="2286"/>
                    <a:pt x="11525" y="1429"/>
                    <a:pt x="14002" y="857"/>
                  </a:cubicBezTo>
                  <a:cubicBezTo>
                    <a:pt x="16478" y="286"/>
                    <a:pt x="19145" y="0"/>
                    <a:pt x="21907" y="0"/>
                  </a:cubicBezTo>
                  <a:cubicBezTo>
                    <a:pt x="24670" y="0"/>
                    <a:pt x="27146" y="286"/>
                    <a:pt x="29670" y="905"/>
                  </a:cubicBezTo>
                  <a:cubicBezTo>
                    <a:pt x="32147" y="1476"/>
                    <a:pt x="34385" y="2429"/>
                    <a:pt x="36338" y="3762"/>
                  </a:cubicBezTo>
                  <a:cubicBezTo>
                    <a:pt x="38291" y="5096"/>
                    <a:pt x="39862" y="6810"/>
                    <a:pt x="41005" y="8954"/>
                  </a:cubicBezTo>
                  <a:cubicBezTo>
                    <a:pt x="42148" y="11097"/>
                    <a:pt x="42720" y="13716"/>
                    <a:pt x="42720" y="16812"/>
                  </a:cubicBezTo>
                  <a:lnTo>
                    <a:pt x="31861" y="16812"/>
                  </a:lnTo>
                  <a:cubicBezTo>
                    <a:pt x="31861" y="13621"/>
                    <a:pt x="30861" y="11382"/>
                    <a:pt x="28908" y="10096"/>
                  </a:cubicBezTo>
                  <a:cubicBezTo>
                    <a:pt x="26956" y="8811"/>
                    <a:pt x="24622" y="8144"/>
                    <a:pt x="21907" y="8144"/>
                  </a:cubicBezTo>
                  <a:cubicBezTo>
                    <a:pt x="19050" y="8144"/>
                    <a:pt x="16764" y="8620"/>
                    <a:pt x="15097" y="9525"/>
                  </a:cubicBezTo>
                  <a:cubicBezTo>
                    <a:pt x="13430" y="10430"/>
                    <a:pt x="12573" y="11954"/>
                    <a:pt x="12573" y="14002"/>
                  </a:cubicBezTo>
                  <a:cubicBezTo>
                    <a:pt x="12573" y="15192"/>
                    <a:pt x="13002" y="16193"/>
                    <a:pt x="13906" y="17002"/>
                  </a:cubicBezTo>
                  <a:cubicBezTo>
                    <a:pt x="14811" y="17812"/>
                    <a:pt x="16240" y="18621"/>
                    <a:pt x="18288" y="19288"/>
                  </a:cubicBezTo>
                  <a:cubicBezTo>
                    <a:pt x="20288" y="20002"/>
                    <a:pt x="23003" y="20717"/>
                    <a:pt x="26384" y="21527"/>
                  </a:cubicBezTo>
                  <a:cubicBezTo>
                    <a:pt x="30004" y="22384"/>
                    <a:pt x="33195" y="23431"/>
                    <a:pt x="35862" y="24717"/>
                  </a:cubicBezTo>
                  <a:cubicBezTo>
                    <a:pt x="38529" y="26003"/>
                    <a:pt x="40577" y="27623"/>
                    <a:pt x="42053" y="29670"/>
                  </a:cubicBezTo>
                  <a:cubicBezTo>
                    <a:pt x="43529" y="31718"/>
                    <a:pt x="44196" y="34385"/>
                    <a:pt x="44196" y="37671"/>
                  </a:cubicBezTo>
                  <a:cubicBezTo>
                    <a:pt x="44196" y="40577"/>
                    <a:pt x="43625" y="43101"/>
                    <a:pt x="42481" y="45148"/>
                  </a:cubicBezTo>
                  <a:cubicBezTo>
                    <a:pt x="41339" y="47196"/>
                    <a:pt x="39767" y="48911"/>
                    <a:pt x="37767" y="50197"/>
                  </a:cubicBezTo>
                  <a:cubicBezTo>
                    <a:pt x="35766" y="51483"/>
                    <a:pt x="33480" y="52435"/>
                    <a:pt x="30861" y="53054"/>
                  </a:cubicBezTo>
                  <a:cubicBezTo>
                    <a:pt x="28242" y="53673"/>
                    <a:pt x="25479" y="53959"/>
                    <a:pt x="22527" y="53959"/>
                  </a:cubicBezTo>
                  <a:close/>
                </a:path>
              </a:pathLst>
            </a:custGeom>
            <a:solidFill>
              <a:srgbClr val="FFFFFF"/>
            </a:solidFill>
            <a:ln w="4763" cap="flat">
              <a:noFill/>
              <a:prstDash val="solid"/>
              <a:miter/>
            </a:ln>
          </p:spPr>
          <p:txBody>
            <a:bodyPr rtlCol="0" anchor="ctr"/>
            <a:lstStyle/>
            <a:p>
              <a:endParaRPr lang="en-AU"/>
            </a:p>
          </p:txBody>
        </p:sp>
        <p:sp>
          <p:nvSpPr>
            <p:cNvPr id="12" name="Freeform: Shape 11">
              <a:extLst>
                <a:ext uri="{FF2B5EF4-FFF2-40B4-BE49-F238E27FC236}">
                  <a16:creationId xmlns:a16="http://schemas.microsoft.com/office/drawing/2014/main" id="{9070D6DC-89E7-A430-3F70-7BAA6C390243}"/>
                </a:ext>
              </a:extLst>
            </p:cNvPr>
            <p:cNvSpPr/>
            <p:nvPr/>
          </p:nvSpPr>
          <p:spPr>
            <a:xfrm>
              <a:off x="299466" y="668274"/>
              <a:ext cx="48291" cy="53863"/>
            </a:xfrm>
            <a:custGeom>
              <a:avLst/>
              <a:gdLst>
                <a:gd name="connsiteX0" fmla="*/ 25146 w 48291"/>
                <a:gd name="connsiteY0" fmla="*/ 53769 h 53863"/>
                <a:gd name="connsiteX1" fmla="*/ 12240 w 48291"/>
                <a:gd name="connsiteY1" fmla="*/ 50911 h 53863"/>
                <a:gd name="connsiteX2" fmla="*/ 3286 w 48291"/>
                <a:gd name="connsiteY2" fmla="*/ 42100 h 53863"/>
                <a:gd name="connsiteX3" fmla="*/ 0 w 48291"/>
                <a:gd name="connsiteY3" fmla="*/ 27099 h 53863"/>
                <a:gd name="connsiteX4" fmla="*/ 3191 w 48291"/>
                <a:gd name="connsiteY4" fmla="*/ 11954 h 53863"/>
                <a:gd name="connsiteX5" fmla="*/ 12002 w 48291"/>
                <a:gd name="connsiteY5" fmla="*/ 2953 h 53863"/>
                <a:gd name="connsiteX6" fmla="*/ 25146 w 48291"/>
                <a:gd name="connsiteY6" fmla="*/ 0 h 53863"/>
                <a:gd name="connsiteX7" fmla="*/ 36528 w 48291"/>
                <a:gd name="connsiteY7" fmla="*/ 2095 h 53863"/>
                <a:gd name="connsiteX8" fmla="*/ 44625 w 48291"/>
                <a:gd name="connsiteY8" fmla="*/ 8334 h 53863"/>
                <a:gd name="connsiteX9" fmla="*/ 47815 w 48291"/>
                <a:gd name="connsiteY9" fmla="*/ 18859 h 53863"/>
                <a:gd name="connsiteX10" fmla="*/ 36528 w 48291"/>
                <a:gd name="connsiteY10" fmla="*/ 18859 h 53863"/>
                <a:gd name="connsiteX11" fmla="*/ 33337 w 48291"/>
                <a:gd name="connsiteY11" fmla="*/ 11716 h 53863"/>
                <a:gd name="connsiteX12" fmla="*/ 25241 w 48291"/>
                <a:gd name="connsiteY12" fmla="*/ 9096 h 53863"/>
                <a:gd name="connsiteX13" fmla="*/ 15097 w 48291"/>
                <a:gd name="connsiteY13" fmla="*/ 13811 h 53863"/>
                <a:gd name="connsiteX14" fmla="*/ 11859 w 48291"/>
                <a:gd name="connsiteY14" fmla="*/ 27099 h 53863"/>
                <a:gd name="connsiteX15" fmla="*/ 13287 w 48291"/>
                <a:gd name="connsiteY15" fmla="*/ 36624 h 53863"/>
                <a:gd name="connsiteX16" fmla="*/ 17716 w 48291"/>
                <a:gd name="connsiteY16" fmla="*/ 42672 h 53863"/>
                <a:gd name="connsiteX17" fmla="*/ 25289 w 48291"/>
                <a:gd name="connsiteY17" fmla="*/ 44767 h 53863"/>
                <a:gd name="connsiteX18" fmla="*/ 33671 w 48291"/>
                <a:gd name="connsiteY18" fmla="*/ 42005 h 53863"/>
                <a:gd name="connsiteX19" fmla="*/ 37005 w 48291"/>
                <a:gd name="connsiteY19" fmla="*/ 34004 h 53863"/>
                <a:gd name="connsiteX20" fmla="*/ 48292 w 48291"/>
                <a:gd name="connsiteY20" fmla="*/ 34004 h 53863"/>
                <a:gd name="connsiteX21" fmla="*/ 45101 w 48291"/>
                <a:gd name="connsiteY21" fmla="*/ 44958 h 53863"/>
                <a:gd name="connsiteX22" fmla="*/ 36909 w 48291"/>
                <a:gd name="connsiteY22" fmla="*/ 51625 h 53863"/>
                <a:gd name="connsiteX23" fmla="*/ 25241 w 48291"/>
                <a:gd name="connsiteY23" fmla="*/ 53864 h 53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8291" h="53863">
                  <a:moveTo>
                    <a:pt x="25146" y="53769"/>
                  </a:moveTo>
                  <a:cubicBezTo>
                    <a:pt x="20336" y="53769"/>
                    <a:pt x="16050" y="52816"/>
                    <a:pt x="12240" y="50911"/>
                  </a:cubicBezTo>
                  <a:cubicBezTo>
                    <a:pt x="8477" y="49006"/>
                    <a:pt x="5477" y="46053"/>
                    <a:pt x="3286" y="42100"/>
                  </a:cubicBezTo>
                  <a:cubicBezTo>
                    <a:pt x="1095" y="38148"/>
                    <a:pt x="0" y="33147"/>
                    <a:pt x="0" y="27099"/>
                  </a:cubicBezTo>
                  <a:cubicBezTo>
                    <a:pt x="0" y="21050"/>
                    <a:pt x="1048" y="15954"/>
                    <a:pt x="3191" y="11954"/>
                  </a:cubicBezTo>
                  <a:cubicBezTo>
                    <a:pt x="5334" y="7953"/>
                    <a:pt x="8239" y="4953"/>
                    <a:pt x="12002" y="2953"/>
                  </a:cubicBezTo>
                  <a:cubicBezTo>
                    <a:pt x="15764" y="952"/>
                    <a:pt x="20145" y="0"/>
                    <a:pt x="25146" y="0"/>
                  </a:cubicBezTo>
                  <a:cubicBezTo>
                    <a:pt x="29337" y="0"/>
                    <a:pt x="33147" y="714"/>
                    <a:pt x="36528" y="2095"/>
                  </a:cubicBezTo>
                  <a:cubicBezTo>
                    <a:pt x="39910" y="3477"/>
                    <a:pt x="42624" y="5572"/>
                    <a:pt x="44625" y="8334"/>
                  </a:cubicBezTo>
                  <a:cubicBezTo>
                    <a:pt x="46625" y="11097"/>
                    <a:pt x="47720" y="14621"/>
                    <a:pt x="47815" y="18859"/>
                  </a:cubicBezTo>
                  <a:lnTo>
                    <a:pt x="36528" y="18859"/>
                  </a:lnTo>
                  <a:cubicBezTo>
                    <a:pt x="36338" y="15811"/>
                    <a:pt x="35290" y="13430"/>
                    <a:pt x="33337" y="11716"/>
                  </a:cubicBezTo>
                  <a:cubicBezTo>
                    <a:pt x="31385" y="9954"/>
                    <a:pt x="28670" y="9096"/>
                    <a:pt x="25241" y="9096"/>
                  </a:cubicBezTo>
                  <a:cubicBezTo>
                    <a:pt x="20622" y="9096"/>
                    <a:pt x="17240" y="10668"/>
                    <a:pt x="15097" y="13811"/>
                  </a:cubicBezTo>
                  <a:cubicBezTo>
                    <a:pt x="12906" y="16954"/>
                    <a:pt x="11859" y="21384"/>
                    <a:pt x="11859" y="27099"/>
                  </a:cubicBezTo>
                  <a:cubicBezTo>
                    <a:pt x="11859" y="30813"/>
                    <a:pt x="12335" y="33957"/>
                    <a:pt x="13287" y="36624"/>
                  </a:cubicBezTo>
                  <a:cubicBezTo>
                    <a:pt x="14240" y="39243"/>
                    <a:pt x="15716" y="41291"/>
                    <a:pt x="17716" y="42672"/>
                  </a:cubicBezTo>
                  <a:cubicBezTo>
                    <a:pt x="19717" y="44053"/>
                    <a:pt x="22193" y="44767"/>
                    <a:pt x="25289" y="44767"/>
                  </a:cubicBezTo>
                  <a:cubicBezTo>
                    <a:pt x="28765" y="44767"/>
                    <a:pt x="31575" y="43863"/>
                    <a:pt x="33671" y="42005"/>
                  </a:cubicBezTo>
                  <a:cubicBezTo>
                    <a:pt x="35766" y="40148"/>
                    <a:pt x="36862" y="37481"/>
                    <a:pt x="37005" y="34004"/>
                  </a:cubicBezTo>
                  <a:lnTo>
                    <a:pt x="48292" y="34004"/>
                  </a:lnTo>
                  <a:cubicBezTo>
                    <a:pt x="48196" y="38338"/>
                    <a:pt x="47101" y="42005"/>
                    <a:pt x="45101" y="44958"/>
                  </a:cubicBezTo>
                  <a:cubicBezTo>
                    <a:pt x="43053" y="47911"/>
                    <a:pt x="40338" y="50149"/>
                    <a:pt x="36909" y="51625"/>
                  </a:cubicBezTo>
                  <a:cubicBezTo>
                    <a:pt x="33480" y="53102"/>
                    <a:pt x="29575" y="53864"/>
                    <a:pt x="25241" y="53864"/>
                  </a:cubicBezTo>
                  <a:close/>
                </a:path>
              </a:pathLst>
            </a:custGeom>
            <a:solidFill>
              <a:srgbClr val="FFFFFF"/>
            </a:solidFill>
            <a:ln w="4763" cap="flat">
              <a:noFill/>
              <a:prstDash val="solid"/>
              <a:miter/>
            </a:ln>
          </p:spPr>
          <p:txBody>
            <a:bodyPr rtlCol="0" anchor="ctr"/>
            <a:lstStyle/>
            <a:p>
              <a:endParaRPr lang="en-AU"/>
            </a:p>
          </p:txBody>
        </p:sp>
        <p:sp>
          <p:nvSpPr>
            <p:cNvPr id="13" name="Freeform: Shape 12">
              <a:extLst>
                <a:ext uri="{FF2B5EF4-FFF2-40B4-BE49-F238E27FC236}">
                  <a16:creationId xmlns:a16="http://schemas.microsoft.com/office/drawing/2014/main" id="{E6B751B1-5F98-5F8D-129A-77A108CEE46E}"/>
                </a:ext>
              </a:extLst>
            </p:cNvPr>
            <p:cNvSpPr/>
            <p:nvPr/>
          </p:nvSpPr>
          <p:spPr>
            <a:xfrm>
              <a:off x="358330" y="668274"/>
              <a:ext cx="48672" cy="53911"/>
            </a:xfrm>
            <a:custGeom>
              <a:avLst/>
              <a:gdLst>
                <a:gd name="connsiteX0" fmla="*/ 25575 w 48672"/>
                <a:gd name="connsiteY0" fmla="*/ 53911 h 53911"/>
                <a:gd name="connsiteX1" fmla="*/ 11335 w 48672"/>
                <a:gd name="connsiteY1" fmla="*/ 50530 h 53911"/>
                <a:gd name="connsiteX2" fmla="*/ 2810 w 48672"/>
                <a:gd name="connsiteY2" fmla="*/ 41005 h 53911"/>
                <a:gd name="connsiteX3" fmla="*/ 0 w 48672"/>
                <a:gd name="connsiteY3" fmla="*/ 26813 h 53911"/>
                <a:gd name="connsiteX4" fmla="*/ 2762 w 48672"/>
                <a:gd name="connsiteY4" fmla="*/ 12668 h 53911"/>
                <a:gd name="connsiteX5" fmla="*/ 11001 w 48672"/>
                <a:gd name="connsiteY5" fmla="*/ 3334 h 53911"/>
                <a:gd name="connsiteX6" fmla="*/ 24717 w 48672"/>
                <a:gd name="connsiteY6" fmla="*/ 0 h 53911"/>
                <a:gd name="connsiteX7" fmla="*/ 42243 w 48672"/>
                <a:gd name="connsiteY7" fmla="*/ 6620 h 53911"/>
                <a:gd name="connsiteX8" fmla="*/ 48673 w 48672"/>
                <a:gd name="connsiteY8" fmla="*/ 25527 h 53911"/>
                <a:gd name="connsiteX9" fmla="*/ 48578 w 48672"/>
                <a:gd name="connsiteY9" fmla="*/ 27384 h 53911"/>
                <a:gd name="connsiteX10" fmla="*/ 48387 w 48672"/>
                <a:gd name="connsiteY10" fmla="*/ 28956 h 53911"/>
                <a:gd name="connsiteX11" fmla="*/ 11573 w 48672"/>
                <a:gd name="connsiteY11" fmla="*/ 28956 h 53911"/>
                <a:gd name="connsiteX12" fmla="*/ 13049 w 48672"/>
                <a:gd name="connsiteY12" fmla="*/ 37100 h 53911"/>
                <a:gd name="connsiteX13" fmla="*/ 17574 w 48672"/>
                <a:gd name="connsiteY13" fmla="*/ 43053 h 53911"/>
                <a:gd name="connsiteX14" fmla="*/ 25670 w 48672"/>
                <a:gd name="connsiteY14" fmla="*/ 45291 h 53911"/>
                <a:gd name="connsiteX15" fmla="*/ 34052 w 48672"/>
                <a:gd name="connsiteY15" fmla="*/ 42910 h 53911"/>
                <a:gd name="connsiteX16" fmla="*/ 37243 w 48672"/>
                <a:gd name="connsiteY16" fmla="*/ 35862 h 53911"/>
                <a:gd name="connsiteX17" fmla="*/ 48625 w 48672"/>
                <a:gd name="connsiteY17" fmla="*/ 35862 h 53911"/>
                <a:gd name="connsiteX18" fmla="*/ 45482 w 48672"/>
                <a:gd name="connsiteY18" fmla="*/ 45672 h 53911"/>
                <a:gd name="connsiteX19" fmla="*/ 37576 w 48672"/>
                <a:gd name="connsiteY19" fmla="*/ 51816 h 53911"/>
                <a:gd name="connsiteX20" fmla="*/ 25622 w 48672"/>
                <a:gd name="connsiteY20" fmla="*/ 53911 h 53911"/>
                <a:gd name="connsiteX21" fmla="*/ 11621 w 48672"/>
                <a:gd name="connsiteY21" fmla="*/ 21241 h 53911"/>
                <a:gd name="connsiteX22" fmla="*/ 37100 w 48672"/>
                <a:gd name="connsiteY22" fmla="*/ 21241 h 53911"/>
                <a:gd name="connsiteX23" fmla="*/ 33576 w 48672"/>
                <a:gd name="connsiteY23" fmla="*/ 11668 h 53911"/>
                <a:gd name="connsiteX24" fmla="*/ 24622 w 48672"/>
                <a:gd name="connsiteY24" fmla="*/ 8382 h 53911"/>
                <a:gd name="connsiteX25" fmla="*/ 15478 w 48672"/>
                <a:gd name="connsiteY25" fmla="*/ 11716 h 53911"/>
                <a:gd name="connsiteX26" fmla="*/ 11621 w 48672"/>
                <a:gd name="connsiteY26" fmla="*/ 21288 h 53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8672" h="53911">
                  <a:moveTo>
                    <a:pt x="25575" y="53911"/>
                  </a:moveTo>
                  <a:cubicBezTo>
                    <a:pt x="19860" y="53911"/>
                    <a:pt x="15145" y="52768"/>
                    <a:pt x="11335" y="50530"/>
                  </a:cubicBezTo>
                  <a:cubicBezTo>
                    <a:pt x="7525" y="48244"/>
                    <a:pt x="4715" y="45101"/>
                    <a:pt x="2810" y="41005"/>
                  </a:cubicBezTo>
                  <a:cubicBezTo>
                    <a:pt x="905" y="36909"/>
                    <a:pt x="0" y="32194"/>
                    <a:pt x="0" y="26813"/>
                  </a:cubicBezTo>
                  <a:cubicBezTo>
                    <a:pt x="0" y="21431"/>
                    <a:pt x="905" y="16669"/>
                    <a:pt x="2762" y="12668"/>
                  </a:cubicBezTo>
                  <a:cubicBezTo>
                    <a:pt x="4620" y="8668"/>
                    <a:pt x="7334" y="5524"/>
                    <a:pt x="11001" y="3334"/>
                  </a:cubicBezTo>
                  <a:cubicBezTo>
                    <a:pt x="14669" y="1095"/>
                    <a:pt x="19241" y="0"/>
                    <a:pt x="24717" y="0"/>
                  </a:cubicBezTo>
                  <a:cubicBezTo>
                    <a:pt x="32147" y="0"/>
                    <a:pt x="37957" y="2191"/>
                    <a:pt x="42243" y="6620"/>
                  </a:cubicBezTo>
                  <a:cubicBezTo>
                    <a:pt x="46530" y="11049"/>
                    <a:pt x="48673" y="17335"/>
                    <a:pt x="48673" y="25527"/>
                  </a:cubicBezTo>
                  <a:cubicBezTo>
                    <a:pt x="48673" y="26003"/>
                    <a:pt x="48673" y="26622"/>
                    <a:pt x="48578" y="27384"/>
                  </a:cubicBezTo>
                  <a:cubicBezTo>
                    <a:pt x="48530" y="28099"/>
                    <a:pt x="48482" y="28623"/>
                    <a:pt x="48387" y="28956"/>
                  </a:cubicBezTo>
                  <a:lnTo>
                    <a:pt x="11573" y="28956"/>
                  </a:lnTo>
                  <a:cubicBezTo>
                    <a:pt x="11573" y="31909"/>
                    <a:pt x="12097" y="34623"/>
                    <a:pt x="13049" y="37100"/>
                  </a:cubicBezTo>
                  <a:cubicBezTo>
                    <a:pt x="14002" y="39576"/>
                    <a:pt x="15478" y="41577"/>
                    <a:pt x="17574" y="43053"/>
                  </a:cubicBezTo>
                  <a:cubicBezTo>
                    <a:pt x="19622" y="44529"/>
                    <a:pt x="22336" y="45291"/>
                    <a:pt x="25670" y="45291"/>
                  </a:cubicBezTo>
                  <a:cubicBezTo>
                    <a:pt x="29242" y="45291"/>
                    <a:pt x="32052" y="44482"/>
                    <a:pt x="34052" y="42910"/>
                  </a:cubicBezTo>
                  <a:cubicBezTo>
                    <a:pt x="36100" y="41338"/>
                    <a:pt x="37148" y="39005"/>
                    <a:pt x="37243" y="35862"/>
                  </a:cubicBezTo>
                  <a:lnTo>
                    <a:pt x="48625" y="35862"/>
                  </a:lnTo>
                  <a:cubicBezTo>
                    <a:pt x="48435" y="39719"/>
                    <a:pt x="47387" y="43005"/>
                    <a:pt x="45482" y="45672"/>
                  </a:cubicBezTo>
                  <a:cubicBezTo>
                    <a:pt x="43577" y="48387"/>
                    <a:pt x="40957" y="50387"/>
                    <a:pt x="37576" y="51816"/>
                  </a:cubicBezTo>
                  <a:cubicBezTo>
                    <a:pt x="34195" y="53245"/>
                    <a:pt x="30242" y="53911"/>
                    <a:pt x="25622" y="53911"/>
                  </a:cubicBezTo>
                  <a:close/>
                  <a:moveTo>
                    <a:pt x="11621" y="21241"/>
                  </a:moveTo>
                  <a:lnTo>
                    <a:pt x="37100" y="21241"/>
                  </a:lnTo>
                  <a:cubicBezTo>
                    <a:pt x="37005" y="17050"/>
                    <a:pt x="35814" y="13859"/>
                    <a:pt x="33576" y="11668"/>
                  </a:cubicBezTo>
                  <a:cubicBezTo>
                    <a:pt x="31337" y="9477"/>
                    <a:pt x="28384" y="8382"/>
                    <a:pt x="24622" y="8382"/>
                  </a:cubicBezTo>
                  <a:cubicBezTo>
                    <a:pt x="20860" y="8382"/>
                    <a:pt x="17717" y="9477"/>
                    <a:pt x="15478" y="11716"/>
                  </a:cubicBezTo>
                  <a:cubicBezTo>
                    <a:pt x="13192" y="13906"/>
                    <a:pt x="11906" y="17097"/>
                    <a:pt x="11621" y="21288"/>
                  </a:cubicBezTo>
                  <a:close/>
                </a:path>
              </a:pathLst>
            </a:custGeom>
            <a:solidFill>
              <a:srgbClr val="FFFFFF"/>
            </a:solidFill>
            <a:ln w="4763" cap="flat">
              <a:noFill/>
              <a:prstDash val="solid"/>
              <a:miter/>
            </a:ln>
          </p:spPr>
          <p:txBody>
            <a:bodyPr rtlCol="0" anchor="ctr"/>
            <a:lstStyle/>
            <a:p>
              <a:endParaRPr lang="en-AU"/>
            </a:p>
          </p:txBody>
        </p:sp>
        <p:sp>
          <p:nvSpPr>
            <p:cNvPr id="14" name="Freeform: Shape 13">
              <a:extLst>
                <a:ext uri="{FF2B5EF4-FFF2-40B4-BE49-F238E27FC236}">
                  <a16:creationId xmlns:a16="http://schemas.microsoft.com/office/drawing/2014/main" id="{EAAF1636-6086-5270-501E-CA1192ECC8FB}"/>
                </a:ext>
              </a:extLst>
            </p:cNvPr>
            <p:cNvSpPr/>
            <p:nvPr/>
          </p:nvSpPr>
          <p:spPr>
            <a:xfrm>
              <a:off x="420385" y="668369"/>
              <a:ext cx="46196" cy="52863"/>
            </a:xfrm>
            <a:custGeom>
              <a:avLst/>
              <a:gdLst>
                <a:gd name="connsiteX0" fmla="*/ 0 w 46196"/>
                <a:gd name="connsiteY0" fmla="*/ 52864 h 52863"/>
                <a:gd name="connsiteX1" fmla="*/ 0 w 46196"/>
                <a:gd name="connsiteY1" fmla="*/ 762 h 52863"/>
                <a:gd name="connsiteX2" fmla="*/ 11097 w 46196"/>
                <a:gd name="connsiteY2" fmla="*/ 762 h 52863"/>
                <a:gd name="connsiteX3" fmla="*/ 11382 w 46196"/>
                <a:gd name="connsiteY3" fmla="*/ 8668 h 52863"/>
                <a:gd name="connsiteX4" fmla="*/ 18336 w 46196"/>
                <a:gd name="connsiteY4" fmla="*/ 2715 h 52863"/>
                <a:gd name="connsiteX5" fmla="*/ 29623 w 46196"/>
                <a:gd name="connsiteY5" fmla="*/ 0 h 52863"/>
                <a:gd name="connsiteX6" fmla="*/ 42053 w 46196"/>
                <a:gd name="connsiteY6" fmla="*/ 4953 h 52863"/>
                <a:gd name="connsiteX7" fmla="*/ 46196 w 46196"/>
                <a:gd name="connsiteY7" fmla="*/ 19098 h 52863"/>
                <a:gd name="connsiteX8" fmla="*/ 46196 w 46196"/>
                <a:gd name="connsiteY8" fmla="*/ 52864 h 52863"/>
                <a:gd name="connsiteX9" fmla="*/ 34671 w 46196"/>
                <a:gd name="connsiteY9" fmla="*/ 52864 h 52863"/>
                <a:gd name="connsiteX10" fmla="*/ 34671 w 46196"/>
                <a:gd name="connsiteY10" fmla="*/ 20622 h 52863"/>
                <a:gd name="connsiteX11" fmla="*/ 33861 w 46196"/>
                <a:gd name="connsiteY11" fmla="*/ 14764 h 52863"/>
                <a:gd name="connsiteX12" fmla="*/ 31147 w 46196"/>
                <a:gd name="connsiteY12" fmla="*/ 10811 h 52863"/>
                <a:gd name="connsiteX13" fmla="*/ 25956 w 46196"/>
                <a:gd name="connsiteY13" fmla="*/ 9382 h 52863"/>
                <a:gd name="connsiteX14" fmla="*/ 17431 w 46196"/>
                <a:gd name="connsiteY14" fmla="*/ 11716 h 52863"/>
                <a:gd name="connsiteX15" fmla="*/ 11621 w 46196"/>
                <a:gd name="connsiteY15" fmla="*/ 17002 h 52863"/>
                <a:gd name="connsiteX16" fmla="*/ 11621 w 46196"/>
                <a:gd name="connsiteY16" fmla="*/ 52864 h 52863"/>
                <a:gd name="connsiteX17" fmla="*/ 48 w 46196"/>
                <a:gd name="connsiteY17" fmla="*/ 52864 h 52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6196" h="52863">
                  <a:moveTo>
                    <a:pt x="0" y="52864"/>
                  </a:moveTo>
                  <a:lnTo>
                    <a:pt x="0" y="762"/>
                  </a:lnTo>
                  <a:lnTo>
                    <a:pt x="11097" y="762"/>
                  </a:lnTo>
                  <a:lnTo>
                    <a:pt x="11382" y="8668"/>
                  </a:lnTo>
                  <a:cubicBezTo>
                    <a:pt x="13097" y="6477"/>
                    <a:pt x="15431" y="4524"/>
                    <a:pt x="18336" y="2715"/>
                  </a:cubicBezTo>
                  <a:cubicBezTo>
                    <a:pt x="21241" y="905"/>
                    <a:pt x="25003" y="0"/>
                    <a:pt x="29623" y="0"/>
                  </a:cubicBezTo>
                  <a:cubicBezTo>
                    <a:pt x="35147" y="0"/>
                    <a:pt x="39291" y="1667"/>
                    <a:pt x="42053" y="4953"/>
                  </a:cubicBezTo>
                  <a:cubicBezTo>
                    <a:pt x="44815" y="8239"/>
                    <a:pt x="46196" y="12954"/>
                    <a:pt x="46196" y="19098"/>
                  </a:cubicBezTo>
                  <a:lnTo>
                    <a:pt x="46196" y="52864"/>
                  </a:lnTo>
                  <a:lnTo>
                    <a:pt x="34671" y="52864"/>
                  </a:lnTo>
                  <a:lnTo>
                    <a:pt x="34671" y="20622"/>
                  </a:lnTo>
                  <a:cubicBezTo>
                    <a:pt x="34671" y="18431"/>
                    <a:pt x="34385" y="16478"/>
                    <a:pt x="33861" y="14764"/>
                  </a:cubicBezTo>
                  <a:cubicBezTo>
                    <a:pt x="33338" y="13049"/>
                    <a:pt x="32433" y="11763"/>
                    <a:pt x="31147" y="10811"/>
                  </a:cubicBezTo>
                  <a:cubicBezTo>
                    <a:pt x="29861" y="9858"/>
                    <a:pt x="28146" y="9382"/>
                    <a:pt x="25956" y="9382"/>
                  </a:cubicBezTo>
                  <a:cubicBezTo>
                    <a:pt x="22622" y="9382"/>
                    <a:pt x="19764" y="10144"/>
                    <a:pt x="17431" y="11716"/>
                  </a:cubicBezTo>
                  <a:cubicBezTo>
                    <a:pt x="15097" y="13287"/>
                    <a:pt x="13145" y="15002"/>
                    <a:pt x="11621" y="17002"/>
                  </a:cubicBezTo>
                  <a:lnTo>
                    <a:pt x="11621" y="52864"/>
                  </a:lnTo>
                  <a:lnTo>
                    <a:pt x="48" y="52864"/>
                  </a:lnTo>
                  <a:close/>
                </a:path>
              </a:pathLst>
            </a:custGeom>
            <a:solidFill>
              <a:srgbClr val="FFFFFF"/>
            </a:solidFill>
            <a:ln w="4763" cap="flat">
              <a:noFill/>
              <a:prstDash val="solid"/>
              <a:miter/>
            </a:ln>
          </p:spPr>
          <p:txBody>
            <a:bodyPr rtlCol="0" anchor="ctr"/>
            <a:lstStyle/>
            <a:p>
              <a:endParaRPr lang="en-AU"/>
            </a:p>
          </p:txBody>
        </p:sp>
        <p:sp>
          <p:nvSpPr>
            <p:cNvPr id="15" name="Freeform: Shape 14">
              <a:extLst>
                <a:ext uri="{FF2B5EF4-FFF2-40B4-BE49-F238E27FC236}">
                  <a16:creationId xmlns:a16="http://schemas.microsoft.com/office/drawing/2014/main" id="{BA3EC124-1E94-A3D2-0C2E-63F3ACD33906}"/>
                </a:ext>
              </a:extLst>
            </p:cNvPr>
            <p:cNvSpPr/>
            <p:nvPr/>
          </p:nvSpPr>
          <p:spPr>
            <a:xfrm>
              <a:off x="479440" y="649271"/>
              <a:ext cx="49434" cy="72866"/>
            </a:xfrm>
            <a:custGeom>
              <a:avLst/>
              <a:gdLst>
                <a:gd name="connsiteX0" fmla="*/ 20669 w 49434"/>
                <a:gd name="connsiteY0" fmla="*/ 72866 h 72866"/>
                <a:gd name="connsiteX1" fmla="*/ 9906 w 49434"/>
                <a:gd name="connsiteY1" fmla="*/ 69866 h 72866"/>
                <a:gd name="connsiteX2" fmla="*/ 2619 w 49434"/>
                <a:gd name="connsiteY2" fmla="*/ 60817 h 72866"/>
                <a:gd name="connsiteX3" fmla="*/ 0 w 49434"/>
                <a:gd name="connsiteY3" fmla="*/ 45672 h 72866"/>
                <a:gd name="connsiteX4" fmla="*/ 2810 w 49434"/>
                <a:gd name="connsiteY4" fmla="*/ 30766 h 72866"/>
                <a:gd name="connsiteX5" fmla="*/ 10573 w 49434"/>
                <a:gd name="connsiteY5" fmla="*/ 21907 h 72866"/>
                <a:gd name="connsiteX6" fmla="*/ 22003 w 49434"/>
                <a:gd name="connsiteY6" fmla="*/ 18955 h 72866"/>
                <a:gd name="connsiteX7" fmla="*/ 31480 w 49434"/>
                <a:gd name="connsiteY7" fmla="*/ 21288 h 72866"/>
                <a:gd name="connsiteX8" fmla="*/ 37909 w 49434"/>
                <a:gd name="connsiteY8" fmla="*/ 27527 h 72866"/>
                <a:gd name="connsiteX9" fmla="*/ 37909 w 49434"/>
                <a:gd name="connsiteY9" fmla="*/ 0 h 72866"/>
                <a:gd name="connsiteX10" fmla="*/ 49435 w 49434"/>
                <a:gd name="connsiteY10" fmla="*/ 0 h 72866"/>
                <a:gd name="connsiteX11" fmla="*/ 49435 w 49434"/>
                <a:gd name="connsiteY11" fmla="*/ 71961 h 72866"/>
                <a:gd name="connsiteX12" fmla="*/ 38481 w 49434"/>
                <a:gd name="connsiteY12" fmla="*/ 71961 h 72866"/>
                <a:gd name="connsiteX13" fmla="*/ 37909 w 49434"/>
                <a:gd name="connsiteY13" fmla="*/ 64484 h 72866"/>
                <a:gd name="connsiteX14" fmla="*/ 30909 w 49434"/>
                <a:gd name="connsiteY14" fmla="*/ 70580 h 72866"/>
                <a:gd name="connsiteX15" fmla="*/ 20765 w 49434"/>
                <a:gd name="connsiteY15" fmla="*/ 72866 h 72866"/>
                <a:gd name="connsiteX16" fmla="*/ 23670 w 49434"/>
                <a:gd name="connsiteY16" fmla="*/ 63865 h 72866"/>
                <a:gd name="connsiteX17" fmla="*/ 32337 w 49434"/>
                <a:gd name="connsiteY17" fmla="*/ 61293 h 72866"/>
                <a:gd name="connsiteX18" fmla="*/ 37862 w 49434"/>
                <a:gd name="connsiteY18" fmla="*/ 55102 h 72866"/>
                <a:gd name="connsiteX19" fmla="*/ 37862 w 49434"/>
                <a:gd name="connsiteY19" fmla="*/ 37433 h 72866"/>
                <a:gd name="connsiteX20" fmla="*/ 32718 w 49434"/>
                <a:gd name="connsiteY20" fmla="*/ 30766 h 72866"/>
                <a:gd name="connsiteX21" fmla="*/ 24575 w 49434"/>
                <a:gd name="connsiteY21" fmla="*/ 28004 h 72866"/>
                <a:gd name="connsiteX22" fmla="*/ 15097 w 49434"/>
                <a:gd name="connsiteY22" fmla="*/ 32575 h 72866"/>
                <a:gd name="connsiteX23" fmla="*/ 11859 w 49434"/>
                <a:gd name="connsiteY23" fmla="*/ 45625 h 72866"/>
                <a:gd name="connsiteX24" fmla="*/ 14954 w 49434"/>
                <a:gd name="connsiteY24" fmla="*/ 59293 h 72866"/>
                <a:gd name="connsiteX25" fmla="*/ 23765 w 49434"/>
                <a:gd name="connsiteY25" fmla="*/ 63865 h 72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9434" h="72866">
                  <a:moveTo>
                    <a:pt x="20669" y="72866"/>
                  </a:moveTo>
                  <a:cubicBezTo>
                    <a:pt x="16621" y="72866"/>
                    <a:pt x="13002" y="71866"/>
                    <a:pt x="9906" y="69866"/>
                  </a:cubicBezTo>
                  <a:cubicBezTo>
                    <a:pt x="6763" y="67866"/>
                    <a:pt x="4334" y="64865"/>
                    <a:pt x="2619" y="60817"/>
                  </a:cubicBezTo>
                  <a:cubicBezTo>
                    <a:pt x="857" y="56769"/>
                    <a:pt x="0" y="51721"/>
                    <a:pt x="0" y="45672"/>
                  </a:cubicBezTo>
                  <a:cubicBezTo>
                    <a:pt x="0" y="39624"/>
                    <a:pt x="953" y="34719"/>
                    <a:pt x="2810" y="30766"/>
                  </a:cubicBezTo>
                  <a:cubicBezTo>
                    <a:pt x="4667" y="26813"/>
                    <a:pt x="7287" y="23860"/>
                    <a:pt x="10573" y="21907"/>
                  </a:cubicBezTo>
                  <a:cubicBezTo>
                    <a:pt x="13859" y="19907"/>
                    <a:pt x="17669" y="18955"/>
                    <a:pt x="22003" y="18955"/>
                  </a:cubicBezTo>
                  <a:cubicBezTo>
                    <a:pt x="25622" y="18955"/>
                    <a:pt x="28766" y="19764"/>
                    <a:pt x="31480" y="21288"/>
                  </a:cubicBezTo>
                  <a:cubicBezTo>
                    <a:pt x="34147" y="22860"/>
                    <a:pt x="36290" y="24956"/>
                    <a:pt x="37909" y="27527"/>
                  </a:cubicBezTo>
                  <a:lnTo>
                    <a:pt x="37909" y="0"/>
                  </a:lnTo>
                  <a:lnTo>
                    <a:pt x="49435" y="0"/>
                  </a:lnTo>
                  <a:lnTo>
                    <a:pt x="49435" y="71961"/>
                  </a:lnTo>
                  <a:lnTo>
                    <a:pt x="38481" y="71961"/>
                  </a:lnTo>
                  <a:lnTo>
                    <a:pt x="37909" y="64484"/>
                  </a:lnTo>
                  <a:cubicBezTo>
                    <a:pt x="36052" y="67008"/>
                    <a:pt x="33719" y="69056"/>
                    <a:pt x="30909" y="70580"/>
                  </a:cubicBezTo>
                  <a:cubicBezTo>
                    <a:pt x="28099" y="72104"/>
                    <a:pt x="24717" y="72866"/>
                    <a:pt x="20765" y="72866"/>
                  </a:cubicBezTo>
                  <a:close/>
                  <a:moveTo>
                    <a:pt x="23670" y="63865"/>
                  </a:moveTo>
                  <a:cubicBezTo>
                    <a:pt x="27099" y="63865"/>
                    <a:pt x="29956" y="63008"/>
                    <a:pt x="32337" y="61293"/>
                  </a:cubicBezTo>
                  <a:cubicBezTo>
                    <a:pt x="34671" y="59579"/>
                    <a:pt x="36528" y="57531"/>
                    <a:pt x="37862" y="55102"/>
                  </a:cubicBezTo>
                  <a:lnTo>
                    <a:pt x="37862" y="37433"/>
                  </a:lnTo>
                  <a:cubicBezTo>
                    <a:pt x="36624" y="34814"/>
                    <a:pt x="34909" y="32623"/>
                    <a:pt x="32718" y="30766"/>
                  </a:cubicBezTo>
                  <a:cubicBezTo>
                    <a:pt x="30528" y="28908"/>
                    <a:pt x="27813" y="28004"/>
                    <a:pt x="24575" y="28004"/>
                  </a:cubicBezTo>
                  <a:cubicBezTo>
                    <a:pt x="20431" y="28004"/>
                    <a:pt x="17288" y="29527"/>
                    <a:pt x="15097" y="32575"/>
                  </a:cubicBezTo>
                  <a:cubicBezTo>
                    <a:pt x="12906" y="35623"/>
                    <a:pt x="11859" y="39957"/>
                    <a:pt x="11859" y="45625"/>
                  </a:cubicBezTo>
                  <a:cubicBezTo>
                    <a:pt x="11859" y="51673"/>
                    <a:pt x="12906" y="56245"/>
                    <a:pt x="14954" y="59293"/>
                  </a:cubicBezTo>
                  <a:cubicBezTo>
                    <a:pt x="17002" y="62341"/>
                    <a:pt x="19955" y="63865"/>
                    <a:pt x="23765" y="63865"/>
                  </a:cubicBezTo>
                  <a:close/>
                </a:path>
              </a:pathLst>
            </a:custGeom>
            <a:solidFill>
              <a:srgbClr val="FFFFFF"/>
            </a:solidFill>
            <a:ln w="4763" cap="flat">
              <a:noFill/>
              <a:prstDash val="solid"/>
              <a:miter/>
            </a:ln>
          </p:spPr>
          <p:txBody>
            <a:bodyPr rtlCol="0" anchor="ctr"/>
            <a:lstStyle/>
            <a:p>
              <a:endParaRPr lang="en-AU"/>
            </a:p>
          </p:txBody>
        </p:sp>
        <p:sp>
          <p:nvSpPr>
            <p:cNvPr id="16" name="Freeform: Shape 15">
              <a:extLst>
                <a:ext uri="{FF2B5EF4-FFF2-40B4-BE49-F238E27FC236}">
                  <a16:creationId xmlns:a16="http://schemas.microsoft.com/office/drawing/2014/main" id="{98637934-1C2C-3E9E-3659-3A5E6B44817F}"/>
                </a:ext>
              </a:extLst>
            </p:cNvPr>
            <p:cNvSpPr/>
            <p:nvPr/>
          </p:nvSpPr>
          <p:spPr>
            <a:xfrm>
              <a:off x="543972" y="648700"/>
              <a:ext cx="13620" cy="72532"/>
            </a:xfrm>
            <a:custGeom>
              <a:avLst/>
              <a:gdLst>
                <a:gd name="connsiteX0" fmla="*/ 6810 w 13620"/>
                <a:gd name="connsiteY0" fmla="*/ 12097 h 72532"/>
                <a:gd name="connsiteX1" fmla="*/ 1762 w 13620"/>
                <a:gd name="connsiteY1" fmla="*/ 10382 h 72532"/>
                <a:gd name="connsiteX2" fmla="*/ 0 w 13620"/>
                <a:gd name="connsiteY2" fmla="*/ 6096 h 72532"/>
                <a:gd name="connsiteX3" fmla="*/ 1762 w 13620"/>
                <a:gd name="connsiteY3" fmla="*/ 1715 h 72532"/>
                <a:gd name="connsiteX4" fmla="*/ 6810 w 13620"/>
                <a:gd name="connsiteY4" fmla="*/ 0 h 72532"/>
                <a:gd name="connsiteX5" fmla="*/ 11811 w 13620"/>
                <a:gd name="connsiteY5" fmla="*/ 1715 h 72532"/>
                <a:gd name="connsiteX6" fmla="*/ 13621 w 13620"/>
                <a:gd name="connsiteY6" fmla="*/ 6048 h 72532"/>
                <a:gd name="connsiteX7" fmla="*/ 11811 w 13620"/>
                <a:gd name="connsiteY7" fmla="*/ 10382 h 72532"/>
                <a:gd name="connsiteX8" fmla="*/ 6810 w 13620"/>
                <a:gd name="connsiteY8" fmla="*/ 12097 h 72532"/>
                <a:gd name="connsiteX9" fmla="*/ 1000 w 13620"/>
                <a:gd name="connsiteY9" fmla="*/ 72533 h 72532"/>
                <a:gd name="connsiteX10" fmla="*/ 1000 w 13620"/>
                <a:gd name="connsiteY10" fmla="*/ 20431 h 72532"/>
                <a:gd name="connsiteX11" fmla="*/ 12573 w 13620"/>
                <a:gd name="connsiteY11" fmla="*/ 20431 h 72532"/>
                <a:gd name="connsiteX12" fmla="*/ 12573 w 13620"/>
                <a:gd name="connsiteY12" fmla="*/ 72533 h 72532"/>
                <a:gd name="connsiteX13" fmla="*/ 1000 w 13620"/>
                <a:gd name="connsiteY13" fmla="*/ 72533 h 72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620" h="72532">
                  <a:moveTo>
                    <a:pt x="6810" y="12097"/>
                  </a:moveTo>
                  <a:cubicBezTo>
                    <a:pt x="4620" y="12097"/>
                    <a:pt x="2953" y="11525"/>
                    <a:pt x="1762" y="10382"/>
                  </a:cubicBezTo>
                  <a:cubicBezTo>
                    <a:pt x="571" y="9239"/>
                    <a:pt x="0" y="7810"/>
                    <a:pt x="0" y="6096"/>
                  </a:cubicBezTo>
                  <a:cubicBezTo>
                    <a:pt x="0" y="4381"/>
                    <a:pt x="571" y="2857"/>
                    <a:pt x="1762" y="1715"/>
                  </a:cubicBezTo>
                  <a:cubicBezTo>
                    <a:pt x="2953" y="571"/>
                    <a:pt x="4620" y="0"/>
                    <a:pt x="6810" y="0"/>
                  </a:cubicBezTo>
                  <a:cubicBezTo>
                    <a:pt x="9001" y="0"/>
                    <a:pt x="10620" y="571"/>
                    <a:pt x="11811" y="1715"/>
                  </a:cubicBezTo>
                  <a:cubicBezTo>
                    <a:pt x="13002" y="2857"/>
                    <a:pt x="13621" y="4286"/>
                    <a:pt x="13621" y="6048"/>
                  </a:cubicBezTo>
                  <a:cubicBezTo>
                    <a:pt x="13621" y="7810"/>
                    <a:pt x="13002" y="9239"/>
                    <a:pt x="11811" y="10382"/>
                  </a:cubicBezTo>
                  <a:cubicBezTo>
                    <a:pt x="10620" y="11525"/>
                    <a:pt x="8953" y="12097"/>
                    <a:pt x="6810" y="12097"/>
                  </a:cubicBezTo>
                  <a:close/>
                  <a:moveTo>
                    <a:pt x="1000" y="72533"/>
                  </a:moveTo>
                  <a:lnTo>
                    <a:pt x="1000" y="20431"/>
                  </a:lnTo>
                  <a:lnTo>
                    <a:pt x="12573" y="20431"/>
                  </a:lnTo>
                  <a:lnTo>
                    <a:pt x="12573" y="72533"/>
                  </a:lnTo>
                  <a:lnTo>
                    <a:pt x="1000" y="72533"/>
                  </a:lnTo>
                  <a:close/>
                </a:path>
              </a:pathLst>
            </a:custGeom>
            <a:solidFill>
              <a:srgbClr val="FFFFFF"/>
            </a:solidFill>
            <a:ln w="4763" cap="flat">
              <a:noFill/>
              <a:prstDash val="solid"/>
              <a:miter/>
            </a:ln>
          </p:spPr>
          <p:txBody>
            <a:bodyPr rtlCol="0" anchor="ctr"/>
            <a:lstStyle/>
            <a:p>
              <a:endParaRPr lang="en-AU"/>
            </a:p>
          </p:txBody>
        </p:sp>
        <p:sp>
          <p:nvSpPr>
            <p:cNvPr id="17" name="Freeform: Shape 16">
              <a:extLst>
                <a:ext uri="{FF2B5EF4-FFF2-40B4-BE49-F238E27FC236}">
                  <a16:creationId xmlns:a16="http://schemas.microsoft.com/office/drawing/2014/main" id="{ED86CCD6-5F36-6E2C-8909-2048ECD5B368}"/>
                </a:ext>
              </a:extLst>
            </p:cNvPr>
            <p:cNvSpPr/>
            <p:nvPr/>
          </p:nvSpPr>
          <p:spPr>
            <a:xfrm>
              <a:off x="569928" y="668131"/>
              <a:ext cx="51006" cy="53959"/>
            </a:xfrm>
            <a:custGeom>
              <a:avLst/>
              <a:gdLst>
                <a:gd name="connsiteX0" fmla="*/ 25289 w 51006"/>
                <a:gd name="connsiteY0" fmla="*/ 53959 h 53959"/>
                <a:gd name="connsiteX1" fmla="*/ 11859 w 51006"/>
                <a:gd name="connsiteY1" fmla="*/ 50768 h 53959"/>
                <a:gd name="connsiteX2" fmla="*/ 3096 w 51006"/>
                <a:gd name="connsiteY2" fmla="*/ 41577 h 53959"/>
                <a:gd name="connsiteX3" fmla="*/ 0 w 51006"/>
                <a:gd name="connsiteY3" fmla="*/ 27146 h 53959"/>
                <a:gd name="connsiteX4" fmla="*/ 3096 w 51006"/>
                <a:gd name="connsiteY4" fmla="*/ 12478 h 53959"/>
                <a:gd name="connsiteX5" fmla="*/ 11859 w 51006"/>
                <a:gd name="connsiteY5" fmla="*/ 3191 h 53959"/>
                <a:gd name="connsiteX6" fmla="*/ 25289 w 51006"/>
                <a:gd name="connsiteY6" fmla="*/ 0 h 53959"/>
                <a:gd name="connsiteX7" fmla="*/ 39005 w 51006"/>
                <a:gd name="connsiteY7" fmla="*/ 3191 h 53959"/>
                <a:gd name="connsiteX8" fmla="*/ 47863 w 51006"/>
                <a:gd name="connsiteY8" fmla="*/ 12478 h 53959"/>
                <a:gd name="connsiteX9" fmla="*/ 51006 w 51006"/>
                <a:gd name="connsiteY9" fmla="*/ 27146 h 53959"/>
                <a:gd name="connsiteX10" fmla="*/ 47863 w 51006"/>
                <a:gd name="connsiteY10" fmla="*/ 41577 h 53959"/>
                <a:gd name="connsiteX11" fmla="*/ 39005 w 51006"/>
                <a:gd name="connsiteY11" fmla="*/ 50768 h 53959"/>
                <a:gd name="connsiteX12" fmla="*/ 25289 w 51006"/>
                <a:gd name="connsiteY12" fmla="*/ 53959 h 53959"/>
                <a:gd name="connsiteX13" fmla="*/ 25289 w 51006"/>
                <a:gd name="connsiteY13" fmla="*/ 45006 h 53959"/>
                <a:gd name="connsiteX14" fmla="*/ 33576 w 51006"/>
                <a:gd name="connsiteY14" fmla="*/ 42672 h 53959"/>
                <a:gd name="connsiteX15" fmla="*/ 37909 w 51006"/>
                <a:gd name="connsiteY15" fmla="*/ 36290 h 53959"/>
                <a:gd name="connsiteX16" fmla="*/ 39195 w 51006"/>
                <a:gd name="connsiteY16" fmla="*/ 27242 h 53959"/>
                <a:gd name="connsiteX17" fmla="*/ 37909 w 51006"/>
                <a:gd name="connsiteY17" fmla="*/ 18002 h 53959"/>
                <a:gd name="connsiteX18" fmla="*/ 33576 w 51006"/>
                <a:gd name="connsiteY18" fmla="*/ 11525 h 53959"/>
                <a:gd name="connsiteX19" fmla="*/ 25289 w 51006"/>
                <a:gd name="connsiteY19" fmla="*/ 9144 h 53959"/>
                <a:gd name="connsiteX20" fmla="*/ 17335 w 51006"/>
                <a:gd name="connsiteY20" fmla="*/ 11525 h 53959"/>
                <a:gd name="connsiteX21" fmla="*/ 13097 w 51006"/>
                <a:gd name="connsiteY21" fmla="*/ 18002 h 53959"/>
                <a:gd name="connsiteX22" fmla="*/ 11811 w 51006"/>
                <a:gd name="connsiteY22" fmla="*/ 27242 h 53959"/>
                <a:gd name="connsiteX23" fmla="*/ 13097 w 51006"/>
                <a:gd name="connsiteY23" fmla="*/ 36290 h 53959"/>
                <a:gd name="connsiteX24" fmla="*/ 17335 w 51006"/>
                <a:gd name="connsiteY24" fmla="*/ 42672 h 53959"/>
                <a:gd name="connsiteX25" fmla="*/ 25289 w 51006"/>
                <a:gd name="connsiteY25" fmla="*/ 45006 h 53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006" h="53959">
                  <a:moveTo>
                    <a:pt x="25289" y="53959"/>
                  </a:moveTo>
                  <a:cubicBezTo>
                    <a:pt x="20145" y="53959"/>
                    <a:pt x="15621" y="52911"/>
                    <a:pt x="11859" y="50768"/>
                  </a:cubicBezTo>
                  <a:cubicBezTo>
                    <a:pt x="8049" y="48673"/>
                    <a:pt x="5144" y="45577"/>
                    <a:pt x="3096" y="41577"/>
                  </a:cubicBezTo>
                  <a:cubicBezTo>
                    <a:pt x="1048" y="37576"/>
                    <a:pt x="0" y="32766"/>
                    <a:pt x="0" y="27146"/>
                  </a:cubicBezTo>
                  <a:cubicBezTo>
                    <a:pt x="0" y="21527"/>
                    <a:pt x="1048" y="16574"/>
                    <a:pt x="3096" y="12478"/>
                  </a:cubicBezTo>
                  <a:cubicBezTo>
                    <a:pt x="5144" y="8382"/>
                    <a:pt x="8049" y="5334"/>
                    <a:pt x="11859" y="3191"/>
                  </a:cubicBezTo>
                  <a:cubicBezTo>
                    <a:pt x="15669" y="1048"/>
                    <a:pt x="20145" y="0"/>
                    <a:pt x="25289" y="0"/>
                  </a:cubicBezTo>
                  <a:cubicBezTo>
                    <a:pt x="30432" y="0"/>
                    <a:pt x="35147" y="1048"/>
                    <a:pt x="39005" y="3191"/>
                  </a:cubicBezTo>
                  <a:cubicBezTo>
                    <a:pt x="42863" y="5334"/>
                    <a:pt x="45815" y="8430"/>
                    <a:pt x="47863" y="12478"/>
                  </a:cubicBezTo>
                  <a:cubicBezTo>
                    <a:pt x="49959" y="16526"/>
                    <a:pt x="51006" y="21431"/>
                    <a:pt x="51006" y="27146"/>
                  </a:cubicBezTo>
                  <a:cubicBezTo>
                    <a:pt x="51006" y="32861"/>
                    <a:pt x="49959" y="37529"/>
                    <a:pt x="47863" y="41577"/>
                  </a:cubicBezTo>
                  <a:cubicBezTo>
                    <a:pt x="45768" y="45577"/>
                    <a:pt x="42815" y="48673"/>
                    <a:pt x="39005" y="50768"/>
                  </a:cubicBezTo>
                  <a:cubicBezTo>
                    <a:pt x="35195" y="52911"/>
                    <a:pt x="30623" y="53959"/>
                    <a:pt x="25289" y="53959"/>
                  </a:cubicBezTo>
                  <a:close/>
                  <a:moveTo>
                    <a:pt x="25289" y="45006"/>
                  </a:moveTo>
                  <a:cubicBezTo>
                    <a:pt x="28766" y="45006"/>
                    <a:pt x="31528" y="44244"/>
                    <a:pt x="33576" y="42672"/>
                  </a:cubicBezTo>
                  <a:cubicBezTo>
                    <a:pt x="35624" y="41100"/>
                    <a:pt x="37052" y="38957"/>
                    <a:pt x="37909" y="36290"/>
                  </a:cubicBezTo>
                  <a:cubicBezTo>
                    <a:pt x="38767" y="33576"/>
                    <a:pt x="39195" y="30575"/>
                    <a:pt x="39195" y="27242"/>
                  </a:cubicBezTo>
                  <a:cubicBezTo>
                    <a:pt x="39195" y="23908"/>
                    <a:pt x="38767" y="20717"/>
                    <a:pt x="37909" y="18002"/>
                  </a:cubicBezTo>
                  <a:cubicBezTo>
                    <a:pt x="37052" y="15288"/>
                    <a:pt x="35624" y="13097"/>
                    <a:pt x="33576" y="11525"/>
                  </a:cubicBezTo>
                  <a:cubicBezTo>
                    <a:pt x="31528" y="9954"/>
                    <a:pt x="28766" y="9144"/>
                    <a:pt x="25289" y="9144"/>
                  </a:cubicBezTo>
                  <a:cubicBezTo>
                    <a:pt x="21812" y="9144"/>
                    <a:pt x="19288" y="9954"/>
                    <a:pt x="17335" y="11525"/>
                  </a:cubicBezTo>
                  <a:cubicBezTo>
                    <a:pt x="15383" y="13097"/>
                    <a:pt x="13954" y="15288"/>
                    <a:pt x="13097" y="18002"/>
                  </a:cubicBezTo>
                  <a:cubicBezTo>
                    <a:pt x="12240" y="20717"/>
                    <a:pt x="11811" y="23813"/>
                    <a:pt x="11811" y="27242"/>
                  </a:cubicBezTo>
                  <a:cubicBezTo>
                    <a:pt x="11811" y="30671"/>
                    <a:pt x="12240" y="33623"/>
                    <a:pt x="13097" y="36290"/>
                  </a:cubicBezTo>
                  <a:cubicBezTo>
                    <a:pt x="13954" y="38957"/>
                    <a:pt x="15383" y="41100"/>
                    <a:pt x="17335" y="42672"/>
                  </a:cubicBezTo>
                  <a:cubicBezTo>
                    <a:pt x="19288" y="44244"/>
                    <a:pt x="21955" y="45006"/>
                    <a:pt x="25289" y="45006"/>
                  </a:cubicBezTo>
                  <a:close/>
                </a:path>
              </a:pathLst>
            </a:custGeom>
            <a:solidFill>
              <a:srgbClr val="FFFFFF"/>
            </a:solidFill>
            <a:ln w="4763" cap="flat">
              <a:noFill/>
              <a:prstDash val="solid"/>
              <a:miter/>
            </a:ln>
          </p:spPr>
          <p:txBody>
            <a:bodyPr rtlCol="0" anchor="ctr"/>
            <a:lstStyle/>
            <a:p>
              <a:endParaRPr lang="en-AU"/>
            </a:p>
          </p:txBody>
        </p:sp>
        <p:sp>
          <p:nvSpPr>
            <p:cNvPr id="18" name="Freeform: Shape 17">
              <a:extLst>
                <a:ext uri="{FF2B5EF4-FFF2-40B4-BE49-F238E27FC236}">
                  <a16:creationId xmlns:a16="http://schemas.microsoft.com/office/drawing/2014/main" id="{D0E5E1B0-3F79-0302-6AD3-2CA9F3FAE265}"/>
                </a:ext>
              </a:extLst>
            </p:cNvPr>
            <p:cNvSpPr/>
            <p:nvPr/>
          </p:nvSpPr>
          <p:spPr>
            <a:xfrm>
              <a:off x="634317" y="668369"/>
              <a:ext cx="46196" cy="52863"/>
            </a:xfrm>
            <a:custGeom>
              <a:avLst/>
              <a:gdLst>
                <a:gd name="connsiteX0" fmla="*/ 0 w 46196"/>
                <a:gd name="connsiteY0" fmla="*/ 52864 h 52863"/>
                <a:gd name="connsiteX1" fmla="*/ 0 w 46196"/>
                <a:gd name="connsiteY1" fmla="*/ 762 h 52863"/>
                <a:gd name="connsiteX2" fmla="*/ 11097 w 46196"/>
                <a:gd name="connsiteY2" fmla="*/ 762 h 52863"/>
                <a:gd name="connsiteX3" fmla="*/ 11382 w 46196"/>
                <a:gd name="connsiteY3" fmla="*/ 8668 h 52863"/>
                <a:gd name="connsiteX4" fmla="*/ 18336 w 46196"/>
                <a:gd name="connsiteY4" fmla="*/ 2715 h 52863"/>
                <a:gd name="connsiteX5" fmla="*/ 29623 w 46196"/>
                <a:gd name="connsiteY5" fmla="*/ 0 h 52863"/>
                <a:gd name="connsiteX6" fmla="*/ 42053 w 46196"/>
                <a:gd name="connsiteY6" fmla="*/ 4953 h 52863"/>
                <a:gd name="connsiteX7" fmla="*/ 46196 w 46196"/>
                <a:gd name="connsiteY7" fmla="*/ 19098 h 52863"/>
                <a:gd name="connsiteX8" fmla="*/ 46196 w 46196"/>
                <a:gd name="connsiteY8" fmla="*/ 52864 h 52863"/>
                <a:gd name="connsiteX9" fmla="*/ 34671 w 46196"/>
                <a:gd name="connsiteY9" fmla="*/ 52864 h 52863"/>
                <a:gd name="connsiteX10" fmla="*/ 34671 w 46196"/>
                <a:gd name="connsiteY10" fmla="*/ 20622 h 52863"/>
                <a:gd name="connsiteX11" fmla="*/ 33861 w 46196"/>
                <a:gd name="connsiteY11" fmla="*/ 14764 h 52863"/>
                <a:gd name="connsiteX12" fmla="*/ 31147 w 46196"/>
                <a:gd name="connsiteY12" fmla="*/ 10811 h 52863"/>
                <a:gd name="connsiteX13" fmla="*/ 25956 w 46196"/>
                <a:gd name="connsiteY13" fmla="*/ 9382 h 52863"/>
                <a:gd name="connsiteX14" fmla="*/ 17431 w 46196"/>
                <a:gd name="connsiteY14" fmla="*/ 11716 h 52863"/>
                <a:gd name="connsiteX15" fmla="*/ 11621 w 46196"/>
                <a:gd name="connsiteY15" fmla="*/ 17002 h 52863"/>
                <a:gd name="connsiteX16" fmla="*/ 11621 w 46196"/>
                <a:gd name="connsiteY16" fmla="*/ 52864 h 52863"/>
                <a:gd name="connsiteX17" fmla="*/ 48 w 46196"/>
                <a:gd name="connsiteY17" fmla="*/ 52864 h 52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6196" h="52863">
                  <a:moveTo>
                    <a:pt x="0" y="52864"/>
                  </a:moveTo>
                  <a:lnTo>
                    <a:pt x="0" y="762"/>
                  </a:lnTo>
                  <a:lnTo>
                    <a:pt x="11097" y="762"/>
                  </a:lnTo>
                  <a:lnTo>
                    <a:pt x="11382" y="8668"/>
                  </a:lnTo>
                  <a:cubicBezTo>
                    <a:pt x="13097" y="6477"/>
                    <a:pt x="15430" y="4524"/>
                    <a:pt x="18336" y="2715"/>
                  </a:cubicBezTo>
                  <a:cubicBezTo>
                    <a:pt x="21241" y="905"/>
                    <a:pt x="25003" y="0"/>
                    <a:pt x="29623" y="0"/>
                  </a:cubicBezTo>
                  <a:cubicBezTo>
                    <a:pt x="35147" y="0"/>
                    <a:pt x="39291" y="1667"/>
                    <a:pt x="42053" y="4953"/>
                  </a:cubicBezTo>
                  <a:cubicBezTo>
                    <a:pt x="44815" y="8239"/>
                    <a:pt x="46196" y="12954"/>
                    <a:pt x="46196" y="19098"/>
                  </a:cubicBezTo>
                  <a:lnTo>
                    <a:pt x="46196" y="52864"/>
                  </a:lnTo>
                  <a:lnTo>
                    <a:pt x="34671" y="52864"/>
                  </a:lnTo>
                  <a:lnTo>
                    <a:pt x="34671" y="20622"/>
                  </a:lnTo>
                  <a:cubicBezTo>
                    <a:pt x="34671" y="18431"/>
                    <a:pt x="34385" y="16478"/>
                    <a:pt x="33861" y="14764"/>
                  </a:cubicBezTo>
                  <a:cubicBezTo>
                    <a:pt x="33338" y="13049"/>
                    <a:pt x="32433" y="11763"/>
                    <a:pt x="31147" y="10811"/>
                  </a:cubicBezTo>
                  <a:cubicBezTo>
                    <a:pt x="29861" y="9858"/>
                    <a:pt x="28146" y="9382"/>
                    <a:pt x="25956" y="9382"/>
                  </a:cubicBezTo>
                  <a:cubicBezTo>
                    <a:pt x="22622" y="9382"/>
                    <a:pt x="19764" y="10144"/>
                    <a:pt x="17431" y="11716"/>
                  </a:cubicBezTo>
                  <a:cubicBezTo>
                    <a:pt x="15097" y="13287"/>
                    <a:pt x="13144" y="15002"/>
                    <a:pt x="11621" y="17002"/>
                  </a:cubicBezTo>
                  <a:lnTo>
                    <a:pt x="11621" y="52864"/>
                  </a:lnTo>
                  <a:lnTo>
                    <a:pt x="48" y="52864"/>
                  </a:lnTo>
                  <a:close/>
                </a:path>
              </a:pathLst>
            </a:custGeom>
            <a:solidFill>
              <a:srgbClr val="FFFFFF"/>
            </a:solidFill>
            <a:ln w="4763" cap="flat">
              <a:noFill/>
              <a:prstDash val="solid"/>
              <a:miter/>
            </a:ln>
          </p:spPr>
          <p:txBody>
            <a:bodyPr rtlCol="0" anchor="ctr"/>
            <a:lstStyle/>
            <a:p>
              <a:endParaRPr lang="en-AU"/>
            </a:p>
          </p:txBody>
        </p:sp>
        <p:sp>
          <p:nvSpPr>
            <p:cNvPr id="19" name="Freeform: Shape 18">
              <a:extLst>
                <a:ext uri="{FF2B5EF4-FFF2-40B4-BE49-F238E27FC236}">
                  <a16:creationId xmlns:a16="http://schemas.microsoft.com/office/drawing/2014/main" id="{9D1F6C53-19DF-DA68-2635-899F969539CA}"/>
                </a:ext>
              </a:extLst>
            </p:cNvPr>
            <p:cNvSpPr/>
            <p:nvPr/>
          </p:nvSpPr>
          <p:spPr>
            <a:xfrm>
              <a:off x="696134" y="706421"/>
              <a:ext cx="15906" cy="15478"/>
            </a:xfrm>
            <a:custGeom>
              <a:avLst/>
              <a:gdLst>
                <a:gd name="connsiteX0" fmla="*/ 8001 w 15906"/>
                <a:gd name="connsiteY0" fmla="*/ 15478 h 15478"/>
                <a:gd name="connsiteX1" fmla="*/ 2238 w 15906"/>
                <a:gd name="connsiteY1" fmla="*/ 13240 h 15478"/>
                <a:gd name="connsiteX2" fmla="*/ 0 w 15906"/>
                <a:gd name="connsiteY2" fmla="*/ 7715 h 15478"/>
                <a:gd name="connsiteX3" fmla="*/ 2238 w 15906"/>
                <a:gd name="connsiteY3" fmla="*/ 2143 h 15478"/>
                <a:gd name="connsiteX4" fmla="*/ 8001 w 15906"/>
                <a:gd name="connsiteY4" fmla="*/ 0 h 15478"/>
                <a:gd name="connsiteX5" fmla="*/ 13716 w 15906"/>
                <a:gd name="connsiteY5" fmla="*/ 2143 h 15478"/>
                <a:gd name="connsiteX6" fmla="*/ 15907 w 15906"/>
                <a:gd name="connsiteY6" fmla="*/ 7715 h 15478"/>
                <a:gd name="connsiteX7" fmla="*/ 13716 w 15906"/>
                <a:gd name="connsiteY7" fmla="*/ 13240 h 15478"/>
                <a:gd name="connsiteX8" fmla="*/ 8001 w 15906"/>
                <a:gd name="connsiteY8" fmla="*/ 15478 h 1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906" h="15478">
                  <a:moveTo>
                    <a:pt x="8001" y="15478"/>
                  </a:moveTo>
                  <a:cubicBezTo>
                    <a:pt x="5667" y="15478"/>
                    <a:pt x="3715" y="14716"/>
                    <a:pt x="2238" y="13240"/>
                  </a:cubicBezTo>
                  <a:cubicBezTo>
                    <a:pt x="762" y="11763"/>
                    <a:pt x="0" y="9906"/>
                    <a:pt x="0" y="7715"/>
                  </a:cubicBezTo>
                  <a:cubicBezTo>
                    <a:pt x="0" y="5429"/>
                    <a:pt x="762" y="3572"/>
                    <a:pt x="2238" y="2143"/>
                  </a:cubicBezTo>
                  <a:cubicBezTo>
                    <a:pt x="3715" y="714"/>
                    <a:pt x="5667" y="0"/>
                    <a:pt x="8001" y="0"/>
                  </a:cubicBezTo>
                  <a:cubicBezTo>
                    <a:pt x="10335" y="0"/>
                    <a:pt x="12240" y="714"/>
                    <a:pt x="13716" y="2143"/>
                  </a:cubicBezTo>
                  <a:cubicBezTo>
                    <a:pt x="15192" y="3572"/>
                    <a:pt x="15907" y="5429"/>
                    <a:pt x="15907" y="7715"/>
                  </a:cubicBezTo>
                  <a:cubicBezTo>
                    <a:pt x="15907" y="10001"/>
                    <a:pt x="15192" y="11716"/>
                    <a:pt x="13716" y="13240"/>
                  </a:cubicBezTo>
                  <a:cubicBezTo>
                    <a:pt x="12240" y="14716"/>
                    <a:pt x="10335" y="15478"/>
                    <a:pt x="8001" y="15478"/>
                  </a:cubicBezTo>
                  <a:close/>
                </a:path>
              </a:pathLst>
            </a:custGeom>
            <a:solidFill>
              <a:srgbClr val="FFFFFF"/>
            </a:solidFill>
            <a:ln w="4763" cap="flat">
              <a:noFill/>
              <a:prstDash val="solid"/>
              <a:miter/>
            </a:ln>
          </p:spPr>
          <p:txBody>
            <a:bodyPr rtlCol="0" anchor="ctr"/>
            <a:lstStyle/>
            <a:p>
              <a:endParaRPr lang="en-AU"/>
            </a:p>
          </p:txBody>
        </p:sp>
        <p:sp>
          <p:nvSpPr>
            <p:cNvPr id="20" name="Freeform: Shape 19">
              <a:extLst>
                <a:ext uri="{FF2B5EF4-FFF2-40B4-BE49-F238E27FC236}">
                  <a16:creationId xmlns:a16="http://schemas.microsoft.com/office/drawing/2014/main" id="{96B53F1D-A22F-80E1-8B95-6514DD879F3A}"/>
                </a:ext>
              </a:extLst>
            </p:cNvPr>
            <p:cNvSpPr/>
            <p:nvPr/>
          </p:nvSpPr>
          <p:spPr>
            <a:xfrm>
              <a:off x="722614" y="668274"/>
              <a:ext cx="48291" cy="53863"/>
            </a:xfrm>
            <a:custGeom>
              <a:avLst/>
              <a:gdLst>
                <a:gd name="connsiteX0" fmla="*/ 25146 w 48291"/>
                <a:gd name="connsiteY0" fmla="*/ 53769 h 53863"/>
                <a:gd name="connsiteX1" fmla="*/ 12240 w 48291"/>
                <a:gd name="connsiteY1" fmla="*/ 50911 h 53863"/>
                <a:gd name="connsiteX2" fmla="*/ 3286 w 48291"/>
                <a:gd name="connsiteY2" fmla="*/ 42100 h 53863"/>
                <a:gd name="connsiteX3" fmla="*/ 0 w 48291"/>
                <a:gd name="connsiteY3" fmla="*/ 27099 h 53863"/>
                <a:gd name="connsiteX4" fmla="*/ 3191 w 48291"/>
                <a:gd name="connsiteY4" fmla="*/ 11954 h 53863"/>
                <a:gd name="connsiteX5" fmla="*/ 12002 w 48291"/>
                <a:gd name="connsiteY5" fmla="*/ 2953 h 53863"/>
                <a:gd name="connsiteX6" fmla="*/ 25146 w 48291"/>
                <a:gd name="connsiteY6" fmla="*/ 0 h 53863"/>
                <a:gd name="connsiteX7" fmla="*/ 36528 w 48291"/>
                <a:gd name="connsiteY7" fmla="*/ 2095 h 53863"/>
                <a:gd name="connsiteX8" fmla="*/ 44625 w 48291"/>
                <a:gd name="connsiteY8" fmla="*/ 8334 h 53863"/>
                <a:gd name="connsiteX9" fmla="*/ 47816 w 48291"/>
                <a:gd name="connsiteY9" fmla="*/ 18859 h 53863"/>
                <a:gd name="connsiteX10" fmla="*/ 36528 w 48291"/>
                <a:gd name="connsiteY10" fmla="*/ 18859 h 53863"/>
                <a:gd name="connsiteX11" fmla="*/ 33338 w 48291"/>
                <a:gd name="connsiteY11" fmla="*/ 11716 h 53863"/>
                <a:gd name="connsiteX12" fmla="*/ 25241 w 48291"/>
                <a:gd name="connsiteY12" fmla="*/ 9096 h 53863"/>
                <a:gd name="connsiteX13" fmla="*/ 15097 w 48291"/>
                <a:gd name="connsiteY13" fmla="*/ 13811 h 53863"/>
                <a:gd name="connsiteX14" fmla="*/ 11859 w 48291"/>
                <a:gd name="connsiteY14" fmla="*/ 27099 h 53863"/>
                <a:gd name="connsiteX15" fmla="*/ 13287 w 48291"/>
                <a:gd name="connsiteY15" fmla="*/ 36624 h 53863"/>
                <a:gd name="connsiteX16" fmla="*/ 17717 w 48291"/>
                <a:gd name="connsiteY16" fmla="*/ 42672 h 53863"/>
                <a:gd name="connsiteX17" fmla="*/ 25289 w 48291"/>
                <a:gd name="connsiteY17" fmla="*/ 44767 h 53863"/>
                <a:gd name="connsiteX18" fmla="*/ 33671 w 48291"/>
                <a:gd name="connsiteY18" fmla="*/ 42005 h 53863"/>
                <a:gd name="connsiteX19" fmla="*/ 37005 w 48291"/>
                <a:gd name="connsiteY19" fmla="*/ 34004 h 53863"/>
                <a:gd name="connsiteX20" fmla="*/ 48292 w 48291"/>
                <a:gd name="connsiteY20" fmla="*/ 34004 h 53863"/>
                <a:gd name="connsiteX21" fmla="*/ 45101 w 48291"/>
                <a:gd name="connsiteY21" fmla="*/ 44958 h 53863"/>
                <a:gd name="connsiteX22" fmla="*/ 36909 w 48291"/>
                <a:gd name="connsiteY22" fmla="*/ 51625 h 53863"/>
                <a:gd name="connsiteX23" fmla="*/ 25241 w 48291"/>
                <a:gd name="connsiteY23" fmla="*/ 53864 h 53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8291" h="53863">
                  <a:moveTo>
                    <a:pt x="25146" y="53769"/>
                  </a:moveTo>
                  <a:cubicBezTo>
                    <a:pt x="20336" y="53769"/>
                    <a:pt x="16050" y="52816"/>
                    <a:pt x="12240" y="50911"/>
                  </a:cubicBezTo>
                  <a:cubicBezTo>
                    <a:pt x="8477" y="49006"/>
                    <a:pt x="5477" y="46053"/>
                    <a:pt x="3286" y="42100"/>
                  </a:cubicBezTo>
                  <a:cubicBezTo>
                    <a:pt x="1095" y="38148"/>
                    <a:pt x="0" y="33147"/>
                    <a:pt x="0" y="27099"/>
                  </a:cubicBezTo>
                  <a:cubicBezTo>
                    <a:pt x="0" y="21050"/>
                    <a:pt x="1048" y="15954"/>
                    <a:pt x="3191" y="11954"/>
                  </a:cubicBezTo>
                  <a:cubicBezTo>
                    <a:pt x="5334" y="7953"/>
                    <a:pt x="8239" y="4953"/>
                    <a:pt x="12002" y="2953"/>
                  </a:cubicBezTo>
                  <a:cubicBezTo>
                    <a:pt x="15764" y="952"/>
                    <a:pt x="20145" y="0"/>
                    <a:pt x="25146" y="0"/>
                  </a:cubicBezTo>
                  <a:cubicBezTo>
                    <a:pt x="29337" y="0"/>
                    <a:pt x="33147" y="714"/>
                    <a:pt x="36528" y="2095"/>
                  </a:cubicBezTo>
                  <a:cubicBezTo>
                    <a:pt x="39910" y="3477"/>
                    <a:pt x="42624" y="5572"/>
                    <a:pt x="44625" y="8334"/>
                  </a:cubicBezTo>
                  <a:cubicBezTo>
                    <a:pt x="46625" y="11097"/>
                    <a:pt x="47720" y="14621"/>
                    <a:pt x="47816" y="18859"/>
                  </a:cubicBezTo>
                  <a:lnTo>
                    <a:pt x="36528" y="18859"/>
                  </a:lnTo>
                  <a:cubicBezTo>
                    <a:pt x="36338" y="15811"/>
                    <a:pt x="35290" y="13430"/>
                    <a:pt x="33338" y="11716"/>
                  </a:cubicBezTo>
                  <a:cubicBezTo>
                    <a:pt x="31385" y="9954"/>
                    <a:pt x="28670" y="9096"/>
                    <a:pt x="25241" y="9096"/>
                  </a:cubicBezTo>
                  <a:cubicBezTo>
                    <a:pt x="20622" y="9096"/>
                    <a:pt x="17240" y="10668"/>
                    <a:pt x="15097" y="13811"/>
                  </a:cubicBezTo>
                  <a:cubicBezTo>
                    <a:pt x="12906" y="16954"/>
                    <a:pt x="11859" y="21384"/>
                    <a:pt x="11859" y="27099"/>
                  </a:cubicBezTo>
                  <a:cubicBezTo>
                    <a:pt x="11859" y="30813"/>
                    <a:pt x="12335" y="33957"/>
                    <a:pt x="13287" y="36624"/>
                  </a:cubicBezTo>
                  <a:cubicBezTo>
                    <a:pt x="14240" y="39243"/>
                    <a:pt x="15716" y="41291"/>
                    <a:pt x="17717" y="42672"/>
                  </a:cubicBezTo>
                  <a:cubicBezTo>
                    <a:pt x="19717" y="44053"/>
                    <a:pt x="22193" y="44767"/>
                    <a:pt x="25289" y="44767"/>
                  </a:cubicBezTo>
                  <a:cubicBezTo>
                    <a:pt x="28766" y="44767"/>
                    <a:pt x="31575" y="43863"/>
                    <a:pt x="33671" y="42005"/>
                  </a:cubicBezTo>
                  <a:cubicBezTo>
                    <a:pt x="35766" y="40148"/>
                    <a:pt x="36862" y="37481"/>
                    <a:pt x="37005" y="34004"/>
                  </a:cubicBezTo>
                  <a:lnTo>
                    <a:pt x="48292" y="34004"/>
                  </a:lnTo>
                  <a:cubicBezTo>
                    <a:pt x="48197" y="38338"/>
                    <a:pt x="47101" y="42005"/>
                    <a:pt x="45101" y="44958"/>
                  </a:cubicBezTo>
                  <a:cubicBezTo>
                    <a:pt x="43053" y="47911"/>
                    <a:pt x="40338" y="50149"/>
                    <a:pt x="36909" y="51625"/>
                  </a:cubicBezTo>
                  <a:cubicBezTo>
                    <a:pt x="33480" y="53102"/>
                    <a:pt x="29575" y="53864"/>
                    <a:pt x="25241" y="53864"/>
                  </a:cubicBezTo>
                  <a:close/>
                </a:path>
              </a:pathLst>
            </a:custGeom>
            <a:solidFill>
              <a:srgbClr val="FFFFFF"/>
            </a:solidFill>
            <a:ln w="4763" cap="flat">
              <a:noFill/>
              <a:prstDash val="solid"/>
              <a:miter/>
            </a:ln>
          </p:spPr>
          <p:txBody>
            <a:bodyPr rtlCol="0" anchor="ctr"/>
            <a:lstStyle/>
            <a:p>
              <a:endParaRPr lang="en-AU"/>
            </a:p>
          </p:txBody>
        </p:sp>
        <p:sp>
          <p:nvSpPr>
            <p:cNvPr id="21" name="Freeform: Shape 20">
              <a:extLst>
                <a:ext uri="{FF2B5EF4-FFF2-40B4-BE49-F238E27FC236}">
                  <a16:creationId xmlns:a16="http://schemas.microsoft.com/office/drawing/2014/main" id="{5F8A84AA-B10B-F29D-95AF-9526B3CDE28D}"/>
                </a:ext>
              </a:extLst>
            </p:cNvPr>
            <p:cNvSpPr/>
            <p:nvPr/>
          </p:nvSpPr>
          <p:spPr>
            <a:xfrm>
              <a:off x="781431" y="668131"/>
              <a:ext cx="51006" cy="53959"/>
            </a:xfrm>
            <a:custGeom>
              <a:avLst/>
              <a:gdLst>
                <a:gd name="connsiteX0" fmla="*/ 25289 w 51006"/>
                <a:gd name="connsiteY0" fmla="*/ 53959 h 53959"/>
                <a:gd name="connsiteX1" fmla="*/ 11859 w 51006"/>
                <a:gd name="connsiteY1" fmla="*/ 50768 h 53959"/>
                <a:gd name="connsiteX2" fmla="*/ 3096 w 51006"/>
                <a:gd name="connsiteY2" fmla="*/ 41577 h 53959"/>
                <a:gd name="connsiteX3" fmla="*/ 0 w 51006"/>
                <a:gd name="connsiteY3" fmla="*/ 27146 h 53959"/>
                <a:gd name="connsiteX4" fmla="*/ 3096 w 51006"/>
                <a:gd name="connsiteY4" fmla="*/ 12478 h 53959"/>
                <a:gd name="connsiteX5" fmla="*/ 11859 w 51006"/>
                <a:gd name="connsiteY5" fmla="*/ 3191 h 53959"/>
                <a:gd name="connsiteX6" fmla="*/ 25289 w 51006"/>
                <a:gd name="connsiteY6" fmla="*/ 0 h 53959"/>
                <a:gd name="connsiteX7" fmla="*/ 39005 w 51006"/>
                <a:gd name="connsiteY7" fmla="*/ 3191 h 53959"/>
                <a:gd name="connsiteX8" fmla="*/ 47863 w 51006"/>
                <a:gd name="connsiteY8" fmla="*/ 12478 h 53959"/>
                <a:gd name="connsiteX9" fmla="*/ 51006 w 51006"/>
                <a:gd name="connsiteY9" fmla="*/ 27146 h 53959"/>
                <a:gd name="connsiteX10" fmla="*/ 47863 w 51006"/>
                <a:gd name="connsiteY10" fmla="*/ 41577 h 53959"/>
                <a:gd name="connsiteX11" fmla="*/ 39005 w 51006"/>
                <a:gd name="connsiteY11" fmla="*/ 50768 h 53959"/>
                <a:gd name="connsiteX12" fmla="*/ 25289 w 51006"/>
                <a:gd name="connsiteY12" fmla="*/ 53959 h 53959"/>
                <a:gd name="connsiteX13" fmla="*/ 25289 w 51006"/>
                <a:gd name="connsiteY13" fmla="*/ 45006 h 53959"/>
                <a:gd name="connsiteX14" fmla="*/ 33576 w 51006"/>
                <a:gd name="connsiteY14" fmla="*/ 42672 h 53959"/>
                <a:gd name="connsiteX15" fmla="*/ 37909 w 51006"/>
                <a:gd name="connsiteY15" fmla="*/ 36290 h 53959"/>
                <a:gd name="connsiteX16" fmla="*/ 39195 w 51006"/>
                <a:gd name="connsiteY16" fmla="*/ 27242 h 53959"/>
                <a:gd name="connsiteX17" fmla="*/ 37909 w 51006"/>
                <a:gd name="connsiteY17" fmla="*/ 18002 h 53959"/>
                <a:gd name="connsiteX18" fmla="*/ 33576 w 51006"/>
                <a:gd name="connsiteY18" fmla="*/ 11525 h 53959"/>
                <a:gd name="connsiteX19" fmla="*/ 25289 w 51006"/>
                <a:gd name="connsiteY19" fmla="*/ 9144 h 53959"/>
                <a:gd name="connsiteX20" fmla="*/ 17335 w 51006"/>
                <a:gd name="connsiteY20" fmla="*/ 11525 h 53959"/>
                <a:gd name="connsiteX21" fmla="*/ 13097 w 51006"/>
                <a:gd name="connsiteY21" fmla="*/ 18002 h 53959"/>
                <a:gd name="connsiteX22" fmla="*/ 11811 w 51006"/>
                <a:gd name="connsiteY22" fmla="*/ 27242 h 53959"/>
                <a:gd name="connsiteX23" fmla="*/ 13097 w 51006"/>
                <a:gd name="connsiteY23" fmla="*/ 36290 h 53959"/>
                <a:gd name="connsiteX24" fmla="*/ 17335 w 51006"/>
                <a:gd name="connsiteY24" fmla="*/ 42672 h 53959"/>
                <a:gd name="connsiteX25" fmla="*/ 25289 w 51006"/>
                <a:gd name="connsiteY25" fmla="*/ 45006 h 53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006" h="53959">
                  <a:moveTo>
                    <a:pt x="25289" y="53959"/>
                  </a:moveTo>
                  <a:cubicBezTo>
                    <a:pt x="20145" y="53959"/>
                    <a:pt x="15621" y="52911"/>
                    <a:pt x="11859" y="50768"/>
                  </a:cubicBezTo>
                  <a:cubicBezTo>
                    <a:pt x="8049" y="48673"/>
                    <a:pt x="5144" y="45577"/>
                    <a:pt x="3096" y="41577"/>
                  </a:cubicBezTo>
                  <a:cubicBezTo>
                    <a:pt x="1048" y="37576"/>
                    <a:pt x="0" y="32766"/>
                    <a:pt x="0" y="27146"/>
                  </a:cubicBezTo>
                  <a:cubicBezTo>
                    <a:pt x="0" y="21527"/>
                    <a:pt x="1048" y="16574"/>
                    <a:pt x="3096" y="12478"/>
                  </a:cubicBezTo>
                  <a:cubicBezTo>
                    <a:pt x="5144" y="8382"/>
                    <a:pt x="8049" y="5334"/>
                    <a:pt x="11859" y="3191"/>
                  </a:cubicBezTo>
                  <a:cubicBezTo>
                    <a:pt x="15669" y="1048"/>
                    <a:pt x="20145" y="0"/>
                    <a:pt x="25289" y="0"/>
                  </a:cubicBezTo>
                  <a:cubicBezTo>
                    <a:pt x="30432" y="0"/>
                    <a:pt x="35147" y="1048"/>
                    <a:pt x="39005" y="3191"/>
                  </a:cubicBezTo>
                  <a:cubicBezTo>
                    <a:pt x="42863" y="5334"/>
                    <a:pt x="45815" y="8430"/>
                    <a:pt x="47863" y="12478"/>
                  </a:cubicBezTo>
                  <a:cubicBezTo>
                    <a:pt x="49959" y="16526"/>
                    <a:pt x="51006" y="21431"/>
                    <a:pt x="51006" y="27146"/>
                  </a:cubicBezTo>
                  <a:cubicBezTo>
                    <a:pt x="51006" y="32861"/>
                    <a:pt x="49959" y="37529"/>
                    <a:pt x="47863" y="41577"/>
                  </a:cubicBezTo>
                  <a:cubicBezTo>
                    <a:pt x="45768" y="45577"/>
                    <a:pt x="42815" y="48673"/>
                    <a:pt x="39005" y="50768"/>
                  </a:cubicBezTo>
                  <a:cubicBezTo>
                    <a:pt x="35195" y="52911"/>
                    <a:pt x="30623" y="53959"/>
                    <a:pt x="25289" y="53959"/>
                  </a:cubicBezTo>
                  <a:close/>
                  <a:moveTo>
                    <a:pt x="25289" y="45006"/>
                  </a:moveTo>
                  <a:cubicBezTo>
                    <a:pt x="28765" y="45006"/>
                    <a:pt x="31528" y="44244"/>
                    <a:pt x="33576" y="42672"/>
                  </a:cubicBezTo>
                  <a:cubicBezTo>
                    <a:pt x="35623" y="41100"/>
                    <a:pt x="37052" y="38957"/>
                    <a:pt x="37909" y="36290"/>
                  </a:cubicBezTo>
                  <a:cubicBezTo>
                    <a:pt x="38767" y="33576"/>
                    <a:pt x="39195" y="30575"/>
                    <a:pt x="39195" y="27242"/>
                  </a:cubicBezTo>
                  <a:cubicBezTo>
                    <a:pt x="39195" y="23908"/>
                    <a:pt x="38767" y="20717"/>
                    <a:pt x="37909" y="18002"/>
                  </a:cubicBezTo>
                  <a:cubicBezTo>
                    <a:pt x="37052" y="15288"/>
                    <a:pt x="35623" y="13097"/>
                    <a:pt x="33576" y="11525"/>
                  </a:cubicBezTo>
                  <a:cubicBezTo>
                    <a:pt x="31528" y="9954"/>
                    <a:pt x="28765" y="9144"/>
                    <a:pt x="25289" y="9144"/>
                  </a:cubicBezTo>
                  <a:cubicBezTo>
                    <a:pt x="21812" y="9144"/>
                    <a:pt x="19288" y="9954"/>
                    <a:pt x="17335" y="11525"/>
                  </a:cubicBezTo>
                  <a:cubicBezTo>
                    <a:pt x="15383" y="13097"/>
                    <a:pt x="13954" y="15288"/>
                    <a:pt x="13097" y="18002"/>
                  </a:cubicBezTo>
                  <a:cubicBezTo>
                    <a:pt x="12240" y="20717"/>
                    <a:pt x="11811" y="23813"/>
                    <a:pt x="11811" y="27242"/>
                  </a:cubicBezTo>
                  <a:cubicBezTo>
                    <a:pt x="11811" y="30671"/>
                    <a:pt x="12240" y="33623"/>
                    <a:pt x="13097" y="36290"/>
                  </a:cubicBezTo>
                  <a:cubicBezTo>
                    <a:pt x="13954" y="38957"/>
                    <a:pt x="15383" y="41100"/>
                    <a:pt x="17335" y="42672"/>
                  </a:cubicBezTo>
                  <a:cubicBezTo>
                    <a:pt x="19288" y="44244"/>
                    <a:pt x="21955" y="45006"/>
                    <a:pt x="25289" y="45006"/>
                  </a:cubicBezTo>
                  <a:close/>
                </a:path>
              </a:pathLst>
            </a:custGeom>
            <a:solidFill>
              <a:srgbClr val="FFFFFF"/>
            </a:solidFill>
            <a:ln w="4763" cap="flat">
              <a:noFill/>
              <a:prstDash val="solid"/>
              <a:miter/>
            </a:ln>
          </p:spPr>
          <p:txBody>
            <a:bodyPr rtlCol="0" anchor="ctr"/>
            <a:lstStyle/>
            <a:p>
              <a:endParaRPr lang="en-AU"/>
            </a:p>
          </p:txBody>
        </p:sp>
        <p:sp>
          <p:nvSpPr>
            <p:cNvPr id="22" name="Freeform: Shape 21">
              <a:extLst>
                <a:ext uri="{FF2B5EF4-FFF2-40B4-BE49-F238E27FC236}">
                  <a16:creationId xmlns:a16="http://schemas.microsoft.com/office/drawing/2014/main" id="{FAAE04F8-E0A4-E41B-99C3-D94500EC54D9}"/>
                </a:ext>
              </a:extLst>
            </p:cNvPr>
            <p:cNvSpPr/>
            <p:nvPr/>
          </p:nvSpPr>
          <p:spPr>
            <a:xfrm>
              <a:off x="845772" y="668321"/>
              <a:ext cx="79724" cy="52911"/>
            </a:xfrm>
            <a:custGeom>
              <a:avLst/>
              <a:gdLst>
                <a:gd name="connsiteX0" fmla="*/ 48 w 79724"/>
                <a:gd name="connsiteY0" fmla="*/ 52911 h 52911"/>
                <a:gd name="connsiteX1" fmla="*/ 48 w 79724"/>
                <a:gd name="connsiteY1" fmla="*/ 810 h 52911"/>
                <a:gd name="connsiteX2" fmla="*/ 11144 w 79724"/>
                <a:gd name="connsiteY2" fmla="*/ 810 h 52911"/>
                <a:gd name="connsiteX3" fmla="*/ 11430 w 79724"/>
                <a:gd name="connsiteY3" fmla="*/ 8715 h 52911"/>
                <a:gd name="connsiteX4" fmla="*/ 18336 w 79724"/>
                <a:gd name="connsiteY4" fmla="*/ 2762 h 52911"/>
                <a:gd name="connsiteX5" fmla="*/ 29432 w 79724"/>
                <a:gd name="connsiteY5" fmla="*/ 48 h 52911"/>
                <a:gd name="connsiteX6" fmla="*/ 41720 w 79724"/>
                <a:gd name="connsiteY6" fmla="*/ 5048 h 52911"/>
                <a:gd name="connsiteX7" fmla="*/ 45720 w 79724"/>
                <a:gd name="connsiteY7" fmla="*/ 19098 h 52911"/>
                <a:gd name="connsiteX8" fmla="*/ 45720 w 79724"/>
                <a:gd name="connsiteY8" fmla="*/ 52864 h 52911"/>
                <a:gd name="connsiteX9" fmla="*/ 34100 w 79724"/>
                <a:gd name="connsiteY9" fmla="*/ 52864 h 52911"/>
                <a:gd name="connsiteX10" fmla="*/ 34100 w 79724"/>
                <a:gd name="connsiteY10" fmla="*/ 20622 h 52911"/>
                <a:gd name="connsiteX11" fmla="*/ 33338 w 79724"/>
                <a:gd name="connsiteY11" fmla="*/ 14764 h 52911"/>
                <a:gd name="connsiteX12" fmla="*/ 30671 w 79724"/>
                <a:gd name="connsiteY12" fmla="*/ 10811 h 52911"/>
                <a:gd name="connsiteX13" fmla="*/ 25384 w 79724"/>
                <a:gd name="connsiteY13" fmla="*/ 9382 h 52911"/>
                <a:gd name="connsiteX14" fmla="*/ 17193 w 79724"/>
                <a:gd name="connsiteY14" fmla="*/ 11716 h 52911"/>
                <a:gd name="connsiteX15" fmla="*/ 11573 w 79724"/>
                <a:gd name="connsiteY15" fmla="*/ 17002 h 52911"/>
                <a:gd name="connsiteX16" fmla="*/ 11573 w 79724"/>
                <a:gd name="connsiteY16" fmla="*/ 52864 h 52911"/>
                <a:gd name="connsiteX17" fmla="*/ 0 w 79724"/>
                <a:gd name="connsiteY17" fmla="*/ 52864 h 52911"/>
                <a:gd name="connsiteX18" fmla="*/ 68199 w 79724"/>
                <a:gd name="connsiteY18" fmla="*/ 52911 h 52911"/>
                <a:gd name="connsiteX19" fmla="*/ 68199 w 79724"/>
                <a:gd name="connsiteY19" fmla="*/ 20669 h 52911"/>
                <a:gd name="connsiteX20" fmla="*/ 67437 w 79724"/>
                <a:gd name="connsiteY20" fmla="*/ 14811 h 52911"/>
                <a:gd name="connsiteX21" fmla="*/ 64770 w 79724"/>
                <a:gd name="connsiteY21" fmla="*/ 10858 h 52911"/>
                <a:gd name="connsiteX22" fmla="*/ 59484 w 79724"/>
                <a:gd name="connsiteY22" fmla="*/ 9430 h 52911"/>
                <a:gd name="connsiteX23" fmla="*/ 51292 w 79724"/>
                <a:gd name="connsiteY23" fmla="*/ 11668 h 52911"/>
                <a:gd name="connsiteX24" fmla="*/ 45529 w 79724"/>
                <a:gd name="connsiteY24" fmla="*/ 16812 h 52911"/>
                <a:gd name="connsiteX25" fmla="*/ 43958 w 79724"/>
                <a:gd name="connsiteY25" fmla="*/ 9096 h 52911"/>
                <a:gd name="connsiteX26" fmla="*/ 52006 w 79724"/>
                <a:gd name="connsiteY26" fmla="*/ 2810 h 52911"/>
                <a:gd name="connsiteX27" fmla="*/ 63484 w 79724"/>
                <a:gd name="connsiteY27" fmla="*/ 0 h 52911"/>
                <a:gd name="connsiteX28" fmla="*/ 75724 w 79724"/>
                <a:gd name="connsiteY28" fmla="*/ 5001 h 52911"/>
                <a:gd name="connsiteX29" fmla="*/ 79724 w 79724"/>
                <a:gd name="connsiteY29" fmla="*/ 19050 h 52911"/>
                <a:gd name="connsiteX30" fmla="*/ 79724 w 79724"/>
                <a:gd name="connsiteY30" fmla="*/ 52816 h 52911"/>
                <a:gd name="connsiteX31" fmla="*/ 68199 w 79724"/>
                <a:gd name="connsiteY31" fmla="*/ 52816 h 52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79724" h="52911">
                  <a:moveTo>
                    <a:pt x="48" y="52911"/>
                  </a:moveTo>
                  <a:lnTo>
                    <a:pt x="48" y="810"/>
                  </a:lnTo>
                  <a:lnTo>
                    <a:pt x="11144" y="810"/>
                  </a:lnTo>
                  <a:lnTo>
                    <a:pt x="11430" y="8715"/>
                  </a:lnTo>
                  <a:cubicBezTo>
                    <a:pt x="13049" y="6525"/>
                    <a:pt x="15383" y="4572"/>
                    <a:pt x="18336" y="2762"/>
                  </a:cubicBezTo>
                  <a:cubicBezTo>
                    <a:pt x="21288" y="952"/>
                    <a:pt x="25003" y="48"/>
                    <a:pt x="29432" y="48"/>
                  </a:cubicBezTo>
                  <a:cubicBezTo>
                    <a:pt x="34957" y="48"/>
                    <a:pt x="39052" y="1715"/>
                    <a:pt x="41720" y="5048"/>
                  </a:cubicBezTo>
                  <a:cubicBezTo>
                    <a:pt x="44387" y="8382"/>
                    <a:pt x="45720" y="13097"/>
                    <a:pt x="45720" y="19098"/>
                  </a:cubicBezTo>
                  <a:lnTo>
                    <a:pt x="45720" y="52864"/>
                  </a:lnTo>
                  <a:lnTo>
                    <a:pt x="34100" y="52864"/>
                  </a:lnTo>
                  <a:lnTo>
                    <a:pt x="34100" y="20622"/>
                  </a:lnTo>
                  <a:cubicBezTo>
                    <a:pt x="34100" y="18431"/>
                    <a:pt x="33861" y="16478"/>
                    <a:pt x="33338" y="14764"/>
                  </a:cubicBezTo>
                  <a:cubicBezTo>
                    <a:pt x="32814" y="13049"/>
                    <a:pt x="31909" y="11763"/>
                    <a:pt x="30671" y="10811"/>
                  </a:cubicBezTo>
                  <a:cubicBezTo>
                    <a:pt x="29385" y="9858"/>
                    <a:pt x="27670" y="9382"/>
                    <a:pt x="25384" y="9382"/>
                  </a:cubicBezTo>
                  <a:cubicBezTo>
                    <a:pt x="22193" y="9382"/>
                    <a:pt x="19431" y="10144"/>
                    <a:pt x="17193" y="11716"/>
                  </a:cubicBezTo>
                  <a:cubicBezTo>
                    <a:pt x="14954" y="13287"/>
                    <a:pt x="13097" y="15002"/>
                    <a:pt x="11573" y="17002"/>
                  </a:cubicBezTo>
                  <a:lnTo>
                    <a:pt x="11573" y="52864"/>
                  </a:lnTo>
                  <a:lnTo>
                    <a:pt x="0" y="52864"/>
                  </a:lnTo>
                  <a:close/>
                  <a:moveTo>
                    <a:pt x="68199" y="52911"/>
                  </a:moveTo>
                  <a:lnTo>
                    <a:pt x="68199" y="20669"/>
                  </a:lnTo>
                  <a:cubicBezTo>
                    <a:pt x="68199" y="18479"/>
                    <a:pt x="67961" y="16526"/>
                    <a:pt x="67437" y="14811"/>
                  </a:cubicBezTo>
                  <a:cubicBezTo>
                    <a:pt x="66913" y="13097"/>
                    <a:pt x="66008" y="11811"/>
                    <a:pt x="64770" y="10858"/>
                  </a:cubicBezTo>
                  <a:cubicBezTo>
                    <a:pt x="63484" y="9906"/>
                    <a:pt x="61770" y="9430"/>
                    <a:pt x="59484" y="9430"/>
                  </a:cubicBezTo>
                  <a:cubicBezTo>
                    <a:pt x="56293" y="9430"/>
                    <a:pt x="53531" y="10144"/>
                    <a:pt x="51292" y="11668"/>
                  </a:cubicBezTo>
                  <a:cubicBezTo>
                    <a:pt x="49054" y="13144"/>
                    <a:pt x="47101" y="14859"/>
                    <a:pt x="45529" y="16812"/>
                  </a:cubicBezTo>
                  <a:lnTo>
                    <a:pt x="43958" y="9096"/>
                  </a:lnTo>
                  <a:cubicBezTo>
                    <a:pt x="46101" y="6763"/>
                    <a:pt x="48768" y="4667"/>
                    <a:pt x="52006" y="2810"/>
                  </a:cubicBezTo>
                  <a:cubicBezTo>
                    <a:pt x="55245" y="952"/>
                    <a:pt x="59055" y="0"/>
                    <a:pt x="63484" y="0"/>
                  </a:cubicBezTo>
                  <a:cubicBezTo>
                    <a:pt x="68961" y="0"/>
                    <a:pt x="73057" y="1667"/>
                    <a:pt x="75724" y="5001"/>
                  </a:cubicBezTo>
                  <a:cubicBezTo>
                    <a:pt x="78391" y="8334"/>
                    <a:pt x="79724" y="13049"/>
                    <a:pt x="79724" y="19050"/>
                  </a:cubicBezTo>
                  <a:lnTo>
                    <a:pt x="79724" y="52816"/>
                  </a:lnTo>
                  <a:lnTo>
                    <a:pt x="68199" y="52816"/>
                  </a:lnTo>
                  <a:close/>
                </a:path>
              </a:pathLst>
            </a:custGeom>
            <a:solidFill>
              <a:srgbClr val="FFFFFF"/>
            </a:solidFill>
            <a:ln w="4763" cap="flat">
              <a:noFill/>
              <a:prstDash val="solid"/>
              <a:miter/>
            </a:ln>
          </p:spPr>
          <p:txBody>
            <a:bodyPr rtlCol="0" anchor="ctr"/>
            <a:lstStyle/>
            <a:p>
              <a:endParaRPr lang="en-AU"/>
            </a:p>
          </p:txBody>
        </p:sp>
      </p:grpSp>
    </p:spTree>
    <p:extLst>
      <p:ext uri="{BB962C8B-B14F-4D97-AF65-F5344CB8AC3E}">
        <p14:creationId xmlns:p14="http://schemas.microsoft.com/office/powerpoint/2010/main" val="17112404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slide" preserve="1" userDrawn="1">
  <p:cSld name="1_Title slide">
    <p:bg>
      <p:bgPr>
        <a:solidFill>
          <a:schemeClr val="tx1"/>
        </a:solidFill>
        <a:effectLst/>
      </p:bgPr>
    </p:bg>
    <p:spTree>
      <p:nvGrpSpPr>
        <p:cNvPr id="1" name="Shape 9"/>
        <p:cNvGrpSpPr/>
        <p:nvPr/>
      </p:nvGrpSpPr>
      <p:grpSpPr>
        <a:xfrm>
          <a:off x="0" y="0"/>
          <a:ext cx="0" cy="0"/>
          <a:chOff x="0" y="0"/>
          <a:chExt cx="0" cy="0"/>
        </a:xfrm>
      </p:grpSpPr>
      <p:sp>
        <p:nvSpPr>
          <p:cNvPr id="5" name="Google Shape;10;p2">
            <a:extLst>
              <a:ext uri="{FF2B5EF4-FFF2-40B4-BE49-F238E27FC236}">
                <a16:creationId xmlns:a16="http://schemas.microsoft.com/office/drawing/2014/main" id="{7DE77569-CF12-8ADA-417E-A17EED745482}"/>
              </a:ext>
            </a:extLst>
          </p:cNvPr>
          <p:cNvSpPr txBox="1">
            <a:spLocks noGrp="1"/>
          </p:cNvSpPr>
          <p:nvPr>
            <p:ph type="ctrTitle" hasCustomPrompt="1"/>
          </p:nvPr>
        </p:nvSpPr>
        <p:spPr>
          <a:xfrm>
            <a:off x="311708" y="3257550"/>
            <a:ext cx="8520600" cy="1047749"/>
          </a:xfrm>
          <a:prstGeom prst="rect">
            <a:avLst/>
          </a:prstGeom>
        </p:spPr>
        <p:txBody>
          <a:bodyPr spcFirstLastPara="1" wrap="square" lIns="90000" tIns="90000" rIns="90000" bIns="36000" anchor="b" anchorCtr="0">
            <a:noAutofit/>
          </a:bodyPr>
          <a:lstStyle>
            <a:lvl1pPr lvl="0" algn="l">
              <a:spcBef>
                <a:spcPts val="0"/>
              </a:spcBef>
              <a:spcAft>
                <a:spcPts val="0"/>
              </a:spcAft>
              <a:buSzPts val="5200"/>
              <a:buNone/>
              <a:defRPr sz="2800" b="1">
                <a:solidFill>
                  <a:schemeClr val="bg1"/>
                </a:solidFill>
                <a:latin typeface="PP Neue Machina Plain Ultrabold" pitchFamily="50" charset="0"/>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br>
              <a:rPr lang="en-IN" dirty="0"/>
            </a:br>
            <a:r>
              <a:rPr lang="en-IN" dirty="0"/>
              <a:t>Click here to </a:t>
            </a:r>
            <a:br>
              <a:rPr lang="en-IN" dirty="0"/>
            </a:br>
            <a:r>
              <a:rPr lang="en-IN" dirty="0"/>
              <a:t>add title</a:t>
            </a:r>
            <a:endParaRPr dirty="0"/>
          </a:p>
        </p:txBody>
      </p:sp>
      <p:sp>
        <p:nvSpPr>
          <p:cNvPr id="6" name="Google Shape;11;p2">
            <a:extLst>
              <a:ext uri="{FF2B5EF4-FFF2-40B4-BE49-F238E27FC236}">
                <a16:creationId xmlns:a16="http://schemas.microsoft.com/office/drawing/2014/main" id="{0C50BD5F-C55E-53AD-DB29-26F4E5A5E512}"/>
              </a:ext>
            </a:extLst>
          </p:cNvPr>
          <p:cNvSpPr txBox="1">
            <a:spLocks noGrp="1"/>
          </p:cNvSpPr>
          <p:nvPr>
            <p:ph type="subTitle" idx="1"/>
          </p:nvPr>
        </p:nvSpPr>
        <p:spPr>
          <a:xfrm>
            <a:off x="304800" y="4324350"/>
            <a:ext cx="8520600" cy="457200"/>
          </a:xfrm>
          <a:prstGeom prst="rect">
            <a:avLst/>
          </a:prstGeom>
        </p:spPr>
        <p:txBody>
          <a:bodyPr spcFirstLastPara="1" wrap="square" lIns="90000" tIns="90000" rIns="90000" bIns="90000" anchor="t" anchorCtr="0">
            <a:noAutofit/>
          </a:bodyPr>
          <a:lstStyle>
            <a:lvl1pPr marL="0" lvl="0" indent="0" algn="l">
              <a:lnSpc>
                <a:spcPct val="100000"/>
              </a:lnSpc>
              <a:spcBef>
                <a:spcPts val="0"/>
              </a:spcBef>
              <a:spcAft>
                <a:spcPts val="0"/>
              </a:spcAft>
              <a:buSzPts val="2800"/>
              <a:buNone/>
              <a:defRPr sz="1800">
                <a:solidFill>
                  <a:schemeClr val="accent1"/>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dirty="0"/>
          </a:p>
        </p:txBody>
      </p:sp>
      <p:sp>
        <p:nvSpPr>
          <p:cNvPr id="9" name="Freeform: Shape 8">
            <a:extLst>
              <a:ext uri="{FF2B5EF4-FFF2-40B4-BE49-F238E27FC236}">
                <a16:creationId xmlns:a16="http://schemas.microsoft.com/office/drawing/2014/main" id="{92934341-19CE-7349-296A-322626C7B138}"/>
              </a:ext>
            </a:extLst>
          </p:cNvPr>
          <p:cNvSpPr/>
          <p:nvPr/>
        </p:nvSpPr>
        <p:spPr>
          <a:xfrm>
            <a:off x="0" y="0"/>
            <a:ext cx="9144000" cy="857250"/>
          </a:xfrm>
          <a:custGeom>
            <a:avLst/>
            <a:gdLst>
              <a:gd name="connsiteX0" fmla="*/ 0 w 9144000"/>
              <a:gd name="connsiteY0" fmla="*/ 0 h 857250"/>
              <a:gd name="connsiteX1" fmla="*/ 0 w 9144000"/>
              <a:gd name="connsiteY1" fmla="*/ 857250 h 857250"/>
              <a:gd name="connsiteX2" fmla="*/ 7540609 w 9144000"/>
              <a:gd name="connsiteY2" fmla="*/ 857250 h 857250"/>
              <a:gd name="connsiteX3" fmla="*/ 8245698 w 9144000"/>
              <a:gd name="connsiteY3" fmla="*/ 707422 h 857250"/>
              <a:gd name="connsiteX4" fmla="*/ 8933831 w 9144000"/>
              <a:gd name="connsiteY4" fmla="*/ 857250 h 857250"/>
              <a:gd name="connsiteX5" fmla="*/ 9144000 w 9144000"/>
              <a:gd name="connsiteY5" fmla="*/ 857250 h 857250"/>
              <a:gd name="connsiteX6" fmla="*/ 9144000 w 9144000"/>
              <a:gd name="connsiteY6" fmla="*/ 0 h 857250"/>
              <a:gd name="connsiteX7" fmla="*/ 0 w 9144000"/>
              <a:gd name="connsiteY7" fmla="*/ 0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0" h="857250">
                <a:moveTo>
                  <a:pt x="0" y="0"/>
                </a:moveTo>
                <a:lnTo>
                  <a:pt x="0" y="857250"/>
                </a:lnTo>
                <a:lnTo>
                  <a:pt x="7540609" y="857250"/>
                </a:lnTo>
                <a:lnTo>
                  <a:pt x="8245698" y="707422"/>
                </a:lnTo>
                <a:lnTo>
                  <a:pt x="8933831" y="857250"/>
                </a:lnTo>
                <a:lnTo>
                  <a:pt x="9144000" y="857250"/>
                </a:lnTo>
                <a:lnTo>
                  <a:pt x="9144000" y="0"/>
                </a:lnTo>
                <a:lnTo>
                  <a:pt x="0" y="0"/>
                </a:lnTo>
                <a:close/>
              </a:path>
            </a:pathLst>
          </a:custGeom>
          <a:gradFill>
            <a:gsLst>
              <a:gs pos="0">
                <a:srgbClr val="5BC1A0"/>
              </a:gs>
              <a:gs pos="50000">
                <a:srgbClr val="2E9376"/>
              </a:gs>
              <a:gs pos="100000">
                <a:srgbClr val="01654D"/>
              </a:gs>
            </a:gsLst>
            <a:lin ang="0" scaled="1"/>
          </a:gradFill>
          <a:ln w="81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lvl="0" defTabSz="914400" eaLnBrk="1" latinLnBrk="0" hangingPunct="1"/>
            <a:endParaRPr lang="en-AU" sz="1800" kern="1200">
              <a:solidFill>
                <a:schemeClr val="tx1"/>
              </a:solidFill>
              <a:latin typeface="+mn-lt"/>
              <a:ea typeface="+mn-ea"/>
              <a:cs typeface="+mn-cs"/>
            </a:endParaRPr>
          </a:p>
        </p:txBody>
      </p:sp>
      <p:sp>
        <p:nvSpPr>
          <p:cNvPr id="10" name="Freeform: Shape 9">
            <a:extLst>
              <a:ext uri="{FF2B5EF4-FFF2-40B4-BE49-F238E27FC236}">
                <a16:creationId xmlns:a16="http://schemas.microsoft.com/office/drawing/2014/main" id="{39DA85C7-A401-0B1C-EBA4-467E24D78BC2}"/>
              </a:ext>
            </a:extLst>
          </p:cNvPr>
          <p:cNvSpPr/>
          <p:nvPr/>
        </p:nvSpPr>
        <p:spPr>
          <a:xfrm>
            <a:off x="7540608" y="437149"/>
            <a:ext cx="1246536" cy="285083"/>
          </a:xfrm>
          <a:custGeom>
            <a:avLst/>
            <a:gdLst>
              <a:gd name="connsiteX0" fmla="*/ 718995 w 1246536"/>
              <a:gd name="connsiteY0" fmla="*/ 0 h 285083"/>
              <a:gd name="connsiteX1" fmla="*/ 769239 w 1246536"/>
              <a:gd name="connsiteY1" fmla="*/ 10668 h 285083"/>
              <a:gd name="connsiteX2" fmla="*/ 842391 w 1246536"/>
              <a:gd name="connsiteY2" fmla="*/ 94726 h 285083"/>
              <a:gd name="connsiteX3" fmla="*/ 769239 w 1246536"/>
              <a:gd name="connsiteY3" fmla="*/ 147876 h 285083"/>
              <a:gd name="connsiteX4" fmla="*/ 718995 w 1246536"/>
              <a:gd name="connsiteY4" fmla="*/ 137208 h 285083"/>
              <a:gd name="connsiteX5" fmla="*/ 718995 w 1246536"/>
              <a:gd name="connsiteY5" fmla="*/ 48 h 285083"/>
              <a:gd name="connsiteX6" fmla="*/ 769239 w 1246536"/>
              <a:gd name="connsiteY6" fmla="*/ 116681 h 285083"/>
              <a:gd name="connsiteX7" fmla="*/ 808530 w 1246536"/>
              <a:gd name="connsiteY7" fmla="*/ 87487 h 285083"/>
              <a:gd name="connsiteX8" fmla="*/ 769239 w 1246536"/>
              <a:gd name="connsiteY8" fmla="*/ 41577 h 285083"/>
              <a:gd name="connsiteX9" fmla="*/ 752856 w 1246536"/>
              <a:gd name="connsiteY9" fmla="*/ 38100 h 285083"/>
              <a:gd name="connsiteX10" fmla="*/ 752856 w 1246536"/>
              <a:gd name="connsiteY10" fmla="*/ 113205 h 285083"/>
              <a:gd name="connsiteX11" fmla="*/ 769239 w 1246536"/>
              <a:gd name="connsiteY11" fmla="*/ 116681 h 285083"/>
              <a:gd name="connsiteX12" fmla="*/ 947024 w 1246536"/>
              <a:gd name="connsiteY12" fmla="*/ 48482 h 285083"/>
              <a:gd name="connsiteX13" fmla="*/ 947024 w 1246536"/>
              <a:gd name="connsiteY13" fmla="*/ 79391 h 285083"/>
              <a:gd name="connsiteX14" fmla="*/ 917067 w 1246536"/>
              <a:gd name="connsiteY14" fmla="*/ 73009 h 285083"/>
              <a:gd name="connsiteX15" fmla="*/ 917067 w 1246536"/>
              <a:gd name="connsiteY15" fmla="*/ 148114 h 285083"/>
              <a:gd name="connsiteX16" fmla="*/ 947024 w 1246536"/>
              <a:gd name="connsiteY16" fmla="*/ 154496 h 285083"/>
              <a:gd name="connsiteX17" fmla="*/ 947024 w 1246536"/>
              <a:gd name="connsiteY17" fmla="*/ 185642 h 285083"/>
              <a:gd name="connsiteX18" fmla="*/ 853393 w 1246536"/>
              <a:gd name="connsiteY18" fmla="*/ 165735 h 285083"/>
              <a:gd name="connsiteX19" fmla="*/ 853393 w 1246536"/>
              <a:gd name="connsiteY19" fmla="*/ 134588 h 285083"/>
              <a:gd name="connsiteX20" fmla="*/ 883349 w 1246536"/>
              <a:gd name="connsiteY20" fmla="*/ 140970 h 285083"/>
              <a:gd name="connsiteX21" fmla="*/ 883349 w 1246536"/>
              <a:gd name="connsiteY21" fmla="*/ 65865 h 285083"/>
              <a:gd name="connsiteX22" fmla="*/ 853393 w 1246536"/>
              <a:gd name="connsiteY22" fmla="*/ 59484 h 285083"/>
              <a:gd name="connsiteX23" fmla="*/ 853393 w 1246536"/>
              <a:gd name="connsiteY23" fmla="*/ 28575 h 285083"/>
              <a:gd name="connsiteX24" fmla="*/ 947024 w 1246536"/>
              <a:gd name="connsiteY24" fmla="*/ 48482 h 285083"/>
              <a:gd name="connsiteX25" fmla="*/ 1026319 w 1246536"/>
              <a:gd name="connsiteY25" fmla="*/ 62579 h 285083"/>
              <a:gd name="connsiteX26" fmla="*/ 1094994 w 1246536"/>
              <a:gd name="connsiteY26" fmla="*/ 148399 h 285083"/>
              <a:gd name="connsiteX27" fmla="*/ 1026319 w 1246536"/>
              <a:gd name="connsiteY27" fmla="*/ 205216 h 285083"/>
              <a:gd name="connsiteX28" fmla="*/ 957263 w 1246536"/>
              <a:gd name="connsiteY28" fmla="*/ 119158 h 285083"/>
              <a:gd name="connsiteX29" fmla="*/ 1026319 w 1246536"/>
              <a:gd name="connsiteY29" fmla="*/ 62627 h 285083"/>
              <a:gd name="connsiteX30" fmla="*/ 1026319 w 1246536"/>
              <a:gd name="connsiteY30" fmla="*/ 173117 h 285083"/>
              <a:gd name="connsiteX31" fmla="*/ 1060180 w 1246536"/>
              <a:gd name="connsiteY31" fmla="*/ 141018 h 285083"/>
              <a:gd name="connsiteX32" fmla="*/ 1026319 w 1246536"/>
              <a:gd name="connsiteY32" fmla="*/ 94726 h 285083"/>
              <a:gd name="connsiteX33" fmla="*/ 992267 w 1246536"/>
              <a:gd name="connsiteY33" fmla="*/ 126587 h 285083"/>
              <a:gd name="connsiteX34" fmla="*/ 1026319 w 1246536"/>
              <a:gd name="connsiteY34" fmla="*/ 173117 h 285083"/>
              <a:gd name="connsiteX35" fmla="*/ 1111949 w 1246536"/>
              <a:gd name="connsiteY35" fmla="*/ 83534 h 285083"/>
              <a:gd name="connsiteX36" fmla="*/ 1175814 w 1246536"/>
              <a:gd name="connsiteY36" fmla="*/ 97107 h 285083"/>
              <a:gd name="connsiteX37" fmla="*/ 1212675 w 1246536"/>
              <a:gd name="connsiteY37" fmla="*/ 230791 h 285083"/>
              <a:gd name="connsiteX38" fmla="*/ 1212675 w 1246536"/>
              <a:gd name="connsiteY38" fmla="*/ 104918 h 285083"/>
              <a:gd name="connsiteX39" fmla="*/ 1246537 w 1246536"/>
              <a:gd name="connsiteY39" fmla="*/ 112109 h 285083"/>
              <a:gd name="connsiteX40" fmla="*/ 1246537 w 1246536"/>
              <a:gd name="connsiteY40" fmla="*/ 249269 h 285083"/>
              <a:gd name="connsiteX41" fmla="*/ 1182672 w 1246536"/>
              <a:gd name="connsiteY41" fmla="*/ 235696 h 285083"/>
              <a:gd name="connsiteX42" fmla="*/ 1145810 w 1246536"/>
              <a:gd name="connsiteY42" fmla="*/ 102013 h 285083"/>
              <a:gd name="connsiteX43" fmla="*/ 1145810 w 1246536"/>
              <a:gd name="connsiteY43" fmla="*/ 227886 h 285083"/>
              <a:gd name="connsiteX44" fmla="*/ 1111949 w 1246536"/>
              <a:gd name="connsiteY44" fmla="*/ 220694 h 285083"/>
              <a:gd name="connsiteX45" fmla="*/ 1111949 w 1246536"/>
              <a:gd name="connsiteY45" fmla="*/ 83534 h 285083"/>
              <a:gd name="connsiteX46" fmla="*/ 42101 w 1246536"/>
              <a:gd name="connsiteY46" fmla="*/ 138970 h 285083"/>
              <a:gd name="connsiteX47" fmla="*/ 104108 w 1246536"/>
              <a:gd name="connsiteY47" fmla="*/ 125778 h 285083"/>
              <a:gd name="connsiteX48" fmla="*/ 145971 w 1246536"/>
              <a:gd name="connsiteY48" fmla="*/ 254032 h 285083"/>
              <a:gd name="connsiteX49" fmla="*/ 110061 w 1246536"/>
              <a:gd name="connsiteY49" fmla="*/ 261652 h 285083"/>
              <a:gd name="connsiteX50" fmla="*/ 97774 w 1246536"/>
              <a:gd name="connsiteY50" fmla="*/ 222837 h 285083"/>
              <a:gd name="connsiteX51" fmla="*/ 47863 w 1246536"/>
              <a:gd name="connsiteY51" fmla="*/ 233458 h 285083"/>
              <a:gd name="connsiteX52" fmla="*/ 35576 w 1246536"/>
              <a:gd name="connsiteY52" fmla="*/ 277511 h 285083"/>
              <a:gd name="connsiteX53" fmla="*/ 0 w 1246536"/>
              <a:gd name="connsiteY53" fmla="*/ 285083 h 285083"/>
              <a:gd name="connsiteX54" fmla="*/ 42053 w 1246536"/>
              <a:gd name="connsiteY54" fmla="*/ 138970 h 285083"/>
              <a:gd name="connsiteX55" fmla="*/ 88440 w 1246536"/>
              <a:gd name="connsiteY55" fmla="*/ 193881 h 285083"/>
              <a:gd name="connsiteX56" fmla="*/ 72819 w 1246536"/>
              <a:gd name="connsiteY56" fmla="*/ 144875 h 285083"/>
              <a:gd name="connsiteX57" fmla="*/ 57198 w 1246536"/>
              <a:gd name="connsiteY57" fmla="*/ 200549 h 285083"/>
              <a:gd name="connsiteX58" fmla="*/ 88488 w 1246536"/>
              <a:gd name="connsiteY58" fmla="*/ 193881 h 285083"/>
              <a:gd name="connsiteX59" fmla="*/ 214646 w 1246536"/>
              <a:gd name="connsiteY59" fmla="*/ 242173 h 285083"/>
              <a:gd name="connsiteX60" fmla="*/ 148733 w 1246536"/>
              <a:gd name="connsiteY60" fmla="*/ 199930 h 285083"/>
              <a:gd name="connsiteX61" fmla="*/ 183738 w 1246536"/>
              <a:gd name="connsiteY61" fmla="*/ 192500 h 285083"/>
              <a:gd name="connsiteX62" fmla="*/ 215408 w 1246536"/>
              <a:gd name="connsiteY62" fmla="*/ 212408 h 285083"/>
              <a:gd name="connsiteX63" fmla="*/ 239030 w 1246536"/>
              <a:gd name="connsiteY63" fmla="*/ 195310 h 285083"/>
              <a:gd name="connsiteX64" fmla="*/ 227886 w 1246536"/>
              <a:gd name="connsiteY64" fmla="*/ 187166 h 285083"/>
              <a:gd name="connsiteX65" fmla="*/ 183975 w 1246536"/>
              <a:gd name="connsiteY65" fmla="*/ 184452 h 285083"/>
              <a:gd name="connsiteX66" fmla="*/ 154210 w 1246536"/>
              <a:gd name="connsiteY66" fmla="*/ 153210 h 285083"/>
              <a:gd name="connsiteX67" fmla="*/ 207645 w 1246536"/>
              <a:gd name="connsiteY67" fmla="*/ 101013 h 285083"/>
              <a:gd name="connsiteX68" fmla="*/ 268891 w 1246536"/>
              <a:gd name="connsiteY68" fmla="*/ 138017 h 285083"/>
              <a:gd name="connsiteX69" fmla="*/ 234077 w 1246536"/>
              <a:gd name="connsiteY69" fmla="*/ 145399 h 285083"/>
              <a:gd name="connsiteX70" fmla="*/ 208217 w 1246536"/>
              <a:gd name="connsiteY70" fmla="*/ 129873 h 285083"/>
              <a:gd name="connsiteX71" fmla="*/ 189215 w 1246536"/>
              <a:gd name="connsiteY71" fmla="*/ 145018 h 285083"/>
              <a:gd name="connsiteX72" fmla="*/ 199454 w 1246536"/>
              <a:gd name="connsiteY72" fmla="*/ 152352 h 285083"/>
              <a:gd name="connsiteX73" fmla="*/ 242078 w 1246536"/>
              <a:gd name="connsiteY73" fmla="*/ 154400 h 285083"/>
              <a:gd name="connsiteX74" fmla="*/ 273891 w 1246536"/>
              <a:gd name="connsiteY74" fmla="*/ 186357 h 285083"/>
              <a:gd name="connsiteX75" fmla="*/ 214694 w 1246536"/>
              <a:gd name="connsiteY75" fmla="*/ 242126 h 285083"/>
              <a:gd name="connsiteX76" fmla="*/ 283702 w 1246536"/>
              <a:gd name="connsiteY76" fmla="*/ 156067 h 285083"/>
              <a:gd name="connsiteX77" fmla="*/ 353330 w 1246536"/>
              <a:gd name="connsiteY77" fmla="*/ 70056 h 285083"/>
              <a:gd name="connsiteX78" fmla="*/ 419767 w 1246536"/>
              <a:gd name="connsiteY78" fmla="*/ 111585 h 285083"/>
              <a:gd name="connsiteX79" fmla="*/ 384953 w 1246536"/>
              <a:gd name="connsiteY79" fmla="*/ 118967 h 285083"/>
              <a:gd name="connsiteX80" fmla="*/ 353473 w 1246536"/>
              <a:gd name="connsiteY80" fmla="*/ 102108 h 285083"/>
              <a:gd name="connsiteX81" fmla="*/ 318659 w 1246536"/>
              <a:gd name="connsiteY81" fmla="*/ 148590 h 285083"/>
              <a:gd name="connsiteX82" fmla="*/ 353473 w 1246536"/>
              <a:gd name="connsiteY82" fmla="*/ 180499 h 285083"/>
              <a:gd name="connsiteX83" fmla="*/ 384953 w 1246536"/>
              <a:gd name="connsiteY83" fmla="*/ 150066 h 285083"/>
              <a:gd name="connsiteX84" fmla="*/ 419767 w 1246536"/>
              <a:gd name="connsiteY84" fmla="*/ 142685 h 285083"/>
              <a:gd name="connsiteX85" fmla="*/ 353330 w 1246536"/>
              <a:gd name="connsiteY85" fmla="*/ 212646 h 285083"/>
              <a:gd name="connsiteX86" fmla="*/ 283702 w 1246536"/>
              <a:gd name="connsiteY86" fmla="*/ 156067 h 285083"/>
              <a:gd name="connsiteX87" fmla="*/ 436340 w 1246536"/>
              <a:gd name="connsiteY87" fmla="*/ 55150 h 285083"/>
              <a:gd name="connsiteX88" fmla="*/ 540782 w 1246536"/>
              <a:gd name="connsiteY88" fmla="*/ 32956 h 285083"/>
              <a:gd name="connsiteX89" fmla="*/ 540782 w 1246536"/>
              <a:gd name="connsiteY89" fmla="*/ 63865 h 285083"/>
              <a:gd name="connsiteX90" fmla="*/ 470440 w 1246536"/>
              <a:gd name="connsiteY90" fmla="*/ 78819 h 285083"/>
              <a:gd name="connsiteX91" fmla="*/ 470440 w 1246536"/>
              <a:gd name="connsiteY91" fmla="*/ 101775 h 285083"/>
              <a:gd name="connsiteX92" fmla="*/ 531495 w 1246536"/>
              <a:gd name="connsiteY92" fmla="*/ 88821 h 285083"/>
              <a:gd name="connsiteX93" fmla="*/ 531495 w 1246536"/>
              <a:gd name="connsiteY93" fmla="*/ 118015 h 285083"/>
              <a:gd name="connsiteX94" fmla="*/ 470440 w 1246536"/>
              <a:gd name="connsiteY94" fmla="*/ 131016 h 285083"/>
              <a:gd name="connsiteX95" fmla="*/ 470440 w 1246536"/>
              <a:gd name="connsiteY95" fmla="*/ 154162 h 285083"/>
              <a:gd name="connsiteX96" fmla="*/ 540782 w 1246536"/>
              <a:gd name="connsiteY96" fmla="*/ 139208 h 285083"/>
              <a:gd name="connsiteX97" fmla="*/ 540782 w 1246536"/>
              <a:gd name="connsiteY97" fmla="*/ 170117 h 285083"/>
              <a:gd name="connsiteX98" fmla="*/ 436340 w 1246536"/>
              <a:gd name="connsiteY98" fmla="*/ 192310 h 285083"/>
              <a:gd name="connsiteX99" fmla="*/ 436340 w 1246536"/>
              <a:gd name="connsiteY99" fmla="*/ 55150 h 285083"/>
              <a:gd name="connsiteX100" fmla="*/ 561308 w 1246536"/>
              <a:gd name="connsiteY100" fmla="*/ 28575 h 285083"/>
              <a:gd name="connsiteX101" fmla="*/ 625173 w 1246536"/>
              <a:gd name="connsiteY101" fmla="*/ 15002 h 285083"/>
              <a:gd name="connsiteX102" fmla="*/ 662035 w 1246536"/>
              <a:gd name="connsiteY102" fmla="*/ 133064 h 285083"/>
              <a:gd name="connsiteX103" fmla="*/ 662035 w 1246536"/>
              <a:gd name="connsiteY103" fmla="*/ 7191 h 285083"/>
              <a:gd name="connsiteX104" fmla="*/ 695897 w 1246536"/>
              <a:gd name="connsiteY104" fmla="*/ 0 h 285083"/>
              <a:gd name="connsiteX105" fmla="*/ 695897 w 1246536"/>
              <a:gd name="connsiteY105" fmla="*/ 137160 h 285083"/>
              <a:gd name="connsiteX106" fmla="*/ 632032 w 1246536"/>
              <a:gd name="connsiteY106" fmla="*/ 150733 h 285083"/>
              <a:gd name="connsiteX107" fmla="*/ 595170 w 1246536"/>
              <a:gd name="connsiteY107" fmla="*/ 32671 h 285083"/>
              <a:gd name="connsiteX108" fmla="*/ 595170 w 1246536"/>
              <a:gd name="connsiteY108" fmla="*/ 158544 h 285083"/>
              <a:gd name="connsiteX109" fmla="*/ 561308 w 1246536"/>
              <a:gd name="connsiteY109" fmla="*/ 165735 h 285083"/>
              <a:gd name="connsiteX110" fmla="*/ 561308 w 1246536"/>
              <a:gd name="connsiteY110" fmla="*/ 28575 h 285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246536" h="285083">
                <a:moveTo>
                  <a:pt x="718995" y="0"/>
                </a:moveTo>
                <a:lnTo>
                  <a:pt x="769239" y="10668"/>
                </a:lnTo>
                <a:cubicBezTo>
                  <a:pt x="805149" y="18288"/>
                  <a:pt x="842391" y="35766"/>
                  <a:pt x="842391" y="94726"/>
                </a:cubicBezTo>
                <a:cubicBezTo>
                  <a:pt x="842391" y="153876"/>
                  <a:pt x="805149" y="155496"/>
                  <a:pt x="769239" y="147876"/>
                </a:cubicBezTo>
                <a:lnTo>
                  <a:pt x="718995" y="137208"/>
                </a:lnTo>
                <a:lnTo>
                  <a:pt x="718995" y="48"/>
                </a:lnTo>
                <a:close/>
                <a:moveTo>
                  <a:pt x="769239" y="116681"/>
                </a:moveTo>
                <a:cubicBezTo>
                  <a:pt x="791766" y="121491"/>
                  <a:pt x="808530" y="124254"/>
                  <a:pt x="808530" y="87487"/>
                </a:cubicBezTo>
                <a:cubicBezTo>
                  <a:pt x="808530" y="50721"/>
                  <a:pt x="791623" y="46339"/>
                  <a:pt x="769239" y="41577"/>
                </a:cubicBezTo>
                <a:lnTo>
                  <a:pt x="752856" y="38100"/>
                </a:lnTo>
                <a:lnTo>
                  <a:pt x="752856" y="113205"/>
                </a:lnTo>
                <a:cubicBezTo>
                  <a:pt x="752856" y="113205"/>
                  <a:pt x="769239" y="116681"/>
                  <a:pt x="769239" y="116681"/>
                </a:cubicBezTo>
                <a:close/>
                <a:moveTo>
                  <a:pt x="947024" y="48482"/>
                </a:moveTo>
                <a:lnTo>
                  <a:pt x="947024" y="79391"/>
                </a:lnTo>
                <a:cubicBezTo>
                  <a:pt x="947024" y="79391"/>
                  <a:pt x="917067" y="73009"/>
                  <a:pt x="917067" y="73009"/>
                </a:cubicBezTo>
                <a:lnTo>
                  <a:pt x="917067" y="148114"/>
                </a:lnTo>
                <a:cubicBezTo>
                  <a:pt x="917067" y="148114"/>
                  <a:pt x="947024" y="154496"/>
                  <a:pt x="947024" y="154496"/>
                </a:cubicBezTo>
                <a:lnTo>
                  <a:pt x="947024" y="185642"/>
                </a:lnTo>
                <a:cubicBezTo>
                  <a:pt x="947024" y="185642"/>
                  <a:pt x="853393" y="165735"/>
                  <a:pt x="853393" y="165735"/>
                </a:cubicBezTo>
                <a:lnTo>
                  <a:pt x="853393" y="134588"/>
                </a:lnTo>
                <a:cubicBezTo>
                  <a:pt x="853393" y="134588"/>
                  <a:pt x="883349" y="140970"/>
                  <a:pt x="883349" y="140970"/>
                </a:cubicBezTo>
                <a:lnTo>
                  <a:pt x="883349" y="65865"/>
                </a:lnTo>
                <a:cubicBezTo>
                  <a:pt x="883349" y="65865"/>
                  <a:pt x="853393" y="59484"/>
                  <a:pt x="853393" y="59484"/>
                </a:cubicBezTo>
                <a:lnTo>
                  <a:pt x="853393" y="28575"/>
                </a:lnTo>
                <a:cubicBezTo>
                  <a:pt x="853393" y="28575"/>
                  <a:pt x="947024" y="48482"/>
                  <a:pt x="947024" y="48482"/>
                </a:cubicBezTo>
                <a:close/>
                <a:moveTo>
                  <a:pt x="1026319" y="62579"/>
                </a:moveTo>
                <a:cubicBezTo>
                  <a:pt x="1068944" y="71628"/>
                  <a:pt x="1094994" y="107918"/>
                  <a:pt x="1094994" y="148399"/>
                </a:cubicBezTo>
                <a:cubicBezTo>
                  <a:pt x="1094994" y="189071"/>
                  <a:pt x="1068944" y="214265"/>
                  <a:pt x="1026319" y="205216"/>
                </a:cubicBezTo>
                <a:cubicBezTo>
                  <a:pt x="983504" y="196120"/>
                  <a:pt x="957263" y="159782"/>
                  <a:pt x="957263" y="119158"/>
                </a:cubicBezTo>
                <a:cubicBezTo>
                  <a:pt x="957263" y="78676"/>
                  <a:pt x="983504" y="53530"/>
                  <a:pt x="1026319" y="62627"/>
                </a:cubicBezTo>
                <a:moveTo>
                  <a:pt x="1026319" y="173117"/>
                </a:moveTo>
                <a:cubicBezTo>
                  <a:pt x="1049036" y="177927"/>
                  <a:pt x="1060180" y="165925"/>
                  <a:pt x="1060180" y="141018"/>
                </a:cubicBezTo>
                <a:cubicBezTo>
                  <a:pt x="1060180" y="116110"/>
                  <a:pt x="1048846" y="99489"/>
                  <a:pt x="1026319" y="94726"/>
                </a:cubicBezTo>
                <a:cubicBezTo>
                  <a:pt x="1003602" y="89916"/>
                  <a:pt x="992267" y="101870"/>
                  <a:pt x="992267" y="126587"/>
                </a:cubicBezTo>
                <a:cubicBezTo>
                  <a:pt x="992267" y="151495"/>
                  <a:pt x="1003649" y="168307"/>
                  <a:pt x="1026319" y="173117"/>
                </a:cubicBezTo>
                <a:moveTo>
                  <a:pt x="1111949" y="83534"/>
                </a:moveTo>
                <a:lnTo>
                  <a:pt x="1175814" y="97107"/>
                </a:lnTo>
                <a:lnTo>
                  <a:pt x="1212675" y="230791"/>
                </a:lnTo>
                <a:lnTo>
                  <a:pt x="1212675" y="104918"/>
                </a:lnTo>
                <a:cubicBezTo>
                  <a:pt x="1212675" y="104918"/>
                  <a:pt x="1246537" y="112109"/>
                  <a:pt x="1246537" y="112109"/>
                </a:cubicBezTo>
                <a:lnTo>
                  <a:pt x="1246537" y="249269"/>
                </a:lnTo>
                <a:cubicBezTo>
                  <a:pt x="1246537" y="249269"/>
                  <a:pt x="1182672" y="235696"/>
                  <a:pt x="1182672" y="235696"/>
                </a:cubicBezTo>
                <a:lnTo>
                  <a:pt x="1145810" y="102013"/>
                </a:lnTo>
                <a:lnTo>
                  <a:pt x="1145810" y="227886"/>
                </a:lnTo>
                <a:cubicBezTo>
                  <a:pt x="1145810" y="227886"/>
                  <a:pt x="1111949" y="220694"/>
                  <a:pt x="1111949" y="220694"/>
                </a:cubicBezTo>
                <a:lnTo>
                  <a:pt x="1111949" y="83534"/>
                </a:lnTo>
                <a:close/>
                <a:moveTo>
                  <a:pt x="42101" y="138970"/>
                </a:moveTo>
                <a:lnTo>
                  <a:pt x="104108" y="125778"/>
                </a:lnTo>
                <a:lnTo>
                  <a:pt x="145971" y="254032"/>
                </a:lnTo>
                <a:lnTo>
                  <a:pt x="110061" y="261652"/>
                </a:lnTo>
                <a:lnTo>
                  <a:pt x="97774" y="222837"/>
                </a:lnTo>
                <a:lnTo>
                  <a:pt x="47863" y="233458"/>
                </a:lnTo>
                <a:lnTo>
                  <a:pt x="35576" y="277511"/>
                </a:lnTo>
                <a:lnTo>
                  <a:pt x="0" y="285083"/>
                </a:lnTo>
                <a:lnTo>
                  <a:pt x="42053" y="138970"/>
                </a:lnTo>
                <a:close/>
                <a:moveTo>
                  <a:pt x="88440" y="193881"/>
                </a:moveTo>
                <a:lnTo>
                  <a:pt x="72819" y="144875"/>
                </a:lnTo>
                <a:lnTo>
                  <a:pt x="57198" y="200549"/>
                </a:lnTo>
                <a:lnTo>
                  <a:pt x="88488" y="193881"/>
                </a:lnTo>
                <a:close/>
                <a:moveTo>
                  <a:pt x="214646" y="242173"/>
                </a:moveTo>
                <a:cubicBezTo>
                  <a:pt x="168307" y="252032"/>
                  <a:pt x="148733" y="235553"/>
                  <a:pt x="148733" y="199930"/>
                </a:cubicBezTo>
                <a:lnTo>
                  <a:pt x="183738" y="192500"/>
                </a:lnTo>
                <a:cubicBezTo>
                  <a:pt x="183738" y="211979"/>
                  <a:pt x="190977" y="217599"/>
                  <a:pt x="215408" y="212408"/>
                </a:cubicBezTo>
                <a:cubicBezTo>
                  <a:pt x="231982" y="208883"/>
                  <a:pt x="239030" y="203883"/>
                  <a:pt x="239030" y="195310"/>
                </a:cubicBezTo>
                <a:cubicBezTo>
                  <a:pt x="239030" y="190452"/>
                  <a:pt x="235315" y="187547"/>
                  <a:pt x="227886" y="187166"/>
                </a:cubicBezTo>
                <a:lnTo>
                  <a:pt x="183975" y="184452"/>
                </a:lnTo>
                <a:cubicBezTo>
                  <a:pt x="161258" y="182880"/>
                  <a:pt x="154210" y="170545"/>
                  <a:pt x="154210" y="153210"/>
                </a:cubicBezTo>
                <a:cubicBezTo>
                  <a:pt x="154210" y="126540"/>
                  <a:pt x="173212" y="108299"/>
                  <a:pt x="207645" y="101013"/>
                </a:cubicBezTo>
                <a:cubicBezTo>
                  <a:pt x="248603" y="92297"/>
                  <a:pt x="268891" y="108252"/>
                  <a:pt x="268891" y="138017"/>
                </a:cubicBezTo>
                <a:lnTo>
                  <a:pt x="234077" y="145399"/>
                </a:lnTo>
                <a:cubicBezTo>
                  <a:pt x="234077" y="130635"/>
                  <a:pt x="226076" y="126111"/>
                  <a:pt x="208217" y="129873"/>
                </a:cubicBezTo>
                <a:cubicBezTo>
                  <a:pt x="195739" y="132540"/>
                  <a:pt x="189215" y="137208"/>
                  <a:pt x="189215" y="145018"/>
                </a:cubicBezTo>
                <a:cubicBezTo>
                  <a:pt x="189215" y="148923"/>
                  <a:pt x="191262" y="151781"/>
                  <a:pt x="199454" y="152352"/>
                </a:cubicBezTo>
                <a:lnTo>
                  <a:pt x="242078" y="154400"/>
                </a:lnTo>
                <a:cubicBezTo>
                  <a:pt x="263843" y="155400"/>
                  <a:pt x="273891" y="166306"/>
                  <a:pt x="273891" y="186357"/>
                </a:cubicBezTo>
                <a:cubicBezTo>
                  <a:pt x="273891" y="212408"/>
                  <a:pt x="256747" y="233172"/>
                  <a:pt x="214694" y="242126"/>
                </a:cubicBezTo>
                <a:moveTo>
                  <a:pt x="283702" y="156067"/>
                </a:moveTo>
                <a:cubicBezTo>
                  <a:pt x="283702" y="115586"/>
                  <a:pt x="310325" y="79200"/>
                  <a:pt x="353330" y="70056"/>
                </a:cubicBezTo>
                <a:cubicBezTo>
                  <a:pt x="390906" y="62055"/>
                  <a:pt x="415862" y="77962"/>
                  <a:pt x="419767" y="111585"/>
                </a:cubicBezTo>
                <a:lnTo>
                  <a:pt x="384953" y="118967"/>
                </a:lnTo>
                <a:cubicBezTo>
                  <a:pt x="382143" y="104775"/>
                  <a:pt x="370047" y="98584"/>
                  <a:pt x="353473" y="102108"/>
                </a:cubicBezTo>
                <a:cubicBezTo>
                  <a:pt x="333185" y="106442"/>
                  <a:pt x="318659" y="121587"/>
                  <a:pt x="318659" y="148590"/>
                </a:cubicBezTo>
                <a:cubicBezTo>
                  <a:pt x="318659" y="175832"/>
                  <a:pt x="333185" y="184785"/>
                  <a:pt x="353473" y="180499"/>
                </a:cubicBezTo>
                <a:cubicBezTo>
                  <a:pt x="370047" y="176974"/>
                  <a:pt x="382143" y="165449"/>
                  <a:pt x="384953" y="150066"/>
                </a:cubicBezTo>
                <a:lnTo>
                  <a:pt x="419767" y="142685"/>
                </a:lnTo>
                <a:cubicBezTo>
                  <a:pt x="415862" y="178165"/>
                  <a:pt x="390906" y="204645"/>
                  <a:pt x="353330" y="212646"/>
                </a:cubicBezTo>
                <a:cubicBezTo>
                  <a:pt x="310325" y="221790"/>
                  <a:pt x="283702" y="196691"/>
                  <a:pt x="283702" y="156067"/>
                </a:cubicBezTo>
                <a:moveTo>
                  <a:pt x="436340" y="55150"/>
                </a:moveTo>
                <a:lnTo>
                  <a:pt x="540782" y="32956"/>
                </a:lnTo>
                <a:lnTo>
                  <a:pt x="540782" y="63865"/>
                </a:lnTo>
                <a:cubicBezTo>
                  <a:pt x="540782" y="63865"/>
                  <a:pt x="470440" y="78819"/>
                  <a:pt x="470440" y="78819"/>
                </a:cubicBezTo>
                <a:lnTo>
                  <a:pt x="470440" y="101775"/>
                </a:lnTo>
                <a:cubicBezTo>
                  <a:pt x="470440" y="101775"/>
                  <a:pt x="531495" y="88821"/>
                  <a:pt x="531495" y="88821"/>
                </a:cubicBezTo>
                <a:lnTo>
                  <a:pt x="531495" y="118015"/>
                </a:lnTo>
                <a:cubicBezTo>
                  <a:pt x="531495" y="118015"/>
                  <a:pt x="470440" y="131016"/>
                  <a:pt x="470440" y="131016"/>
                </a:cubicBezTo>
                <a:lnTo>
                  <a:pt x="470440" y="154162"/>
                </a:lnTo>
                <a:cubicBezTo>
                  <a:pt x="470440" y="154162"/>
                  <a:pt x="540782" y="139208"/>
                  <a:pt x="540782" y="139208"/>
                </a:cubicBezTo>
                <a:lnTo>
                  <a:pt x="540782" y="170117"/>
                </a:lnTo>
                <a:cubicBezTo>
                  <a:pt x="540782" y="170117"/>
                  <a:pt x="436340" y="192310"/>
                  <a:pt x="436340" y="192310"/>
                </a:cubicBezTo>
                <a:lnTo>
                  <a:pt x="436340" y="55150"/>
                </a:lnTo>
                <a:close/>
                <a:moveTo>
                  <a:pt x="561308" y="28575"/>
                </a:moveTo>
                <a:lnTo>
                  <a:pt x="625173" y="15002"/>
                </a:lnTo>
                <a:lnTo>
                  <a:pt x="662035" y="133064"/>
                </a:lnTo>
                <a:lnTo>
                  <a:pt x="662035" y="7191"/>
                </a:lnTo>
                <a:cubicBezTo>
                  <a:pt x="662035" y="7191"/>
                  <a:pt x="695897" y="0"/>
                  <a:pt x="695897" y="0"/>
                </a:cubicBezTo>
                <a:lnTo>
                  <a:pt x="695897" y="137160"/>
                </a:lnTo>
                <a:cubicBezTo>
                  <a:pt x="695897" y="137160"/>
                  <a:pt x="632032" y="150733"/>
                  <a:pt x="632032" y="150733"/>
                </a:cubicBezTo>
                <a:lnTo>
                  <a:pt x="595170" y="32671"/>
                </a:lnTo>
                <a:lnTo>
                  <a:pt x="595170" y="158544"/>
                </a:lnTo>
                <a:cubicBezTo>
                  <a:pt x="595170" y="158544"/>
                  <a:pt x="561308" y="165735"/>
                  <a:pt x="561308" y="165735"/>
                </a:cubicBezTo>
                <a:lnTo>
                  <a:pt x="561308" y="28575"/>
                </a:lnTo>
                <a:close/>
              </a:path>
            </a:pathLst>
          </a:custGeom>
          <a:solidFill>
            <a:srgbClr val="FFFFFF"/>
          </a:solidFill>
          <a:ln w="4763" cap="flat">
            <a:noFill/>
            <a:prstDash val="solid"/>
            <a:miter/>
          </a:ln>
        </p:spPr>
        <p:txBody>
          <a:bodyPr rtlCol="0" anchor="ctr"/>
          <a:lstStyle/>
          <a:p>
            <a:endParaRPr lang="en-AU"/>
          </a:p>
        </p:txBody>
      </p:sp>
      <p:grpSp>
        <p:nvGrpSpPr>
          <p:cNvPr id="11" name="Graphic 3">
            <a:extLst>
              <a:ext uri="{FF2B5EF4-FFF2-40B4-BE49-F238E27FC236}">
                <a16:creationId xmlns:a16="http://schemas.microsoft.com/office/drawing/2014/main" id="{0D5456D4-1FAF-2B65-34DA-A3664C77D0D3}"/>
              </a:ext>
            </a:extLst>
          </p:cNvPr>
          <p:cNvGrpSpPr/>
          <p:nvPr/>
        </p:nvGrpSpPr>
        <p:grpSpPr>
          <a:xfrm>
            <a:off x="186213" y="648700"/>
            <a:ext cx="739282" cy="73485"/>
            <a:chOff x="186213" y="648700"/>
            <a:chExt cx="739282" cy="73485"/>
          </a:xfrm>
          <a:solidFill>
            <a:srgbClr val="FFFFFF"/>
          </a:solidFill>
        </p:grpSpPr>
        <p:sp>
          <p:nvSpPr>
            <p:cNvPr id="12" name="Freeform: Shape 11">
              <a:extLst>
                <a:ext uri="{FF2B5EF4-FFF2-40B4-BE49-F238E27FC236}">
                  <a16:creationId xmlns:a16="http://schemas.microsoft.com/office/drawing/2014/main" id="{EFA66A5B-6EC8-EC25-2FBA-D859AE9B964F}"/>
                </a:ext>
              </a:extLst>
            </p:cNvPr>
            <p:cNvSpPr/>
            <p:nvPr/>
          </p:nvSpPr>
          <p:spPr>
            <a:xfrm>
              <a:off x="186213" y="668274"/>
              <a:ext cx="46386" cy="53911"/>
            </a:xfrm>
            <a:custGeom>
              <a:avLst/>
              <a:gdLst>
                <a:gd name="connsiteX0" fmla="*/ 16574 w 46386"/>
                <a:gd name="connsiteY0" fmla="*/ 53864 h 53911"/>
                <a:gd name="connsiteX1" fmla="*/ 8334 w 46386"/>
                <a:gd name="connsiteY1" fmla="*/ 52197 h 53911"/>
                <a:gd name="connsiteX2" fmla="*/ 2286 w 46386"/>
                <a:gd name="connsiteY2" fmla="*/ 47101 h 53911"/>
                <a:gd name="connsiteX3" fmla="*/ 0 w 46386"/>
                <a:gd name="connsiteY3" fmla="*/ 38624 h 53911"/>
                <a:gd name="connsiteX4" fmla="*/ 4334 w 46386"/>
                <a:gd name="connsiteY4" fmla="*/ 27861 h 53911"/>
                <a:gd name="connsiteX5" fmla="*/ 16574 w 46386"/>
                <a:gd name="connsiteY5" fmla="*/ 22908 h 53911"/>
                <a:gd name="connsiteX6" fmla="*/ 35052 w 46386"/>
                <a:gd name="connsiteY6" fmla="*/ 21431 h 53911"/>
                <a:gd name="connsiteX7" fmla="*/ 35052 w 46386"/>
                <a:gd name="connsiteY7" fmla="*/ 18240 h 53911"/>
                <a:gd name="connsiteX8" fmla="*/ 32147 w 46386"/>
                <a:gd name="connsiteY8" fmla="*/ 10239 h 53911"/>
                <a:gd name="connsiteX9" fmla="*/ 24813 w 46386"/>
                <a:gd name="connsiteY9" fmla="*/ 8049 h 53911"/>
                <a:gd name="connsiteX10" fmla="*/ 16812 w 46386"/>
                <a:gd name="connsiteY10" fmla="*/ 10382 h 53911"/>
                <a:gd name="connsiteX11" fmla="*/ 13621 w 46386"/>
                <a:gd name="connsiteY11" fmla="*/ 17907 h 53911"/>
                <a:gd name="connsiteX12" fmla="*/ 2667 w 46386"/>
                <a:gd name="connsiteY12" fmla="*/ 17907 h 53911"/>
                <a:gd name="connsiteX13" fmla="*/ 5477 w 46386"/>
                <a:gd name="connsiteY13" fmla="*/ 7477 h 53911"/>
                <a:gd name="connsiteX14" fmla="*/ 13287 w 46386"/>
                <a:gd name="connsiteY14" fmla="*/ 1762 h 53911"/>
                <a:gd name="connsiteX15" fmla="*/ 24860 w 46386"/>
                <a:gd name="connsiteY15" fmla="*/ 0 h 53911"/>
                <a:gd name="connsiteX16" fmla="*/ 33195 w 46386"/>
                <a:gd name="connsiteY16" fmla="*/ 810 h 53911"/>
                <a:gd name="connsiteX17" fmla="*/ 40053 w 46386"/>
                <a:gd name="connsiteY17" fmla="*/ 3619 h 53911"/>
                <a:gd name="connsiteX18" fmla="*/ 44720 w 46386"/>
                <a:gd name="connsiteY18" fmla="*/ 9144 h 53911"/>
                <a:gd name="connsiteX19" fmla="*/ 46387 w 46386"/>
                <a:gd name="connsiteY19" fmla="*/ 18097 h 53911"/>
                <a:gd name="connsiteX20" fmla="*/ 46387 w 46386"/>
                <a:gd name="connsiteY20" fmla="*/ 53007 h 53911"/>
                <a:gd name="connsiteX21" fmla="*/ 35576 w 46386"/>
                <a:gd name="connsiteY21" fmla="*/ 53007 h 53911"/>
                <a:gd name="connsiteX22" fmla="*/ 35147 w 46386"/>
                <a:gd name="connsiteY22" fmla="*/ 45672 h 53911"/>
                <a:gd name="connsiteX23" fmla="*/ 27146 w 46386"/>
                <a:gd name="connsiteY23" fmla="*/ 51721 h 53911"/>
                <a:gd name="connsiteX24" fmla="*/ 16574 w 46386"/>
                <a:gd name="connsiteY24" fmla="*/ 53911 h 53911"/>
                <a:gd name="connsiteX25" fmla="*/ 20050 w 46386"/>
                <a:gd name="connsiteY25" fmla="*/ 45672 h 53911"/>
                <a:gd name="connsiteX26" fmla="*/ 28623 w 46386"/>
                <a:gd name="connsiteY26" fmla="*/ 43386 h 53911"/>
                <a:gd name="connsiteX27" fmla="*/ 34909 w 46386"/>
                <a:gd name="connsiteY27" fmla="*/ 37767 h 53911"/>
                <a:gd name="connsiteX28" fmla="*/ 34909 w 46386"/>
                <a:gd name="connsiteY28" fmla="*/ 28289 h 53911"/>
                <a:gd name="connsiteX29" fmla="*/ 16859 w 46386"/>
                <a:gd name="connsiteY29" fmla="*/ 30623 h 53911"/>
                <a:gd name="connsiteX30" fmla="*/ 11525 w 46386"/>
                <a:gd name="connsiteY30" fmla="*/ 38052 h 53911"/>
                <a:gd name="connsiteX31" fmla="*/ 13811 w 46386"/>
                <a:gd name="connsiteY31" fmla="*/ 43672 h 53911"/>
                <a:gd name="connsiteX32" fmla="*/ 20098 w 46386"/>
                <a:gd name="connsiteY32" fmla="*/ 45672 h 53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386" h="53911">
                  <a:moveTo>
                    <a:pt x="16574" y="53864"/>
                  </a:moveTo>
                  <a:cubicBezTo>
                    <a:pt x="13573" y="53864"/>
                    <a:pt x="10811" y="53292"/>
                    <a:pt x="8334" y="52197"/>
                  </a:cubicBezTo>
                  <a:cubicBezTo>
                    <a:pt x="5810" y="51054"/>
                    <a:pt x="3810" y="49387"/>
                    <a:pt x="2286" y="47101"/>
                  </a:cubicBezTo>
                  <a:cubicBezTo>
                    <a:pt x="762" y="44863"/>
                    <a:pt x="0" y="42005"/>
                    <a:pt x="0" y="38624"/>
                  </a:cubicBezTo>
                  <a:cubicBezTo>
                    <a:pt x="0" y="33861"/>
                    <a:pt x="1429" y="30289"/>
                    <a:pt x="4334" y="27861"/>
                  </a:cubicBezTo>
                  <a:cubicBezTo>
                    <a:pt x="7239" y="25432"/>
                    <a:pt x="11335" y="23765"/>
                    <a:pt x="16574" y="22908"/>
                  </a:cubicBezTo>
                  <a:cubicBezTo>
                    <a:pt x="21812" y="22050"/>
                    <a:pt x="28004" y="21526"/>
                    <a:pt x="35052" y="21431"/>
                  </a:cubicBezTo>
                  <a:lnTo>
                    <a:pt x="35052" y="18240"/>
                  </a:lnTo>
                  <a:cubicBezTo>
                    <a:pt x="35052" y="14335"/>
                    <a:pt x="34100" y="11668"/>
                    <a:pt x="32147" y="10239"/>
                  </a:cubicBezTo>
                  <a:cubicBezTo>
                    <a:pt x="30242" y="8763"/>
                    <a:pt x="27765" y="8049"/>
                    <a:pt x="24813" y="8049"/>
                  </a:cubicBezTo>
                  <a:cubicBezTo>
                    <a:pt x="21622" y="8049"/>
                    <a:pt x="18955" y="8811"/>
                    <a:pt x="16812" y="10382"/>
                  </a:cubicBezTo>
                  <a:cubicBezTo>
                    <a:pt x="14669" y="11954"/>
                    <a:pt x="13621" y="14478"/>
                    <a:pt x="13621" y="17907"/>
                  </a:cubicBezTo>
                  <a:lnTo>
                    <a:pt x="2667" y="17907"/>
                  </a:lnTo>
                  <a:cubicBezTo>
                    <a:pt x="2667" y="13573"/>
                    <a:pt x="3620" y="10096"/>
                    <a:pt x="5477" y="7477"/>
                  </a:cubicBezTo>
                  <a:cubicBezTo>
                    <a:pt x="7334" y="4858"/>
                    <a:pt x="9954" y="2953"/>
                    <a:pt x="13287" y="1762"/>
                  </a:cubicBezTo>
                  <a:cubicBezTo>
                    <a:pt x="16621" y="571"/>
                    <a:pt x="20479" y="0"/>
                    <a:pt x="24860" y="0"/>
                  </a:cubicBezTo>
                  <a:cubicBezTo>
                    <a:pt x="27813" y="0"/>
                    <a:pt x="30623" y="286"/>
                    <a:pt x="33195" y="810"/>
                  </a:cubicBezTo>
                  <a:cubicBezTo>
                    <a:pt x="35814" y="1333"/>
                    <a:pt x="38100" y="2286"/>
                    <a:pt x="40053" y="3619"/>
                  </a:cubicBezTo>
                  <a:cubicBezTo>
                    <a:pt x="42053" y="4953"/>
                    <a:pt x="43577" y="6810"/>
                    <a:pt x="44720" y="9144"/>
                  </a:cubicBezTo>
                  <a:cubicBezTo>
                    <a:pt x="45863" y="11478"/>
                    <a:pt x="46387" y="14478"/>
                    <a:pt x="46387" y="18097"/>
                  </a:cubicBezTo>
                  <a:lnTo>
                    <a:pt x="46387" y="53007"/>
                  </a:lnTo>
                  <a:lnTo>
                    <a:pt x="35576" y="53007"/>
                  </a:lnTo>
                  <a:lnTo>
                    <a:pt x="35147" y="45672"/>
                  </a:lnTo>
                  <a:cubicBezTo>
                    <a:pt x="32861" y="48244"/>
                    <a:pt x="30194" y="50244"/>
                    <a:pt x="27146" y="51721"/>
                  </a:cubicBezTo>
                  <a:cubicBezTo>
                    <a:pt x="24098" y="53197"/>
                    <a:pt x="20574" y="53911"/>
                    <a:pt x="16574" y="53911"/>
                  </a:cubicBezTo>
                  <a:close/>
                  <a:moveTo>
                    <a:pt x="20050" y="45672"/>
                  </a:moveTo>
                  <a:cubicBezTo>
                    <a:pt x="23193" y="45672"/>
                    <a:pt x="26051" y="44910"/>
                    <a:pt x="28623" y="43386"/>
                  </a:cubicBezTo>
                  <a:cubicBezTo>
                    <a:pt x="31194" y="41862"/>
                    <a:pt x="33290" y="40005"/>
                    <a:pt x="34909" y="37767"/>
                  </a:cubicBezTo>
                  <a:lnTo>
                    <a:pt x="34909" y="28289"/>
                  </a:lnTo>
                  <a:cubicBezTo>
                    <a:pt x="26432" y="28289"/>
                    <a:pt x="20384" y="29099"/>
                    <a:pt x="16859" y="30623"/>
                  </a:cubicBezTo>
                  <a:cubicBezTo>
                    <a:pt x="13287" y="32147"/>
                    <a:pt x="11525" y="34623"/>
                    <a:pt x="11525" y="38052"/>
                  </a:cubicBezTo>
                  <a:cubicBezTo>
                    <a:pt x="11525" y="40481"/>
                    <a:pt x="12287" y="42339"/>
                    <a:pt x="13811" y="43672"/>
                  </a:cubicBezTo>
                  <a:cubicBezTo>
                    <a:pt x="15335" y="45006"/>
                    <a:pt x="17431" y="45672"/>
                    <a:pt x="20098" y="45672"/>
                  </a:cubicBezTo>
                  <a:close/>
                </a:path>
              </a:pathLst>
            </a:custGeom>
            <a:solidFill>
              <a:srgbClr val="FFFFFF"/>
            </a:solidFill>
            <a:ln w="4763" cap="flat">
              <a:noFill/>
              <a:prstDash val="solid"/>
              <a:miter/>
            </a:ln>
          </p:spPr>
          <p:txBody>
            <a:bodyPr rtlCol="0" anchor="ctr"/>
            <a:lstStyle/>
            <a:p>
              <a:endParaRPr lang="en-AU"/>
            </a:p>
          </p:txBody>
        </p:sp>
        <p:sp>
          <p:nvSpPr>
            <p:cNvPr id="13" name="Freeform: Shape 12">
              <a:extLst>
                <a:ext uri="{FF2B5EF4-FFF2-40B4-BE49-F238E27FC236}">
                  <a16:creationId xmlns:a16="http://schemas.microsoft.com/office/drawing/2014/main" id="{037570A3-8125-640C-E03B-2800E0584242}"/>
                </a:ext>
              </a:extLst>
            </p:cNvPr>
            <p:cNvSpPr/>
            <p:nvPr/>
          </p:nvSpPr>
          <p:spPr>
            <a:xfrm>
              <a:off x="245459" y="668226"/>
              <a:ext cx="44195" cy="53959"/>
            </a:xfrm>
            <a:custGeom>
              <a:avLst/>
              <a:gdLst>
                <a:gd name="connsiteX0" fmla="*/ 22527 w 44195"/>
                <a:gd name="connsiteY0" fmla="*/ 53959 h 53959"/>
                <a:gd name="connsiteX1" fmla="*/ 14097 w 44195"/>
                <a:gd name="connsiteY1" fmla="*/ 53102 h 53959"/>
                <a:gd name="connsiteX2" fmla="*/ 6906 w 44195"/>
                <a:gd name="connsiteY2" fmla="*/ 50197 h 53959"/>
                <a:gd name="connsiteX3" fmla="*/ 1857 w 44195"/>
                <a:gd name="connsiteY3" fmla="*/ 44815 h 53959"/>
                <a:gd name="connsiteX4" fmla="*/ 0 w 44195"/>
                <a:gd name="connsiteY4" fmla="*/ 36528 h 53959"/>
                <a:gd name="connsiteX5" fmla="*/ 10906 w 44195"/>
                <a:gd name="connsiteY5" fmla="*/ 36528 h 53959"/>
                <a:gd name="connsiteX6" fmla="*/ 14335 w 44195"/>
                <a:gd name="connsiteY6" fmla="*/ 43863 h 53959"/>
                <a:gd name="connsiteX7" fmla="*/ 22622 w 44195"/>
                <a:gd name="connsiteY7" fmla="*/ 45958 h 53959"/>
                <a:gd name="connsiteX8" fmla="*/ 30004 w 44195"/>
                <a:gd name="connsiteY8" fmla="*/ 44339 h 53959"/>
                <a:gd name="connsiteX9" fmla="*/ 32766 w 44195"/>
                <a:gd name="connsiteY9" fmla="*/ 38910 h 53959"/>
                <a:gd name="connsiteX10" fmla="*/ 29956 w 44195"/>
                <a:gd name="connsiteY10" fmla="*/ 33861 h 53959"/>
                <a:gd name="connsiteX11" fmla="*/ 20050 w 44195"/>
                <a:gd name="connsiteY11" fmla="*/ 30623 h 53959"/>
                <a:gd name="connsiteX12" fmla="*/ 9954 w 44195"/>
                <a:gd name="connsiteY12" fmla="*/ 27289 h 53959"/>
                <a:gd name="connsiteX13" fmla="*/ 3429 w 44195"/>
                <a:gd name="connsiteY13" fmla="*/ 22336 h 53959"/>
                <a:gd name="connsiteX14" fmla="*/ 1143 w 44195"/>
                <a:gd name="connsiteY14" fmla="*/ 14430 h 53959"/>
                <a:gd name="connsiteX15" fmla="*/ 2810 w 44195"/>
                <a:gd name="connsiteY15" fmla="*/ 7953 h 53959"/>
                <a:gd name="connsiteX16" fmla="*/ 7382 w 44195"/>
                <a:gd name="connsiteY16" fmla="*/ 3477 h 53959"/>
                <a:gd name="connsiteX17" fmla="*/ 14002 w 44195"/>
                <a:gd name="connsiteY17" fmla="*/ 857 h 53959"/>
                <a:gd name="connsiteX18" fmla="*/ 21907 w 44195"/>
                <a:gd name="connsiteY18" fmla="*/ 0 h 53959"/>
                <a:gd name="connsiteX19" fmla="*/ 29670 w 44195"/>
                <a:gd name="connsiteY19" fmla="*/ 905 h 53959"/>
                <a:gd name="connsiteX20" fmla="*/ 36338 w 44195"/>
                <a:gd name="connsiteY20" fmla="*/ 3762 h 53959"/>
                <a:gd name="connsiteX21" fmla="*/ 41005 w 44195"/>
                <a:gd name="connsiteY21" fmla="*/ 8954 h 53959"/>
                <a:gd name="connsiteX22" fmla="*/ 42720 w 44195"/>
                <a:gd name="connsiteY22" fmla="*/ 16812 h 53959"/>
                <a:gd name="connsiteX23" fmla="*/ 31861 w 44195"/>
                <a:gd name="connsiteY23" fmla="*/ 16812 h 53959"/>
                <a:gd name="connsiteX24" fmla="*/ 28908 w 44195"/>
                <a:gd name="connsiteY24" fmla="*/ 10096 h 53959"/>
                <a:gd name="connsiteX25" fmla="*/ 21907 w 44195"/>
                <a:gd name="connsiteY25" fmla="*/ 8144 h 53959"/>
                <a:gd name="connsiteX26" fmla="*/ 15097 w 44195"/>
                <a:gd name="connsiteY26" fmla="*/ 9525 h 53959"/>
                <a:gd name="connsiteX27" fmla="*/ 12573 w 44195"/>
                <a:gd name="connsiteY27" fmla="*/ 14002 h 53959"/>
                <a:gd name="connsiteX28" fmla="*/ 13906 w 44195"/>
                <a:gd name="connsiteY28" fmla="*/ 17002 h 53959"/>
                <a:gd name="connsiteX29" fmla="*/ 18288 w 44195"/>
                <a:gd name="connsiteY29" fmla="*/ 19288 h 53959"/>
                <a:gd name="connsiteX30" fmla="*/ 26384 w 44195"/>
                <a:gd name="connsiteY30" fmla="*/ 21527 h 53959"/>
                <a:gd name="connsiteX31" fmla="*/ 35862 w 44195"/>
                <a:gd name="connsiteY31" fmla="*/ 24717 h 53959"/>
                <a:gd name="connsiteX32" fmla="*/ 42053 w 44195"/>
                <a:gd name="connsiteY32" fmla="*/ 29670 h 53959"/>
                <a:gd name="connsiteX33" fmla="*/ 44196 w 44195"/>
                <a:gd name="connsiteY33" fmla="*/ 37671 h 53959"/>
                <a:gd name="connsiteX34" fmla="*/ 42481 w 44195"/>
                <a:gd name="connsiteY34" fmla="*/ 45148 h 53959"/>
                <a:gd name="connsiteX35" fmla="*/ 37767 w 44195"/>
                <a:gd name="connsiteY35" fmla="*/ 50197 h 53959"/>
                <a:gd name="connsiteX36" fmla="*/ 30861 w 44195"/>
                <a:gd name="connsiteY36" fmla="*/ 53054 h 53959"/>
                <a:gd name="connsiteX37" fmla="*/ 22527 w 44195"/>
                <a:gd name="connsiteY37" fmla="*/ 53959 h 53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44195" h="53959">
                  <a:moveTo>
                    <a:pt x="22527" y="53959"/>
                  </a:moveTo>
                  <a:cubicBezTo>
                    <a:pt x="19621" y="53959"/>
                    <a:pt x="16812" y="53673"/>
                    <a:pt x="14097" y="53102"/>
                  </a:cubicBezTo>
                  <a:cubicBezTo>
                    <a:pt x="11430" y="52530"/>
                    <a:pt x="9001" y="51530"/>
                    <a:pt x="6906" y="50197"/>
                  </a:cubicBezTo>
                  <a:cubicBezTo>
                    <a:pt x="4810" y="48863"/>
                    <a:pt x="3096" y="47054"/>
                    <a:pt x="1857" y="44815"/>
                  </a:cubicBezTo>
                  <a:cubicBezTo>
                    <a:pt x="619" y="42577"/>
                    <a:pt x="0" y="39815"/>
                    <a:pt x="0" y="36528"/>
                  </a:cubicBezTo>
                  <a:lnTo>
                    <a:pt x="10906" y="36528"/>
                  </a:lnTo>
                  <a:cubicBezTo>
                    <a:pt x="10906" y="40005"/>
                    <a:pt x="12049" y="42481"/>
                    <a:pt x="14335" y="43863"/>
                  </a:cubicBezTo>
                  <a:cubicBezTo>
                    <a:pt x="16621" y="45244"/>
                    <a:pt x="19383" y="45958"/>
                    <a:pt x="22622" y="45958"/>
                  </a:cubicBezTo>
                  <a:cubicBezTo>
                    <a:pt x="25670" y="45958"/>
                    <a:pt x="28146" y="45434"/>
                    <a:pt x="30004" y="44339"/>
                  </a:cubicBezTo>
                  <a:cubicBezTo>
                    <a:pt x="31861" y="43244"/>
                    <a:pt x="32766" y="41434"/>
                    <a:pt x="32766" y="38910"/>
                  </a:cubicBezTo>
                  <a:cubicBezTo>
                    <a:pt x="32766" y="36671"/>
                    <a:pt x="31814" y="35004"/>
                    <a:pt x="29956" y="33861"/>
                  </a:cubicBezTo>
                  <a:cubicBezTo>
                    <a:pt x="28051" y="32766"/>
                    <a:pt x="24765" y="31671"/>
                    <a:pt x="20050" y="30623"/>
                  </a:cubicBezTo>
                  <a:cubicBezTo>
                    <a:pt x="16145" y="29670"/>
                    <a:pt x="12811" y="28575"/>
                    <a:pt x="9954" y="27289"/>
                  </a:cubicBezTo>
                  <a:cubicBezTo>
                    <a:pt x="7096" y="26003"/>
                    <a:pt x="4953" y="24384"/>
                    <a:pt x="3429" y="22336"/>
                  </a:cubicBezTo>
                  <a:cubicBezTo>
                    <a:pt x="1905" y="20288"/>
                    <a:pt x="1143" y="17669"/>
                    <a:pt x="1143" y="14430"/>
                  </a:cubicBezTo>
                  <a:cubicBezTo>
                    <a:pt x="1143" y="11954"/>
                    <a:pt x="1715" y="9763"/>
                    <a:pt x="2810" y="7953"/>
                  </a:cubicBezTo>
                  <a:cubicBezTo>
                    <a:pt x="3905" y="6144"/>
                    <a:pt x="5477" y="4620"/>
                    <a:pt x="7382" y="3477"/>
                  </a:cubicBezTo>
                  <a:cubicBezTo>
                    <a:pt x="9287" y="2286"/>
                    <a:pt x="11525" y="1429"/>
                    <a:pt x="14002" y="857"/>
                  </a:cubicBezTo>
                  <a:cubicBezTo>
                    <a:pt x="16478" y="286"/>
                    <a:pt x="19145" y="0"/>
                    <a:pt x="21907" y="0"/>
                  </a:cubicBezTo>
                  <a:cubicBezTo>
                    <a:pt x="24670" y="0"/>
                    <a:pt x="27146" y="286"/>
                    <a:pt x="29670" y="905"/>
                  </a:cubicBezTo>
                  <a:cubicBezTo>
                    <a:pt x="32147" y="1476"/>
                    <a:pt x="34385" y="2429"/>
                    <a:pt x="36338" y="3762"/>
                  </a:cubicBezTo>
                  <a:cubicBezTo>
                    <a:pt x="38291" y="5096"/>
                    <a:pt x="39862" y="6810"/>
                    <a:pt x="41005" y="8954"/>
                  </a:cubicBezTo>
                  <a:cubicBezTo>
                    <a:pt x="42148" y="11097"/>
                    <a:pt x="42720" y="13716"/>
                    <a:pt x="42720" y="16812"/>
                  </a:cubicBezTo>
                  <a:lnTo>
                    <a:pt x="31861" y="16812"/>
                  </a:lnTo>
                  <a:cubicBezTo>
                    <a:pt x="31861" y="13621"/>
                    <a:pt x="30861" y="11382"/>
                    <a:pt x="28908" y="10096"/>
                  </a:cubicBezTo>
                  <a:cubicBezTo>
                    <a:pt x="26956" y="8811"/>
                    <a:pt x="24622" y="8144"/>
                    <a:pt x="21907" y="8144"/>
                  </a:cubicBezTo>
                  <a:cubicBezTo>
                    <a:pt x="19050" y="8144"/>
                    <a:pt x="16764" y="8620"/>
                    <a:pt x="15097" y="9525"/>
                  </a:cubicBezTo>
                  <a:cubicBezTo>
                    <a:pt x="13430" y="10430"/>
                    <a:pt x="12573" y="11954"/>
                    <a:pt x="12573" y="14002"/>
                  </a:cubicBezTo>
                  <a:cubicBezTo>
                    <a:pt x="12573" y="15192"/>
                    <a:pt x="13002" y="16193"/>
                    <a:pt x="13906" y="17002"/>
                  </a:cubicBezTo>
                  <a:cubicBezTo>
                    <a:pt x="14811" y="17812"/>
                    <a:pt x="16240" y="18621"/>
                    <a:pt x="18288" y="19288"/>
                  </a:cubicBezTo>
                  <a:cubicBezTo>
                    <a:pt x="20288" y="20002"/>
                    <a:pt x="23003" y="20717"/>
                    <a:pt x="26384" y="21527"/>
                  </a:cubicBezTo>
                  <a:cubicBezTo>
                    <a:pt x="30004" y="22384"/>
                    <a:pt x="33195" y="23431"/>
                    <a:pt x="35862" y="24717"/>
                  </a:cubicBezTo>
                  <a:cubicBezTo>
                    <a:pt x="38529" y="26003"/>
                    <a:pt x="40577" y="27623"/>
                    <a:pt x="42053" y="29670"/>
                  </a:cubicBezTo>
                  <a:cubicBezTo>
                    <a:pt x="43529" y="31718"/>
                    <a:pt x="44196" y="34385"/>
                    <a:pt x="44196" y="37671"/>
                  </a:cubicBezTo>
                  <a:cubicBezTo>
                    <a:pt x="44196" y="40577"/>
                    <a:pt x="43625" y="43101"/>
                    <a:pt x="42481" y="45148"/>
                  </a:cubicBezTo>
                  <a:cubicBezTo>
                    <a:pt x="41339" y="47196"/>
                    <a:pt x="39767" y="48911"/>
                    <a:pt x="37767" y="50197"/>
                  </a:cubicBezTo>
                  <a:cubicBezTo>
                    <a:pt x="35766" y="51483"/>
                    <a:pt x="33480" y="52435"/>
                    <a:pt x="30861" y="53054"/>
                  </a:cubicBezTo>
                  <a:cubicBezTo>
                    <a:pt x="28242" y="53673"/>
                    <a:pt x="25479" y="53959"/>
                    <a:pt x="22527" y="53959"/>
                  </a:cubicBezTo>
                  <a:close/>
                </a:path>
              </a:pathLst>
            </a:custGeom>
            <a:solidFill>
              <a:srgbClr val="FFFFFF"/>
            </a:solidFill>
            <a:ln w="4763" cap="flat">
              <a:noFill/>
              <a:prstDash val="solid"/>
              <a:miter/>
            </a:ln>
          </p:spPr>
          <p:txBody>
            <a:bodyPr rtlCol="0" anchor="ctr"/>
            <a:lstStyle/>
            <a:p>
              <a:endParaRPr lang="en-AU"/>
            </a:p>
          </p:txBody>
        </p:sp>
        <p:sp>
          <p:nvSpPr>
            <p:cNvPr id="14" name="Freeform: Shape 13">
              <a:extLst>
                <a:ext uri="{FF2B5EF4-FFF2-40B4-BE49-F238E27FC236}">
                  <a16:creationId xmlns:a16="http://schemas.microsoft.com/office/drawing/2014/main" id="{86F9B0C8-E67E-0AFE-ED45-4DD070C3ABE3}"/>
                </a:ext>
              </a:extLst>
            </p:cNvPr>
            <p:cNvSpPr/>
            <p:nvPr/>
          </p:nvSpPr>
          <p:spPr>
            <a:xfrm>
              <a:off x="299466" y="668274"/>
              <a:ext cx="48291" cy="53863"/>
            </a:xfrm>
            <a:custGeom>
              <a:avLst/>
              <a:gdLst>
                <a:gd name="connsiteX0" fmla="*/ 25146 w 48291"/>
                <a:gd name="connsiteY0" fmla="*/ 53769 h 53863"/>
                <a:gd name="connsiteX1" fmla="*/ 12240 w 48291"/>
                <a:gd name="connsiteY1" fmla="*/ 50911 h 53863"/>
                <a:gd name="connsiteX2" fmla="*/ 3286 w 48291"/>
                <a:gd name="connsiteY2" fmla="*/ 42100 h 53863"/>
                <a:gd name="connsiteX3" fmla="*/ 0 w 48291"/>
                <a:gd name="connsiteY3" fmla="*/ 27099 h 53863"/>
                <a:gd name="connsiteX4" fmla="*/ 3191 w 48291"/>
                <a:gd name="connsiteY4" fmla="*/ 11954 h 53863"/>
                <a:gd name="connsiteX5" fmla="*/ 12002 w 48291"/>
                <a:gd name="connsiteY5" fmla="*/ 2953 h 53863"/>
                <a:gd name="connsiteX6" fmla="*/ 25146 w 48291"/>
                <a:gd name="connsiteY6" fmla="*/ 0 h 53863"/>
                <a:gd name="connsiteX7" fmla="*/ 36528 w 48291"/>
                <a:gd name="connsiteY7" fmla="*/ 2095 h 53863"/>
                <a:gd name="connsiteX8" fmla="*/ 44625 w 48291"/>
                <a:gd name="connsiteY8" fmla="*/ 8334 h 53863"/>
                <a:gd name="connsiteX9" fmla="*/ 47815 w 48291"/>
                <a:gd name="connsiteY9" fmla="*/ 18859 h 53863"/>
                <a:gd name="connsiteX10" fmla="*/ 36528 w 48291"/>
                <a:gd name="connsiteY10" fmla="*/ 18859 h 53863"/>
                <a:gd name="connsiteX11" fmla="*/ 33337 w 48291"/>
                <a:gd name="connsiteY11" fmla="*/ 11716 h 53863"/>
                <a:gd name="connsiteX12" fmla="*/ 25241 w 48291"/>
                <a:gd name="connsiteY12" fmla="*/ 9096 h 53863"/>
                <a:gd name="connsiteX13" fmla="*/ 15097 w 48291"/>
                <a:gd name="connsiteY13" fmla="*/ 13811 h 53863"/>
                <a:gd name="connsiteX14" fmla="*/ 11859 w 48291"/>
                <a:gd name="connsiteY14" fmla="*/ 27099 h 53863"/>
                <a:gd name="connsiteX15" fmla="*/ 13287 w 48291"/>
                <a:gd name="connsiteY15" fmla="*/ 36624 h 53863"/>
                <a:gd name="connsiteX16" fmla="*/ 17716 w 48291"/>
                <a:gd name="connsiteY16" fmla="*/ 42672 h 53863"/>
                <a:gd name="connsiteX17" fmla="*/ 25289 w 48291"/>
                <a:gd name="connsiteY17" fmla="*/ 44767 h 53863"/>
                <a:gd name="connsiteX18" fmla="*/ 33671 w 48291"/>
                <a:gd name="connsiteY18" fmla="*/ 42005 h 53863"/>
                <a:gd name="connsiteX19" fmla="*/ 37005 w 48291"/>
                <a:gd name="connsiteY19" fmla="*/ 34004 h 53863"/>
                <a:gd name="connsiteX20" fmla="*/ 48292 w 48291"/>
                <a:gd name="connsiteY20" fmla="*/ 34004 h 53863"/>
                <a:gd name="connsiteX21" fmla="*/ 45101 w 48291"/>
                <a:gd name="connsiteY21" fmla="*/ 44958 h 53863"/>
                <a:gd name="connsiteX22" fmla="*/ 36909 w 48291"/>
                <a:gd name="connsiteY22" fmla="*/ 51625 h 53863"/>
                <a:gd name="connsiteX23" fmla="*/ 25241 w 48291"/>
                <a:gd name="connsiteY23" fmla="*/ 53864 h 53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8291" h="53863">
                  <a:moveTo>
                    <a:pt x="25146" y="53769"/>
                  </a:moveTo>
                  <a:cubicBezTo>
                    <a:pt x="20336" y="53769"/>
                    <a:pt x="16050" y="52816"/>
                    <a:pt x="12240" y="50911"/>
                  </a:cubicBezTo>
                  <a:cubicBezTo>
                    <a:pt x="8477" y="49006"/>
                    <a:pt x="5477" y="46053"/>
                    <a:pt x="3286" y="42100"/>
                  </a:cubicBezTo>
                  <a:cubicBezTo>
                    <a:pt x="1095" y="38148"/>
                    <a:pt x="0" y="33147"/>
                    <a:pt x="0" y="27099"/>
                  </a:cubicBezTo>
                  <a:cubicBezTo>
                    <a:pt x="0" y="21050"/>
                    <a:pt x="1048" y="15954"/>
                    <a:pt x="3191" y="11954"/>
                  </a:cubicBezTo>
                  <a:cubicBezTo>
                    <a:pt x="5334" y="7953"/>
                    <a:pt x="8239" y="4953"/>
                    <a:pt x="12002" y="2953"/>
                  </a:cubicBezTo>
                  <a:cubicBezTo>
                    <a:pt x="15764" y="952"/>
                    <a:pt x="20145" y="0"/>
                    <a:pt x="25146" y="0"/>
                  </a:cubicBezTo>
                  <a:cubicBezTo>
                    <a:pt x="29337" y="0"/>
                    <a:pt x="33147" y="714"/>
                    <a:pt x="36528" y="2095"/>
                  </a:cubicBezTo>
                  <a:cubicBezTo>
                    <a:pt x="39910" y="3477"/>
                    <a:pt x="42624" y="5572"/>
                    <a:pt x="44625" y="8334"/>
                  </a:cubicBezTo>
                  <a:cubicBezTo>
                    <a:pt x="46625" y="11097"/>
                    <a:pt x="47720" y="14621"/>
                    <a:pt x="47815" y="18859"/>
                  </a:cubicBezTo>
                  <a:lnTo>
                    <a:pt x="36528" y="18859"/>
                  </a:lnTo>
                  <a:cubicBezTo>
                    <a:pt x="36338" y="15811"/>
                    <a:pt x="35290" y="13430"/>
                    <a:pt x="33337" y="11716"/>
                  </a:cubicBezTo>
                  <a:cubicBezTo>
                    <a:pt x="31385" y="9954"/>
                    <a:pt x="28670" y="9096"/>
                    <a:pt x="25241" y="9096"/>
                  </a:cubicBezTo>
                  <a:cubicBezTo>
                    <a:pt x="20622" y="9096"/>
                    <a:pt x="17240" y="10668"/>
                    <a:pt x="15097" y="13811"/>
                  </a:cubicBezTo>
                  <a:cubicBezTo>
                    <a:pt x="12906" y="16954"/>
                    <a:pt x="11859" y="21384"/>
                    <a:pt x="11859" y="27099"/>
                  </a:cubicBezTo>
                  <a:cubicBezTo>
                    <a:pt x="11859" y="30813"/>
                    <a:pt x="12335" y="33957"/>
                    <a:pt x="13287" y="36624"/>
                  </a:cubicBezTo>
                  <a:cubicBezTo>
                    <a:pt x="14240" y="39243"/>
                    <a:pt x="15716" y="41291"/>
                    <a:pt x="17716" y="42672"/>
                  </a:cubicBezTo>
                  <a:cubicBezTo>
                    <a:pt x="19717" y="44053"/>
                    <a:pt x="22193" y="44767"/>
                    <a:pt x="25289" y="44767"/>
                  </a:cubicBezTo>
                  <a:cubicBezTo>
                    <a:pt x="28765" y="44767"/>
                    <a:pt x="31575" y="43863"/>
                    <a:pt x="33671" y="42005"/>
                  </a:cubicBezTo>
                  <a:cubicBezTo>
                    <a:pt x="35766" y="40148"/>
                    <a:pt x="36862" y="37481"/>
                    <a:pt x="37005" y="34004"/>
                  </a:cubicBezTo>
                  <a:lnTo>
                    <a:pt x="48292" y="34004"/>
                  </a:lnTo>
                  <a:cubicBezTo>
                    <a:pt x="48196" y="38338"/>
                    <a:pt x="47101" y="42005"/>
                    <a:pt x="45101" y="44958"/>
                  </a:cubicBezTo>
                  <a:cubicBezTo>
                    <a:pt x="43053" y="47911"/>
                    <a:pt x="40338" y="50149"/>
                    <a:pt x="36909" y="51625"/>
                  </a:cubicBezTo>
                  <a:cubicBezTo>
                    <a:pt x="33480" y="53102"/>
                    <a:pt x="29575" y="53864"/>
                    <a:pt x="25241" y="53864"/>
                  </a:cubicBezTo>
                  <a:close/>
                </a:path>
              </a:pathLst>
            </a:custGeom>
            <a:solidFill>
              <a:srgbClr val="FFFFFF"/>
            </a:solidFill>
            <a:ln w="4763" cap="flat">
              <a:noFill/>
              <a:prstDash val="solid"/>
              <a:miter/>
            </a:ln>
          </p:spPr>
          <p:txBody>
            <a:bodyPr rtlCol="0" anchor="ctr"/>
            <a:lstStyle/>
            <a:p>
              <a:endParaRPr lang="en-AU"/>
            </a:p>
          </p:txBody>
        </p:sp>
        <p:sp>
          <p:nvSpPr>
            <p:cNvPr id="15" name="Freeform: Shape 14">
              <a:extLst>
                <a:ext uri="{FF2B5EF4-FFF2-40B4-BE49-F238E27FC236}">
                  <a16:creationId xmlns:a16="http://schemas.microsoft.com/office/drawing/2014/main" id="{33E21144-1D81-891C-15A9-31BD1524C8B7}"/>
                </a:ext>
              </a:extLst>
            </p:cNvPr>
            <p:cNvSpPr/>
            <p:nvPr/>
          </p:nvSpPr>
          <p:spPr>
            <a:xfrm>
              <a:off x="358330" y="668274"/>
              <a:ext cx="48672" cy="53911"/>
            </a:xfrm>
            <a:custGeom>
              <a:avLst/>
              <a:gdLst>
                <a:gd name="connsiteX0" fmla="*/ 25575 w 48672"/>
                <a:gd name="connsiteY0" fmla="*/ 53911 h 53911"/>
                <a:gd name="connsiteX1" fmla="*/ 11335 w 48672"/>
                <a:gd name="connsiteY1" fmla="*/ 50530 h 53911"/>
                <a:gd name="connsiteX2" fmla="*/ 2810 w 48672"/>
                <a:gd name="connsiteY2" fmla="*/ 41005 h 53911"/>
                <a:gd name="connsiteX3" fmla="*/ 0 w 48672"/>
                <a:gd name="connsiteY3" fmla="*/ 26813 h 53911"/>
                <a:gd name="connsiteX4" fmla="*/ 2762 w 48672"/>
                <a:gd name="connsiteY4" fmla="*/ 12668 h 53911"/>
                <a:gd name="connsiteX5" fmla="*/ 11001 w 48672"/>
                <a:gd name="connsiteY5" fmla="*/ 3334 h 53911"/>
                <a:gd name="connsiteX6" fmla="*/ 24717 w 48672"/>
                <a:gd name="connsiteY6" fmla="*/ 0 h 53911"/>
                <a:gd name="connsiteX7" fmla="*/ 42243 w 48672"/>
                <a:gd name="connsiteY7" fmla="*/ 6620 h 53911"/>
                <a:gd name="connsiteX8" fmla="*/ 48673 w 48672"/>
                <a:gd name="connsiteY8" fmla="*/ 25527 h 53911"/>
                <a:gd name="connsiteX9" fmla="*/ 48578 w 48672"/>
                <a:gd name="connsiteY9" fmla="*/ 27384 h 53911"/>
                <a:gd name="connsiteX10" fmla="*/ 48387 w 48672"/>
                <a:gd name="connsiteY10" fmla="*/ 28956 h 53911"/>
                <a:gd name="connsiteX11" fmla="*/ 11573 w 48672"/>
                <a:gd name="connsiteY11" fmla="*/ 28956 h 53911"/>
                <a:gd name="connsiteX12" fmla="*/ 13049 w 48672"/>
                <a:gd name="connsiteY12" fmla="*/ 37100 h 53911"/>
                <a:gd name="connsiteX13" fmla="*/ 17574 w 48672"/>
                <a:gd name="connsiteY13" fmla="*/ 43053 h 53911"/>
                <a:gd name="connsiteX14" fmla="*/ 25670 w 48672"/>
                <a:gd name="connsiteY14" fmla="*/ 45291 h 53911"/>
                <a:gd name="connsiteX15" fmla="*/ 34052 w 48672"/>
                <a:gd name="connsiteY15" fmla="*/ 42910 h 53911"/>
                <a:gd name="connsiteX16" fmla="*/ 37243 w 48672"/>
                <a:gd name="connsiteY16" fmla="*/ 35862 h 53911"/>
                <a:gd name="connsiteX17" fmla="*/ 48625 w 48672"/>
                <a:gd name="connsiteY17" fmla="*/ 35862 h 53911"/>
                <a:gd name="connsiteX18" fmla="*/ 45482 w 48672"/>
                <a:gd name="connsiteY18" fmla="*/ 45672 h 53911"/>
                <a:gd name="connsiteX19" fmla="*/ 37576 w 48672"/>
                <a:gd name="connsiteY19" fmla="*/ 51816 h 53911"/>
                <a:gd name="connsiteX20" fmla="*/ 25622 w 48672"/>
                <a:gd name="connsiteY20" fmla="*/ 53911 h 53911"/>
                <a:gd name="connsiteX21" fmla="*/ 11621 w 48672"/>
                <a:gd name="connsiteY21" fmla="*/ 21241 h 53911"/>
                <a:gd name="connsiteX22" fmla="*/ 37100 w 48672"/>
                <a:gd name="connsiteY22" fmla="*/ 21241 h 53911"/>
                <a:gd name="connsiteX23" fmla="*/ 33576 w 48672"/>
                <a:gd name="connsiteY23" fmla="*/ 11668 h 53911"/>
                <a:gd name="connsiteX24" fmla="*/ 24622 w 48672"/>
                <a:gd name="connsiteY24" fmla="*/ 8382 h 53911"/>
                <a:gd name="connsiteX25" fmla="*/ 15478 w 48672"/>
                <a:gd name="connsiteY25" fmla="*/ 11716 h 53911"/>
                <a:gd name="connsiteX26" fmla="*/ 11621 w 48672"/>
                <a:gd name="connsiteY26" fmla="*/ 21288 h 53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8672" h="53911">
                  <a:moveTo>
                    <a:pt x="25575" y="53911"/>
                  </a:moveTo>
                  <a:cubicBezTo>
                    <a:pt x="19860" y="53911"/>
                    <a:pt x="15145" y="52768"/>
                    <a:pt x="11335" y="50530"/>
                  </a:cubicBezTo>
                  <a:cubicBezTo>
                    <a:pt x="7525" y="48244"/>
                    <a:pt x="4715" y="45101"/>
                    <a:pt x="2810" y="41005"/>
                  </a:cubicBezTo>
                  <a:cubicBezTo>
                    <a:pt x="905" y="36909"/>
                    <a:pt x="0" y="32194"/>
                    <a:pt x="0" y="26813"/>
                  </a:cubicBezTo>
                  <a:cubicBezTo>
                    <a:pt x="0" y="21431"/>
                    <a:pt x="905" y="16669"/>
                    <a:pt x="2762" y="12668"/>
                  </a:cubicBezTo>
                  <a:cubicBezTo>
                    <a:pt x="4620" y="8668"/>
                    <a:pt x="7334" y="5524"/>
                    <a:pt x="11001" y="3334"/>
                  </a:cubicBezTo>
                  <a:cubicBezTo>
                    <a:pt x="14669" y="1095"/>
                    <a:pt x="19241" y="0"/>
                    <a:pt x="24717" y="0"/>
                  </a:cubicBezTo>
                  <a:cubicBezTo>
                    <a:pt x="32147" y="0"/>
                    <a:pt x="37957" y="2191"/>
                    <a:pt x="42243" y="6620"/>
                  </a:cubicBezTo>
                  <a:cubicBezTo>
                    <a:pt x="46530" y="11049"/>
                    <a:pt x="48673" y="17335"/>
                    <a:pt x="48673" y="25527"/>
                  </a:cubicBezTo>
                  <a:cubicBezTo>
                    <a:pt x="48673" y="26003"/>
                    <a:pt x="48673" y="26622"/>
                    <a:pt x="48578" y="27384"/>
                  </a:cubicBezTo>
                  <a:cubicBezTo>
                    <a:pt x="48530" y="28099"/>
                    <a:pt x="48482" y="28623"/>
                    <a:pt x="48387" y="28956"/>
                  </a:cubicBezTo>
                  <a:lnTo>
                    <a:pt x="11573" y="28956"/>
                  </a:lnTo>
                  <a:cubicBezTo>
                    <a:pt x="11573" y="31909"/>
                    <a:pt x="12097" y="34623"/>
                    <a:pt x="13049" y="37100"/>
                  </a:cubicBezTo>
                  <a:cubicBezTo>
                    <a:pt x="14002" y="39576"/>
                    <a:pt x="15478" y="41577"/>
                    <a:pt x="17574" y="43053"/>
                  </a:cubicBezTo>
                  <a:cubicBezTo>
                    <a:pt x="19622" y="44529"/>
                    <a:pt x="22336" y="45291"/>
                    <a:pt x="25670" y="45291"/>
                  </a:cubicBezTo>
                  <a:cubicBezTo>
                    <a:pt x="29242" y="45291"/>
                    <a:pt x="32052" y="44482"/>
                    <a:pt x="34052" y="42910"/>
                  </a:cubicBezTo>
                  <a:cubicBezTo>
                    <a:pt x="36100" y="41338"/>
                    <a:pt x="37148" y="39005"/>
                    <a:pt x="37243" y="35862"/>
                  </a:cubicBezTo>
                  <a:lnTo>
                    <a:pt x="48625" y="35862"/>
                  </a:lnTo>
                  <a:cubicBezTo>
                    <a:pt x="48435" y="39719"/>
                    <a:pt x="47387" y="43005"/>
                    <a:pt x="45482" y="45672"/>
                  </a:cubicBezTo>
                  <a:cubicBezTo>
                    <a:pt x="43577" y="48387"/>
                    <a:pt x="40957" y="50387"/>
                    <a:pt x="37576" y="51816"/>
                  </a:cubicBezTo>
                  <a:cubicBezTo>
                    <a:pt x="34195" y="53245"/>
                    <a:pt x="30242" y="53911"/>
                    <a:pt x="25622" y="53911"/>
                  </a:cubicBezTo>
                  <a:close/>
                  <a:moveTo>
                    <a:pt x="11621" y="21241"/>
                  </a:moveTo>
                  <a:lnTo>
                    <a:pt x="37100" y="21241"/>
                  </a:lnTo>
                  <a:cubicBezTo>
                    <a:pt x="37005" y="17050"/>
                    <a:pt x="35814" y="13859"/>
                    <a:pt x="33576" y="11668"/>
                  </a:cubicBezTo>
                  <a:cubicBezTo>
                    <a:pt x="31337" y="9477"/>
                    <a:pt x="28384" y="8382"/>
                    <a:pt x="24622" y="8382"/>
                  </a:cubicBezTo>
                  <a:cubicBezTo>
                    <a:pt x="20860" y="8382"/>
                    <a:pt x="17717" y="9477"/>
                    <a:pt x="15478" y="11716"/>
                  </a:cubicBezTo>
                  <a:cubicBezTo>
                    <a:pt x="13192" y="13906"/>
                    <a:pt x="11906" y="17097"/>
                    <a:pt x="11621" y="21288"/>
                  </a:cubicBezTo>
                  <a:close/>
                </a:path>
              </a:pathLst>
            </a:custGeom>
            <a:solidFill>
              <a:srgbClr val="FFFFFF"/>
            </a:solidFill>
            <a:ln w="4763" cap="flat">
              <a:noFill/>
              <a:prstDash val="solid"/>
              <a:miter/>
            </a:ln>
          </p:spPr>
          <p:txBody>
            <a:bodyPr rtlCol="0" anchor="ctr"/>
            <a:lstStyle/>
            <a:p>
              <a:endParaRPr lang="en-AU"/>
            </a:p>
          </p:txBody>
        </p:sp>
        <p:sp>
          <p:nvSpPr>
            <p:cNvPr id="16" name="Freeform: Shape 15">
              <a:extLst>
                <a:ext uri="{FF2B5EF4-FFF2-40B4-BE49-F238E27FC236}">
                  <a16:creationId xmlns:a16="http://schemas.microsoft.com/office/drawing/2014/main" id="{75EB467E-14D3-8E12-113C-119164EAE5E9}"/>
                </a:ext>
              </a:extLst>
            </p:cNvPr>
            <p:cNvSpPr/>
            <p:nvPr/>
          </p:nvSpPr>
          <p:spPr>
            <a:xfrm>
              <a:off x="420385" y="668369"/>
              <a:ext cx="46196" cy="52863"/>
            </a:xfrm>
            <a:custGeom>
              <a:avLst/>
              <a:gdLst>
                <a:gd name="connsiteX0" fmla="*/ 0 w 46196"/>
                <a:gd name="connsiteY0" fmla="*/ 52864 h 52863"/>
                <a:gd name="connsiteX1" fmla="*/ 0 w 46196"/>
                <a:gd name="connsiteY1" fmla="*/ 762 h 52863"/>
                <a:gd name="connsiteX2" fmla="*/ 11097 w 46196"/>
                <a:gd name="connsiteY2" fmla="*/ 762 h 52863"/>
                <a:gd name="connsiteX3" fmla="*/ 11382 w 46196"/>
                <a:gd name="connsiteY3" fmla="*/ 8668 h 52863"/>
                <a:gd name="connsiteX4" fmla="*/ 18336 w 46196"/>
                <a:gd name="connsiteY4" fmla="*/ 2715 h 52863"/>
                <a:gd name="connsiteX5" fmla="*/ 29623 w 46196"/>
                <a:gd name="connsiteY5" fmla="*/ 0 h 52863"/>
                <a:gd name="connsiteX6" fmla="*/ 42053 w 46196"/>
                <a:gd name="connsiteY6" fmla="*/ 4953 h 52863"/>
                <a:gd name="connsiteX7" fmla="*/ 46196 w 46196"/>
                <a:gd name="connsiteY7" fmla="*/ 19098 h 52863"/>
                <a:gd name="connsiteX8" fmla="*/ 46196 w 46196"/>
                <a:gd name="connsiteY8" fmla="*/ 52864 h 52863"/>
                <a:gd name="connsiteX9" fmla="*/ 34671 w 46196"/>
                <a:gd name="connsiteY9" fmla="*/ 52864 h 52863"/>
                <a:gd name="connsiteX10" fmla="*/ 34671 w 46196"/>
                <a:gd name="connsiteY10" fmla="*/ 20622 h 52863"/>
                <a:gd name="connsiteX11" fmla="*/ 33861 w 46196"/>
                <a:gd name="connsiteY11" fmla="*/ 14764 h 52863"/>
                <a:gd name="connsiteX12" fmla="*/ 31147 w 46196"/>
                <a:gd name="connsiteY12" fmla="*/ 10811 h 52863"/>
                <a:gd name="connsiteX13" fmla="*/ 25956 w 46196"/>
                <a:gd name="connsiteY13" fmla="*/ 9382 h 52863"/>
                <a:gd name="connsiteX14" fmla="*/ 17431 w 46196"/>
                <a:gd name="connsiteY14" fmla="*/ 11716 h 52863"/>
                <a:gd name="connsiteX15" fmla="*/ 11621 w 46196"/>
                <a:gd name="connsiteY15" fmla="*/ 17002 h 52863"/>
                <a:gd name="connsiteX16" fmla="*/ 11621 w 46196"/>
                <a:gd name="connsiteY16" fmla="*/ 52864 h 52863"/>
                <a:gd name="connsiteX17" fmla="*/ 48 w 46196"/>
                <a:gd name="connsiteY17" fmla="*/ 52864 h 52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6196" h="52863">
                  <a:moveTo>
                    <a:pt x="0" y="52864"/>
                  </a:moveTo>
                  <a:lnTo>
                    <a:pt x="0" y="762"/>
                  </a:lnTo>
                  <a:lnTo>
                    <a:pt x="11097" y="762"/>
                  </a:lnTo>
                  <a:lnTo>
                    <a:pt x="11382" y="8668"/>
                  </a:lnTo>
                  <a:cubicBezTo>
                    <a:pt x="13097" y="6477"/>
                    <a:pt x="15431" y="4524"/>
                    <a:pt x="18336" y="2715"/>
                  </a:cubicBezTo>
                  <a:cubicBezTo>
                    <a:pt x="21241" y="905"/>
                    <a:pt x="25003" y="0"/>
                    <a:pt x="29623" y="0"/>
                  </a:cubicBezTo>
                  <a:cubicBezTo>
                    <a:pt x="35147" y="0"/>
                    <a:pt x="39291" y="1667"/>
                    <a:pt x="42053" y="4953"/>
                  </a:cubicBezTo>
                  <a:cubicBezTo>
                    <a:pt x="44815" y="8239"/>
                    <a:pt x="46196" y="12954"/>
                    <a:pt x="46196" y="19098"/>
                  </a:cubicBezTo>
                  <a:lnTo>
                    <a:pt x="46196" y="52864"/>
                  </a:lnTo>
                  <a:lnTo>
                    <a:pt x="34671" y="52864"/>
                  </a:lnTo>
                  <a:lnTo>
                    <a:pt x="34671" y="20622"/>
                  </a:lnTo>
                  <a:cubicBezTo>
                    <a:pt x="34671" y="18431"/>
                    <a:pt x="34385" y="16478"/>
                    <a:pt x="33861" y="14764"/>
                  </a:cubicBezTo>
                  <a:cubicBezTo>
                    <a:pt x="33338" y="13049"/>
                    <a:pt x="32433" y="11763"/>
                    <a:pt x="31147" y="10811"/>
                  </a:cubicBezTo>
                  <a:cubicBezTo>
                    <a:pt x="29861" y="9858"/>
                    <a:pt x="28146" y="9382"/>
                    <a:pt x="25956" y="9382"/>
                  </a:cubicBezTo>
                  <a:cubicBezTo>
                    <a:pt x="22622" y="9382"/>
                    <a:pt x="19764" y="10144"/>
                    <a:pt x="17431" y="11716"/>
                  </a:cubicBezTo>
                  <a:cubicBezTo>
                    <a:pt x="15097" y="13287"/>
                    <a:pt x="13145" y="15002"/>
                    <a:pt x="11621" y="17002"/>
                  </a:cubicBezTo>
                  <a:lnTo>
                    <a:pt x="11621" y="52864"/>
                  </a:lnTo>
                  <a:lnTo>
                    <a:pt x="48" y="52864"/>
                  </a:lnTo>
                  <a:close/>
                </a:path>
              </a:pathLst>
            </a:custGeom>
            <a:solidFill>
              <a:srgbClr val="FFFFFF"/>
            </a:solidFill>
            <a:ln w="4763" cap="flat">
              <a:noFill/>
              <a:prstDash val="solid"/>
              <a:miter/>
            </a:ln>
          </p:spPr>
          <p:txBody>
            <a:bodyPr rtlCol="0" anchor="ctr"/>
            <a:lstStyle/>
            <a:p>
              <a:endParaRPr lang="en-AU"/>
            </a:p>
          </p:txBody>
        </p:sp>
        <p:sp>
          <p:nvSpPr>
            <p:cNvPr id="17" name="Freeform: Shape 16">
              <a:extLst>
                <a:ext uri="{FF2B5EF4-FFF2-40B4-BE49-F238E27FC236}">
                  <a16:creationId xmlns:a16="http://schemas.microsoft.com/office/drawing/2014/main" id="{0CA87D27-0BD5-CFE1-E6B6-42E25D28B2A9}"/>
                </a:ext>
              </a:extLst>
            </p:cNvPr>
            <p:cNvSpPr/>
            <p:nvPr/>
          </p:nvSpPr>
          <p:spPr>
            <a:xfrm>
              <a:off x="479440" y="649271"/>
              <a:ext cx="49434" cy="72866"/>
            </a:xfrm>
            <a:custGeom>
              <a:avLst/>
              <a:gdLst>
                <a:gd name="connsiteX0" fmla="*/ 20669 w 49434"/>
                <a:gd name="connsiteY0" fmla="*/ 72866 h 72866"/>
                <a:gd name="connsiteX1" fmla="*/ 9906 w 49434"/>
                <a:gd name="connsiteY1" fmla="*/ 69866 h 72866"/>
                <a:gd name="connsiteX2" fmla="*/ 2619 w 49434"/>
                <a:gd name="connsiteY2" fmla="*/ 60817 h 72866"/>
                <a:gd name="connsiteX3" fmla="*/ 0 w 49434"/>
                <a:gd name="connsiteY3" fmla="*/ 45672 h 72866"/>
                <a:gd name="connsiteX4" fmla="*/ 2810 w 49434"/>
                <a:gd name="connsiteY4" fmla="*/ 30766 h 72866"/>
                <a:gd name="connsiteX5" fmla="*/ 10573 w 49434"/>
                <a:gd name="connsiteY5" fmla="*/ 21907 h 72866"/>
                <a:gd name="connsiteX6" fmla="*/ 22003 w 49434"/>
                <a:gd name="connsiteY6" fmla="*/ 18955 h 72866"/>
                <a:gd name="connsiteX7" fmla="*/ 31480 w 49434"/>
                <a:gd name="connsiteY7" fmla="*/ 21288 h 72866"/>
                <a:gd name="connsiteX8" fmla="*/ 37909 w 49434"/>
                <a:gd name="connsiteY8" fmla="*/ 27527 h 72866"/>
                <a:gd name="connsiteX9" fmla="*/ 37909 w 49434"/>
                <a:gd name="connsiteY9" fmla="*/ 0 h 72866"/>
                <a:gd name="connsiteX10" fmla="*/ 49435 w 49434"/>
                <a:gd name="connsiteY10" fmla="*/ 0 h 72866"/>
                <a:gd name="connsiteX11" fmla="*/ 49435 w 49434"/>
                <a:gd name="connsiteY11" fmla="*/ 71961 h 72866"/>
                <a:gd name="connsiteX12" fmla="*/ 38481 w 49434"/>
                <a:gd name="connsiteY12" fmla="*/ 71961 h 72866"/>
                <a:gd name="connsiteX13" fmla="*/ 37909 w 49434"/>
                <a:gd name="connsiteY13" fmla="*/ 64484 h 72866"/>
                <a:gd name="connsiteX14" fmla="*/ 30909 w 49434"/>
                <a:gd name="connsiteY14" fmla="*/ 70580 h 72866"/>
                <a:gd name="connsiteX15" fmla="*/ 20765 w 49434"/>
                <a:gd name="connsiteY15" fmla="*/ 72866 h 72866"/>
                <a:gd name="connsiteX16" fmla="*/ 23670 w 49434"/>
                <a:gd name="connsiteY16" fmla="*/ 63865 h 72866"/>
                <a:gd name="connsiteX17" fmla="*/ 32337 w 49434"/>
                <a:gd name="connsiteY17" fmla="*/ 61293 h 72866"/>
                <a:gd name="connsiteX18" fmla="*/ 37862 w 49434"/>
                <a:gd name="connsiteY18" fmla="*/ 55102 h 72866"/>
                <a:gd name="connsiteX19" fmla="*/ 37862 w 49434"/>
                <a:gd name="connsiteY19" fmla="*/ 37433 h 72866"/>
                <a:gd name="connsiteX20" fmla="*/ 32718 w 49434"/>
                <a:gd name="connsiteY20" fmla="*/ 30766 h 72866"/>
                <a:gd name="connsiteX21" fmla="*/ 24575 w 49434"/>
                <a:gd name="connsiteY21" fmla="*/ 28004 h 72866"/>
                <a:gd name="connsiteX22" fmla="*/ 15097 w 49434"/>
                <a:gd name="connsiteY22" fmla="*/ 32575 h 72866"/>
                <a:gd name="connsiteX23" fmla="*/ 11859 w 49434"/>
                <a:gd name="connsiteY23" fmla="*/ 45625 h 72866"/>
                <a:gd name="connsiteX24" fmla="*/ 14954 w 49434"/>
                <a:gd name="connsiteY24" fmla="*/ 59293 h 72866"/>
                <a:gd name="connsiteX25" fmla="*/ 23765 w 49434"/>
                <a:gd name="connsiteY25" fmla="*/ 63865 h 72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9434" h="72866">
                  <a:moveTo>
                    <a:pt x="20669" y="72866"/>
                  </a:moveTo>
                  <a:cubicBezTo>
                    <a:pt x="16621" y="72866"/>
                    <a:pt x="13002" y="71866"/>
                    <a:pt x="9906" y="69866"/>
                  </a:cubicBezTo>
                  <a:cubicBezTo>
                    <a:pt x="6763" y="67866"/>
                    <a:pt x="4334" y="64865"/>
                    <a:pt x="2619" y="60817"/>
                  </a:cubicBezTo>
                  <a:cubicBezTo>
                    <a:pt x="857" y="56769"/>
                    <a:pt x="0" y="51721"/>
                    <a:pt x="0" y="45672"/>
                  </a:cubicBezTo>
                  <a:cubicBezTo>
                    <a:pt x="0" y="39624"/>
                    <a:pt x="953" y="34719"/>
                    <a:pt x="2810" y="30766"/>
                  </a:cubicBezTo>
                  <a:cubicBezTo>
                    <a:pt x="4667" y="26813"/>
                    <a:pt x="7287" y="23860"/>
                    <a:pt x="10573" y="21907"/>
                  </a:cubicBezTo>
                  <a:cubicBezTo>
                    <a:pt x="13859" y="19907"/>
                    <a:pt x="17669" y="18955"/>
                    <a:pt x="22003" y="18955"/>
                  </a:cubicBezTo>
                  <a:cubicBezTo>
                    <a:pt x="25622" y="18955"/>
                    <a:pt x="28766" y="19764"/>
                    <a:pt x="31480" y="21288"/>
                  </a:cubicBezTo>
                  <a:cubicBezTo>
                    <a:pt x="34147" y="22860"/>
                    <a:pt x="36290" y="24956"/>
                    <a:pt x="37909" y="27527"/>
                  </a:cubicBezTo>
                  <a:lnTo>
                    <a:pt x="37909" y="0"/>
                  </a:lnTo>
                  <a:lnTo>
                    <a:pt x="49435" y="0"/>
                  </a:lnTo>
                  <a:lnTo>
                    <a:pt x="49435" y="71961"/>
                  </a:lnTo>
                  <a:lnTo>
                    <a:pt x="38481" y="71961"/>
                  </a:lnTo>
                  <a:lnTo>
                    <a:pt x="37909" y="64484"/>
                  </a:lnTo>
                  <a:cubicBezTo>
                    <a:pt x="36052" y="67008"/>
                    <a:pt x="33719" y="69056"/>
                    <a:pt x="30909" y="70580"/>
                  </a:cubicBezTo>
                  <a:cubicBezTo>
                    <a:pt x="28099" y="72104"/>
                    <a:pt x="24717" y="72866"/>
                    <a:pt x="20765" y="72866"/>
                  </a:cubicBezTo>
                  <a:close/>
                  <a:moveTo>
                    <a:pt x="23670" y="63865"/>
                  </a:moveTo>
                  <a:cubicBezTo>
                    <a:pt x="27099" y="63865"/>
                    <a:pt x="29956" y="63008"/>
                    <a:pt x="32337" y="61293"/>
                  </a:cubicBezTo>
                  <a:cubicBezTo>
                    <a:pt x="34671" y="59579"/>
                    <a:pt x="36528" y="57531"/>
                    <a:pt x="37862" y="55102"/>
                  </a:cubicBezTo>
                  <a:lnTo>
                    <a:pt x="37862" y="37433"/>
                  </a:lnTo>
                  <a:cubicBezTo>
                    <a:pt x="36624" y="34814"/>
                    <a:pt x="34909" y="32623"/>
                    <a:pt x="32718" y="30766"/>
                  </a:cubicBezTo>
                  <a:cubicBezTo>
                    <a:pt x="30528" y="28908"/>
                    <a:pt x="27813" y="28004"/>
                    <a:pt x="24575" y="28004"/>
                  </a:cubicBezTo>
                  <a:cubicBezTo>
                    <a:pt x="20431" y="28004"/>
                    <a:pt x="17288" y="29527"/>
                    <a:pt x="15097" y="32575"/>
                  </a:cubicBezTo>
                  <a:cubicBezTo>
                    <a:pt x="12906" y="35623"/>
                    <a:pt x="11859" y="39957"/>
                    <a:pt x="11859" y="45625"/>
                  </a:cubicBezTo>
                  <a:cubicBezTo>
                    <a:pt x="11859" y="51673"/>
                    <a:pt x="12906" y="56245"/>
                    <a:pt x="14954" y="59293"/>
                  </a:cubicBezTo>
                  <a:cubicBezTo>
                    <a:pt x="17002" y="62341"/>
                    <a:pt x="19955" y="63865"/>
                    <a:pt x="23765" y="63865"/>
                  </a:cubicBezTo>
                  <a:close/>
                </a:path>
              </a:pathLst>
            </a:custGeom>
            <a:solidFill>
              <a:srgbClr val="FFFFFF"/>
            </a:solidFill>
            <a:ln w="4763" cap="flat">
              <a:noFill/>
              <a:prstDash val="solid"/>
              <a:miter/>
            </a:ln>
          </p:spPr>
          <p:txBody>
            <a:bodyPr rtlCol="0" anchor="ctr"/>
            <a:lstStyle/>
            <a:p>
              <a:endParaRPr lang="en-AU"/>
            </a:p>
          </p:txBody>
        </p:sp>
        <p:sp>
          <p:nvSpPr>
            <p:cNvPr id="18" name="Freeform: Shape 17">
              <a:extLst>
                <a:ext uri="{FF2B5EF4-FFF2-40B4-BE49-F238E27FC236}">
                  <a16:creationId xmlns:a16="http://schemas.microsoft.com/office/drawing/2014/main" id="{F4EB1141-0A7E-6878-6B51-8455AEF499B8}"/>
                </a:ext>
              </a:extLst>
            </p:cNvPr>
            <p:cNvSpPr/>
            <p:nvPr/>
          </p:nvSpPr>
          <p:spPr>
            <a:xfrm>
              <a:off x="543972" y="648700"/>
              <a:ext cx="13620" cy="72532"/>
            </a:xfrm>
            <a:custGeom>
              <a:avLst/>
              <a:gdLst>
                <a:gd name="connsiteX0" fmla="*/ 6810 w 13620"/>
                <a:gd name="connsiteY0" fmla="*/ 12097 h 72532"/>
                <a:gd name="connsiteX1" fmla="*/ 1762 w 13620"/>
                <a:gd name="connsiteY1" fmla="*/ 10382 h 72532"/>
                <a:gd name="connsiteX2" fmla="*/ 0 w 13620"/>
                <a:gd name="connsiteY2" fmla="*/ 6096 h 72532"/>
                <a:gd name="connsiteX3" fmla="*/ 1762 w 13620"/>
                <a:gd name="connsiteY3" fmla="*/ 1715 h 72532"/>
                <a:gd name="connsiteX4" fmla="*/ 6810 w 13620"/>
                <a:gd name="connsiteY4" fmla="*/ 0 h 72532"/>
                <a:gd name="connsiteX5" fmla="*/ 11811 w 13620"/>
                <a:gd name="connsiteY5" fmla="*/ 1715 h 72532"/>
                <a:gd name="connsiteX6" fmla="*/ 13621 w 13620"/>
                <a:gd name="connsiteY6" fmla="*/ 6048 h 72532"/>
                <a:gd name="connsiteX7" fmla="*/ 11811 w 13620"/>
                <a:gd name="connsiteY7" fmla="*/ 10382 h 72532"/>
                <a:gd name="connsiteX8" fmla="*/ 6810 w 13620"/>
                <a:gd name="connsiteY8" fmla="*/ 12097 h 72532"/>
                <a:gd name="connsiteX9" fmla="*/ 1000 w 13620"/>
                <a:gd name="connsiteY9" fmla="*/ 72533 h 72532"/>
                <a:gd name="connsiteX10" fmla="*/ 1000 w 13620"/>
                <a:gd name="connsiteY10" fmla="*/ 20431 h 72532"/>
                <a:gd name="connsiteX11" fmla="*/ 12573 w 13620"/>
                <a:gd name="connsiteY11" fmla="*/ 20431 h 72532"/>
                <a:gd name="connsiteX12" fmla="*/ 12573 w 13620"/>
                <a:gd name="connsiteY12" fmla="*/ 72533 h 72532"/>
                <a:gd name="connsiteX13" fmla="*/ 1000 w 13620"/>
                <a:gd name="connsiteY13" fmla="*/ 72533 h 72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620" h="72532">
                  <a:moveTo>
                    <a:pt x="6810" y="12097"/>
                  </a:moveTo>
                  <a:cubicBezTo>
                    <a:pt x="4620" y="12097"/>
                    <a:pt x="2953" y="11525"/>
                    <a:pt x="1762" y="10382"/>
                  </a:cubicBezTo>
                  <a:cubicBezTo>
                    <a:pt x="571" y="9239"/>
                    <a:pt x="0" y="7810"/>
                    <a:pt x="0" y="6096"/>
                  </a:cubicBezTo>
                  <a:cubicBezTo>
                    <a:pt x="0" y="4381"/>
                    <a:pt x="571" y="2857"/>
                    <a:pt x="1762" y="1715"/>
                  </a:cubicBezTo>
                  <a:cubicBezTo>
                    <a:pt x="2953" y="571"/>
                    <a:pt x="4620" y="0"/>
                    <a:pt x="6810" y="0"/>
                  </a:cubicBezTo>
                  <a:cubicBezTo>
                    <a:pt x="9001" y="0"/>
                    <a:pt x="10620" y="571"/>
                    <a:pt x="11811" y="1715"/>
                  </a:cubicBezTo>
                  <a:cubicBezTo>
                    <a:pt x="13002" y="2857"/>
                    <a:pt x="13621" y="4286"/>
                    <a:pt x="13621" y="6048"/>
                  </a:cubicBezTo>
                  <a:cubicBezTo>
                    <a:pt x="13621" y="7810"/>
                    <a:pt x="13002" y="9239"/>
                    <a:pt x="11811" y="10382"/>
                  </a:cubicBezTo>
                  <a:cubicBezTo>
                    <a:pt x="10620" y="11525"/>
                    <a:pt x="8953" y="12097"/>
                    <a:pt x="6810" y="12097"/>
                  </a:cubicBezTo>
                  <a:close/>
                  <a:moveTo>
                    <a:pt x="1000" y="72533"/>
                  </a:moveTo>
                  <a:lnTo>
                    <a:pt x="1000" y="20431"/>
                  </a:lnTo>
                  <a:lnTo>
                    <a:pt x="12573" y="20431"/>
                  </a:lnTo>
                  <a:lnTo>
                    <a:pt x="12573" y="72533"/>
                  </a:lnTo>
                  <a:lnTo>
                    <a:pt x="1000" y="72533"/>
                  </a:lnTo>
                  <a:close/>
                </a:path>
              </a:pathLst>
            </a:custGeom>
            <a:solidFill>
              <a:srgbClr val="FFFFFF"/>
            </a:solidFill>
            <a:ln w="4763" cap="flat">
              <a:noFill/>
              <a:prstDash val="solid"/>
              <a:miter/>
            </a:ln>
          </p:spPr>
          <p:txBody>
            <a:bodyPr rtlCol="0" anchor="ctr"/>
            <a:lstStyle/>
            <a:p>
              <a:endParaRPr lang="en-AU"/>
            </a:p>
          </p:txBody>
        </p:sp>
        <p:sp>
          <p:nvSpPr>
            <p:cNvPr id="19" name="Freeform: Shape 18">
              <a:extLst>
                <a:ext uri="{FF2B5EF4-FFF2-40B4-BE49-F238E27FC236}">
                  <a16:creationId xmlns:a16="http://schemas.microsoft.com/office/drawing/2014/main" id="{26AE87E3-AA7F-C601-4C0A-D40C139475E3}"/>
                </a:ext>
              </a:extLst>
            </p:cNvPr>
            <p:cNvSpPr/>
            <p:nvPr/>
          </p:nvSpPr>
          <p:spPr>
            <a:xfrm>
              <a:off x="569928" y="668131"/>
              <a:ext cx="51006" cy="53959"/>
            </a:xfrm>
            <a:custGeom>
              <a:avLst/>
              <a:gdLst>
                <a:gd name="connsiteX0" fmla="*/ 25289 w 51006"/>
                <a:gd name="connsiteY0" fmla="*/ 53959 h 53959"/>
                <a:gd name="connsiteX1" fmla="*/ 11859 w 51006"/>
                <a:gd name="connsiteY1" fmla="*/ 50768 h 53959"/>
                <a:gd name="connsiteX2" fmla="*/ 3096 w 51006"/>
                <a:gd name="connsiteY2" fmla="*/ 41577 h 53959"/>
                <a:gd name="connsiteX3" fmla="*/ 0 w 51006"/>
                <a:gd name="connsiteY3" fmla="*/ 27146 h 53959"/>
                <a:gd name="connsiteX4" fmla="*/ 3096 w 51006"/>
                <a:gd name="connsiteY4" fmla="*/ 12478 h 53959"/>
                <a:gd name="connsiteX5" fmla="*/ 11859 w 51006"/>
                <a:gd name="connsiteY5" fmla="*/ 3191 h 53959"/>
                <a:gd name="connsiteX6" fmla="*/ 25289 w 51006"/>
                <a:gd name="connsiteY6" fmla="*/ 0 h 53959"/>
                <a:gd name="connsiteX7" fmla="*/ 39005 w 51006"/>
                <a:gd name="connsiteY7" fmla="*/ 3191 h 53959"/>
                <a:gd name="connsiteX8" fmla="*/ 47863 w 51006"/>
                <a:gd name="connsiteY8" fmla="*/ 12478 h 53959"/>
                <a:gd name="connsiteX9" fmla="*/ 51006 w 51006"/>
                <a:gd name="connsiteY9" fmla="*/ 27146 h 53959"/>
                <a:gd name="connsiteX10" fmla="*/ 47863 w 51006"/>
                <a:gd name="connsiteY10" fmla="*/ 41577 h 53959"/>
                <a:gd name="connsiteX11" fmla="*/ 39005 w 51006"/>
                <a:gd name="connsiteY11" fmla="*/ 50768 h 53959"/>
                <a:gd name="connsiteX12" fmla="*/ 25289 w 51006"/>
                <a:gd name="connsiteY12" fmla="*/ 53959 h 53959"/>
                <a:gd name="connsiteX13" fmla="*/ 25289 w 51006"/>
                <a:gd name="connsiteY13" fmla="*/ 45006 h 53959"/>
                <a:gd name="connsiteX14" fmla="*/ 33576 w 51006"/>
                <a:gd name="connsiteY14" fmla="*/ 42672 h 53959"/>
                <a:gd name="connsiteX15" fmla="*/ 37909 w 51006"/>
                <a:gd name="connsiteY15" fmla="*/ 36290 h 53959"/>
                <a:gd name="connsiteX16" fmla="*/ 39195 w 51006"/>
                <a:gd name="connsiteY16" fmla="*/ 27242 h 53959"/>
                <a:gd name="connsiteX17" fmla="*/ 37909 w 51006"/>
                <a:gd name="connsiteY17" fmla="*/ 18002 h 53959"/>
                <a:gd name="connsiteX18" fmla="*/ 33576 w 51006"/>
                <a:gd name="connsiteY18" fmla="*/ 11525 h 53959"/>
                <a:gd name="connsiteX19" fmla="*/ 25289 w 51006"/>
                <a:gd name="connsiteY19" fmla="*/ 9144 h 53959"/>
                <a:gd name="connsiteX20" fmla="*/ 17335 w 51006"/>
                <a:gd name="connsiteY20" fmla="*/ 11525 h 53959"/>
                <a:gd name="connsiteX21" fmla="*/ 13097 w 51006"/>
                <a:gd name="connsiteY21" fmla="*/ 18002 h 53959"/>
                <a:gd name="connsiteX22" fmla="*/ 11811 w 51006"/>
                <a:gd name="connsiteY22" fmla="*/ 27242 h 53959"/>
                <a:gd name="connsiteX23" fmla="*/ 13097 w 51006"/>
                <a:gd name="connsiteY23" fmla="*/ 36290 h 53959"/>
                <a:gd name="connsiteX24" fmla="*/ 17335 w 51006"/>
                <a:gd name="connsiteY24" fmla="*/ 42672 h 53959"/>
                <a:gd name="connsiteX25" fmla="*/ 25289 w 51006"/>
                <a:gd name="connsiteY25" fmla="*/ 45006 h 53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006" h="53959">
                  <a:moveTo>
                    <a:pt x="25289" y="53959"/>
                  </a:moveTo>
                  <a:cubicBezTo>
                    <a:pt x="20145" y="53959"/>
                    <a:pt x="15621" y="52911"/>
                    <a:pt x="11859" y="50768"/>
                  </a:cubicBezTo>
                  <a:cubicBezTo>
                    <a:pt x="8049" y="48673"/>
                    <a:pt x="5144" y="45577"/>
                    <a:pt x="3096" y="41577"/>
                  </a:cubicBezTo>
                  <a:cubicBezTo>
                    <a:pt x="1048" y="37576"/>
                    <a:pt x="0" y="32766"/>
                    <a:pt x="0" y="27146"/>
                  </a:cubicBezTo>
                  <a:cubicBezTo>
                    <a:pt x="0" y="21527"/>
                    <a:pt x="1048" y="16574"/>
                    <a:pt x="3096" y="12478"/>
                  </a:cubicBezTo>
                  <a:cubicBezTo>
                    <a:pt x="5144" y="8382"/>
                    <a:pt x="8049" y="5334"/>
                    <a:pt x="11859" y="3191"/>
                  </a:cubicBezTo>
                  <a:cubicBezTo>
                    <a:pt x="15669" y="1048"/>
                    <a:pt x="20145" y="0"/>
                    <a:pt x="25289" y="0"/>
                  </a:cubicBezTo>
                  <a:cubicBezTo>
                    <a:pt x="30432" y="0"/>
                    <a:pt x="35147" y="1048"/>
                    <a:pt x="39005" y="3191"/>
                  </a:cubicBezTo>
                  <a:cubicBezTo>
                    <a:pt x="42863" y="5334"/>
                    <a:pt x="45815" y="8430"/>
                    <a:pt x="47863" y="12478"/>
                  </a:cubicBezTo>
                  <a:cubicBezTo>
                    <a:pt x="49959" y="16526"/>
                    <a:pt x="51006" y="21431"/>
                    <a:pt x="51006" y="27146"/>
                  </a:cubicBezTo>
                  <a:cubicBezTo>
                    <a:pt x="51006" y="32861"/>
                    <a:pt x="49959" y="37529"/>
                    <a:pt x="47863" y="41577"/>
                  </a:cubicBezTo>
                  <a:cubicBezTo>
                    <a:pt x="45768" y="45577"/>
                    <a:pt x="42815" y="48673"/>
                    <a:pt x="39005" y="50768"/>
                  </a:cubicBezTo>
                  <a:cubicBezTo>
                    <a:pt x="35195" y="52911"/>
                    <a:pt x="30623" y="53959"/>
                    <a:pt x="25289" y="53959"/>
                  </a:cubicBezTo>
                  <a:close/>
                  <a:moveTo>
                    <a:pt x="25289" y="45006"/>
                  </a:moveTo>
                  <a:cubicBezTo>
                    <a:pt x="28766" y="45006"/>
                    <a:pt x="31528" y="44244"/>
                    <a:pt x="33576" y="42672"/>
                  </a:cubicBezTo>
                  <a:cubicBezTo>
                    <a:pt x="35624" y="41100"/>
                    <a:pt x="37052" y="38957"/>
                    <a:pt x="37909" y="36290"/>
                  </a:cubicBezTo>
                  <a:cubicBezTo>
                    <a:pt x="38767" y="33576"/>
                    <a:pt x="39195" y="30575"/>
                    <a:pt x="39195" y="27242"/>
                  </a:cubicBezTo>
                  <a:cubicBezTo>
                    <a:pt x="39195" y="23908"/>
                    <a:pt x="38767" y="20717"/>
                    <a:pt x="37909" y="18002"/>
                  </a:cubicBezTo>
                  <a:cubicBezTo>
                    <a:pt x="37052" y="15288"/>
                    <a:pt x="35624" y="13097"/>
                    <a:pt x="33576" y="11525"/>
                  </a:cubicBezTo>
                  <a:cubicBezTo>
                    <a:pt x="31528" y="9954"/>
                    <a:pt x="28766" y="9144"/>
                    <a:pt x="25289" y="9144"/>
                  </a:cubicBezTo>
                  <a:cubicBezTo>
                    <a:pt x="21812" y="9144"/>
                    <a:pt x="19288" y="9954"/>
                    <a:pt x="17335" y="11525"/>
                  </a:cubicBezTo>
                  <a:cubicBezTo>
                    <a:pt x="15383" y="13097"/>
                    <a:pt x="13954" y="15288"/>
                    <a:pt x="13097" y="18002"/>
                  </a:cubicBezTo>
                  <a:cubicBezTo>
                    <a:pt x="12240" y="20717"/>
                    <a:pt x="11811" y="23813"/>
                    <a:pt x="11811" y="27242"/>
                  </a:cubicBezTo>
                  <a:cubicBezTo>
                    <a:pt x="11811" y="30671"/>
                    <a:pt x="12240" y="33623"/>
                    <a:pt x="13097" y="36290"/>
                  </a:cubicBezTo>
                  <a:cubicBezTo>
                    <a:pt x="13954" y="38957"/>
                    <a:pt x="15383" y="41100"/>
                    <a:pt x="17335" y="42672"/>
                  </a:cubicBezTo>
                  <a:cubicBezTo>
                    <a:pt x="19288" y="44244"/>
                    <a:pt x="21955" y="45006"/>
                    <a:pt x="25289" y="45006"/>
                  </a:cubicBezTo>
                  <a:close/>
                </a:path>
              </a:pathLst>
            </a:custGeom>
            <a:solidFill>
              <a:srgbClr val="FFFFFF"/>
            </a:solidFill>
            <a:ln w="4763" cap="flat">
              <a:noFill/>
              <a:prstDash val="solid"/>
              <a:miter/>
            </a:ln>
          </p:spPr>
          <p:txBody>
            <a:bodyPr rtlCol="0" anchor="ctr"/>
            <a:lstStyle/>
            <a:p>
              <a:endParaRPr lang="en-AU"/>
            </a:p>
          </p:txBody>
        </p:sp>
        <p:sp>
          <p:nvSpPr>
            <p:cNvPr id="20" name="Freeform: Shape 19">
              <a:extLst>
                <a:ext uri="{FF2B5EF4-FFF2-40B4-BE49-F238E27FC236}">
                  <a16:creationId xmlns:a16="http://schemas.microsoft.com/office/drawing/2014/main" id="{6FD67EF6-095C-418A-8CA2-EFA0A9CAB789}"/>
                </a:ext>
              </a:extLst>
            </p:cNvPr>
            <p:cNvSpPr/>
            <p:nvPr/>
          </p:nvSpPr>
          <p:spPr>
            <a:xfrm>
              <a:off x="634317" y="668369"/>
              <a:ext cx="46196" cy="52863"/>
            </a:xfrm>
            <a:custGeom>
              <a:avLst/>
              <a:gdLst>
                <a:gd name="connsiteX0" fmla="*/ 0 w 46196"/>
                <a:gd name="connsiteY0" fmla="*/ 52864 h 52863"/>
                <a:gd name="connsiteX1" fmla="*/ 0 w 46196"/>
                <a:gd name="connsiteY1" fmla="*/ 762 h 52863"/>
                <a:gd name="connsiteX2" fmla="*/ 11097 w 46196"/>
                <a:gd name="connsiteY2" fmla="*/ 762 h 52863"/>
                <a:gd name="connsiteX3" fmla="*/ 11382 w 46196"/>
                <a:gd name="connsiteY3" fmla="*/ 8668 h 52863"/>
                <a:gd name="connsiteX4" fmla="*/ 18336 w 46196"/>
                <a:gd name="connsiteY4" fmla="*/ 2715 h 52863"/>
                <a:gd name="connsiteX5" fmla="*/ 29623 w 46196"/>
                <a:gd name="connsiteY5" fmla="*/ 0 h 52863"/>
                <a:gd name="connsiteX6" fmla="*/ 42053 w 46196"/>
                <a:gd name="connsiteY6" fmla="*/ 4953 h 52863"/>
                <a:gd name="connsiteX7" fmla="*/ 46196 w 46196"/>
                <a:gd name="connsiteY7" fmla="*/ 19098 h 52863"/>
                <a:gd name="connsiteX8" fmla="*/ 46196 w 46196"/>
                <a:gd name="connsiteY8" fmla="*/ 52864 h 52863"/>
                <a:gd name="connsiteX9" fmla="*/ 34671 w 46196"/>
                <a:gd name="connsiteY9" fmla="*/ 52864 h 52863"/>
                <a:gd name="connsiteX10" fmla="*/ 34671 w 46196"/>
                <a:gd name="connsiteY10" fmla="*/ 20622 h 52863"/>
                <a:gd name="connsiteX11" fmla="*/ 33861 w 46196"/>
                <a:gd name="connsiteY11" fmla="*/ 14764 h 52863"/>
                <a:gd name="connsiteX12" fmla="*/ 31147 w 46196"/>
                <a:gd name="connsiteY12" fmla="*/ 10811 h 52863"/>
                <a:gd name="connsiteX13" fmla="*/ 25956 w 46196"/>
                <a:gd name="connsiteY13" fmla="*/ 9382 h 52863"/>
                <a:gd name="connsiteX14" fmla="*/ 17431 w 46196"/>
                <a:gd name="connsiteY14" fmla="*/ 11716 h 52863"/>
                <a:gd name="connsiteX15" fmla="*/ 11621 w 46196"/>
                <a:gd name="connsiteY15" fmla="*/ 17002 h 52863"/>
                <a:gd name="connsiteX16" fmla="*/ 11621 w 46196"/>
                <a:gd name="connsiteY16" fmla="*/ 52864 h 52863"/>
                <a:gd name="connsiteX17" fmla="*/ 48 w 46196"/>
                <a:gd name="connsiteY17" fmla="*/ 52864 h 52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6196" h="52863">
                  <a:moveTo>
                    <a:pt x="0" y="52864"/>
                  </a:moveTo>
                  <a:lnTo>
                    <a:pt x="0" y="762"/>
                  </a:lnTo>
                  <a:lnTo>
                    <a:pt x="11097" y="762"/>
                  </a:lnTo>
                  <a:lnTo>
                    <a:pt x="11382" y="8668"/>
                  </a:lnTo>
                  <a:cubicBezTo>
                    <a:pt x="13097" y="6477"/>
                    <a:pt x="15430" y="4524"/>
                    <a:pt x="18336" y="2715"/>
                  </a:cubicBezTo>
                  <a:cubicBezTo>
                    <a:pt x="21241" y="905"/>
                    <a:pt x="25003" y="0"/>
                    <a:pt x="29623" y="0"/>
                  </a:cubicBezTo>
                  <a:cubicBezTo>
                    <a:pt x="35147" y="0"/>
                    <a:pt x="39291" y="1667"/>
                    <a:pt x="42053" y="4953"/>
                  </a:cubicBezTo>
                  <a:cubicBezTo>
                    <a:pt x="44815" y="8239"/>
                    <a:pt x="46196" y="12954"/>
                    <a:pt x="46196" y="19098"/>
                  </a:cubicBezTo>
                  <a:lnTo>
                    <a:pt x="46196" y="52864"/>
                  </a:lnTo>
                  <a:lnTo>
                    <a:pt x="34671" y="52864"/>
                  </a:lnTo>
                  <a:lnTo>
                    <a:pt x="34671" y="20622"/>
                  </a:lnTo>
                  <a:cubicBezTo>
                    <a:pt x="34671" y="18431"/>
                    <a:pt x="34385" y="16478"/>
                    <a:pt x="33861" y="14764"/>
                  </a:cubicBezTo>
                  <a:cubicBezTo>
                    <a:pt x="33338" y="13049"/>
                    <a:pt x="32433" y="11763"/>
                    <a:pt x="31147" y="10811"/>
                  </a:cubicBezTo>
                  <a:cubicBezTo>
                    <a:pt x="29861" y="9858"/>
                    <a:pt x="28146" y="9382"/>
                    <a:pt x="25956" y="9382"/>
                  </a:cubicBezTo>
                  <a:cubicBezTo>
                    <a:pt x="22622" y="9382"/>
                    <a:pt x="19764" y="10144"/>
                    <a:pt x="17431" y="11716"/>
                  </a:cubicBezTo>
                  <a:cubicBezTo>
                    <a:pt x="15097" y="13287"/>
                    <a:pt x="13144" y="15002"/>
                    <a:pt x="11621" y="17002"/>
                  </a:cubicBezTo>
                  <a:lnTo>
                    <a:pt x="11621" y="52864"/>
                  </a:lnTo>
                  <a:lnTo>
                    <a:pt x="48" y="52864"/>
                  </a:lnTo>
                  <a:close/>
                </a:path>
              </a:pathLst>
            </a:custGeom>
            <a:solidFill>
              <a:srgbClr val="FFFFFF"/>
            </a:solidFill>
            <a:ln w="4763" cap="flat">
              <a:noFill/>
              <a:prstDash val="solid"/>
              <a:miter/>
            </a:ln>
          </p:spPr>
          <p:txBody>
            <a:bodyPr rtlCol="0" anchor="ctr"/>
            <a:lstStyle/>
            <a:p>
              <a:endParaRPr lang="en-AU"/>
            </a:p>
          </p:txBody>
        </p:sp>
        <p:sp>
          <p:nvSpPr>
            <p:cNvPr id="21" name="Freeform: Shape 20">
              <a:extLst>
                <a:ext uri="{FF2B5EF4-FFF2-40B4-BE49-F238E27FC236}">
                  <a16:creationId xmlns:a16="http://schemas.microsoft.com/office/drawing/2014/main" id="{60C0C849-3AB0-DFEF-88ED-131DCB83505D}"/>
                </a:ext>
              </a:extLst>
            </p:cNvPr>
            <p:cNvSpPr/>
            <p:nvPr/>
          </p:nvSpPr>
          <p:spPr>
            <a:xfrm>
              <a:off x="696134" y="706421"/>
              <a:ext cx="15906" cy="15478"/>
            </a:xfrm>
            <a:custGeom>
              <a:avLst/>
              <a:gdLst>
                <a:gd name="connsiteX0" fmla="*/ 8001 w 15906"/>
                <a:gd name="connsiteY0" fmla="*/ 15478 h 15478"/>
                <a:gd name="connsiteX1" fmla="*/ 2238 w 15906"/>
                <a:gd name="connsiteY1" fmla="*/ 13240 h 15478"/>
                <a:gd name="connsiteX2" fmla="*/ 0 w 15906"/>
                <a:gd name="connsiteY2" fmla="*/ 7715 h 15478"/>
                <a:gd name="connsiteX3" fmla="*/ 2238 w 15906"/>
                <a:gd name="connsiteY3" fmla="*/ 2143 h 15478"/>
                <a:gd name="connsiteX4" fmla="*/ 8001 w 15906"/>
                <a:gd name="connsiteY4" fmla="*/ 0 h 15478"/>
                <a:gd name="connsiteX5" fmla="*/ 13716 w 15906"/>
                <a:gd name="connsiteY5" fmla="*/ 2143 h 15478"/>
                <a:gd name="connsiteX6" fmla="*/ 15907 w 15906"/>
                <a:gd name="connsiteY6" fmla="*/ 7715 h 15478"/>
                <a:gd name="connsiteX7" fmla="*/ 13716 w 15906"/>
                <a:gd name="connsiteY7" fmla="*/ 13240 h 15478"/>
                <a:gd name="connsiteX8" fmla="*/ 8001 w 15906"/>
                <a:gd name="connsiteY8" fmla="*/ 15478 h 1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906" h="15478">
                  <a:moveTo>
                    <a:pt x="8001" y="15478"/>
                  </a:moveTo>
                  <a:cubicBezTo>
                    <a:pt x="5667" y="15478"/>
                    <a:pt x="3715" y="14716"/>
                    <a:pt x="2238" y="13240"/>
                  </a:cubicBezTo>
                  <a:cubicBezTo>
                    <a:pt x="762" y="11763"/>
                    <a:pt x="0" y="9906"/>
                    <a:pt x="0" y="7715"/>
                  </a:cubicBezTo>
                  <a:cubicBezTo>
                    <a:pt x="0" y="5429"/>
                    <a:pt x="762" y="3572"/>
                    <a:pt x="2238" y="2143"/>
                  </a:cubicBezTo>
                  <a:cubicBezTo>
                    <a:pt x="3715" y="714"/>
                    <a:pt x="5667" y="0"/>
                    <a:pt x="8001" y="0"/>
                  </a:cubicBezTo>
                  <a:cubicBezTo>
                    <a:pt x="10335" y="0"/>
                    <a:pt x="12240" y="714"/>
                    <a:pt x="13716" y="2143"/>
                  </a:cubicBezTo>
                  <a:cubicBezTo>
                    <a:pt x="15192" y="3572"/>
                    <a:pt x="15907" y="5429"/>
                    <a:pt x="15907" y="7715"/>
                  </a:cubicBezTo>
                  <a:cubicBezTo>
                    <a:pt x="15907" y="10001"/>
                    <a:pt x="15192" y="11716"/>
                    <a:pt x="13716" y="13240"/>
                  </a:cubicBezTo>
                  <a:cubicBezTo>
                    <a:pt x="12240" y="14716"/>
                    <a:pt x="10335" y="15478"/>
                    <a:pt x="8001" y="15478"/>
                  </a:cubicBezTo>
                  <a:close/>
                </a:path>
              </a:pathLst>
            </a:custGeom>
            <a:solidFill>
              <a:srgbClr val="FFFFFF"/>
            </a:solidFill>
            <a:ln w="4763" cap="flat">
              <a:noFill/>
              <a:prstDash val="solid"/>
              <a:miter/>
            </a:ln>
          </p:spPr>
          <p:txBody>
            <a:bodyPr rtlCol="0" anchor="ctr"/>
            <a:lstStyle/>
            <a:p>
              <a:endParaRPr lang="en-AU"/>
            </a:p>
          </p:txBody>
        </p:sp>
        <p:sp>
          <p:nvSpPr>
            <p:cNvPr id="22" name="Freeform: Shape 21">
              <a:extLst>
                <a:ext uri="{FF2B5EF4-FFF2-40B4-BE49-F238E27FC236}">
                  <a16:creationId xmlns:a16="http://schemas.microsoft.com/office/drawing/2014/main" id="{F41F03DC-AFBA-31F8-CED5-5D622E27F9C6}"/>
                </a:ext>
              </a:extLst>
            </p:cNvPr>
            <p:cNvSpPr/>
            <p:nvPr/>
          </p:nvSpPr>
          <p:spPr>
            <a:xfrm>
              <a:off x="722614" y="668274"/>
              <a:ext cx="48291" cy="53863"/>
            </a:xfrm>
            <a:custGeom>
              <a:avLst/>
              <a:gdLst>
                <a:gd name="connsiteX0" fmla="*/ 25146 w 48291"/>
                <a:gd name="connsiteY0" fmla="*/ 53769 h 53863"/>
                <a:gd name="connsiteX1" fmla="*/ 12240 w 48291"/>
                <a:gd name="connsiteY1" fmla="*/ 50911 h 53863"/>
                <a:gd name="connsiteX2" fmla="*/ 3286 w 48291"/>
                <a:gd name="connsiteY2" fmla="*/ 42100 h 53863"/>
                <a:gd name="connsiteX3" fmla="*/ 0 w 48291"/>
                <a:gd name="connsiteY3" fmla="*/ 27099 h 53863"/>
                <a:gd name="connsiteX4" fmla="*/ 3191 w 48291"/>
                <a:gd name="connsiteY4" fmla="*/ 11954 h 53863"/>
                <a:gd name="connsiteX5" fmla="*/ 12002 w 48291"/>
                <a:gd name="connsiteY5" fmla="*/ 2953 h 53863"/>
                <a:gd name="connsiteX6" fmla="*/ 25146 w 48291"/>
                <a:gd name="connsiteY6" fmla="*/ 0 h 53863"/>
                <a:gd name="connsiteX7" fmla="*/ 36528 w 48291"/>
                <a:gd name="connsiteY7" fmla="*/ 2095 h 53863"/>
                <a:gd name="connsiteX8" fmla="*/ 44625 w 48291"/>
                <a:gd name="connsiteY8" fmla="*/ 8334 h 53863"/>
                <a:gd name="connsiteX9" fmla="*/ 47816 w 48291"/>
                <a:gd name="connsiteY9" fmla="*/ 18859 h 53863"/>
                <a:gd name="connsiteX10" fmla="*/ 36528 w 48291"/>
                <a:gd name="connsiteY10" fmla="*/ 18859 h 53863"/>
                <a:gd name="connsiteX11" fmla="*/ 33338 w 48291"/>
                <a:gd name="connsiteY11" fmla="*/ 11716 h 53863"/>
                <a:gd name="connsiteX12" fmla="*/ 25241 w 48291"/>
                <a:gd name="connsiteY12" fmla="*/ 9096 h 53863"/>
                <a:gd name="connsiteX13" fmla="*/ 15097 w 48291"/>
                <a:gd name="connsiteY13" fmla="*/ 13811 h 53863"/>
                <a:gd name="connsiteX14" fmla="*/ 11859 w 48291"/>
                <a:gd name="connsiteY14" fmla="*/ 27099 h 53863"/>
                <a:gd name="connsiteX15" fmla="*/ 13287 w 48291"/>
                <a:gd name="connsiteY15" fmla="*/ 36624 h 53863"/>
                <a:gd name="connsiteX16" fmla="*/ 17717 w 48291"/>
                <a:gd name="connsiteY16" fmla="*/ 42672 h 53863"/>
                <a:gd name="connsiteX17" fmla="*/ 25289 w 48291"/>
                <a:gd name="connsiteY17" fmla="*/ 44767 h 53863"/>
                <a:gd name="connsiteX18" fmla="*/ 33671 w 48291"/>
                <a:gd name="connsiteY18" fmla="*/ 42005 h 53863"/>
                <a:gd name="connsiteX19" fmla="*/ 37005 w 48291"/>
                <a:gd name="connsiteY19" fmla="*/ 34004 h 53863"/>
                <a:gd name="connsiteX20" fmla="*/ 48292 w 48291"/>
                <a:gd name="connsiteY20" fmla="*/ 34004 h 53863"/>
                <a:gd name="connsiteX21" fmla="*/ 45101 w 48291"/>
                <a:gd name="connsiteY21" fmla="*/ 44958 h 53863"/>
                <a:gd name="connsiteX22" fmla="*/ 36909 w 48291"/>
                <a:gd name="connsiteY22" fmla="*/ 51625 h 53863"/>
                <a:gd name="connsiteX23" fmla="*/ 25241 w 48291"/>
                <a:gd name="connsiteY23" fmla="*/ 53864 h 53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8291" h="53863">
                  <a:moveTo>
                    <a:pt x="25146" y="53769"/>
                  </a:moveTo>
                  <a:cubicBezTo>
                    <a:pt x="20336" y="53769"/>
                    <a:pt x="16050" y="52816"/>
                    <a:pt x="12240" y="50911"/>
                  </a:cubicBezTo>
                  <a:cubicBezTo>
                    <a:pt x="8477" y="49006"/>
                    <a:pt x="5477" y="46053"/>
                    <a:pt x="3286" y="42100"/>
                  </a:cubicBezTo>
                  <a:cubicBezTo>
                    <a:pt x="1095" y="38148"/>
                    <a:pt x="0" y="33147"/>
                    <a:pt x="0" y="27099"/>
                  </a:cubicBezTo>
                  <a:cubicBezTo>
                    <a:pt x="0" y="21050"/>
                    <a:pt x="1048" y="15954"/>
                    <a:pt x="3191" y="11954"/>
                  </a:cubicBezTo>
                  <a:cubicBezTo>
                    <a:pt x="5334" y="7953"/>
                    <a:pt x="8239" y="4953"/>
                    <a:pt x="12002" y="2953"/>
                  </a:cubicBezTo>
                  <a:cubicBezTo>
                    <a:pt x="15764" y="952"/>
                    <a:pt x="20145" y="0"/>
                    <a:pt x="25146" y="0"/>
                  </a:cubicBezTo>
                  <a:cubicBezTo>
                    <a:pt x="29337" y="0"/>
                    <a:pt x="33147" y="714"/>
                    <a:pt x="36528" y="2095"/>
                  </a:cubicBezTo>
                  <a:cubicBezTo>
                    <a:pt x="39910" y="3477"/>
                    <a:pt x="42624" y="5572"/>
                    <a:pt x="44625" y="8334"/>
                  </a:cubicBezTo>
                  <a:cubicBezTo>
                    <a:pt x="46625" y="11097"/>
                    <a:pt x="47720" y="14621"/>
                    <a:pt x="47816" y="18859"/>
                  </a:cubicBezTo>
                  <a:lnTo>
                    <a:pt x="36528" y="18859"/>
                  </a:lnTo>
                  <a:cubicBezTo>
                    <a:pt x="36338" y="15811"/>
                    <a:pt x="35290" y="13430"/>
                    <a:pt x="33338" y="11716"/>
                  </a:cubicBezTo>
                  <a:cubicBezTo>
                    <a:pt x="31385" y="9954"/>
                    <a:pt x="28670" y="9096"/>
                    <a:pt x="25241" y="9096"/>
                  </a:cubicBezTo>
                  <a:cubicBezTo>
                    <a:pt x="20622" y="9096"/>
                    <a:pt x="17240" y="10668"/>
                    <a:pt x="15097" y="13811"/>
                  </a:cubicBezTo>
                  <a:cubicBezTo>
                    <a:pt x="12906" y="16954"/>
                    <a:pt x="11859" y="21384"/>
                    <a:pt x="11859" y="27099"/>
                  </a:cubicBezTo>
                  <a:cubicBezTo>
                    <a:pt x="11859" y="30813"/>
                    <a:pt x="12335" y="33957"/>
                    <a:pt x="13287" y="36624"/>
                  </a:cubicBezTo>
                  <a:cubicBezTo>
                    <a:pt x="14240" y="39243"/>
                    <a:pt x="15716" y="41291"/>
                    <a:pt x="17717" y="42672"/>
                  </a:cubicBezTo>
                  <a:cubicBezTo>
                    <a:pt x="19717" y="44053"/>
                    <a:pt x="22193" y="44767"/>
                    <a:pt x="25289" y="44767"/>
                  </a:cubicBezTo>
                  <a:cubicBezTo>
                    <a:pt x="28766" y="44767"/>
                    <a:pt x="31575" y="43863"/>
                    <a:pt x="33671" y="42005"/>
                  </a:cubicBezTo>
                  <a:cubicBezTo>
                    <a:pt x="35766" y="40148"/>
                    <a:pt x="36862" y="37481"/>
                    <a:pt x="37005" y="34004"/>
                  </a:cubicBezTo>
                  <a:lnTo>
                    <a:pt x="48292" y="34004"/>
                  </a:lnTo>
                  <a:cubicBezTo>
                    <a:pt x="48197" y="38338"/>
                    <a:pt x="47101" y="42005"/>
                    <a:pt x="45101" y="44958"/>
                  </a:cubicBezTo>
                  <a:cubicBezTo>
                    <a:pt x="43053" y="47911"/>
                    <a:pt x="40338" y="50149"/>
                    <a:pt x="36909" y="51625"/>
                  </a:cubicBezTo>
                  <a:cubicBezTo>
                    <a:pt x="33480" y="53102"/>
                    <a:pt x="29575" y="53864"/>
                    <a:pt x="25241" y="53864"/>
                  </a:cubicBezTo>
                  <a:close/>
                </a:path>
              </a:pathLst>
            </a:custGeom>
            <a:solidFill>
              <a:srgbClr val="FFFFFF"/>
            </a:solidFill>
            <a:ln w="4763" cap="flat">
              <a:noFill/>
              <a:prstDash val="solid"/>
              <a:miter/>
            </a:ln>
          </p:spPr>
          <p:txBody>
            <a:bodyPr rtlCol="0" anchor="ctr"/>
            <a:lstStyle/>
            <a:p>
              <a:endParaRPr lang="en-AU"/>
            </a:p>
          </p:txBody>
        </p:sp>
        <p:sp>
          <p:nvSpPr>
            <p:cNvPr id="23" name="Freeform: Shape 22">
              <a:extLst>
                <a:ext uri="{FF2B5EF4-FFF2-40B4-BE49-F238E27FC236}">
                  <a16:creationId xmlns:a16="http://schemas.microsoft.com/office/drawing/2014/main" id="{7E6C5C18-C08B-AF75-0EF0-852F27B1AAE5}"/>
                </a:ext>
              </a:extLst>
            </p:cNvPr>
            <p:cNvSpPr/>
            <p:nvPr/>
          </p:nvSpPr>
          <p:spPr>
            <a:xfrm>
              <a:off x="781431" y="668131"/>
              <a:ext cx="51006" cy="53959"/>
            </a:xfrm>
            <a:custGeom>
              <a:avLst/>
              <a:gdLst>
                <a:gd name="connsiteX0" fmla="*/ 25289 w 51006"/>
                <a:gd name="connsiteY0" fmla="*/ 53959 h 53959"/>
                <a:gd name="connsiteX1" fmla="*/ 11859 w 51006"/>
                <a:gd name="connsiteY1" fmla="*/ 50768 h 53959"/>
                <a:gd name="connsiteX2" fmla="*/ 3096 w 51006"/>
                <a:gd name="connsiteY2" fmla="*/ 41577 h 53959"/>
                <a:gd name="connsiteX3" fmla="*/ 0 w 51006"/>
                <a:gd name="connsiteY3" fmla="*/ 27146 h 53959"/>
                <a:gd name="connsiteX4" fmla="*/ 3096 w 51006"/>
                <a:gd name="connsiteY4" fmla="*/ 12478 h 53959"/>
                <a:gd name="connsiteX5" fmla="*/ 11859 w 51006"/>
                <a:gd name="connsiteY5" fmla="*/ 3191 h 53959"/>
                <a:gd name="connsiteX6" fmla="*/ 25289 w 51006"/>
                <a:gd name="connsiteY6" fmla="*/ 0 h 53959"/>
                <a:gd name="connsiteX7" fmla="*/ 39005 w 51006"/>
                <a:gd name="connsiteY7" fmla="*/ 3191 h 53959"/>
                <a:gd name="connsiteX8" fmla="*/ 47863 w 51006"/>
                <a:gd name="connsiteY8" fmla="*/ 12478 h 53959"/>
                <a:gd name="connsiteX9" fmla="*/ 51006 w 51006"/>
                <a:gd name="connsiteY9" fmla="*/ 27146 h 53959"/>
                <a:gd name="connsiteX10" fmla="*/ 47863 w 51006"/>
                <a:gd name="connsiteY10" fmla="*/ 41577 h 53959"/>
                <a:gd name="connsiteX11" fmla="*/ 39005 w 51006"/>
                <a:gd name="connsiteY11" fmla="*/ 50768 h 53959"/>
                <a:gd name="connsiteX12" fmla="*/ 25289 w 51006"/>
                <a:gd name="connsiteY12" fmla="*/ 53959 h 53959"/>
                <a:gd name="connsiteX13" fmla="*/ 25289 w 51006"/>
                <a:gd name="connsiteY13" fmla="*/ 45006 h 53959"/>
                <a:gd name="connsiteX14" fmla="*/ 33576 w 51006"/>
                <a:gd name="connsiteY14" fmla="*/ 42672 h 53959"/>
                <a:gd name="connsiteX15" fmla="*/ 37909 w 51006"/>
                <a:gd name="connsiteY15" fmla="*/ 36290 h 53959"/>
                <a:gd name="connsiteX16" fmla="*/ 39195 w 51006"/>
                <a:gd name="connsiteY16" fmla="*/ 27242 h 53959"/>
                <a:gd name="connsiteX17" fmla="*/ 37909 w 51006"/>
                <a:gd name="connsiteY17" fmla="*/ 18002 h 53959"/>
                <a:gd name="connsiteX18" fmla="*/ 33576 w 51006"/>
                <a:gd name="connsiteY18" fmla="*/ 11525 h 53959"/>
                <a:gd name="connsiteX19" fmla="*/ 25289 w 51006"/>
                <a:gd name="connsiteY19" fmla="*/ 9144 h 53959"/>
                <a:gd name="connsiteX20" fmla="*/ 17335 w 51006"/>
                <a:gd name="connsiteY20" fmla="*/ 11525 h 53959"/>
                <a:gd name="connsiteX21" fmla="*/ 13097 w 51006"/>
                <a:gd name="connsiteY21" fmla="*/ 18002 h 53959"/>
                <a:gd name="connsiteX22" fmla="*/ 11811 w 51006"/>
                <a:gd name="connsiteY22" fmla="*/ 27242 h 53959"/>
                <a:gd name="connsiteX23" fmla="*/ 13097 w 51006"/>
                <a:gd name="connsiteY23" fmla="*/ 36290 h 53959"/>
                <a:gd name="connsiteX24" fmla="*/ 17335 w 51006"/>
                <a:gd name="connsiteY24" fmla="*/ 42672 h 53959"/>
                <a:gd name="connsiteX25" fmla="*/ 25289 w 51006"/>
                <a:gd name="connsiteY25" fmla="*/ 45006 h 53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006" h="53959">
                  <a:moveTo>
                    <a:pt x="25289" y="53959"/>
                  </a:moveTo>
                  <a:cubicBezTo>
                    <a:pt x="20145" y="53959"/>
                    <a:pt x="15621" y="52911"/>
                    <a:pt x="11859" y="50768"/>
                  </a:cubicBezTo>
                  <a:cubicBezTo>
                    <a:pt x="8049" y="48673"/>
                    <a:pt x="5144" y="45577"/>
                    <a:pt x="3096" y="41577"/>
                  </a:cubicBezTo>
                  <a:cubicBezTo>
                    <a:pt x="1048" y="37576"/>
                    <a:pt x="0" y="32766"/>
                    <a:pt x="0" y="27146"/>
                  </a:cubicBezTo>
                  <a:cubicBezTo>
                    <a:pt x="0" y="21527"/>
                    <a:pt x="1048" y="16574"/>
                    <a:pt x="3096" y="12478"/>
                  </a:cubicBezTo>
                  <a:cubicBezTo>
                    <a:pt x="5144" y="8382"/>
                    <a:pt x="8049" y="5334"/>
                    <a:pt x="11859" y="3191"/>
                  </a:cubicBezTo>
                  <a:cubicBezTo>
                    <a:pt x="15669" y="1048"/>
                    <a:pt x="20145" y="0"/>
                    <a:pt x="25289" y="0"/>
                  </a:cubicBezTo>
                  <a:cubicBezTo>
                    <a:pt x="30432" y="0"/>
                    <a:pt x="35147" y="1048"/>
                    <a:pt x="39005" y="3191"/>
                  </a:cubicBezTo>
                  <a:cubicBezTo>
                    <a:pt x="42863" y="5334"/>
                    <a:pt x="45815" y="8430"/>
                    <a:pt x="47863" y="12478"/>
                  </a:cubicBezTo>
                  <a:cubicBezTo>
                    <a:pt x="49959" y="16526"/>
                    <a:pt x="51006" y="21431"/>
                    <a:pt x="51006" y="27146"/>
                  </a:cubicBezTo>
                  <a:cubicBezTo>
                    <a:pt x="51006" y="32861"/>
                    <a:pt x="49959" y="37529"/>
                    <a:pt x="47863" y="41577"/>
                  </a:cubicBezTo>
                  <a:cubicBezTo>
                    <a:pt x="45768" y="45577"/>
                    <a:pt x="42815" y="48673"/>
                    <a:pt x="39005" y="50768"/>
                  </a:cubicBezTo>
                  <a:cubicBezTo>
                    <a:pt x="35195" y="52911"/>
                    <a:pt x="30623" y="53959"/>
                    <a:pt x="25289" y="53959"/>
                  </a:cubicBezTo>
                  <a:close/>
                  <a:moveTo>
                    <a:pt x="25289" y="45006"/>
                  </a:moveTo>
                  <a:cubicBezTo>
                    <a:pt x="28765" y="45006"/>
                    <a:pt x="31528" y="44244"/>
                    <a:pt x="33576" y="42672"/>
                  </a:cubicBezTo>
                  <a:cubicBezTo>
                    <a:pt x="35623" y="41100"/>
                    <a:pt x="37052" y="38957"/>
                    <a:pt x="37909" y="36290"/>
                  </a:cubicBezTo>
                  <a:cubicBezTo>
                    <a:pt x="38767" y="33576"/>
                    <a:pt x="39195" y="30575"/>
                    <a:pt x="39195" y="27242"/>
                  </a:cubicBezTo>
                  <a:cubicBezTo>
                    <a:pt x="39195" y="23908"/>
                    <a:pt x="38767" y="20717"/>
                    <a:pt x="37909" y="18002"/>
                  </a:cubicBezTo>
                  <a:cubicBezTo>
                    <a:pt x="37052" y="15288"/>
                    <a:pt x="35623" y="13097"/>
                    <a:pt x="33576" y="11525"/>
                  </a:cubicBezTo>
                  <a:cubicBezTo>
                    <a:pt x="31528" y="9954"/>
                    <a:pt x="28765" y="9144"/>
                    <a:pt x="25289" y="9144"/>
                  </a:cubicBezTo>
                  <a:cubicBezTo>
                    <a:pt x="21812" y="9144"/>
                    <a:pt x="19288" y="9954"/>
                    <a:pt x="17335" y="11525"/>
                  </a:cubicBezTo>
                  <a:cubicBezTo>
                    <a:pt x="15383" y="13097"/>
                    <a:pt x="13954" y="15288"/>
                    <a:pt x="13097" y="18002"/>
                  </a:cubicBezTo>
                  <a:cubicBezTo>
                    <a:pt x="12240" y="20717"/>
                    <a:pt x="11811" y="23813"/>
                    <a:pt x="11811" y="27242"/>
                  </a:cubicBezTo>
                  <a:cubicBezTo>
                    <a:pt x="11811" y="30671"/>
                    <a:pt x="12240" y="33623"/>
                    <a:pt x="13097" y="36290"/>
                  </a:cubicBezTo>
                  <a:cubicBezTo>
                    <a:pt x="13954" y="38957"/>
                    <a:pt x="15383" y="41100"/>
                    <a:pt x="17335" y="42672"/>
                  </a:cubicBezTo>
                  <a:cubicBezTo>
                    <a:pt x="19288" y="44244"/>
                    <a:pt x="21955" y="45006"/>
                    <a:pt x="25289" y="45006"/>
                  </a:cubicBezTo>
                  <a:close/>
                </a:path>
              </a:pathLst>
            </a:custGeom>
            <a:solidFill>
              <a:srgbClr val="FFFFFF"/>
            </a:solidFill>
            <a:ln w="4763" cap="flat">
              <a:noFill/>
              <a:prstDash val="solid"/>
              <a:miter/>
            </a:ln>
          </p:spPr>
          <p:txBody>
            <a:bodyPr rtlCol="0" anchor="ctr"/>
            <a:lstStyle/>
            <a:p>
              <a:endParaRPr lang="en-AU"/>
            </a:p>
          </p:txBody>
        </p:sp>
        <p:sp>
          <p:nvSpPr>
            <p:cNvPr id="24" name="Freeform: Shape 23">
              <a:extLst>
                <a:ext uri="{FF2B5EF4-FFF2-40B4-BE49-F238E27FC236}">
                  <a16:creationId xmlns:a16="http://schemas.microsoft.com/office/drawing/2014/main" id="{E9E97FA4-7B0A-520A-3883-2A8D0D9FE99D}"/>
                </a:ext>
              </a:extLst>
            </p:cNvPr>
            <p:cNvSpPr/>
            <p:nvPr/>
          </p:nvSpPr>
          <p:spPr>
            <a:xfrm>
              <a:off x="845772" y="668321"/>
              <a:ext cx="79724" cy="52911"/>
            </a:xfrm>
            <a:custGeom>
              <a:avLst/>
              <a:gdLst>
                <a:gd name="connsiteX0" fmla="*/ 48 w 79724"/>
                <a:gd name="connsiteY0" fmla="*/ 52911 h 52911"/>
                <a:gd name="connsiteX1" fmla="*/ 48 w 79724"/>
                <a:gd name="connsiteY1" fmla="*/ 810 h 52911"/>
                <a:gd name="connsiteX2" fmla="*/ 11144 w 79724"/>
                <a:gd name="connsiteY2" fmla="*/ 810 h 52911"/>
                <a:gd name="connsiteX3" fmla="*/ 11430 w 79724"/>
                <a:gd name="connsiteY3" fmla="*/ 8715 h 52911"/>
                <a:gd name="connsiteX4" fmla="*/ 18336 w 79724"/>
                <a:gd name="connsiteY4" fmla="*/ 2762 h 52911"/>
                <a:gd name="connsiteX5" fmla="*/ 29432 w 79724"/>
                <a:gd name="connsiteY5" fmla="*/ 48 h 52911"/>
                <a:gd name="connsiteX6" fmla="*/ 41720 w 79724"/>
                <a:gd name="connsiteY6" fmla="*/ 5048 h 52911"/>
                <a:gd name="connsiteX7" fmla="*/ 45720 w 79724"/>
                <a:gd name="connsiteY7" fmla="*/ 19098 h 52911"/>
                <a:gd name="connsiteX8" fmla="*/ 45720 w 79724"/>
                <a:gd name="connsiteY8" fmla="*/ 52864 h 52911"/>
                <a:gd name="connsiteX9" fmla="*/ 34100 w 79724"/>
                <a:gd name="connsiteY9" fmla="*/ 52864 h 52911"/>
                <a:gd name="connsiteX10" fmla="*/ 34100 w 79724"/>
                <a:gd name="connsiteY10" fmla="*/ 20622 h 52911"/>
                <a:gd name="connsiteX11" fmla="*/ 33338 w 79724"/>
                <a:gd name="connsiteY11" fmla="*/ 14764 h 52911"/>
                <a:gd name="connsiteX12" fmla="*/ 30671 w 79724"/>
                <a:gd name="connsiteY12" fmla="*/ 10811 h 52911"/>
                <a:gd name="connsiteX13" fmla="*/ 25384 w 79724"/>
                <a:gd name="connsiteY13" fmla="*/ 9382 h 52911"/>
                <a:gd name="connsiteX14" fmla="*/ 17193 w 79724"/>
                <a:gd name="connsiteY14" fmla="*/ 11716 h 52911"/>
                <a:gd name="connsiteX15" fmla="*/ 11573 w 79724"/>
                <a:gd name="connsiteY15" fmla="*/ 17002 h 52911"/>
                <a:gd name="connsiteX16" fmla="*/ 11573 w 79724"/>
                <a:gd name="connsiteY16" fmla="*/ 52864 h 52911"/>
                <a:gd name="connsiteX17" fmla="*/ 0 w 79724"/>
                <a:gd name="connsiteY17" fmla="*/ 52864 h 52911"/>
                <a:gd name="connsiteX18" fmla="*/ 68199 w 79724"/>
                <a:gd name="connsiteY18" fmla="*/ 52911 h 52911"/>
                <a:gd name="connsiteX19" fmla="*/ 68199 w 79724"/>
                <a:gd name="connsiteY19" fmla="*/ 20669 h 52911"/>
                <a:gd name="connsiteX20" fmla="*/ 67437 w 79724"/>
                <a:gd name="connsiteY20" fmla="*/ 14811 h 52911"/>
                <a:gd name="connsiteX21" fmla="*/ 64770 w 79724"/>
                <a:gd name="connsiteY21" fmla="*/ 10858 h 52911"/>
                <a:gd name="connsiteX22" fmla="*/ 59484 w 79724"/>
                <a:gd name="connsiteY22" fmla="*/ 9430 h 52911"/>
                <a:gd name="connsiteX23" fmla="*/ 51292 w 79724"/>
                <a:gd name="connsiteY23" fmla="*/ 11668 h 52911"/>
                <a:gd name="connsiteX24" fmla="*/ 45529 w 79724"/>
                <a:gd name="connsiteY24" fmla="*/ 16812 h 52911"/>
                <a:gd name="connsiteX25" fmla="*/ 43958 w 79724"/>
                <a:gd name="connsiteY25" fmla="*/ 9096 h 52911"/>
                <a:gd name="connsiteX26" fmla="*/ 52006 w 79724"/>
                <a:gd name="connsiteY26" fmla="*/ 2810 h 52911"/>
                <a:gd name="connsiteX27" fmla="*/ 63484 w 79724"/>
                <a:gd name="connsiteY27" fmla="*/ 0 h 52911"/>
                <a:gd name="connsiteX28" fmla="*/ 75724 w 79724"/>
                <a:gd name="connsiteY28" fmla="*/ 5001 h 52911"/>
                <a:gd name="connsiteX29" fmla="*/ 79724 w 79724"/>
                <a:gd name="connsiteY29" fmla="*/ 19050 h 52911"/>
                <a:gd name="connsiteX30" fmla="*/ 79724 w 79724"/>
                <a:gd name="connsiteY30" fmla="*/ 52816 h 52911"/>
                <a:gd name="connsiteX31" fmla="*/ 68199 w 79724"/>
                <a:gd name="connsiteY31" fmla="*/ 52816 h 52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79724" h="52911">
                  <a:moveTo>
                    <a:pt x="48" y="52911"/>
                  </a:moveTo>
                  <a:lnTo>
                    <a:pt x="48" y="810"/>
                  </a:lnTo>
                  <a:lnTo>
                    <a:pt x="11144" y="810"/>
                  </a:lnTo>
                  <a:lnTo>
                    <a:pt x="11430" y="8715"/>
                  </a:lnTo>
                  <a:cubicBezTo>
                    <a:pt x="13049" y="6525"/>
                    <a:pt x="15383" y="4572"/>
                    <a:pt x="18336" y="2762"/>
                  </a:cubicBezTo>
                  <a:cubicBezTo>
                    <a:pt x="21288" y="952"/>
                    <a:pt x="25003" y="48"/>
                    <a:pt x="29432" y="48"/>
                  </a:cubicBezTo>
                  <a:cubicBezTo>
                    <a:pt x="34957" y="48"/>
                    <a:pt x="39052" y="1715"/>
                    <a:pt x="41720" y="5048"/>
                  </a:cubicBezTo>
                  <a:cubicBezTo>
                    <a:pt x="44387" y="8382"/>
                    <a:pt x="45720" y="13097"/>
                    <a:pt x="45720" y="19098"/>
                  </a:cubicBezTo>
                  <a:lnTo>
                    <a:pt x="45720" y="52864"/>
                  </a:lnTo>
                  <a:lnTo>
                    <a:pt x="34100" y="52864"/>
                  </a:lnTo>
                  <a:lnTo>
                    <a:pt x="34100" y="20622"/>
                  </a:lnTo>
                  <a:cubicBezTo>
                    <a:pt x="34100" y="18431"/>
                    <a:pt x="33861" y="16478"/>
                    <a:pt x="33338" y="14764"/>
                  </a:cubicBezTo>
                  <a:cubicBezTo>
                    <a:pt x="32814" y="13049"/>
                    <a:pt x="31909" y="11763"/>
                    <a:pt x="30671" y="10811"/>
                  </a:cubicBezTo>
                  <a:cubicBezTo>
                    <a:pt x="29385" y="9858"/>
                    <a:pt x="27670" y="9382"/>
                    <a:pt x="25384" y="9382"/>
                  </a:cubicBezTo>
                  <a:cubicBezTo>
                    <a:pt x="22193" y="9382"/>
                    <a:pt x="19431" y="10144"/>
                    <a:pt x="17193" y="11716"/>
                  </a:cubicBezTo>
                  <a:cubicBezTo>
                    <a:pt x="14954" y="13287"/>
                    <a:pt x="13097" y="15002"/>
                    <a:pt x="11573" y="17002"/>
                  </a:cubicBezTo>
                  <a:lnTo>
                    <a:pt x="11573" y="52864"/>
                  </a:lnTo>
                  <a:lnTo>
                    <a:pt x="0" y="52864"/>
                  </a:lnTo>
                  <a:close/>
                  <a:moveTo>
                    <a:pt x="68199" y="52911"/>
                  </a:moveTo>
                  <a:lnTo>
                    <a:pt x="68199" y="20669"/>
                  </a:lnTo>
                  <a:cubicBezTo>
                    <a:pt x="68199" y="18479"/>
                    <a:pt x="67961" y="16526"/>
                    <a:pt x="67437" y="14811"/>
                  </a:cubicBezTo>
                  <a:cubicBezTo>
                    <a:pt x="66913" y="13097"/>
                    <a:pt x="66008" y="11811"/>
                    <a:pt x="64770" y="10858"/>
                  </a:cubicBezTo>
                  <a:cubicBezTo>
                    <a:pt x="63484" y="9906"/>
                    <a:pt x="61770" y="9430"/>
                    <a:pt x="59484" y="9430"/>
                  </a:cubicBezTo>
                  <a:cubicBezTo>
                    <a:pt x="56293" y="9430"/>
                    <a:pt x="53531" y="10144"/>
                    <a:pt x="51292" y="11668"/>
                  </a:cubicBezTo>
                  <a:cubicBezTo>
                    <a:pt x="49054" y="13144"/>
                    <a:pt x="47101" y="14859"/>
                    <a:pt x="45529" y="16812"/>
                  </a:cubicBezTo>
                  <a:lnTo>
                    <a:pt x="43958" y="9096"/>
                  </a:lnTo>
                  <a:cubicBezTo>
                    <a:pt x="46101" y="6763"/>
                    <a:pt x="48768" y="4667"/>
                    <a:pt x="52006" y="2810"/>
                  </a:cubicBezTo>
                  <a:cubicBezTo>
                    <a:pt x="55245" y="952"/>
                    <a:pt x="59055" y="0"/>
                    <a:pt x="63484" y="0"/>
                  </a:cubicBezTo>
                  <a:cubicBezTo>
                    <a:pt x="68961" y="0"/>
                    <a:pt x="73057" y="1667"/>
                    <a:pt x="75724" y="5001"/>
                  </a:cubicBezTo>
                  <a:cubicBezTo>
                    <a:pt x="78391" y="8334"/>
                    <a:pt x="79724" y="13049"/>
                    <a:pt x="79724" y="19050"/>
                  </a:cubicBezTo>
                  <a:lnTo>
                    <a:pt x="79724" y="52816"/>
                  </a:lnTo>
                  <a:lnTo>
                    <a:pt x="68199" y="52816"/>
                  </a:lnTo>
                  <a:close/>
                </a:path>
              </a:pathLst>
            </a:custGeom>
            <a:solidFill>
              <a:srgbClr val="FFFFFF"/>
            </a:solidFill>
            <a:ln w="4763" cap="flat">
              <a:noFill/>
              <a:prstDash val="solid"/>
              <a:miter/>
            </a:ln>
          </p:spPr>
          <p:txBody>
            <a:bodyPr rtlCol="0" anchor="ctr"/>
            <a:lstStyle/>
            <a:p>
              <a:endParaRPr lang="en-AU"/>
            </a:p>
          </p:txBody>
        </p:sp>
      </p:grpSp>
      <p:sp>
        <p:nvSpPr>
          <p:cNvPr id="2" name="Picture Placeholder 2">
            <a:extLst>
              <a:ext uri="{FF2B5EF4-FFF2-40B4-BE49-F238E27FC236}">
                <a16:creationId xmlns:a16="http://schemas.microsoft.com/office/drawing/2014/main" id="{BA9682D5-0214-F16E-D9FB-8E89F0646C7D}"/>
              </a:ext>
            </a:extLst>
          </p:cNvPr>
          <p:cNvSpPr>
            <a:spLocks noGrp="1"/>
          </p:cNvSpPr>
          <p:nvPr>
            <p:ph type="pic" sz="quarter" idx="13" hasCustomPrompt="1"/>
          </p:nvPr>
        </p:nvSpPr>
        <p:spPr>
          <a:xfrm>
            <a:off x="1" y="703898"/>
            <a:ext cx="9146039" cy="2425381"/>
          </a:xfrm>
          <a:custGeom>
            <a:avLst/>
            <a:gdLst>
              <a:gd name="connsiteX0" fmla="*/ 0 w 9144000"/>
              <a:gd name="connsiteY0" fmla="*/ 0 h 2270297"/>
              <a:gd name="connsiteX1" fmla="*/ 9144000 w 9144000"/>
              <a:gd name="connsiteY1" fmla="*/ 0 h 2270297"/>
              <a:gd name="connsiteX2" fmla="*/ 9144000 w 9144000"/>
              <a:gd name="connsiteY2" fmla="*/ 2270297 h 2270297"/>
              <a:gd name="connsiteX3" fmla="*/ 0 w 9144000"/>
              <a:gd name="connsiteY3" fmla="*/ 2270297 h 2270297"/>
              <a:gd name="connsiteX4" fmla="*/ 0 w 9144000"/>
              <a:gd name="connsiteY4" fmla="*/ 0 h 2270297"/>
              <a:gd name="connsiteX0" fmla="*/ 0 w 9144000"/>
              <a:gd name="connsiteY0" fmla="*/ 5542 h 2275839"/>
              <a:gd name="connsiteX1" fmla="*/ 7642860 w 9144000"/>
              <a:gd name="connsiteY1" fmla="*/ 0 h 2275839"/>
              <a:gd name="connsiteX2" fmla="*/ 9144000 w 9144000"/>
              <a:gd name="connsiteY2" fmla="*/ 5542 h 2275839"/>
              <a:gd name="connsiteX3" fmla="*/ 9144000 w 9144000"/>
              <a:gd name="connsiteY3" fmla="*/ 2275839 h 2275839"/>
              <a:gd name="connsiteX4" fmla="*/ 0 w 9144000"/>
              <a:gd name="connsiteY4" fmla="*/ 2275839 h 2275839"/>
              <a:gd name="connsiteX5" fmla="*/ 0 w 9144000"/>
              <a:gd name="connsiteY5" fmla="*/ 5542 h 2275839"/>
              <a:gd name="connsiteX0" fmla="*/ 0 w 9144000"/>
              <a:gd name="connsiteY0" fmla="*/ 5542 h 2275839"/>
              <a:gd name="connsiteX1" fmla="*/ 7642860 w 9144000"/>
              <a:gd name="connsiteY1" fmla="*/ 0 h 2275839"/>
              <a:gd name="connsiteX2" fmla="*/ 8877300 w 9144000"/>
              <a:gd name="connsiteY2" fmla="*/ 0 h 2275839"/>
              <a:gd name="connsiteX3" fmla="*/ 9144000 w 9144000"/>
              <a:gd name="connsiteY3" fmla="*/ 5542 h 2275839"/>
              <a:gd name="connsiteX4" fmla="*/ 9144000 w 9144000"/>
              <a:gd name="connsiteY4" fmla="*/ 2275839 h 2275839"/>
              <a:gd name="connsiteX5" fmla="*/ 0 w 9144000"/>
              <a:gd name="connsiteY5" fmla="*/ 2275839 h 2275839"/>
              <a:gd name="connsiteX6" fmla="*/ 0 w 9144000"/>
              <a:gd name="connsiteY6" fmla="*/ 5542 h 2275839"/>
              <a:gd name="connsiteX0" fmla="*/ 0 w 9144000"/>
              <a:gd name="connsiteY0" fmla="*/ 13162 h 2283459"/>
              <a:gd name="connsiteX1" fmla="*/ 7642860 w 9144000"/>
              <a:gd name="connsiteY1" fmla="*/ 7620 h 2283459"/>
              <a:gd name="connsiteX2" fmla="*/ 8282940 w 9144000"/>
              <a:gd name="connsiteY2" fmla="*/ 0 h 2283459"/>
              <a:gd name="connsiteX3" fmla="*/ 8877300 w 9144000"/>
              <a:gd name="connsiteY3" fmla="*/ 7620 h 2283459"/>
              <a:gd name="connsiteX4" fmla="*/ 9144000 w 9144000"/>
              <a:gd name="connsiteY4" fmla="*/ 13162 h 2283459"/>
              <a:gd name="connsiteX5" fmla="*/ 9144000 w 9144000"/>
              <a:gd name="connsiteY5" fmla="*/ 2283459 h 2283459"/>
              <a:gd name="connsiteX6" fmla="*/ 0 w 9144000"/>
              <a:gd name="connsiteY6" fmla="*/ 2283459 h 2283459"/>
              <a:gd name="connsiteX7" fmla="*/ 0 w 9144000"/>
              <a:gd name="connsiteY7" fmla="*/ 13162 h 2283459"/>
              <a:gd name="connsiteX0" fmla="*/ 0 w 9144000"/>
              <a:gd name="connsiteY0" fmla="*/ 150322 h 2420619"/>
              <a:gd name="connsiteX1" fmla="*/ 7642860 w 9144000"/>
              <a:gd name="connsiteY1" fmla="*/ 144780 h 2420619"/>
              <a:gd name="connsiteX2" fmla="*/ 8260080 w 9144000"/>
              <a:gd name="connsiteY2" fmla="*/ 0 h 2420619"/>
              <a:gd name="connsiteX3" fmla="*/ 8877300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609523 w 9144000"/>
              <a:gd name="connsiteY1" fmla="*/ 140017 h 2420619"/>
              <a:gd name="connsiteX2" fmla="*/ 8260080 w 9144000"/>
              <a:gd name="connsiteY2" fmla="*/ 0 h 2420619"/>
              <a:gd name="connsiteX3" fmla="*/ 8877300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609523 w 9144000"/>
              <a:gd name="connsiteY1" fmla="*/ 140017 h 2420619"/>
              <a:gd name="connsiteX2" fmla="*/ 8260080 w 9144000"/>
              <a:gd name="connsiteY2" fmla="*/ 0 h 2420619"/>
              <a:gd name="connsiteX3" fmla="*/ 8893969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602379 w 9144000"/>
              <a:gd name="connsiteY1" fmla="*/ 147161 h 2420619"/>
              <a:gd name="connsiteX2" fmla="*/ 8260080 w 9144000"/>
              <a:gd name="connsiteY2" fmla="*/ 0 h 2420619"/>
              <a:gd name="connsiteX3" fmla="*/ 8893969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576185 w 9144000"/>
              <a:gd name="connsiteY1" fmla="*/ 144780 h 2420619"/>
              <a:gd name="connsiteX2" fmla="*/ 8260080 w 9144000"/>
              <a:gd name="connsiteY2" fmla="*/ 0 h 2420619"/>
              <a:gd name="connsiteX3" fmla="*/ 8893969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576185 w 9144000"/>
              <a:gd name="connsiteY1" fmla="*/ 144780 h 2420619"/>
              <a:gd name="connsiteX2" fmla="*/ 8260080 w 9144000"/>
              <a:gd name="connsiteY2" fmla="*/ 0 h 2420619"/>
              <a:gd name="connsiteX3" fmla="*/ 8893969 w 9144000"/>
              <a:gd name="connsiteY3" fmla="*/ 149543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576185 w 9144000"/>
              <a:gd name="connsiteY1" fmla="*/ 144780 h 2420619"/>
              <a:gd name="connsiteX2" fmla="*/ 8260080 w 9144000"/>
              <a:gd name="connsiteY2" fmla="*/ 0 h 2420619"/>
              <a:gd name="connsiteX3" fmla="*/ 8936831 w 9144000"/>
              <a:gd name="connsiteY3" fmla="*/ 151924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6381"/>
              <a:gd name="connsiteY0" fmla="*/ 150322 h 2420619"/>
              <a:gd name="connsiteX1" fmla="*/ 7576185 w 9146381"/>
              <a:gd name="connsiteY1" fmla="*/ 144780 h 2420619"/>
              <a:gd name="connsiteX2" fmla="*/ 8260080 w 9146381"/>
              <a:gd name="connsiteY2" fmla="*/ 0 h 2420619"/>
              <a:gd name="connsiteX3" fmla="*/ 8936831 w 9146381"/>
              <a:gd name="connsiteY3" fmla="*/ 151924 h 2420619"/>
              <a:gd name="connsiteX4" fmla="*/ 9146381 w 9146381"/>
              <a:gd name="connsiteY4" fmla="*/ 147941 h 2420619"/>
              <a:gd name="connsiteX5" fmla="*/ 9144000 w 9146381"/>
              <a:gd name="connsiteY5" fmla="*/ 2420619 h 2420619"/>
              <a:gd name="connsiteX6" fmla="*/ 0 w 9146381"/>
              <a:gd name="connsiteY6" fmla="*/ 2420619 h 2420619"/>
              <a:gd name="connsiteX7" fmla="*/ 0 w 9146381"/>
              <a:gd name="connsiteY7" fmla="*/ 150322 h 2420619"/>
              <a:gd name="connsiteX0" fmla="*/ 0 w 9146381"/>
              <a:gd name="connsiteY0" fmla="*/ 150322 h 2420619"/>
              <a:gd name="connsiteX1" fmla="*/ 7576185 w 9146381"/>
              <a:gd name="connsiteY1" fmla="*/ 144780 h 2420619"/>
              <a:gd name="connsiteX2" fmla="*/ 8260080 w 9146381"/>
              <a:gd name="connsiteY2" fmla="*/ 0 h 2420619"/>
              <a:gd name="connsiteX3" fmla="*/ 8936831 w 9146381"/>
              <a:gd name="connsiteY3" fmla="*/ 147162 h 2420619"/>
              <a:gd name="connsiteX4" fmla="*/ 9146381 w 9146381"/>
              <a:gd name="connsiteY4" fmla="*/ 147941 h 2420619"/>
              <a:gd name="connsiteX5" fmla="*/ 9144000 w 9146381"/>
              <a:gd name="connsiteY5" fmla="*/ 2420619 h 2420619"/>
              <a:gd name="connsiteX6" fmla="*/ 0 w 9146381"/>
              <a:gd name="connsiteY6" fmla="*/ 2420619 h 2420619"/>
              <a:gd name="connsiteX7" fmla="*/ 0 w 9146381"/>
              <a:gd name="connsiteY7" fmla="*/ 150322 h 2420619"/>
              <a:gd name="connsiteX0" fmla="*/ 0 w 9146381"/>
              <a:gd name="connsiteY0" fmla="*/ 150322 h 2420619"/>
              <a:gd name="connsiteX1" fmla="*/ 7566660 w 9146381"/>
              <a:gd name="connsiteY1" fmla="*/ 142399 h 2420619"/>
              <a:gd name="connsiteX2" fmla="*/ 8260080 w 9146381"/>
              <a:gd name="connsiteY2" fmla="*/ 0 h 2420619"/>
              <a:gd name="connsiteX3" fmla="*/ 8936831 w 9146381"/>
              <a:gd name="connsiteY3" fmla="*/ 147162 h 2420619"/>
              <a:gd name="connsiteX4" fmla="*/ 9146381 w 9146381"/>
              <a:gd name="connsiteY4" fmla="*/ 147941 h 2420619"/>
              <a:gd name="connsiteX5" fmla="*/ 9144000 w 9146381"/>
              <a:gd name="connsiteY5" fmla="*/ 2420619 h 2420619"/>
              <a:gd name="connsiteX6" fmla="*/ 0 w 9146381"/>
              <a:gd name="connsiteY6" fmla="*/ 2420619 h 2420619"/>
              <a:gd name="connsiteX7" fmla="*/ 0 w 9146381"/>
              <a:gd name="connsiteY7" fmla="*/ 150322 h 2420619"/>
              <a:gd name="connsiteX0" fmla="*/ 0 w 9146381"/>
              <a:gd name="connsiteY0" fmla="*/ 155084 h 2425381"/>
              <a:gd name="connsiteX1" fmla="*/ 7566660 w 9146381"/>
              <a:gd name="connsiteY1" fmla="*/ 147161 h 2425381"/>
              <a:gd name="connsiteX2" fmla="*/ 8250555 w 9146381"/>
              <a:gd name="connsiteY2" fmla="*/ 0 h 2425381"/>
              <a:gd name="connsiteX3" fmla="*/ 8936831 w 9146381"/>
              <a:gd name="connsiteY3" fmla="*/ 151924 h 2425381"/>
              <a:gd name="connsiteX4" fmla="*/ 9146381 w 9146381"/>
              <a:gd name="connsiteY4" fmla="*/ 152703 h 2425381"/>
              <a:gd name="connsiteX5" fmla="*/ 9144000 w 9146381"/>
              <a:gd name="connsiteY5" fmla="*/ 2425381 h 2425381"/>
              <a:gd name="connsiteX6" fmla="*/ 0 w 9146381"/>
              <a:gd name="connsiteY6" fmla="*/ 2425381 h 2425381"/>
              <a:gd name="connsiteX7" fmla="*/ 0 w 9146381"/>
              <a:gd name="connsiteY7" fmla="*/ 155084 h 2425381"/>
              <a:gd name="connsiteX0" fmla="*/ 0 w 9146381"/>
              <a:gd name="connsiteY0" fmla="*/ 142384 h 2425381"/>
              <a:gd name="connsiteX1" fmla="*/ 7566660 w 9146381"/>
              <a:gd name="connsiteY1" fmla="*/ 147161 h 2425381"/>
              <a:gd name="connsiteX2" fmla="*/ 8250555 w 9146381"/>
              <a:gd name="connsiteY2" fmla="*/ 0 h 2425381"/>
              <a:gd name="connsiteX3" fmla="*/ 8936831 w 9146381"/>
              <a:gd name="connsiteY3" fmla="*/ 151924 h 2425381"/>
              <a:gd name="connsiteX4" fmla="*/ 9146381 w 9146381"/>
              <a:gd name="connsiteY4" fmla="*/ 152703 h 2425381"/>
              <a:gd name="connsiteX5" fmla="*/ 9144000 w 9146381"/>
              <a:gd name="connsiteY5" fmla="*/ 2425381 h 2425381"/>
              <a:gd name="connsiteX6" fmla="*/ 0 w 9146381"/>
              <a:gd name="connsiteY6" fmla="*/ 2425381 h 2425381"/>
              <a:gd name="connsiteX7" fmla="*/ 0 w 9146381"/>
              <a:gd name="connsiteY7" fmla="*/ 142384 h 2425381"/>
              <a:gd name="connsiteX0" fmla="*/ 0 w 9144087"/>
              <a:gd name="connsiteY0" fmla="*/ 142384 h 2425381"/>
              <a:gd name="connsiteX1" fmla="*/ 7566660 w 9144087"/>
              <a:gd name="connsiteY1" fmla="*/ 147161 h 2425381"/>
              <a:gd name="connsiteX2" fmla="*/ 8250555 w 9144087"/>
              <a:gd name="connsiteY2" fmla="*/ 0 h 2425381"/>
              <a:gd name="connsiteX3" fmla="*/ 8936831 w 9144087"/>
              <a:gd name="connsiteY3" fmla="*/ 151924 h 2425381"/>
              <a:gd name="connsiteX4" fmla="*/ 9140666 w 9144087"/>
              <a:gd name="connsiteY4" fmla="*/ 152703 h 2425381"/>
              <a:gd name="connsiteX5" fmla="*/ 9144000 w 9144087"/>
              <a:gd name="connsiteY5" fmla="*/ 2425381 h 2425381"/>
              <a:gd name="connsiteX6" fmla="*/ 0 w 9144087"/>
              <a:gd name="connsiteY6" fmla="*/ 2425381 h 2425381"/>
              <a:gd name="connsiteX7" fmla="*/ 0 w 9144087"/>
              <a:gd name="connsiteY7" fmla="*/ 142384 h 2425381"/>
              <a:gd name="connsiteX0" fmla="*/ 0 w 9142229"/>
              <a:gd name="connsiteY0" fmla="*/ 142384 h 2425381"/>
              <a:gd name="connsiteX1" fmla="*/ 7566660 w 9142229"/>
              <a:gd name="connsiteY1" fmla="*/ 147161 h 2425381"/>
              <a:gd name="connsiteX2" fmla="*/ 8250555 w 9142229"/>
              <a:gd name="connsiteY2" fmla="*/ 0 h 2425381"/>
              <a:gd name="connsiteX3" fmla="*/ 8936831 w 9142229"/>
              <a:gd name="connsiteY3" fmla="*/ 151924 h 2425381"/>
              <a:gd name="connsiteX4" fmla="*/ 9140666 w 9142229"/>
              <a:gd name="connsiteY4" fmla="*/ 152703 h 2425381"/>
              <a:gd name="connsiteX5" fmla="*/ 9142095 w 9142229"/>
              <a:gd name="connsiteY5" fmla="*/ 2423476 h 2425381"/>
              <a:gd name="connsiteX6" fmla="*/ 0 w 9142229"/>
              <a:gd name="connsiteY6" fmla="*/ 2425381 h 2425381"/>
              <a:gd name="connsiteX7" fmla="*/ 0 w 9142229"/>
              <a:gd name="connsiteY7" fmla="*/ 142384 h 2425381"/>
              <a:gd name="connsiteX0" fmla="*/ 0 w 9142229"/>
              <a:gd name="connsiteY0" fmla="*/ 142384 h 2425381"/>
              <a:gd name="connsiteX1" fmla="*/ 7555230 w 9142229"/>
              <a:gd name="connsiteY1" fmla="*/ 150971 h 2425381"/>
              <a:gd name="connsiteX2" fmla="*/ 8250555 w 9142229"/>
              <a:gd name="connsiteY2" fmla="*/ 0 h 2425381"/>
              <a:gd name="connsiteX3" fmla="*/ 8936831 w 9142229"/>
              <a:gd name="connsiteY3" fmla="*/ 151924 h 2425381"/>
              <a:gd name="connsiteX4" fmla="*/ 9140666 w 9142229"/>
              <a:gd name="connsiteY4" fmla="*/ 152703 h 2425381"/>
              <a:gd name="connsiteX5" fmla="*/ 9142095 w 9142229"/>
              <a:gd name="connsiteY5" fmla="*/ 2423476 h 2425381"/>
              <a:gd name="connsiteX6" fmla="*/ 0 w 9142229"/>
              <a:gd name="connsiteY6" fmla="*/ 2425381 h 2425381"/>
              <a:gd name="connsiteX7" fmla="*/ 0 w 9142229"/>
              <a:gd name="connsiteY7" fmla="*/ 142384 h 2425381"/>
              <a:gd name="connsiteX0" fmla="*/ 0 w 9144476"/>
              <a:gd name="connsiteY0" fmla="*/ 142384 h 2425381"/>
              <a:gd name="connsiteX1" fmla="*/ 7555230 w 9144476"/>
              <a:gd name="connsiteY1" fmla="*/ 150971 h 2425381"/>
              <a:gd name="connsiteX2" fmla="*/ 8250555 w 9144476"/>
              <a:gd name="connsiteY2" fmla="*/ 0 h 2425381"/>
              <a:gd name="connsiteX3" fmla="*/ 8936831 w 9144476"/>
              <a:gd name="connsiteY3" fmla="*/ 151924 h 2425381"/>
              <a:gd name="connsiteX4" fmla="*/ 9144476 w 9144476"/>
              <a:gd name="connsiteY4" fmla="*/ 150798 h 2425381"/>
              <a:gd name="connsiteX5" fmla="*/ 9142095 w 9144476"/>
              <a:gd name="connsiteY5" fmla="*/ 2423476 h 2425381"/>
              <a:gd name="connsiteX6" fmla="*/ 0 w 9144476"/>
              <a:gd name="connsiteY6" fmla="*/ 2425381 h 2425381"/>
              <a:gd name="connsiteX7" fmla="*/ 0 w 9144476"/>
              <a:gd name="connsiteY7" fmla="*/ 142384 h 2425381"/>
              <a:gd name="connsiteX0" fmla="*/ 0 w 9147897"/>
              <a:gd name="connsiteY0" fmla="*/ 142384 h 2425381"/>
              <a:gd name="connsiteX1" fmla="*/ 7555230 w 9147897"/>
              <a:gd name="connsiteY1" fmla="*/ 150971 h 2425381"/>
              <a:gd name="connsiteX2" fmla="*/ 8250555 w 9147897"/>
              <a:gd name="connsiteY2" fmla="*/ 0 h 2425381"/>
              <a:gd name="connsiteX3" fmla="*/ 8936831 w 9147897"/>
              <a:gd name="connsiteY3" fmla="*/ 151924 h 2425381"/>
              <a:gd name="connsiteX4" fmla="*/ 9144476 w 9147897"/>
              <a:gd name="connsiteY4" fmla="*/ 150798 h 2425381"/>
              <a:gd name="connsiteX5" fmla="*/ 9147810 w 9147897"/>
              <a:gd name="connsiteY5" fmla="*/ 2423476 h 2425381"/>
              <a:gd name="connsiteX6" fmla="*/ 0 w 9147897"/>
              <a:gd name="connsiteY6" fmla="*/ 2425381 h 2425381"/>
              <a:gd name="connsiteX7" fmla="*/ 0 w 9147897"/>
              <a:gd name="connsiteY7" fmla="*/ 142384 h 2425381"/>
              <a:gd name="connsiteX0" fmla="*/ 0 w 9146039"/>
              <a:gd name="connsiteY0" fmla="*/ 142384 h 2425381"/>
              <a:gd name="connsiteX1" fmla="*/ 7555230 w 9146039"/>
              <a:gd name="connsiteY1" fmla="*/ 150971 h 2425381"/>
              <a:gd name="connsiteX2" fmla="*/ 8250555 w 9146039"/>
              <a:gd name="connsiteY2" fmla="*/ 0 h 2425381"/>
              <a:gd name="connsiteX3" fmla="*/ 8936831 w 9146039"/>
              <a:gd name="connsiteY3" fmla="*/ 151924 h 2425381"/>
              <a:gd name="connsiteX4" fmla="*/ 9144476 w 9146039"/>
              <a:gd name="connsiteY4" fmla="*/ 150798 h 2425381"/>
              <a:gd name="connsiteX5" fmla="*/ 9145905 w 9146039"/>
              <a:gd name="connsiteY5" fmla="*/ 2425381 h 2425381"/>
              <a:gd name="connsiteX6" fmla="*/ 0 w 9146039"/>
              <a:gd name="connsiteY6" fmla="*/ 2425381 h 2425381"/>
              <a:gd name="connsiteX7" fmla="*/ 0 w 9146039"/>
              <a:gd name="connsiteY7" fmla="*/ 142384 h 2425381"/>
              <a:gd name="connsiteX0" fmla="*/ 0 w 9146039"/>
              <a:gd name="connsiteY0" fmla="*/ 142384 h 2425381"/>
              <a:gd name="connsiteX1" fmla="*/ 7555230 w 9146039"/>
              <a:gd name="connsiteY1" fmla="*/ 150971 h 2425381"/>
              <a:gd name="connsiteX2" fmla="*/ 8250555 w 9146039"/>
              <a:gd name="connsiteY2" fmla="*/ 0 h 2425381"/>
              <a:gd name="connsiteX3" fmla="*/ 8936831 w 9146039"/>
              <a:gd name="connsiteY3" fmla="*/ 151924 h 2425381"/>
              <a:gd name="connsiteX4" fmla="*/ 9144476 w 9146039"/>
              <a:gd name="connsiteY4" fmla="*/ 150798 h 2425381"/>
              <a:gd name="connsiteX5" fmla="*/ 9145905 w 9146039"/>
              <a:gd name="connsiteY5" fmla="*/ 2423476 h 2425381"/>
              <a:gd name="connsiteX6" fmla="*/ 0 w 9146039"/>
              <a:gd name="connsiteY6" fmla="*/ 2425381 h 2425381"/>
              <a:gd name="connsiteX7" fmla="*/ 0 w 9146039"/>
              <a:gd name="connsiteY7" fmla="*/ 142384 h 2425381"/>
              <a:gd name="connsiteX0" fmla="*/ 0 w 9146039"/>
              <a:gd name="connsiteY0" fmla="*/ 142384 h 2425381"/>
              <a:gd name="connsiteX1" fmla="*/ 7551420 w 9146039"/>
              <a:gd name="connsiteY1" fmla="*/ 145256 h 2425381"/>
              <a:gd name="connsiteX2" fmla="*/ 8250555 w 9146039"/>
              <a:gd name="connsiteY2" fmla="*/ 0 h 2425381"/>
              <a:gd name="connsiteX3" fmla="*/ 8936831 w 9146039"/>
              <a:gd name="connsiteY3" fmla="*/ 151924 h 2425381"/>
              <a:gd name="connsiteX4" fmla="*/ 9144476 w 9146039"/>
              <a:gd name="connsiteY4" fmla="*/ 150798 h 2425381"/>
              <a:gd name="connsiteX5" fmla="*/ 9145905 w 9146039"/>
              <a:gd name="connsiteY5" fmla="*/ 2423476 h 2425381"/>
              <a:gd name="connsiteX6" fmla="*/ 0 w 9146039"/>
              <a:gd name="connsiteY6" fmla="*/ 2425381 h 2425381"/>
              <a:gd name="connsiteX7" fmla="*/ 0 w 9146039"/>
              <a:gd name="connsiteY7" fmla="*/ 142384 h 2425381"/>
              <a:gd name="connsiteX0" fmla="*/ 0 w 9146039"/>
              <a:gd name="connsiteY0" fmla="*/ 142384 h 2425381"/>
              <a:gd name="connsiteX1" fmla="*/ 7543800 w 9146039"/>
              <a:gd name="connsiteY1" fmla="*/ 150971 h 2425381"/>
              <a:gd name="connsiteX2" fmla="*/ 8250555 w 9146039"/>
              <a:gd name="connsiteY2" fmla="*/ 0 h 2425381"/>
              <a:gd name="connsiteX3" fmla="*/ 8936831 w 9146039"/>
              <a:gd name="connsiteY3" fmla="*/ 151924 h 2425381"/>
              <a:gd name="connsiteX4" fmla="*/ 9144476 w 9146039"/>
              <a:gd name="connsiteY4" fmla="*/ 150798 h 2425381"/>
              <a:gd name="connsiteX5" fmla="*/ 9145905 w 9146039"/>
              <a:gd name="connsiteY5" fmla="*/ 2423476 h 2425381"/>
              <a:gd name="connsiteX6" fmla="*/ 0 w 9146039"/>
              <a:gd name="connsiteY6" fmla="*/ 2425381 h 2425381"/>
              <a:gd name="connsiteX7" fmla="*/ 0 w 9146039"/>
              <a:gd name="connsiteY7" fmla="*/ 142384 h 2425381"/>
              <a:gd name="connsiteX0" fmla="*/ 0 w 9146039"/>
              <a:gd name="connsiteY0" fmla="*/ 142384 h 2425381"/>
              <a:gd name="connsiteX1" fmla="*/ 7547610 w 9146039"/>
              <a:gd name="connsiteY1" fmla="*/ 145256 h 2425381"/>
              <a:gd name="connsiteX2" fmla="*/ 8250555 w 9146039"/>
              <a:gd name="connsiteY2" fmla="*/ 0 h 2425381"/>
              <a:gd name="connsiteX3" fmla="*/ 8936831 w 9146039"/>
              <a:gd name="connsiteY3" fmla="*/ 151924 h 2425381"/>
              <a:gd name="connsiteX4" fmla="*/ 9144476 w 9146039"/>
              <a:gd name="connsiteY4" fmla="*/ 150798 h 2425381"/>
              <a:gd name="connsiteX5" fmla="*/ 9145905 w 9146039"/>
              <a:gd name="connsiteY5" fmla="*/ 2423476 h 2425381"/>
              <a:gd name="connsiteX6" fmla="*/ 0 w 9146039"/>
              <a:gd name="connsiteY6" fmla="*/ 2425381 h 2425381"/>
              <a:gd name="connsiteX7" fmla="*/ 0 w 9146039"/>
              <a:gd name="connsiteY7" fmla="*/ 142384 h 2425381"/>
              <a:gd name="connsiteX0" fmla="*/ 0 w 9146039"/>
              <a:gd name="connsiteY0" fmla="*/ 142384 h 2425381"/>
              <a:gd name="connsiteX1" fmla="*/ 7538085 w 9146039"/>
              <a:gd name="connsiteY1" fmla="*/ 149066 h 2425381"/>
              <a:gd name="connsiteX2" fmla="*/ 8250555 w 9146039"/>
              <a:gd name="connsiteY2" fmla="*/ 0 h 2425381"/>
              <a:gd name="connsiteX3" fmla="*/ 8936831 w 9146039"/>
              <a:gd name="connsiteY3" fmla="*/ 151924 h 2425381"/>
              <a:gd name="connsiteX4" fmla="*/ 9144476 w 9146039"/>
              <a:gd name="connsiteY4" fmla="*/ 150798 h 2425381"/>
              <a:gd name="connsiteX5" fmla="*/ 9145905 w 9146039"/>
              <a:gd name="connsiteY5" fmla="*/ 2423476 h 2425381"/>
              <a:gd name="connsiteX6" fmla="*/ 0 w 9146039"/>
              <a:gd name="connsiteY6" fmla="*/ 2425381 h 2425381"/>
              <a:gd name="connsiteX7" fmla="*/ 0 w 9146039"/>
              <a:gd name="connsiteY7" fmla="*/ 142384 h 242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6039" h="2425381">
                <a:moveTo>
                  <a:pt x="0" y="142384"/>
                </a:moveTo>
                <a:lnTo>
                  <a:pt x="7538085" y="149066"/>
                </a:lnTo>
                <a:lnTo>
                  <a:pt x="8250555" y="0"/>
                </a:lnTo>
                <a:lnTo>
                  <a:pt x="8936831" y="151924"/>
                </a:lnTo>
                <a:lnTo>
                  <a:pt x="9144476" y="150798"/>
                </a:lnTo>
                <a:cubicBezTo>
                  <a:pt x="9143682" y="908357"/>
                  <a:pt x="9146699" y="1665917"/>
                  <a:pt x="9145905" y="2423476"/>
                </a:cubicBezTo>
                <a:lnTo>
                  <a:pt x="0" y="2425381"/>
                </a:lnTo>
                <a:lnTo>
                  <a:pt x="0" y="142384"/>
                </a:lnTo>
                <a:close/>
              </a:path>
            </a:pathLst>
          </a:custGeom>
          <a:noFill/>
        </p:spPr>
        <p:txBody>
          <a:bodyPr anchor="ctr">
            <a:normAutofit/>
          </a:bodyPr>
          <a:lstStyle>
            <a:lvl1pPr marL="114300" indent="0" algn="ctr">
              <a:buNone/>
              <a:defRPr sz="1200">
                <a:solidFill>
                  <a:schemeClr val="bg1"/>
                </a:solidFill>
              </a:defRPr>
            </a:lvl1pPr>
          </a:lstStyle>
          <a:p>
            <a:r>
              <a:rPr lang="en-US" dirty="0"/>
              <a:t>Click here to add image</a:t>
            </a:r>
          </a:p>
        </p:txBody>
      </p:sp>
    </p:spTree>
    <p:extLst>
      <p:ext uri="{BB962C8B-B14F-4D97-AF65-F5344CB8AC3E}">
        <p14:creationId xmlns:p14="http://schemas.microsoft.com/office/powerpoint/2010/main" val="17520776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slide" preserve="1" userDrawn="1">
  <p:cSld name="1_Title slide">
    <p:bg>
      <p:bgPr>
        <a:solidFill>
          <a:schemeClr val="bg1"/>
        </a:solidFill>
        <a:effectLst/>
      </p:bgPr>
    </p:bg>
    <p:spTree>
      <p:nvGrpSpPr>
        <p:cNvPr id="1" name="Shape 9"/>
        <p:cNvGrpSpPr/>
        <p:nvPr/>
      </p:nvGrpSpPr>
      <p:grpSpPr>
        <a:xfrm>
          <a:off x="0" y="0"/>
          <a:ext cx="0" cy="0"/>
          <a:chOff x="0" y="0"/>
          <a:chExt cx="0" cy="0"/>
        </a:xfrm>
      </p:grpSpPr>
      <p:sp>
        <p:nvSpPr>
          <p:cNvPr id="3" name="Picture Placeholder 2">
            <a:extLst>
              <a:ext uri="{FF2B5EF4-FFF2-40B4-BE49-F238E27FC236}">
                <a16:creationId xmlns:a16="http://schemas.microsoft.com/office/drawing/2014/main" id="{8E170EA9-D2AF-9A09-EEFA-388294C307E3}"/>
              </a:ext>
            </a:extLst>
          </p:cNvPr>
          <p:cNvSpPr>
            <a:spLocks noGrp="1"/>
          </p:cNvSpPr>
          <p:nvPr>
            <p:ph type="pic" sz="quarter" idx="13" hasCustomPrompt="1"/>
          </p:nvPr>
        </p:nvSpPr>
        <p:spPr>
          <a:xfrm>
            <a:off x="0" y="701993"/>
            <a:ext cx="9147897" cy="4443413"/>
          </a:xfrm>
          <a:custGeom>
            <a:avLst/>
            <a:gdLst>
              <a:gd name="connsiteX0" fmla="*/ 0 w 9144000"/>
              <a:gd name="connsiteY0" fmla="*/ 0 h 2270297"/>
              <a:gd name="connsiteX1" fmla="*/ 9144000 w 9144000"/>
              <a:gd name="connsiteY1" fmla="*/ 0 h 2270297"/>
              <a:gd name="connsiteX2" fmla="*/ 9144000 w 9144000"/>
              <a:gd name="connsiteY2" fmla="*/ 2270297 h 2270297"/>
              <a:gd name="connsiteX3" fmla="*/ 0 w 9144000"/>
              <a:gd name="connsiteY3" fmla="*/ 2270297 h 2270297"/>
              <a:gd name="connsiteX4" fmla="*/ 0 w 9144000"/>
              <a:gd name="connsiteY4" fmla="*/ 0 h 2270297"/>
              <a:gd name="connsiteX0" fmla="*/ 0 w 9144000"/>
              <a:gd name="connsiteY0" fmla="*/ 5542 h 2275839"/>
              <a:gd name="connsiteX1" fmla="*/ 7642860 w 9144000"/>
              <a:gd name="connsiteY1" fmla="*/ 0 h 2275839"/>
              <a:gd name="connsiteX2" fmla="*/ 9144000 w 9144000"/>
              <a:gd name="connsiteY2" fmla="*/ 5542 h 2275839"/>
              <a:gd name="connsiteX3" fmla="*/ 9144000 w 9144000"/>
              <a:gd name="connsiteY3" fmla="*/ 2275839 h 2275839"/>
              <a:gd name="connsiteX4" fmla="*/ 0 w 9144000"/>
              <a:gd name="connsiteY4" fmla="*/ 2275839 h 2275839"/>
              <a:gd name="connsiteX5" fmla="*/ 0 w 9144000"/>
              <a:gd name="connsiteY5" fmla="*/ 5542 h 2275839"/>
              <a:gd name="connsiteX0" fmla="*/ 0 w 9144000"/>
              <a:gd name="connsiteY0" fmla="*/ 5542 h 2275839"/>
              <a:gd name="connsiteX1" fmla="*/ 7642860 w 9144000"/>
              <a:gd name="connsiteY1" fmla="*/ 0 h 2275839"/>
              <a:gd name="connsiteX2" fmla="*/ 8877300 w 9144000"/>
              <a:gd name="connsiteY2" fmla="*/ 0 h 2275839"/>
              <a:gd name="connsiteX3" fmla="*/ 9144000 w 9144000"/>
              <a:gd name="connsiteY3" fmla="*/ 5542 h 2275839"/>
              <a:gd name="connsiteX4" fmla="*/ 9144000 w 9144000"/>
              <a:gd name="connsiteY4" fmla="*/ 2275839 h 2275839"/>
              <a:gd name="connsiteX5" fmla="*/ 0 w 9144000"/>
              <a:gd name="connsiteY5" fmla="*/ 2275839 h 2275839"/>
              <a:gd name="connsiteX6" fmla="*/ 0 w 9144000"/>
              <a:gd name="connsiteY6" fmla="*/ 5542 h 2275839"/>
              <a:gd name="connsiteX0" fmla="*/ 0 w 9144000"/>
              <a:gd name="connsiteY0" fmla="*/ 13162 h 2283459"/>
              <a:gd name="connsiteX1" fmla="*/ 7642860 w 9144000"/>
              <a:gd name="connsiteY1" fmla="*/ 7620 h 2283459"/>
              <a:gd name="connsiteX2" fmla="*/ 8282940 w 9144000"/>
              <a:gd name="connsiteY2" fmla="*/ 0 h 2283459"/>
              <a:gd name="connsiteX3" fmla="*/ 8877300 w 9144000"/>
              <a:gd name="connsiteY3" fmla="*/ 7620 h 2283459"/>
              <a:gd name="connsiteX4" fmla="*/ 9144000 w 9144000"/>
              <a:gd name="connsiteY4" fmla="*/ 13162 h 2283459"/>
              <a:gd name="connsiteX5" fmla="*/ 9144000 w 9144000"/>
              <a:gd name="connsiteY5" fmla="*/ 2283459 h 2283459"/>
              <a:gd name="connsiteX6" fmla="*/ 0 w 9144000"/>
              <a:gd name="connsiteY6" fmla="*/ 2283459 h 2283459"/>
              <a:gd name="connsiteX7" fmla="*/ 0 w 9144000"/>
              <a:gd name="connsiteY7" fmla="*/ 13162 h 2283459"/>
              <a:gd name="connsiteX0" fmla="*/ 0 w 9144000"/>
              <a:gd name="connsiteY0" fmla="*/ 150322 h 2420619"/>
              <a:gd name="connsiteX1" fmla="*/ 7642860 w 9144000"/>
              <a:gd name="connsiteY1" fmla="*/ 144780 h 2420619"/>
              <a:gd name="connsiteX2" fmla="*/ 8260080 w 9144000"/>
              <a:gd name="connsiteY2" fmla="*/ 0 h 2420619"/>
              <a:gd name="connsiteX3" fmla="*/ 8877300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609523 w 9144000"/>
              <a:gd name="connsiteY1" fmla="*/ 140017 h 2420619"/>
              <a:gd name="connsiteX2" fmla="*/ 8260080 w 9144000"/>
              <a:gd name="connsiteY2" fmla="*/ 0 h 2420619"/>
              <a:gd name="connsiteX3" fmla="*/ 8877300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609523 w 9144000"/>
              <a:gd name="connsiteY1" fmla="*/ 140017 h 2420619"/>
              <a:gd name="connsiteX2" fmla="*/ 8260080 w 9144000"/>
              <a:gd name="connsiteY2" fmla="*/ 0 h 2420619"/>
              <a:gd name="connsiteX3" fmla="*/ 8893969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602379 w 9144000"/>
              <a:gd name="connsiteY1" fmla="*/ 147161 h 2420619"/>
              <a:gd name="connsiteX2" fmla="*/ 8260080 w 9144000"/>
              <a:gd name="connsiteY2" fmla="*/ 0 h 2420619"/>
              <a:gd name="connsiteX3" fmla="*/ 8893969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576185 w 9144000"/>
              <a:gd name="connsiteY1" fmla="*/ 144780 h 2420619"/>
              <a:gd name="connsiteX2" fmla="*/ 8260080 w 9144000"/>
              <a:gd name="connsiteY2" fmla="*/ 0 h 2420619"/>
              <a:gd name="connsiteX3" fmla="*/ 8893969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576185 w 9144000"/>
              <a:gd name="connsiteY1" fmla="*/ 144780 h 2420619"/>
              <a:gd name="connsiteX2" fmla="*/ 8260080 w 9144000"/>
              <a:gd name="connsiteY2" fmla="*/ 0 h 2420619"/>
              <a:gd name="connsiteX3" fmla="*/ 8893969 w 9144000"/>
              <a:gd name="connsiteY3" fmla="*/ 149543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576185 w 9144000"/>
              <a:gd name="connsiteY1" fmla="*/ 144780 h 2420619"/>
              <a:gd name="connsiteX2" fmla="*/ 8260080 w 9144000"/>
              <a:gd name="connsiteY2" fmla="*/ 0 h 2420619"/>
              <a:gd name="connsiteX3" fmla="*/ 8936831 w 9144000"/>
              <a:gd name="connsiteY3" fmla="*/ 151924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6381"/>
              <a:gd name="connsiteY0" fmla="*/ 150322 h 2420619"/>
              <a:gd name="connsiteX1" fmla="*/ 7576185 w 9146381"/>
              <a:gd name="connsiteY1" fmla="*/ 144780 h 2420619"/>
              <a:gd name="connsiteX2" fmla="*/ 8260080 w 9146381"/>
              <a:gd name="connsiteY2" fmla="*/ 0 h 2420619"/>
              <a:gd name="connsiteX3" fmla="*/ 8936831 w 9146381"/>
              <a:gd name="connsiteY3" fmla="*/ 151924 h 2420619"/>
              <a:gd name="connsiteX4" fmla="*/ 9146381 w 9146381"/>
              <a:gd name="connsiteY4" fmla="*/ 147941 h 2420619"/>
              <a:gd name="connsiteX5" fmla="*/ 9144000 w 9146381"/>
              <a:gd name="connsiteY5" fmla="*/ 2420619 h 2420619"/>
              <a:gd name="connsiteX6" fmla="*/ 0 w 9146381"/>
              <a:gd name="connsiteY6" fmla="*/ 2420619 h 2420619"/>
              <a:gd name="connsiteX7" fmla="*/ 0 w 9146381"/>
              <a:gd name="connsiteY7" fmla="*/ 150322 h 2420619"/>
              <a:gd name="connsiteX0" fmla="*/ 0 w 9146381"/>
              <a:gd name="connsiteY0" fmla="*/ 150322 h 2420619"/>
              <a:gd name="connsiteX1" fmla="*/ 7576185 w 9146381"/>
              <a:gd name="connsiteY1" fmla="*/ 144780 h 2420619"/>
              <a:gd name="connsiteX2" fmla="*/ 8260080 w 9146381"/>
              <a:gd name="connsiteY2" fmla="*/ 0 h 2420619"/>
              <a:gd name="connsiteX3" fmla="*/ 8936831 w 9146381"/>
              <a:gd name="connsiteY3" fmla="*/ 147162 h 2420619"/>
              <a:gd name="connsiteX4" fmla="*/ 9146381 w 9146381"/>
              <a:gd name="connsiteY4" fmla="*/ 147941 h 2420619"/>
              <a:gd name="connsiteX5" fmla="*/ 9144000 w 9146381"/>
              <a:gd name="connsiteY5" fmla="*/ 2420619 h 2420619"/>
              <a:gd name="connsiteX6" fmla="*/ 0 w 9146381"/>
              <a:gd name="connsiteY6" fmla="*/ 2420619 h 2420619"/>
              <a:gd name="connsiteX7" fmla="*/ 0 w 9146381"/>
              <a:gd name="connsiteY7" fmla="*/ 150322 h 2420619"/>
              <a:gd name="connsiteX0" fmla="*/ 0 w 9146381"/>
              <a:gd name="connsiteY0" fmla="*/ 150322 h 2420619"/>
              <a:gd name="connsiteX1" fmla="*/ 7566660 w 9146381"/>
              <a:gd name="connsiteY1" fmla="*/ 142399 h 2420619"/>
              <a:gd name="connsiteX2" fmla="*/ 8260080 w 9146381"/>
              <a:gd name="connsiteY2" fmla="*/ 0 h 2420619"/>
              <a:gd name="connsiteX3" fmla="*/ 8936831 w 9146381"/>
              <a:gd name="connsiteY3" fmla="*/ 147162 h 2420619"/>
              <a:gd name="connsiteX4" fmla="*/ 9146381 w 9146381"/>
              <a:gd name="connsiteY4" fmla="*/ 147941 h 2420619"/>
              <a:gd name="connsiteX5" fmla="*/ 9144000 w 9146381"/>
              <a:gd name="connsiteY5" fmla="*/ 2420619 h 2420619"/>
              <a:gd name="connsiteX6" fmla="*/ 0 w 9146381"/>
              <a:gd name="connsiteY6" fmla="*/ 2420619 h 2420619"/>
              <a:gd name="connsiteX7" fmla="*/ 0 w 9146381"/>
              <a:gd name="connsiteY7" fmla="*/ 150322 h 2420619"/>
              <a:gd name="connsiteX0" fmla="*/ 0 w 9146381"/>
              <a:gd name="connsiteY0" fmla="*/ 155084 h 2425381"/>
              <a:gd name="connsiteX1" fmla="*/ 7566660 w 9146381"/>
              <a:gd name="connsiteY1" fmla="*/ 147161 h 2425381"/>
              <a:gd name="connsiteX2" fmla="*/ 8250555 w 9146381"/>
              <a:gd name="connsiteY2" fmla="*/ 0 h 2425381"/>
              <a:gd name="connsiteX3" fmla="*/ 8936831 w 9146381"/>
              <a:gd name="connsiteY3" fmla="*/ 151924 h 2425381"/>
              <a:gd name="connsiteX4" fmla="*/ 9146381 w 9146381"/>
              <a:gd name="connsiteY4" fmla="*/ 152703 h 2425381"/>
              <a:gd name="connsiteX5" fmla="*/ 9144000 w 9146381"/>
              <a:gd name="connsiteY5" fmla="*/ 2425381 h 2425381"/>
              <a:gd name="connsiteX6" fmla="*/ 0 w 9146381"/>
              <a:gd name="connsiteY6" fmla="*/ 2425381 h 2425381"/>
              <a:gd name="connsiteX7" fmla="*/ 0 w 9146381"/>
              <a:gd name="connsiteY7" fmla="*/ 155084 h 2425381"/>
              <a:gd name="connsiteX0" fmla="*/ 0 w 9146381"/>
              <a:gd name="connsiteY0" fmla="*/ 82234 h 2425381"/>
              <a:gd name="connsiteX1" fmla="*/ 7566660 w 9146381"/>
              <a:gd name="connsiteY1" fmla="*/ 147161 h 2425381"/>
              <a:gd name="connsiteX2" fmla="*/ 8250555 w 9146381"/>
              <a:gd name="connsiteY2" fmla="*/ 0 h 2425381"/>
              <a:gd name="connsiteX3" fmla="*/ 8936831 w 9146381"/>
              <a:gd name="connsiteY3" fmla="*/ 151924 h 2425381"/>
              <a:gd name="connsiteX4" fmla="*/ 9146381 w 9146381"/>
              <a:gd name="connsiteY4" fmla="*/ 152703 h 2425381"/>
              <a:gd name="connsiteX5" fmla="*/ 9144000 w 9146381"/>
              <a:gd name="connsiteY5" fmla="*/ 2425381 h 2425381"/>
              <a:gd name="connsiteX6" fmla="*/ 0 w 9146381"/>
              <a:gd name="connsiteY6" fmla="*/ 2425381 h 2425381"/>
              <a:gd name="connsiteX7" fmla="*/ 0 w 9146381"/>
              <a:gd name="connsiteY7" fmla="*/ 82234 h 2425381"/>
              <a:gd name="connsiteX0" fmla="*/ 0 w 9146381"/>
              <a:gd name="connsiteY0" fmla="*/ 82234 h 2425381"/>
              <a:gd name="connsiteX1" fmla="*/ 7566660 w 9146381"/>
              <a:gd name="connsiteY1" fmla="*/ 147161 h 2425381"/>
              <a:gd name="connsiteX2" fmla="*/ 8250555 w 9146381"/>
              <a:gd name="connsiteY2" fmla="*/ 0 h 2425381"/>
              <a:gd name="connsiteX3" fmla="*/ 8936831 w 9146381"/>
              <a:gd name="connsiteY3" fmla="*/ 151924 h 2425381"/>
              <a:gd name="connsiteX4" fmla="*/ 9146381 w 9146381"/>
              <a:gd name="connsiteY4" fmla="*/ 79853 h 2425381"/>
              <a:gd name="connsiteX5" fmla="*/ 9144000 w 9146381"/>
              <a:gd name="connsiteY5" fmla="*/ 2425381 h 2425381"/>
              <a:gd name="connsiteX6" fmla="*/ 0 w 9146381"/>
              <a:gd name="connsiteY6" fmla="*/ 2425381 h 2425381"/>
              <a:gd name="connsiteX7" fmla="*/ 0 w 9146381"/>
              <a:gd name="connsiteY7" fmla="*/ 82234 h 2425381"/>
              <a:gd name="connsiteX0" fmla="*/ 0 w 9146381"/>
              <a:gd name="connsiteY0" fmla="*/ 82234 h 2425381"/>
              <a:gd name="connsiteX1" fmla="*/ 7566660 w 9146381"/>
              <a:gd name="connsiteY1" fmla="*/ 147161 h 2425381"/>
              <a:gd name="connsiteX2" fmla="*/ 8250555 w 9146381"/>
              <a:gd name="connsiteY2" fmla="*/ 0 h 2425381"/>
              <a:gd name="connsiteX3" fmla="*/ 8924131 w 9146381"/>
              <a:gd name="connsiteY3" fmla="*/ 86012 h 2425381"/>
              <a:gd name="connsiteX4" fmla="*/ 9146381 w 9146381"/>
              <a:gd name="connsiteY4" fmla="*/ 79853 h 2425381"/>
              <a:gd name="connsiteX5" fmla="*/ 9144000 w 9146381"/>
              <a:gd name="connsiteY5" fmla="*/ 2425381 h 2425381"/>
              <a:gd name="connsiteX6" fmla="*/ 0 w 9146381"/>
              <a:gd name="connsiteY6" fmla="*/ 2425381 h 2425381"/>
              <a:gd name="connsiteX7" fmla="*/ 0 w 9146381"/>
              <a:gd name="connsiteY7" fmla="*/ 82234 h 2425381"/>
              <a:gd name="connsiteX0" fmla="*/ 0 w 9146381"/>
              <a:gd name="connsiteY0" fmla="*/ 82234 h 2425381"/>
              <a:gd name="connsiteX1" fmla="*/ 7566660 w 9146381"/>
              <a:gd name="connsiteY1" fmla="*/ 74311 h 2425381"/>
              <a:gd name="connsiteX2" fmla="*/ 8250555 w 9146381"/>
              <a:gd name="connsiteY2" fmla="*/ 0 h 2425381"/>
              <a:gd name="connsiteX3" fmla="*/ 8924131 w 9146381"/>
              <a:gd name="connsiteY3" fmla="*/ 86012 h 2425381"/>
              <a:gd name="connsiteX4" fmla="*/ 9146381 w 9146381"/>
              <a:gd name="connsiteY4" fmla="*/ 79853 h 2425381"/>
              <a:gd name="connsiteX5" fmla="*/ 9144000 w 9146381"/>
              <a:gd name="connsiteY5" fmla="*/ 2425381 h 2425381"/>
              <a:gd name="connsiteX6" fmla="*/ 0 w 9146381"/>
              <a:gd name="connsiteY6" fmla="*/ 2425381 h 2425381"/>
              <a:gd name="connsiteX7" fmla="*/ 0 w 9146381"/>
              <a:gd name="connsiteY7" fmla="*/ 82234 h 2425381"/>
              <a:gd name="connsiteX0" fmla="*/ 0 w 9146381"/>
              <a:gd name="connsiteY0" fmla="*/ 82234 h 2425381"/>
              <a:gd name="connsiteX1" fmla="*/ 7566660 w 9146381"/>
              <a:gd name="connsiteY1" fmla="*/ 74311 h 2425381"/>
              <a:gd name="connsiteX2" fmla="*/ 8250555 w 9146381"/>
              <a:gd name="connsiteY2" fmla="*/ 0 h 2425381"/>
              <a:gd name="connsiteX3" fmla="*/ 8927306 w 9146381"/>
              <a:gd name="connsiteY3" fmla="*/ 80808 h 2425381"/>
              <a:gd name="connsiteX4" fmla="*/ 9146381 w 9146381"/>
              <a:gd name="connsiteY4" fmla="*/ 79853 h 2425381"/>
              <a:gd name="connsiteX5" fmla="*/ 9144000 w 9146381"/>
              <a:gd name="connsiteY5" fmla="*/ 2425381 h 2425381"/>
              <a:gd name="connsiteX6" fmla="*/ 0 w 9146381"/>
              <a:gd name="connsiteY6" fmla="*/ 2425381 h 2425381"/>
              <a:gd name="connsiteX7" fmla="*/ 0 w 9146381"/>
              <a:gd name="connsiteY7" fmla="*/ 82234 h 2425381"/>
              <a:gd name="connsiteX0" fmla="*/ 0 w 9146381"/>
              <a:gd name="connsiteY0" fmla="*/ 82234 h 2425381"/>
              <a:gd name="connsiteX1" fmla="*/ 7566660 w 9146381"/>
              <a:gd name="connsiteY1" fmla="*/ 74311 h 2425381"/>
              <a:gd name="connsiteX2" fmla="*/ 8250555 w 9146381"/>
              <a:gd name="connsiteY2" fmla="*/ 0 h 2425381"/>
              <a:gd name="connsiteX3" fmla="*/ 8927306 w 9146381"/>
              <a:gd name="connsiteY3" fmla="*/ 80808 h 2425381"/>
              <a:gd name="connsiteX4" fmla="*/ 9146381 w 9146381"/>
              <a:gd name="connsiteY4" fmla="*/ 85057 h 2425381"/>
              <a:gd name="connsiteX5" fmla="*/ 9144000 w 9146381"/>
              <a:gd name="connsiteY5" fmla="*/ 2425381 h 2425381"/>
              <a:gd name="connsiteX6" fmla="*/ 0 w 9146381"/>
              <a:gd name="connsiteY6" fmla="*/ 2425381 h 2425381"/>
              <a:gd name="connsiteX7" fmla="*/ 0 w 9146381"/>
              <a:gd name="connsiteY7" fmla="*/ 82234 h 2425381"/>
              <a:gd name="connsiteX0" fmla="*/ 0 w 9146381"/>
              <a:gd name="connsiteY0" fmla="*/ 82234 h 2425381"/>
              <a:gd name="connsiteX1" fmla="*/ 7566660 w 9146381"/>
              <a:gd name="connsiteY1" fmla="*/ 74311 h 2425381"/>
              <a:gd name="connsiteX2" fmla="*/ 8250555 w 9146381"/>
              <a:gd name="connsiteY2" fmla="*/ 0 h 2425381"/>
              <a:gd name="connsiteX3" fmla="*/ 8927306 w 9146381"/>
              <a:gd name="connsiteY3" fmla="*/ 80808 h 2425381"/>
              <a:gd name="connsiteX4" fmla="*/ 9146381 w 9146381"/>
              <a:gd name="connsiteY4" fmla="*/ 79854 h 2425381"/>
              <a:gd name="connsiteX5" fmla="*/ 9144000 w 9146381"/>
              <a:gd name="connsiteY5" fmla="*/ 2425381 h 2425381"/>
              <a:gd name="connsiteX6" fmla="*/ 0 w 9146381"/>
              <a:gd name="connsiteY6" fmla="*/ 2425381 h 2425381"/>
              <a:gd name="connsiteX7" fmla="*/ 0 w 9146381"/>
              <a:gd name="connsiteY7" fmla="*/ 82234 h 2425381"/>
              <a:gd name="connsiteX0" fmla="*/ 0 w 9146381"/>
              <a:gd name="connsiteY0" fmla="*/ 82234 h 2425381"/>
              <a:gd name="connsiteX1" fmla="*/ 7566660 w 9146381"/>
              <a:gd name="connsiteY1" fmla="*/ 74311 h 2425381"/>
              <a:gd name="connsiteX2" fmla="*/ 8250555 w 9146381"/>
              <a:gd name="connsiteY2" fmla="*/ 0 h 2425381"/>
              <a:gd name="connsiteX3" fmla="*/ 8933021 w 9146381"/>
              <a:gd name="connsiteY3" fmla="*/ 81849 h 2425381"/>
              <a:gd name="connsiteX4" fmla="*/ 9146381 w 9146381"/>
              <a:gd name="connsiteY4" fmla="*/ 79854 h 2425381"/>
              <a:gd name="connsiteX5" fmla="*/ 9144000 w 9146381"/>
              <a:gd name="connsiteY5" fmla="*/ 2425381 h 2425381"/>
              <a:gd name="connsiteX6" fmla="*/ 0 w 9146381"/>
              <a:gd name="connsiteY6" fmla="*/ 2425381 h 2425381"/>
              <a:gd name="connsiteX7" fmla="*/ 0 w 9146381"/>
              <a:gd name="connsiteY7" fmla="*/ 82234 h 2425381"/>
              <a:gd name="connsiteX0" fmla="*/ 0 w 9144134"/>
              <a:gd name="connsiteY0" fmla="*/ 82234 h 2425381"/>
              <a:gd name="connsiteX1" fmla="*/ 7566660 w 9144134"/>
              <a:gd name="connsiteY1" fmla="*/ 74311 h 2425381"/>
              <a:gd name="connsiteX2" fmla="*/ 8250555 w 9144134"/>
              <a:gd name="connsiteY2" fmla="*/ 0 h 2425381"/>
              <a:gd name="connsiteX3" fmla="*/ 8933021 w 9144134"/>
              <a:gd name="connsiteY3" fmla="*/ 81849 h 2425381"/>
              <a:gd name="connsiteX4" fmla="*/ 9142571 w 9144134"/>
              <a:gd name="connsiteY4" fmla="*/ 81936 h 2425381"/>
              <a:gd name="connsiteX5" fmla="*/ 9144000 w 9144134"/>
              <a:gd name="connsiteY5" fmla="*/ 2425381 h 2425381"/>
              <a:gd name="connsiteX6" fmla="*/ 0 w 9144134"/>
              <a:gd name="connsiteY6" fmla="*/ 2425381 h 2425381"/>
              <a:gd name="connsiteX7" fmla="*/ 0 w 9144134"/>
              <a:gd name="connsiteY7" fmla="*/ 82234 h 2425381"/>
              <a:gd name="connsiteX0" fmla="*/ 0 w 9144476"/>
              <a:gd name="connsiteY0" fmla="*/ 82234 h 2425381"/>
              <a:gd name="connsiteX1" fmla="*/ 7566660 w 9144476"/>
              <a:gd name="connsiteY1" fmla="*/ 74311 h 2425381"/>
              <a:gd name="connsiteX2" fmla="*/ 8250555 w 9144476"/>
              <a:gd name="connsiteY2" fmla="*/ 0 h 2425381"/>
              <a:gd name="connsiteX3" fmla="*/ 8933021 w 9144476"/>
              <a:gd name="connsiteY3" fmla="*/ 81849 h 2425381"/>
              <a:gd name="connsiteX4" fmla="*/ 9144476 w 9144476"/>
              <a:gd name="connsiteY4" fmla="*/ 79855 h 2425381"/>
              <a:gd name="connsiteX5" fmla="*/ 9144000 w 9144476"/>
              <a:gd name="connsiteY5" fmla="*/ 2425381 h 2425381"/>
              <a:gd name="connsiteX6" fmla="*/ 0 w 9144476"/>
              <a:gd name="connsiteY6" fmla="*/ 2425381 h 2425381"/>
              <a:gd name="connsiteX7" fmla="*/ 0 w 9144476"/>
              <a:gd name="connsiteY7" fmla="*/ 82234 h 2425381"/>
              <a:gd name="connsiteX0" fmla="*/ 0 w 9144476"/>
              <a:gd name="connsiteY0" fmla="*/ 82234 h 2425381"/>
              <a:gd name="connsiteX1" fmla="*/ 7553325 w 9144476"/>
              <a:gd name="connsiteY1" fmla="*/ 83678 h 2425381"/>
              <a:gd name="connsiteX2" fmla="*/ 8250555 w 9144476"/>
              <a:gd name="connsiteY2" fmla="*/ 0 h 2425381"/>
              <a:gd name="connsiteX3" fmla="*/ 8933021 w 9144476"/>
              <a:gd name="connsiteY3" fmla="*/ 81849 h 2425381"/>
              <a:gd name="connsiteX4" fmla="*/ 9144476 w 9144476"/>
              <a:gd name="connsiteY4" fmla="*/ 79855 h 2425381"/>
              <a:gd name="connsiteX5" fmla="*/ 9144000 w 9144476"/>
              <a:gd name="connsiteY5" fmla="*/ 2425381 h 2425381"/>
              <a:gd name="connsiteX6" fmla="*/ 0 w 9144476"/>
              <a:gd name="connsiteY6" fmla="*/ 2425381 h 2425381"/>
              <a:gd name="connsiteX7" fmla="*/ 0 w 9144476"/>
              <a:gd name="connsiteY7" fmla="*/ 82234 h 2425381"/>
              <a:gd name="connsiteX0" fmla="*/ 0 w 9144476"/>
              <a:gd name="connsiteY0" fmla="*/ 82234 h 2425381"/>
              <a:gd name="connsiteX1" fmla="*/ 7553325 w 9144476"/>
              <a:gd name="connsiteY1" fmla="*/ 80556 h 2425381"/>
              <a:gd name="connsiteX2" fmla="*/ 8250555 w 9144476"/>
              <a:gd name="connsiteY2" fmla="*/ 0 h 2425381"/>
              <a:gd name="connsiteX3" fmla="*/ 8933021 w 9144476"/>
              <a:gd name="connsiteY3" fmla="*/ 81849 h 2425381"/>
              <a:gd name="connsiteX4" fmla="*/ 9144476 w 9144476"/>
              <a:gd name="connsiteY4" fmla="*/ 79855 h 2425381"/>
              <a:gd name="connsiteX5" fmla="*/ 9144000 w 9144476"/>
              <a:gd name="connsiteY5" fmla="*/ 2425381 h 2425381"/>
              <a:gd name="connsiteX6" fmla="*/ 0 w 9144476"/>
              <a:gd name="connsiteY6" fmla="*/ 2425381 h 2425381"/>
              <a:gd name="connsiteX7" fmla="*/ 0 w 9144476"/>
              <a:gd name="connsiteY7" fmla="*/ 82234 h 2425381"/>
              <a:gd name="connsiteX0" fmla="*/ 0 w 9144476"/>
              <a:gd name="connsiteY0" fmla="*/ 82234 h 2425381"/>
              <a:gd name="connsiteX1" fmla="*/ 7553325 w 9144476"/>
              <a:gd name="connsiteY1" fmla="*/ 80556 h 2425381"/>
              <a:gd name="connsiteX2" fmla="*/ 8244840 w 9144476"/>
              <a:gd name="connsiteY2" fmla="*/ 0 h 2425381"/>
              <a:gd name="connsiteX3" fmla="*/ 8933021 w 9144476"/>
              <a:gd name="connsiteY3" fmla="*/ 81849 h 2425381"/>
              <a:gd name="connsiteX4" fmla="*/ 9144476 w 9144476"/>
              <a:gd name="connsiteY4" fmla="*/ 79855 h 2425381"/>
              <a:gd name="connsiteX5" fmla="*/ 9144000 w 9144476"/>
              <a:gd name="connsiteY5" fmla="*/ 2425381 h 2425381"/>
              <a:gd name="connsiteX6" fmla="*/ 0 w 9144476"/>
              <a:gd name="connsiteY6" fmla="*/ 2425381 h 2425381"/>
              <a:gd name="connsiteX7" fmla="*/ 0 w 9144476"/>
              <a:gd name="connsiteY7" fmla="*/ 82234 h 2425381"/>
              <a:gd name="connsiteX0" fmla="*/ 0 w 9144476"/>
              <a:gd name="connsiteY0" fmla="*/ 82234 h 2425381"/>
              <a:gd name="connsiteX1" fmla="*/ 7555230 w 9144476"/>
              <a:gd name="connsiteY1" fmla="*/ 81597 h 2425381"/>
              <a:gd name="connsiteX2" fmla="*/ 8244840 w 9144476"/>
              <a:gd name="connsiteY2" fmla="*/ 0 h 2425381"/>
              <a:gd name="connsiteX3" fmla="*/ 8933021 w 9144476"/>
              <a:gd name="connsiteY3" fmla="*/ 81849 h 2425381"/>
              <a:gd name="connsiteX4" fmla="*/ 9144476 w 9144476"/>
              <a:gd name="connsiteY4" fmla="*/ 79855 h 2425381"/>
              <a:gd name="connsiteX5" fmla="*/ 9144000 w 9144476"/>
              <a:gd name="connsiteY5" fmla="*/ 2425381 h 2425381"/>
              <a:gd name="connsiteX6" fmla="*/ 0 w 9144476"/>
              <a:gd name="connsiteY6" fmla="*/ 2425381 h 2425381"/>
              <a:gd name="connsiteX7" fmla="*/ 0 w 9144476"/>
              <a:gd name="connsiteY7" fmla="*/ 82234 h 2425381"/>
              <a:gd name="connsiteX0" fmla="*/ 0 w 9147897"/>
              <a:gd name="connsiteY0" fmla="*/ 82234 h 2426422"/>
              <a:gd name="connsiteX1" fmla="*/ 7555230 w 9147897"/>
              <a:gd name="connsiteY1" fmla="*/ 81597 h 2426422"/>
              <a:gd name="connsiteX2" fmla="*/ 8244840 w 9147897"/>
              <a:gd name="connsiteY2" fmla="*/ 0 h 2426422"/>
              <a:gd name="connsiteX3" fmla="*/ 8933021 w 9147897"/>
              <a:gd name="connsiteY3" fmla="*/ 81849 h 2426422"/>
              <a:gd name="connsiteX4" fmla="*/ 9144476 w 9147897"/>
              <a:gd name="connsiteY4" fmla="*/ 79855 h 2426422"/>
              <a:gd name="connsiteX5" fmla="*/ 9147810 w 9147897"/>
              <a:gd name="connsiteY5" fmla="*/ 2426422 h 2426422"/>
              <a:gd name="connsiteX6" fmla="*/ 0 w 9147897"/>
              <a:gd name="connsiteY6" fmla="*/ 2425381 h 2426422"/>
              <a:gd name="connsiteX7" fmla="*/ 0 w 9147897"/>
              <a:gd name="connsiteY7" fmla="*/ 82234 h 2426422"/>
              <a:gd name="connsiteX0" fmla="*/ 0 w 9147897"/>
              <a:gd name="connsiteY0" fmla="*/ 86397 h 2430585"/>
              <a:gd name="connsiteX1" fmla="*/ 7555230 w 9147897"/>
              <a:gd name="connsiteY1" fmla="*/ 85760 h 2430585"/>
              <a:gd name="connsiteX2" fmla="*/ 8246745 w 9147897"/>
              <a:gd name="connsiteY2" fmla="*/ 0 h 2430585"/>
              <a:gd name="connsiteX3" fmla="*/ 8933021 w 9147897"/>
              <a:gd name="connsiteY3" fmla="*/ 86012 h 2430585"/>
              <a:gd name="connsiteX4" fmla="*/ 9144476 w 9147897"/>
              <a:gd name="connsiteY4" fmla="*/ 84018 h 2430585"/>
              <a:gd name="connsiteX5" fmla="*/ 9147810 w 9147897"/>
              <a:gd name="connsiteY5" fmla="*/ 2430585 h 2430585"/>
              <a:gd name="connsiteX6" fmla="*/ 0 w 9147897"/>
              <a:gd name="connsiteY6" fmla="*/ 2429544 h 2430585"/>
              <a:gd name="connsiteX7" fmla="*/ 0 w 9147897"/>
              <a:gd name="connsiteY7" fmla="*/ 86397 h 2430585"/>
              <a:gd name="connsiteX0" fmla="*/ 0 w 9147897"/>
              <a:gd name="connsiteY0" fmla="*/ 86397 h 2430585"/>
              <a:gd name="connsiteX1" fmla="*/ 7551420 w 9147897"/>
              <a:gd name="connsiteY1" fmla="*/ 83679 h 2430585"/>
              <a:gd name="connsiteX2" fmla="*/ 8246745 w 9147897"/>
              <a:gd name="connsiteY2" fmla="*/ 0 h 2430585"/>
              <a:gd name="connsiteX3" fmla="*/ 8933021 w 9147897"/>
              <a:gd name="connsiteY3" fmla="*/ 86012 h 2430585"/>
              <a:gd name="connsiteX4" fmla="*/ 9144476 w 9147897"/>
              <a:gd name="connsiteY4" fmla="*/ 84018 h 2430585"/>
              <a:gd name="connsiteX5" fmla="*/ 9147810 w 9147897"/>
              <a:gd name="connsiteY5" fmla="*/ 2430585 h 2430585"/>
              <a:gd name="connsiteX6" fmla="*/ 0 w 9147897"/>
              <a:gd name="connsiteY6" fmla="*/ 2429544 h 2430585"/>
              <a:gd name="connsiteX7" fmla="*/ 0 w 9147897"/>
              <a:gd name="connsiteY7" fmla="*/ 86397 h 2430585"/>
              <a:gd name="connsiteX0" fmla="*/ 0 w 9147897"/>
              <a:gd name="connsiteY0" fmla="*/ 86397 h 2430585"/>
              <a:gd name="connsiteX1" fmla="*/ 7547610 w 9147897"/>
              <a:gd name="connsiteY1" fmla="*/ 87842 h 2430585"/>
              <a:gd name="connsiteX2" fmla="*/ 8246745 w 9147897"/>
              <a:gd name="connsiteY2" fmla="*/ 0 h 2430585"/>
              <a:gd name="connsiteX3" fmla="*/ 8933021 w 9147897"/>
              <a:gd name="connsiteY3" fmla="*/ 86012 h 2430585"/>
              <a:gd name="connsiteX4" fmla="*/ 9144476 w 9147897"/>
              <a:gd name="connsiteY4" fmla="*/ 84018 h 2430585"/>
              <a:gd name="connsiteX5" fmla="*/ 9147810 w 9147897"/>
              <a:gd name="connsiteY5" fmla="*/ 2430585 h 2430585"/>
              <a:gd name="connsiteX6" fmla="*/ 0 w 9147897"/>
              <a:gd name="connsiteY6" fmla="*/ 2429544 h 2430585"/>
              <a:gd name="connsiteX7" fmla="*/ 0 w 9147897"/>
              <a:gd name="connsiteY7" fmla="*/ 86397 h 2430585"/>
              <a:gd name="connsiteX0" fmla="*/ 0 w 9147897"/>
              <a:gd name="connsiteY0" fmla="*/ 86397 h 2430585"/>
              <a:gd name="connsiteX1" fmla="*/ 7547610 w 9147897"/>
              <a:gd name="connsiteY1" fmla="*/ 84720 h 2430585"/>
              <a:gd name="connsiteX2" fmla="*/ 8246745 w 9147897"/>
              <a:gd name="connsiteY2" fmla="*/ 0 h 2430585"/>
              <a:gd name="connsiteX3" fmla="*/ 8933021 w 9147897"/>
              <a:gd name="connsiteY3" fmla="*/ 86012 h 2430585"/>
              <a:gd name="connsiteX4" fmla="*/ 9144476 w 9147897"/>
              <a:gd name="connsiteY4" fmla="*/ 84018 h 2430585"/>
              <a:gd name="connsiteX5" fmla="*/ 9147810 w 9147897"/>
              <a:gd name="connsiteY5" fmla="*/ 2430585 h 2430585"/>
              <a:gd name="connsiteX6" fmla="*/ 0 w 9147897"/>
              <a:gd name="connsiteY6" fmla="*/ 2429544 h 2430585"/>
              <a:gd name="connsiteX7" fmla="*/ 0 w 9147897"/>
              <a:gd name="connsiteY7" fmla="*/ 86397 h 2430585"/>
              <a:gd name="connsiteX0" fmla="*/ 0 w 9147897"/>
              <a:gd name="connsiteY0" fmla="*/ 80153 h 2424341"/>
              <a:gd name="connsiteX1" fmla="*/ 7547610 w 9147897"/>
              <a:gd name="connsiteY1" fmla="*/ 78476 h 2424341"/>
              <a:gd name="connsiteX2" fmla="*/ 8246745 w 9147897"/>
              <a:gd name="connsiteY2" fmla="*/ 0 h 2424341"/>
              <a:gd name="connsiteX3" fmla="*/ 8933021 w 9147897"/>
              <a:gd name="connsiteY3" fmla="*/ 79768 h 2424341"/>
              <a:gd name="connsiteX4" fmla="*/ 9144476 w 9147897"/>
              <a:gd name="connsiteY4" fmla="*/ 77774 h 2424341"/>
              <a:gd name="connsiteX5" fmla="*/ 9147810 w 9147897"/>
              <a:gd name="connsiteY5" fmla="*/ 2424341 h 2424341"/>
              <a:gd name="connsiteX6" fmla="*/ 0 w 9147897"/>
              <a:gd name="connsiteY6" fmla="*/ 2423300 h 2424341"/>
              <a:gd name="connsiteX7" fmla="*/ 0 w 9147897"/>
              <a:gd name="connsiteY7" fmla="*/ 80153 h 2424341"/>
              <a:gd name="connsiteX0" fmla="*/ 0 w 9147897"/>
              <a:gd name="connsiteY0" fmla="*/ 86397 h 2430585"/>
              <a:gd name="connsiteX1" fmla="*/ 7547610 w 9147897"/>
              <a:gd name="connsiteY1" fmla="*/ 84720 h 2430585"/>
              <a:gd name="connsiteX2" fmla="*/ 8246745 w 9147897"/>
              <a:gd name="connsiteY2" fmla="*/ 0 h 2430585"/>
              <a:gd name="connsiteX3" fmla="*/ 8933021 w 9147897"/>
              <a:gd name="connsiteY3" fmla="*/ 86012 h 2430585"/>
              <a:gd name="connsiteX4" fmla="*/ 9144476 w 9147897"/>
              <a:gd name="connsiteY4" fmla="*/ 84018 h 2430585"/>
              <a:gd name="connsiteX5" fmla="*/ 9147810 w 9147897"/>
              <a:gd name="connsiteY5" fmla="*/ 2430585 h 2430585"/>
              <a:gd name="connsiteX6" fmla="*/ 0 w 9147897"/>
              <a:gd name="connsiteY6" fmla="*/ 2429544 h 2430585"/>
              <a:gd name="connsiteX7" fmla="*/ 0 w 9147897"/>
              <a:gd name="connsiteY7" fmla="*/ 86397 h 2430585"/>
              <a:gd name="connsiteX0" fmla="*/ 0 w 9147897"/>
              <a:gd name="connsiteY0" fmla="*/ 83275 h 2427463"/>
              <a:gd name="connsiteX1" fmla="*/ 7547610 w 9147897"/>
              <a:gd name="connsiteY1" fmla="*/ 81598 h 2427463"/>
              <a:gd name="connsiteX2" fmla="*/ 8242935 w 9147897"/>
              <a:gd name="connsiteY2" fmla="*/ 0 h 2427463"/>
              <a:gd name="connsiteX3" fmla="*/ 8933021 w 9147897"/>
              <a:gd name="connsiteY3" fmla="*/ 82890 h 2427463"/>
              <a:gd name="connsiteX4" fmla="*/ 9144476 w 9147897"/>
              <a:gd name="connsiteY4" fmla="*/ 80896 h 2427463"/>
              <a:gd name="connsiteX5" fmla="*/ 9147810 w 9147897"/>
              <a:gd name="connsiteY5" fmla="*/ 2427463 h 2427463"/>
              <a:gd name="connsiteX6" fmla="*/ 0 w 9147897"/>
              <a:gd name="connsiteY6" fmla="*/ 2426422 h 2427463"/>
              <a:gd name="connsiteX7" fmla="*/ 0 w 9147897"/>
              <a:gd name="connsiteY7" fmla="*/ 83275 h 2427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7897" h="2427463">
                <a:moveTo>
                  <a:pt x="0" y="83275"/>
                </a:moveTo>
                <a:lnTo>
                  <a:pt x="7547610" y="81598"/>
                </a:lnTo>
                <a:lnTo>
                  <a:pt x="8242935" y="0"/>
                </a:lnTo>
                <a:lnTo>
                  <a:pt x="8933021" y="82890"/>
                </a:lnTo>
                <a:lnTo>
                  <a:pt x="9144476" y="80896"/>
                </a:lnTo>
                <a:cubicBezTo>
                  <a:pt x="9143682" y="838455"/>
                  <a:pt x="9148604" y="1669904"/>
                  <a:pt x="9147810" y="2427463"/>
                </a:cubicBezTo>
                <a:lnTo>
                  <a:pt x="0" y="2426422"/>
                </a:lnTo>
                <a:lnTo>
                  <a:pt x="0" y="83275"/>
                </a:lnTo>
                <a:close/>
              </a:path>
            </a:pathLst>
          </a:custGeom>
          <a:noFill/>
        </p:spPr>
        <p:txBody>
          <a:bodyPr/>
          <a:lstStyle>
            <a:lvl1pPr marL="114300" indent="0">
              <a:buNone/>
              <a:defRPr/>
            </a:lvl1pPr>
          </a:lstStyle>
          <a:p>
            <a:r>
              <a:rPr lang="en-IN" dirty="0"/>
              <a:t> </a:t>
            </a:r>
            <a:endParaRPr lang="en-AU" dirty="0"/>
          </a:p>
        </p:txBody>
      </p:sp>
      <p:sp>
        <p:nvSpPr>
          <p:cNvPr id="5" name="Google Shape;10;p2">
            <a:extLst>
              <a:ext uri="{FF2B5EF4-FFF2-40B4-BE49-F238E27FC236}">
                <a16:creationId xmlns:a16="http://schemas.microsoft.com/office/drawing/2014/main" id="{7DE77569-CF12-8ADA-417E-A17EED745482}"/>
              </a:ext>
            </a:extLst>
          </p:cNvPr>
          <p:cNvSpPr txBox="1">
            <a:spLocks noGrp="1"/>
          </p:cNvSpPr>
          <p:nvPr>
            <p:ph type="ctrTitle" hasCustomPrompt="1"/>
          </p:nvPr>
        </p:nvSpPr>
        <p:spPr>
          <a:xfrm>
            <a:off x="311708" y="1927513"/>
            <a:ext cx="4260292" cy="1047749"/>
          </a:xfrm>
          <a:prstGeom prst="rect">
            <a:avLst/>
          </a:prstGeom>
        </p:spPr>
        <p:txBody>
          <a:bodyPr spcFirstLastPara="1" wrap="square" lIns="90000" tIns="90000" rIns="90000" bIns="36000" anchor="b" anchorCtr="0">
            <a:noAutofit/>
          </a:bodyPr>
          <a:lstStyle>
            <a:lvl1pPr lvl="0" algn="l">
              <a:spcBef>
                <a:spcPts val="0"/>
              </a:spcBef>
              <a:spcAft>
                <a:spcPts val="0"/>
              </a:spcAft>
              <a:buSzPts val="5200"/>
              <a:buNone/>
              <a:defRPr sz="2800" b="1">
                <a:solidFill>
                  <a:schemeClr val="tx1"/>
                </a:solidFill>
                <a:latin typeface="PP Neue Machina Plain Ultrabold" pitchFamily="50" charset="0"/>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br>
              <a:rPr lang="en-IN" dirty="0"/>
            </a:br>
            <a:r>
              <a:rPr lang="en-IN" dirty="0"/>
              <a:t>Click here to </a:t>
            </a:r>
            <a:br>
              <a:rPr lang="en-IN" dirty="0"/>
            </a:br>
            <a:r>
              <a:rPr lang="en-IN" dirty="0"/>
              <a:t>add title</a:t>
            </a:r>
            <a:endParaRPr dirty="0"/>
          </a:p>
        </p:txBody>
      </p:sp>
      <p:sp>
        <p:nvSpPr>
          <p:cNvPr id="6" name="Google Shape;11;p2">
            <a:extLst>
              <a:ext uri="{FF2B5EF4-FFF2-40B4-BE49-F238E27FC236}">
                <a16:creationId xmlns:a16="http://schemas.microsoft.com/office/drawing/2014/main" id="{0C50BD5F-C55E-53AD-DB29-26F4E5A5E512}"/>
              </a:ext>
            </a:extLst>
          </p:cNvPr>
          <p:cNvSpPr txBox="1">
            <a:spLocks noGrp="1"/>
          </p:cNvSpPr>
          <p:nvPr>
            <p:ph type="subTitle" idx="1"/>
          </p:nvPr>
        </p:nvSpPr>
        <p:spPr>
          <a:xfrm>
            <a:off x="304800" y="2994313"/>
            <a:ext cx="4260292" cy="457200"/>
          </a:xfrm>
          <a:prstGeom prst="rect">
            <a:avLst/>
          </a:prstGeom>
        </p:spPr>
        <p:txBody>
          <a:bodyPr spcFirstLastPara="1" wrap="square" lIns="90000" tIns="90000" rIns="90000" bIns="90000" anchor="t" anchorCtr="0">
            <a:noAutofit/>
          </a:bodyPr>
          <a:lstStyle>
            <a:lvl1pPr marL="0" lvl="0" indent="0" algn="l">
              <a:lnSpc>
                <a:spcPct val="100000"/>
              </a:lnSpc>
              <a:spcBef>
                <a:spcPts val="0"/>
              </a:spcBef>
              <a:spcAft>
                <a:spcPts val="0"/>
              </a:spcAft>
              <a:buSzPts val="2800"/>
              <a:buNone/>
              <a:defRPr sz="1800">
                <a:solidFill>
                  <a:schemeClr val="accent1"/>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dirty="0"/>
          </a:p>
        </p:txBody>
      </p:sp>
      <p:sp>
        <p:nvSpPr>
          <p:cNvPr id="7" name="Freeform: Shape 6">
            <a:extLst>
              <a:ext uri="{FF2B5EF4-FFF2-40B4-BE49-F238E27FC236}">
                <a16:creationId xmlns:a16="http://schemas.microsoft.com/office/drawing/2014/main" id="{809891C3-701D-E83E-C330-2FF6C40C1E62}"/>
              </a:ext>
            </a:extLst>
          </p:cNvPr>
          <p:cNvSpPr/>
          <p:nvPr/>
        </p:nvSpPr>
        <p:spPr>
          <a:xfrm>
            <a:off x="0" y="0"/>
            <a:ext cx="9144000" cy="857250"/>
          </a:xfrm>
          <a:custGeom>
            <a:avLst/>
            <a:gdLst>
              <a:gd name="connsiteX0" fmla="*/ 0 w 9144000"/>
              <a:gd name="connsiteY0" fmla="*/ 0 h 857250"/>
              <a:gd name="connsiteX1" fmla="*/ 0 w 9144000"/>
              <a:gd name="connsiteY1" fmla="*/ 857250 h 857250"/>
              <a:gd name="connsiteX2" fmla="*/ 7540609 w 9144000"/>
              <a:gd name="connsiteY2" fmla="*/ 857250 h 857250"/>
              <a:gd name="connsiteX3" fmla="*/ 8245698 w 9144000"/>
              <a:gd name="connsiteY3" fmla="*/ 707422 h 857250"/>
              <a:gd name="connsiteX4" fmla="*/ 8933831 w 9144000"/>
              <a:gd name="connsiteY4" fmla="*/ 857250 h 857250"/>
              <a:gd name="connsiteX5" fmla="*/ 9144000 w 9144000"/>
              <a:gd name="connsiteY5" fmla="*/ 857250 h 857250"/>
              <a:gd name="connsiteX6" fmla="*/ 9144000 w 9144000"/>
              <a:gd name="connsiteY6" fmla="*/ 0 h 857250"/>
              <a:gd name="connsiteX7" fmla="*/ 0 w 9144000"/>
              <a:gd name="connsiteY7" fmla="*/ 0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0" h="857250">
                <a:moveTo>
                  <a:pt x="0" y="0"/>
                </a:moveTo>
                <a:lnTo>
                  <a:pt x="0" y="857250"/>
                </a:lnTo>
                <a:lnTo>
                  <a:pt x="7540609" y="857250"/>
                </a:lnTo>
                <a:lnTo>
                  <a:pt x="8245698" y="707422"/>
                </a:lnTo>
                <a:lnTo>
                  <a:pt x="8933831" y="857250"/>
                </a:lnTo>
                <a:lnTo>
                  <a:pt x="9144000" y="857250"/>
                </a:lnTo>
                <a:lnTo>
                  <a:pt x="9144000" y="0"/>
                </a:lnTo>
                <a:lnTo>
                  <a:pt x="0" y="0"/>
                </a:lnTo>
                <a:close/>
              </a:path>
            </a:pathLst>
          </a:custGeom>
          <a:gradFill>
            <a:gsLst>
              <a:gs pos="0">
                <a:srgbClr val="5BC1A0"/>
              </a:gs>
              <a:gs pos="50000">
                <a:srgbClr val="2E9376"/>
              </a:gs>
              <a:gs pos="100000">
                <a:srgbClr val="01654D"/>
              </a:gs>
            </a:gsLst>
            <a:lin ang="0" scaled="1"/>
          </a:gradFill>
          <a:ln w="81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lvl="0" defTabSz="914400" eaLnBrk="1" latinLnBrk="0" hangingPunct="1"/>
            <a:endParaRPr lang="en-AU" sz="1800" kern="1200">
              <a:solidFill>
                <a:schemeClr val="tx1"/>
              </a:solidFill>
              <a:latin typeface="+mn-lt"/>
              <a:ea typeface="+mn-ea"/>
              <a:cs typeface="+mn-cs"/>
            </a:endParaRPr>
          </a:p>
        </p:txBody>
      </p:sp>
      <p:sp>
        <p:nvSpPr>
          <p:cNvPr id="8" name="Freeform: Shape 7">
            <a:extLst>
              <a:ext uri="{FF2B5EF4-FFF2-40B4-BE49-F238E27FC236}">
                <a16:creationId xmlns:a16="http://schemas.microsoft.com/office/drawing/2014/main" id="{DA258AEC-2E45-E11A-26EF-45595D0532FE}"/>
              </a:ext>
            </a:extLst>
          </p:cNvPr>
          <p:cNvSpPr/>
          <p:nvPr/>
        </p:nvSpPr>
        <p:spPr>
          <a:xfrm>
            <a:off x="7540608" y="437149"/>
            <a:ext cx="1246536" cy="285083"/>
          </a:xfrm>
          <a:custGeom>
            <a:avLst/>
            <a:gdLst>
              <a:gd name="connsiteX0" fmla="*/ 718995 w 1246536"/>
              <a:gd name="connsiteY0" fmla="*/ 0 h 285083"/>
              <a:gd name="connsiteX1" fmla="*/ 769239 w 1246536"/>
              <a:gd name="connsiteY1" fmla="*/ 10668 h 285083"/>
              <a:gd name="connsiteX2" fmla="*/ 842391 w 1246536"/>
              <a:gd name="connsiteY2" fmla="*/ 94726 h 285083"/>
              <a:gd name="connsiteX3" fmla="*/ 769239 w 1246536"/>
              <a:gd name="connsiteY3" fmla="*/ 147876 h 285083"/>
              <a:gd name="connsiteX4" fmla="*/ 718995 w 1246536"/>
              <a:gd name="connsiteY4" fmla="*/ 137208 h 285083"/>
              <a:gd name="connsiteX5" fmla="*/ 718995 w 1246536"/>
              <a:gd name="connsiteY5" fmla="*/ 48 h 285083"/>
              <a:gd name="connsiteX6" fmla="*/ 769239 w 1246536"/>
              <a:gd name="connsiteY6" fmla="*/ 116681 h 285083"/>
              <a:gd name="connsiteX7" fmla="*/ 808530 w 1246536"/>
              <a:gd name="connsiteY7" fmla="*/ 87487 h 285083"/>
              <a:gd name="connsiteX8" fmla="*/ 769239 w 1246536"/>
              <a:gd name="connsiteY8" fmla="*/ 41577 h 285083"/>
              <a:gd name="connsiteX9" fmla="*/ 752856 w 1246536"/>
              <a:gd name="connsiteY9" fmla="*/ 38100 h 285083"/>
              <a:gd name="connsiteX10" fmla="*/ 752856 w 1246536"/>
              <a:gd name="connsiteY10" fmla="*/ 113205 h 285083"/>
              <a:gd name="connsiteX11" fmla="*/ 769239 w 1246536"/>
              <a:gd name="connsiteY11" fmla="*/ 116681 h 285083"/>
              <a:gd name="connsiteX12" fmla="*/ 947024 w 1246536"/>
              <a:gd name="connsiteY12" fmla="*/ 48482 h 285083"/>
              <a:gd name="connsiteX13" fmla="*/ 947024 w 1246536"/>
              <a:gd name="connsiteY13" fmla="*/ 79391 h 285083"/>
              <a:gd name="connsiteX14" fmla="*/ 917067 w 1246536"/>
              <a:gd name="connsiteY14" fmla="*/ 73009 h 285083"/>
              <a:gd name="connsiteX15" fmla="*/ 917067 w 1246536"/>
              <a:gd name="connsiteY15" fmla="*/ 148114 h 285083"/>
              <a:gd name="connsiteX16" fmla="*/ 947024 w 1246536"/>
              <a:gd name="connsiteY16" fmla="*/ 154496 h 285083"/>
              <a:gd name="connsiteX17" fmla="*/ 947024 w 1246536"/>
              <a:gd name="connsiteY17" fmla="*/ 185642 h 285083"/>
              <a:gd name="connsiteX18" fmla="*/ 853393 w 1246536"/>
              <a:gd name="connsiteY18" fmla="*/ 165735 h 285083"/>
              <a:gd name="connsiteX19" fmla="*/ 853393 w 1246536"/>
              <a:gd name="connsiteY19" fmla="*/ 134588 h 285083"/>
              <a:gd name="connsiteX20" fmla="*/ 883349 w 1246536"/>
              <a:gd name="connsiteY20" fmla="*/ 140970 h 285083"/>
              <a:gd name="connsiteX21" fmla="*/ 883349 w 1246536"/>
              <a:gd name="connsiteY21" fmla="*/ 65865 h 285083"/>
              <a:gd name="connsiteX22" fmla="*/ 853393 w 1246536"/>
              <a:gd name="connsiteY22" fmla="*/ 59484 h 285083"/>
              <a:gd name="connsiteX23" fmla="*/ 853393 w 1246536"/>
              <a:gd name="connsiteY23" fmla="*/ 28575 h 285083"/>
              <a:gd name="connsiteX24" fmla="*/ 947024 w 1246536"/>
              <a:gd name="connsiteY24" fmla="*/ 48482 h 285083"/>
              <a:gd name="connsiteX25" fmla="*/ 1026319 w 1246536"/>
              <a:gd name="connsiteY25" fmla="*/ 62579 h 285083"/>
              <a:gd name="connsiteX26" fmla="*/ 1094994 w 1246536"/>
              <a:gd name="connsiteY26" fmla="*/ 148399 h 285083"/>
              <a:gd name="connsiteX27" fmla="*/ 1026319 w 1246536"/>
              <a:gd name="connsiteY27" fmla="*/ 205216 h 285083"/>
              <a:gd name="connsiteX28" fmla="*/ 957263 w 1246536"/>
              <a:gd name="connsiteY28" fmla="*/ 119158 h 285083"/>
              <a:gd name="connsiteX29" fmla="*/ 1026319 w 1246536"/>
              <a:gd name="connsiteY29" fmla="*/ 62627 h 285083"/>
              <a:gd name="connsiteX30" fmla="*/ 1026319 w 1246536"/>
              <a:gd name="connsiteY30" fmla="*/ 173117 h 285083"/>
              <a:gd name="connsiteX31" fmla="*/ 1060180 w 1246536"/>
              <a:gd name="connsiteY31" fmla="*/ 141018 h 285083"/>
              <a:gd name="connsiteX32" fmla="*/ 1026319 w 1246536"/>
              <a:gd name="connsiteY32" fmla="*/ 94726 h 285083"/>
              <a:gd name="connsiteX33" fmla="*/ 992267 w 1246536"/>
              <a:gd name="connsiteY33" fmla="*/ 126587 h 285083"/>
              <a:gd name="connsiteX34" fmla="*/ 1026319 w 1246536"/>
              <a:gd name="connsiteY34" fmla="*/ 173117 h 285083"/>
              <a:gd name="connsiteX35" fmla="*/ 1111949 w 1246536"/>
              <a:gd name="connsiteY35" fmla="*/ 83534 h 285083"/>
              <a:gd name="connsiteX36" fmla="*/ 1175814 w 1246536"/>
              <a:gd name="connsiteY36" fmla="*/ 97107 h 285083"/>
              <a:gd name="connsiteX37" fmla="*/ 1212675 w 1246536"/>
              <a:gd name="connsiteY37" fmla="*/ 230791 h 285083"/>
              <a:gd name="connsiteX38" fmla="*/ 1212675 w 1246536"/>
              <a:gd name="connsiteY38" fmla="*/ 104918 h 285083"/>
              <a:gd name="connsiteX39" fmla="*/ 1246537 w 1246536"/>
              <a:gd name="connsiteY39" fmla="*/ 112109 h 285083"/>
              <a:gd name="connsiteX40" fmla="*/ 1246537 w 1246536"/>
              <a:gd name="connsiteY40" fmla="*/ 249269 h 285083"/>
              <a:gd name="connsiteX41" fmla="*/ 1182672 w 1246536"/>
              <a:gd name="connsiteY41" fmla="*/ 235696 h 285083"/>
              <a:gd name="connsiteX42" fmla="*/ 1145810 w 1246536"/>
              <a:gd name="connsiteY42" fmla="*/ 102013 h 285083"/>
              <a:gd name="connsiteX43" fmla="*/ 1145810 w 1246536"/>
              <a:gd name="connsiteY43" fmla="*/ 227886 h 285083"/>
              <a:gd name="connsiteX44" fmla="*/ 1111949 w 1246536"/>
              <a:gd name="connsiteY44" fmla="*/ 220694 h 285083"/>
              <a:gd name="connsiteX45" fmla="*/ 1111949 w 1246536"/>
              <a:gd name="connsiteY45" fmla="*/ 83534 h 285083"/>
              <a:gd name="connsiteX46" fmla="*/ 42101 w 1246536"/>
              <a:gd name="connsiteY46" fmla="*/ 138970 h 285083"/>
              <a:gd name="connsiteX47" fmla="*/ 104108 w 1246536"/>
              <a:gd name="connsiteY47" fmla="*/ 125778 h 285083"/>
              <a:gd name="connsiteX48" fmla="*/ 145971 w 1246536"/>
              <a:gd name="connsiteY48" fmla="*/ 254032 h 285083"/>
              <a:gd name="connsiteX49" fmla="*/ 110061 w 1246536"/>
              <a:gd name="connsiteY49" fmla="*/ 261652 h 285083"/>
              <a:gd name="connsiteX50" fmla="*/ 97774 w 1246536"/>
              <a:gd name="connsiteY50" fmla="*/ 222837 h 285083"/>
              <a:gd name="connsiteX51" fmla="*/ 47863 w 1246536"/>
              <a:gd name="connsiteY51" fmla="*/ 233458 h 285083"/>
              <a:gd name="connsiteX52" fmla="*/ 35576 w 1246536"/>
              <a:gd name="connsiteY52" fmla="*/ 277511 h 285083"/>
              <a:gd name="connsiteX53" fmla="*/ 0 w 1246536"/>
              <a:gd name="connsiteY53" fmla="*/ 285083 h 285083"/>
              <a:gd name="connsiteX54" fmla="*/ 42053 w 1246536"/>
              <a:gd name="connsiteY54" fmla="*/ 138970 h 285083"/>
              <a:gd name="connsiteX55" fmla="*/ 88440 w 1246536"/>
              <a:gd name="connsiteY55" fmla="*/ 193881 h 285083"/>
              <a:gd name="connsiteX56" fmla="*/ 72819 w 1246536"/>
              <a:gd name="connsiteY56" fmla="*/ 144875 h 285083"/>
              <a:gd name="connsiteX57" fmla="*/ 57198 w 1246536"/>
              <a:gd name="connsiteY57" fmla="*/ 200549 h 285083"/>
              <a:gd name="connsiteX58" fmla="*/ 88488 w 1246536"/>
              <a:gd name="connsiteY58" fmla="*/ 193881 h 285083"/>
              <a:gd name="connsiteX59" fmla="*/ 214646 w 1246536"/>
              <a:gd name="connsiteY59" fmla="*/ 242173 h 285083"/>
              <a:gd name="connsiteX60" fmla="*/ 148733 w 1246536"/>
              <a:gd name="connsiteY60" fmla="*/ 199930 h 285083"/>
              <a:gd name="connsiteX61" fmla="*/ 183738 w 1246536"/>
              <a:gd name="connsiteY61" fmla="*/ 192500 h 285083"/>
              <a:gd name="connsiteX62" fmla="*/ 215408 w 1246536"/>
              <a:gd name="connsiteY62" fmla="*/ 212408 h 285083"/>
              <a:gd name="connsiteX63" fmla="*/ 239030 w 1246536"/>
              <a:gd name="connsiteY63" fmla="*/ 195310 h 285083"/>
              <a:gd name="connsiteX64" fmla="*/ 227886 w 1246536"/>
              <a:gd name="connsiteY64" fmla="*/ 187166 h 285083"/>
              <a:gd name="connsiteX65" fmla="*/ 183975 w 1246536"/>
              <a:gd name="connsiteY65" fmla="*/ 184452 h 285083"/>
              <a:gd name="connsiteX66" fmla="*/ 154210 w 1246536"/>
              <a:gd name="connsiteY66" fmla="*/ 153210 h 285083"/>
              <a:gd name="connsiteX67" fmla="*/ 207645 w 1246536"/>
              <a:gd name="connsiteY67" fmla="*/ 101013 h 285083"/>
              <a:gd name="connsiteX68" fmla="*/ 268891 w 1246536"/>
              <a:gd name="connsiteY68" fmla="*/ 138017 h 285083"/>
              <a:gd name="connsiteX69" fmla="*/ 234077 w 1246536"/>
              <a:gd name="connsiteY69" fmla="*/ 145399 h 285083"/>
              <a:gd name="connsiteX70" fmla="*/ 208217 w 1246536"/>
              <a:gd name="connsiteY70" fmla="*/ 129873 h 285083"/>
              <a:gd name="connsiteX71" fmla="*/ 189215 w 1246536"/>
              <a:gd name="connsiteY71" fmla="*/ 145018 h 285083"/>
              <a:gd name="connsiteX72" fmla="*/ 199454 w 1246536"/>
              <a:gd name="connsiteY72" fmla="*/ 152352 h 285083"/>
              <a:gd name="connsiteX73" fmla="*/ 242078 w 1246536"/>
              <a:gd name="connsiteY73" fmla="*/ 154400 h 285083"/>
              <a:gd name="connsiteX74" fmla="*/ 273891 w 1246536"/>
              <a:gd name="connsiteY74" fmla="*/ 186357 h 285083"/>
              <a:gd name="connsiteX75" fmla="*/ 214694 w 1246536"/>
              <a:gd name="connsiteY75" fmla="*/ 242126 h 285083"/>
              <a:gd name="connsiteX76" fmla="*/ 283702 w 1246536"/>
              <a:gd name="connsiteY76" fmla="*/ 156067 h 285083"/>
              <a:gd name="connsiteX77" fmla="*/ 353330 w 1246536"/>
              <a:gd name="connsiteY77" fmla="*/ 70056 h 285083"/>
              <a:gd name="connsiteX78" fmla="*/ 419767 w 1246536"/>
              <a:gd name="connsiteY78" fmla="*/ 111585 h 285083"/>
              <a:gd name="connsiteX79" fmla="*/ 384953 w 1246536"/>
              <a:gd name="connsiteY79" fmla="*/ 118967 h 285083"/>
              <a:gd name="connsiteX80" fmla="*/ 353473 w 1246536"/>
              <a:gd name="connsiteY80" fmla="*/ 102108 h 285083"/>
              <a:gd name="connsiteX81" fmla="*/ 318659 w 1246536"/>
              <a:gd name="connsiteY81" fmla="*/ 148590 h 285083"/>
              <a:gd name="connsiteX82" fmla="*/ 353473 w 1246536"/>
              <a:gd name="connsiteY82" fmla="*/ 180499 h 285083"/>
              <a:gd name="connsiteX83" fmla="*/ 384953 w 1246536"/>
              <a:gd name="connsiteY83" fmla="*/ 150066 h 285083"/>
              <a:gd name="connsiteX84" fmla="*/ 419767 w 1246536"/>
              <a:gd name="connsiteY84" fmla="*/ 142685 h 285083"/>
              <a:gd name="connsiteX85" fmla="*/ 353330 w 1246536"/>
              <a:gd name="connsiteY85" fmla="*/ 212646 h 285083"/>
              <a:gd name="connsiteX86" fmla="*/ 283702 w 1246536"/>
              <a:gd name="connsiteY86" fmla="*/ 156067 h 285083"/>
              <a:gd name="connsiteX87" fmla="*/ 436340 w 1246536"/>
              <a:gd name="connsiteY87" fmla="*/ 55150 h 285083"/>
              <a:gd name="connsiteX88" fmla="*/ 540782 w 1246536"/>
              <a:gd name="connsiteY88" fmla="*/ 32956 h 285083"/>
              <a:gd name="connsiteX89" fmla="*/ 540782 w 1246536"/>
              <a:gd name="connsiteY89" fmla="*/ 63865 h 285083"/>
              <a:gd name="connsiteX90" fmla="*/ 470440 w 1246536"/>
              <a:gd name="connsiteY90" fmla="*/ 78819 h 285083"/>
              <a:gd name="connsiteX91" fmla="*/ 470440 w 1246536"/>
              <a:gd name="connsiteY91" fmla="*/ 101775 h 285083"/>
              <a:gd name="connsiteX92" fmla="*/ 531495 w 1246536"/>
              <a:gd name="connsiteY92" fmla="*/ 88821 h 285083"/>
              <a:gd name="connsiteX93" fmla="*/ 531495 w 1246536"/>
              <a:gd name="connsiteY93" fmla="*/ 118015 h 285083"/>
              <a:gd name="connsiteX94" fmla="*/ 470440 w 1246536"/>
              <a:gd name="connsiteY94" fmla="*/ 131016 h 285083"/>
              <a:gd name="connsiteX95" fmla="*/ 470440 w 1246536"/>
              <a:gd name="connsiteY95" fmla="*/ 154162 h 285083"/>
              <a:gd name="connsiteX96" fmla="*/ 540782 w 1246536"/>
              <a:gd name="connsiteY96" fmla="*/ 139208 h 285083"/>
              <a:gd name="connsiteX97" fmla="*/ 540782 w 1246536"/>
              <a:gd name="connsiteY97" fmla="*/ 170117 h 285083"/>
              <a:gd name="connsiteX98" fmla="*/ 436340 w 1246536"/>
              <a:gd name="connsiteY98" fmla="*/ 192310 h 285083"/>
              <a:gd name="connsiteX99" fmla="*/ 436340 w 1246536"/>
              <a:gd name="connsiteY99" fmla="*/ 55150 h 285083"/>
              <a:gd name="connsiteX100" fmla="*/ 561308 w 1246536"/>
              <a:gd name="connsiteY100" fmla="*/ 28575 h 285083"/>
              <a:gd name="connsiteX101" fmla="*/ 625173 w 1246536"/>
              <a:gd name="connsiteY101" fmla="*/ 15002 h 285083"/>
              <a:gd name="connsiteX102" fmla="*/ 662035 w 1246536"/>
              <a:gd name="connsiteY102" fmla="*/ 133064 h 285083"/>
              <a:gd name="connsiteX103" fmla="*/ 662035 w 1246536"/>
              <a:gd name="connsiteY103" fmla="*/ 7191 h 285083"/>
              <a:gd name="connsiteX104" fmla="*/ 695897 w 1246536"/>
              <a:gd name="connsiteY104" fmla="*/ 0 h 285083"/>
              <a:gd name="connsiteX105" fmla="*/ 695897 w 1246536"/>
              <a:gd name="connsiteY105" fmla="*/ 137160 h 285083"/>
              <a:gd name="connsiteX106" fmla="*/ 632032 w 1246536"/>
              <a:gd name="connsiteY106" fmla="*/ 150733 h 285083"/>
              <a:gd name="connsiteX107" fmla="*/ 595170 w 1246536"/>
              <a:gd name="connsiteY107" fmla="*/ 32671 h 285083"/>
              <a:gd name="connsiteX108" fmla="*/ 595170 w 1246536"/>
              <a:gd name="connsiteY108" fmla="*/ 158544 h 285083"/>
              <a:gd name="connsiteX109" fmla="*/ 561308 w 1246536"/>
              <a:gd name="connsiteY109" fmla="*/ 165735 h 285083"/>
              <a:gd name="connsiteX110" fmla="*/ 561308 w 1246536"/>
              <a:gd name="connsiteY110" fmla="*/ 28575 h 285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246536" h="285083">
                <a:moveTo>
                  <a:pt x="718995" y="0"/>
                </a:moveTo>
                <a:lnTo>
                  <a:pt x="769239" y="10668"/>
                </a:lnTo>
                <a:cubicBezTo>
                  <a:pt x="805149" y="18288"/>
                  <a:pt x="842391" y="35766"/>
                  <a:pt x="842391" y="94726"/>
                </a:cubicBezTo>
                <a:cubicBezTo>
                  <a:pt x="842391" y="153876"/>
                  <a:pt x="805149" y="155496"/>
                  <a:pt x="769239" y="147876"/>
                </a:cubicBezTo>
                <a:lnTo>
                  <a:pt x="718995" y="137208"/>
                </a:lnTo>
                <a:lnTo>
                  <a:pt x="718995" y="48"/>
                </a:lnTo>
                <a:close/>
                <a:moveTo>
                  <a:pt x="769239" y="116681"/>
                </a:moveTo>
                <a:cubicBezTo>
                  <a:pt x="791766" y="121491"/>
                  <a:pt x="808530" y="124254"/>
                  <a:pt x="808530" y="87487"/>
                </a:cubicBezTo>
                <a:cubicBezTo>
                  <a:pt x="808530" y="50721"/>
                  <a:pt x="791623" y="46339"/>
                  <a:pt x="769239" y="41577"/>
                </a:cubicBezTo>
                <a:lnTo>
                  <a:pt x="752856" y="38100"/>
                </a:lnTo>
                <a:lnTo>
                  <a:pt x="752856" y="113205"/>
                </a:lnTo>
                <a:cubicBezTo>
                  <a:pt x="752856" y="113205"/>
                  <a:pt x="769239" y="116681"/>
                  <a:pt x="769239" y="116681"/>
                </a:cubicBezTo>
                <a:close/>
                <a:moveTo>
                  <a:pt x="947024" y="48482"/>
                </a:moveTo>
                <a:lnTo>
                  <a:pt x="947024" y="79391"/>
                </a:lnTo>
                <a:cubicBezTo>
                  <a:pt x="947024" y="79391"/>
                  <a:pt x="917067" y="73009"/>
                  <a:pt x="917067" y="73009"/>
                </a:cubicBezTo>
                <a:lnTo>
                  <a:pt x="917067" y="148114"/>
                </a:lnTo>
                <a:cubicBezTo>
                  <a:pt x="917067" y="148114"/>
                  <a:pt x="947024" y="154496"/>
                  <a:pt x="947024" y="154496"/>
                </a:cubicBezTo>
                <a:lnTo>
                  <a:pt x="947024" y="185642"/>
                </a:lnTo>
                <a:cubicBezTo>
                  <a:pt x="947024" y="185642"/>
                  <a:pt x="853393" y="165735"/>
                  <a:pt x="853393" y="165735"/>
                </a:cubicBezTo>
                <a:lnTo>
                  <a:pt x="853393" y="134588"/>
                </a:lnTo>
                <a:cubicBezTo>
                  <a:pt x="853393" y="134588"/>
                  <a:pt x="883349" y="140970"/>
                  <a:pt x="883349" y="140970"/>
                </a:cubicBezTo>
                <a:lnTo>
                  <a:pt x="883349" y="65865"/>
                </a:lnTo>
                <a:cubicBezTo>
                  <a:pt x="883349" y="65865"/>
                  <a:pt x="853393" y="59484"/>
                  <a:pt x="853393" y="59484"/>
                </a:cubicBezTo>
                <a:lnTo>
                  <a:pt x="853393" y="28575"/>
                </a:lnTo>
                <a:cubicBezTo>
                  <a:pt x="853393" y="28575"/>
                  <a:pt x="947024" y="48482"/>
                  <a:pt x="947024" y="48482"/>
                </a:cubicBezTo>
                <a:close/>
                <a:moveTo>
                  <a:pt x="1026319" y="62579"/>
                </a:moveTo>
                <a:cubicBezTo>
                  <a:pt x="1068944" y="71628"/>
                  <a:pt x="1094994" y="107918"/>
                  <a:pt x="1094994" y="148399"/>
                </a:cubicBezTo>
                <a:cubicBezTo>
                  <a:pt x="1094994" y="189071"/>
                  <a:pt x="1068944" y="214265"/>
                  <a:pt x="1026319" y="205216"/>
                </a:cubicBezTo>
                <a:cubicBezTo>
                  <a:pt x="983504" y="196120"/>
                  <a:pt x="957263" y="159782"/>
                  <a:pt x="957263" y="119158"/>
                </a:cubicBezTo>
                <a:cubicBezTo>
                  <a:pt x="957263" y="78676"/>
                  <a:pt x="983504" y="53530"/>
                  <a:pt x="1026319" y="62627"/>
                </a:cubicBezTo>
                <a:moveTo>
                  <a:pt x="1026319" y="173117"/>
                </a:moveTo>
                <a:cubicBezTo>
                  <a:pt x="1049036" y="177927"/>
                  <a:pt x="1060180" y="165925"/>
                  <a:pt x="1060180" y="141018"/>
                </a:cubicBezTo>
                <a:cubicBezTo>
                  <a:pt x="1060180" y="116110"/>
                  <a:pt x="1048846" y="99489"/>
                  <a:pt x="1026319" y="94726"/>
                </a:cubicBezTo>
                <a:cubicBezTo>
                  <a:pt x="1003602" y="89916"/>
                  <a:pt x="992267" y="101870"/>
                  <a:pt x="992267" y="126587"/>
                </a:cubicBezTo>
                <a:cubicBezTo>
                  <a:pt x="992267" y="151495"/>
                  <a:pt x="1003649" y="168307"/>
                  <a:pt x="1026319" y="173117"/>
                </a:cubicBezTo>
                <a:moveTo>
                  <a:pt x="1111949" y="83534"/>
                </a:moveTo>
                <a:lnTo>
                  <a:pt x="1175814" y="97107"/>
                </a:lnTo>
                <a:lnTo>
                  <a:pt x="1212675" y="230791"/>
                </a:lnTo>
                <a:lnTo>
                  <a:pt x="1212675" y="104918"/>
                </a:lnTo>
                <a:cubicBezTo>
                  <a:pt x="1212675" y="104918"/>
                  <a:pt x="1246537" y="112109"/>
                  <a:pt x="1246537" y="112109"/>
                </a:cubicBezTo>
                <a:lnTo>
                  <a:pt x="1246537" y="249269"/>
                </a:lnTo>
                <a:cubicBezTo>
                  <a:pt x="1246537" y="249269"/>
                  <a:pt x="1182672" y="235696"/>
                  <a:pt x="1182672" y="235696"/>
                </a:cubicBezTo>
                <a:lnTo>
                  <a:pt x="1145810" y="102013"/>
                </a:lnTo>
                <a:lnTo>
                  <a:pt x="1145810" y="227886"/>
                </a:lnTo>
                <a:cubicBezTo>
                  <a:pt x="1145810" y="227886"/>
                  <a:pt x="1111949" y="220694"/>
                  <a:pt x="1111949" y="220694"/>
                </a:cubicBezTo>
                <a:lnTo>
                  <a:pt x="1111949" y="83534"/>
                </a:lnTo>
                <a:close/>
                <a:moveTo>
                  <a:pt x="42101" y="138970"/>
                </a:moveTo>
                <a:lnTo>
                  <a:pt x="104108" y="125778"/>
                </a:lnTo>
                <a:lnTo>
                  <a:pt x="145971" y="254032"/>
                </a:lnTo>
                <a:lnTo>
                  <a:pt x="110061" y="261652"/>
                </a:lnTo>
                <a:lnTo>
                  <a:pt x="97774" y="222837"/>
                </a:lnTo>
                <a:lnTo>
                  <a:pt x="47863" y="233458"/>
                </a:lnTo>
                <a:lnTo>
                  <a:pt x="35576" y="277511"/>
                </a:lnTo>
                <a:lnTo>
                  <a:pt x="0" y="285083"/>
                </a:lnTo>
                <a:lnTo>
                  <a:pt x="42053" y="138970"/>
                </a:lnTo>
                <a:close/>
                <a:moveTo>
                  <a:pt x="88440" y="193881"/>
                </a:moveTo>
                <a:lnTo>
                  <a:pt x="72819" y="144875"/>
                </a:lnTo>
                <a:lnTo>
                  <a:pt x="57198" y="200549"/>
                </a:lnTo>
                <a:lnTo>
                  <a:pt x="88488" y="193881"/>
                </a:lnTo>
                <a:close/>
                <a:moveTo>
                  <a:pt x="214646" y="242173"/>
                </a:moveTo>
                <a:cubicBezTo>
                  <a:pt x="168307" y="252032"/>
                  <a:pt x="148733" y="235553"/>
                  <a:pt x="148733" y="199930"/>
                </a:cubicBezTo>
                <a:lnTo>
                  <a:pt x="183738" y="192500"/>
                </a:lnTo>
                <a:cubicBezTo>
                  <a:pt x="183738" y="211979"/>
                  <a:pt x="190977" y="217599"/>
                  <a:pt x="215408" y="212408"/>
                </a:cubicBezTo>
                <a:cubicBezTo>
                  <a:pt x="231982" y="208883"/>
                  <a:pt x="239030" y="203883"/>
                  <a:pt x="239030" y="195310"/>
                </a:cubicBezTo>
                <a:cubicBezTo>
                  <a:pt x="239030" y="190452"/>
                  <a:pt x="235315" y="187547"/>
                  <a:pt x="227886" y="187166"/>
                </a:cubicBezTo>
                <a:lnTo>
                  <a:pt x="183975" y="184452"/>
                </a:lnTo>
                <a:cubicBezTo>
                  <a:pt x="161258" y="182880"/>
                  <a:pt x="154210" y="170545"/>
                  <a:pt x="154210" y="153210"/>
                </a:cubicBezTo>
                <a:cubicBezTo>
                  <a:pt x="154210" y="126540"/>
                  <a:pt x="173212" y="108299"/>
                  <a:pt x="207645" y="101013"/>
                </a:cubicBezTo>
                <a:cubicBezTo>
                  <a:pt x="248603" y="92297"/>
                  <a:pt x="268891" y="108252"/>
                  <a:pt x="268891" y="138017"/>
                </a:cubicBezTo>
                <a:lnTo>
                  <a:pt x="234077" y="145399"/>
                </a:lnTo>
                <a:cubicBezTo>
                  <a:pt x="234077" y="130635"/>
                  <a:pt x="226076" y="126111"/>
                  <a:pt x="208217" y="129873"/>
                </a:cubicBezTo>
                <a:cubicBezTo>
                  <a:pt x="195739" y="132540"/>
                  <a:pt x="189215" y="137208"/>
                  <a:pt x="189215" y="145018"/>
                </a:cubicBezTo>
                <a:cubicBezTo>
                  <a:pt x="189215" y="148923"/>
                  <a:pt x="191262" y="151781"/>
                  <a:pt x="199454" y="152352"/>
                </a:cubicBezTo>
                <a:lnTo>
                  <a:pt x="242078" y="154400"/>
                </a:lnTo>
                <a:cubicBezTo>
                  <a:pt x="263843" y="155400"/>
                  <a:pt x="273891" y="166306"/>
                  <a:pt x="273891" y="186357"/>
                </a:cubicBezTo>
                <a:cubicBezTo>
                  <a:pt x="273891" y="212408"/>
                  <a:pt x="256747" y="233172"/>
                  <a:pt x="214694" y="242126"/>
                </a:cubicBezTo>
                <a:moveTo>
                  <a:pt x="283702" y="156067"/>
                </a:moveTo>
                <a:cubicBezTo>
                  <a:pt x="283702" y="115586"/>
                  <a:pt x="310325" y="79200"/>
                  <a:pt x="353330" y="70056"/>
                </a:cubicBezTo>
                <a:cubicBezTo>
                  <a:pt x="390906" y="62055"/>
                  <a:pt x="415862" y="77962"/>
                  <a:pt x="419767" y="111585"/>
                </a:cubicBezTo>
                <a:lnTo>
                  <a:pt x="384953" y="118967"/>
                </a:lnTo>
                <a:cubicBezTo>
                  <a:pt x="382143" y="104775"/>
                  <a:pt x="370047" y="98584"/>
                  <a:pt x="353473" y="102108"/>
                </a:cubicBezTo>
                <a:cubicBezTo>
                  <a:pt x="333185" y="106442"/>
                  <a:pt x="318659" y="121587"/>
                  <a:pt x="318659" y="148590"/>
                </a:cubicBezTo>
                <a:cubicBezTo>
                  <a:pt x="318659" y="175832"/>
                  <a:pt x="333185" y="184785"/>
                  <a:pt x="353473" y="180499"/>
                </a:cubicBezTo>
                <a:cubicBezTo>
                  <a:pt x="370047" y="176974"/>
                  <a:pt x="382143" y="165449"/>
                  <a:pt x="384953" y="150066"/>
                </a:cubicBezTo>
                <a:lnTo>
                  <a:pt x="419767" y="142685"/>
                </a:lnTo>
                <a:cubicBezTo>
                  <a:pt x="415862" y="178165"/>
                  <a:pt x="390906" y="204645"/>
                  <a:pt x="353330" y="212646"/>
                </a:cubicBezTo>
                <a:cubicBezTo>
                  <a:pt x="310325" y="221790"/>
                  <a:pt x="283702" y="196691"/>
                  <a:pt x="283702" y="156067"/>
                </a:cubicBezTo>
                <a:moveTo>
                  <a:pt x="436340" y="55150"/>
                </a:moveTo>
                <a:lnTo>
                  <a:pt x="540782" y="32956"/>
                </a:lnTo>
                <a:lnTo>
                  <a:pt x="540782" y="63865"/>
                </a:lnTo>
                <a:cubicBezTo>
                  <a:pt x="540782" y="63865"/>
                  <a:pt x="470440" y="78819"/>
                  <a:pt x="470440" y="78819"/>
                </a:cubicBezTo>
                <a:lnTo>
                  <a:pt x="470440" y="101775"/>
                </a:lnTo>
                <a:cubicBezTo>
                  <a:pt x="470440" y="101775"/>
                  <a:pt x="531495" y="88821"/>
                  <a:pt x="531495" y="88821"/>
                </a:cubicBezTo>
                <a:lnTo>
                  <a:pt x="531495" y="118015"/>
                </a:lnTo>
                <a:cubicBezTo>
                  <a:pt x="531495" y="118015"/>
                  <a:pt x="470440" y="131016"/>
                  <a:pt x="470440" y="131016"/>
                </a:cubicBezTo>
                <a:lnTo>
                  <a:pt x="470440" y="154162"/>
                </a:lnTo>
                <a:cubicBezTo>
                  <a:pt x="470440" y="154162"/>
                  <a:pt x="540782" y="139208"/>
                  <a:pt x="540782" y="139208"/>
                </a:cubicBezTo>
                <a:lnTo>
                  <a:pt x="540782" y="170117"/>
                </a:lnTo>
                <a:cubicBezTo>
                  <a:pt x="540782" y="170117"/>
                  <a:pt x="436340" y="192310"/>
                  <a:pt x="436340" y="192310"/>
                </a:cubicBezTo>
                <a:lnTo>
                  <a:pt x="436340" y="55150"/>
                </a:lnTo>
                <a:close/>
                <a:moveTo>
                  <a:pt x="561308" y="28575"/>
                </a:moveTo>
                <a:lnTo>
                  <a:pt x="625173" y="15002"/>
                </a:lnTo>
                <a:lnTo>
                  <a:pt x="662035" y="133064"/>
                </a:lnTo>
                <a:lnTo>
                  <a:pt x="662035" y="7191"/>
                </a:lnTo>
                <a:cubicBezTo>
                  <a:pt x="662035" y="7191"/>
                  <a:pt x="695897" y="0"/>
                  <a:pt x="695897" y="0"/>
                </a:cubicBezTo>
                <a:lnTo>
                  <a:pt x="695897" y="137160"/>
                </a:lnTo>
                <a:cubicBezTo>
                  <a:pt x="695897" y="137160"/>
                  <a:pt x="632032" y="150733"/>
                  <a:pt x="632032" y="150733"/>
                </a:cubicBezTo>
                <a:lnTo>
                  <a:pt x="595170" y="32671"/>
                </a:lnTo>
                <a:lnTo>
                  <a:pt x="595170" y="158544"/>
                </a:lnTo>
                <a:cubicBezTo>
                  <a:pt x="595170" y="158544"/>
                  <a:pt x="561308" y="165735"/>
                  <a:pt x="561308" y="165735"/>
                </a:cubicBezTo>
                <a:lnTo>
                  <a:pt x="561308" y="28575"/>
                </a:lnTo>
                <a:close/>
              </a:path>
            </a:pathLst>
          </a:custGeom>
          <a:solidFill>
            <a:srgbClr val="FFFFFF"/>
          </a:solidFill>
          <a:ln w="4763" cap="flat">
            <a:noFill/>
            <a:prstDash val="solid"/>
            <a:miter/>
          </a:ln>
        </p:spPr>
        <p:txBody>
          <a:bodyPr rtlCol="0" anchor="ctr"/>
          <a:lstStyle/>
          <a:p>
            <a:endParaRPr lang="en-AU"/>
          </a:p>
        </p:txBody>
      </p:sp>
      <p:grpSp>
        <p:nvGrpSpPr>
          <p:cNvPr id="9" name="Graphic 3">
            <a:extLst>
              <a:ext uri="{FF2B5EF4-FFF2-40B4-BE49-F238E27FC236}">
                <a16:creationId xmlns:a16="http://schemas.microsoft.com/office/drawing/2014/main" id="{C131A2F5-C9CC-0D2D-7381-C29F6CE6AAAA}"/>
              </a:ext>
            </a:extLst>
          </p:cNvPr>
          <p:cNvGrpSpPr/>
          <p:nvPr/>
        </p:nvGrpSpPr>
        <p:grpSpPr>
          <a:xfrm>
            <a:off x="186213" y="648700"/>
            <a:ext cx="739282" cy="73485"/>
            <a:chOff x="186213" y="648700"/>
            <a:chExt cx="739282" cy="73485"/>
          </a:xfrm>
          <a:solidFill>
            <a:srgbClr val="FFFFFF"/>
          </a:solidFill>
        </p:grpSpPr>
        <p:sp>
          <p:nvSpPr>
            <p:cNvPr id="10" name="Freeform: Shape 9">
              <a:extLst>
                <a:ext uri="{FF2B5EF4-FFF2-40B4-BE49-F238E27FC236}">
                  <a16:creationId xmlns:a16="http://schemas.microsoft.com/office/drawing/2014/main" id="{6CE1E40E-8CD1-8C11-0C19-93375CBB7D7A}"/>
                </a:ext>
              </a:extLst>
            </p:cNvPr>
            <p:cNvSpPr/>
            <p:nvPr/>
          </p:nvSpPr>
          <p:spPr>
            <a:xfrm>
              <a:off x="186213" y="668274"/>
              <a:ext cx="46386" cy="53911"/>
            </a:xfrm>
            <a:custGeom>
              <a:avLst/>
              <a:gdLst>
                <a:gd name="connsiteX0" fmla="*/ 16574 w 46386"/>
                <a:gd name="connsiteY0" fmla="*/ 53864 h 53911"/>
                <a:gd name="connsiteX1" fmla="*/ 8334 w 46386"/>
                <a:gd name="connsiteY1" fmla="*/ 52197 h 53911"/>
                <a:gd name="connsiteX2" fmla="*/ 2286 w 46386"/>
                <a:gd name="connsiteY2" fmla="*/ 47101 h 53911"/>
                <a:gd name="connsiteX3" fmla="*/ 0 w 46386"/>
                <a:gd name="connsiteY3" fmla="*/ 38624 h 53911"/>
                <a:gd name="connsiteX4" fmla="*/ 4334 w 46386"/>
                <a:gd name="connsiteY4" fmla="*/ 27861 h 53911"/>
                <a:gd name="connsiteX5" fmla="*/ 16574 w 46386"/>
                <a:gd name="connsiteY5" fmla="*/ 22908 h 53911"/>
                <a:gd name="connsiteX6" fmla="*/ 35052 w 46386"/>
                <a:gd name="connsiteY6" fmla="*/ 21431 h 53911"/>
                <a:gd name="connsiteX7" fmla="*/ 35052 w 46386"/>
                <a:gd name="connsiteY7" fmla="*/ 18240 h 53911"/>
                <a:gd name="connsiteX8" fmla="*/ 32147 w 46386"/>
                <a:gd name="connsiteY8" fmla="*/ 10239 h 53911"/>
                <a:gd name="connsiteX9" fmla="*/ 24813 w 46386"/>
                <a:gd name="connsiteY9" fmla="*/ 8049 h 53911"/>
                <a:gd name="connsiteX10" fmla="*/ 16812 w 46386"/>
                <a:gd name="connsiteY10" fmla="*/ 10382 h 53911"/>
                <a:gd name="connsiteX11" fmla="*/ 13621 w 46386"/>
                <a:gd name="connsiteY11" fmla="*/ 17907 h 53911"/>
                <a:gd name="connsiteX12" fmla="*/ 2667 w 46386"/>
                <a:gd name="connsiteY12" fmla="*/ 17907 h 53911"/>
                <a:gd name="connsiteX13" fmla="*/ 5477 w 46386"/>
                <a:gd name="connsiteY13" fmla="*/ 7477 h 53911"/>
                <a:gd name="connsiteX14" fmla="*/ 13287 w 46386"/>
                <a:gd name="connsiteY14" fmla="*/ 1762 h 53911"/>
                <a:gd name="connsiteX15" fmla="*/ 24860 w 46386"/>
                <a:gd name="connsiteY15" fmla="*/ 0 h 53911"/>
                <a:gd name="connsiteX16" fmla="*/ 33195 w 46386"/>
                <a:gd name="connsiteY16" fmla="*/ 810 h 53911"/>
                <a:gd name="connsiteX17" fmla="*/ 40053 w 46386"/>
                <a:gd name="connsiteY17" fmla="*/ 3619 h 53911"/>
                <a:gd name="connsiteX18" fmla="*/ 44720 w 46386"/>
                <a:gd name="connsiteY18" fmla="*/ 9144 h 53911"/>
                <a:gd name="connsiteX19" fmla="*/ 46387 w 46386"/>
                <a:gd name="connsiteY19" fmla="*/ 18097 h 53911"/>
                <a:gd name="connsiteX20" fmla="*/ 46387 w 46386"/>
                <a:gd name="connsiteY20" fmla="*/ 53007 h 53911"/>
                <a:gd name="connsiteX21" fmla="*/ 35576 w 46386"/>
                <a:gd name="connsiteY21" fmla="*/ 53007 h 53911"/>
                <a:gd name="connsiteX22" fmla="*/ 35147 w 46386"/>
                <a:gd name="connsiteY22" fmla="*/ 45672 h 53911"/>
                <a:gd name="connsiteX23" fmla="*/ 27146 w 46386"/>
                <a:gd name="connsiteY23" fmla="*/ 51721 h 53911"/>
                <a:gd name="connsiteX24" fmla="*/ 16574 w 46386"/>
                <a:gd name="connsiteY24" fmla="*/ 53911 h 53911"/>
                <a:gd name="connsiteX25" fmla="*/ 20050 w 46386"/>
                <a:gd name="connsiteY25" fmla="*/ 45672 h 53911"/>
                <a:gd name="connsiteX26" fmla="*/ 28623 w 46386"/>
                <a:gd name="connsiteY26" fmla="*/ 43386 h 53911"/>
                <a:gd name="connsiteX27" fmla="*/ 34909 w 46386"/>
                <a:gd name="connsiteY27" fmla="*/ 37767 h 53911"/>
                <a:gd name="connsiteX28" fmla="*/ 34909 w 46386"/>
                <a:gd name="connsiteY28" fmla="*/ 28289 h 53911"/>
                <a:gd name="connsiteX29" fmla="*/ 16859 w 46386"/>
                <a:gd name="connsiteY29" fmla="*/ 30623 h 53911"/>
                <a:gd name="connsiteX30" fmla="*/ 11525 w 46386"/>
                <a:gd name="connsiteY30" fmla="*/ 38052 h 53911"/>
                <a:gd name="connsiteX31" fmla="*/ 13811 w 46386"/>
                <a:gd name="connsiteY31" fmla="*/ 43672 h 53911"/>
                <a:gd name="connsiteX32" fmla="*/ 20098 w 46386"/>
                <a:gd name="connsiteY32" fmla="*/ 45672 h 53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386" h="53911">
                  <a:moveTo>
                    <a:pt x="16574" y="53864"/>
                  </a:moveTo>
                  <a:cubicBezTo>
                    <a:pt x="13573" y="53864"/>
                    <a:pt x="10811" y="53292"/>
                    <a:pt x="8334" y="52197"/>
                  </a:cubicBezTo>
                  <a:cubicBezTo>
                    <a:pt x="5810" y="51054"/>
                    <a:pt x="3810" y="49387"/>
                    <a:pt x="2286" y="47101"/>
                  </a:cubicBezTo>
                  <a:cubicBezTo>
                    <a:pt x="762" y="44863"/>
                    <a:pt x="0" y="42005"/>
                    <a:pt x="0" y="38624"/>
                  </a:cubicBezTo>
                  <a:cubicBezTo>
                    <a:pt x="0" y="33861"/>
                    <a:pt x="1429" y="30289"/>
                    <a:pt x="4334" y="27861"/>
                  </a:cubicBezTo>
                  <a:cubicBezTo>
                    <a:pt x="7239" y="25432"/>
                    <a:pt x="11335" y="23765"/>
                    <a:pt x="16574" y="22908"/>
                  </a:cubicBezTo>
                  <a:cubicBezTo>
                    <a:pt x="21812" y="22050"/>
                    <a:pt x="28004" y="21526"/>
                    <a:pt x="35052" y="21431"/>
                  </a:cubicBezTo>
                  <a:lnTo>
                    <a:pt x="35052" y="18240"/>
                  </a:lnTo>
                  <a:cubicBezTo>
                    <a:pt x="35052" y="14335"/>
                    <a:pt x="34100" y="11668"/>
                    <a:pt x="32147" y="10239"/>
                  </a:cubicBezTo>
                  <a:cubicBezTo>
                    <a:pt x="30242" y="8763"/>
                    <a:pt x="27765" y="8049"/>
                    <a:pt x="24813" y="8049"/>
                  </a:cubicBezTo>
                  <a:cubicBezTo>
                    <a:pt x="21622" y="8049"/>
                    <a:pt x="18955" y="8811"/>
                    <a:pt x="16812" y="10382"/>
                  </a:cubicBezTo>
                  <a:cubicBezTo>
                    <a:pt x="14669" y="11954"/>
                    <a:pt x="13621" y="14478"/>
                    <a:pt x="13621" y="17907"/>
                  </a:cubicBezTo>
                  <a:lnTo>
                    <a:pt x="2667" y="17907"/>
                  </a:lnTo>
                  <a:cubicBezTo>
                    <a:pt x="2667" y="13573"/>
                    <a:pt x="3620" y="10096"/>
                    <a:pt x="5477" y="7477"/>
                  </a:cubicBezTo>
                  <a:cubicBezTo>
                    <a:pt x="7334" y="4858"/>
                    <a:pt x="9954" y="2953"/>
                    <a:pt x="13287" y="1762"/>
                  </a:cubicBezTo>
                  <a:cubicBezTo>
                    <a:pt x="16621" y="571"/>
                    <a:pt x="20479" y="0"/>
                    <a:pt x="24860" y="0"/>
                  </a:cubicBezTo>
                  <a:cubicBezTo>
                    <a:pt x="27813" y="0"/>
                    <a:pt x="30623" y="286"/>
                    <a:pt x="33195" y="810"/>
                  </a:cubicBezTo>
                  <a:cubicBezTo>
                    <a:pt x="35814" y="1333"/>
                    <a:pt x="38100" y="2286"/>
                    <a:pt x="40053" y="3619"/>
                  </a:cubicBezTo>
                  <a:cubicBezTo>
                    <a:pt x="42053" y="4953"/>
                    <a:pt x="43577" y="6810"/>
                    <a:pt x="44720" y="9144"/>
                  </a:cubicBezTo>
                  <a:cubicBezTo>
                    <a:pt x="45863" y="11478"/>
                    <a:pt x="46387" y="14478"/>
                    <a:pt x="46387" y="18097"/>
                  </a:cubicBezTo>
                  <a:lnTo>
                    <a:pt x="46387" y="53007"/>
                  </a:lnTo>
                  <a:lnTo>
                    <a:pt x="35576" y="53007"/>
                  </a:lnTo>
                  <a:lnTo>
                    <a:pt x="35147" y="45672"/>
                  </a:lnTo>
                  <a:cubicBezTo>
                    <a:pt x="32861" y="48244"/>
                    <a:pt x="30194" y="50244"/>
                    <a:pt x="27146" y="51721"/>
                  </a:cubicBezTo>
                  <a:cubicBezTo>
                    <a:pt x="24098" y="53197"/>
                    <a:pt x="20574" y="53911"/>
                    <a:pt x="16574" y="53911"/>
                  </a:cubicBezTo>
                  <a:close/>
                  <a:moveTo>
                    <a:pt x="20050" y="45672"/>
                  </a:moveTo>
                  <a:cubicBezTo>
                    <a:pt x="23193" y="45672"/>
                    <a:pt x="26051" y="44910"/>
                    <a:pt x="28623" y="43386"/>
                  </a:cubicBezTo>
                  <a:cubicBezTo>
                    <a:pt x="31194" y="41862"/>
                    <a:pt x="33290" y="40005"/>
                    <a:pt x="34909" y="37767"/>
                  </a:cubicBezTo>
                  <a:lnTo>
                    <a:pt x="34909" y="28289"/>
                  </a:lnTo>
                  <a:cubicBezTo>
                    <a:pt x="26432" y="28289"/>
                    <a:pt x="20384" y="29099"/>
                    <a:pt x="16859" y="30623"/>
                  </a:cubicBezTo>
                  <a:cubicBezTo>
                    <a:pt x="13287" y="32147"/>
                    <a:pt x="11525" y="34623"/>
                    <a:pt x="11525" y="38052"/>
                  </a:cubicBezTo>
                  <a:cubicBezTo>
                    <a:pt x="11525" y="40481"/>
                    <a:pt x="12287" y="42339"/>
                    <a:pt x="13811" y="43672"/>
                  </a:cubicBezTo>
                  <a:cubicBezTo>
                    <a:pt x="15335" y="45006"/>
                    <a:pt x="17431" y="45672"/>
                    <a:pt x="20098" y="45672"/>
                  </a:cubicBezTo>
                  <a:close/>
                </a:path>
              </a:pathLst>
            </a:custGeom>
            <a:solidFill>
              <a:srgbClr val="FFFFFF"/>
            </a:solidFill>
            <a:ln w="4763" cap="flat">
              <a:noFill/>
              <a:prstDash val="solid"/>
              <a:miter/>
            </a:ln>
          </p:spPr>
          <p:txBody>
            <a:bodyPr rtlCol="0" anchor="ctr"/>
            <a:lstStyle/>
            <a:p>
              <a:endParaRPr lang="en-AU"/>
            </a:p>
          </p:txBody>
        </p:sp>
        <p:sp>
          <p:nvSpPr>
            <p:cNvPr id="11" name="Freeform: Shape 10">
              <a:extLst>
                <a:ext uri="{FF2B5EF4-FFF2-40B4-BE49-F238E27FC236}">
                  <a16:creationId xmlns:a16="http://schemas.microsoft.com/office/drawing/2014/main" id="{7CF981CF-1213-E141-4DE4-256DCAEA2971}"/>
                </a:ext>
              </a:extLst>
            </p:cNvPr>
            <p:cNvSpPr/>
            <p:nvPr/>
          </p:nvSpPr>
          <p:spPr>
            <a:xfrm>
              <a:off x="245459" y="668226"/>
              <a:ext cx="44195" cy="53959"/>
            </a:xfrm>
            <a:custGeom>
              <a:avLst/>
              <a:gdLst>
                <a:gd name="connsiteX0" fmla="*/ 22527 w 44195"/>
                <a:gd name="connsiteY0" fmla="*/ 53959 h 53959"/>
                <a:gd name="connsiteX1" fmla="*/ 14097 w 44195"/>
                <a:gd name="connsiteY1" fmla="*/ 53102 h 53959"/>
                <a:gd name="connsiteX2" fmla="*/ 6906 w 44195"/>
                <a:gd name="connsiteY2" fmla="*/ 50197 h 53959"/>
                <a:gd name="connsiteX3" fmla="*/ 1857 w 44195"/>
                <a:gd name="connsiteY3" fmla="*/ 44815 h 53959"/>
                <a:gd name="connsiteX4" fmla="*/ 0 w 44195"/>
                <a:gd name="connsiteY4" fmla="*/ 36528 h 53959"/>
                <a:gd name="connsiteX5" fmla="*/ 10906 w 44195"/>
                <a:gd name="connsiteY5" fmla="*/ 36528 h 53959"/>
                <a:gd name="connsiteX6" fmla="*/ 14335 w 44195"/>
                <a:gd name="connsiteY6" fmla="*/ 43863 h 53959"/>
                <a:gd name="connsiteX7" fmla="*/ 22622 w 44195"/>
                <a:gd name="connsiteY7" fmla="*/ 45958 h 53959"/>
                <a:gd name="connsiteX8" fmla="*/ 30004 w 44195"/>
                <a:gd name="connsiteY8" fmla="*/ 44339 h 53959"/>
                <a:gd name="connsiteX9" fmla="*/ 32766 w 44195"/>
                <a:gd name="connsiteY9" fmla="*/ 38910 h 53959"/>
                <a:gd name="connsiteX10" fmla="*/ 29956 w 44195"/>
                <a:gd name="connsiteY10" fmla="*/ 33861 h 53959"/>
                <a:gd name="connsiteX11" fmla="*/ 20050 w 44195"/>
                <a:gd name="connsiteY11" fmla="*/ 30623 h 53959"/>
                <a:gd name="connsiteX12" fmla="*/ 9954 w 44195"/>
                <a:gd name="connsiteY12" fmla="*/ 27289 h 53959"/>
                <a:gd name="connsiteX13" fmla="*/ 3429 w 44195"/>
                <a:gd name="connsiteY13" fmla="*/ 22336 h 53959"/>
                <a:gd name="connsiteX14" fmla="*/ 1143 w 44195"/>
                <a:gd name="connsiteY14" fmla="*/ 14430 h 53959"/>
                <a:gd name="connsiteX15" fmla="*/ 2810 w 44195"/>
                <a:gd name="connsiteY15" fmla="*/ 7953 h 53959"/>
                <a:gd name="connsiteX16" fmla="*/ 7382 w 44195"/>
                <a:gd name="connsiteY16" fmla="*/ 3477 h 53959"/>
                <a:gd name="connsiteX17" fmla="*/ 14002 w 44195"/>
                <a:gd name="connsiteY17" fmla="*/ 857 h 53959"/>
                <a:gd name="connsiteX18" fmla="*/ 21907 w 44195"/>
                <a:gd name="connsiteY18" fmla="*/ 0 h 53959"/>
                <a:gd name="connsiteX19" fmla="*/ 29670 w 44195"/>
                <a:gd name="connsiteY19" fmla="*/ 905 h 53959"/>
                <a:gd name="connsiteX20" fmla="*/ 36338 w 44195"/>
                <a:gd name="connsiteY20" fmla="*/ 3762 h 53959"/>
                <a:gd name="connsiteX21" fmla="*/ 41005 w 44195"/>
                <a:gd name="connsiteY21" fmla="*/ 8954 h 53959"/>
                <a:gd name="connsiteX22" fmla="*/ 42720 w 44195"/>
                <a:gd name="connsiteY22" fmla="*/ 16812 h 53959"/>
                <a:gd name="connsiteX23" fmla="*/ 31861 w 44195"/>
                <a:gd name="connsiteY23" fmla="*/ 16812 h 53959"/>
                <a:gd name="connsiteX24" fmla="*/ 28908 w 44195"/>
                <a:gd name="connsiteY24" fmla="*/ 10096 h 53959"/>
                <a:gd name="connsiteX25" fmla="*/ 21907 w 44195"/>
                <a:gd name="connsiteY25" fmla="*/ 8144 h 53959"/>
                <a:gd name="connsiteX26" fmla="*/ 15097 w 44195"/>
                <a:gd name="connsiteY26" fmla="*/ 9525 h 53959"/>
                <a:gd name="connsiteX27" fmla="*/ 12573 w 44195"/>
                <a:gd name="connsiteY27" fmla="*/ 14002 h 53959"/>
                <a:gd name="connsiteX28" fmla="*/ 13906 w 44195"/>
                <a:gd name="connsiteY28" fmla="*/ 17002 h 53959"/>
                <a:gd name="connsiteX29" fmla="*/ 18288 w 44195"/>
                <a:gd name="connsiteY29" fmla="*/ 19288 h 53959"/>
                <a:gd name="connsiteX30" fmla="*/ 26384 w 44195"/>
                <a:gd name="connsiteY30" fmla="*/ 21527 h 53959"/>
                <a:gd name="connsiteX31" fmla="*/ 35862 w 44195"/>
                <a:gd name="connsiteY31" fmla="*/ 24717 h 53959"/>
                <a:gd name="connsiteX32" fmla="*/ 42053 w 44195"/>
                <a:gd name="connsiteY32" fmla="*/ 29670 h 53959"/>
                <a:gd name="connsiteX33" fmla="*/ 44196 w 44195"/>
                <a:gd name="connsiteY33" fmla="*/ 37671 h 53959"/>
                <a:gd name="connsiteX34" fmla="*/ 42481 w 44195"/>
                <a:gd name="connsiteY34" fmla="*/ 45148 h 53959"/>
                <a:gd name="connsiteX35" fmla="*/ 37767 w 44195"/>
                <a:gd name="connsiteY35" fmla="*/ 50197 h 53959"/>
                <a:gd name="connsiteX36" fmla="*/ 30861 w 44195"/>
                <a:gd name="connsiteY36" fmla="*/ 53054 h 53959"/>
                <a:gd name="connsiteX37" fmla="*/ 22527 w 44195"/>
                <a:gd name="connsiteY37" fmla="*/ 53959 h 53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44195" h="53959">
                  <a:moveTo>
                    <a:pt x="22527" y="53959"/>
                  </a:moveTo>
                  <a:cubicBezTo>
                    <a:pt x="19621" y="53959"/>
                    <a:pt x="16812" y="53673"/>
                    <a:pt x="14097" y="53102"/>
                  </a:cubicBezTo>
                  <a:cubicBezTo>
                    <a:pt x="11430" y="52530"/>
                    <a:pt x="9001" y="51530"/>
                    <a:pt x="6906" y="50197"/>
                  </a:cubicBezTo>
                  <a:cubicBezTo>
                    <a:pt x="4810" y="48863"/>
                    <a:pt x="3096" y="47054"/>
                    <a:pt x="1857" y="44815"/>
                  </a:cubicBezTo>
                  <a:cubicBezTo>
                    <a:pt x="619" y="42577"/>
                    <a:pt x="0" y="39815"/>
                    <a:pt x="0" y="36528"/>
                  </a:cubicBezTo>
                  <a:lnTo>
                    <a:pt x="10906" y="36528"/>
                  </a:lnTo>
                  <a:cubicBezTo>
                    <a:pt x="10906" y="40005"/>
                    <a:pt x="12049" y="42481"/>
                    <a:pt x="14335" y="43863"/>
                  </a:cubicBezTo>
                  <a:cubicBezTo>
                    <a:pt x="16621" y="45244"/>
                    <a:pt x="19383" y="45958"/>
                    <a:pt x="22622" y="45958"/>
                  </a:cubicBezTo>
                  <a:cubicBezTo>
                    <a:pt x="25670" y="45958"/>
                    <a:pt x="28146" y="45434"/>
                    <a:pt x="30004" y="44339"/>
                  </a:cubicBezTo>
                  <a:cubicBezTo>
                    <a:pt x="31861" y="43244"/>
                    <a:pt x="32766" y="41434"/>
                    <a:pt x="32766" y="38910"/>
                  </a:cubicBezTo>
                  <a:cubicBezTo>
                    <a:pt x="32766" y="36671"/>
                    <a:pt x="31814" y="35004"/>
                    <a:pt x="29956" y="33861"/>
                  </a:cubicBezTo>
                  <a:cubicBezTo>
                    <a:pt x="28051" y="32766"/>
                    <a:pt x="24765" y="31671"/>
                    <a:pt x="20050" y="30623"/>
                  </a:cubicBezTo>
                  <a:cubicBezTo>
                    <a:pt x="16145" y="29670"/>
                    <a:pt x="12811" y="28575"/>
                    <a:pt x="9954" y="27289"/>
                  </a:cubicBezTo>
                  <a:cubicBezTo>
                    <a:pt x="7096" y="26003"/>
                    <a:pt x="4953" y="24384"/>
                    <a:pt x="3429" y="22336"/>
                  </a:cubicBezTo>
                  <a:cubicBezTo>
                    <a:pt x="1905" y="20288"/>
                    <a:pt x="1143" y="17669"/>
                    <a:pt x="1143" y="14430"/>
                  </a:cubicBezTo>
                  <a:cubicBezTo>
                    <a:pt x="1143" y="11954"/>
                    <a:pt x="1715" y="9763"/>
                    <a:pt x="2810" y="7953"/>
                  </a:cubicBezTo>
                  <a:cubicBezTo>
                    <a:pt x="3905" y="6144"/>
                    <a:pt x="5477" y="4620"/>
                    <a:pt x="7382" y="3477"/>
                  </a:cubicBezTo>
                  <a:cubicBezTo>
                    <a:pt x="9287" y="2286"/>
                    <a:pt x="11525" y="1429"/>
                    <a:pt x="14002" y="857"/>
                  </a:cubicBezTo>
                  <a:cubicBezTo>
                    <a:pt x="16478" y="286"/>
                    <a:pt x="19145" y="0"/>
                    <a:pt x="21907" y="0"/>
                  </a:cubicBezTo>
                  <a:cubicBezTo>
                    <a:pt x="24670" y="0"/>
                    <a:pt x="27146" y="286"/>
                    <a:pt x="29670" y="905"/>
                  </a:cubicBezTo>
                  <a:cubicBezTo>
                    <a:pt x="32147" y="1476"/>
                    <a:pt x="34385" y="2429"/>
                    <a:pt x="36338" y="3762"/>
                  </a:cubicBezTo>
                  <a:cubicBezTo>
                    <a:pt x="38291" y="5096"/>
                    <a:pt x="39862" y="6810"/>
                    <a:pt x="41005" y="8954"/>
                  </a:cubicBezTo>
                  <a:cubicBezTo>
                    <a:pt x="42148" y="11097"/>
                    <a:pt x="42720" y="13716"/>
                    <a:pt x="42720" y="16812"/>
                  </a:cubicBezTo>
                  <a:lnTo>
                    <a:pt x="31861" y="16812"/>
                  </a:lnTo>
                  <a:cubicBezTo>
                    <a:pt x="31861" y="13621"/>
                    <a:pt x="30861" y="11382"/>
                    <a:pt x="28908" y="10096"/>
                  </a:cubicBezTo>
                  <a:cubicBezTo>
                    <a:pt x="26956" y="8811"/>
                    <a:pt x="24622" y="8144"/>
                    <a:pt x="21907" y="8144"/>
                  </a:cubicBezTo>
                  <a:cubicBezTo>
                    <a:pt x="19050" y="8144"/>
                    <a:pt x="16764" y="8620"/>
                    <a:pt x="15097" y="9525"/>
                  </a:cubicBezTo>
                  <a:cubicBezTo>
                    <a:pt x="13430" y="10430"/>
                    <a:pt x="12573" y="11954"/>
                    <a:pt x="12573" y="14002"/>
                  </a:cubicBezTo>
                  <a:cubicBezTo>
                    <a:pt x="12573" y="15192"/>
                    <a:pt x="13002" y="16193"/>
                    <a:pt x="13906" y="17002"/>
                  </a:cubicBezTo>
                  <a:cubicBezTo>
                    <a:pt x="14811" y="17812"/>
                    <a:pt x="16240" y="18621"/>
                    <a:pt x="18288" y="19288"/>
                  </a:cubicBezTo>
                  <a:cubicBezTo>
                    <a:pt x="20288" y="20002"/>
                    <a:pt x="23003" y="20717"/>
                    <a:pt x="26384" y="21527"/>
                  </a:cubicBezTo>
                  <a:cubicBezTo>
                    <a:pt x="30004" y="22384"/>
                    <a:pt x="33195" y="23431"/>
                    <a:pt x="35862" y="24717"/>
                  </a:cubicBezTo>
                  <a:cubicBezTo>
                    <a:pt x="38529" y="26003"/>
                    <a:pt x="40577" y="27623"/>
                    <a:pt x="42053" y="29670"/>
                  </a:cubicBezTo>
                  <a:cubicBezTo>
                    <a:pt x="43529" y="31718"/>
                    <a:pt x="44196" y="34385"/>
                    <a:pt x="44196" y="37671"/>
                  </a:cubicBezTo>
                  <a:cubicBezTo>
                    <a:pt x="44196" y="40577"/>
                    <a:pt x="43625" y="43101"/>
                    <a:pt x="42481" y="45148"/>
                  </a:cubicBezTo>
                  <a:cubicBezTo>
                    <a:pt x="41339" y="47196"/>
                    <a:pt x="39767" y="48911"/>
                    <a:pt x="37767" y="50197"/>
                  </a:cubicBezTo>
                  <a:cubicBezTo>
                    <a:pt x="35766" y="51483"/>
                    <a:pt x="33480" y="52435"/>
                    <a:pt x="30861" y="53054"/>
                  </a:cubicBezTo>
                  <a:cubicBezTo>
                    <a:pt x="28242" y="53673"/>
                    <a:pt x="25479" y="53959"/>
                    <a:pt x="22527" y="53959"/>
                  </a:cubicBezTo>
                  <a:close/>
                </a:path>
              </a:pathLst>
            </a:custGeom>
            <a:solidFill>
              <a:srgbClr val="FFFFFF"/>
            </a:solidFill>
            <a:ln w="4763" cap="flat">
              <a:noFill/>
              <a:prstDash val="solid"/>
              <a:miter/>
            </a:ln>
          </p:spPr>
          <p:txBody>
            <a:bodyPr rtlCol="0" anchor="ctr"/>
            <a:lstStyle/>
            <a:p>
              <a:endParaRPr lang="en-AU"/>
            </a:p>
          </p:txBody>
        </p:sp>
        <p:sp>
          <p:nvSpPr>
            <p:cNvPr id="12" name="Freeform: Shape 11">
              <a:extLst>
                <a:ext uri="{FF2B5EF4-FFF2-40B4-BE49-F238E27FC236}">
                  <a16:creationId xmlns:a16="http://schemas.microsoft.com/office/drawing/2014/main" id="{8628DDFB-3137-2E43-2BB6-F90F429DE246}"/>
                </a:ext>
              </a:extLst>
            </p:cNvPr>
            <p:cNvSpPr/>
            <p:nvPr/>
          </p:nvSpPr>
          <p:spPr>
            <a:xfrm>
              <a:off x="299466" y="668274"/>
              <a:ext cx="48291" cy="53863"/>
            </a:xfrm>
            <a:custGeom>
              <a:avLst/>
              <a:gdLst>
                <a:gd name="connsiteX0" fmla="*/ 25146 w 48291"/>
                <a:gd name="connsiteY0" fmla="*/ 53769 h 53863"/>
                <a:gd name="connsiteX1" fmla="*/ 12240 w 48291"/>
                <a:gd name="connsiteY1" fmla="*/ 50911 h 53863"/>
                <a:gd name="connsiteX2" fmla="*/ 3286 w 48291"/>
                <a:gd name="connsiteY2" fmla="*/ 42100 h 53863"/>
                <a:gd name="connsiteX3" fmla="*/ 0 w 48291"/>
                <a:gd name="connsiteY3" fmla="*/ 27099 h 53863"/>
                <a:gd name="connsiteX4" fmla="*/ 3191 w 48291"/>
                <a:gd name="connsiteY4" fmla="*/ 11954 h 53863"/>
                <a:gd name="connsiteX5" fmla="*/ 12002 w 48291"/>
                <a:gd name="connsiteY5" fmla="*/ 2953 h 53863"/>
                <a:gd name="connsiteX6" fmla="*/ 25146 w 48291"/>
                <a:gd name="connsiteY6" fmla="*/ 0 h 53863"/>
                <a:gd name="connsiteX7" fmla="*/ 36528 w 48291"/>
                <a:gd name="connsiteY7" fmla="*/ 2095 h 53863"/>
                <a:gd name="connsiteX8" fmla="*/ 44625 w 48291"/>
                <a:gd name="connsiteY8" fmla="*/ 8334 h 53863"/>
                <a:gd name="connsiteX9" fmla="*/ 47815 w 48291"/>
                <a:gd name="connsiteY9" fmla="*/ 18859 h 53863"/>
                <a:gd name="connsiteX10" fmla="*/ 36528 w 48291"/>
                <a:gd name="connsiteY10" fmla="*/ 18859 h 53863"/>
                <a:gd name="connsiteX11" fmla="*/ 33337 w 48291"/>
                <a:gd name="connsiteY11" fmla="*/ 11716 h 53863"/>
                <a:gd name="connsiteX12" fmla="*/ 25241 w 48291"/>
                <a:gd name="connsiteY12" fmla="*/ 9096 h 53863"/>
                <a:gd name="connsiteX13" fmla="*/ 15097 w 48291"/>
                <a:gd name="connsiteY13" fmla="*/ 13811 h 53863"/>
                <a:gd name="connsiteX14" fmla="*/ 11859 w 48291"/>
                <a:gd name="connsiteY14" fmla="*/ 27099 h 53863"/>
                <a:gd name="connsiteX15" fmla="*/ 13287 w 48291"/>
                <a:gd name="connsiteY15" fmla="*/ 36624 h 53863"/>
                <a:gd name="connsiteX16" fmla="*/ 17716 w 48291"/>
                <a:gd name="connsiteY16" fmla="*/ 42672 h 53863"/>
                <a:gd name="connsiteX17" fmla="*/ 25289 w 48291"/>
                <a:gd name="connsiteY17" fmla="*/ 44767 h 53863"/>
                <a:gd name="connsiteX18" fmla="*/ 33671 w 48291"/>
                <a:gd name="connsiteY18" fmla="*/ 42005 h 53863"/>
                <a:gd name="connsiteX19" fmla="*/ 37005 w 48291"/>
                <a:gd name="connsiteY19" fmla="*/ 34004 h 53863"/>
                <a:gd name="connsiteX20" fmla="*/ 48292 w 48291"/>
                <a:gd name="connsiteY20" fmla="*/ 34004 h 53863"/>
                <a:gd name="connsiteX21" fmla="*/ 45101 w 48291"/>
                <a:gd name="connsiteY21" fmla="*/ 44958 h 53863"/>
                <a:gd name="connsiteX22" fmla="*/ 36909 w 48291"/>
                <a:gd name="connsiteY22" fmla="*/ 51625 h 53863"/>
                <a:gd name="connsiteX23" fmla="*/ 25241 w 48291"/>
                <a:gd name="connsiteY23" fmla="*/ 53864 h 53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8291" h="53863">
                  <a:moveTo>
                    <a:pt x="25146" y="53769"/>
                  </a:moveTo>
                  <a:cubicBezTo>
                    <a:pt x="20336" y="53769"/>
                    <a:pt x="16050" y="52816"/>
                    <a:pt x="12240" y="50911"/>
                  </a:cubicBezTo>
                  <a:cubicBezTo>
                    <a:pt x="8477" y="49006"/>
                    <a:pt x="5477" y="46053"/>
                    <a:pt x="3286" y="42100"/>
                  </a:cubicBezTo>
                  <a:cubicBezTo>
                    <a:pt x="1095" y="38148"/>
                    <a:pt x="0" y="33147"/>
                    <a:pt x="0" y="27099"/>
                  </a:cubicBezTo>
                  <a:cubicBezTo>
                    <a:pt x="0" y="21050"/>
                    <a:pt x="1048" y="15954"/>
                    <a:pt x="3191" y="11954"/>
                  </a:cubicBezTo>
                  <a:cubicBezTo>
                    <a:pt x="5334" y="7953"/>
                    <a:pt x="8239" y="4953"/>
                    <a:pt x="12002" y="2953"/>
                  </a:cubicBezTo>
                  <a:cubicBezTo>
                    <a:pt x="15764" y="952"/>
                    <a:pt x="20145" y="0"/>
                    <a:pt x="25146" y="0"/>
                  </a:cubicBezTo>
                  <a:cubicBezTo>
                    <a:pt x="29337" y="0"/>
                    <a:pt x="33147" y="714"/>
                    <a:pt x="36528" y="2095"/>
                  </a:cubicBezTo>
                  <a:cubicBezTo>
                    <a:pt x="39910" y="3477"/>
                    <a:pt x="42624" y="5572"/>
                    <a:pt x="44625" y="8334"/>
                  </a:cubicBezTo>
                  <a:cubicBezTo>
                    <a:pt x="46625" y="11097"/>
                    <a:pt x="47720" y="14621"/>
                    <a:pt x="47815" y="18859"/>
                  </a:cubicBezTo>
                  <a:lnTo>
                    <a:pt x="36528" y="18859"/>
                  </a:lnTo>
                  <a:cubicBezTo>
                    <a:pt x="36338" y="15811"/>
                    <a:pt x="35290" y="13430"/>
                    <a:pt x="33337" y="11716"/>
                  </a:cubicBezTo>
                  <a:cubicBezTo>
                    <a:pt x="31385" y="9954"/>
                    <a:pt x="28670" y="9096"/>
                    <a:pt x="25241" y="9096"/>
                  </a:cubicBezTo>
                  <a:cubicBezTo>
                    <a:pt x="20622" y="9096"/>
                    <a:pt x="17240" y="10668"/>
                    <a:pt x="15097" y="13811"/>
                  </a:cubicBezTo>
                  <a:cubicBezTo>
                    <a:pt x="12906" y="16954"/>
                    <a:pt x="11859" y="21384"/>
                    <a:pt x="11859" y="27099"/>
                  </a:cubicBezTo>
                  <a:cubicBezTo>
                    <a:pt x="11859" y="30813"/>
                    <a:pt x="12335" y="33957"/>
                    <a:pt x="13287" y="36624"/>
                  </a:cubicBezTo>
                  <a:cubicBezTo>
                    <a:pt x="14240" y="39243"/>
                    <a:pt x="15716" y="41291"/>
                    <a:pt x="17716" y="42672"/>
                  </a:cubicBezTo>
                  <a:cubicBezTo>
                    <a:pt x="19717" y="44053"/>
                    <a:pt x="22193" y="44767"/>
                    <a:pt x="25289" y="44767"/>
                  </a:cubicBezTo>
                  <a:cubicBezTo>
                    <a:pt x="28765" y="44767"/>
                    <a:pt x="31575" y="43863"/>
                    <a:pt x="33671" y="42005"/>
                  </a:cubicBezTo>
                  <a:cubicBezTo>
                    <a:pt x="35766" y="40148"/>
                    <a:pt x="36862" y="37481"/>
                    <a:pt x="37005" y="34004"/>
                  </a:cubicBezTo>
                  <a:lnTo>
                    <a:pt x="48292" y="34004"/>
                  </a:lnTo>
                  <a:cubicBezTo>
                    <a:pt x="48196" y="38338"/>
                    <a:pt x="47101" y="42005"/>
                    <a:pt x="45101" y="44958"/>
                  </a:cubicBezTo>
                  <a:cubicBezTo>
                    <a:pt x="43053" y="47911"/>
                    <a:pt x="40338" y="50149"/>
                    <a:pt x="36909" y="51625"/>
                  </a:cubicBezTo>
                  <a:cubicBezTo>
                    <a:pt x="33480" y="53102"/>
                    <a:pt x="29575" y="53864"/>
                    <a:pt x="25241" y="53864"/>
                  </a:cubicBezTo>
                  <a:close/>
                </a:path>
              </a:pathLst>
            </a:custGeom>
            <a:solidFill>
              <a:srgbClr val="FFFFFF"/>
            </a:solidFill>
            <a:ln w="4763" cap="flat">
              <a:noFill/>
              <a:prstDash val="solid"/>
              <a:miter/>
            </a:ln>
          </p:spPr>
          <p:txBody>
            <a:bodyPr rtlCol="0" anchor="ctr"/>
            <a:lstStyle/>
            <a:p>
              <a:endParaRPr lang="en-AU"/>
            </a:p>
          </p:txBody>
        </p:sp>
        <p:sp>
          <p:nvSpPr>
            <p:cNvPr id="13" name="Freeform: Shape 12">
              <a:extLst>
                <a:ext uri="{FF2B5EF4-FFF2-40B4-BE49-F238E27FC236}">
                  <a16:creationId xmlns:a16="http://schemas.microsoft.com/office/drawing/2014/main" id="{6568211E-F406-E89A-6C72-3F81BE0CAEAE}"/>
                </a:ext>
              </a:extLst>
            </p:cNvPr>
            <p:cNvSpPr/>
            <p:nvPr/>
          </p:nvSpPr>
          <p:spPr>
            <a:xfrm>
              <a:off x="358330" y="668274"/>
              <a:ext cx="48672" cy="53911"/>
            </a:xfrm>
            <a:custGeom>
              <a:avLst/>
              <a:gdLst>
                <a:gd name="connsiteX0" fmla="*/ 25575 w 48672"/>
                <a:gd name="connsiteY0" fmla="*/ 53911 h 53911"/>
                <a:gd name="connsiteX1" fmla="*/ 11335 w 48672"/>
                <a:gd name="connsiteY1" fmla="*/ 50530 h 53911"/>
                <a:gd name="connsiteX2" fmla="*/ 2810 w 48672"/>
                <a:gd name="connsiteY2" fmla="*/ 41005 h 53911"/>
                <a:gd name="connsiteX3" fmla="*/ 0 w 48672"/>
                <a:gd name="connsiteY3" fmla="*/ 26813 h 53911"/>
                <a:gd name="connsiteX4" fmla="*/ 2762 w 48672"/>
                <a:gd name="connsiteY4" fmla="*/ 12668 h 53911"/>
                <a:gd name="connsiteX5" fmla="*/ 11001 w 48672"/>
                <a:gd name="connsiteY5" fmla="*/ 3334 h 53911"/>
                <a:gd name="connsiteX6" fmla="*/ 24717 w 48672"/>
                <a:gd name="connsiteY6" fmla="*/ 0 h 53911"/>
                <a:gd name="connsiteX7" fmla="*/ 42243 w 48672"/>
                <a:gd name="connsiteY7" fmla="*/ 6620 h 53911"/>
                <a:gd name="connsiteX8" fmla="*/ 48673 w 48672"/>
                <a:gd name="connsiteY8" fmla="*/ 25527 h 53911"/>
                <a:gd name="connsiteX9" fmla="*/ 48578 w 48672"/>
                <a:gd name="connsiteY9" fmla="*/ 27384 h 53911"/>
                <a:gd name="connsiteX10" fmla="*/ 48387 w 48672"/>
                <a:gd name="connsiteY10" fmla="*/ 28956 h 53911"/>
                <a:gd name="connsiteX11" fmla="*/ 11573 w 48672"/>
                <a:gd name="connsiteY11" fmla="*/ 28956 h 53911"/>
                <a:gd name="connsiteX12" fmla="*/ 13049 w 48672"/>
                <a:gd name="connsiteY12" fmla="*/ 37100 h 53911"/>
                <a:gd name="connsiteX13" fmla="*/ 17574 w 48672"/>
                <a:gd name="connsiteY13" fmla="*/ 43053 h 53911"/>
                <a:gd name="connsiteX14" fmla="*/ 25670 w 48672"/>
                <a:gd name="connsiteY14" fmla="*/ 45291 h 53911"/>
                <a:gd name="connsiteX15" fmla="*/ 34052 w 48672"/>
                <a:gd name="connsiteY15" fmla="*/ 42910 h 53911"/>
                <a:gd name="connsiteX16" fmla="*/ 37243 w 48672"/>
                <a:gd name="connsiteY16" fmla="*/ 35862 h 53911"/>
                <a:gd name="connsiteX17" fmla="*/ 48625 w 48672"/>
                <a:gd name="connsiteY17" fmla="*/ 35862 h 53911"/>
                <a:gd name="connsiteX18" fmla="*/ 45482 w 48672"/>
                <a:gd name="connsiteY18" fmla="*/ 45672 h 53911"/>
                <a:gd name="connsiteX19" fmla="*/ 37576 w 48672"/>
                <a:gd name="connsiteY19" fmla="*/ 51816 h 53911"/>
                <a:gd name="connsiteX20" fmla="*/ 25622 w 48672"/>
                <a:gd name="connsiteY20" fmla="*/ 53911 h 53911"/>
                <a:gd name="connsiteX21" fmla="*/ 11621 w 48672"/>
                <a:gd name="connsiteY21" fmla="*/ 21241 h 53911"/>
                <a:gd name="connsiteX22" fmla="*/ 37100 w 48672"/>
                <a:gd name="connsiteY22" fmla="*/ 21241 h 53911"/>
                <a:gd name="connsiteX23" fmla="*/ 33576 w 48672"/>
                <a:gd name="connsiteY23" fmla="*/ 11668 h 53911"/>
                <a:gd name="connsiteX24" fmla="*/ 24622 w 48672"/>
                <a:gd name="connsiteY24" fmla="*/ 8382 h 53911"/>
                <a:gd name="connsiteX25" fmla="*/ 15478 w 48672"/>
                <a:gd name="connsiteY25" fmla="*/ 11716 h 53911"/>
                <a:gd name="connsiteX26" fmla="*/ 11621 w 48672"/>
                <a:gd name="connsiteY26" fmla="*/ 21288 h 53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8672" h="53911">
                  <a:moveTo>
                    <a:pt x="25575" y="53911"/>
                  </a:moveTo>
                  <a:cubicBezTo>
                    <a:pt x="19860" y="53911"/>
                    <a:pt x="15145" y="52768"/>
                    <a:pt x="11335" y="50530"/>
                  </a:cubicBezTo>
                  <a:cubicBezTo>
                    <a:pt x="7525" y="48244"/>
                    <a:pt x="4715" y="45101"/>
                    <a:pt x="2810" y="41005"/>
                  </a:cubicBezTo>
                  <a:cubicBezTo>
                    <a:pt x="905" y="36909"/>
                    <a:pt x="0" y="32194"/>
                    <a:pt x="0" y="26813"/>
                  </a:cubicBezTo>
                  <a:cubicBezTo>
                    <a:pt x="0" y="21431"/>
                    <a:pt x="905" y="16669"/>
                    <a:pt x="2762" y="12668"/>
                  </a:cubicBezTo>
                  <a:cubicBezTo>
                    <a:pt x="4620" y="8668"/>
                    <a:pt x="7334" y="5524"/>
                    <a:pt x="11001" y="3334"/>
                  </a:cubicBezTo>
                  <a:cubicBezTo>
                    <a:pt x="14669" y="1095"/>
                    <a:pt x="19241" y="0"/>
                    <a:pt x="24717" y="0"/>
                  </a:cubicBezTo>
                  <a:cubicBezTo>
                    <a:pt x="32147" y="0"/>
                    <a:pt x="37957" y="2191"/>
                    <a:pt x="42243" y="6620"/>
                  </a:cubicBezTo>
                  <a:cubicBezTo>
                    <a:pt x="46530" y="11049"/>
                    <a:pt x="48673" y="17335"/>
                    <a:pt x="48673" y="25527"/>
                  </a:cubicBezTo>
                  <a:cubicBezTo>
                    <a:pt x="48673" y="26003"/>
                    <a:pt x="48673" y="26622"/>
                    <a:pt x="48578" y="27384"/>
                  </a:cubicBezTo>
                  <a:cubicBezTo>
                    <a:pt x="48530" y="28099"/>
                    <a:pt x="48482" y="28623"/>
                    <a:pt x="48387" y="28956"/>
                  </a:cubicBezTo>
                  <a:lnTo>
                    <a:pt x="11573" y="28956"/>
                  </a:lnTo>
                  <a:cubicBezTo>
                    <a:pt x="11573" y="31909"/>
                    <a:pt x="12097" y="34623"/>
                    <a:pt x="13049" y="37100"/>
                  </a:cubicBezTo>
                  <a:cubicBezTo>
                    <a:pt x="14002" y="39576"/>
                    <a:pt x="15478" y="41577"/>
                    <a:pt x="17574" y="43053"/>
                  </a:cubicBezTo>
                  <a:cubicBezTo>
                    <a:pt x="19622" y="44529"/>
                    <a:pt x="22336" y="45291"/>
                    <a:pt x="25670" y="45291"/>
                  </a:cubicBezTo>
                  <a:cubicBezTo>
                    <a:pt x="29242" y="45291"/>
                    <a:pt x="32052" y="44482"/>
                    <a:pt x="34052" y="42910"/>
                  </a:cubicBezTo>
                  <a:cubicBezTo>
                    <a:pt x="36100" y="41338"/>
                    <a:pt x="37148" y="39005"/>
                    <a:pt x="37243" y="35862"/>
                  </a:cubicBezTo>
                  <a:lnTo>
                    <a:pt x="48625" y="35862"/>
                  </a:lnTo>
                  <a:cubicBezTo>
                    <a:pt x="48435" y="39719"/>
                    <a:pt x="47387" y="43005"/>
                    <a:pt x="45482" y="45672"/>
                  </a:cubicBezTo>
                  <a:cubicBezTo>
                    <a:pt x="43577" y="48387"/>
                    <a:pt x="40957" y="50387"/>
                    <a:pt x="37576" y="51816"/>
                  </a:cubicBezTo>
                  <a:cubicBezTo>
                    <a:pt x="34195" y="53245"/>
                    <a:pt x="30242" y="53911"/>
                    <a:pt x="25622" y="53911"/>
                  </a:cubicBezTo>
                  <a:close/>
                  <a:moveTo>
                    <a:pt x="11621" y="21241"/>
                  </a:moveTo>
                  <a:lnTo>
                    <a:pt x="37100" y="21241"/>
                  </a:lnTo>
                  <a:cubicBezTo>
                    <a:pt x="37005" y="17050"/>
                    <a:pt x="35814" y="13859"/>
                    <a:pt x="33576" y="11668"/>
                  </a:cubicBezTo>
                  <a:cubicBezTo>
                    <a:pt x="31337" y="9477"/>
                    <a:pt x="28384" y="8382"/>
                    <a:pt x="24622" y="8382"/>
                  </a:cubicBezTo>
                  <a:cubicBezTo>
                    <a:pt x="20860" y="8382"/>
                    <a:pt x="17717" y="9477"/>
                    <a:pt x="15478" y="11716"/>
                  </a:cubicBezTo>
                  <a:cubicBezTo>
                    <a:pt x="13192" y="13906"/>
                    <a:pt x="11906" y="17097"/>
                    <a:pt x="11621" y="21288"/>
                  </a:cubicBezTo>
                  <a:close/>
                </a:path>
              </a:pathLst>
            </a:custGeom>
            <a:solidFill>
              <a:srgbClr val="FFFFFF"/>
            </a:solidFill>
            <a:ln w="4763" cap="flat">
              <a:noFill/>
              <a:prstDash val="solid"/>
              <a:miter/>
            </a:ln>
          </p:spPr>
          <p:txBody>
            <a:bodyPr rtlCol="0" anchor="ctr"/>
            <a:lstStyle/>
            <a:p>
              <a:endParaRPr lang="en-AU"/>
            </a:p>
          </p:txBody>
        </p:sp>
        <p:sp>
          <p:nvSpPr>
            <p:cNvPr id="14" name="Freeform: Shape 13">
              <a:extLst>
                <a:ext uri="{FF2B5EF4-FFF2-40B4-BE49-F238E27FC236}">
                  <a16:creationId xmlns:a16="http://schemas.microsoft.com/office/drawing/2014/main" id="{D8F38885-24DD-CF7F-C52D-F71266C0C1E0}"/>
                </a:ext>
              </a:extLst>
            </p:cNvPr>
            <p:cNvSpPr/>
            <p:nvPr/>
          </p:nvSpPr>
          <p:spPr>
            <a:xfrm>
              <a:off x="420385" y="668369"/>
              <a:ext cx="46196" cy="52863"/>
            </a:xfrm>
            <a:custGeom>
              <a:avLst/>
              <a:gdLst>
                <a:gd name="connsiteX0" fmla="*/ 0 w 46196"/>
                <a:gd name="connsiteY0" fmla="*/ 52864 h 52863"/>
                <a:gd name="connsiteX1" fmla="*/ 0 w 46196"/>
                <a:gd name="connsiteY1" fmla="*/ 762 h 52863"/>
                <a:gd name="connsiteX2" fmla="*/ 11097 w 46196"/>
                <a:gd name="connsiteY2" fmla="*/ 762 h 52863"/>
                <a:gd name="connsiteX3" fmla="*/ 11382 w 46196"/>
                <a:gd name="connsiteY3" fmla="*/ 8668 h 52863"/>
                <a:gd name="connsiteX4" fmla="*/ 18336 w 46196"/>
                <a:gd name="connsiteY4" fmla="*/ 2715 h 52863"/>
                <a:gd name="connsiteX5" fmla="*/ 29623 w 46196"/>
                <a:gd name="connsiteY5" fmla="*/ 0 h 52863"/>
                <a:gd name="connsiteX6" fmla="*/ 42053 w 46196"/>
                <a:gd name="connsiteY6" fmla="*/ 4953 h 52863"/>
                <a:gd name="connsiteX7" fmla="*/ 46196 w 46196"/>
                <a:gd name="connsiteY7" fmla="*/ 19098 h 52863"/>
                <a:gd name="connsiteX8" fmla="*/ 46196 w 46196"/>
                <a:gd name="connsiteY8" fmla="*/ 52864 h 52863"/>
                <a:gd name="connsiteX9" fmla="*/ 34671 w 46196"/>
                <a:gd name="connsiteY9" fmla="*/ 52864 h 52863"/>
                <a:gd name="connsiteX10" fmla="*/ 34671 w 46196"/>
                <a:gd name="connsiteY10" fmla="*/ 20622 h 52863"/>
                <a:gd name="connsiteX11" fmla="*/ 33861 w 46196"/>
                <a:gd name="connsiteY11" fmla="*/ 14764 h 52863"/>
                <a:gd name="connsiteX12" fmla="*/ 31147 w 46196"/>
                <a:gd name="connsiteY12" fmla="*/ 10811 h 52863"/>
                <a:gd name="connsiteX13" fmla="*/ 25956 w 46196"/>
                <a:gd name="connsiteY13" fmla="*/ 9382 h 52863"/>
                <a:gd name="connsiteX14" fmla="*/ 17431 w 46196"/>
                <a:gd name="connsiteY14" fmla="*/ 11716 h 52863"/>
                <a:gd name="connsiteX15" fmla="*/ 11621 w 46196"/>
                <a:gd name="connsiteY15" fmla="*/ 17002 h 52863"/>
                <a:gd name="connsiteX16" fmla="*/ 11621 w 46196"/>
                <a:gd name="connsiteY16" fmla="*/ 52864 h 52863"/>
                <a:gd name="connsiteX17" fmla="*/ 48 w 46196"/>
                <a:gd name="connsiteY17" fmla="*/ 52864 h 52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6196" h="52863">
                  <a:moveTo>
                    <a:pt x="0" y="52864"/>
                  </a:moveTo>
                  <a:lnTo>
                    <a:pt x="0" y="762"/>
                  </a:lnTo>
                  <a:lnTo>
                    <a:pt x="11097" y="762"/>
                  </a:lnTo>
                  <a:lnTo>
                    <a:pt x="11382" y="8668"/>
                  </a:lnTo>
                  <a:cubicBezTo>
                    <a:pt x="13097" y="6477"/>
                    <a:pt x="15431" y="4524"/>
                    <a:pt x="18336" y="2715"/>
                  </a:cubicBezTo>
                  <a:cubicBezTo>
                    <a:pt x="21241" y="905"/>
                    <a:pt x="25003" y="0"/>
                    <a:pt x="29623" y="0"/>
                  </a:cubicBezTo>
                  <a:cubicBezTo>
                    <a:pt x="35147" y="0"/>
                    <a:pt x="39291" y="1667"/>
                    <a:pt x="42053" y="4953"/>
                  </a:cubicBezTo>
                  <a:cubicBezTo>
                    <a:pt x="44815" y="8239"/>
                    <a:pt x="46196" y="12954"/>
                    <a:pt x="46196" y="19098"/>
                  </a:cubicBezTo>
                  <a:lnTo>
                    <a:pt x="46196" y="52864"/>
                  </a:lnTo>
                  <a:lnTo>
                    <a:pt x="34671" y="52864"/>
                  </a:lnTo>
                  <a:lnTo>
                    <a:pt x="34671" y="20622"/>
                  </a:lnTo>
                  <a:cubicBezTo>
                    <a:pt x="34671" y="18431"/>
                    <a:pt x="34385" y="16478"/>
                    <a:pt x="33861" y="14764"/>
                  </a:cubicBezTo>
                  <a:cubicBezTo>
                    <a:pt x="33338" y="13049"/>
                    <a:pt x="32433" y="11763"/>
                    <a:pt x="31147" y="10811"/>
                  </a:cubicBezTo>
                  <a:cubicBezTo>
                    <a:pt x="29861" y="9858"/>
                    <a:pt x="28146" y="9382"/>
                    <a:pt x="25956" y="9382"/>
                  </a:cubicBezTo>
                  <a:cubicBezTo>
                    <a:pt x="22622" y="9382"/>
                    <a:pt x="19764" y="10144"/>
                    <a:pt x="17431" y="11716"/>
                  </a:cubicBezTo>
                  <a:cubicBezTo>
                    <a:pt x="15097" y="13287"/>
                    <a:pt x="13145" y="15002"/>
                    <a:pt x="11621" y="17002"/>
                  </a:cubicBezTo>
                  <a:lnTo>
                    <a:pt x="11621" y="52864"/>
                  </a:lnTo>
                  <a:lnTo>
                    <a:pt x="48" y="52864"/>
                  </a:lnTo>
                  <a:close/>
                </a:path>
              </a:pathLst>
            </a:custGeom>
            <a:solidFill>
              <a:srgbClr val="FFFFFF"/>
            </a:solidFill>
            <a:ln w="4763" cap="flat">
              <a:noFill/>
              <a:prstDash val="solid"/>
              <a:miter/>
            </a:ln>
          </p:spPr>
          <p:txBody>
            <a:bodyPr rtlCol="0" anchor="ctr"/>
            <a:lstStyle/>
            <a:p>
              <a:endParaRPr lang="en-AU"/>
            </a:p>
          </p:txBody>
        </p:sp>
        <p:sp>
          <p:nvSpPr>
            <p:cNvPr id="15" name="Freeform: Shape 14">
              <a:extLst>
                <a:ext uri="{FF2B5EF4-FFF2-40B4-BE49-F238E27FC236}">
                  <a16:creationId xmlns:a16="http://schemas.microsoft.com/office/drawing/2014/main" id="{95A316F7-D278-4BB7-100F-EC654A265B4D}"/>
                </a:ext>
              </a:extLst>
            </p:cNvPr>
            <p:cNvSpPr/>
            <p:nvPr/>
          </p:nvSpPr>
          <p:spPr>
            <a:xfrm>
              <a:off x="479440" y="649271"/>
              <a:ext cx="49434" cy="72866"/>
            </a:xfrm>
            <a:custGeom>
              <a:avLst/>
              <a:gdLst>
                <a:gd name="connsiteX0" fmla="*/ 20669 w 49434"/>
                <a:gd name="connsiteY0" fmla="*/ 72866 h 72866"/>
                <a:gd name="connsiteX1" fmla="*/ 9906 w 49434"/>
                <a:gd name="connsiteY1" fmla="*/ 69866 h 72866"/>
                <a:gd name="connsiteX2" fmla="*/ 2619 w 49434"/>
                <a:gd name="connsiteY2" fmla="*/ 60817 h 72866"/>
                <a:gd name="connsiteX3" fmla="*/ 0 w 49434"/>
                <a:gd name="connsiteY3" fmla="*/ 45672 h 72866"/>
                <a:gd name="connsiteX4" fmla="*/ 2810 w 49434"/>
                <a:gd name="connsiteY4" fmla="*/ 30766 h 72866"/>
                <a:gd name="connsiteX5" fmla="*/ 10573 w 49434"/>
                <a:gd name="connsiteY5" fmla="*/ 21907 h 72866"/>
                <a:gd name="connsiteX6" fmla="*/ 22003 w 49434"/>
                <a:gd name="connsiteY6" fmla="*/ 18955 h 72866"/>
                <a:gd name="connsiteX7" fmla="*/ 31480 w 49434"/>
                <a:gd name="connsiteY7" fmla="*/ 21288 h 72866"/>
                <a:gd name="connsiteX8" fmla="*/ 37909 w 49434"/>
                <a:gd name="connsiteY8" fmla="*/ 27527 h 72866"/>
                <a:gd name="connsiteX9" fmla="*/ 37909 w 49434"/>
                <a:gd name="connsiteY9" fmla="*/ 0 h 72866"/>
                <a:gd name="connsiteX10" fmla="*/ 49435 w 49434"/>
                <a:gd name="connsiteY10" fmla="*/ 0 h 72866"/>
                <a:gd name="connsiteX11" fmla="*/ 49435 w 49434"/>
                <a:gd name="connsiteY11" fmla="*/ 71961 h 72866"/>
                <a:gd name="connsiteX12" fmla="*/ 38481 w 49434"/>
                <a:gd name="connsiteY12" fmla="*/ 71961 h 72866"/>
                <a:gd name="connsiteX13" fmla="*/ 37909 w 49434"/>
                <a:gd name="connsiteY13" fmla="*/ 64484 h 72866"/>
                <a:gd name="connsiteX14" fmla="*/ 30909 w 49434"/>
                <a:gd name="connsiteY14" fmla="*/ 70580 h 72866"/>
                <a:gd name="connsiteX15" fmla="*/ 20765 w 49434"/>
                <a:gd name="connsiteY15" fmla="*/ 72866 h 72866"/>
                <a:gd name="connsiteX16" fmla="*/ 23670 w 49434"/>
                <a:gd name="connsiteY16" fmla="*/ 63865 h 72866"/>
                <a:gd name="connsiteX17" fmla="*/ 32337 w 49434"/>
                <a:gd name="connsiteY17" fmla="*/ 61293 h 72866"/>
                <a:gd name="connsiteX18" fmla="*/ 37862 w 49434"/>
                <a:gd name="connsiteY18" fmla="*/ 55102 h 72866"/>
                <a:gd name="connsiteX19" fmla="*/ 37862 w 49434"/>
                <a:gd name="connsiteY19" fmla="*/ 37433 h 72866"/>
                <a:gd name="connsiteX20" fmla="*/ 32718 w 49434"/>
                <a:gd name="connsiteY20" fmla="*/ 30766 h 72866"/>
                <a:gd name="connsiteX21" fmla="*/ 24575 w 49434"/>
                <a:gd name="connsiteY21" fmla="*/ 28004 h 72866"/>
                <a:gd name="connsiteX22" fmla="*/ 15097 w 49434"/>
                <a:gd name="connsiteY22" fmla="*/ 32575 h 72866"/>
                <a:gd name="connsiteX23" fmla="*/ 11859 w 49434"/>
                <a:gd name="connsiteY23" fmla="*/ 45625 h 72866"/>
                <a:gd name="connsiteX24" fmla="*/ 14954 w 49434"/>
                <a:gd name="connsiteY24" fmla="*/ 59293 h 72866"/>
                <a:gd name="connsiteX25" fmla="*/ 23765 w 49434"/>
                <a:gd name="connsiteY25" fmla="*/ 63865 h 72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9434" h="72866">
                  <a:moveTo>
                    <a:pt x="20669" y="72866"/>
                  </a:moveTo>
                  <a:cubicBezTo>
                    <a:pt x="16621" y="72866"/>
                    <a:pt x="13002" y="71866"/>
                    <a:pt x="9906" y="69866"/>
                  </a:cubicBezTo>
                  <a:cubicBezTo>
                    <a:pt x="6763" y="67866"/>
                    <a:pt x="4334" y="64865"/>
                    <a:pt x="2619" y="60817"/>
                  </a:cubicBezTo>
                  <a:cubicBezTo>
                    <a:pt x="857" y="56769"/>
                    <a:pt x="0" y="51721"/>
                    <a:pt x="0" y="45672"/>
                  </a:cubicBezTo>
                  <a:cubicBezTo>
                    <a:pt x="0" y="39624"/>
                    <a:pt x="953" y="34719"/>
                    <a:pt x="2810" y="30766"/>
                  </a:cubicBezTo>
                  <a:cubicBezTo>
                    <a:pt x="4667" y="26813"/>
                    <a:pt x="7287" y="23860"/>
                    <a:pt x="10573" y="21907"/>
                  </a:cubicBezTo>
                  <a:cubicBezTo>
                    <a:pt x="13859" y="19907"/>
                    <a:pt x="17669" y="18955"/>
                    <a:pt x="22003" y="18955"/>
                  </a:cubicBezTo>
                  <a:cubicBezTo>
                    <a:pt x="25622" y="18955"/>
                    <a:pt x="28766" y="19764"/>
                    <a:pt x="31480" y="21288"/>
                  </a:cubicBezTo>
                  <a:cubicBezTo>
                    <a:pt x="34147" y="22860"/>
                    <a:pt x="36290" y="24956"/>
                    <a:pt x="37909" y="27527"/>
                  </a:cubicBezTo>
                  <a:lnTo>
                    <a:pt x="37909" y="0"/>
                  </a:lnTo>
                  <a:lnTo>
                    <a:pt x="49435" y="0"/>
                  </a:lnTo>
                  <a:lnTo>
                    <a:pt x="49435" y="71961"/>
                  </a:lnTo>
                  <a:lnTo>
                    <a:pt x="38481" y="71961"/>
                  </a:lnTo>
                  <a:lnTo>
                    <a:pt x="37909" y="64484"/>
                  </a:lnTo>
                  <a:cubicBezTo>
                    <a:pt x="36052" y="67008"/>
                    <a:pt x="33719" y="69056"/>
                    <a:pt x="30909" y="70580"/>
                  </a:cubicBezTo>
                  <a:cubicBezTo>
                    <a:pt x="28099" y="72104"/>
                    <a:pt x="24717" y="72866"/>
                    <a:pt x="20765" y="72866"/>
                  </a:cubicBezTo>
                  <a:close/>
                  <a:moveTo>
                    <a:pt x="23670" y="63865"/>
                  </a:moveTo>
                  <a:cubicBezTo>
                    <a:pt x="27099" y="63865"/>
                    <a:pt x="29956" y="63008"/>
                    <a:pt x="32337" y="61293"/>
                  </a:cubicBezTo>
                  <a:cubicBezTo>
                    <a:pt x="34671" y="59579"/>
                    <a:pt x="36528" y="57531"/>
                    <a:pt x="37862" y="55102"/>
                  </a:cubicBezTo>
                  <a:lnTo>
                    <a:pt x="37862" y="37433"/>
                  </a:lnTo>
                  <a:cubicBezTo>
                    <a:pt x="36624" y="34814"/>
                    <a:pt x="34909" y="32623"/>
                    <a:pt x="32718" y="30766"/>
                  </a:cubicBezTo>
                  <a:cubicBezTo>
                    <a:pt x="30528" y="28908"/>
                    <a:pt x="27813" y="28004"/>
                    <a:pt x="24575" y="28004"/>
                  </a:cubicBezTo>
                  <a:cubicBezTo>
                    <a:pt x="20431" y="28004"/>
                    <a:pt x="17288" y="29527"/>
                    <a:pt x="15097" y="32575"/>
                  </a:cubicBezTo>
                  <a:cubicBezTo>
                    <a:pt x="12906" y="35623"/>
                    <a:pt x="11859" y="39957"/>
                    <a:pt x="11859" y="45625"/>
                  </a:cubicBezTo>
                  <a:cubicBezTo>
                    <a:pt x="11859" y="51673"/>
                    <a:pt x="12906" y="56245"/>
                    <a:pt x="14954" y="59293"/>
                  </a:cubicBezTo>
                  <a:cubicBezTo>
                    <a:pt x="17002" y="62341"/>
                    <a:pt x="19955" y="63865"/>
                    <a:pt x="23765" y="63865"/>
                  </a:cubicBezTo>
                  <a:close/>
                </a:path>
              </a:pathLst>
            </a:custGeom>
            <a:solidFill>
              <a:srgbClr val="FFFFFF"/>
            </a:solidFill>
            <a:ln w="4763" cap="flat">
              <a:noFill/>
              <a:prstDash val="solid"/>
              <a:miter/>
            </a:ln>
          </p:spPr>
          <p:txBody>
            <a:bodyPr rtlCol="0" anchor="ctr"/>
            <a:lstStyle/>
            <a:p>
              <a:endParaRPr lang="en-AU"/>
            </a:p>
          </p:txBody>
        </p:sp>
        <p:sp>
          <p:nvSpPr>
            <p:cNvPr id="16" name="Freeform: Shape 15">
              <a:extLst>
                <a:ext uri="{FF2B5EF4-FFF2-40B4-BE49-F238E27FC236}">
                  <a16:creationId xmlns:a16="http://schemas.microsoft.com/office/drawing/2014/main" id="{69EC3119-E563-663A-5036-D1D719AD7643}"/>
                </a:ext>
              </a:extLst>
            </p:cNvPr>
            <p:cNvSpPr/>
            <p:nvPr/>
          </p:nvSpPr>
          <p:spPr>
            <a:xfrm>
              <a:off x="543972" y="648700"/>
              <a:ext cx="13620" cy="72532"/>
            </a:xfrm>
            <a:custGeom>
              <a:avLst/>
              <a:gdLst>
                <a:gd name="connsiteX0" fmla="*/ 6810 w 13620"/>
                <a:gd name="connsiteY0" fmla="*/ 12097 h 72532"/>
                <a:gd name="connsiteX1" fmla="*/ 1762 w 13620"/>
                <a:gd name="connsiteY1" fmla="*/ 10382 h 72532"/>
                <a:gd name="connsiteX2" fmla="*/ 0 w 13620"/>
                <a:gd name="connsiteY2" fmla="*/ 6096 h 72532"/>
                <a:gd name="connsiteX3" fmla="*/ 1762 w 13620"/>
                <a:gd name="connsiteY3" fmla="*/ 1715 h 72532"/>
                <a:gd name="connsiteX4" fmla="*/ 6810 w 13620"/>
                <a:gd name="connsiteY4" fmla="*/ 0 h 72532"/>
                <a:gd name="connsiteX5" fmla="*/ 11811 w 13620"/>
                <a:gd name="connsiteY5" fmla="*/ 1715 h 72532"/>
                <a:gd name="connsiteX6" fmla="*/ 13621 w 13620"/>
                <a:gd name="connsiteY6" fmla="*/ 6048 h 72532"/>
                <a:gd name="connsiteX7" fmla="*/ 11811 w 13620"/>
                <a:gd name="connsiteY7" fmla="*/ 10382 h 72532"/>
                <a:gd name="connsiteX8" fmla="*/ 6810 w 13620"/>
                <a:gd name="connsiteY8" fmla="*/ 12097 h 72532"/>
                <a:gd name="connsiteX9" fmla="*/ 1000 w 13620"/>
                <a:gd name="connsiteY9" fmla="*/ 72533 h 72532"/>
                <a:gd name="connsiteX10" fmla="*/ 1000 w 13620"/>
                <a:gd name="connsiteY10" fmla="*/ 20431 h 72532"/>
                <a:gd name="connsiteX11" fmla="*/ 12573 w 13620"/>
                <a:gd name="connsiteY11" fmla="*/ 20431 h 72532"/>
                <a:gd name="connsiteX12" fmla="*/ 12573 w 13620"/>
                <a:gd name="connsiteY12" fmla="*/ 72533 h 72532"/>
                <a:gd name="connsiteX13" fmla="*/ 1000 w 13620"/>
                <a:gd name="connsiteY13" fmla="*/ 72533 h 72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620" h="72532">
                  <a:moveTo>
                    <a:pt x="6810" y="12097"/>
                  </a:moveTo>
                  <a:cubicBezTo>
                    <a:pt x="4620" y="12097"/>
                    <a:pt x="2953" y="11525"/>
                    <a:pt x="1762" y="10382"/>
                  </a:cubicBezTo>
                  <a:cubicBezTo>
                    <a:pt x="571" y="9239"/>
                    <a:pt x="0" y="7810"/>
                    <a:pt x="0" y="6096"/>
                  </a:cubicBezTo>
                  <a:cubicBezTo>
                    <a:pt x="0" y="4381"/>
                    <a:pt x="571" y="2857"/>
                    <a:pt x="1762" y="1715"/>
                  </a:cubicBezTo>
                  <a:cubicBezTo>
                    <a:pt x="2953" y="571"/>
                    <a:pt x="4620" y="0"/>
                    <a:pt x="6810" y="0"/>
                  </a:cubicBezTo>
                  <a:cubicBezTo>
                    <a:pt x="9001" y="0"/>
                    <a:pt x="10620" y="571"/>
                    <a:pt x="11811" y="1715"/>
                  </a:cubicBezTo>
                  <a:cubicBezTo>
                    <a:pt x="13002" y="2857"/>
                    <a:pt x="13621" y="4286"/>
                    <a:pt x="13621" y="6048"/>
                  </a:cubicBezTo>
                  <a:cubicBezTo>
                    <a:pt x="13621" y="7810"/>
                    <a:pt x="13002" y="9239"/>
                    <a:pt x="11811" y="10382"/>
                  </a:cubicBezTo>
                  <a:cubicBezTo>
                    <a:pt x="10620" y="11525"/>
                    <a:pt x="8953" y="12097"/>
                    <a:pt x="6810" y="12097"/>
                  </a:cubicBezTo>
                  <a:close/>
                  <a:moveTo>
                    <a:pt x="1000" y="72533"/>
                  </a:moveTo>
                  <a:lnTo>
                    <a:pt x="1000" y="20431"/>
                  </a:lnTo>
                  <a:lnTo>
                    <a:pt x="12573" y="20431"/>
                  </a:lnTo>
                  <a:lnTo>
                    <a:pt x="12573" y="72533"/>
                  </a:lnTo>
                  <a:lnTo>
                    <a:pt x="1000" y="72533"/>
                  </a:lnTo>
                  <a:close/>
                </a:path>
              </a:pathLst>
            </a:custGeom>
            <a:solidFill>
              <a:srgbClr val="FFFFFF"/>
            </a:solidFill>
            <a:ln w="4763" cap="flat">
              <a:noFill/>
              <a:prstDash val="solid"/>
              <a:miter/>
            </a:ln>
          </p:spPr>
          <p:txBody>
            <a:bodyPr rtlCol="0" anchor="ctr"/>
            <a:lstStyle/>
            <a:p>
              <a:endParaRPr lang="en-AU"/>
            </a:p>
          </p:txBody>
        </p:sp>
        <p:sp>
          <p:nvSpPr>
            <p:cNvPr id="17" name="Freeform: Shape 16">
              <a:extLst>
                <a:ext uri="{FF2B5EF4-FFF2-40B4-BE49-F238E27FC236}">
                  <a16:creationId xmlns:a16="http://schemas.microsoft.com/office/drawing/2014/main" id="{CCBC75E7-CF29-C6C4-008D-0BC574CFC762}"/>
                </a:ext>
              </a:extLst>
            </p:cNvPr>
            <p:cNvSpPr/>
            <p:nvPr/>
          </p:nvSpPr>
          <p:spPr>
            <a:xfrm>
              <a:off x="569928" y="668131"/>
              <a:ext cx="51006" cy="53959"/>
            </a:xfrm>
            <a:custGeom>
              <a:avLst/>
              <a:gdLst>
                <a:gd name="connsiteX0" fmla="*/ 25289 w 51006"/>
                <a:gd name="connsiteY0" fmla="*/ 53959 h 53959"/>
                <a:gd name="connsiteX1" fmla="*/ 11859 w 51006"/>
                <a:gd name="connsiteY1" fmla="*/ 50768 h 53959"/>
                <a:gd name="connsiteX2" fmla="*/ 3096 w 51006"/>
                <a:gd name="connsiteY2" fmla="*/ 41577 h 53959"/>
                <a:gd name="connsiteX3" fmla="*/ 0 w 51006"/>
                <a:gd name="connsiteY3" fmla="*/ 27146 h 53959"/>
                <a:gd name="connsiteX4" fmla="*/ 3096 w 51006"/>
                <a:gd name="connsiteY4" fmla="*/ 12478 h 53959"/>
                <a:gd name="connsiteX5" fmla="*/ 11859 w 51006"/>
                <a:gd name="connsiteY5" fmla="*/ 3191 h 53959"/>
                <a:gd name="connsiteX6" fmla="*/ 25289 w 51006"/>
                <a:gd name="connsiteY6" fmla="*/ 0 h 53959"/>
                <a:gd name="connsiteX7" fmla="*/ 39005 w 51006"/>
                <a:gd name="connsiteY7" fmla="*/ 3191 h 53959"/>
                <a:gd name="connsiteX8" fmla="*/ 47863 w 51006"/>
                <a:gd name="connsiteY8" fmla="*/ 12478 h 53959"/>
                <a:gd name="connsiteX9" fmla="*/ 51006 w 51006"/>
                <a:gd name="connsiteY9" fmla="*/ 27146 h 53959"/>
                <a:gd name="connsiteX10" fmla="*/ 47863 w 51006"/>
                <a:gd name="connsiteY10" fmla="*/ 41577 h 53959"/>
                <a:gd name="connsiteX11" fmla="*/ 39005 w 51006"/>
                <a:gd name="connsiteY11" fmla="*/ 50768 h 53959"/>
                <a:gd name="connsiteX12" fmla="*/ 25289 w 51006"/>
                <a:gd name="connsiteY12" fmla="*/ 53959 h 53959"/>
                <a:gd name="connsiteX13" fmla="*/ 25289 w 51006"/>
                <a:gd name="connsiteY13" fmla="*/ 45006 h 53959"/>
                <a:gd name="connsiteX14" fmla="*/ 33576 w 51006"/>
                <a:gd name="connsiteY14" fmla="*/ 42672 h 53959"/>
                <a:gd name="connsiteX15" fmla="*/ 37909 w 51006"/>
                <a:gd name="connsiteY15" fmla="*/ 36290 h 53959"/>
                <a:gd name="connsiteX16" fmla="*/ 39195 w 51006"/>
                <a:gd name="connsiteY16" fmla="*/ 27242 h 53959"/>
                <a:gd name="connsiteX17" fmla="*/ 37909 w 51006"/>
                <a:gd name="connsiteY17" fmla="*/ 18002 h 53959"/>
                <a:gd name="connsiteX18" fmla="*/ 33576 w 51006"/>
                <a:gd name="connsiteY18" fmla="*/ 11525 h 53959"/>
                <a:gd name="connsiteX19" fmla="*/ 25289 w 51006"/>
                <a:gd name="connsiteY19" fmla="*/ 9144 h 53959"/>
                <a:gd name="connsiteX20" fmla="*/ 17335 w 51006"/>
                <a:gd name="connsiteY20" fmla="*/ 11525 h 53959"/>
                <a:gd name="connsiteX21" fmla="*/ 13097 w 51006"/>
                <a:gd name="connsiteY21" fmla="*/ 18002 h 53959"/>
                <a:gd name="connsiteX22" fmla="*/ 11811 w 51006"/>
                <a:gd name="connsiteY22" fmla="*/ 27242 h 53959"/>
                <a:gd name="connsiteX23" fmla="*/ 13097 w 51006"/>
                <a:gd name="connsiteY23" fmla="*/ 36290 h 53959"/>
                <a:gd name="connsiteX24" fmla="*/ 17335 w 51006"/>
                <a:gd name="connsiteY24" fmla="*/ 42672 h 53959"/>
                <a:gd name="connsiteX25" fmla="*/ 25289 w 51006"/>
                <a:gd name="connsiteY25" fmla="*/ 45006 h 53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006" h="53959">
                  <a:moveTo>
                    <a:pt x="25289" y="53959"/>
                  </a:moveTo>
                  <a:cubicBezTo>
                    <a:pt x="20145" y="53959"/>
                    <a:pt x="15621" y="52911"/>
                    <a:pt x="11859" y="50768"/>
                  </a:cubicBezTo>
                  <a:cubicBezTo>
                    <a:pt x="8049" y="48673"/>
                    <a:pt x="5144" y="45577"/>
                    <a:pt x="3096" y="41577"/>
                  </a:cubicBezTo>
                  <a:cubicBezTo>
                    <a:pt x="1048" y="37576"/>
                    <a:pt x="0" y="32766"/>
                    <a:pt x="0" y="27146"/>
                  </a:cubicBezTo>
                  <a:cubicBezTo>
                    <a:pt x="0" y="21527"/>
                    <a:pt x="1048" y="16574"/>
                    <a:pt x="3096" y="12478"/>
                  </a:cubicBezTo>
                  <a:cubicBezTo>
                    <a:pt x="5144" y="8382"/>
                    <a:pt x="8049" y="5334"/>
                    <a:pt x="11859" y="3191"/>
                  </a:cubicBezTo>
                  <a:cubicBezTo>
                    <a:pt x="15669" y="1048"/>
                    <a:pt x="20145" y="0"/>
                    <a:pt x="25289" y="0"/>
                  </a:cubicBezTo>
                  <a:cubicBezTo>
                    <a:pt x="30432" y="0"/>
                    <a:pt x="35147" y="1048"/>
                    <a:pt x="39005" y="3191"/>
                  </a:cubicBezTo>
                  <a:cubicBezTo>
                    <a:pt x="42863" y="5334"/>
                    <a:pt x="45815" y="8430"/>
                    <a:pt x="47863" y="12478"/>
                  </a:cubicBezTo>
                  <a:cubicBezTo>
                    <a:pt x="49959" y="16526"/>
                    <a:pt x="51006" y="21431"/>
                    <a:pt x="51006" y="27146"/>
                  </a:cubicBezTo>
                  <a:cubicBezTo>
                    <a:pt x="51006" y="32861"/>
                    <a:pt x="49959" y="37529"/>
                    <a:pt x="47863" y="41577"/>
                  </a:cubicBezTo>
                  <a:cubicBezTo>
                    <a:pt x="45768" y="45577"/>
                    <a:pt x="42815" y="48673"/>
                    <a:pt x="39005" y="50768"/>
                  </a:cubicBezTo>
                  <a:cubicBezTo>
                    <a:pt x="35195" y="52911"/>
                    <a:pt x="30623" y="53959"/>
                    <a:pt x="25289" y="53959"/>
                  </a:cubicBezTo>
                  <a:close/>
                  <a:moveTo>
                    <a:pt x="25289" y="45006"/>
                  </a:moveTo>
                  <a:cubicBezTo>
                    <a:pt x="28766" y="45006"/>
                    <a:pt x="31528" y="44244"/>
                    <a:pt x="33576" y="42672"/>
                  </a:cubicBezTo>
                  <a:cubicBezTo>
                    <a:pt x="35624" y="41100"/>
                    <a:pt x="37052" y="38957"/>
                    <a:pt x="37909" y="36290"/>
                  </a:cubicBezTo>
                  <a:cubicBezTo>
                    <a:pt x="38767" y="33576"/>
                    <a:pt x="39195" y="30575"/>
                    <a:pt x="39195" y="27242"/>
                  </a:cubicBezTo>
                  <a:cubicBezTo>
                    <a:pt x="39195" y="23908"/>
                    <a:pt x="38767" y="20717"/>
                    <a:pt x="37909" y="18002"/>
                  </a:cubicBezTo>
                  <a:cubicBezTo>
                    <a:pt x="37052" y="15288"/>
                    <a:pt x="35624" y="13097"/>
                    <a:pt x="33576" y="11525"/>
                  </a:cubicBezTo>
                  <a:cubicBezTo>
                    <a:pt x="31528" y="9954"/>
                    <a:pt x="28766" y="9144"/>
                    <a:pt x="25289" y="9144"/>
                  </a:cubicBezTo>
                  <a:cubicBezTo>
                    <a:pt x="21812" y="9144"/>
                    <a:pt x="19288" y="9954"/>
                    <a:pt x="17335" y="11525"/>
                  </a:cubicBezTo>
                  <a:cubicBezTo>
                    <a:pt x="15383" y="13097"/>
                    <a:pt x="13954" y="15288"/>
                    <a:pt x="13097" y="18002"/>
                  </a:cubicBezTo>
                  <a:cubicBezTo>
                    <a:pt x="12240" y="20717"/>
                    <a:pt x="11811" y="23813"/>
                    <a:pt x="11811" y="27242"/>
                  </a:cubicBezTo>
                  <a:cubicBezTo>
                    <a:pt x="11811" y="30671"/>
                    <a:pt x="12240" y="33623"/>
                    <a:pt x="13097" y="36290"/>
                  </a:cubicBezTo>
                  <a:cubicBezTo>
                    <a:pt x="13954" y="38957"/>
                    <a:pt x="15383" y="41100"/>
                    <a:pt x="17335" y="42672"/>
                  </a:cubicBezTo>
                  <a:cubicBezTo>
                    <a:pt x="19288" y="44244"/>
                    <a:pt x="21955" y="45006"/>
                    <a:pt x="25289" y="45006"/>
                  </a:cubicBezTo>
                  <a:close/>
                </a:path>
              </a:pathLst>
            </a:custGeom>
            <a:solidFill>
              <a:srgbClr val="FFFFFF"/>
            </a:solidFill>
            <a:ln w="4763" cap="flat">
              <a:noFill/>
              <a:prstDash val="solid"/>
              <a:miter/>
            </a:ln>
          </p:spPr>
          <p:txBody>
            <a:bodyPr rtlCol="0" anchor="ctr"/>
            <a:lstStyle/>
            <a:p>
              <a:endParaRPr lang="en-AU"/>
            </a:p>
          </p:txBody>
        </p:sp>
        <p:sp>
          <p:nvSpPr>
            <p:cNvPr id="18" name="Freeform: Shape 17">
              <a:extLst>
                <a:ext uri="{FF2B5EF4-FFF2-40B4-BE49-F238E27FC236}">
                  <a16:creationId xmlns:a16="http://schemas.microsoft.com/office/drawing/2014/main" id="{5E27F734-96CC-1D43-A119-EBFAA488ED94}"/>
                </a:ext>
              </a:extLst>
            </p:cNvPr>
            <p:cNvSpPr/>
            <p:nvPr/>
          </p:nvSpPr>
          <p:spPr>
            <a:xfrm>
              <a:off x="634317" y="668369"/>
              <a:ext cx="46196" cy="52863"/>
            </a:xfrm>
            <a:custGeom>
              <a:avLst/>
              <a:gdLst>
                <a:gd name="connsiteX0" fmla="*/ 0 w 46196"/>
                <a:gd name="connsiteY0" fmla="*/ 52864 h 52863"/>
                <a:gd name="connsiteX1" fmla="*/ 0 w 46196"/>
                <a:gd name="connsiteY1" fmla="*/ 762 h 52863"/>
                <a:gd name="connsiteX2" fmla="*/ 11097 w 46196"/>
                <a:gd name="connsiteY2" fmla="*/ 762 h 52863"/>
                <a:gd name="connsiteX3" fmla="*/ 11382 w 46196"/>
                <a:gd name="connsiteY3" fmla="*/ 8668 h 52863"/>
                <a:gd name="connsiteX4" fmla="*/ 18336 w 46196"/>
                <a:gd name="connsiteY4" fmla="*/ 2715 h 52863"/>
                <a:gd name="connsiteX5" fmla="*/ 29623 w 46196"/>
                <a:gd name="connsiteY5" fmla="*/ 0 h 52863"/>
                <a:gd name="connsiteX6" fmla="*/ 42053 w 46196"/>
                <a:gd name="connsiteY6" fmla="*/ 4953 h 52863"/>
                <a:gd name="connsiteX7" fmla="*/ 46196 w 46196"/>
                <a:gd name="connsiteY7" fmla="*/ 19098 h 52863"/>
                <a:gd name="connsiteX8" fmla="*/ 46196 w 46196"/>
                <a:gd name="connsiteY8" fmla="*/ 52864 h 52863"/>
                <a:gd name="connsiteX9" fmla="*/ 34671 w 46196"/>
                <a:gd name="connsiteY9" fmla="*/ 52864 h 52863"/>
                <a:gd name="connsiteX10" fmla="*/ 34671 w 46196"/>
                <a:gd name="connsiteY10" fmla="*/ 20622 h 52863"/>
                <a:gd name="connsiteX11" fmla="*/ 33861 w 46196"/>
                <a:gd name="connsiteY11" fmla="*/ 14764 h 52863"/>
                <a:gd name="connsiteX12" fmla="*/ 31147 w 46196"/>
                <a:gd name="connsiteY12" fmla="*/ 10811 h 52863"/>
                <a:gd name="connsiteX13" fmla="*/ 25956 w 46196"/>
                <a:gd name="connsiteY13" fmla="*/ 9382 h 52863"/>
                <a:gd name="connsiteX14" fmla="*/ 17431 w 46196"/>
                <a:gd name="connsiteY14" fmla="*/ 11716 h 52863"/>
                <a:gd name="connsiteX15" fmla="*/ 11621 w 46196"/>
                <a:gd name="connsiteY15" fmla="*/ 17002 h 52863"/>
                <a:gd name="connsiteX16" fmla="*/ 11621 w 46196"/>
                <a:gd name="connsiteY16" fmla="*/ 52864 h 52863"/>
                <a:gd name="connsiteX17" fmla="*/ 48 w 46196"/>
                <a:gd name="connsiteY17" fmla="*/ 52864 h 52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6196" h="52863">
                  <a:moveTo>
                    <a:pt x="0" y="52864"/>
                  </a:moveTo>
                  <a:lnTo>
                    <a:pt x="0" y="762"/>
                  </a:lnTo>
                  <a:lnTo>
                    <a:pt x="11097" y="762"/>
                  </a:lnTo>
                  <a:lnTo>
                    <a:pt x="11382" y="8668"/>
                  </a:lnTo>
                  <a:cubicBezTo>
                    <a:pt x="13097" y="6477"/>
                    <a:pt x="15430" y="4524"/>
                    <a:pt x="18336" y="2715"/>
                  </a:cubicBezTo>
                  <a:cubicBezTo>
                    <a:pt x="21241" y="905"/>
                    <a:pt x="25003" y="0"/>
                    <a:pt x="29623" y="0"/>
                  </a:cubicBezTo>
                  <a:cubicBezTo>
                    <a:pt x="35147" y="0"/>
                    <a:pt x="39291" y="1667"/>
                    <a:pt x="42053" y="4953"/>
                  </a:cubicBezTo>
                  <a:cubicBezTo>
                    <a:pt x="44815" y="8239"/>
                    <a:pt x="46196" y="12954"/>
                    <a:pt x="46196" y="19098"/>
                  </a:cubicBezTo>
                  <a:lnTo>
                    <a:pt x="46196" y="52864"/>
                  </a:lnTo>
                  <a:lnTo>
                    <a:pt x="34671" y="52864"/>
                  </a:lnTo>
                  <a:lnTo>
                    <a:pt x="34671" y="20622"/>
                  </a:lnTo>
                  <a:cubicBezTo>
                    <a:pt x="34671" y="18431"/>
                    <a:pt x="34385" y="16478"/>
                    <a:pt x="33861" y="14764"/>
                  </a:cubicBezTo>
                  <a:cubicBezTo>
                    <a:pt x="33338" y="13049"/>
                    <a:pt x="32433" y="11763"/>
                    <a:pt x="31147" y="10811"/>
                  </a:cubicBezTo>
                  <a:cubicBezTo>
                    <a:pt x="29861" y="9858"/>
                    <a:pt x="28146" y="9382"/>
                    <a:pt x="25956" y="9382"/>
                  </a:cubicBezTo>
                  <a:cubicBezTo>
                    <a:pt x="22622" y="9382"/>
                    <a:pt x="19764" y="10144"/>
                    <a:pt x="17431" y="11716"/>
                  </a:cubicBezTo>
                  <a:cubicBezTo>
                    <a:pt x="15097" y="13287"/>
                    <a:pt x="13144" y="15002"/>
                    <a:pt x="11621" y="17002"/>
                  </a:cubicBezTo>
                  <a:lnTo>
                    <a:pt x="11621" y="52864"/>
                  </a:lnTo>
                  <a:lnTo>
                    <a:pt x="48" y="52864"/>
                  </a:lnTo>
                  <a:close/>
                </a:path>
              </a:pathLst>
            </a:custGeom>
            <a:solidFill>
              <a:srgbClr val="FFFFFF"/>
            </a:solidFill>
            <a:ln w="4763" cap="flat">
              <a:noFill/>
              <a:prstDash val="solid"/>
              <a:miter/>
            </a:ln>
          </p:spPr>
          <p:txBody>
            <a:bodyPr rtlCol="0" anchor="ctr"/>
            <a:lstStyle/>
            <a:p>
              <a:endParaRPr lang="en-AU"/>
            </a:p>
          </p:txBody>
        </p:sp>
        <p:sp>
          <p:nvSpPr>
            <p:cNvPr id="19" name="Freeform: Shape 18">
              <a:extLst>
                <a:ext uri="{FF2B5EF4-FFF2-40B4-BE49-F238E27FC236}">
                  <a16:creationId xmlns:a16="http://schemas.microsoft.com/office/drawing/2014/main" id="{FA9A7665-7DE6-0307-FFE6-AAB303F744E7}"/>
                </a:ext>
              </a:extLst>
            </p:cNvPr>
            <p:cNvSpPr/>
            <p:nvPr/>
          </p:nvSpPr>
          <p:spPr>
            <a:xfrm>
              <a:off x="696134" y="706421"/>
              <a:ext cx="15906" cy="15478"/>
            </a:xfrm>
            <a:custGeom>
              <a:avLst/>
              <a:gdLst>
                <a:gd name="connsiteX0" fmla="*/ 8001 w 15906"/>
                <a:gd name="connsiteY0" fmla="*/ 15478 h 15478"/>
                <a:gd name="connsiteX1" fmla="*/ 2238 w 15906"/>
                <a:gd name="connsiteY1" fmla="*/ 13240 h 15478"/>
                <a:gd name="connsiteX2" fmla="*/ 0 w 15906"/>
                <a:gd name="connsiteY2" fmla="*/ 7715 h 15478"/>
                <a:gd name="connsiteX3" fmla="*/ 2238 w 15906"/>
                <a:gd name="connsiteY3" fmla="*/ 2143 h 15478"/>
                <a:gd name="connsiteX4" fmla="*/ 8001 w 15906"/>
                <a:gd name="connsiteY4" fmla="*/ 0 h 15478"/>
                <a:gd name="connsiteX5" fmla="*/ 13716 w 15906"/>
                <a:gd name="connsiteY5" fmla="*/ 2143 h 15478"/>
                <a:gd name="connsiteX6" fmla="*/ 15907 w 15906"/>
                <a:gd name="connsiteY6" fmla="*/ 7715 h 15478"/>
                <a:gd name="connsiteX7" fmla="*/ 13716 w 15906"/>
                <a:gd name="connsiteY7" fmla="*/ 13240 h 15478"/>
                <a:gd name="connsiteX8" fmla="*/ 8001 w 15906"/>
                <a:gd name="connsiteY8" fmla="*/ 15478 h 1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906" h="15478">
                  <a:moveTo>
                    <a:pt x="8001" y="15478"/>
                  </a:moveTo>
                  <a:cubicBezTo>
                    <a:pt x="5667" y="15478"/>
                    <a:pt x="3715" y="14716"/>
                    <a:pt x="2238" y="13240"/>
                  </a:cubicBezTo>
                  <a:cubicBezTo>
                    <a:pt x="762" y="11763"/>
                    <a:pt x="0" y="9906"/>
                    <a:pt x="0" y="7715"/>
                  </a:cubicBezTo>
                  <a:cubicBezTo>
                    <a:pt x="0" y="5429"/>
                    <a:pt x="762" y="3572"/>
                    <a:pt x="2238" y="2143"/>
                  </a:cubicBezTo>
                  <a:cubicBezTo>
                    <a:pt x="3715" y="714"/>
                    <a:pt x="5667" y="0"/>
                    <a:pt x="8001" y="0"/>
                  </a:cubicBezTo>
                  <a:cubicBezTo>
                    <a:pt x="10335" y="0"/>
                    <a:pt x="12240" y="714"/>
                    <a:pt x="13716" y="2143"/>
                  </a:cubicBezTo>
                  <a:cubicBezTo>
                    <a:pt x="15192" y="3572"/>
                    <a:pt x="15907" y="5429"/>
                    <a:pt x="15907" y="7715"/>
                  </a:cubicBezTo>
                  <a:cubicBezTo>
                    <a:pt x="15907" y="10001"/>
                    <a:pt x="15192" y="11716"/>
                    <a:pt x="13716" y="13240"/>
                  </a:cubicBezTo>
                  <a:cubicBezTo>
                    <a:pt x="12240" y="14716"/>
                    <a:pt x="10335" y="15478"/>
                    <a:pt x="8001" y="15478"/>
                  </a:cubicBezTo>
                  <a:close/>
                </a:path>
              </a:pathLst>
            </a:custGeom>
            <a:solidFill>
              <a:srgbClr val="FFFFFF"/>
            </a:solidFill>
            <a:ln w="4763" cap="flat">
              <a:noFill/>
              <a:prstDash val="solid"/>
              <a:miter/>
            </a:ln>
          </p:spPr>
          <p:txBody>
            <a:bodyPr rtlCol="0" anchor="ctr"/>
            <a:lstStyle/>
            <a:p>
              <a:endParaRPr lang="en-AU"/>
            </a:p>
          </p:txBody>
        </p:sp>
        <p:sp>
          <p:nvSpPr>
            <p:cNvPr id="20" name="Freeform: Shape 19">
              <a:extLst>
                <a:ext uri="{FF2B5EF4-FFF2-40B4-BE49-F238E27FC236}">
                  <a16:creationId xmlns:a16="http://schemas.microsoft.com/office/drawing/2014/main" id="{16592611-8CE9-2C0E-6B91-3B9963E7579F}"/>
                </a:ext>
              </a:extLst>
            </p:cNvPr>
            <p:cNvSpPr/>
            <p:nvPr/>
          </p:nvSpPr>
          <p:spPr>
            <a:xfrm>
              <a:off x="722614" y="668274"/>
              <a:ext cx="48291" cy="53863"/>
            </a:xfrm>
            <a:custGeom>
              <a:avLst/>
              <a:gdLst>
                <a:gd name="connsiteX0" fmla="*/ 25146 w 48291"/>
                <a:gd name="connsiteY0" fmla="*/ 53769 h 53863"/>
                <a:gd name="connsiteX1" fmla="*/ 12240 w 48291"/>
                <a:gd name="connsiteY1" fmla="*/ 50911 h 53863"/>
                <a:gd name="connsiteX2" fmla="*/ 3286 w 48291"/>
                <a:gd name="connsiteY2" fmla="*/ 42100 h 53863"/>
                <a:gd name="connsiteX3" fmla="*/ 0 w 48291"/>
                <a:gd name="connsiteY3" fmla="*/ 27099 h 53863"/>
                <a:gd name="connsiteX4" fmla="*/ 3191 w 48291"/>
                <a:gd name="connsiteY4" fmla="*/ 11954 h 53863"/>
                <a:gd name="connsiteX5" fmla="*/ 12002 w 48291"/>
                <a:gd name="connsiteY5" fmla="*/ 2953 h 53863"/>
                <a:gd name="connsiteX6" fmla="*/ 25146 w 48291"/>
                <a:gd name="connsiteY6" fmla="*/ 0 h 53863"/>
                <a:gd name="connsiteX7" fmla="*/ 36528 w 48291"/>
                <a:gd name="connsiteY7" fmla="*/ 2095 h 53863"/>
                <a:gd name="connsiteX8" fmla="*/ 44625 w 48291"/>
                <a:gd name="connsiteY8" fmla="*/ 8334 h 53863"/>
                <a:gd name="connsiteX9" fmla="*/ 47816 w 48291"/>
                <a:gd name="connsiteY9" fmla="*/ 18859 h 53863"/>
                <a:gd name="connsiteX10" fmla="*/ 36528 w 48291"/>
                <a:gd name="connsiteY10" fmla="*/ 18859 h 53863"/>
                <a:gd name="connsiteX11" fmla="*/ 33338 w 48291"/>
                <a:gd name="connsiteY11" fmla="*/ 11716 h 53863"/>
                <a:gd name="connsiteX12" fmla="*/ 25241 w 48291"/>
                <a:gd name="connsiteY12" fmla="*/ 9096 h 53863"/>
                <a:gd name="connsiteX13" fmla="*/ 15097 w 48291"/>
                <a:gd name="connsiteY13" fmla="*/ 13811 h 53863"/>
                <a:gd name="connsiteX14" fmla="*/ 11859 w 48291"/>
                <a:gd name="connsiteY14" fmla="*/ 27099 h 53863"/>
                <a:gd name="connsiteX15" fmla="*/ 13287 w 48291"/>
                <a:gd name="connsiteY15" fmla="*/ 36624 h 53863"/>
                <a:gd name="connsiteX16" fmla="*/ 17717 w 48291"/>
                <a:gd name="connsiteY16" fmla="*/ 42672 h 53863"/>
                <a:gd name="connsiteX17" fmla="*/ 25289 w 48291"/>
                <a:gd name="connsiteY17" fmla="*/ 44767 h 53863"/>
                <a:gd name="connsiteX18" fmla="*/ 33671 w 48291"/>
                <a:gd name="connsiteY18" fmla="*/ 42005 h 53863"/>
                <a:gd name="connsiteX19" fmla="*/ 37005 w 48291"/>
                <a:gd name="connsiteY19" fmla="*/ 34004 h 53863"/>
                <a:gd name="connsiteX20" fmla="*/ 48292 w 48291"/>
                <a:gd name="connsiteY20" fmla="*/ 34004 h 53863"/>
                <a:gd name="connsiteX21" fmla="*/ 45101 w 48291"/>
                <a:gd name="connsiteY21" fmla="*/ 44958 h 53863"/>
                <a:gd name="connsiteX22" fmla="*/ 36909 w 48291"/>
                <a:gd name="connsiteY22" fmla="*/ 51625 h 53863"/>
                <a:gd name="connsiteX23" fmla="*/ 25241 w 48291"/>
                <a:gd name="connsiteY23" fmla="*/ 53864 h 53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8291" h="53863">
                  <a:moveTo>
                    <a:pt x="25146" y="53769"/>
                  </a:moveTo>
                  <a:cubicBezTo>
                    <a:pt x="20336" y="53769"/>
                    <a:pt x="16050" y="52816"/>
                    <a:pt x="12240" y="50911"/>
                  </a:cubicBezTo>
                  <a:cubicBezTo>
                    <a:pt x="8477" y="49006"/>
                    <a:pt x="5477" y="46053"/>
                    <a:pt x="3286" y="42100"/>
                  </a:cubicBezTo>
                  <a:cubicBezTo>
                    <a:pt x="1095" y="38148"/>
                    <a:pt x="0" y="33147"/>
                    <a:pt x="0" y="27099"/>
                  </a:cubicBezTo>
                  <a:cubicBezTo>
                    <a:pt x="0" y="21050"/>
                    <a:pt x="1048" y="15954"/>
                    <a:pt x="3191" y="11954"/>
                  </a:cubicBezTo>
                  <a:cubicBezTo>
                    <a:pt x="5334" y="7953"/>
                    <a:pt x="8239" y="4953"/>
                    <a:pt x="12002" y="2953"/>
                  </a:cubicBezTo>
                  <a:cubicBezTo>
                    <a:pt x="15764" y="952"/>
                    <a:pt x="20145" y="0"/>
                    <a:pt x="25146" y="0"/>
                  </a:cubicBezTo>
                  <a:cubicBezTo>
                    <a:pt x="29337" y="0"/>
                    <a:pt x="33147" y="714"/>
                    <a:pt x="36528" y="2095"/>
                  </a:cubicBezTo>
                  <a:cubicBezTo>
                    <a:pt x="39910" y="3477"/>
                    <a:pt x="42624" y="5572"/>
                    <a:pt x="44625" y="8334"/>
                  </a:cubicBezTo>
                  <a:cubicBezTo>
                    <a:pt x="46625" y="11097"/>
                    <a:pt x="47720" y="14621"/>
                    <a:pt x="47816" y="18859"/>
                  </a:cubicBezTo>
                  <a:lnTo>
                    <a:pt x="36528" y="18859"/>
                  </a:lnTo>
                  <a:cubicBezTo>
                    <a:pt x="36338" y="15811"/>
                    <a:pt x="35290" y="13430"/>
                    <a:pt x="33338" y="11716"/>
                  </a:cubicBezTo>
                  <a:cubicBezTo>
                    <a:pt x="31385" y="9954"/>
                    <a:pt x="28670" y="9096"/>
                    <a:pt x="25241" y="9096"/>
                  </a:cubicBezTo>
                  <a:cubicBezTo>
                    <a:pt x="20622" y="9096"/>
                    <a:pt x="17240" y="10668"/>
                    <a:pt x="15097" y="13811"/>
                  </a:cubicBezTo>
                  <a:cubicBezTo>
                    <a:pt x="12906" y="16954"/>
                    <a:pt x="11859" y="21384"/>
                    <a:pt x="11859" y="27099"/>
                  </a:cubicBezTo>
                  <a:cubicBezTo>
                    <a:pt x="11859" y="30813"/>
                    <a:pt x="12335" y="33957"/>
                    <a:pt x="13287" y="36624"/>
                  </a:cubicBezTo>
                  <a:cubicBezTo>
                    <a:pt x="14240" y="39243"/>
                    <a:pt x="15716" y="41291"/>
                    <a:pt x="17717" y="42672"/>
                  </a:cubicBezTo>
                  <a:cubicBezTo>
                    <a:pt x="19717" y="44053"/>
                    <a:pt x="22193" y="44767"/>
                    <a:pt x="25289" y="44767"/>
                  </a:cubicBezTo>
                  <a:cubicBezTo>
                    <a:pt x="28766" y="44767"/>
                    <a:pt x="31575" y="43863"/>
                    <a:pt x="33671" y="42005"/>
                  </a:cubicBezTo>
                  <a:cubicBezTo>
                    <a:pt x="35766" y="40148"/>
                    <a:pt x="36862" y="37481"/>
                    <a:pt x="37005" y="34004"/>
                  </a:cubicBezTo>
                  <a:lnTo>
                    <a:pt x="48292" y="34004"/>
                  </a:lnTo>
                  <a:cubicBezTo>
                    <a:pt x="48197" y="38338"/>
                    <a:pt x="47101" y="42005"/>
                    <a:pt x="45101" y="44958"/>
                  </a:cubicBezTo>
                  <a:cubicBezTo>
                    <a:pt x="43053" y="47911"/>
                    <a:pt x="40338" y="50149"/>
                    <a:pt x="36909" y="51625"/>
                  </a:cubicBezTo>
                  <a:cubicBezTo>
                    <a:pt x="33480" y="53102"/>
                    <a:pt x="29575" y="53864"/>
                    <a:pt x="25241" y="53864"/>
                  </a:cubicBezTo>
                  <a:close/>
                </a:path>
              </a:pathLst>
            </a:custGeom>
            <a:solidFill>
              <a:srgbClr val="FFFFFF"/>
            </a:solidFill>
            <a:ln w="4763" cap="flat">
              <a:noFill/>
              <a:prstDash val="solid"/>
              <a:miter/>
            </a:ln>
          </p:spPr>
          <p:txBody>
            <a:bodyPr rtlCol="0" anchor="ctr"/>
            <a:lstStyle/>
            <a:p>
              <a:endParaRPr lang="en-AU"/>
            </a:p>
          </p:txBody>
        </p:sp>
        <p:sp>
          <p:nvSpPr>
            <p:cNvPr id="21" name="Freeform: Shape 20">
              <a:extLst>
                <a:ext uri="{FF2B5EF4-FFF2-40B4-BE49-F238E27FC236}">
                  <a16:creationId xmlns:a16="http://schemas.microsoft.com/office/drawing/2014/main" id="{ED13711F-8729-B0BE-FD66-F92CE291AD93}"/>
                </a:ext>
              </a:extLst>
            </p:cNvPr>
            <p:cNvSpPr/>
            <p:nvPr/>
          </p:nvSpPr>
          <p:spPr>
            <a:xfrm>
              <a:off x="781431" y="668131"/>
              <a:ext cx="51006" cy="53959"/>
            </a:xfrm>
            <a:custGeom>
              <a:avLst/>
              <a:gdLst>
                <a:gd name="connsiteX0" fmla="*/ 25289 w 51006"/>
                <a:gd name="connsiteY0" fmla="*/ 53959 h 53959"/>
                <a:gd name="connsiteX1" fmla="*/ 11859 w 51006"/>
                <a:gd name="connsiteY1" fmla="*/ 50768 h 53959"/>
                <a:gd name="connsiteX2" fmla="*/ 3096 w 51006"/>
                <a:gd name="connsiteY2" fmla="*/ 41577 h 53959"/>
                <a:gd name="connsiteX3" fmla="*/ 0 w 51006"/>
                <a:gd name="connsiteY3" fmla="*/ 27146 h 53959"/>
                <a:gd name="connsiteX4" fmla="*/ 3096 w 51006"/>
                <a:gd name="connsiteY4" fmla="*/ 12478 h 53959"/>
                <a:gd name="connsiteX5" fmla="*/ 11859 w 51006"/>
                <a:gd name="connsiteY5" fmla="*/ 3191 h 53959"/>
                <a:gd name="connsiteX6" fmla="*/ 25289 w 51006"/>
                <a:gd name="connsiteY6" fmla="*/ 0 h 53959"/>
                <a:gd name="connsiteX7" fmla="*/ 39005 w 51006"/>
                <a:gd name="connsiteY7" fmla="*/ 3191 h 53959"/>
                <a:gd name="connsiteX8" fmla="*/ 47863 w 51006"/>
                <a:gd name="connsiteY8" fmla="*/ 12478 h 53959"/>
                <a:gd name="connsiteX9" fmla="*/ 51006 w 51006"/>
                <a:gd name="connsiteY9" fmla="*/ 27146 h 53959"/>
                <a:gd name="connsiteX10" fmla="*/ 47863 w 51006"/>
                <a:gd name="connsiteY10" fmla="*/ 41577 h 53959"/>
                <a:gd name="connsiteX11" fmla="*/ 39005 w 51006"/>
                <a:gd name="connsiteY11" fmla="*/ 50768 h 53959"/>
                <a:gd name="connsiteX12" fmla="*/ 25289 w 51006"/>
                <a:gd name="connsiteY12" fmla="*/ 53959 h 53959"/>
                <a:gd name="connsiteX13" fmla="*/ 25289 w 51006"/>
                <a:gd name="connsiteY13" fmla="*/ 45006 h 53959"/>
                <a:gd name="connsiteX14" fmla="*/ 33576 w 51006"/>
                <a:gd name="connsiteY14" fmla="*/ 42672 h 53959"/>
                <a:gd name="connsiteX15" fmla="*/ 37909 w 51006"/>
                <a:gd name="connsiteY15" fmla="*/ 36290 h 53959"/>
                <a:gd name="connsiteX16" fmla="*/ 39195 w 51006"/>
                <a:gd name="connsiteY16" fmla="*/ 27242 h 53959"/>
                <a:gd name="connsiteX17" fmla="*/ 37909 w 51006"/>
                <a:gd name="connsiteY17" fmla="*/ 18002 h 53959"/>
                <a:gd name="connsiteX18" fmla="*/ 33576 w 51006"/>
                <a:gd name="connsiteY18" fmla="*/ 11525 h 53959"/>
                <a:gd name="connsiteX19" fmla="*/ 25289 w 51006"/>
                <a:gd name="connsiteY19" fmla="*/ 9144 h 53959"/>
                <a:gd name="connsiteX20" fmla="*/ 17335 w 51006"/>
                <a:gd name="connsiteY20" fmla="*/ 11525 h 53959"/>
                <a:gd name="connsiteX21" fmla="*/ 13097 w 51006"/>
                <a:gd name="connsiteY21" fmla="*/ 18002 h 53959"/>
                <a:gd name="connsiteX22" fmla="*/ 11811 w 51006"/>
                <a:gd name="connsiteY22" fmla="*/ 27242 h 53959"/>
                <a:gd name="connsiteX23" fmla="*/ 13097 w 51006"/>
                <a:gd name="connsiteY23" fmla="*/ 36290 h 53959"/>
                <a:gd name="connsiteX24" fmla="*/ 17335 w 51006"/>
                <a:gd name="connsiteY24" fmla="*/ 42672 h 53959"/>
                <a:gd name="connsiteX25" fmla="*/ 25289 w 51006"/>
                <a:gd name="connsiteY25" fmla="*/ 45006 h 53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006" h="53959">
                  <a:moveTo>
                    <a:pt x="25289" y="53959"/>
                  </a:moveTo>
                  <a:cubicBezTo>
                    <a:pt x="20145" y="53959"/>
                    <a:pt x="15621" y="52911"/>
                    <a:pt x="11859" y="50768"/>
                  </a:cubicBezTo>
                  <a:cubicBezTo>
                    <a:pt x="8049" y="48673"/>
                    <a:pt x="5144" y="45577"/>
                    <a:pt x="3096" y="41577"/>
                  </a:cubicBezTo>
                  <a:cubicBezTo>
                    <a:pt x="1048" y="37576"/>
                    <a:pt x="0" y="32766"/>
                    <a:pt x="0" y="27146"/>
                  </a:cubicBezTo>
                  <a:cubicBezTo>
                    <a:pt x="0" y="21527"/>
                    <a:pt x="1048" y="16574"/>
                    <a:pt x="3096" y="12478"/>
                  </a:cubicBezTo>
                  <a:cubicBezTo>
                    <a:pt x="5144" y="8382"/>
                    <a:pt x="8049" y="5334"/>
                    <a:pt x="11859" y="3191"/>
                  </a:cubicBezTo>
                  <a:cubicBezTo>
                    <a:pt x="15669" y="1048"/>
                    <a:pt x="20145" y="0"/>
                    <a:pt x="25289" y="0"/>
                  </a:cubicBezTo>
                  <a:cubicBezTo>
                    <a:pt x="30432" y="0"/>
                    <a:pt x="35147" y="1048"/>
                    <a:pt x="39005" y="3191"/>
                  </a:cubicBezTo>
                  <a:cubicBezTo>
                    <a:pt x="42863" y="5334"/>
                    <a:pt x="45815" y="8430"/>
                    <a:pt x="47863" y="12478"/>
                  </a:cubicBezTo>
                  <a:cubicBezTo>
                    <a:pt x="49959" y="16526"/>
                    <a:pt x="51006" y="21431"/>
                    <a:pt x="51006" y="27146"/>
                  </a:cubicBezTo>
                  <a:cubicBezTo>
                    <a:pt x="51006" y="32861"/>
                    <a:pt x="49959" y="37529"/>
                    <a:pt x="47863" y="41577"/>
                  </a:cubicBezTo>
                  <a:cubicBezTo>
                    <a:pt x="45768" y="45577"/>
                    <a:pt x="42815" y="48673"/>
                    <a:pt x="39005" y="50768"/>
                  </a:cubicBezTo>
                  <a:cubicBezTo>
                    <a:pt x="35195" y="52911"/>
                    <a:pt x="30623" y="53959"/>
                    <a:pt x="25289" y="53959"/>
                  </a:cubicBezTo>
                  <a:close/>
                  <a:moveTo>
                    <a:pt x="25289" y="45006"/>
                  </a:moveTo>
                  <a:cubicBezTo>
                    <a:pt x="28765" y="45006"/>
                    <a:pt x="31528" y="44244"/>
                    <a:pt x="33576" y="42672"/>
                  </a:cubicBezTo>
                  <a:cubicBezTo>
                    <a:pt x="35623" y="41100"/>
                    <a:pt x="37052" y="38957"/>
                    <a:pt x="37909" y="36290"/>
                  </a:cubicBezTo>
                  <a:cubicBezTo>
                    <a:pt x="38767" y="33576"/>
                    <a:pt x="39195" y="30575"/>
                    <a:pt x="39195" y="27242"/>
                  </a:cubicBezTo>
                  <a:cubicBezTo>
                    <a:pt x="39195" y="23908"/>
                    <a:pt x="38767" y="20717"/>
                    <a:pt x="37909" y="18002"/>
                  </a:cubicBezTo>
                  <a:cubicBezTo>
                    <a:pt x="37052" y="15288"/>
                    <a:pt x="35623" y="13097"/>
                    <a:pt x="33576" y="11525"/>
                  </a:cubicBezTo>
                  <a:cubicBezTo>
                    <a:pt x="31528" y="9954"/>
                    <a:pt x="28765" y="9144"/>
                    <a:pt x="25289" y="9144"/>
                  </a:cubicBezTo>
                  <a:cubicBezTo>
                    <a:pt x="21812" y="9144"/>
                    <a:pt x="19288" y="9954"/>
                    <a:pt x="17335" y="11525"/>
                  </a:cubicBezTo>
                  <a:cubicBezTo>
                    <a:pt x="15383" y="13097"/>
                    <a:pt x="13954" y="15288"/>
                    <a:pt x="13097" y="18002"/>
                  </a:cubicBezTo>
                  <a:cubicBezTo>
                    <a:pt x="12240" y="20717"/>
                    <a:pt x="11811" y="23813"/>
                    <a:pt x="11811" y="27242"/>
                  </a:cubicBezTo>
                  <a:cubicBezTo>
                    <a:pt x="11811" y="30671"/>
                    <a:pt x="12240" y="33623"/>
                    <a:pt x="13097" y="36290"/>
                  </a:cubicBezTo>
                  <a:cubicBezTo>
                    <a:pt x="13954" y="38957"/>
                    <a:pt x="15383" y="41100"/>
                    <a:pt x="17335" y="42672"/>
                  </a:cubicBezTo>
                  <a:cubicBezTo>
                    <a:pt x="19288" y="44244"/>
                    <a:pt x="21955" y="45006"/>
                    <a:pt x="25289" y="45006"/>
                  </a:cubicBezTo>
                  <a:close/>
                </a:path>
              </a:pathLst>
            </a:custGeom>
            <a:solidFill>
              <a:srgbClr val="FFFFFF"/>
            </a:solidFill>
            <a:ln w="4763" cap="flat">
              <a:noFill/>
              <a:prstDash val="solid"/>
              <a:miter/>
            </a:ln>
          </p:spPr>
          <p:txBody>
            <a:bodyPr rtlCol="0" anchor="ctr"/>
            <a:lstStyle/>
            <a:p>
              <a:endParaRPr lang="en-AU"/>
            </a:p>
          </p:txBody>
        </p:sp>
        <p:sp>
          <p:nvSpPr>
            <p:cNvPr id="22" name="Freeform: Shape 21">
              <a:extLst>
                <a:ext uri="{FF2B5EF4-FFF2-40B4-BE49-F238E27FC236}">
                  <a16:creationId xmlns:a16="http://schemas.microsoft.com/office/drawing/2014/main" id="{F5FED478-DB14-64BF-27A6-FA5890A09C28}"/>
                </a:ext>
              </a:extLst>
            </p:cNvPr>
            <p:cNvSpPr/>
            <p:nvPr/>
          </p:nvSpPr>
          <p:spPr>
            <a:xfrm>
              <a:off x="845772" y="668321"/>
              <a:ext cx="79724" cy="52911"/>
            </a:xfrm>
            <a:custGeom>
              <a:avLst/>
              <a:gdLst>
                <a:gd name="connsiteX0" fmla="*/ 48 w 79724"/>
                <a:gd name="connsiteY0" fmla="*/ 52911 h 52911"/>
                <a:gd name="connsiteX1" fmla="*/ 48 w 79724"/>
                <a:gd name="connsiteY1" fmla="*/ 810 h 52911"/>
                <a:gd name="connsiteX2" fmla="*/ 11144 w 79724"/>
                <a:gd name="connsiteY2" fmla="*/ 810 h 52911"/>
                <a:gd name="connsiteX3" fmla="*/ 11430 w 79724"/>
                <a:gd name="connsiteY3" fmla="*/ 8715 h 52911"/>
                <a:gd name="connsiteX4" fmla="*/ 18336 w 79724"/>
                <a:gd name="connsiteY4" fmla="*/ 2762 h 52911"/>
                <a:gd name="connsiteX5" fmla="*/ 29432 w 79724"/>
                <a:gd name="connsiteY5" fmla="*/ 48 h 52911"/>
                <a:gd name="connsiteX6" fmla="*/ 41720 w 79724"/>
                <a:gd name="connsiteY6" fmla="*/ 5048 h 52911"/>
                <a:gd name="connsiteX7" fmla="*/ 45720 w 79724"/>
                <a:gd name="connsiteY7" fmla="*/ 19098 h 52911"/>
                <a:gd name="connsiteX8" fmla="*/ 45720 w 79724"/>
                <a:gd name="connsiteY8" fmla="*/ 52864 h 52911"/>
                <a:gd name="connsiteX9" fmla="*/ 34100 w 79724"/>
                <a:gd name="connsiteY9" fmla="*/ 52864 h 52911"/>
                <a:gd name="connsiteX10" fmla="*/ 34100 w 79724"/>
                <a:gd name="connsiteY10" fmla="*/ 20622 h 52911"/>
                <a:gd name="connsiteX11" fmla="*/ 33338 w 79724"/>
                <a:gd name="connsiteY11" fmla="*/ 14764 h 52911"/>
                <a:gd name="connsiteX12" fmla="*/ 30671 w 79724"/>
                <a:gd name="connsiteY12" fmla="*/ 10811 h 52911"/>
                <a:gd name="connsiteX13" fmla="*/ 25384 w 79724"/>
                <a:gd name="connsiteY13" fmla="*/ 9382 h 52911"/>
                <a:gd name="connsiteX14" fmla="*/ 17193 w 79724"/>
                <a:gd name="connsiteY14" fmla="*/ 11716 h 52911"/>
                <a:gd name="connsiteX15" fmla="*/ 11573 w 79724"/>
                <a:gd name="connsiteY15" fmla="*/ 17002 h 52911"/>
                <a:gd name="connsiteX16" fmla="*/ 11573 w 79724"/>
                <a:gd name="connsiteY16" fmla="*/ 52864 h 52911"/>
                <a:gd name="connsiteX17" fmla="*/ 0 w 79724"/>
                <a:gd name="connsiteY17" fmla="*/ 52864 h 52911"/>
                <a:gd name="connsiteX18" fmla="*/ 68199 w 79724"/>
                <a:gd name="connsiteY18" fmla="*/ 52911 h 52911"/>
                <a:gd name="connsiteX19" fmla="*/ 68199 w 79724"/>
                <a:gd name="connsiteY19" fmla="*/ 20669 h 52911"/>
                <a:gd name="connsiteX20" fmla="*/ 67437 w 79724"/>
                <a:gd name="connsiteY20" fmla="*/ 14811 h 52911"/>
                <a:gd name="connsiteX21" fmla="*/ 64770 w 79724"/>
                <a:gd name="connsiteY21" fmla="*/ 10858 h 52911"/>
                <a:gd name="connsiteX22" fmla="*/ 59484 w 79724"/>
                <a:gd name="connsiteY22" fmla="*/ 9430 h 52911"/>
                <a:gd name="connsiteX23" fmla="*/ 51292 w 79724"/>
                <a:gd name="connsiteY23" fmla="*/ 11668 h 52911"/>
                <a:gd name="connsiteX24" fmla="*/ 45529 w 79724"/>
                <a:gd name="connsiteY24" fmla="*/ 16812 h 52911"/>
                <a:gd name="connsiteX25" fmla="*/ 43958 w 79724"/>
                <a:gd name="connsiteY25" fmla="*/ 9096 h 52911"/>
                <a:gd name="connsiteX26" fmla="*/ 52006 w 79724"/>
                <a:gd name="connsiteY26" fmla="*/ 2810 h 52911"/>
                <a:gd name="connsiteX27" fmla="*/ 63484 w 79724"/>
                <a:gd name="connsiteY27" fmla="*/ 0 h 52911"/>
                <a:gd name="connsiteX28" fmla="*/ 75724 w 79724"/>
                <a:gd name="connsiteY28" fmla="*/ 5001 h 52911"/>
                <a:gd name="connsiteX29" fmla="*/ 79724 w 79724"/>
                <a:gd name="connsiteY29" fmla="*/ 19050 h 52911"/>
                <a:gd name="connsiteX30" fmla="*/ 79724 w 79724"/>
                <a:gd name="connsiteY30" fmla="*/ 52816 h 52911"/>
                <a:gd name="connsiteX31" fmla="*/ 68199 w 79724"/>
                <a:gd name="connsiteY31" fmla="*/ 52816 h 52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79724" h="52911">
                  <a:moveTo>
                    <a:pt x="48" y="52911"/>
                  </a:moveTo>
                  <a:lnTo>
                    <a:pt x="48" y="810"/>
                  </a:lnTo>
                  <a:lnTo>
                    <a:pt x="11144" y="810"/>
                  </a:lnTo>
                  <a:lnTo>
                    <a:pt x="11430" y="8715"/>
                  </a:lnTo>
                  <a:cubicBezTo>
                    <a:pt x="13049" y="6525"/>
                    <a:pt x="15383" y="4572"/>
                    <a:pt x="18336" y="2762"/>
                  </a:cubicBezTo>
                  <a:cubicBezTo>
                    <a:pt x="21288" y="952"/>
                    <a:pt x="25003" y="48"/>
                    <a:pt x="29432" y="48"/>
                  </a:cubicBezTo>
                  <a:cubicBezTo>
                    <a:pt x="34957" y="48"/>
                    <a:pt x="39052" y="1715"/>
                    <a:pt x="41720" y="5048"/>
                  </a:cubicBezTo>
                  <a:cubicBezTo>
                    <a:pt x="44387" y="8382"/>
                    <a:pt x="45720" y="13097"/>
                    <a:pt x="45720" y="19098"/>
                  </a:cubicBezTo>
                  <a:lnTo>
                    <a:pt x="45720" y="52864"/>
                  </a:lnTo>
                  <a:lnTo>
                    <a:pt x="34100" y="52864"/>
                  </a:lnTo>
                  <a:lnTo>
                    <a:pt x="34100" y="20622"/>
                  </a:lnTo>
                  <a:cubicBezTo>
                    <a:pt x="34100" y="18431"/>
                    <a:pt x="33861" y="16478"/>
                    <a:pt x="33338" y="14764"/>
                  </a:cubicBezTo>
                  <a:cubicBezTo>
                    <a:pt x="32814" y="13049"/>
                    <a:pt x="31909" y="11763"/>
                    <a:pt x="30671" y="10811"/>
                  </a:cubicBezTo>
                  <a:cubicBezTo>
                    <a:pt x="29385" y="9858"/>
                    <a:pt x="27670" y="9382"/>
                    <a:pt x="25384" y="9382"/>
                  </a:cubicBezTo>
                  <a:cubicBezTo>
                    <a:pt x="22193" y="9382"/>
                    <a:pt x="19431" y="10144"/>
                    <a:pt x="17193" y="11716"/>
                  </a:cubicBezTo>
                  <a:cubicBezTo>
                    <a:pt x="14954" y="13287"/>
                    <a:pt x="13097" y="15002"/>
                    <a:pt x="11573" y="17002"/>
                  </a:cubicBezTo>
                  <a:lnTo>
                    <a:pt x="11573" y="52864"/>
                  </a:lnTo>
                  <a:lnTo>
                    <a:pt x="0" y="52864"/>
                  </a:lnTo>
                  <a:close/>
                  <a:moveTo>
                    <a:pt x="68199" y="52911"/>
                  </a:moveTo>
                  <a:lnTo>
                    <a:pt x="68199" y="20669"/>
                  </a:lnTo>
                  <a:cubicBezTo>
                    <a:pt x="68199" y="18479"/>
                    <a:pt x="67961" y="16526"/>
                    <a:pt x="67437" y="14811"/>
                  </a:cubicBezTo>
                  <a:cubicBezTo>
                    <a:pt x="66913" y="13097"/>
                    <a:pt x="66008" y="11811"/>
                    <a:pt x="64770" y="10858"/>
                  </a:cubicBezTo>
                  <a:cubicBezTo>
                    <a:pt x="63484" y="9906"/>
                    <a:pt x="61770" y="9430"/>
                    <a:pt x="59484" y="9430"/>
                  </a:cubicBezTo>
                  <a:cubicBezTo>
                    <a:pt x="56293" y="9430"/>
                    <a:pt x="53531" y="10144"/>
                    <a:pt x="51292" y="11668"/>
                  </a:cubicBezTo>
                  <a:cubicBezTo>
                    <a:pt x="49054" y="13144"/>
                    <a:pt x="47101" y="14859"/>
                    <a:pt x="45529" y="16812"/>
                  </a:cubicBezTo>
                  <a:lnTo>
                    <a:pt x="43958" y="9096"/>
                  </a:lnTo>
                  <a:cubicBezTo>
                    <a:pt x="46101" y="6763"/>
                    <a:pt x="48768" y="4667"/>
                    <a:pt x="52006" y="2810"/>
                  </a:cubicBezTo>
                  <a:cubicBezTo>
                    <a:pt x="55245" y="952"/>
                    <a:pt x="59055" y="0"/>
                    <a:pt x="63484" y="0"/>
                  </a:cubicBezTo>
                  <a:cubicBezTo>
                    <a:pt x="68961" y="0"/>
                    <a:pt x="73057" y="1667"/>
                    <a:pt x="75724" y="5001"/>
                  </a:cubicBezTo>
                  <a:cubicBezTo>
                    <a:pt x="78391" y="8334"/>
                    <a:pt x="79724" y="13049"/>
                    <a:pt x="79724" y="19050"/>
                  </a:cubicBezTo>
                  <a:lnTo>
                    <a:pt x="79724" y="52816"/>
                  </a:lnTo>
                  <a:lnTo>
                    <a:pt x="68199" y="52816"/>
                  </a:lnTo>
                  <a:close/>
                </a:path>
              </a:pathLst>
            </a:custGeom>
            <a:solidFill>
              <a:srgbClr val="FFFFFF"/>
            </a:solidFill>
            <a:ln w="4763" cap="flat">
              <a:noFill/>
              <a:prstDash val="solid"/>
              <a:miter/>
            </a:ln>
          </p:spPr>
          <p:txBody>
            <a:bodyPr rtlCol="0" anchor="ctr"/>
            <a:lstStyle/>
            <a:p>
              <a:endParaRPr lang="en-AU"/>
            </a:p>
          </p:txBody>
        </p:sp>
      </p:grpSp>
    </p:spTree>
    <p:extLst>
      <p:ext uri="{BB962C8B-B14F-4D97-AF65-F5344CB8AC3E}">
        <p14:creationId xmlns:p14="http://schemas.microsoft.com/office/powerpoint/2010/main" val="7061964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slide" preserve="1" userDrawn="1">
  <p:cSld name="1_Title slide">
    <p:bg>
      <p:bgPr>
        <a:solidFill>
          <a:schemeClr val="tx1"/>
        </a:solidFill>
        <a:effectLst/>
      </p:bgPr>
    </p:bg>
    <p:spTree>
      <p:nvGrpSpPr>
        <p:cNvPr id="1" name="Shape 9"/>
        <p:cNvGrpSpPr/>
        <p:nvPr/>
      </p:nvGrpSpPr>
      <p:grpSpPr>
        <a:xfrm>
          <a:off x="0" y="0"/>
          <a:ext cx="0" cy="0"/>
          <a:chOff x="0" y="0"/>
          <a:chExt cx="0" cy="0"/>
        </a:xfrm>
      </p:grpSpPr>
      <p:sp>
        <p:nvSpPr>
          <p:cNvPr id="3" name="Picture Placeholder 2">
            <a:extLst>
              <a:ext uri="{FF2B5EF4-FFF2-40B4-BE49-F238E27FC236}">
                <a16:creationId xmlns:a16="http://schemas.microsoft.com/office/drawing/2014/main" id="{8E170EA9-D2AF-9A09-EEFA-388294C307E3}"/>
              </a:ext>
            </a:extLst>
          </p:cNvPr>
          <p:cNvSpPr>
            <a:spLocks noGrp="1"/>
          </p:cNvSpPr>
          <p:nvPr>
            <p:ph type="pic" sz="quarter" idx="13" hasCustomPrompt="1"/>
          </p:nvPr>
        </p:nvSpPr>
        <p:spPr>
          <a:xfrm>
            <a:off x="0" y="703898"/>
            <a:ext cx="9146381" cy="4439602"/>
          </a:xfrm>
          <a:custGeom>
            <a:avLst/>
            <a:gdLst>
              <a:gd name="connsiteX0" fmla="*/ 0 w 9144000"/>
              <a:gd name="connsiteY0" fmla="*/ 0 h 2270297"/>
              <a:gd name="connsiteX1" fmla="*/ 9144000 w 9144000"/>
              <a:gd name="connsiteY1" fmla="*/ 0 h 2270297"/>
              <a:gd name="connsiteX2" fmla="*/ 9144000 w 9144000"/>
              <a:gd name="connsiteY2" fmla="*/ 2270297 h 2270297"/>
              <a:gd name="connsiteX3" fmla="*/ 0 w 9144000"/>
              <a:gd name="connsiteY3" fmla="*/ 2270297 h 2270297"/>
              <a:gd name="connsiteX4" fmla="*/ 0 w 9144000"/>
              <a:gd name="connsiteY4" fmla="*/ 0 h 2270297"/>
              <a:gd name="connsiteX0" fmla="*/ 0 w 9144000"/>
              <a:gd name="connsiteY0" fmla="*/ 5542 h 2275839"/>
              <a:gd name="connsiteX1" fmla="*/ 7642860 w 9144000"/>
              <a:gd name="connsiteY1" fmla="*/ 0 h 2275839"/>
              <a:gd name="connsiteX2" fmla="*/ 9144000 w 9144000"/>
              <a:gd name="connsiteY2" fmla="*/ 5542 h 2275839"/>
              <a:gd name="connsiteX3" fmla="*/ 9144000 w 9144000"/>
              <a:gd name="connsiteY3" fmla="*/ 2275839 h 2275839"/>
              <a:gd name="connsiteX4" fmla="*/ 0 w 9144000"/>
              <a:gd name="connsiteY4" fmla="*/ 2275839 h 2275839"/>
              <a:gd name="connsiteX5" fmla="*/ 0 w 9144000"/>
              <a:gd name="connsiteY5" fmla="*/ 5542 h 2275839"/>
              <a:gd name="connsiteX0" fmla="*/ 0 w 9144000"/>
              <a:gd name="connsiteY0" fmla="*/ 5542 h 2275839"/>
              <a:gd name="connsiteX1" fmla="*/ 7642860 w 9144000"/>
              <a:gd name="connsiteY1" fmla="*/ 0 h 2275839"/>
              <a:gd name="connsiteX2" fmla="*/ 8877300 w 9144000"/>
              <a:gd name="connsiteY2" fmla="*/ 0 h 2275839"/>
              <a:gd name="connsiteX3" fmla="*/ 9144000 w 9144000"/>
              <a:gd name="connsiteY3" fmla="*/ 5542 h 2275839"/>
              <a:gd name="connsiteX4" fmla="*/ 9144000 w 9144000"/>
              <a:gd name="connsiteY4" fmla="*/ 2275839 h 2275839"/>
              <a:gd name="connsiteX5" fmla="*/ 0 w 9144000"/>
              <a:gd name="connsiteY5" fmla="*/ 2275839 h 2275839"/>
              <a:gd name="connsiteX6" fmla="*/ 0 w 9144000"/>
              <a:gd name="connsiteY6" fmla="*/ 5542 h 2275839"/>
              <a:gd name="connsiteX0" fmla="*/ 0 w 9144000"/>
              <a:gd name="connsiteY0" fmla="*/ 13162 h 2283459"/>
              <a:gd name="connsiteX1" fmla="*/ 7642860 w 9144000"/>
              <a:gd name="connsiteY1" fmla="*/ 7620 h 2283459"/>
              <a:gd name="connsiteX2" fmla="*/ 8282940 w 9144000"/>
              <a:gd name="connsiteY2" fmla="*/ 0 h 2283459"/>
              <a:gd name="connsiteX3" fmla="*/ 8877300 w 9144000"/>
              <a:gd name="connsiteY3" fmla="*/ 7620 h 2283459"/>
              <a:gd name="connsiteX4" fmla="*/ 9144000 w 9144000"/>
              <a:gd name="connsiteY4" fmla="*/ 13162 h 2283459"/>
              <a:gd name="connsiteX5" fmla="*/ 9144000 w 9144000"/>
              <a:gd name="connsiteY5" fmla="*/ 2283459 h 2283459"/>
              <a:gd name="connsiteX6" fmla="*/ 0 w 9144000"/>
              <a:gd name="connsiteY6" fmla="*/ 2283459 h 2283459"/>
              <a:gd name="connsiteX7" fmla="*/ 0 w 9144000"/>
              <a:gd name="connsiteY7" fmla="*/ 13162 h 2283459"/>
              <a:gd name="connsiteX0" fmla="*/ 0 w 9144000"/>
              <a:gd name="connsiteY0" fmla="*/ 150322 h 2420619"/>
              <a:gd name="connsiteX1" fmla="*/ 7642860 w 9144000"/>
              <a:gd name="connsiteY1" fmla="*/ 144780 h 2420619"/>
              <a:gd name="connsiteX2" fmla="*/ 8260080 w 9144000"/>
              <a:gd name="connsiteY2" fmla="*/ 0 h 2420619"/>
              <a:gd name="connsiteX3" fmla="*/ 8877300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609523 w 9144000"/>
              <a:gd name="connsiteY1" fmla="*/ 140017 h 2420619"/>
              <a:gd name="connsiteX2" fmla="*/ 8260080 w 9144000"/>
              <a:gd name="connsiteY2" fmla="*/ 0 h 2420619"/>
              <a:gd name="connsiteX3" fmla="*/ 8877300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609523 w 9144000"/>
              <a:gd name="connsiteY1" fmla="*/ 140017 h 2420619"/>
              <a:gd name="connsiteX2" fmla="*/ 8260080 w 9144000"/>
              <a:gd name="connsiteY2" fmla="*/ 0 h 2420619"/>
              <a:gd name="connsiteX3" fmla="*/ 8893969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602379 w 9144000"/>
              <a:gd name="connsiteY1" fmla="*/ 147161 h 2420619"/>
              <a:gd name="connsiteX2" fmla="*/ 8260080 w 9144000"/>
              <a:gd name="connsiteY2" fmla="*/ 0 h 2420619"/>
              <a:gd name="connsiteX3" fmla="*/ 8893969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576185 w 9144000"/>
              <a:gd name="connsiteY1" fmla="*/ 144780 h 2420619"/>
              <a:gd name="connsiteX2" fmla="*/ 8260080 w 9144000"/>
              <a:gd name="connsiteY2" fmla="*/ 0 h 2420619"/>
              <a:gd name="connsiteX3" fmla="*/ 8893969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576185 w 9144000"/>
              <a:gd name="connsiteY1" fmla="*/ 144780 h 2420619"/>
              <a:gd name="connsiteX2" fmla="*/ 8260080 w 9144000"/>
              <a:gd name="connsiteY2" fmla="*/ 0 h 2420619"/>
              <a:gd name="connsiteX3" fmla="*/ 8893969 w 9144000"/>
              <a:gd name="connsiteY3" fmla="*/ 149543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576185 w 9144000"/>
              <a:gd name="connsiteY1" fmla="*/ 144780 h 2420619"/>
              <a:gd name="connsiteX2" fmla="*/ 8260080 w 9144000"/>
              <a:gd name="connsiteY2" fmla="*/ 0 h 2420619"/>
              <a:gd name="connsiteX3" fmla="*/ 8936831 w 9144000"/>
              <a:gd name="connsiteY3" fmla="*/ 151924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6381"/>
              <a:gd name="connsiteY0" fmla="*/ 150322 h 2420619"/>
              <a:gd name="connsiteX1" fmla="*/ 7576185 w 9146381"/>
              <a:gd name="connsiteY1" fmla="*/ 144780 h 2420619"/>
              <a:gd name="connsiteX2" fmla="*/ 8260080 w 9146381"/>
              <a:gd name="connsiteY2" fmla="*/ 0 h 2420619"/>
              <a:gd name="connsiteX3" fmla="*/ 8936831 w 9146381"/>
              <a:gd name="connsiteY3" fmla="*/ 151924 h 2420619"/>
              <a:gd name="connsiteX4" fmla="*/ 9146381 w 9146381"/>
              <a:gd name="connsiteY4" fmla="*/ 147941 h 2420619"/>
              <a:gd name="connsiteX5" fmla="*/ 9144000 w 9146381"/>
              <a:gd name="connsiteY5" fmla="*/ 2420619 h 2420619"/>
              <a:gd name="connsiteX6" fmla="*/ 0 w 9146381"/>
              <a:gd name="connsiteY6" fmla="*/ 2420619 h 2420619"/>
              <a:gd name="connsiteX7" fmla="*/ 0 w 9146381"/>
              <a:gd name="connsiteY7" fmla="*/ 150322 h 2420619"/>
              <a:gd name="connsiteX0" fmla="*/ 0 w 9146381"/>
              <a:gd name="connsiteY0" fmla="*/ 150322 h 2420619"/>
              <a:gd name="connsiteX1" fmla="*/ 7576185 w 9146381"/>
              <a:gd name="connsiteY1" fmla="*/ 144780 h 2420619"/>
              <a:gd name="connsiteX2" fmla="*/ 8260080 w 9146381"/>
              <a:gd name="connsiteY2" fmla="*/ 0 h 2420619"/>
              <a:gd name="connsiteX3" fmla="*/ 8936831 w 9146381"/>
              <a:gd name="connsiteY3" fmla="*/ 147162 h 2420619"/>
              <a:gd name="connsiteX4" fmla="*/ 9146381 w 9146381"/>
              <a:gd name="connsiteY4" fmla="*/ 147941 h 2420619"/>
              <a:gd name="connsiteX5" fmla="*/ 9144000 w 9146381"/>
              <a:gd name="connsiteY5" fmla="*/ 2420619 h 2420619"/>
              <a:gd name="connsiteX6" fmla="*/ 0 w 9146381"/>
              <a:gd name="connsiteY6" fmla="*/ 2420619 h 2420619"/>
              <a:gd name="connsiteX7" fmla="*/ 0 w 9146381"/>
              <a:gd name="connsiteY7" fmla="*/ 150322 h 2420619"/>
              <a:gd name="connsiteX0" fmla="*/ 0 w 9146381"/>
              <a:gd name="connsiteY0" fmla="*/ 150322 h 2420619"/>
              <a:gd name="connsiteX1" fmla="*/ 7566660 w 9146381"/>
              <a:gd name="connsiteY1" fmla="*/ 142399 h 2420619"/>
              <a:gd name="connsiteX2" fmla="*/ 8260080 w 9146381"/>
              <a:gd name="connsiteY2" fmla="*/ 0 h 2420619"/>
              <a:gd name="connsiteX3" fmla="*/ 8936831 w 9146381"/>
              <a:gd name="connsiteY3" fmla="*/ 147162 h 2420619"/>
              <a:gd name="connsiteX4" fmla="*/ 9146381 w 9146381"/>
              <a:gd name="connsiteY4" fmla="*/ 147941 h 2420619"/>
              <a:gd name="connsiteX5" fmla="*/ 9144000 w 9146381"/>
              <a:gd name="connsiteY5" fmla="*/ 2420619 h 2420619"/>
              <a:gd name="connsiteX6" fmla="*/ 0 w 9146381"/>
              <a:gd name="connsiteY6" fmla="*/ 2420619 h 2420619"/>
              <a:gd name="connsiteX7" fmla="*/ 0 w 9146381"/>
              <a:gd name="connsiteY7" fmla="*/ 150322 h 2420619"/>
              <a:gd name="connsiteX0" fmla="*/ 0 w 9146381"/>
              <a:gd name="connsiteY0" fmla="*/ 155084 h 2425381"/>
              <a:gd name="connsiteX1" fmla="*/ 7566660 w 9146381"/>
              <a:gd name="connsiteY1" fmla="*/ 147161 h 2425381"/>
              <a:gd name="connsiteX2" fmla="*/ 8250555 w 9146381"/>
              <a:gd name="connsiteY2" fmla="*/ 0 h 2425381"/>
              <a:gd name="connsiteX3" fmla="*/ 8936831 w 9146381"/>
              <a:gd name="connsiteY3" fmla="*/ 151924 h 2425381"/>
              <a:gd name="connsiteX4" fmla="*/ 9146381 w 9146381"/>
              <a:gd name="connsiteY4" fmla="*/ 152703 h 2425381"/>
              <a:gd name="connsiteX5" fmla="*/ 9144000 w 9146381"/>
              <a:gd name="connsiteY5" fmla="*/ 2425381 h 2425381"/>
              <a:gd name="connsiteX6" fmla="*/ 0 w 9146381"/>
              <a:gd name="connsiteY6" fmla="*/ 2425381 h 2425381"/>
              <a:gd name="connsiteX7" fmla="*/ 0 w 9146381"/>
              <a:gd name="connsiteY7" fmla="*/ 155084 h 2425381"/>
              <a:gd name="connsiteX0" fmla="*/ 0 w 9146381"/>
              <a:gd name="connsiteY0" fmla="*/ 82234 h 2425381"/>
              <a:gd name="connsiteX1" fmla="*/ 7566660 w 9146381"/>
              <a:gd name="connsiteY1" fmla="*/ 147161 h 2425381"/>
              <a:gd name="connsiteX2" fmla="*/ 8250555 w 9146381"/>
              <a:gd name="connsiteY2" fmla="*/ 0 h 2425381"/>
              <a:gd name="connsiteX3" fmla="*/ 8936831 w 9146381"/>
              <a:gd name="connsiteY3" fmla="*/ 151924 h 2425381"/>
              <a:gd name="connsiteX4" fmla="*/ 9146381 w 9146381"/>
              <a:gd name="connsiteY4" fmla="*/ 152703 h 2425381"/>
              <a:gd name="connsiteX5" fmla="*/ 9144000 w 9146381"/>
              <a:gd name="connsiteY5" fmla="*/ 2425381 h 2425381"/>
              <a:gd name="connsiteX6" fmla="*/ 0 w 9146381"/>
              <a:gd name="connsiteY6" fmla="*/ 2425381 h 2425381"/>
              <a:gd name="connsiteX7" fmla="*/ 0 w 9146381"/>
              <a:gd name="connsiteY7" fmla="*/ 82234 h 2425381"/>
              <a:gd name="connsiteX0" fmla="*/ 0 w 9146381"/>
              <a:gd name="connsiteY0" fmla="*/ 82234 h 2425381"/>
              <a:gd name="connsiteX1" fmla="*/ 7566660 w 9146381"/>
              <a:gd name="connsiteY1" fmla="*/ 147161 h 2425381"/>
              <a:gd name="connsiteX2" fmla="*/ 8250555 w 9146381"/>
              <a:gd name="connsiteY2" fmla="*/ 0 h 2425381"/>
              <a:gd name="connsiteX3" fmla="*/ 8936831 w 9146381"/>
              <a:gd name="connsiteY3" fmla="*/ 151924 h 2425381"/>
              <a:gd name="connsiteX4" fmla="*/ 9146381 w 9146381"/>
              <a:gd name="connsiteY4" fmla="*/ 79853 h 2425381"/>
              <a:gd name="connsiteX5" fmla="*/ 9144000 w 9146381"/>
              <a:gd name="connsiteY5" fmla="*/ 2425381 h 2425381"/>
              <a:gd name="connsiteX6" fmla="*/ 0 w 9146381"/>
              <a:gd name="connsiteY6" fmla="*/ 2425381 h 2425381"/>
              <a:gd name="connsiteX7" fmla="*/ 0 w 9146381"/>
              <a:gd name="connsiteY7" fmla="*/ 82234 h 2425381"/>
              <a:gd name="connsiteX0" fmla="*/ 0 w 9146381"/>
              <a:gd name="connsiteY0" fmla="*/ 82234 h 2425381"/>
              <a:gd name="connsiteX1" fmla="*/ 7566660 w 9146381"/>
              <a:gd name="connsiteY1" fmla="*/ 147161 h 2425381"/>
              <a:gd name="connsiteX2" fmla="*/ 8250555 w 9146381"/>
              <a:gd name="connsiteY2" fmla="*/ 0 h 2425381"/>
              <a:gd name="connsiteX3" fmla="*/ 8924131 w 9146381"/>
              <a:gd name="connsiteY3" fmla="*/ 86012 h 2425381"/>
              <a:gd name="connsiteX4" fmla="*/ 9146381 w 9146381"/>
              <a:gd name="connsiteY4" fmla="*/ 79853 h 2425381"/>
              <a:gd name="connsiteX5" fmla="*/ 9144000 w 9146381"/>
              <a:gd name="connsiteY5" fmla="*/ 2425381 h 2425381"/>
              <a:gd name="connsiteX6" fmla="*/ 0 w 9146381"/>
              <a:gd name="connsiteY6" fmla="*/ 2425381 h 2425381"/>
              <a:gd name="connsiteX7" fmla="*/ 0 w 9146381"/>
              <a:gd name="connsiteY7" fmla="*/ 82234 h 2425381"/>
              <a:gd name="connsiteX0" fmla="*/ 0 w 9146381"/>
              <a:gd name="connsiteY0" fmla="*/ 82234 h 2425381"/>
              <a:gd name="connsiteX1" fmla="*/ 7566660 w 9146381"/>
              <a:gd name="connsiteY1" fmla="*/ 74311 h 2425381"/>
              <a:gd name="connsiteX2" fmla="*/ 8250555 w 9146381"/>
              <a:gd name="connsiteY2" fmla="*/ 0 h 2425381"/>
              <a:gd name="connsiteX3" fmla="*/ 8924131 w 9146381"/>
              <a:gd name="connsiteY3" fmla="*/ 86012 h 2425381"/>
              <a:gd name="connsiteX4" fmla="*/ 9146381 w 9146381"/>
              <a:gd name="connsiteY4" fmla="*/ 79853 h 2425381"/>
              <a:gd name="connsiteX5" fmla="*/ 9144000 w 9146381"/>
              <a:gd name="connsiteY5" fmla="*/ 2425381 h 2425381"/>
              <a:gd name="connsiteX6" fmla="*/ 0 w 9146381"/>
              <a:gd name="connsiteY6" fmla="*/ 2425381 h 2425381"/>
              <a:gd name="connsiteX7" fmla="*/ 0 w 9146381"/>
              <a:gd name="connsiteY7" fmla="*/ 82234 h 2425381"/>
              <a:gd name="connsiteX0" fmla="*/ 0 w 9146381"/>
              <a:gd name="connsiteY0" fmla="*/ 82234 h 2425381"/>
              <a:gd name="connsiteX1" fmla="*/ 7566660 w 9146381"/>
              <a:gd name="connsiteY1" fmla="*/ 74311 h 2425381"/>
              <a:gd name="connsiteX2" fmla="*/ 8250555 w 9146381"/>
              <a:gd name="connsiteY2" fmla="*/ 0 h 2425381"/>
              <a:gd name="connsiteX3" fmla="*/ 8927306 w 9146381"/>
              <a:gd name="connsiteY3" fmla="*/ 80808 h 2425381"/>
              <a:gd name="connsiteX4" fmla="*/ 9146381 w 9146381"/>
              <a:gd name="connsiteY4" fmla="*/ 79853 h 2425381"/>
              <a:gd name="connsiteX5" fmla="*/ 9144000 w 9146381"/>
              <a:gd name="connsiteY5" fmla="*/ 2425381 h 2425381"/>
              <a:gd name="connsiteX6" fmla="*/ 0 w 9146381"/>
              <a:gd name="connsiteY6" fmla="*/ 2425381 h 2425381"/>
              <a:gd name="connsiteX7" fmla="*/ 0 w 9146381"/>
              <a:gd name="connsiteY7" fmla="*/ 82234 h 2425381"/>
              <a:gd name="connsiteX0" fmla="*/ 0 w 9146381"/>
              <a:gd name="connsiteY0" fmla="*/ 82234 h 2425381"/>
              <a:gd name="connsiteX1" fmla="*/ 7566660 w 9146381"/>
              <a:gd name="connsiteY1" fmla="*/ 74311 h 2425381"/>
              <a:gd name="connsiteX2" fmla="*/ 8250555 w 9146381"/>
              <a:gd name="connsiteY2" fmla="*/ 0 h 2425381"/>
              <a:gd name="connsiteX3" fmla="*/ 8927306 w 9146381"/>
              <a:gd name="connsiteY3" fmla="*/ 80808 h 2425381"/>
              <a:gd name="connsiteX4" fmla="*/ 9146381 w 9146381"/>
              <a:gd name="connsiteY4" fmla="*/ 85057 h 2425381"/>
              <a:gd name="connsiteX5" fmla="*/ 9144000 w 9146381"/>
              <a:gd name="connsiteY5" fmla="*/ 2425381 h 2425381"/>
              <a:gd name="connsiteX6" fmla="*/ 0 w 9146381"/>
              <a:gd name="connsiteY6" fmla="*/ 2425381 h 2425381"/>
              <a:gd name="connsiteX7" fmla="*/ 0 w 9146381"/>
              <a:gd name="connsiteY7" fmla="*/ 82234 h 2425381"/>
              <a:gd name="connsiteX0" fmla="*/ 0 w 9146381"/>
              <a:gd name="connsiteY0" fmla="*/ 82234 h 2425381"/>
              <a:gd name="connsiteX1" fmla="*/ 7566660 w 9146381"/>
              <a:gd name="connsiteY1" fmla="*/ 74311 h 2425381"/>
              <a:gd name="connsiteX2" fmla="*/ 8250555 w 9146381"/>
              <a:gd name="connsiteY2" fmla="*/ 0 h 2425381"/>
              <a:gd name="connsiteX3" fmla="*/ 8927306 w 9146381"/>
              <a:gd name="connsiteY3" fmla="*/ 80808 h 2425381"/>
              <a:gd name="connsiteX4" fmla="*/ 9146381 w 9146381"/>
              <a:gd name="connsiteY4" fmla="*/ 79854 h 2425381"/>
              <a:gd name="connsiteX5" fmla="*/ 9144000 w 9146381"/>
              <a:gd name="connsiteY5" fmla="*/ 2425381 h 2425381"/>
              <a:gd name="connsiteX6" fmla="*/ 0 w 9146381"/>
              <a:gd name="connsiteY6" fmla="*/ 2425381 h 2425381"/>
              <a:gd name="connsiteX7" fmla="*/ 0 w 9146381"/>
              <a:gd name="connsiteY7" fmla="*/ 82234 h 242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6381" h="2425381">
                <a:moveTo>
                  <a:pt x="0" y="82234"/>
                </a:moveTo>
                <a:lnTo>
                  <a:pt x="7566660" y="74311"/>
                </a:lnTo>
                <a:lnTo>
                  <a:pt x="8250555" y="0"/>
                </a:lnTo>
                <a:lnTo>
                  <a:pt x="8927306" y="80808"/>
                </a:lnTo>
                <a:lnTo>
                  <a:pt x="9146381" y="79854"/>
                </a:lnTo>
                <a:cubicBezTo>
                  <a:pt x="9145587" y="837413"/>
                  <a:pt x="9144794" y="1667822"/>
                  <a:pt x="9144000" y="2425381"/>
                </a:cubicBezTo>
                <a:lnTo>
                  <a:pt x="0" y="2425381"/>
                </a:lnTo>
                <a:lnTo>
                  <a:pt x="0" y="82234"/>
                </a:lnTo>
                <a:close/>
              </a:path>
            </a:pathLst>
          </a:custGeom>
          <a:noFill/>
        </p:spPr>
        <p:txBody>
          <a:bodyPr/>
          <a:lstStyle>
            <a:lvl1pPr marL="114300" indent="0">
              <a:buNone/>
              <a:defRPr/>
            </a:lvl1pPr>
          </a:lstStyle>
          <a:p>
            <a:r>
              <a:rPr lang="en-IN" dirty="0"/>
              <a:t> </a:t>
            </a:r>
            <a:endParaRPr lang="en-AU" dirty="0"/>
          </a:p>
        </p:txBody>
      </p:sp>
      <p:sp>
        <p:nvSpPr>
          <p:cNvPr id="5" name="Google Shape;10;p2">
            <a:extLst>
              <a:ext uri="{FF2B5EF4-FFF2-40B4-BE49-F238E27FC236}">
                <a16:creationId xmlns:a16="http://schemas.microsoft.com/office/drawing/2014/main" id="{7DE77569-CF12-8ADA-417E-A17EED745482}"/>
              </a:ext>
            </a:extLst>
          </p:cNvPr>
          <p:cNvSpPr txBox="1">
            <a:spLocks noGrp="1"/>
          </p:cNvSpPr>
          <p:nvPr>
            <p:ph type="ctrTitle" hasCustomPrompt="1"/>
          </p:nvPr>
        </p:nvSpPr>
        <p:spPr>
          <a:xfrm>
            <a:off x="311708" y="1927513"/>
            <a:ext cx="4260292" cy="1047749"/>
          </a:xfrm>
          <a:prstGeom prst="rect">
            <a:avLst/>
          </a:prstGeom>
        </p:spPr>
        <p:txBody>
          <a:bodyPr spcFirstLastPara="1" wrap="square" lIns="90000" tIns="90000" rIns="90000" bIns="36000" anchor="b" anchorCtr="0">
            <a:noAutofit/>
          </a:bodyPr>
          <a:lstStyle>
            <a:lvl1pPr lvl="0" algn="l">
              <a:spcBef>
                <a:spcPts val="0"/>
              </a:spcBef>
              <a:spcAft>
                <a:spcPts val="0"/>
              </a:spcAft>
              <a:buSzPts val="5200"/>
              <a:buNone/>
              <a:defRPr sz="2800" b="1">
                <a:solidFill>
                  <a:schemeClr val="bg1"/>
                </a:solidFill>
                <a:latin typeface="PP Neue Machina Plain Ultrabold" pitchFamily="50" charset="0"/>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br>
              <a:rPr lang="en-IN" dirty="0"/>
            </a:br>
            <a:r>
              <a:rPr lang="en-IN" dirty="0"/>
              <a:t>Click here to </a:t>
            </a:r>
            <a:br>
              <a:rPr lang="en-IN" dirty="0"/>
            </a:br>
            <a:r>
              <a:rPr lang="en-IN" dirty="0"/>
              <a:t>add title</a:t>
            </a:r>
            <a:endParaRPr dirty="0"/>
          </a:p>
        </p:txBody>
      </p:sp>
      <p:sp>
        <p:nvSpPr>
          <p:cNvPr id="6" name="Google Shape;11;p2">
            <a:extLst>
              <a:ext uri="{FF2B5EF4-FFF2-40B4-BE49-F238E27FC236}">
                <a16:creationId xmlns:a16="http://schemas.microsoft.com/office/drawing/2014/main" id="{0C50BD5F-C55E-53AD-DB29-26F4E5A5E512}"/>
              </a:ext>
            </a:extLst>
          </p:cNvPr>
          <p:cNvSpPr txBox="1">
            <a:spLocks noGrp="1"/>
          </p:cNvSpPr>
          <p:nvPr>
            <p:ph type="subTitle" idx="1"/>
          </p:nvPr>
        </p:nvSpPr>
        <p:spPr>
          <a:xfrm>
            <a:off x="304800" y="2994313"/>
            <a:ext cx="4260292" cy="457200"/>
          </a:xfrm>
          <a:prstGeom prst="rect">
            <a:avLst/>
          </a:prstGeom>
        </p:spPr>
        <p:txBody>
          <a:bodyPr spcFirstLastPara="1" wrap="square" lIns="90000" tIns="90000" rIns="90000" bIns="90000" anchor="t" anchorCtr="0">
            <a:noAutofit/>
          </a:bodyPr>
          <a:lstStyle>
            <a:lvl1pPr marL="0" lvl="0" indent="0" algn="l">
              <a:lnSpc>
                <a:spcPct val="100000"/>
              </a:lnSpc>
              <a:spcBef>
                <a:spcPts val="0"/>
              </a:spcBef>
              <a:spcAft>
                <a:spcPts val="0"/>
              </a:spcAft>
              <a:buSzPts val="2800"/>
              <a:buNone/>
              <a:defRPr sz="1800">
                <a:solidFill>
                  <a:schemeClr val="accent1"/>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dirty="0"/>
          </a:p>
        </p:txBody>
      </p:sp>
      <p:sp>
        <p:nvSpPr>
          <p:cNvPr id="7" name="Freeform: Shape 6">
            <a:extLst>
              <a:ext uri="{FF2B5EF4-FFF2-40B4-BE49-F238E27FC236}">
                <a16:creationId xmlns:a16="http://schemas.microsoft.com/office/drawing/2014/main" id="{11FF8243-9ED4-2618-22BF-8D2262FFAFEE}"/>
              </a:ext>
            </a:extLst>
          </p:cNvPr>
          <p:cNvSpPr/>
          <p:nvPr/>
        </p:nvSpPr>
        <p:spPr>
          <a:xfrm>
            <a:off x="0" y="0"/>
            <a:ext cx="9144000" cy="857250"/>
          </a:xfrm>
          <a:custGeom>
            <a:avLst/>
            <a:gdLst>
              <a:gd name="connsiteX0" fmla="*/ 0 w 9144000"/>
              <a:gd name="connsiteY0" fmla="*/ 0 h 857250"/>
              <a:gd name="connsiteX1" fmla="*/ 0 w 9144000"/>
              <a:gd name="connsiteY1" fmla="*/ 857250 h 857250"/>
              <a:gd name="connsiteX2" fmla="*/ 7540609 w 9144000"/>
              <a:gd name="connsiteY2" fmla="*/ 857250 h 857250"/>
              <a:gd name="connsiteX3" fmla="*/ 8245698 w 9144000"/>
              <a:gd name="connsiteY3" fmla="*/ 707422 h 857250"/>
              <a:gd name="connsiteX4" fmla="*/ 8933831 w 9144000"/>
              <a:gd name="connsiteY4" fmla="*/ 857250 h 857250"/>
              <a:gd name="connsiteX5" fmla="*/ 9144000 w 9144000"/>
              <a:gd name="connsiteY5" fmla="*/ 857250 h 857250"/>
              <a:gd name="connsiteX6" fmla="*/ 9144000 w 9144000"/>
              <a:gd name="connsiteY6" fmla="*/ 0 h 857250"/>
              <a:gd name="connsiteX7" fmla="*/ 0 w 9144000"/>
              <a:gd name="connsiteY7" fmla="*/ 0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0" h="857250">
                <a:moveTo>
                  <a:pt x="0" y="0"/>
                </a:moveTo>
                <a:lnTo>
                  <a:pt x="0" y="857250"/>
                </a:lnTo>
                <a:lnTo>
                  <a:pt x="7540609" y="857250"/>
                </a:lnTo>
                <a:lnTo>
                  <a:pt x="8245698" y="707422"/>
                </a:lnTo>
                <a:lnTo>
                  <a:pt x="8933831" y="857250"/>
                </a:lnTo>
                <a:lnTo>
                  <a:pt x="9144000" y="857250"/>
                </a:lnTo>
                <a:lnTo>
                  <a:pt x="9144000" y="0"/>
                </a:lnTo>
                <a:lnTo>
                  <a:pt x="0" y="0"/>
                </a:lnTo>
                <a:close/>
              </a:path>
            </a:pathLst>
          </a:custGeom>
          <a:gradFill>
            <a:gsLst>
              <a:gs pos="0">
                <a:srgbClr val="5BC1A0"/>
              </a:gs>
              <a:gs pos="50000">
                <a:srgbClr val="2E9376"/>
              </a:gs>
              <a:gs pos="100000">
                <a:srgbClr val="01654D"/>
              </a:gs>
            </a:gsLst>
            <a:lin ang="0" scaled="1"/>
          </a:gradFill>
          <a:ln w="81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lvl="0" defTabSz="914400" eaLnBrk="1" latinLnBrk="0" hangingPunct="1"/>
            <a:endParaRPr lang="en-AU" sz="1800" kern="1200">
              <a:solidFill>
                <a:schemeClr val="tx1"/>
              </a:solidFill>
              <a:latin typeface="+mn-lt"/>
              <a:ea typeface="+mn-ea"/>
              <a:cs typeface="+mn-cs"/>
            </a:endParaRPr>
          </a:p>
        </p:txBody>
      </p:sp>
      <p:sp>
        <p:nvSpPr>
          <p:cNvPr id="8" name="Freeform: Shape 7">
            <a:extLst>
              <a:ext uri="{FF2B5EF4-FFF2-40B4-BE49-F238E27FC236}">
                <a16:creationId xmlns:a16="http://schemas.microsoft.com/office/drawing/2014/main" id="{E5B9E805-69E9-0228-CA34-0CEE2328303F}"/>
              </a:ext>
            </a:extLst>
          </p:cNvPr>
          <p:cNvSpPr/>
          <p:nvPr/>
        </p:nvSpPr>
        <p:spPr>
          <a:xfrm>
            <a:off x="7540608" y="437149"/>
            <a:ext cx="1246536" cy="285083"/>
          </a:xfrm>
          <a:custGeom>
            <a:avLst/>
            <a:gdLst>
              <a:gd name="connsiteX0" fmla="*/ 718995 w 1246536"/>
              <a:gd name="connsiteY0" fmla="*/ 0 h 285083"/>
              <a:gd name="connsiteX1" fmla="*/ 769239 w 1246536"/>
              <a:gd name="connsiteY1" fmla="*/ 10668 h 285083"/>
              <a:gd name="connsiteX2" fmla="*/ 842391 w 1246536"/>
              <a:gd name="connsiteY2" fmla="*/ 94726 h 285083"/>
              <a:gd name="connsiteX3" fmla="*/ 769239 w 1246536"/>
              <a:gd name="connsiteY3" fmla="*/ 147876 h 285083"/>
              <a:gd name="connsiteX4" fmla="*/ 718995 w 1246536"/>
              <a:gd name="connsiteY4" fmla="*/ 137208 h 285083"/>
              <a:gd name="connsiteX5" fmla="*/ 718995 w 1246536"/>
              <a:gd name="connsiteY5" fmla="*/ 48 h 285083"/>
              <a:gd name="connsiteX6" fmla="*/ 769239 w 1246536"/>
              <a:gd name="connsiteY6" fmla="*/ 116681 h 285083"/>
              <a:gd name="connsiteX7" fmla="*/ 808530 w 1246536"/>
              <a:gd name="connsiteY7" fmla="*/ 87487 h 285083"/>
              <a:gd name="connsiteX8" fmla="*/ 769239 w 1246536"/>
              <a:gd name="connsiteY8" fmla="*/ 41577 h 285083"/>
              <a:gd name="connsiteX9" fmla="*/ 752856 w 1246536"/>
              <a:gd name="connsiteY9" fmla="*/ 38100 h 285083"/>
              <a:gd name="connsiteX10" fmla="*/ 752856 w 1246536"/>
              <a:gd name="connsiteY10" fmla="*/ 113205 h 285083"/>
              <a:gd name="connsiteX11" fmla="*/ 769239 w 1246536"/>
              <a:gd name="connsiteY11" fmla="*/ 116681 h 285083"/>
              <a:gd name="connsiteX12" fmla="*/ 947024 w 1246536"/>
              <a:gd name="connsiteY12" fmla="*/ 48482 h 285083"/>
              <a:gd name="connsiteX13" fmla="*/ 947024 w 1246536"/>
              <a:gd name="connsiteY13" fmla="*/ 79391 h 285083"/>
              <a:gd name="connsiteX14" fmla="*/ 917067 w 1246536"/>
              <a:gd name="connsiteY14" fmla="*/ 73009 h 285083"/>
              <a:gd name="connsiteX15" fmla="*/ 917067 w 1246536"/>
              <a:gd name="connsiteY15" fmla="*/ 148114 h 285083"/>
              <a:gd name="connsiteX16" fmla="*/ 947024 w 1246536"/>
              <a:gd name="connsiteY16" fmla="*/ 154496 h 285083"/>
              <a:gd name="connsiteX17" fmla="*/ 947024 w 1246536"/>
              <a:gd name="connsiteY17" fmla="*/ 185642 h 285083"/>
              <a:gd name="connsiteX18" fmla="*/ 853393 w 1246536"/>
              <a:gd name="connsiteY18" fmla="*/ 165735 h 285083"/>
              <a:gd name="connsiteX19" fmla="*/ 853393 w 1246536"/>
              <a:gd name="connsiteY19" fmla="*/ 134588 h 285083"/>
              <a:gd name="connsiteX20" fmla="*/ 883349 w 1246536"/>
              <a:gd name="connsiteY20" fmla="*/ 140970 h 285083"/>
              <a:gd name="connsiteX21" fmla="*/ 883349 w 1246536"/>
              <a:gd name="connsiteY21" fmla="*/ 65865 h 285083"/>
              <a:gd name="connsiteX22" fmla="*/ 853393 w 1246536"/>
              <a:gd name="connsiteY22" fmla="*/ 59484 h 285083"/>
              <a:gd name="connsiteX23" fmla="*/ 853393 w 1246536"/>
              <a:gd name="connsiteY23" fmla="*/ 28575 h 285083"/>
              <a:gd name="connsiteX24" fmla="*/ 947024 w 1246536"/>
              <a:gd name="connsiteY24" fmla="*/ 48482 h 285083"/>
              <a:gd name="connsiteX25" fmla="*/ 1026319 w 1246536"/>
              <a:gd name="connsiteY25" fmla="*/ 62579 h 285083"/>
              <a:gd name="connsiteX26" fmla="*/ 1094994 w 1246536"/>
              <a:gd name="connsiteY26" fmla="*/ 148399 h 285083"/>
              <a:gd name="connsiteX27" fmla="*/ 1026319 w 1246536"/>
              <a:gd name="connsiteY27" fmla="*/ 205216 h 285083"/>
              <a:gd name="connsiteX28" fmla="*/ 957263 w 1246536"/>
              <a:gd name="connsiteY28" fmla="*/ 119158 h 285083"/>
              <a:gd name="connsiteX29" fmla="*/ 1026319 w 1246536"/>
              <a:gd name="connsiteY29" fmla="*/ 62627 h 285083"/>
              <a:gd name="connsiteX30" fmla="*/ 1026319 w 1246536"/>
              <a:gd name="connsiteY30" fmla="*/ 173117 h 285083"/>
              <a:gd name="connsiteX31" fmla="*/ 1060180 w 1246536"/>
              <a:gd name="connsiteY31" fmla="*/ 141018 h 285083"/>
              <a:gd name="connsiteX32" fmla="*/ 1026319 w 1246536"/>
              <a:gd name="connsiteY32" fmla="*/ 94726 h 285083"/>
              <a:gd name="connsiteX33" fmla="*/ 992267 w 1246536"/>
              <a:gd name="connsiteY33" fmla="*/ 126587 h 285083"/>
              <a:gd name="connsiteX34" fmla="*/ 1026319 w 1246536"/>
              <a:gd name="connsiteY34" fmla="*/ 173117 h 285083"/>
              <a:gd name="connsiteX35" fmla="*/ 1111949 w 1246536"/>
              <a:gd name="connsiteY35" fmla="*/ 83534 h 285083"/>
              <a:gd name="connsiteX36" fmla="*/ 1175814 w 1246536"/>
              <a:gd name="connsiteY36" fmla="*/ 97107 h 285083"/>
              <a:gd name="connsiteX37" fmla="*/ 1212675 w 1246536"/>
              <a:gd name="connsiteY37" fmla="*/ 230791 h 285083"/>
              <a:gd name="connsiteX38" fmla="*/ 1212675 w 1246536"/>
              <a:gd name="connsiteY38" fmla="*/ 104918 h 285083"/>
              <a:gd name="connsiteX39" fmla="*/ 1246537 w 1246536"/>
              <a:gd name="connsiteY39" fmla="*/ 112109 h 285083"/>
              <a:gd name="connsiteX40" fmla="*/ 1246537 w 1246536"/>
              <a:gd name="connsiteY40" fmla="*/ 249269 h 285083"/>
              <a:gd name="connsiteX41" fmla="*/ 1182672 w 1246536"/>
              <a:gd name="connsiteY41" fmla="*/ 235696 h 285083"/>
              <a:gd name="connsiteX42" fmla="*/ 1145810 w 1246536"/>
              <a:gd name="connsiteY42" fmla="*/ 102013 h 285083"/>
              <a:gd name="connsiteX43" fmla="*/ 1145810 w 1246536"/>
              <a:gd name="connsiteY43" fmla="*/ 227886 h 285083"/>
              <a:gd name="connsiteX44" fmla="*/ 1111949 w 1246536"/>
              <a:gd name="connsiteY44" fmla="*/ 220694 h 285083"/>
              <a:gd name="connsiteX45" fmla="*/ 1111949 w 1246536"/>
              <a:gd name="connsiteY45" fmla="*/ 83534 h 285083"/>
              <a:gd name="connsiteX46" fmla="*/ 42101 w 1246536"/>
              <a:gd name="connsiteY46" fmla="*/ 138970 h 285083"/>
              <a:gd name="connsiteX47" fmla="*/ 104108 w 1246536"/>
              <a:gd name="connsiteY47" fmla="*/ 125778 h 285083"/>
              <a:gd name="connsiteX48" fmla="*/ 145971 w 1246536"/>
              <a:gd name="connsiteY48" fmla="*/ 254032 h 285083"/>
              <a:gd name="connsiteX49" fmla="*/ 110061 w 1246536"/>
              <a:gd name="connsiteY49" fmla="*/ 261652 h 285083"/>
              <a:gd name="connsiteX50" fmla="*/ 97774 w 1246536"/>
              <a:gd name="connsiteY50" fmla="*/ 222837 h 285083"/>
              <a:gd name="connsiteX51" fmla="*/ 47863 w 1246536"/>
              <a:gd name="connsiteY51" fmla="*/ 233458 h 285083"/>
              <a:gd name="connsiteX52" fmla="*/ 35576 w 1246536"/>
              <a:gd name="connsiteY52" fmla="*/ 277511 h 285083"/>
              <a:gd name="connsiteX53" fmla="*/ 0 w 1246536"/>
              <a:gd name="connsiteY53" fmla="*/ 285083 h 285083"/>
              <a:gd name="connsiteX54" fmla="*/ 42053 w 1246536"/>
              <a:gd name="connsiteY54" fmla="*/ 138970 h 285083"/>
              <a:gd name="connsiteX55" fmla="*/ 88440 w 1246536"/>
              <a:gd name="connsiteY55" fmla="*/ 193881 h 285083"/>
              <a:gd name="connsiteX56" fmla="*/ 72819 w 1246536"/>
              <a:gd name="connsiteY56" fmla="*/ 144875 h 285083"/>
              <a:gd name="connsiteX57" fmla="*/ 57198 w 1246536"/>
              <a:gd name="connsiteY57" fmla="*/ 200549 h 285083"/>
              <a:gd name="connsiteX58" fmla="*/ 88488 w 1246536"/>
              <a:gd name="connsiteY58" fmla="*/ 193881 h 285083"/>
              <a:gd name="connsiteX59" fmla="*/ 214646 w 1246536"/>
              <a:gd name="connsiteY59" fmla="*/ 242173 h 285083"/>
              <a:gd name="connsiteX60" fmla="*/ 148733 w 1246536"/>
              <a:gd name="connsiteY60" fmla="*/ 199930 h 285083"/>
              <a:gd name="connsiteX61" fmla="*/ 183738 w 1246536"/>
              <a:gd name="connsiteY61" fmla="*/ 192500 h 285083"/>
              <a:gd name="connsiteX62" fmla="*/ 215408 w 1246536"/>
              <a:gd name="connsiteY62" fmla="*/ 212408 h 285083"/>
              <a:gd name="connsiteX63" fmla="*/ 239030 w 1246536"/>
              <a:gd name="connsiteY63" fmla="*/ 195310 h 285083"/>
              <a:gd name="connsiteX64" fmla="*/ 227886 w 1246536"/>
              <a:gd name="connsiteY64" fmla="*/ 187166 h 285083"/>
              <a:gd name="connsiteX65" fmla="*/ 183975 w 1246536"/>
              <a:gd name="connsiteY65" fmla="*/ 184452 h 285083"/>
              <a:gd name="connsiteX66" fmla="*/ 154210 w 1246536"/>
              <a:gd name="connsiteY66" fmla="*/ 153210 h 285083"/>
              <a:gd name="connsiteX67" fmla="*/ 207645 w 1246536"/>
              <a:gd name="connsiteY67" fmla="*/ 101013 h 285083"/>
              <a:gd name="connsiteX68" fmla="*/ 268891 w 1246536"/>
              <a:gd name="connsiteY68" fmla="*/ 138017 h 285083"/>
              <a:gd name="connsiteX69" fmla="*/ 234077 w 1246536"/>
              <a:gd name="connsiteY69" fmla="*/ 145399 h 285083"/>
              <a:gd name="connsiteX70" fmla="*/ 208217 w 1246536"/>
              <a:gd name="connsiteY70" fmla="*/ 129873 h 285083"/>
              <a:gd name="connsiteX71" fmla="*/ 189215 w 1246536"/>
              <a:gd name="connsiteY71" fmla="*/ 145018 h 285083"/>
              <a:gd name="connsiteX72" fmla="*/ 199454 w 1246536"/>
              <a:gd name="connsiteY72" fmla="*/ 152352 h 285083"/>
              <a:gd name="connsiteX73" fmla="*/ 242078 w 1246536"/>
              <a:gd name="connsiteY73" fmla="*/ 154400 h 285083"/>
              <a:gd name="connsiteX74" fmla="*/ 273891 w 1246536"/>
              <a:gd name="connsiteY74" fmla="*/ 186357 h 285083"/>
              <a:gd name="connsiteX75" fmla="*/ 214694 w 1246536"/>
              <a:gd name="connsiteY75" fmla="*/ 242126 h 285083"/>
              <a:gd name="connsiteX76" fmla="*/ 283702 w 1246536"/>
              <a:gd name="connsiteY76" fmla="*/ 156067 h 285083"/>
              <a:gd name="connsiteX77" fmla="*/ 353330 w 1246536"/>
              <a:gd name="connsiteY77" fmla="*/ 70056 h 285083"/>
              <a:gd name="connsiteX78" fmla="*/ 419767 w 1246536"/>
              <a:gd name="connsiteY78" fmla="*/ 111585 h 285083"/>
              <a:gd name="connsiteX79" fmla="*/ 384953 w 1246536"/>
              <a:gd name="connsiteY79" fmla="*/ 118967 h 285083"/>
              <a:gd name="connsiteX80" fmla="*/ 353473 w 1246536"/>
              <a:gd name="connsiteY80" fmla="*/ 102108 h 285083"/>
              <a:gd name="connsiteX81" fmla="*/ 318659 w 1246536"/>
              <a:gd name="connsiteY81" fmla="*/ 148590 h 285083"/>
              <a:gd name="connsiteX82" fmla="*/ 353473 w 1246536"/>
              <a:gd name="connsiteY82" fmla="*/ 180499 h 285083"/>
              <a:gd name="connsiteX83" fmla="*/ 384953 w 1246536"/>
              <a:gd name="connsiteY83" fmla="*/ 150066 h 285083"/>
              <a:gd name="connsiteX84" fmla="*/ 419767 w 1246536"/>
              <a:gd name="connsiteY84" fmla="*/ 142685 h 285083"/>
              <a:gd name="connsiteX85" fmla="*/ 353330 w 1246536"/>
              <a:gd name="connsiteY85" fmla="*/ 212646 h 285083"/>
              <a:gd name="connsiteX86" fmla="*/ 283702 w 1246536"/>
              <a:gd name="connsiteY86" fmla="*/ 156067 h 285083"/>
              <a:gd name="connsiteX87" fmla="*/ 436340 w 1246536"/>
              <a:gd name="connsiteY87" fmla="*/ 55150 h 285083"/>
              <a:gd name="connsiteX88" fmla="*/ 540782 w 1246536"/>
              <a:gd name="connsiteY88" fmla="*/ 32956 h 285083"/>
              <a:gd name="connsiteX89" fmla="*/ 540782 w 1246536"/>
              <a:gd name="connsiteY89" fmla="*/ 63865 h 285083"/>
              <a:gd name="connsiteX90" fmla="*/ 470440 w 1246536"/>
              <a:gd name="connsiteY90" fmla="*/ 78819 h 285083"/>
              <a:gd name="connsiteX91" fmla="*/ 470440 w 1246536"/>
              <a:gd name="connsiteY91" fmla="*/ 101775 h 285083"/>
              <a:gd name="connsiteX92" fmla="*/ 531495 w 1246536"/>
              <a:gd name="connsiteY92" fmla="*/ 88821 h 285083"/>
              <a:gd name="connsiteX93" fmla="*/ 531495 w 1246536"/>
              <a:gd name="connsiteY93" fmla="*/ 118015 h 285083"/>
              <a:gd name="connsiteX94" fmla="*/ 470440 w 1246536"/>
              <a:gd name="connsiteY94" fmla="*/ 131016 h 285083"/>
              <a:gd name="connsiteX95" fmla="*/ 470440 w 1246536"/>
              <a:gd name="connsiteY95" fmla="*/ 154162 h 285083"/>
              <a:gd name="connsiteX96" fmla="*/ 540782 w 1246536"/>
              <a:gd name="connsiteY96" fmla="*/ 139208 h 285083"/>
              <a:gd name="connsiteX97" fmla="*/ 540782 w 1246536"/>
              <a:gd name="connsiteY97" fmla="*/ 170117 h 285083"/>
              <a:gd name="connsiteX98" fmla="*/ 436340 w 1246536"/>
              <a:gd name="connsiteY98" fmla="*/ 192310 h 285083"/>
              <a:gd name="connsiteX99" fmla="*/ 436340 w 1246536"/>
              <a:gd name="connsiteY99" fmla="*/ 55150 h 285083"/>
              <a:gd name="connsiteX100" fmla="*/ 561308 w 1246536"/>
              <a:gd name="connsiteY100" fmla="*/ 28575 h 285083"/>
              <a:gd name="connsiteX101" fmla="*/ 625173 w 1246536"/>
              <a:gd name="connsiteY101" fmla="*/ 15002 h 285083"/>
              <a:gd name="connsiteX102" fmla="*/ 662035 w 1246536"/>
              <a:gd name="connsiteY102" fmla="*/ 133064 h 285083"/>
              <a:gd name="connsiteX103" fmla="*/ 662035 w 1246536"/>
              <a:gd name="connsiteY103" fmla="*/ 7191 h 285083"/>
              <a:gd name="connsiteX104" fmla="*/ 695897 w 1246536"/>
              <a:gd name="connsiteY104" fmla="*/ 0 h 285083"/>
              <a:gd name="connsiteX105" fmla="*/ 695897 w 1246536"/>
              <a:gd name="connsiteY105" fmla="*/ 137160 h 285083"/>
              <a:gd name="connsiteX106" fmla="*/ 632032 w 1246536"/>
              <a:gd name="connsiteY106" fmla="*/ 150733 h 285083"/>
              <a:gd name="connsiteX107" fmla="*/ 595170 w 1246536"/>
              <a:gd name="connsiteY107" fmla="*/ 32671 h 285083"/>
              <a:gd name="connsiteX108" fmla="*/ 595170 w 1246536"/>
              <a:gd name="connsiteY108" fmla="*/ 158544 h 285083"/>
              <a:gd name="connsiteX109" fmla="*/ 561308 w 1246536"/>
              <a:gd name="connsiteY109" fmla="*/ 165735 h 285083"/>
              <a:gd name="connsiteX110" fmla="*/ 561308 w 1246536"/>
              <a:gd name="connsiteY110" fmla="*/ 28575 h 285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246536" h="285083">
                <a:moveTo>
                  <a:pt x="718995" y="0"/>
                </a:moveTo>
                <a:lnTo>
                  <a:pt x="769239" y="10668"/>
                </a:lnTo>
                <a:cubicBezTo>
                  <a:pt x="805149" y="18288"/>
                  <a:pt x="842391" y="35766"/>
                  <a:pt x="842391" y="94726"/>
                </a:cubicBezTo>
                <a:cubicBezTo>
                  <a:pt x="842391" y="153876"/>
                  <a:pt x="805149" y="155496"/>
                  <a:pt x="769239" y="147876"/>
                </a:cubicBezTo>
                <a:lnTo>
                  <a:pt x="718995" y="137208"/>
                </a:lnTo>
                <a:lnTo>
                  <a:pt x="718995" y="48"/>
                </a:lnTo>
                <a:close/>
                <a:moveTo>
                  <a:pt x="769239" y="116681"/>
                </a:moveTo>
                <a:cubicBezTo>
                  <a:pt x="791766" y="121491"/>
                  <a:pt x="808530" y="124254"/>
                  <a:pt x="808530" y="87487"/>
                </a:cubicBezTo>
                <a:cubicBezTo>
                  <a:pt x="808530" y="50721"/>
                  <a:pt x="791623" y="46339"/>
                  <a:pt x="769239" y="41577"/>
                </a:cubicBezTo>
                <a:lnTo>
                  <a:pt x="752856" y="38100"/>
                </a:lnTo>
                <a:lnTo>
                  <a:pt x="752856" y="113205"/>
                </a:lnTo>
                <a:cubicBezTo>
                  <a:pt x="752856" y="113205"/>
                  <a:pt x="769239" y="116681"/>
                  <a:pt x="769239" y="116681"/>
                </a:cubicBezTo>
                <a:close/>
                <a:moveTo>
                  <a:pt x="947024" y="48482"/>
                </a:moveTo>
                <a:lnTo>
                  <a:pt x="947024" y="79391"/>
                </a:lnTo>
                <a:cubicBezTo>
                  <a:pt x="947024" y="79391"/>
                  <a:pt x="917067" y="73009"/>
                  <a:pt x="917067" y="73009"/>
                </a:cubicBezTo>
                <a:lnTo>
                  <a:pt x="917067" y="148114"/>
                </a:lnTo>
                <a:cubicBezTo>
                  <a:pt x="917067" y="148114"/>
                  <a:pt x="947024" y="154496"/>
                  <a:pt x="947024" y="154496"/>
                </a:cubicBezTo>
                <a:lnTo>
                  <a:pt x="947024" y="185642"/>
                </a:lnTo>
                <a:cubicBezTo>
                  <a:pt x="947024" y="185642"/>
                  <a:pt x="853393" y="165735"/>
                  <a:pt x="853393" y="165735"/>
                </a:cubicBezTo>
                <a:lnTo>
                  <a:pt x="853393" y="134588"/>
                </a:lnTo>
                <a:cubicBezTo>
                  <a:pt x="853393" y="134588"/>
                  <a:pt x="883349" y="140970"/>
                  <a:pt x="883349" y="140970"/>
                </a:cubicBezTo>
                <a:lnTo>
                  <a:pt x="883349" y="65865"/>
                </a:lnTo>
                <a:cubicBezTo>
                  <a:pt x="883349" y="65865"/>
                  <a:pt x="853393" y="59484"/>
                  <a:pt x="853393" y="59484"/>
                </a:cubicBezTo>
                <a:lnTo>
                  <a:pt x="853393" y="28575"/>
                </a:lnTo>
                <a:cubicBezTo>
                  <a:pt x="853393" y="28575"/>
                  <a:pt x="947024" y="48482"/>
                  <a:pt x="947024" y="48482"/>
                </a:cubicBezTo>
                <a:close/>
                <a:moveTo>
                  <a:pt x="1026319" y="62579"/>
                </a:moveTo>
                <a:cubicBezTo>
                  <a:pt x="1068944" y="71628"/>
                  <a:pt x="1094994" y="107918"/>
                  <a:pt x="1094994" y="148399"/>
                </a:cubicBezTo>
                <a:cubicBezTo>
                  <a:pt x="1094994" y="189071"/>
                  <a:pt x="1068944" y="214265"/>
                  <a:pt x="1026319" y="205216"/>
                </a:cubicBezTo>
                <a:cubicBezTo>
                  <a:pt x="983504" y="196120"/>
                  <a:pt x="957263" y="159782"/>
                  <a:pt x="957263" y="119158"/>
                </a:cubicBezTo>
                <a:cubicBezTo>
                  <a:pt x="957263" y="78676"/>
                  <a:pt x="983504" y="53530"/>
                  <a:pt x="1026319" y="62627"/>
                </a:cubicBezTo>
                <a:moveTo>
                  <a:pt x="1026319" y="173117"/>
                </a:moveTo>
                <a:cubicBezTo>
                  <a:pt x="1049036" y="177927"/>
                  <a:pt x="1060180" y="165925"/>
                  <a:pt x="1060180" y="141018"/>
                </a:cubicBezTo>
                <a:cubicBezTo>
                  <a:pt x="1060180" y="116110"/>
                  <a:pt x="1048846" y="99489"/>
                  <a:pt x="1026319" y="94726"/>
                </a:cubicBezTo>
                <a:cubicBezTo>
                  <a:pt x="1003602" y="89916"/>
                  <a:pt x="992267" y="101870"/>
                  <a:pt x="992267" y="126587"/>
                </a:cubicBezTo>
                <a:cubicBezTo>
                  <a:pt x="992267" y="151495"/>
                  <a:pt x="1003649" y="168307"/>
                  <a:pt x="1026319" y="173117"/>
                </a:cubicBezTo>
                <a:moveTo>
                  <a:pt x="1111949" y="83534"/>
                </a:moveTo>
                <a:lnTo>
                  <a:pt x="1175814" y="97107"/>
                </a:lnTo>
                <a:lnTo>
                  <a:pt x="1212675" y="230791"/>
                </a:lnTo>
                <a:lnTo>
                  <a:pt x="1212675" y="104918"/>
                </a:lnTo>
                <a:cubicBezTo>
                  <a:pt x="1212675" y="104918"/>
                  <a:pt x="1246537" y="112109"/>
                  <a:pt x="1246537" y="112109"/>
                </a:cubicBezTo>
                <a:lnTo>
                  <a:pt x="1246537" y="249269"/>
                </a:lnTo>
                <a:cubicBezTo>
                  <a:pt x="1246537" y="249269"/>
                  <a:pt x="1182672" y="235696"/>
                  <a:pt x="1182672" y="235696"/>
                </a:cubicBezTo>
                <a:lnTo>
                  <a:pt x="1145810" y="102013"/>
                </a:lnTo>
                <a:lnTo>
                  <a:pt x="1145810" y="227886"/>
                </a:lnTo>
                <a:cubicBezTo>
                  <a:pt x="1145810" y="227886"/>
                  <a:pt x="1111949" y="220694"/>
                  <a:pt x="1111949" y="220694"/>
                </a:cubicBezTo>
                <a:lnTo>
                  <a:pt x="1111949" y="83534"/>
                </a:lnTo>
                <a:close/>
                <a:moveTo>
                  <a:pt x="42101" y="138970"/>
                </a:moveTo>
                <a:lnTo>
                  <a:pt x="104108" y="125778"/>
                </a:lnTo>
                <a:lnTo>
                  <a:pt x="145971" y="254032"/>
                </a:lnTo>
                <a:lnTo>
                  <a:pt x="110061" y="261652"/>
                </a:lnTo>
                <a:lnTo>
                  <a:pt x="97774" y="222837"/>
                </a:lnTo>
                <a:lnTo>
                  <a:pt x="47863" y="233458"/>
                </a:lnTo>
                <a:lnTo>
                  <a:pt x="35576" y="277511"/>
                </a:lnTo>
                <a:lnTo>
                  <a:pt x="0" y="285083"/>
                </a:lnTo>
                <a:lnTo>
                  <a:pt x="42053" y="138970"/>
                </a:lnTo>
                <a:close/>
                <a:moveTo>
                  <a:pt x="88440" y="193881"/>
                </a:moveTo>
                <a:lnTo>
                  <a:pt x="72819" y="144875"/>
                </a:lnTo>
                <a:lnTo>
                  <a:pt x="57198" y="200549"/>
                </a:lnTo>
                <a:lnTo>
                  <a:pt x="88488" y="193881"/>
                </a:lnTo>
                <a:close/>
                <a:moveTo>
                  <a:pt x="214646" y="242173"/>
                </a:moveTo>
                <a:cubicBezTo>
                  <a:pt x="168307" y="252032"/>
                  <a:pt x="148733" y="235553"/>
                  <a:pt x="148733" y="199930"/>
                </a:cubicBezTo>
                <a:lnTo>
                  <a:pt x="183738" y="192500"/>
                </a:lnTo>
                <a:cubicBezTo>
                  <a:pt x="183738" y="211979"/>
                  <a:pt x="190977" y="217599"/>
                  <a:pt x="215408" y="212408"/>
                </a:cubicBezTo>
                <a:cubicBezTo>
                  <a:pt x="231982" y="208883"/>
                  <a:pt x="239030" y="203883"/>
                  <a:pt x="239030" y="195310"/>
                </a:cubicBezTo>
                <a:cubicBezTo>
                  <a:pt x="239030" y="190452"/>
                  <a:pt x="235315" y="187547"/>
                  <a:pt x="227886" y="187166"/>
                </a:cubicBezTo>
                <a:lnTo>
                  <a:pt x="183975" y="184452"/>
                </a:lnTo>
                <a:cubicBezTo>
                  <a:pt x="161258" y="182880"/>
                  <a:pt x="154210" y="170545"/>
                  <a:pt x="154210" y="153210"/>
                </a:cubicBezTo>
                <a:cubicBezTo>
                  <a:pt x="154210" y="126540"/>
                  <a:pt x="173212" y="108299"/>
                  <a:pt x="207645" y="101013"/>
                </a:cubicBezTo>
                <a:cubicBezTo>
                  <a:pt x="248603" y="92297"/>
                  <a:pt x="268891" y="108252"/>
                  <a:pt x="268891" y="138017"/>
                </a:cubicBezTo>
                <a:lnTo>
                  <a:pt x="234077" y="145399"/>
                </a:lnTo>
                <a:cubicBezTo>
                  <a:pt x="234077" y="130635"/>
                  <a:pt x="226076" y="126111"/>
                  <a:pt x="208217" y="129873"/>
                </a:cubicBezTo>
                <a:cubicBezTo>
                  <a:pt x="195739" y="132540"/>
                  <a:pt x="189215" y="137208"/>
                  <a:pt x="189215" y="145018"/>
                </a:cubicBezTo>
                <a:cubicBezTo>
                  <a:pt x="189215" y="148923"/>
                  <a:pt x="191262" y="151781"/>
                  <a:pt x="199454" y="152352"/>
                </a:cubicBezTo>
                <a:lnTo>
                  <a:pt x="242078" y="154400"/>
                </a:lnTo>
                <a:cubicBezTo>
                  <a:pt x="263843" y="155400"/>
                  <a:pt x="273891" y="166306"/>
                  <a:pt x="273891" y="186357"/>
                </a:cubicBezTo>
                <a:cubicBezTo>
                  <a:pt x="273891" y="212408"/>
                  <a:pt x="256747" y="233172"/>
                  <a:pt x="214694" y="242126"/>
                </a:cubicBezTo>
                <a:moveTo>
                  <a:pt x="283702" y="156067"/>
                </a:moveTo>
                <a:cubicBezTo>
                  <a:pt x="283702" y="115586"/>
                  <a:pt x="310325" y="79200"/>
                  <a:pt x="353330" y="70056"/>
                </a:cubicBezTo>
                <a:cubicBezTo>
                  <a:pt x="390906" y="62055"/>
                  <a:pt x="415862" y="77962"/>
                  <a:pt x="419767" y="111585"/>
                </a:cubicBezTo>
                <a:lnTo>
                  <a:pt x="384953" y="118967"/>
                </a:lnTo>
                <a:cubicBezTo>
                  <a:pt x="382143" y="104775"/>
                  <a:pt x="370047" y="98584"/>
                  <a:pt x="353473" y="102108"/>
                </a:cubicBezTo>
                <a:cubicBezTo>
                  <a:pt x="333185" y="106442"/>
                  <a:pt x="318659" y="121587"/>
                  <a:pt x="318659" y="148590"/>
                </a:cubicBezTo>
                <a:cubicBezTo>
                  <a:pt x="318659" y="175832"/>
                  <a:pt x="333185" y="184785"/>
                  <a:pt x="353473" y="180499"/>
                </a:cubicBezTo>
                <a:cubicBezTo>
                  <a:pt x="370047" y="176974"/>
                  <a:pt x="382143" y="165449"/>
                  <a:pt x="384953" y="150066"/>
                </a:cubicBezTo>
                <a:lnTo>
                  <a:pt x="419767" y="142685"/>
                </a:lnTo>
                <a:cubicBezTo>
                  <a:pt x="415862" y="178165"/>
                  <a:pt x="390906" y="204645"/>
                  <a:pt x="353330" y="212646"/>
                </a:cubicBezTo>
                <a:cubicBezTo>
                  <a:pt x="310325" y="221790"/>
                  <a:pt x="283702" y="196691"/>
                  <a:pt x="283702" y="156067"/>
                </a:cubicBezTo>
                <a:moveTo>
                  <a:pt x="436340" y="55150"/>
                </a:moveTo>
                <a:lnTo>
                  <a:pt x="540782" y="32956"/>
                </a:lnTo>
                <a:lnTo>
                  <a:pt x="540782" y="63865"/>
                </a:lnTo>
                <a:cubicBezTo>
                  <a:pt x="540782" y="63865"/>
                  <a:pt x="470440" y="78819"/>
                  <a:pt x="470440" y="78819"/>
                </a:cubicBezTo>
                <a:lnTo>
                  <a:pt x="470440" y="101775"/>
                </a:lnTo>
                <a:cubicBezTo>
                  <a:pt x="470440" y="101775"/>
                  <a:pt x="531495" y="88821"/>
                  <a:pt x="531495" y="88821"/>
                </a:cubicBezTo>
                <a:lnTo>
                  <a:pt x="531495" y="118015"/>
                </a:lnTo>
                <a:cubicBezTo>
                  <a:pt x="531495" y="118015"/>
                  <a:pt x="470440" y="131016"/>
                  <a:pt x="470440" y="131016"/>
                </a:cubicBezTo>
                <a:lnTo>
                  <a:pt x="470440" y="154162"/>
                </a:lnTo>
                <a:cubicBezTo>
                  <a:pt x="470440" y="154162"/>
                  <a:pt x="540782" y="139208"/>
                  <a:pt x="540782" y="139208"/>
                </a:cubicBezTo>
                <a:lnTo>
                  <a:pt x="540782" y="170117"/>
                </a:lnTo>
                <a:cubicBezTo>
                  <a:pt x="540782" y="170117"/>
                  <a:pt x="436340" y="192310"/>
                  <a:pt x="436340" y="192310"/>
                </a:cubicBezTo>
                <a:lnTo>
                  <a:pt x="436340" y="55150"/>
                </a:lnTo>
                <a:close/>
                <a:moveTo>
                  <a:pt x="561308" y="28575"/>
                </a:moveTo>
                <a:lnTo>
                  <a:pt x="625173" y="15002"/>
                </a:lnTo>
                <a:lnTo>
                  <a:pt x="662035" y="133064"/>
                </a:lnTo>
                <a:lnTo>
                  <a:pt x="662035" y="7191"/>
                </a:lnTo>
                <a:cubicBezTo>
                  <a:pt x="662035" y="7191"/>
                  <a:pt x="695897" y="0"/>
                  <a:pt x="695897" y="0"/>
                </a:cubicBezTo>
                <a:lnTo>
                  <a:pt x="695897" y="137160"/>
                </a:lnTo>
                <a:cubicBezTo>
                  <a:pt x="695897" y="137160"/>
                  <a:pt x="632032" y="150733"/>
                  <a:pt x="632032" y="150733"/>
                </a:cubicBezTo>
                <a:lnTo>
                  <a:pt x="595170" y="32671"/>
                </a:lnTo>
                <a:lnTo>
                  <a:pt x="595170" y="158544"/>
                </a:lnTo>
                <a:cubicBezTo>
                  <a:pt x="595170" y="158544"/>
                  <a:pt x="561308" y="165735"/>
                  <a:pt x="561308" y="165735"/>
                </a:cubicBezTo>
                <a:lnTo>
                  <a:pt x="561308" y="28575"/>
                </a:lnTo>
                <a:close/>
              </a:path>
            </a:pathLst>
          </a:custGeom>
          <a:solidFill>
            <a:srgbClr val="FFFFFF"/>
          </a:solidFill>
          <a:ln w="4763" cap="flat">
            <a:noFill/>
            <a:prstDash val="solid"/>
            <a:miter/>
          </a:ln>
        </p:spPr>
        <p:txBody>
          <a:bodyPr rtlCol="0" anchor="ctr"/>
          <a:lstStyle/>
          <a:p>
            <a:endParaRPr lang="en-AU"/>
          </a:p>
        </p:txBody>
      </p:sp>
      <p:grpSp>
        <p:nvGrpSpPr>
          <p:cNvPr id="9" name="Graphic 3">
            <a:extLst>
              <a:ext uri="{FF2B5EF4-FFF2-40B4-BE49-F238E27FC236}">
                <a16:creationId xmlns:a16="http://schemas.microsoft.com/office/drawing/2014/main" id="{25454EBB-7085-CB43-39CE-D674AA4E5629}"/>
              </a:ext>
            </a:extLst>
          </p:cNvPr>
          <p:cNvGrpSpPr/>
          <p:nvPr/>
        </p:nvGrpSpPr>
        <p:grpSpPr>
          <a:xfrm>
            <a:off x="186213" y="648700"/>
            <a:ext cx="739282" cy="73485"/>
            <a:chOff x="186213" y="648700"/>
            <a:chExt cx="739282" cy="73485"/>
          </a:xfrm>
          <a:solidFill>
            <a:srgbClr val="FFFFFF"/>
          </a:solidFill>
        </p:grpSpPr>
        <p:sp>
          <p:nvSpPr>
            <p:cNvPr id="10" name="Freeform: Shape 9">
              <a:extLst>
                <a:ext uri="{FF2B5EF4-FFF2-40B4-BE49-F238E27FC236}">
                  <a16:creationId xmlns:a16="http://schemas.microsoft.com/office/drawing/2014/main" id="{197C9810-4943-29F7-705F-C0339B37A60B}"/>
                </a:ext>
              </a:extLst>
            </p:cNvPr>
            <p:cNvSpPr/>
            <p:nvPr/>
          </p:nvSpPr>
          <p:spPr>
            <a:xfrm>
              <a:off x="186213" y="668274"/>
              <a:ext cx="46386" cy="53911"/>
            </a:xfrm>
            <a:custGeom>
              <a:avLst/>
              <a:gdLst>
                <a:gd name="connsiteX0" fmla="*/ 16574 w 46386"/>
                <a:gd name="connsiteY0" fmla="*/ 53864 h 53911"/>
                <a:gd name="connsiteX1" fmla="*/ 8334 w 46386"/>
                <a:gd name="connsiteY1" fmla="*/ 52197 h 53911"/>
                <a:gd name="connsiteX2" fmla="*/ 2286 w 46386"/>
                <a:gd name="connsiteY2" fmla="*/ 47101 h 53911"/>
                <a:gd name="connsiteX3" fmla="*/ 0 w 46386"/>
                <a:gd name="connsiteY3" fmla="*/ 38624 h 53911"/>
                <a:gd name="connsiteX4" fmla="*/ 4334 w 46386"/>
                <a:gd name="connsiteY4" fmla="*/ 27861 h 53911"/>
                <a:gd name="connsiteX5" fmla="*/ 16574 w 46386"/>
                <a:gd name="connsiteY5" fmla="*/ 22908 h 53911"/>
                <a:gd name="connsiteX6" fmla="*/ 35052 w 46386"/>
                <a:gd name="connsiteY6" fmla="*/ 21431 h 53911"/>
                <a:gd name="connsiteX7" fmla="*/ 35052 w 46386"/>
                <a:gd name="connsiteY7" fmla="*/ 18240 h 53911"/>
                <a:gd name="connsiteX8" fmla="*/ 32147 w 46386"/>
                <a:gd name="connsiteY8" fmla="*/ 10239 h 53911"/>
                <a:gd name="connsiteX9" fmla="*/ 24813 w 46386"/>
                <a:gd name="connsiteY9" fmla="*/ 8049 h 53911"/>
                <a:gd name="connsiteX10" fmla="*/ 16812 w 46386"/>
                <a:gd name="connsiteY10" fmla="*/ 10382 h 53911"/>
                <a:gd name="connsiteX11" fmla="*/ 13621 w 46386"/>
                <a:gd name="connsiteY11" fmla="*/ 17907 h 53911"/>
                <a:gd name="connsiteX12" fmla="*/ 2667 w 46386"/>
                <a:gd name="connsiteY12" fmla="*/ 17907 h 53911"/>
                <a:gd name="connsiteX13" fmla="*/ 5477 w 46386"/>
                <a:gd name="connsiteY13" fmla="*/ 7477 h 53911"/>
                <a:gd name="connsiteX14" fmla="*/ 13287 w 46386"/>
                <a:gd name="connsiteY14" fmla="*/ 1762 h 53911"/>
                <a:gd name="connsiteX15" fmla="*/ 24860 w 46386"/>
                <a:gd name="connsiteY15" fmla="*/ 0 h 53911"/>
                <a:gd name="connsiteX16" fmla="*/ 33195 w 46386"/>
                <a:gd name="connsiteY16" fmla="*/ 810 h 53911"/>
                <a:gd name="connsiteX17" fmla="*/ 40053 w 46386"/>
                <a:gd name="connsiteY17" fmla="*/ 3619 h 53911"/>
                <a:gd name="connsiteX18" fmla="*/ 44720 w 46386"/>
                <a:gd name="connsiteY18" fmla="*/ 9144 h 53911"/>
                <a:gd name="connsiteX19" fmla="*/ 46387 w 46386"/>
                <a:gd name="connsiteY19" fmla="*/ 18097 h 53911"/>
                <a:gd name="connsiteX20" fmla="*/ 46387 w 46386"/>
                <a:gd name="connsiteY20" fmla="*/ 53007 h 53911"/>
                <a:gd name="connsiteX21" fmla="*/ 35576 w 46386"/>
                <a:gd name="connsiteY21" fmla="*/ 53007 h 53911"/>
                <a:gd name="connsiteX22" fmla="*/ 35147 w 46386"/>
                <a:gd name="connsiteY22" fmla="*/ 45672 h 53911"/>
                <a:gd name="connsiteX23" fmla="*/ 27146 w 46386"/>
                <a:gd name="connsiteY23" fmla="*/ 51721 h 53911"/>
                <a:gd name="connsiteX24" fmla="*/ 16574 w 46386"/>
                <a:gd name="connsiteY24" fmla="*/ 53911 h 53911"/>
                <a:gd name="connsiteX25" fmla="*/ 20050 w 46386"/>
                <a:gd name="connsiteY25" fmla="*/ 45672 h 53911"/>
                <a:gd name="connsiteX26" fmla="*/ 28623 w 46386"/>
                <a:gd name="connsiteY26" fmla="*/ 43386 h 53911"/>
                <a:gd name="connsiteX27" fmla="*/ 34909 w 46386"/>
                <a:gd name="connsiteY27" fmla="*/ 37767 h 53911"/>
                <a:gd name="connsiteX28" fmla="*/ 34909 w 46386"/>
                <a:gd name="connsiteY28" fmla="*/ 28289 h 53911"/>
                <a:gd name="connsiteX29" fmla="*/ 16859 w 46386"/>
                <a:gd name="connsiteY29" fmla="*/ 30623 h 53911"/>
                <a:gd name="connsiteX30" fmla="*/ 11525 w 46386"/>
                <a:gd name="connsiteY30" fmla="*/ 38052 h 53911"/>
                <a:gd name="connsiteX31" fmla="*/ 13811 w 46386"/>
                <a:gd name="connsiteY31" fmla="*/ 43672 h 53911"/>
                <a:gd name="connsiteX32" fmla="*/ 20098 w 46386"/>
                <a:gd name="connsiteY32" fmla="*/ 45672 h 53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386" h="53911">
                  <a:moveTo>
                    <a:pt x="16574" y="53864"/>
                  </a:moveTo>
                  <a:cubicBezTo>
                    <a:pt x="13573" y="53864"/>
                    <a:pt x="10811" y="53292"/>
                    <a:pt x="8334" y="52197"/>
                  </a:cubicBezTo>
                  <a:cubicBezTo>
                    <a:pt x="5810" y="51054"/>
                    <a:pt x="3810" y="49387"/>
                    <a:pt x="2286" y="47101"/>
                  </a:cubicBezTo>
                  <a:cubicBezTo>
                    <a:pt x="762" y="44863"/>
                    <a:pt x="0" y="42005"/>
                    <a:pt x="0" y="38624"/>
                  </a:cubicBezTo>
                  <a:cubicBezTo>
                    <a:pt x="0" y="33861"/>
                    <a:pt x="1429" y="30289"/>
                    <a:pt x="4334" y="27861"/>
                  </a:cubicBezTo>
                  <a:cubicBezTo>
                    <a:pt x="7239" y="25432"/>
                    <a:pt x="11335" y="23765"/>
                    <a:pt x="16574" y="22908"/>
                  </a:cubicBezTo>
                  <a:cubicBezTo>
                    <a:pt x="21812" y="22050"/>
                    <a:pt x="28004" y="21526"/>
                    <a:pt x="35052" y="21431"/>
                  </a:cubicBezTo>
                  <a:lnTo>
                    <a:pt x="35052" y="18240"/>
                  </a:lnTo>
                  <a:cubicBezTo>
                    <a:pt x="35052" y="14335"/>
                    <a:pt x="34100" y="11668"/>
                    <a:pt x="32147" y="10239"/>
                  </a:cubicBezTo>
                  <a:cubicBezTo>
                    <a:pt x="30242" y="8763"/>
                    <a:pt x="27765" y="8049"/>
                    <a:pt x="24813" y="8049"/>
                  </a:cubicBezTo>
                  <a:cubicBezTo>
                    <a:pt x="21622" y="8049"/>
                    <a:pt x="18955" y="8811"/>
                    <a:pt x="16812" y="10382"/>
                  </a:cubicBezTo>
                  <a:cubicBezTo>
                    <a:pt x="14669" y="11954"/>
                    <a:pt x="13621" y="14478"/>
                    <a:pt x="13621" y="17907"/>
                  </a:cubicBezTo>
                  <a:lnTo>
                    <a:pt x="2667" y="17907"/>
                  </a:lnTo>
                  <a:cubicBezTo>
                    <a:pt x="2667" y="13573"/>
                    <a:pt x="3620" y="10096"/>
                    <a:pt x="5477" y="7477"/>
                  </a:cubicBezTo>
                  <a:cubicBezTo>
                    <a:pt x="7334" y="4858"/>
                    <a:pt x="9954" y="2953"/>
                    <a:pt x="13287" y="1762"/>
                  </a:cubicBezTo>
                  <a:cubicBezTo>
                    <a:pt x="16621" y="571"/>
                    <a:pt x="20479" y="0"/>
                    <a:pt x="24860" y="0"/>
                  </a:cubicBezTo>
                  <a:cubicBezTo>
                    <a:pt x="27813" y="0"/>
                    <a:pt x="30623" y="286"/>
                    <a:pt x="33195" y="810"/>
                  </a:cubicBezTo>
                  <a:cubicBezTo>
                    <a:pt x="35814" y="1333"/>
                    <a:pt x="38100" y="2286"/>
                    <a:pt x="40053" y="3619"/>
                  </a:cubicBezTo>
                  <a:cubicBezTo>
                    <a:pt x="42053" y="4953"/>
                    <a:pt x="43577" y="6810"/>
                    <a:pt x="44720" y="9144"/>
                  </a:cubicBezTo>
                  <a:cubicBezTo>
                    <a:pt x="45863" y="11478"/>
                    <a:pt x="46387" y="14478"/>
                    <a:pt x="46387" y="18097"/>
                  </a:cubicBezTo>
                  <a:lnTo>
                    <a:pt x="46387" y="53007"/>
                  </a:lnTo>
                  <a:lnTo>
                    <a:pt x="35576" y="53007"/>
                  </a:lnTo>
                  <a:lnTo>
                    <a:pt x="35147" y="45672"/>
                  </a:lnTo>
                  <a:cubicBezTo>
                    <a:pt x="32861" y="48244"/>
                    <a:pt x="30194" y="50244"/>
                    <a:pt x="27146" y="51721"/>
                  </a:cubicBezTo>
                  <a:cubicBezTo>
                    <a:pt x="24098" y="53197"/>
                    <a:pt x="20574" y="53911"/>
                    <a:pt x="16574" y="53911"/>
                  </a:cubicBezTo>
                  <a:close/>
                  <a:moveTo>
                    <a:pt x="20050" y="45672"/>
                  </a:moveTo>
                  <a:cubicBezTo>
                    <a:pt x="23193" y="45672"/>
                    <a:pt x="26051" y="44910"/>
                    <a:pt x="28623" y="43386"/>
                  </a:cubicBezTo>
                  <a:cubicBezTo>
                    <a:pt x="31194" y="41862"/>
                    <a:pt x="33290" y="40005"/>
                    <a:pt x="34909" y="37767"/>
                  </a:cubicBezTo>
                  <a:lnTo>
                    <a:pt x="34909" y="28289"/>
                  </a:lnTo>
                  <a:cubicBezTo>
                    <a:pt x="26432" y="28289"/>
                    <a:pt x="20384" y="29099"/>
                    <a:pt x="16859" y="30623"/>
                  </a:cubicBezTo>
                  <a:cubicBezTo>
                    <a:pt x="13287" y="32147"/>
                    <a:pt x="11525" y="34623"/>
                    <a:pt x="11525" y="38052"/>
                  </a:cubicBezTo>
                  <a:cubicBezTo>
                    <a:pt x="11525" y="40481"/>
                    <a:pt x="12287" y="42339"/>
                    <a:pt x="13811" y="43672"/>
                  </a:cubicBezTo>
                  <a:cubicBezTo>
                    <a:pt x="15335" y="45006"/>
                    <a:pt x="17431" y="45672"/>
                    <a:pt x="20098" y="45672"/>
                  </a:cubicBezTo>
                  <a:close/>
                </a:path>
              </a:pathLst>
            </a:custGeom>
            <a:solidFill>
              <a:srgbClr val="FFFFFF"/>
            </a:solidFill>
            <a:ln w="4763" cap="flat">
              <a:noFill/>
              <a:prstDash val="solid"/>
              <a:miter/>
            </a:ln>
          </p:spPr>
          <p:txBody>
            <a:bodyPr rtlCol="0" anchor="ctr"/>
            <a:lstStyle/>
            <a:p>
              <a:endParaRPr lang="en-AU"/>
            </a:p>
          </p:txBody>
        </p:sp>
        <p:sp>
          <p:nvSpPr>
            <p:cNvPr id="11" name="Freeform: Shape 10">
              <a:extLst>
                <a:ext uri="{FF2B5EF4-FFF2-40B4-BE49-F238E27FC236}">
                  <a16:creationId xmlns:a16="http://schemas.microsoft.com/office/drawing/2014/main" id="{8E39AEE8-43FC-FCE4-10BD-CE45B0E1AB54}"/>
                </a:ext>
              </a:extLst>
            </p:cNvPr>
            <p:cNvSpPr/>
            <p:nvPr/>
          </p:nvSpPr>
          <p:spPr>
            <a:xfrm>
              <a:off x="245459" y="668226"/>
              <a:ext cx="44195" cy="53959"/>
            </a:xfrm>
            <a:custGeom>
              <a:avLst/>
              <a:gdLst>
                <a:gd name="connsiteX0" fmla="*/ 22527 w 44195"/>
                <a:gd name="connsiteY0" fmla="*/ 53959 h 53959"/>
                <a:gd name="connsiteX1" fmla="*/ 14097 w 44195"/>
                <a:gd name="connsiteY1" fmla="*/ 53102 h 53959"/>
                <a:gd name="connsiteX2" fmla="*/ 6906 w 44195"/>
                <a:gd name="connsiteY2" fmla="*/ 50197 h 53959"/>
                <a:gd name="connsiteX3" fmla="*/ 1857 w 44195"/>
                <a:gd name="connsiteY3" fmla="*/ 44815 h 53959"/>
                <a:gd name="connsiteX4" fmla="*/ 0 w 44195"/>
                <a:gd name="connsiteY4" fmla="*/ 36528 h 53959"/>
                <a:gd name="connsiteX5" fmla="*/ 10906 w 44195"/>
                <a:gd name="connsiteY5" fmla="*/ 36528 h 53959"/>
                <a:gd name="connsiteX6" fmla="*/ 14335 w 44195"/>
                <a:gd name="connsiteY6" fmla="*/ 43863 h 53959"/>
                <a:gd name="connsiteX7" fmla="*/ 22622 w 44195"/>
                <a:gd name="connsiteY7" fmla="*/ 45958 h 53959"/>
                <a:gd name="connsiteX8" fmla="*/ 30004 w 44195"/>
                <a:gd name="connsiteY8" fmla="*/ 44339 h 53959"/>
                <a:gd name="connsiteX9" fmla="*/ 32766 w 44195"/>
                <a:gd name="connsiteY9" fmla="*/ 38910 h 53959"/>
                <a:gd name="connsiteX10" fmla="*/ 29956 w 44195"/>
                <a:gd name="connsiteY10" fmla="*/ 33861 h 53959"/>
                <a:gd name="connsiteX11" fmla="*/ 20050 w 44195"/>
                <a:gd name="connsiteY11" fmla="*/ 30623 h 53959"/>
                <a:gd name="connsiteX12" fmla="*/ 9954 w 44195"/>
                <a:gd name="connsiteY12" fmla="*/ 27289 h 53959"/>
                <a:gd name="connsiteX13" fmla="*/ 3429 w 44195"/>
                <a:gd name="connsiteY13" fmla="*/ 22336 h 53959"/>
                <a:gd name="connsiteX14" fmla="*/ 1143 w 44195"/>
                <a:gd name="connsiteY14" fmla="*/ 14430 h 53959"/>
                <a:gd name="connsiteX15" fmla="*/ 2810 w 44195"/>
                <a:gd name="connsiteY15" fmla="*/ 7953 h 53959"/>
                <a:gd name="connsiteX16" fmla="*/ 7382 w 44195"/>
                <a:gd name="connsiteY16" fmla="*/ 3477 h 53959"/>
                <a:gd name="connsiteX17" fmla="*/ 14002 w 44195"/>
                <a:gd name="connsiteY17" fmla="*/ 857 h 53959"/>
                <a:gd name="connsiteX18" fmla="*/ 21907 w 44195"/>
                <a:gd name="connsiteY18" fmla="*/ 0 h 53959"/>
                <a:gd name="connsiteX19" fmla="*/ 29670 w 44195"/>
                <a:gd name="connsiteY19" fmla="*/ 905 h 53959"/>
                <a:gd name="connsiteX20" fmla="*/ 36338 w 44195"/>
                <a:gd name="connsiteY20" fmla="*/ 3762 h 53959"/>
                <a:gd name="connsiteX21" fmla="*/ 41005 w 44195"/>
                <a:gd name="connsiteY21" fmla="*/ 8954 h 53959"/>
                <a:gd name="connsiteX22" fmla="*/ 42720 w 44195"/>
                <a:gd name="connsiteY22" fmla="*/ 16812 h 53959"/>
                <a:gd name="connsiteX23" fmla="*/ 31861 w 44195"/>
                <a:gd name="connsiteY23" fmla="*/ 16812 h 53959"/>
                <a:gd name="connsiteX24" fmla="*/ 28908 w 44195"/>
                <a:gd name="connsiteY24" fmla="*/ 10096 h 53959"/>
                <a:gd name="connsiteX25" fmla="*/ 21907 w 44195"/>
                <a:gd name="connsiteY25" fmla="*/ 8144 h 53959"/>
                <a:gd name="connsiteX26" fmla="*/ 15097 w 44195"/>
                <a:gd name="connsiteY26" fmla="*/ 9525 h 53959"/>
                <a:gd name="connsiteX27" fmla="*/ 12573 w 44195"/>
                <a:gd name="connsiteY27" fmla="*/ 14002 h 53959"/>
                <a:gd name="connsiteX28" fmla="*/ 13906 w 44195"/>
                <a:gd name="connsiteY28" fmla="*/ 17002 h 53959"/>
                <a:gd name="connsiteX29" fmla="*/ 18288 w 44195"/>
                <a:gd name="connsiteY29" fmla="*/ 19288 h 53959"/>
                <a:gd name="connsiteX30" fmla="*/ 26384 w 44195"/>
                <a:gd name="connsiteY30" fmla="*/ 21527 h 53959"/>
                <a:gd name="connsiteX31" fmla="*/ 35862 w 44195"/>
                <a:gd name="connsiteY31" fmla="*/ 24717 h 53959"/>
                <a:gd name="connsiteX32" fmla="*/ 42053 w 44195"/>
                <a:gd name="connsiteY32" fmla="*/ 29670 h 53959"/>
                <a:gd name="connsiteX33" fmla="*/ 44196 w 44195"/>
                <a:gd name="connsiteY33" fmla="*/ 37671 h 53959"/>
                <a:gd name="connsiteX34" fmla="*/ 42481 w 44195"/>
                <a:gd name="connsiteY34" fmla="*/ 45148 h 53959"/>
                <a:gd name="connsiteX35" fmla="*/ 37767 w 44195"/>
                <a:gd name="connsiteY35" fmla="*/ 50197 h 53959"/>
                <a:gd name="connsiteX36" fmla="*/ 30861 w 44195"/>
                <a:gd name="connsiteY36" fmla="*/ 53054 h 53959"/>
                <a:gd name="connsiteX37" fmla="*/ 22527 w 44195"/>
                <a:gd name="connsiteY37" fmla="*/ 53959 h 53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44195" h="53959">
                  <a:moveTo>
                    <a:pt x="22527" y="53959"/>
                  </a:moveTo>
                  <a:cubicBezTo>
                    <a:pt x="19621" y="53959"/>
                    <a:pt x="16812" y="53673"/>
                    <a:pt x="14097" y="53102"/>
                  </a:cubicBezTo>
                  <a:cubicBezTo>
                    <a:pt x="11430" y="52530"/>
                    <a:pt x="9001" y="51530"/>
                    <a:pt x="6906" y="50197"/>
                  </a:cubicBezTo>
                  <a:cubicBezTo>
                    <a:pt x="4810" y="48863"/>
                    <a:pt x="3096" y="47054"/>
                    <a:pt x="1857" y="44815"/>
                  </a:cubicBezTo>
                  <a:cubicBezTo>
                    <a:pt x="619" y="42577"/>
                    <a:pt x="0" y="39815"/>
                    <a:pt x="0" y="36528"/>
                  </a:cubicBezTo>
                  <a:lnTo>
                    <a:pt x="10906" y="36528"/>
                  </a:lnTo>
                  <a:cubicBezTo>
                    <a:pt x="10906" y="40005"/>
                    <a:pt x="12049" y="42481"/>
                    <a:pt x="14335" y="43863"/>
                  </a:cubicBezTo>
                  <a:cubicBezTo>
                    <a:pt x="16621" y="45244"/>
                    <a:pt x="19383" y="45958"/>
                    <a:pt x="22622" y="45958"/>
                  </a:cubicBezTo>
                  <a:cubicBezTo>
                    <a:pt x="25670" y="45958"/>
                    <a:pt x="28146" y="45434"/>
                    <a:pt x="30004" y="44339"/>
                  </a:cubicBezTo>
                  <a:cubicBezTo>
                    <a:pt x="31861" y="43244"/>
                    <a:pt x="32766" y="41434"/>
                    <a:pt x="32766" y="38910"/>
                  </a:cubicBezTo>
                  <a:cubicBezTo>
                    <a:pt x="32766" y="36671"/>
                    <a:pt x="31814" y="35004"/>
                    <a:pt x="29956" y="33861"/>
                  </a:cubicBezTo>
                  <a:cubicBezTo>
                    <a:pt x="28051" y="32766"/>
                    <a:pt x="24765" y="31671"/>
                    <a:pt x="20050" y="30623"/>
                  </a:cubicBezTo>
                  <a:cubicBezTo>
                    <a:pt x="16145" y="29670"/>
                    <a:pt x="12811" y="28575"/>
                    <a:pt x="9954" y="27289"/>
                  </a:cubicBezTo>
                  <a:cubicBezTo>
                    <a:pt x="7096" y="26003"/>
                    <a:pt x="4953" y="24384"/>
                    <a:pt x="3429" y="22336"/>
                  </a:cubicBezTo>
                  <a:cubicBezTo>
                    <a:pt x="1905" y="20288"/>
                    <a:pt x="1143" y="17669"/>
                    <a:pt x="1143" y="14430"/>
                  </a:cubicBezTo>
                  <a:cubicBezTo>
                    <a:pt x="1143" y="11954"/>
                    <a:pt x="1715" y="9763"/>
                    <a:pt x="2810" y="7953"/>
                  </a:cubicBezTo>
                  <a:cubicBezTo>
                    <a:pt x="3905" y="6144"/>
                    <a:pt x="5477" y="4620"/>
                    <a:pt x="7382" y="3477"/>
                  </a:cubicBezTo>
                  <a:cubicBezTo>
                    <a:pt x="9287" y="2286"/>
                    <a:pt x="11525" y="1429"/>
                    <a:pt x="14002" y="857"/>
                  </a:cubicBezTo>
                  <a:cubicBezTo>
                    <a:pt x="16478" y="286"/>
                    <a:pt x="19145" y="0"/>
                    <a:pt x="21907" y="0"/>
                  </a:cubicBezTo>
                  <a:cubicBezTo>
                    <a:pt x="24670" y="0"/>
                    <a:pt x="27146" y="286"/>
                    <a:pt x="29670" y="905"/>
                  </a:cubicBezTo>
                  <a:cubicBezTo>
                    <a:pt x="32147" y="1476"/>
                    <a:pt x="34385" y="2429"/>
                    <a:pt x="36338" y="3762"/>
                  </a:cubicBezTo>
                  <a:cubicBezTo>
                    <a:pt x="38291" y="5096"/>
                    <a:pt x="39862" y="6810"/>
                    <a:pt x="41005" y="8954"/>
                  </a:cubicBezTo>
                  <a:cubicBezTo>
                    <a:pt x="42148" y="11097"/>
                    <a:pt x="42720" y="13716"/>
                    <a:pt x="42720" y="16812"/>
                  </a:cubicBezTo>
                  <a:lnTo>
                    <a:pt x="31861" y="16812"/>
                  </a:lnTo>
                  <a:cubicBezTo>
                    <a:pt x="31861" y="13621"/>
                    <a:pt x="30861" y="11382"/>
                    <a:pt x="28908" y="10096"/>
                  </a:cubicBezTo>
                  <a:cubicBezTo>
                    <a:pt x="26956" y="8811"/>
                    <a:pt x="24622" y="8144"/>
                    <a:pt x="21907" y="8144"/>
                  </a:cubicBezTo>
                  <a:cubicBezTo>
                    <a:pt x="19050" y="8144"/>
                    <a:pt x="16764" y="8620"/>
                    <a:pt x="15097" y="9525"/>
                  </a:cubicBezTo>
                  <a:cubicBezTo>
                    <a:pt x="13430" y="10430"/>
                    <a:pt x="12573" y="11954"/>
                    <a:pt x="12573" y="14002"/>
                  </a:cubicBezTo>
                  <a:cubicBezTo>
                    <a:pt x="12573" y="15192"/>
                    <a:pt x="13002" y="16193"/>
                    <a:pt x="13906" y="17002"/>
                  </a:cubicBezTo>
                  <a:cubicBezTo>
                    <a:pt x="14811" y="17812"/>
                    <a:pt x="16240" y="18621"/>
                    <a:pt x="18288" y="19288"/>
                  </a:cubicBezTo>
                  <a:cubicBezTo>
                    <a:pt x="20288" y="20002"/>
                    <a:pt x="23003" y="20717"/>
                    <a:pt x="26384" y="21527"/>
                  </a:cubicBezTo>
                  <a:cubicBezTo>
                    <a:pt x="30004" y="22384"/>
                    <a:pt x="33195" y="23431"/>
                    <a:pt x="35862" y="24717"/>
                  </a:cubicBezTo>
                  <a:cubicBezTo>
                    <a:pt x="38529" y="26003"/>
                    <a:pt x="40577" y="27623"/>
                    <a:pt x="42053" y="29670"/>
                  </a:cubicBezTo>
                  <a:cubicBezTo>
                    <a:pt x="43529" y="31718"/>
                    <a:pt x="44196" y="34385"/>
                    <a:pt x="44196" y="37671"/>
                  </a:cubicBezTo>
                  <a:cubicBezTo>
                    <a:pt x="44196" y="40577"/>
                    <a:pt x="43625" y="43101"/>
                    <a:pt x="42481" y="45148"/>
                  </a:cubicBezTo>
                  <a:cubicBezTo>
                    <a:pt x="41339" y="47196"/>
                    <a:pt x="39767" y="48911"/>
                    <a:pt x="37767" y="50197"/>
                  </a:cubicBezTo>
                  <a:cubicBezTo>
                    <a:pt x="35766" y="51483"/>
                    <a:pt x="33480" y="52435"/>
                    <a:pt x="30861" y="53054"/>
                  </a:cubicBezTo>
                  <a:cubicBezTo>
                    <a:pt x="28242" y="53673"/>
                    <a:pt x="25479" y="53959"/>
                    <a:pt x="22527" y="53959"/>
                  </a:cubicBezTo>
                  <a:close/>
                </a:path>
              </a:pathLst>
            </a:custGeom>
            <a:solidFill>
              <a:srgbClr val="FFFFFF"/>
            </a:solidFill>
            <a:ln w="4763" cap="flat">
              <a:noFill/>
              <a:prstDash val="solid"/>
              <a:miter/>
            </a:ln>
          </p:spPr>
          <p:txBody>
            <a:bodyPr rtlCol="0" anchor="ctr"/>
            <a:lstStyle/>
            <a:p>
              <a:endParaRPr lang="en-AU"/>
            </a:p>
          </p:txBody>
        </p:sp>
        <p:sp>
          <p:nvSpPr>
            <p:cNvPr id="12" name="Freeform: Shape 11">
              <a:extLst>
                <a:ext uri="{FF2B5EF4-FFF2-40B4-BE49-F238E27FC236}">
                  <a16:creationId xmlns:a16="http://schemas.microsoft.com/office/drawing/2014/main" id="{03551208-ED6C-4B6A-B61C-604B959B664F}"/>
                </a:ext>
              </a:extLst>
            </p:cNvPr>
            <p:cNvSpPr/>
            <p:nvPr/>
          </p:nvSpPr>
          <p:spPr>
            <a:xfrm>
              <a:off x="299466" y="668274"/>
              <a:ext cx="48291" cy="53863"/>
            </a:xfrm>
            <a:custGeom>
              <a:avLst/>
              <a:gdLst>
                <a:gd name="connsiteX0" fmla="*/ 25146 w 48291"/>
                <a:gd name="connsiteY0" fmla="*/ 53769 h 53863"/>
                <a:gd name="connsiteX1" fmla="*/ 12240 w 48291"/>
                <a:gd name="connsiteY1" fmla="*/ 50911 h 53863"/>
                <a:gd name="connsiteX2" fmla="*/ 3286 w 48291"/>
                <a:gd name="connsiteY2" fmla="*/ 42100 h 53863"/>
                <a:gd name="connsiteX3" fmla="*/ 0 w 48291"/>
                <a:gd name="connsiteY3" fmla="*/ 27099 h 53863"/>
                <a:gd name="connsiteX4" fmla="*/ 3191 w 48291"/>
                <a:gd name="connsiteY4" fmla="*/ 11954 h 53863"/>
                <a:gd name="connsiteX5" fmla="*/ 12002 w 48291"/>
                <a:gd name="connsiteY5" fmla="*/ 2953 h 53863"/>
                <a:gd name="connsiteX6" fmla="*/ 25146 w 48291"/>
                <a:gd name="connsiteY6" fmla="*/ 0 h 53863"/>
                <a:gd name="connsiteX7" fmla="*/ 36528 w 48291"/>
                <a:gd name="connsiteY7" fmla="*/ 2095 h 53863"/>
                <a:gd name="connsiteX8" fmla="*/ 44625 w 48291"/>
                <a:gd name="connsiteY8" fmla="*/ 8334 h 53863"/>
                <a:gd name="connsiteX9" fmla="*/ 47815 w 48291"/>
                <a:gd name="connsiteY9" fmla="*/ 18859 h 53863"/>
                <a:gd name="connsiteX10" fmla="*/ 36528 w 48291"/>
                <a:gd name="connsiteY10" fmla="*/ 18859 h 53863"/>
                <a:gd name="connsiteX11" fmla="*/ 33337 w 48291"/>
                <a:gd name="connsiteY11" fmla="*/ 11716 h 53863"/>
                <a:gd name="connsiteX12" fmla="*/ 25241 w 48291"/>
                <a:gd name="connsiteY12" fmla="*/ 9096 h 53863"/>
                <a:gd name="connsiteX13" fmla="*/ 15097 w 48291"/>
                <a:gd name="connsiteY13" fmla="*/ 13811 h 53863"/>
                <a:gd name="connsiteX14" fmla="*/ 11859 w 48291"/>
                <a:gd name="connsiteY14" fmla="*/ 27099 h 53863"/>
                <a:gd name="connsiteX15" fmla="*/ 13287 w 48291"/>
                <a:gd name="connsiteY15" fmla="*/ 36624 h 53863"/>
                <a:gd name="connsiteX16" fmla="*/ 17716 w 48291"/>
                <a:gd name="connsiteY16" fmla="*/ 42672 h 53863"/>
                <a:gd name="connsiteX17" fmla="*/ 25289 w 48291"/>
                <a:gd name="connsiteY17" fmla="*/ 44767 h 53863"/>
                <a:gd name="connsiteX18" fmla="*/ 33671 w 48291"/>
                <a:gd name="connsiteY18" fmla="*/ 42005 h 53863"/>
                <a:gd name="connsiteX19" fmla="*/ 37005 w 48291"/>
                <a:gd name="connsiteY19" fmla="*/ 34004 h 53863"/>
                <a:gd name="connsiteX20" fmla="*/ 48292 w 48291"/>
                <a:gd name="connsiteY20" fmla="*/ 34004 h 53863"/>
                <a:gd name="connsiteX21" fmla="*/ 45101 w 48291"/>
                <a:gd name="connsiteY21" fmla="*/ 44958 h 53863"/>
                <a:gd name="connsiteX22" fmla="*/ 36909 w 48291"/>
                <a:gd name="connsiteY22" fmla="*/ 51625 h 53863"/>
                <a:gd name="connsiteX23" fmla="*/ 25241 w 48291"/>
                <a:gd name="connsiteY23" fmla="*/ 53864 h 53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8291" h="53863">
                  <a:moveTo>
                    <a:pt x="25146" y="53769"/>
                  </a:moveTo>
                  <a:cubicBezTo>
                    <a:pt x="20336" y="53769"/>
                    <a:pt x="16050" y="52816"/>
                    <a:pt x="12240" y="50911"/>
                  </a:cubicBezTo>
                  <a:cubicBezTo>
                    <a:pt x="8477" y="49006"/>
                    <a:pt x="5477" y="46053"/>
                    <a:pt x="3286" y="42100"/>
                  </a:cubicBezTo>
                  <a:cubicBezTo>
                    <a:pt x="1095" y="38148"/>
                    <a:pt x="0" y="33147"/>
                    <a:pt x="0" y="27099"/>
                  </a:cubicBezTo>
                  <a:cubicBezTo>
                    <a:pt x="0" y="21050"/>
                    <a:pt x="1048" y="15954"/>
                    <a:pt x="3191" y="11954"/>
                  </a:cubicBezTo>
                  <a:cubicBezTo>
                    <a:pt x="5334" y="7953"/>
                    <a:pt x="8239" y="4953"/>
                    <a:pt x="12002" y="2953"/>
                  </a:cubicBezTo>
                  <a:cubicBezTo>
                    <a:pt x="15764" y="952"/>
                    <a:pt x="20145" y="0"/>
                    <a:pt x="25146" y="0"/>
                  </a:cubicBezTo>
                  <a:cubicBezTo>
                    <a:pt x="29337" y="0"/>
                    <a:pt x="33147" y="714"/>
                    <a:pt x="36528" y="2095"/>
                  </a:cubicBezTo>
                  <a:cubicBezTo>
                    <a:pt x="39910" y="3477"/>
                    <a:pt x="42624" y="5572"/>
                    <a:pt x="44625" y="8334"/>
                  </a:cubicBezTo>
                  <a:cubicBezTo>
                    <a:pt x="46625" y="11097"/>
                    <a:pt x="47720" y="14621"/>
                    <a:pt x="47815" y="18859"/>
                  </a:cubicBezTo>
                  <a:lnTo>
                    <a:pt x="36528" y="18859"/>
                  </a:lnTo>
                  <a:cubicBezTo>
                    <a:pt x="36338" y="15811"/>
                    <a:pt x="35290" y="13430"/>
                    <a:pt x="33337" y="11716"/>
                  </a:cubicBezTo>
                  <a:cubicBezTo>
                    <a:pt x="31385" y="9954"/>
                    <a:pt x="28670" y="9096"/>
                    <a:pt x="25241" y="9096"/>
                  </a:cubicBezTo>
                  <a:cubicBezTo>
                    <a:pt x="20622" y="9096"/>
                    <a:pt x="17240" y="10668"/>
                    <a:pt x="15097" y="13811"/>
                  </a:cubicBezTo>
                  <a:cubicBezTo>
                    <a:pt x="12906" y="16954"/>
                    <a:pt x="11859" y="21384"/>
                    <a:pt x="11859" y="27099"/>
                  </a:cubicBezTo>
                  <a:cubicBezTo>
                    <a:pt x="11859" y="30813"/>
                    <a:pt x="12335" y="33957"/>
                    <a:pt x="13287" y="36624"/>
                  </a:cubicBezTo>
                  <a:cubicBezTo>
                    <a:pt x="14240" y="39243"/>
                    <a:pt x="15716" y="41291"/>
                    <a:pt x="17716" y="42672"/>
                  </a:cubicBezTo>
                  <a:cubicBezTo>
                    <a:pt x="19717" y="44053"/>
                    <a:pt x="22193" y="44767"/>
                    <a:pt x="25289" y="44767"/>
                  </a:cubicBezTo>
                  <a:cubicBezTo>
                    <a:pt x="28765" y="44767"/>
                    <a:pt x="31575" y="43863"/>
                    <a:pt x="33671" y="42005"/>
                  </a:cubicBezTo>
                  <a:cubicBezTo>
                    <a:pt x="35766" y="40148"/>
                    <a:pt x="36862" y="37481"/>
                    <a:pt x="37005" y="34004"/>
                  </a:cubicBezTo>
                  <a:lnTo>
                    <a:pt x="48292" y="34004"/>
                  </a:lnTo>
                  <a:cubicBezTo>
                    <a:pt x="48196" y="38338"/>
                    <a:pt x="47101" y="42005"/>
                    <a:pt x="45101" y="44958"/>
                  </a:cubicBezTo>
                  <a:cubicBezTo>
                    <a:pt x="43053" y="47911"/>
                    <a:pt x="40338" y="50149"/>
                    <a:pt x="36909" y="51625"/>
                  </a:cubicBezTo>
                  <a:cubicBezTo>
                    <a:pt x="33480" y="53102"/>
                    <a:pt x="29575" y="53864"/>
                    <a:pt x="25241" y="53864"/>
                  </a:cubicBezTo>
                  <a:close/>
                </a:path>
              </a:pathLst>
            </a:custGeom>
            <a:solidFill>
              <a:srgbClr val="FFFFFF"/>
            </a:solidFill>
            <a:ln w="4763" cap="flat">
              <a:noFill/>
              <a:prstDash val="solid"/>
              <a:miter/>
            </a:ln>
          </p:spPr>
          <p:txBody>
            <a:bodyPr rtlCol="0" anchor="ctr"/>
            <a:lstStyle/>
            <a:p>
              <a:endParaRPr lang="en-AU"/>
            </a:p>
          </p:txBody>
        </p:sp>
        <p:sp>
          <p:nvSpPr>
            <p:cNvPr id="13" name="Freeform: Shape 12">
              <a:extLst>
                <a:ext uri="{FF2B5EF4-FFF2-40B4-BE49-F238E27FC236}">
                  <a16:creationId xmlns:a16="http://schemas.microsoft.com/office/drawing/2014/main" id="{A88C4AEE-EFAA-3D69-63B6-F38669C23D82}"/>
                </a:ext>
              </a:extLst>
            </p:cNvPr>
            <p:cNvSpPr/>
            <p:nvPr/>
          </p:nvSpPr>
          <p:spPr>
            <a:xfrm>
              <a:off x="358330" y="668274"/>
              <a:ext cx="48672" cy="53911"/>
            </a:xfrm>
            <a:custGeom>
              <a:avLst/>
              <a:gdLst>
                <a:gd name="connsiteX0" fmla="*/ 25575 w 48672"/>
                <a:gd name="connsiteY0" fmla="*/ 53911 h 53911"/>
                <a:gd name="connsiteX1" fmla="*/ 11335 w 48672"/>
                <a:gd name="connsiteY1" fmla="*/ 50530 h 53911"/>
                <a:gd name="connsiteX2" fmla="*/ 2810 w 48672"/>
                <a:gd name="connsiteY2" fmla="*/ 41005 h 53911"/>
                <a:gd name="connsiteX3" fmla="*/ 0 w 48672"/>
                <a:gd name="connsiteY3" fmla="*/ 26813 h 53911"/>
                <a:gd name="connsiteX4" fmla="*/ 2762 w 48672"/>
                <a:gd name="connsiteY4" fmla="*/ 12668 h 53911"/>
                <a:gd name="connsiteX5" fmla="*/ 11001 w 48672"/>
                <a:gd name="connsiteY5" fmla="*/ 3334 h 53911"/>
                <a:gd name="connsiteX6" fmla="*/ 24717 w 48672"/>
                <a:gd name="connsiteY6" fmla="*/ 0 h 53911"/>
                <a:gd name="connsiteX7" fmla="*/ 42243 w 48672"/>
                <a:gd name="connsiteY7" fmla="*/ 6620 h 53911"/>
                <a:gd name="connsiteX8" fmla="*/ 48673 w 48672"/>
                <a:gd name="connsiteY8" fmla="*/ 25527 h 53911"/>
                <a:gd name="connsiteX9" fmla="*/ 48578 w 48672"/>
                <a:gd name="connsiteY9" fmla="*/ 27384 h 53911"/>
                <a:gd name="connsiteX10" fmla="*/ 48387 w 48672"/>
                <a:gd name="connsiteY10" fmla="*/ 28956 h 53911"/>
                <a:gd name="connsiteX11" fmla="*/ 11573 w 48672"/>
                <a:gd name="connsiteY11" fmla="*/ 28956 h 53911"/>
                <a:gd name="connsiteX12" fmla="*/ 13049 w 48672"/>
                <a:gd name="connsiteY12" fmla="*/ 37100 h 53911"/>
                <a:gd name="connsiteX13" fmla="*/ 17574 w 48672"/>
                <a:gd name="connsiteY13" fmla="*/ 43053 h 53911"/>
                <a:gd name="connsiteX14" fmla="*/ 25670 w 48672"/>
                <a:gd name="connsiteY14" fmla="*/ 45291 h 53911"/>
                <a:gd name="connsiteX15" fmla="*/ 34052 w 48672"/>
                <a:gd name="connsiteY15" fmla="*/ 42910 h 53911"/>
                <a:gd name="connsiteX16" fmla="*/ 37243 w 48672"/>
                <a:gd name="connsiteY16" fmla="*/ 35862 h 53911"/>
                <a:gd name="connsiteX17" fmla="*/ 48625 w 48672"/>
                <a:gd name="connsiteY17" fmla="*/ 35862 h 53911"/>
                <a:gd name="connsiteX18" fmla="*/ 45482 w 48672"/>
                <a:gd name="connsiteY18" fmla="*/ 45672 h 53911"/>
                <a:gd name="connsiteX19" fmla="*/ 37576 w 48672"/>
                <a:gd name="connsiteY19" fmla="*/ 51816 h 53911"/>
                <a:gd name="connsiteX20" fmla="*/ 25622 w 48672"/>
                <a:gd name="connsiteY20" fmla="*/ 53911 h 53911"/>
                <a:gd name="connsiteX21" fmla="*/ 11621 w 48672"/>
                <a:gd name="connsiteY21" fmla="*/ 21241 h 53911"/>
                <a:gd name="connsiteX22" fmla="*/ 37100 w 48672"/>
                <a:gd name="connsiteY22" fmla="*/ 21241 h 53911"/>
                <a:gd name="connsiteX23" fmla="*/ 33576 w 48672"/>
                <a:gd name="connsiteY23" fmla="*/ 11668 h 53911"/>
                <a:gd name="connsiteX24" fmla="*/ 24622 w 48672"/>
                <a:gd name="connsiteY24" fmla="*/ 8382 h 53911"/>
                <a:gd name="connsiteX25" fmla="*/ 15478 w 48672"/>
                <a:gd name="connsiteY25" fmla="*/ 11716 h 53911"/>
                <a:gd name="connsiteX26" fmla="*/ 11621 w 48672"/>
                <a:gd name="connsiteY26" fmla="*/ 21288 h 53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8672" h="53911">
                  <a:moveTo>
                    <a:pt x="25575" y="53911"/>
                  </a:moveTo>
                  <a:cubicBezTo>
                    <a:pt x="19860" y="53911"/>
                    <a:pt x="15145" y="52768"/>
                    <a:pt x="11335" y="50530"/>
                  </a:cubicBezTo>
                  <a:cubicBezTo>
                    <a:pt x="7525" y="48244"/>
                    <a:pt x="4715" y="45101"/>
                    <a:pt x="2810" y="41005"/>
                  </a:cubicBezTo>
                  <a:cubicBezTo>
                    <a:pt x="905" y="36909"/>
                    <a:pt x="0" y="32194"/>
                    <a:pt x="0" y="26813"/>
                  </a:cubicBezTo>
                  <a:cubicBezTo>
                    <a:pt x="0" y="21431"/>
                    <a:pt x="905" y="16669"/>
                    <a:pt x="2762" y="12668"/>
                  </a:cubicBezTo>
                  <a:cubicBezTo>
                    <a:pt x="4620" y="8668"/>
                    <a:pt x="7334" y="5524"/>
                    <a:pt x="11001" y="3334"/>
                  </a:cubicBezTo>
                  <a:cubicBezTo>
                    <a:pt x="14669" y="1095"/>
                    <a:pt x="19241" y="0"/>
                    <a:pt x="24717" y="0"/>
                  </a:cubicBezTo>
                  <a:cubicBezTo>
                    <a:pt x="32147" y="0"/>
                    <a:pt x="37957" y="2191"/>
                    <a:pt x="42243" y="6620"/>
                  </a:cubicBezTo>
                  <a:cubicBezTo>
                    <a:pt x="46530" y="11049"/>
                    <a:pt x="48673" y="17335"/>
                    <a:pt x="48673" y="25527"/>
                  </a:cubicBezTo>
                  <a:cubicBezTo>
                    <a:pt x="48673" y="26003"/>
                    <a:pt x="48673" y="26622"/>
                    <a:pt x="48578" y="27384"/>
                  </a:cubicBezTo>
                  <a:cubicBezTo>
                    <a:pt x="48530" y="28099"/>
                    <a:pt x="48482" y="28623"/>
                    <a:pt x="48387" y="28956"/>
                  </a:cubicBezTo>
                  <a:lnTo>
                    <a:pt x="11573" y="28956"/>
                  </a:lnTo>
                  <a:cubicBezTo>
                    <a:pt x="11573" y="31909"/>
                    <a:pt x="12097" y="34623"/>
                    <a:pt x="13049" y="37100"/>
                  </a:cubicBezTo>
                  <a:cubicBezTo>
                    <a:pt x="14002" y="39576"/>
                    <a:pt x="15478" y="41577"/>
                    <a:pt x="17574" y="43053"/>
                  </a:cubicBezTo>
                  <a:cubicBezTo>
                    <a:pt x="19622" y="44529"/>
                    <a:pt x="22336" y="45291"/>
                    <a:pt x="25670" y="45291"/>
                  </a:cubicBezTo>
                  <a:cubicBezTo>
                    <a:pt x="29242" y="45291"/>
                    <a:pt x="32052" y="44482"/>
                    <a:pt x="34052" y="42910"/>
                  </a:cubicBezTo>
                  <a:cubicBezTo>
                    <a:pt x="36100" y="41338"/>
                    <a:pt x="37148" y="39005"/>
                    <a:pt x="37243" y="35862"/>
                  </a:cubicBezTo>
                  <a:lnTo>
                    <a:pt x="48625" y="35862"/>
                  </a:lnTo>
                  <a:cubicBezTo>
                    <a:pt x="48435" y="39719"/>
                    <a:pt x="47387" y="43005"/>
                    <a:pt x="45482" y="45672"/>
                  </a:cubicBezTo>
                  <a:cubicBezTo>
                    <a:pt x="43577" y="48387"/>
                    <a:pt x="40957" y="50387"/>
                    <a:pt x="37576" y="51816"/>
                  </a:cubicBezTo>
                  <a:cubicBezTo>
                    <a:pt x="34195" y="53245"/>
                    <a:pt x="30242" y="53911"/>
                    <a:pt x="25622" y="53911"/>
                  </a:cubicBezTo>
                  <a:close/>
                  <a:moveTo>
                    <a:pt x="11621" y="21241"/>
                  </a:moveTo>
                  <a:lnTo>
                    <a:pt x="37100" y="21241"/>
                  </a:lnTo>
                  <a:cubicBezTo>
                    <a:pt x="37005" y="17050"/>
                    <a:pt x="35814" y="13859"/>
                    <a:pt x="33576" y="11668"/>
                  </a:cubicBezTo>
                  <a:cubicBezTo>
                    <a:pt x="31337" y="9477"/>
                    <a:pt x="28384" y="8382"/>
                    <a:pt x="24622" y="8382"/>
                  </a:cubicBezTo>
                  <a:cubicBezTo>
                    <a:pt x="20860" y="8382"/>
                    <a:pt x="17717" y="9477"/>
                    <a:pt x="15478" y="11716"/>
                  </a:cubicBezTo>
                  <a:cubicBezTo>
                    <a:pt x="13192" y="13906"/>
                    <a:pt x="11906" y="17097"/>
                    <a:pt x="11621" y="21288"/>
                  </a:cubicBezTo>
                  <a:close/>
                </a:path>
              </a:pathLst>
            </a:custGeom>
            <a:solidFill>
              <a:srgbClr val="FFFFFF"/>
            </a:solidFill>
            <a:ln w="4763" cap="flat">
              <a:noFill/>
              <a:prstDash val="solid"/>
              <a:miter/>
            </a:ln>
          </p:spPr>
          <p:txBody>
            <a:bodyPr rtlCol="0" anchor="ctr"/>
            <a:lstStyle/>
            <a:p>
              <a:endParaRPr lang="en-AU"/>
            </a:p>
          </p:txBody>
        </p:sp>
        <p:sp>
          <p:nvSpPr>
            <p:cNvPr id="14" name="Freeform: Shape 13">
              <a:extLst>
                <a:ext uri="{FF2B5EF4-FFF2-40B4-BE49-F238E27FC236}">
                  <a16:creationId xmlns:a16="http://schemas.microsoft.com/office/drawing/2014/main" id="{80E2DD04-DEA8-A38D-3412-56D16739EAD0}"/>
                </a:ext>
              </a:extLst>
            </p:cNvPr>
            <p:cNvSpPr/>
            <p:nvPr/>
          </p:nvSpPr>
          <p:spPr>
            <a:xfrm>
              <a:off x="420385" y="668369"/>
              <a:ext cx="46196" cy="52863"/>
            </a:xfrm>
            <a:custGeom>
              <a:avLst/>
              <a:gdLst>
                <a:gd name="connsiteX0" fmla="*/ 0 w 46196"/>
                <a:gd name="connsiteY0" fmla="*/ 52864 h 52863"/>
                <a:gd name="connsiteX1" fmla="*/ 0 w 46196"/>
                <a:gd name="connsiteY1" fmla="*/ 762 h 52863"/>
                <a:gd name="connsiteX2" fmla="*/ 11097 w 46196"/>
                <a:gd name="connsiteY2" fmla="*/ 762 h 52863"/>
                <a:gd name="connsiteX3" fmla="*/ 11382 w 46196"/>
                <a:gd name="connsiteY3" fmla="*/ 8668 h 52863"/>
                <a:gd name="connsiteX4" fmla="*/ 18336 w 46196"/>
                <a:gd name="connsiteY4" fmla="*/ 2715 h 52863"/>
                <a:gd name="connsiteX5" fmla="*/ 29623 w 46196"/>
                <a:gd name="connsiteY5" fmla="*/ 0 h 52863"/>
                <a:gd name="connsiteX6" fmla="*/ 42053 w 46196"/>
                <a:gd name="connsiteY6" fmla="*/ 4953 h 52863"/>
                <a:gd name="connsiteX7" fmla="*/ 46196 w 46196"/>
                <a:gd name="connsiteY7" fmla="*/ 19098 h 52863"/>
                <a:gd name="connsiteX8" fmla="*/ 46196 w 46196"/>
                <a:gd name="connsiteY8" fmla="*/ 52864 h 52863"/>
                <a:gd name="connsiteX9" fmla="*/ 34671 w 46196"/>
                <a:gd name="connsiteY9" fmla="*/ 52864 h 52863"/>
                <a:gd name="connsiteX10" fmla="*/ 34671 w 46196"/>
                <a:gd name="connsiteY10" fmla="*/ 20622 h 52863"/>
                <a:gd name="connsiteX11" fmla="*/ 33861 w 46196"/>
                <a:gd name="connsiteY11" fmla="*/ 14764 h 52863"/>
                <a:gd name="connsiteX12" fmla="*/ 31147 w 46196"/>
                <a:gd name="connsiteY12" fmla="*/ 10811 h 52863"/>
                <a:gd name="connsiteX13" fmla="*/ 25956 w 46196"/>
                <a:gd name="connsiteY13" fmla="*/ 9382 h 52863"/>
                <a:gd name="connsiteX14" fmla="*/ 17431 w 46196"/>
                <a:gd name="connsiteY14" fmla="*/ 11716 h 52863"/>
                <a:gd name="connsiteX15" fmla="*/ 11621 w 46196"/>
                <a:gd name="connsiteY15" fmla="*/ 17002 h 52863"/>
                <a:gd name="connsiteX16" fmla="*/ 11621 w 46196"/>
                <a:gd name="connsiteY16" fmla="*/ 52864 h 52863"/>
                <a:gd name="connsiteX17" fmla="*/ 48 w 46196"/>
                <a:gd name="connsiteY17" fmla="*/ 52864 h 52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6196" h="52863">
                  <a:moveTo>
                    <a:pt x="0" y="52864"/>
                  </a:moveTo>
                  <a:lnTo>
                    <a:pt x="0" y="762"/>
                  </a:lnTo>
                  <a:lnTo>
                    <a:pt x="11097" y="762"/>
                  </a:lnTo>
                  <a:lnTo>
                    <a:pt x="11382" y="8668"/>
                  </a:lnTo>
                  <a:cubicBezTo>
                    <a:pt x="13097" y="6477"/>
                    <a:pt x="15431" y="4524"/>
                    <a:pt x="18336" y="2715"/>
                  </a:cubicBezTo>
                  <a:cubicBezTo>
                    <a:pt x="21241" y="905"/>
                    <a:pt x="25003" y="0"/>
                    <a:pt x="29623" y="0"/>
                  </a:cubicBezTo>
                  <a:cubicBezTo>
                    <a:pt x="35147" y="0"/>
                    <a:pt x="39291" y="1667"/>
                    <a:pt x="42053" y="4953"/>
                  </a:cubicBezTo>
                  <a:cubicBezTo>
                    <a:pt x="44815" y="8239"/>
                    <a:pt x="46196" y="12954"/>
                    <a:pt x="46196" y="19098"/>
                  </a:cubicBezTo>
                  <a:lnTo>
                    <a:pt x="46196" y="52864"/>
                  </a:lnTo>
                  <a:lnTo>
                    <a:pt x="34671" y="52864"/>
                  </a:lnTo>
                  <a:lnTo>
                    <a:pt x="34671" y="20622"/>
                  </a:lnTo>
                  <a:cubicBezTo>
                    <a:pt x="34671" y="18431"/>
                    <a:pt x="34385" y="16478"/>
                    <a:pt x="33861" y="14764"/>
                  </a:cubicBezTo>
                  <a:cubicBezTo>
                    <a:pt x="33338" y="13049"/>
                    <a:pt x="32433" y="11763"/>
                    <a:pt x="31147" y="10811"/>
                  </a:cubicBezTo>
                  <a:cubicBezTo>
                    <a:pt x="29861" y="9858"/>
                    <a:pt x="28146" y="9382"/>
                    <a:pt x="25956" y="9382"/>
                  </a:cubicBezTo>
                  <a:cubicBezTo>
                    <a:pt x="22622" y="9382"/>
                    <a:pt x="19764" y="10144"/>
                    <a:pt x="17431" y="11716"/>
                  </a:cubicBezTo>
                  <a:cubicBezTo>
                    <a:pt x="15097" y="13287"/>
                    <a:pt x="13145" y="15002"/>
                    <a:pt x="11621" y="17002"/>
                  </a:cubicBezTo>
                  <a:lnTo>
                    <a:pt x="11621" y="52864"/>
                  </a:lnTo>
                  <a:lnTo>
                    <a:pt x="48" y="52864"/>
                  </a:lnTo>
                  <a:close/>
                </a:path>
              </a:pathLst>
            </a:custGeom>
            <a:solidFill>
              <a:srgbClr val="FFFFFF"/>
            </a:solidFill>
            <a:ln w="4763" cap="flat">
              <a:noFill/>
              <a:prstDash val="solid"/>
              <a:miter/>
            </a:ln>
          </p:spPr>
          <p:txBody>
            <a:bodyPr rtlCol="0" anchor="ctr"/>
            <a:lstStyle/>
            <a:p>
              <a:endParaRPr lang="en-AU"/>
            </a:p>
          </p:txBody>
        </p:sp>
        <p:sp>
          <p:nvSpPr>
            <p:cNvPr id="15" name="Freeform: Shape 14">
              <a:extLst>
                <a:ext uri="{FF2B5EF4-FFF2-40B4-BE49-F238E27FC236}">
                  <a16:creationId xmlns:a16="http://schemas.microsoft.com/office/drawing/2014/main" id="{F1C55637-33D1-6FC7-7613-EB11B3B22483}"/>
                </a:ext>
              </a:extLst>
            </p:cNvPr>
            <p:cNvSpPr/>
            <p:nvPr/>
          </p:nvSpPr>
          <p:spPr>
            <a:xfrm>
              <a:off x="479440" y="649271"/>
              <a:ext cx="49434" cy="72866"/>
            </a:xfrm>
            <a:custGeom>
              <a:avLst/>
              <a:gdLst>
                <a:gd name="connsiteX0" fmla="*/ 20669 w 49434"/>
                <a:gd name="connsiteY0" fmla="*/ 72866 h 72866"/>
                <a:gd name="connsiteX1" fmla="*/ 9906 w 49434"/>
                <a:gd name="connsiteY1" fmla="*/ 69866 h 72866"/>
                <a:gd name="connsiteX2" fmla="*/ 2619 w 49434"/>
                <a:gd name="connsiteY2" fmla="*/ 60817 h 72866"/>
                <a:gd name="connsiteX3" fmla="*/ 0 w 49434"/>
                <a:gd name="connsiteY3" fmla="*/ 45672 h 72866"/>
                <a:gd name="connsiteX4" fmla="*/ 2810 w 49434"/>
                <a:gd name="connsiteY4" fmla="*/ 30766 h 72866"/>
                <a:gd name="connsiteX5" fmla="*/ 10573 w 49434"/>
                <a:gd name="connsiteY5" fmla="*/ 21907 h 72866"/>
                <a:gd name="connsiteX6" fmla="*/ 22003 w 49434"/>
                <a:gd name="connsiteY6" fmla="*/ 18955 h 72866"/>
                <a:gd name="connsiteX7" fmla="*/ 31480 w 49434"/>
                <a:gd name="connsiteY7" fmla="*/ 21288 h 72866"/>
                <a:gd name="connsiteX8" fmla="*/ 37909 w 49434"/>
                <a:gd name="connsiteY8" fmla="*/ 27527 h 72866"/>
                <a:gd name="connsiteX9" fmla="*/ 37909 w 49434"/>
                <a:gd name="connsiteY9" fmla="*/ 0 h 72866"/>
                <a:gd name="connsiteX10" fmla="*/ 49435 w 49434"/>
                <a:gd name="connsiteY10" fmla="*/ 0 h 72866"/>
                <a:gd name="connsiteX11" fmla="*/ 49435 w 49434"/>
                <a:gd name="connsiteY11" fmla="*/ 71961 h 72866"/>
                <a:gd name="connsiteX12" fmla="*/ 38481 w 49434"/>
                <a:gd name="connsiteY12" fmla="*/ 71961 h 72866"/>
                <a:gd name="connsiteX13" fmla="*/ 37909 w 49434"/>
                <a:gd name="connsiteY13" fmla="*/ 64484 h 72866"/>
                <a:gd name="connsiteX14" fmla="*/ 30909 w 49434"/>
                <a:gd name="connsiteY14" fmla="*/ 70580 h 72866"/>
                <a:gd name="connsiteX15" fmla="*/ 20765 w 49434"/>
                <a:gd name="connsiteY15" fmla="*/ 72866 h 72866"/>
                <a:gd name="connsiteX16" fmla="*/ 23670 w 49434"/>
                <a:gd name="connsiteY16" fmla="*/ 63865 h 72866"/>
                <a:gd name="connsiteX17" fmla="*/ 32337 w 49434"/>
                <a:gd name="connsiteY17" fmla="*/ 61293 h 72866"/>
                <a:gd name="connsiteX18" fmla="*/ 37862 w 49434"/>
                <a:gd name="connsiteY18" fmla="*/ 55102 h 72866"/>
                <a:gd name="connsiteX19" fmla="*/ 37862 w 49434"/>
                <a:gd name="connsiteY19" fmla="*/ 37433 h 72866"/>
                <a:gd name="connsiteX20" fmla="*/ 32718 w 49434"/>
                <a:gd name="connsiteY20" fmla="*/ 30766 h 72866"/>
                <a:gd name="connsiteX21" fmla="*/ 24575 w 49434"/>
                <a:gd name="connsiteY21" fmla="*/ 28004 h 72866"/>
                <a:gd name="connsiteX22" fmla="*/ 15097 w 49434"/>
                <a:gd name="connsiteY22" fmla="*/ 32575 h 72866"/>
                <a:gd name="connsiteX23" fmla="*/ 11859 w 49434"/>
                <a:gd name="connsiteY23" fmla="*/ 45625 h 72866"/>
                <a:gd name="connsiteX24" fmla="*/ 14954 w 49434"/>
                <a:gd name="connsiteY24" fmla="*/ 59293 h 72866"/>
                <a:gd name="connsiteX25" fmla="*/ 23765 w 49434"/>
                <a:gd name="connsiteY25" fmla="*/ 63865 h 72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9434" h="72866">
                  <a:moveTo>
                    <a:pt x="20669" y="72866"/>
                  </a:moveTo>
                  <a:cubicBezTo>
                    <a:pt x="16621" y="72866"/>
                    <a:pt x="13002" y="71866"/>
                    <a:pt x="9906" y="69866"/>
                  </a:cubicBezTo>
                  <a:cubicBezTo>
                    <a:pt x="6763" y="67866"/>
                    <a:pt x="4334" y="64865"/>
                    <a:pt x="2619" y="60817"/>
                  </a:cubicBezTo>
                  <a:cubicBezTo>
                    <a:pt x="857" y="56769"/>
                    <a:pt x="0" y="51721"/>
                    <a:pt x="0" y="45672"/>
                  </a:cubicBezTo>
                  <a:cubicBezTo>
                    <a:pt x="0" y="39624"/>
                    <a:pt x="953" y="34719"/>
                    <a:pt x="2810" y="30766"/>
                  </a:cubicBezTo>
                  <a:cubicBezTo>
                    <a:pt x="4667" y="26813"/>
                    <a:pt x="7287" y="23860"/>
                    <a:pt x="10573" y="21907"/>
                  </a:cubicBezTo>
                  <a:cubicBezTo>
                    <a:pt x="13859" y="19907"/>
                    <a:pt x="17669" y="18955"/>
                    <a:pt x="22003" y="18955"/>
                  </a:cubicBezTo>
                  <a:cubicBezTo>
                    <a:pt x="25622" y="18955"/>
                    <a:pt x="28766" y="19764"/>
                    <a:pt x="31480" y="21288"/>
                  </a:cubicBezTo>
                  <a:cubicBezTo>
                    <a:pt x="34147" y="22860"/>
                    <a:pt x="36290" y="24956"/>
                    <a:pt x="37909" y="27527"/>
                  </a:cubicBezTo>
                  <a:lnTo>
                    <a:pt x="37909" y="0"/>
                  </a:lnTo>
                  <a:lnTo>
                    <a:pt x="49435" y="0"/>
                  </a:lnTo>
                  <a:lnTo>
                    <a:pt x="49435" y="71961"/>
                  </a:lnTo>
                  <a:lnTo>
                    <a:pt x="38481" y="71961"/>
                  </a:lnTo>
                  <a:lnTo>
                    <a:pt x="37909" y="64484"/>
                  </a:lnTo>
                  <a:cubicBezTo>
                    <a:pt x="36052" y="67008"/>
                    <a:pt x="33719" y="69056"/>
                    <a:pt x="30909" y="70580"/>
                  </a:cubicBezTo>
                  <a:cubicBezTo>
                    <a:pt x="28099" y="72104"/>
                    <a:pt x="24717" y="72866"/>
                    <a:pt x="20765" y="72866"/>
                  </a:cubicBezTo>
                  <a:close/>
                  <a:moveTo>
                    <a:pt x="23670" y="63865"/>
                  </a:moveTo>
                  <a:cubicBezTo>
                    <a:pt x="27099" y="63865"/>
                    <a:pt x="29956" y="63008"/>
                    <a:pt x="32337" y="61293"/>
                  </a:cubicBezTo>
                  <a:cubicBezTo>
                    <a:pt x="34671" y="59579"/>
                    <a:pt x="36528" y="57531"/>
                    <a:pt x="37862" y="55102"/>
                  </a:cubicBezTo>
                  <a:lnTo>
                    <a:pt x="37862" y="37433"/>
                  </a:lnTo>
                  <a:cubicBezTo>
                    <a:pt x="36624" y="34814"/>
                    <a:pt x="34909" y="32623"/>
                    <a:pt x="32718" y="30766"/>
                  </a:cubicBezTo>
                  <a:cubicBezTo>
                    <a:pt x="30528" y="28908"/>
                    <a:pt x="27813" y="28004"/>
                    <a:pt x="24575" y="28004"/>
                  </a:cubicBezTo>
                  <a:cubicBezTo>
                    <a:pt x="20431" y="28004"/>
                    <a:pt x="17288" y="29527"/>
                    <a:pt x="15097" y="32575"/>
                  </a:cubicBezTo>
                  <a:cubicBezTo>
                    <a:pt x="12906" y="35623"/>
                    <a:pt x="11859" y="39957"/>
                    <a:pt x="11859" y="45625"/>
                  </a:cubicBezTo>
                  <a:cubicBezTo>
                    <a:pt x="11859" y="51673"/>
                    <a:pt x="12906" y="56245"/>
                    <a:pt x="14954" y="59293"/>
                  </a:cubicBezTo>
                  <a:cubicBezTo>
                    <a:pt x="17002" y="62341"/>
                    <a:pt x="19955" y="63865"/>
                    <a:pt x="23765" y="63865"/>
                  </a:cubicBezTo>
                  <a:close/>
                </a:path>
              </a:pathLst>
            </a:custGeom>
            <a:solidFill>
              <a:srgbClr val="FFFFFF"/>
            </a:solidFill>
            <a:ln w="4763" cap="flat">
              <a:noFill/>
              <a:prstDash val="solid"/>
              <a:miter/>
            </a:ln>
          </p:spPr>
          <p:txBody>
            <a:bodyPr rtlCol="0" anchor="ctr"/>
            <a:lstStyle/>
            <a:p>
              <a:endParaRPr lang="en-AU"/>
            </a:p>
          </p:txBody>
        </p:sp>
        <p:sp>
          <p:nvSpPr>
            <p:cNvPr id="16" name="Freeform: Shape 15">
              <a:extLst>
                <a:ext uri="{FF2B5EF4-FFF2-40B4-BE49-F238E27FC236}">
                  <a16:creationId xmlns:a16="http://schemas.microsoft.com/office/drawing/2014/main" id="{D8610442-3406-0D62-A093-1C552A5C5975}"/>
                </a:ext>
              </a:extLst>
            </p:cNvPr>
            <p:cNvSpPr/>
            <p:nvPr/>
          </p:nvSpPr>
          <p:spPr>
            <a:xfrm>
              <a:off x="543972" y="648700"/>
              <a:ext cx="13620" cy="72532"/>
            </a:xfrm>
            <a:custGeom>
              <a:avLst/>
              <a:gdLst>
                <a:gd name="connsiteX0" fmla="*/ 6810 w 13620"/>
                <a:gd name="connsiteY0" fmla="*/ 12097 h 72532"/>
                <a:gd name="connsiteX1" fmla="*/ 1762 w 13620"/>
                <a:gd name="connsiteY1" fmla="*/ 10382 h 72532"/>
                <a:gd name="connsiteX2" fmla="*/ 0 w 13620"/>
                <a:gd name="connsiteY2" fmla="*/ 6096 h 72532"/>
                <a:gd name="connsiteX3" fmla="*/ 1762 w 13620"/>
                <a:gd name="connsiteY3" fmla="*/ 1715 h 72532"/>
                <a:gd name="connsiteX4" fmla="*/ 6810 w 13620"/>
                <a:gd name="connsiteY4" fmla="*/ 0 h 72532"/>
                <a:gd name="connsiteX5" fmla="*/ 11811 w 13620"/>
                <a:gd name="connsiteY5" fmla="*/ 1715 h 72532"/>
                <a:gd name="connsiteX6" fmla="*/ 13621 w 13620"/>
                <a:gd name="connsiteY6" fmla="*/ 6048 h 72532"/>
                <a:gd name="connsiteX7" fmla="*/ 11811 w 13620"/>
                <a:gd name="connsiteY7" fmla="*/ 10382 h 72532"/>
                <a:gd name="connsiteX8" fmla="*/ 6810 w 13620"/>
                <a:gd name="connsiteY8" fmla="*/ 12097 h 72532"/>
                <a:gd name="connsiteX9" fmla="*/ 1000 w 13620"/>
                <a:gd name="connsiteY9" fmla="*/ 72533 h 72532"/>
                <a:gd name="connsiteX10" fmla="*/ 1000 w 13620"/>
                <a:gd name="connsiteY10" fmla="*/ 20431 h 72532"/>
                <a:gd name="connsiteX11" fmla="*/ 12573 w 13620"/>
                <a:gd name="connsiteY11" fmla="*/ 20431 h 72532"/>
                <a:gd name="connsiteX12" fmla="*/ 12573 w 13620"/>
                <a:gd name="connsiteY12" fmla="*/ 72533 h 72532"/>
                <a:gd name="connsiteX13" fmla="*/ 1000 w 13620"/>
                <a:gd name="connsiteY13" fmla="*/ 72533 h 72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620" h="72532">
                  <a:moveTo>
                    <a:pt x="6810" y="12097"/>
                  </a:moveTo>
                  <a:cubicBezTo>
                    <a:pt x="4620" y="12097"/>
                    <a:pt x="2953" y="11525"/>
                    <a:pt x="1762" y="10382"/>
                  </a:cubicBezTo>
                  <a:cubicBezTo>
                    <a:pt x="571" y="9239"/>
                    <a:pt x="0" y="7810"/>
                    <a:pt x="0" y="6096"/>
                  </a:cubicBezTo>
                  <a:cubicBezTo>
                    <a:pt x="0" y="4381"/>
                    <a:pt x="571" y="2857"/>
                    <a:pt x="1762" y="1715"/>
                  </a:cubicBezTo>
                  <a:cubicBezTo>
                    <a:pt x="2953" y="571"/>
                    <a:pt x="4620" y="0"/>
                    <a:pt x="6810" y="0"/>
                  </a:cubicBezTo>
                  <a:cubicBezTo>
                    <a:pt x="9001" y="0"/>
                    <a:pt x="10620" y="571"/>
                    <a:pt x="11811" y="1715"/>
                  </a:cubicBezTo>
                  <a:cubicBezTo>
                    <a:pt x="13002" y="2857"/>
                    <a:pt x="13621" y="4286"/>
                    <a:pt x="13621" y="6048"/>
                  </a:cubicBezTo>
                  <a:cubicBezTo>
                    <a:pt x="13621" y="7810"/>
                    <a:pt x="13002" y="9239"/>
                    <a:pt x="11811" y="10382"/>
                  </a:cubicBezTo>
                  <a:cubicBezTo>
                    <a:pt x="10620" y="11525"/>
                    <a:pt x="8953" y="12097"/>
                    <a:pt x="6810" y="12097"/>
                  </a:cubicBezTo>
                  <a:close/>
                  <a:moveTo>
                    <a:pt x="1000" y="72533"/>
                  </a:moveTo>
                  <a:lnTo>
                    <a:pt x="1000" y="20431"/>
                  </a:lnTo>
                  <a:lnTo>
                    <a:pt x="12573" y="20431"/>
                  </a:lnTo>
                  <a:lnTo>
                    <a:pt x="12573" y="72533"/>
                  </a:lnTo>
                  <a:lnTo>
                    <a:pt x="1000" y="72533"/>
                  </a:lnTo>
                  <a:close/>
                </a:path>
              </a:pathLst>
            </a:custGeom>
            <a:solidFill>
              <a:srgbClr val="FFFFFF"/>
            </a:solidFill>
            <a:ln w="4763" cap="flat">
              <a:noFill/>
              <a:prstDash val="solid"/>
              <a:miter/>
            </a:ln>
          </p:spPr>
          <p:txBody>
            <a:bodyPr rtlCol="0" anchor="ctr"/>
            <a:lstStyle/>
            <a:p>
              <a:endParaRPr lang="en-AU"/>
            </a:p>
          </p:txBody>
        </p:sp>
        <p:sp>
          <p:nvSpPr>
            <p:cNvPr id="17" name="Freeform: Shape 16">
              <a:extLst>
                <a:ext uri="{FF2B5EF4-FFF2-40B4-BE49-F238E27FC236}">
                  <a16:creationId xmlns:a16="http://schemas.microsoft.com/office/drawing/2014/main" id="{1AD6CEC4-389F-DB80-8711-31EC468DA955}"/>
                </a:ext>
              </a:extLst>
            </p:cNvPr>
            <p:cNvSpPr/>
            <p:nvPr/>
          </p:nvSpPr>
          <p:spPr>
            <a:xfrm>
              <a:off x="569928" y="668131"/>
              <a:ext cx="51006" cy="53959"/>
            </a:xfrm>
            <a:custGeom>
              <a:avLst/>
              <a:gdLst>
                <a:gd name="connsiteX0" fmla="*/ 25289 w 51006"/>
                <a:gd name="connsiteY0" fmla="*/ 53959 h 53959"/>
                <a:gd name="connsiteX1" fmla="*/ 11859 w 51006"/>
                <a:gd name="connsiteY1" fmla="*/ 50768 h 53959"/>
                <a:gd name="connsiteX2" fmla="*/ 3096 w 51006"/>
                <a:gd name="connsiteY2" fmla="*/ 41577 h 53959"/>
                <a:gd name="connsiteX3" fmla="*/ 0 w 51006"/>
                <a:gd name="connsiteY3" fmla="*/ 27146 h 53959"/>
                <a:gd name="connsiteX4" fmla="*/ 3096 w 51006"/>
                <a:gd name="connsiteY4" fmla="*/ 12478 h 53959"/>
                <a:gd name="connsiteX5" fmla="*/ 11859 w 51006"/>
                <a:gd name="connsiteY5" fmla="*/ 3191 h 53959"/>
                <a:gd name="connsiteX6" fmla="*/ 25289 w 51006"/>
                <a:gd name="connsiteY6" fmla="*/ 0 h 53959"/>
                <a:gd name="connsiteX7" fmla="*/ 39005 w 51006"/>
                <a:gd name="connsiteY7" fmla="*/ 3191 h 53959"/>
                <a:gd name="connsiteX8" fmla="*/ 47863 w 51006"/>
                <a:gd name="connsiteY8" fmla="*/ 12478 h 53959"/>
                <a:gd name="connsiteX9" fmla="*/ 51006 w 51006"/>
                <a:gd name="connsiteY9" fmla="*/ 27146 h 53959"/>
                <a:gd name="connsiteX10" fmla="*/ 47863 w 51006"/>
                <a:gd name="connsiteY10" fmla="*/ 41577 h 53959"/>
                <a:gd name="connsiteX11" fmla="*/ 39005 w 51006"/>
                <a:gd name="connsiteY11" fmla="*/ 50768 h 53959"/>
                <a:gd name="connsiteX12" fmla="*/ 25289 w 51006"/>
                <a:gd name="connsiteY12" fmla="*/ 53959 h 53959"/>
                <a:gd name="connsiteX13" fmla="*/ 25289 w 51006"/>
                <a:gd name="connsiteY13" fmla="*/ 45006 h 53959"/>
                <a:gd name="connsiteX14" fmla="*/ 33576 w 51006"/>
                <a:gd name="connsiteY14" fmla="*/ 42672 h 53959"/>
                <a:gd name="connsiteX15" fmla="*/ 37909 w 51006"/>
                <a:gd name="connsiteY15" fmla="*/ 36290 h 53959"/>
                <a:gd name="connsiteX16" fmla="*/ 39195 w 51006"/>
                <a:gd name="connsiteY16" fmla="*/ 27242 h 53959"/>
                <a:gd name="connsiteX17" fmla="*/ 37909 w 51006"/>
                <a:gd name="connsiteY17" fmla="*/ 18002 h 53959"/>
                <a:gd name="connsiteX18" fmla="*/ 33576 w 51006"/>
                <a:gd name="connsiteY18" fmla="*/ 11525 h 53959"/>
                <a:gd name="connsiteX19" fmla="*/ 25289 w 51006"/>
                <a:gd name="connsiteY19" fmla="*/ 9144 h 53959"/>
                <a:gd name="connsiteX20" fmla="*/ 17335 w 51006"/>
                <a:gd name="connsiteY20" fmla="*/ 11525 h 53959"/>
                <a:gd name="connsiteX21" fmla="*/ 13097 w 51006"/>
                <a:gd name="connsiteY21" fmla="*/ 18002 h 53959"/>
                <a:gd name="connsiteX22" fmla="*/ 11811 w 51006"/>
                <a:gd name="connsiteY22" fmla="*/ 27242 h 53959"/>
                <a:gd name="connsiteX23" fmla="*/ 13097 w 51006"/>
                <a:gd name="connsiteY23" fmla="*/ 36290 h 53959"/>
                <a:gd name="connsiteX24" fmla="*/ 17335 w 51006"/>
                <a:gd name="connsiteY24" fmla="*/ 42672 h 53959"/>
                <a:gd name="connsiteX25" fmla="*/ 25289 w 51006"/>
                <a:gd name="connsiteY25" fmla="*/ 45006 h 53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006" h="53959">
                  <a:moveTo>
                    <a:pt x="25289" y="53959"/>
                  </a:moveTo>
                  <a:cubicBezTo>
                    <a:pt x="20145" y="53959"/>
                    <a:pt x="15621" y="52911"/>
                    <a:pt x="11859" y="50768"/>
                  </a:cubicBezTo>
                  <a:cubicBezTo>
                    <a:pt x="8049" y="48673"/>
                    <a:pt x="5144" y="45577"/>
                    <a:pt x="3096" y="41577"/>
                  </a:cubicBezTo>
                  <a:cubicBezTo>
                    <a:pt x="1048" y="37576"/>
                    <a:pt x="0" y="32766"/>
                    <a:pt x="0" y="27146"/>
                  </a:cubicBezTo>
                  <a:cubicBezTo>
                    <a:pt x="0" y="21527"/>
                    <a:pt x="1048" y="16574"/>
                    <a:pt x="3096" y="12478"/>
                  </a:cubicBezTo>
                  <a:cubicBezTo>
                    <a:pt x="5144" y="8382"/>
                    <a:pt x="8049" y="5334"/>
                    <a:pt x="11859" y="3191"/>
                  </a:cubicBezTo>
                  <a:cubicBezTo>
                    <a:pt x="15669" y="1048"/>
                    <a:pt x="20145" y="0"/>
                    <a:pt x="25289" y="0"/>
                  </a:cubicBezTo>
                  <a:cubicBezTo>
                    <a:pt x="30432" y="0"/>
                    <a:pt x="35147" y="1048"/>
                    <a:pt x="39005" y="3191"/>
                  </a:cubicBezTo>
                  <a:cubicBezTo>
                    <a:pt x="42863" y="5334"/>
                    <a:pt x="45815" y="8430"/>
                    <a:pt x="47863" y="12478"/>
                  </a:cubicBezTo>
                  <a:cubicBezTo>
                    <a:pt x="49959" y="16526"/>
                    <a:pt x="51006" y="21431"/>
                    <a:pt x="51006" y="27146"/>
                  </a:cubicBezTo>
                  <a:cubicBezTo>
                    <a:pt x="51006" y="32861"/>
                    <a:pt x="49959" y="37529"/>
                    <a:pt x="47863" y="41577"/>
                  </a:cubicBezTo>
                  <a:cubicBezTo>
                    <a:pt x="45768" y="45577"/>
                    <a:pt x="42815" y="48673"/>
                    <a:pt x="39005" y="50768"/>
                  </a:cubicBezTo>
                  <a:cubicBezTo>
                    <a:pt x="35195" y="52911"/>
                    <a:pt x="30623" y="53959"/>
                    <a:pt x="25289" y="53959"/>
                  </a:cubicBezTo>
                  <a:close/>
                  <a:moveTo>
                    <a:pt x="25289" y="45006"/>
                  </a:moveTo>
                  <a:cubicBezTo>
                    <a:pt x="28766" y="45006"/>
                    <a:pt x="31528" y="44244"/>
                    <a:pt x="33576" y="42672"/>
                  </a:cubicBezTo>
                  <a:cubicBezTo>
                    <a:pt x="35624" y="41100"/>
                    <a:pt x="37052" y="38957"/>
                    <a:pt x="37909" y="36290"/>
                  </a:cubicBezTo>
                  <a:cubicBezTo>
                    <a:pt x="38767" y="33576"/>
                    <a:pt x="39195" y="30575"/>
                    <a:pt x="39195" y="27242"/>
                  </a:cubicBezTo>
                  <a:cubicBezTo>
                    <a:pt x="39195" y="23908"/>
                    <a:pt x="38767" y="20717"/>
                    <a:pt x="37909" y="18002"/>
                  </a:cubicBezTo>
                  <a:cubicBezTo>
                    <a:pt x="37052" y="15288"/>
                    <a:pt x="35624" y="13097"/>
                    <a:pt x="33576" y="11525"/>
                  </a:cubicBezTo>
                  <a:cubicBezTo>
                    <a:pt x="31528" y="9954"/>
                    <a:pt x="28766" y="9144"/>
                    <a:pt x="25289" y="9144"/>
                  </a:cubicBezTo>
                  <a:cubicBezTo>
                    <a:pt x="21812" y="9144"/>
                    <a:pt x="19288" y="9954"/>
                    <a:pt x="17335" y="11525"/>
                  </a:cubicBezTo>
                  <a:cubicBezTo>
                    <a:pt x="15383" y="13097"/>
                    <a:pt x="13954" y="15288"/>
                    <a:pt x="13097" y="18002"/>
                  </a:cubicBezTo>
                  <a:cubicBezTo>
                    <a:pt x="12240" y="20717"/>
                    <a:pt x="11811" y="23813"/>
                    <a:pt x="11811" y="27242"/>
                  </a:cubicBezTo>
                  <a:cubicBezTo>
                    <a:pt x="11811" y="30671"/>
                    <a:pt x="12240" y="33623"/>
                    <a:pt x="13097" y="36290"/>
                  </a:cubicBezTo>
                  <a:cubicBezTo>
                    <a:pt x="13954" y="38957"/>
                    <a:pt x="15383" y="41100"/>
                    <a:pt x="17335" y="42672"/>
                  </a:cubicBezTo>
                  <a:cubicBezTo>
                    <a:pt x="19288" y="44244"/>
                    <a:pt x="21955" y="45006"/>
                    <a:pt x="25289" y="45006"/>
                  </a:cubicBezTo>
                  <a:close/>
                </a:path>
              </a:pathLst>
            </a:custGeom>
            <a:solidFill>
              <a:srgbClr val="FFFFFF"/>
            </a:solidFill>
            <a:ln w="4763" cap="flat">
              <a:noFill/>
              <a:prstDash val="solid"/>
              <a:miter/>
            </a:ln>
          </p:spPr>
          <p:txBody>
            <a:bodyPr rtlCol="0" anchor="ctr"/>
            <a:lstStyle/>
            <a:p>
              <a:endParaRPr lang="en-AU"/>
            </a:p>
          </p:txBody>
        </p:sp>
        <p:sp>
          <p:nvSpPr>
            <p:cNvPr id="18" name="Freeform: Shape 17">
              <a:extLst>
                <a:ext uri="{FF2B5EF4-FFF2-40B4-BE49-F238E27FC236}">
                  <a16:creationId xmlns:a16="http://schemas.microsoft.com/office/drawing/2014/main" id="{BF8D5638-2A7B-0A3B-1C07-0C7530AD0E99}"/>
                </a:ext>
              </a:extLst>
            </p:cNvPr>
            <p:cNvSpPr/>
            <p:nvPr/>
          </p:nvSpPr>
          <p:spPr>
            <a:xfrm>
              <a:off x="634317" y="668369"/>
              <a:ext cx="46196" cy="52863"/>
            </a:xfrm>
            <a:custGeom>
              <a:avLst/>
              <a:gdLst>
                <a:gd name="connsiteX0" fmla="*/ 0 w 46196"/>
                <a:gd name="connsiteY0" fmla="*/ 52864 h 52863"/>
                <a:gd name="connsiteX1" fmla="*/ 0 w 46196"/>
                <a:gd name="connsiteY1" fmla="*/ 762 h 52863"/>
                <a:gd name="connsiteX2" fmla="*/ 11097 w 46196"/>
                <a:gd name="connsiteY2" fmla="*/ 762 h 52863"/>
                <a:gd name="connsiteX3" fmla="*/ 11382 w 46196"/>
                <a:gd name="connsiteY3" fmla="*/ 8668 h 52863"/>
                <a:gd name="connsiteX4" fmla="*/ 18336 w 46196"/>
                <a:gd name="connsiteY4" fmla="*/ 2715 h 52863"/>
                <a:gd name="connsiteX5" fmla="*/ 29623 w 46196"/>
                <a:gd name="connsiteY5" fmla="*/ 0 h 52863"/>
                <a:gd name="connsiteX6" fmla="*/ 42053 w 46196"/>
                <a:gd name="connsiteY6" fmla="*/ 4953 h 52863"/>
                <a:gd name="connsiteX7" fmla="*/ 46196 w 46196"/>
                <a:gd name="connsiteY7" fmla="*/ 19098 h 52863"/>
                <a:gd name="connsiteX8" fmla="*/ 46196 w 46196"/>
                <a:gd name="connsiteY8" fmla="*/ 52864 h 52863"/>
                <a:gd name="connsiteX9" fmla="*/ 34671 w 46196"/>
                <a:gd name="connsiteY9" fmla="*/ 52864 h 52863"/>
                <a:gd name="connsiteX10" fmla="*/ 34671 w 46196"/>
                <a:gd name="connsiteY10" fmla="*/ 20622 h 52863"/>
                <a:gd name="connsiteX11" fmla="*/ 33861 w 46196"/>
                <a:gd name="connsiteY11" fmla="*/ 14764 h 52863"/>
                <a:gd name="connsiteX12" fmla="*/ 31147 w 46196"/>
                <a:gd name="connsiteY12" fmla="*/ 10811 h 52863"/>
                <a:gd name="connsiteX13" fmla="*/ 25956 w 46196"/>
                <a:gd name="connsiteY13" fmla="*/ 9382 h 52863"/>
                <a:gd name="connsiteX14" fmla="*/ 17431 w 46196"/>
                <a:gd name="connsiteY14" fmla="*/ 11716 h 52863"/>
                <a:gd name="connsiteX15" fmla="*/ 11621 w 46196"/>
                <a:gd name="connsiteY15" fmla="*/ 17002 h 52863"/>
                <a:gd name="connsiteX16" fmla="*/ 11621 w 46196"/>
                <a:gd name="connsiteY16" fmla="*/ 52864 h 52863"/>
                <a:gd name="connsiteX17" fmla="*/ 48 w 46196"/>
                <a:gd name="connsiteY17" fmla="*/ 52864 h 52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6196" h="52863">
                  <a:moveTo>
                    <a:pt x="0" y="52864"/>
                  </a:moveTo>
                  <a:lnTo>
                    <a:pt x="0" y="762"/>
                  </a:lnTo>
                  <a:lnTo>
                    <a:pt x="11097" y="762"/>
                  </a:lnTo>
                  <a:lnTo>
                    <a:pt x="11382" y="8668"/>
                  </a:lnTo>
                  <a:cubicBezTo>
                    <a:pt x="13097" y="6477"/>
                    <a:pt x="15430" y="4524"/>
                    <a:pt x="18336" y="2715"/>
                  </a:cubicBezTo>
                  <a:cubicBezTo>
                    <a:pt x="21241" y="905"/>
                    <a:pt x="25003" y="0"/>
                    <a:pt x="29623" y="0"/>
                  </a:cubicBezTo>
                  <a:cubicBezTo>
                    <a:pt x="35147" y="0"/>
                    <a:pt x="39291" y="1667"/>
                    <a:pt x="42053" y="4953"/>
                  </a:cubicBezTo>
                  <a:cubicBezTo>
                    <a:pt x="44815" y="8239"/>
                    <a:pt x="46196" y="12954"/>
                    <a:pt x="46196" y="19098"/>
                  </a:cubicBezTo>
                  <a:lnTo>
                    <a:pt x="46196" y="52864"/>
                  </a:lnTo>
                  <a:lnTo>
                    <a:pt x="34671" y="52864"/>
                  </a:lnTo>
                  <a:lnTo>
                    <a:pt x="34671" y="20622"/>
                  </a:lnTo>
                  <a:cubicBezTo>
                    <a:pt x="34671" y="18431"/>
                    <a:pt x="34385" y="16478"/>
                    <a:pt x="33861" y="14764"/>
                  </a:cubicBezTo>
                  <a:cubicBezTo>
                    <a:pt x="33338" y="13049"/>
                    <a:pt x="32433" y="11763"/>
                    <a:pt x="31147" y="10811"/>
                  </a:cubicBezTo>
                  <a:cubicBezTo>
                    <a:pt x="29861" y="9858"/>
                    <a:pt x="28146" y="9382"/>
                    <a:pt x="25956" y="9382"/>
                  </a:cubicBezTo>
                  <a:cubicBezTo>
                    <a:pt x="22622" y="9382"/>
                    <a:pt x="19764" y="10144"/>
                    <a:pt x="17431" y="11716"/>
                  </a:cubicBezTo>
                  <a:cubicBezTo>
                    <a:pt x="15097" y="13287"/>
                    <a:pt x="13144" y="15002"/>
                    <a:pt x="11621" y="17002"/>
                  </a:cubicBezTo>
                  <a:lnTo>
                    <a:pt x="11621" y="52864"/>
                  </a:lnTo>
                  <a:lnTo>
                    <a:pt x="48" y="52864"/>
                  </a:lnTo>
                  <a:close/>
                </a:path>
              </a:pathLst>
            </a:custGeom>
            <a:solidFill>
              <a:srgbClr val="FFFFFF"/>
            </a:solidFill>
            <a:ln w="4763" cap="flat">
              <a:noFill/>
              <a:prstDash val="solid"/>
              <a:miter/>
            </a:ln>
          </p:spPr>
          <p:txBody>
            <a:bodyPr rtlCol="0" anchor="ctr"/>
            <a:lstStyle/>
            <a:p>
              <a:endParaRPr lang="en-AU"/>
            </a:p>
          </p:txBody>
        </p:sp>
        <p:sp>
          <p:nvSpPr>
            <p:cNvPr id="19" name="Freeform: Shape 18">
              <a:extLst>
                <a:ext uri="{FF2B5EF4-FFF2-40B4-BE49-F238E27FC236}">
                  <a16:creationId xmlns:a16="http://schemas.microsoft.com/office/drawing/2014/main" id="{49E6AD29-F37F-EB0A-3438-4D970D4DED93}"/>
                </a:ext>
              </a:extLst>
            </p:cNvPr>
            <p:cNvSpPr/>
            <p:nvPr/>
          </p:nvSpPr>
          <p:spPr>
            <a:xfrm>
              <a:off x="696134" y="706421"/>
              <a:ext cx="15906" cy="15478"/>
            </a:xfrm>
            <a:custGeom>
              <a:avLst/>
              <a:gdLst>
                <a:gd name="connsiteX0" fmla="*/ 8001 w 15906"/>
                <a:gd name="connsiteY0" fmla="*/ 15478 h 15478"/>
                <a:gd name="connsiteX1" fmla="*/ 2238 w 15906"/>
                <a:gd name="connsiteY1" fmla="*/ 13240 h 15478"/>
                <a:gd name="connsiteX2" fmla="*/ 0 w 15906"/>
                <a:gd name="connsiteY2" fmla="*/ 7715 h 15478"/>
                <a:gd name="connsiteX3" fmla="*/ 2238 w 15906"/>
                <a:gd name="connsiteY3" fmla="*/ 2143 h 15478"/>
                <a:gd name="connsiteX4" fmla="*/ 8001 w 15906"/>
                <a:gd name="connsiteY4" fmla="*/ 0 h 15478"/>
                <a:gd name="connsiteX5" fmla="*/ 13716 w 15906"/>
                <a:gd name="connsiteY5" fmla="*/ 2143 h 15478"/>
                <a:gd name="connsiteX6" fmla="*/ 15907 w 15906"/>
                <a:gd name="connsiteY6" fmla="*/ 7715 h 15478"/>
                <a:gd name="connsiteX7" fmla="*/ 13716 w 15906"/>
                <a:gd name="connsiteY7" fmla="*/ 13240 h 15478"/>
                <a:gd name="connsiteX8" fmla="*/ 8001 w 15906"/>
                <a:gd name="connsiteY8" fmla="*/ 15478 h 1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906" h="15478">
                  <a:moveTo>
                    <a:pt x="8001" y="15478"/>
                  </a:moveTo>
                  <a:cubicBezTo>
                    <a:pt x="5667" y="15478"/>
                    <a:pt x="3715" y="14716"/>
                    <a:pt x="2238" y="13240"/>
                  </a:cubicBezTo>
                  <a:cubicBezTo>
                    <a:pt x="762" y="11763"/>
                    <a:pt x="0" y="9906"/>
                    <a:pt x="0" y="7715"/>
                  </a:cubicBezTo>
                  <a:cubicBezTo>
                    <a:pt x="0" y="5429"/>
                    <a:pt x="762" y="3572"/>
                    <a:pt x="2238" y="2143"/>
                  </a:cubicBezTo>
                  <a:cubicBezTo>
                    <a:pt x="3715" y="714"/>
                    <a:pt x="5667" y="0"/>
                    <a:pt x="8001" y="0"/>
                  </a:cubicBezTo>
                  <a:cubicBezTo>
                    <a:pt x="10335" y="0"/>
                    <a:pt x="12240" y="714"/>
                    <a:pt x="13716" y="2143"/>
                  </a:cubicBezTo>
                  <a:cubicBezTo>
                    <a:pt x="15192" y="3572"/>
                    <a:pt x="15907" y="5429"/>
                    <a:pt x="15907" y="7715"/>
                  </a:cubicBezTo>
                  <a:cubicBezTo>
                    <a:pt x="15907" y="10001"/>
                    <a:pt x="15192" y="11716"/>
                    <a:pt x="13716" y="13240"/>
                  </a:cubicBezTo>
                  <a:cubicBezTo>
                    <a:pt x="12240" y="14716"/>
                    <a:pt x="10335" y="15478"/>
                    <a:pt x="8001" y="15478"/>
                  </a:cubicBezTo>
                  <a:close/>
                </a:path>
              </a:pathLst>
            </a:custGeom>
            <a:solidFill>
              <a:srgbClr val="FFFFFF"/>
            </a:solidFill>
            <a:ln w="4763" cap="flat">
              <a:noFill/>
              <a:prstDash val="solid"/>
              <a:miter/>
            </a:ln>
          </p:spPr>
          <p:txBody>
            <a:bodyPr rtlCol="0" anchor="ctr"/>
            <a:lstStyle/>
            <a:p>
              <a:endParaRPr lang="en-AU"/>
            </a:p>
          </p:txBody>
        </p:sp>
        <p:sp>
          <p:nvSpPr>
            <p:cNvPr id="20" name="Freeform: Shape 19">
              <a:extLst>
                <a:ext uri="{FF2B5EF4-FFF2-40B4-BE49-F238E27FC236}">
                  <a16:creationId xmlns:a16="http://schemas.microsoft.com/office/drawing/2014/main" id="{CE088D08-C197-91C9-AF23-D4986EB5F0CD}"/>
                </a:ext>
              </a:extLst>
            </p:cNvPr>
            <p:cNvSpPr/>
            <p:nvPr/>
          </p:nvSpPr>
          <p:spPr>
            <a:xfrm>
              <a:off x="722614" y="668274"/>
              <a:ext cx="48291" cy="53863"/>
            </a:xfrm>
            <a:custGeom>
              <a:avLst/>
              <a:gdLst>
                <a:gd name="connsiteX0" fmla="*/ 25146 w 48291"/>
                <a:gd name="connsiteY0" fmla="*/ 53769 h 53863"/>
                <a:gd name="connsiteX1" fmla="*/ 12240 w 48291"/>
                <a:gd name="connsiteY1" fmla="*/ 50911 h 53863"/>
                <a:gd name="connsiteX2" fmla="*/ 3286 w 48291"/>
                <a:gd name="connsiteY2" fmla="*/ 42100 h 53863"/>
                <a:gd name="connsiteX3" fmla="*/ 0 w 48291"/>
                <a:gd name="connsiteY3" fmla="*/ 27099 h 53863"/>
                <a:gd name="connsiteX4" fmla="*/ 3191 w 48291"/>
                <a:gd name="connsiteY4" fmla="*/ 11954 h 53863"/>
                <a:gd name="connsiteX5" fmla="*/ 12002 w 48291"/>
                <a:gd name="connsiteY5" fmla="*/ 2953 h 53863"/>
                <a:gd name="connsiteX6" fmla="*/ 25146 w 48291"/>
                <a:gd name="connsiteY6" fmla="*/ 0 h 53863"/>
                <a:gd name="connsiteX7" fmla="*/ 36528 w 48291"/>
                <a:gd name="connsiteY7" fmla="*/ 2095 h 53863"/>
                <a:gd name="connsiteX8" fmla="*/ 44625 w 48291"/>
                <a:gd name="connsiteY8" fmla="*/ 8334 h 53863"/>
                <a:gd name="connsiteX9" fmla="*/ 47816 w 48291"/>
                <a:gd name="connsiteY9" fmla="*/ 18859 h 53863"/>
                <a:gd name="connsiteX10" fmla="*/ 36528 w 48291"/>
                <a:gd name="connsiteY10" fmla="*/ 18859 h 53863"/>
                <a:gd name="connsiteX11" fmla="*/ 33338 w 48291"/>
                <a:gd name="connsiteY11" fmla="*/ 11716 h 53863"/>
                <a:gd name="connsiteX12" fmla="*/ 25241 w 48291"/>
                <a:gd name="connsiteY12" fmla="*/ 9096 h 53863"/>
                <a:gd name="connsiteX13" fmla="*/ 15097 w 48291"/>
                <a:gd name="connsiteY13" fmla="*/ 13811 h 53863"/>
                <a:gd name="connsiteX14" fmla="*/ 11859 w 48291"/>
                <a:gd name="connsiteY14" fmla="*/ 27099 h 53863"/>
                <a:gd name="connsiteX15" fmla="*/ 13287 w 48291"/>
                <a:gd name="connsiteY15" fmla="*/ 36624 h 53863"/>
                <a:gd name="connsiteX16" fmla="*/ 17717 w 48291"/>
                <a:gd name="connsiteY16" fmla="*/ 42672 h 53863"/>
                <a:gd name="connsiteX17" fmla="*/ 25289 w 48291"/>
                <a:gd name="connsiteY17" fmla="*/ 44767 h 53863"/>
                <a:gd name="connsiteX18" fmla="*/ 33671 w 48291"/>
                <a:gd name="connsiteY18" fmla="*/ 42005 h 53863"/>
                <a:gd name="connsiteX19" fmla="*/ 37005 w 48291"/>
                <a:gd name="connsiteY19" fmla="*/ 34004 h 53863"/>
                <a:gd name="connsiteX20" fmla="*/ 48292 w 48291"/>
                <a:gd name="connsiteY20" fmla="*/ 34004 h 53863"/>
                <a:gd name="connsiteX21" fmla="*/ 45101 w 48291"/>
                <a:gd name="connsiteY21" fmla="*/ 44958 h 53863"/>
                <a:gd name="connsiteX22" fmla="*/ 36909 w 48291"/>
                <a:gd name="connsiteY22" fmla="*/ 51625 h 53863"/>
                <a:gd name="connsiteX23" fmla="*/ 25241 w 48291"/>
                <a:gd name="connsiteY23" fmla="*/ 53864 h 53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8291" h="53863">
                  <a:moveTo>
                    <a:pt x="25146" y="53769"/>
                  </a:moveTo>
                  <a:cubicBezTo>
                    <a:pt x="20336" y="53769"/>
                    <a:pt x="16050" y="52816"/>
                    <a:pt x="12240" y="50911"/>
                  </a:cubicBezTo>
                  <a:cubicBezTo>
                    <a:pt x="8477" y="49006"/>
                    <a:pt x="5477" y="46053"/>
                    <a:pt x="3286" y="42100"/>
                  </a:cubicBezTo>
                  <a:cubicBezTo>
                    <a:pt x="1095" y="38148"/>
                    <a:pt x="0" y="33147"/>
                    <a:pt x="0" y="27099"/>
                  </a:cubicBezTo>
                  <a:cubicBezTo>
                    <a:pt x="0" y="21050"/>
                    <a:pt x="1048" y="15954"/>
                    <a:pt x="3191" y="11954"/>
                  </a:cubicBezTo>
                  <a:cubicBezTo>
                    <a:pt x="5334" y="7953"/>
                    <a:pt x="8239" y="4953"/>
                    <a:pt x="12002" y="2953"/>
                  </a:cubicBezTo>
                  <a:cubicBezTo>
                    <a:pt x="15764" y="952"/>
                    <a:pt x="20145" y="0"/>
                    <a:pt x="25146" y="0"/>
                  </a:cubicBezTo>
                  <a:cubicBezTo>
                    <a:pt x="29337" y="0"/>
                    <a:pt x="33147" y="714"/>
                    <a:pt x="36528" y="2095"/>
                  </a:cubicBezTo>
                  <a:cubicBezTo>
                    <a:pt x="39910" y="3477"/>
                    <a:pt x="42624" y="5572"/>
                    <a:pt x="44625" y="8334"/>
                  </a:cubicBezTo>
                  <a:cubicBezTo>
                    <a:pt x="46625" y="11097"/>
                    <a:pt x="47720" y="14621"/>
                    <a:pt x="47816" y="18859"/>
                  </a:cubicBezTo>
                  <a:lnTo>
                    <a:pt x="36528" y="18859"/>
                  </a:lnTo>
                  <a:cubicBezTo>
                    <a:pt x="36338" y="15811"/>
                    <a:pt x="35290" y="13430"/>
                    <a:pt x="33338" y="11716"/>
                  </a:cubicBezTo>
                  <a:cubicBezTo>
                    <a:pt x="31385" y="9954"/>
                    <a:pt x="28670" y="9096"/>
                    <a:pt x="25241" y="9096"/>
                  </a:cubicBezTo>
                  <a:cubicBezTo>
                    <a:pt x="20622" y="9096"/>
                    <a:pt x="17240" y="10668"/>
                    <a:pt x="15097" y="13811"/>
                  </a:cubicBezTo>
                  <a:cubicBezTo>
                    <a:pt x="12906" y="16954"/>
                    <a:pt x="11859" y="21384"/>
                    <a:pt x="11859" y="27099"/>
                  </a:cubicBezTo>
                  <a:cubicBezTo>
                    <a:pt x="11859" y="30813"/>
                    <a:pt x="12335" y="33957"/>
                    <a:pt x="13287" y="36624"/>
                  </a:cubicBezTo>
                  <a:cubicBezTo>
                    <a:pt x="14240" y="39243"/>
                    <a:pt x="15716" y="41291"/>
                    <a:pt x="17717" y="42672"/>
                  </a:cubicBezTo>
                  <a:cubicBezTo>
                    <a:pt x="19717" y="44053"/>
                    <a:pt x="22193" y="44767"/>
                    <a:pt x="25289" y="44767"/>
                  </a:cubicBezTo>
                  <a:cubicBezTo>
                    <a:pt x="28766" y="44767"/>
                    <a:pt x="31575" y="43863"/>
                    <a:pt x="33671" y="42005"/>
                  </a:cubicBezTo>
                  <a:cubicBezTo>
                    <a:pt x="35766" y="40148"/>
                    <a:pt x="36862" y="37481"/>
                    <a:pt x="37005" y="34004"/>
                  </a:cubicBezTo>
                  <a:lnTo>
                    <a:pt x="48292" y="34004"/>
                  </a:lnTo>
                  <a:cubicBezTo>
                    <a:pt x="48197" y="38338"/>
                    <a:pt x="47101" y="42005"/>
                    <a:pt x="45101" y="44958"/>
                  </a:cubicBezTo>
                  <a:cubicBezTo>
                    <a:pt x="43053" y="47911"/>
                    <a:pt x="40338" y="50149"/>
                    <a:pt x="36909" y="51625"/>
                  </a:cubicBezTo>
                  <a:cubicBezTo>
                    <a:pt x="33480" y="53102"/>
                    <a:pt x="29575" y="53864"/>
                    <a:pt x="25241" y="53864"/>
                  </a:cubicBezTo>
                  <a:close/>
                </a:path>
              </a:pathLst>
            </a:custGeom>
            <a:solidFill>
              <a:srgbClr val="FFFFFF"/>
            </a:solidFill>
            <a:ln w="4763" cap="flat">
              <a:noFill/>
              <a:prstDash val="solid"/>
              <a:miter/>
            </a:ln>
          </p:spPr>
          <p:txBody>
            <a:bodyPr rtlCol="0" anchor="ctr"/>
            <a:lstStyle/>
            <a:p>
              <a:endParaRPr lang="en-AU"/>
            </a:p>
          </p:txBody>
        </p:sp>
        <p:sp>
          <p:nvSpPr>
            <p:cNvPr id="21" name="Freeform: Shape 20">
              <a:extLst>
                <a:ext uri="{FF2B5EF4-FFF2-40B4-BE49-F238E27FC236}">
                  <a16:creationId xmlns:a16="http://schemas.microsoft.com/office/drawing/2014/main" id="{A49F0C6E-0550-8957-44BB-8C595BDD7DCA}"/>
                </a:ext>
              </a:extLst>
            </p:cNvPr>
            <p:cNvSpPr/>
            <p:nvPr/>
          </p:nvSpPr>
          <p:spPr>
            <a:xfrm>
              <a:off x="781431" y="668131"/>
              <a:ext cx="51006" cy="53959"/>
            </a:xfrm>
            <a:custGeom>
              <a:avLst/>
              <a:gdLst>
                <a:gd name="connsiteX0" fmla="*/ 25289 w 51006"/>
                <a:gd name="connsiteY0" fmla="*/ 53959 h 53959"/>
                <a:gd name="connsiteX1" fmla="*/ 11859 w 51006"/>
                <a:gd name="connsiteY1" fmla="*/ 50768 h 53959"/>
                <a:gd name="connsiteX2" fmla="*/ 3096 w 51006"/>
                <a:gd name="connsiteY2" fmla="*/ 41577 h 53959"/>
                <a:gd name="connsiteX3" fmla="*/ 0 w 51006"/>
                <a:gd name="connsiteY3" fmla="*/ 27146 h 53959"/>
                <a:gd name="connsiteX4" fmla="*/ 3096 w 51006"/>
                <a:gd name="connsiteY4" fmla="*/ 12478 h 53959"/>
                <a:gd name="connsiteX5" fmla="*/ 11859 w 51006"/>
                <a:gd name="connsiteY5" fmla="*/ 3191 h 53959"/>
                <a:gd name="connsiteX6" fmla="*/ 25289 w 51006"/>
                <a:gd name="connsiteY6" fmla="*/ 0 h 53959"/>
                <a:gd name="connsiteX7" fmla="*/ 39005 w 51006"/>
                <a:gd name="connsiteY7" fmla="*/ 3191 h 53959"/>
                <a:gd name="connsiteX8" fmla="*/ 47863 w 51006"/>
                <a:gd name="connsiteY8" fmla="*/ 12478 h 53959"/>
                <a:gd name="connsiteX9" fmla="*/ 51006 w 51006"/>
                <a:gd name="connsiteY9" fmla="*/ 27146 h 53959"/>
                <a:gd name="connsiteX10" fmla="*/ 47863 w 51006"/>
                <a:gd name="connsiteY10" fmla="*/ 41577 h 53959"/>
                <a:gd name="connsiteX11" fmla="*/ 39005 w 51006"/>
                <a:gd name="connsiteY11" fmla="*/ 50768 h 53959"/>
                <a:gd name="connsiteX12" fmla="*/ 25289 w 51006"/>
                <a:gd name="connsiteY12" fmla="*/ 53959 h 53959"/>
                <a:gd name="connsiteX13" fmla="*/ 25289 w 51006"/>
                <a:gd name="connsiteY13" fmla="*/ 45006 h 53959"/>
                <a:gd name="connsiteX14" fmla="*/ 33576 w 51006"/>
                <a:gd name="connsiteY14" fmla="*/ 42672 h 53959"/>
                <a:gd name="connsiteX15" fmla="*/ 37909 w 51006"/>
                <a:gd name="connsiteY15" fmla="*/ 36290 h 53959"/>
                <a:gd name="connsiteX16" fmla="*/ 39195 w 51006"/>
                <a:gd name="connsiteY16" fmla="*/ 27242 h 53959"/>
                <a:gd name="connsiteX17" fmla="*/ 37909 w 51006"/>
                <a:gd name="connsiteY17" fmla="*/ 18002 h 53959"/>
                <a:gd name="connsiteX18" fmla="*/ 33576 w 51006"/>
                <a:gd name="connsiteY18" fmla="*/ 11525 h 53959"/>
                <a:gd name="connsiteX19" fmla="*/ 25289 w 51006"/>
                <a:gd name="connsiteY19" fmla="*/ 9144 h 53959"/>
                <a:gd name="connsiteX20" fmla="*/ 17335 w 51006"/>
                <a:gd name="connsiteY20" fmla="*/ 11525 h 53959"/>
                <a:gd name="connsiteX21" fmla="*/ 13097 w 51006"/>
                <a:gd name="connsiteY21" fmla="*/ 18002 h 53959"/>
                <a:gd name="connsiteX22" fmla="*/ 11811 w 51006"/>
                <a:gd name="connsiteY22" fmla="*/ 27242 h 53959"/>
                <a:gd name="connsiteX23" fmla="*/ 13097 w 51006"/>
                <a:gd name="connsiteY23" fmla="*/ 36290 h 53959"/>
                <a:gd name="connsiteX24" fmla="*/ 17335 w 51006"/>
                <a:gd name="connsiteY24" fmla="*/ 42672 h 53959"/>
                <a:gd name="connsiteX25" fmla="*/ 25289 w 51006"/>
                <a:gd name="connsiteY25" fmla="*/ 45006 h 53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006" h="53959">
                  <a:moveTo>
                    <a:pt x="25289" y="53959"/>
                  </a:moveTo>
                  <a:cubicBezTo>
                    <a:pt x="20145" y="53959"/>
                    <a:pt x="15621" y="52911"/>
                    <a:pt x="11859" y="50768"/>
                  </a:cubicBezTo>
                  <a:cubicBezTo>
                    <a:pt x="8049" y="48673"/>
                    <a:pt x="5144" y="45577"/>
                    <a:pt x="3096" y="41577"/>
                  </a:cubicBezTo>
                  <a:cubicBezTo>
                    <a:pt x="1048" y="37576"/>
                    <a:pt x="0" y="32766"/>
                    <a:pt x="0" y="27146"/>
                  </a:cubicBezTo>
                  <a:cubicBezTo>
                    <a:pt x="0" y="21527"/>
                    <a:pt x="1048" y="16574"/>
                    <a:pt x="3096" y="12478"/>
                  </a:cubicBezTo>
                  <a:cubicBezTo>
                    <a:pt x="5144" y="8382"/>
                    <a:pt x="8049" y="5334"/>
                    <a:pt x="11859" y="3191"/>
                  </a:cubicBezTo>
                  <a:cubicBezTo>
                    <a:pt x="15669" y="1048"/>
                    <a:pt x="20145" y="0"/>
                    <a:pt x="25289" y="0"/>
                  </a:cubicBezTo>
                  <a:cubicBezTo>
                    <a:pt x="30432" y="0"/>
                    <a:pt x="35147" y="1048"/>
                    <a:pt x="39005" y="3191"/>
                  </a:cubicBezTo>
                  <a:cubicBezTo>
                    <a:pt x="42863" y="5334"/>
                    <a:pt x="45815" y="8430"/>
                    <a:pt x="47863" y="12478"/>
                  </a:cubicBezTo>
                  <a:cubicBezTo>
                    <a:pt x="49959" y="16526"/>
                    <a:pt x="51006" y="21431"/>
                    <a:pt x="51006" y="27146"/>
                  </a:cubicBezTo>
                  <a:cubicBezTo>
                    <a:pt x="51006" y="32861"/>
                    <a:pt x="49959" y="37529"/>
                    <a:pt x="47863" y="41577"/>
                  </a:cubicBezTo>
                  <a:cubicBezTo>
                    <a:pt x="45768" y="45577"/>
                    <a:pt x="42815" y="48673"/>
                    <a:pt x="39005" y="50768"/>
                  </a:cubicBezTo>
                  <a:cubicBezTo>
                    <a:pt x="35195" y="52911"/>
                    <a:pt x="30623" y="53959"/>
                    <a:pt x="25289" y="53959"/>
                  </a:cubicBezTo>
                  <a:close/>
                  <a:moveTo>
                    <a:pt x="25289" y="45006"/>
                  </a:moveTo>
                  <a:cubicBezTo>
                    <a:pt x="28765" y="45006"/>
                    <a:pt x="31528" y="44244"/>
                    <a:pt x="33576" y="42672"/>
                  </a:cubicBezTo>
                  <a:cubicBezTo>
                    <a:pt x="35623" y="41100"/>
                    <a:pt x="37052" y="38957"/>
                    <a:pt x="37909" y="36290"/>
                  </a:cubicBezTo>
                  <a:cubicBezTo>
                    <a:pt x="38767" y="33576"/>
                    <a:pt x="39195" y="30575"/>
                    <a:pt x="39195" y="27242"/>
                  </a:cubicBezTo>
                  <a:cubicBezTo>
                    <a:pt x="39195" y="23908"/>
                    <a:pt x="38767" y="20717"/>
                    <a:pt x="37909" y="18002"/>
                  </a:cubicBezTo>
                  <a:cubicBezTo>
                    <a:pt x="37052" y="15288"/>
                    <a:pt x="35623" y="13097"/>
                    <a:pt x="33576" y="11525"/>
                  </a:cubicBezTo>
                  <a:cubicBezTo>
                    <a:pt x="31528" y="9954"/>
                    <a:pt x="28765" y="9144"/>
                    <a:pt x="25289" y="9144"/>
                  </a:cubicBezTo>
                  <a:cubicBezTo>
                    <a:pt x="21812" y="9144"/>
                    <a:pt x="19288" y="9954"/>
                    <a:pt x="17335" y="11525"/>
                  </a:cubicBezTo>
                  <a:cubicBezTo>
                    <a:pt x="15383" y="13097"/>
                    <a:pt x="13954" y="15288"/>
                    <a:pt x="13097" y="18002"/>
                  </a:cubicBezTo>
                  <a:cubicBezTo>
                    <a:pt x="12240" y="20717"/>
                    <a:pt x="11811" y="23813"/>
                    <a:pt x="11811" y="27242"/>
                  </a:cubicBezTo>
                  <a:cubicBezTo>
                    <a:pt x="11811" y="30671"/>
                    <a:pt x="12240" y="33623"/>
                    <a:pt x="13097" y="36290"/>
                  </a:cubicBezTo>
                  <a:cubicBezTo>
                    <a:pt x="13954" y="38957"/>
                    <a:pt x="15383" y="41100"/>
                    <a:pt x="17335" y="42672"/>
                  </a:cubicBezTo>
                  <a:cubicBezTo>
                    <a:pt x="19288" y="44244"/>
                    <a:pt x="21955" y="45006"/>
                    <a:pt x="25289" y="45006"/>
                  </a:cubicBezTo>
                  <a:close/>
                </a:path>
              </a:pathLst>
            </a:custGeom>
            <a:solidFill>
              <a:srgbClr val="FFFFFF"/>
            </a:solidFill>
            <a:ln w="4763" cap="flat">
              <a:noFill/>
              <a:prstDash val="solid"/>
              <a:miter/>
            </a:ln>
          </p:spPr>
          <p:txBody>
            <a:bodyPr rtlCol="0" anchor="ctr"/>
            <a:lstStyle/>
            <a:p>
              <a:endParaRPr lang="en-AU"/>
            </a:p>
          </p:txBody>
        </p:sp>
        <p:sp>
          <p:nvSpPr>
            <p:cNvPr id="22" name="Freeform: Shape 21">
              <a:extLst>
                <a:ext uri="{FF2B5EF4-FFF2-40B4-BE49-F238E27FC236}">
                  <a16:creationId xmlns:a16="http://schemas.microsoft.com/office/drawing/2014/main" id="{7E397F93-FE1E-9DC9-84FF-591F50FCF7AF}"/>
                </a:ext>
              </a:extLst>
            </p:cNvPr>
            <p:cNvSpPr/>
            <p:nvPr/>
          </p:nvSpPr>
          <p:spPr>
            <a:xfrm>
              <a:off x="845772" y="668321"/>
              <a:ext cx="79724" cy="52911"/>
            </a:xfrm>
            <a:custGeom>
              <a:avLst/>
              <a:gdLst>
                <a:gd name="connsiteX0" fmla="*/ 48 w 79724"/>
                <a:gd name="connsiteY0" fmla="*/ 52911 h 52911"/>
                <a:gd name="connsiteX1" fmla="*/ 48 w 79724"/>
                <a:gd name="connsiteY1" fmla="*/ 810 h 52911"/>
                <a:gd name="connsiteX2" fmla="*/ 11144 w 79724"/>
                <a:gd name="connsiteY2" fmla="*/ 810 h 52911"/>
                <a:gd name="connsiteX3" fmla="*/ 11430 w 79724"/>
                <a:gd name="connsiteY3" fmla="*/ 8715 h 52911"/>
                <a:gd name="connsiteX4" fmla="*/ 18336 w 79724"/>
                <a:gd name="connsiteY4" fmla="*/ 2762 h 52911"/>
                <a:gd name="connsiteX5" fmla="*/ 29432 w 79724"/>
                <a:gd name="connsiteY5" fmla="*/ 48 h 52911"/>
                <a:gd name="connsiteX6" fmla="*/ 41720 w 79724"/>
                <a:gd name="connsiteY6" fmla="*/ 5048 h 52911"/>
                <a:gd name="connsiteX7" fmla="*/ 45720 w 79724"/>
                <a:gd name="connsiteY7" fmla="*/ 19098 h 52911"/>
                <a:gd name="connsiteX8" fmla="*/ 45720 w 79724"/>
                <a:gd name="connsiteY8" fmla="*/ 52864 h 52911"/>
                <a:gd name="connsiteX9" fmla="*/ 34100 w 79724"/>
                <a:gd name="connsiteY9" fmla="*/ 52864 h 52911"/>
                <a:gd name="connsiteX10" fmla="*/ 34100 w 79724"/>
                <a:gd name="connsiteY10" fmla="*/ 20622 h 52911"/>
                <a:gd name="connsiteX11" fmla="*/ 33338 w 79724"/>
                <a:gd name="connsiteY11" fmla="*/ 14764 h 52911"/>
                <a:gd name="connsiteX12" fmla="*/ 30671 w 79724"/>
                <a:gd name="connsiteY12" fmla="*/ 10811 h 52911"/>
                <a:gd name="connsiteX13" fmla="*/ 25384 w 79724"/>
                <a:gd name="connsiteY13" fmla="*/ 9382 h 52911"/>
                <a:gd name="connsiteX14" fmla="*/ 17193 w 79724"/>
                <a:gd name="connsiteY14" fmla="*/ 11716 h 52911"/>
                <a:gd name="connsiteX15" fmla="*/ 11573 w 79724"/>
                <a:gd name="connsiteY15" fmla="*/ 17002 h 52911"/>
                <a:gd name="connsiteX16" fmla="*/ 11573 w 79724"/>
                <a:gd name="connsiteY16" fmla="*/ 52864 h 52911"/>
                <a:gd name="connsiteX17" fmla="*/ 0 w 79724"/>
                <a:gd name="connsiteY17" fmla="*/ 52864 h 52911"/>
                <a:gd name="connsiteX18" fmla="*/ 68199 w 79724"/>
                <a:gd name="connsiteY18" fmla="*/ 52911 h 52911"/>
                <a:gd name="connsiteX19" fmla="*/ 68199 w 79724"/>
                <a:gd name="connsiteY19" fmla="*/ 20669 h 52911"/>
                <a:gd name="connsiteX20" fmla="*/ 67437 w 79724"/>
                <a:gd name="connsiteY20" fmla="*/ 14811 h 52911"/>
                <a:gd name="connsiteX21" fmla="*/ 64770 w 79724"/>
                <a:gd name="connsiteY21" fmla="*/ 10858 h 52911"/>
                <a:gd name="connsiteX22" fmla="*/ 59484 w 79724"/>
                <a:gd name="connsiteY22" fmla="*/ 9430 h 52911"/>
                <a:gd name="connsiteX23" fmla="*/ 51292 w 79724"/>
                <a:gd name="connsiteY23" fmla="*/ 11668 h 52911"/>
                <a:gd name="connsiteX24" fmla="*/ 45529 w 79724"/>
                <a:gd name="connsiteY24" fmla="*/ 16812 h 52911"/>
                <a:gd name="connsiteX25" fmla="*/ 43958 w 79724"/>
                <a:gd name="connsiteY25" fmla="*/ 9096 h 52911"/>
                <a:gd name="connsiteX26" fmla="*/ 52006 w 79724"/>
                <a:gd name="connsiteY26" fmla="*/ 2810 h 52911"/>
                <a:gd name="connsiteX27" fmla="*/ 63484 w 79724"/>
                <a:gd name="connsiteY27" fmla="*/ 0 h 52911"/>
                <a:gd name="connsiteX28" fmla="*/ 75724 w 79724"/>
                <a:gd name="connsiteY28" fmla="*/ 5001 h 52911"/>
                <a:gd name="connsiteX29" fmla="*/ 79724 w 79724"/>
                <a:gd name="connsiteY29" fmla="*/ 19050 h 52911"/>
                <a:gd name="connsiteX30" fmla="*/ 79724 w 79724"/>
                <a:gd name="connsiteY30" fmla="*/ 52816 h 52911"/>
                <a:gd name="connsiteX31" fmla="*/ 68199 w 79724"/>
                <a:gd name="connsiteY31" fmla="*/ 52816 h 52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79724" h="52911">
                  <a:moveTo>
                    <a:pt x="48" y="52911"/>
                  </a:moveTo>
                  <a:lnTo>
                    <a:pt x="48" y="810"/>
                  </a:lnTo>
                  <a:lnTo>
                    <a:pt x="11144" y="810"/>
                  </a:lnTo>
                  <a:lnTo>
                    <a:pt x="11430" y="8715"/>
                  </a:lnTo>
                  <a:cubicBezTo>
                    <a:pt x="13049" y="6525"/>
                    <a:pt x="15383" y="4572"/>
                    <a:pt x="18336" y="2762"/>
                  </a:cubicBezTo>
                  <a:cubicBezTo>
                    <a:pt x="21288" y="952"/>
                    <a:pt x="25003" y="48"/>
                    <a:pt x="29432" y="48"/>
                  </a:cubicBezTo>
                  <a:cubicBezTo>
                    <a:pt x="34957" y="48"/>
                    <a:pt x="39052" y="1715"/>
                    <a:pt x="41720" y="5048"/>
                  </a:cubicBezTo>
                  <a:cubicBezTo>
                    <a:pt x="44387" y="8382"/>
                    <a:pt x="45720" y="13097"/>
                    <a:pt x="45720" y="19098"/>
                  </a:cubicBezTo>
                  <a:lnTo>
                    <a:pt x="45720" y="52864"/>
                  </a:lnTo>
                  <a:lnTo>
                    <a:pt x="34100" y="52864"/>
                  </a:lnTo>
                  <a:lnTo>
                    <a:pt x="34100" y="20622"/>
                  </a:lnTo>
                  <a:cubicBezTo>
                    <a:pt x="34100" y="18431"/>
                    <a:pt x="33861" y="16478"/>
                    <a:pt x="33338" y="14764"/>
                  </a:cubicBezTo>
                  <a:cubicBezTo>
                    <a:pt x="32814" y="13049"/>
                    <a:pt x="31909" y="11763"/>
                    <a:pt x="30671" y="10811"/>
                  </a:cubicBezTo>
                  <a:cubicBezTo>
                    <a:pt x="29385" y="9858"/>
                    <a:pt x="27670" y="9382"/>
                    <a:pt x="25384" y="9382"/>
                  </a:cubicBezTo>
                  <a:cubicBezTo>
                    <a:pt x="22193" y="9382"/>
                    <a:pt x="19431" y="10144"/>
                    <a:pt x="17193" y="11716"/>
                  </a:cubicBezTo>
                  <a:cubicBezTo>
                    <a:pt x="14954" y="13287"/>
                    <a:pt x="13097" y="15002"/>
                    <a:pt x="11573" y="17002"/>
                  </a:cubicBezTo>
                  <a:lnTo>
                    <a:pt x="11573" y="52864"/>
                  </a:lnTo>
                  <a:lnTo>
                    <a:pt x="0" y="52864"/>
                  </a:lnTo>
                  <a:close/>
                  <a:moveTo>
                    <a:pt x="68199" y="52911"/>
                  </a:moveTo>
                  <a:lnTo>
                    <a:pt x="68199" y="20669"/>
                  </a:lnTo>
                  <a:cubicBezTo>
                    <a:pt x="68199" y="18479"/>
                    <a:pt x="67961" y="16526"/>
                    <a:pt x="67437" y="14811"/>
                  </a:cubicBezTo>
                  <a:cubicBezTo>
                    <a:pt x="66913" y="13097"/>
                    <a:pt x="66008" y="11811"/>
                    <a:pt x="64770" y="10858"/>
                  </a:cubicBezTo>
                  <a:cubicBezTo>
                    <a:pt x="63484" y="9906"/>
                    <a:pt x="61770" y="9430"/>
                    <a:pt x="59484" y="9430"/>
                  </a:cubicBezTo>
                  <a:cubicBezTo>
                    <a:pt x="56293" y="9430"/>
                    <a:pt x="53531" y="10144"/>
                    <a:pt x="51292" y="11668"/>
                  </a:cubicBezTo>
                  <a:cubicBezTo>
                    <a:pt x="49054" y="13144"/>
                    <a:pt x="47101" y="14859"/>
                    <a:pt x="45529" y="16812"/>
                  </a:cubicBezTo>
                  <a:lnTo>
                    <a:pt x="43958" y="9096"/>
                  </a:lnTo>
                  <a:cubicBezTo>
                    <a:pt x="46101" y="6763"/>
                    <a:pt x="48768" y="4667"/>
                    <a:pt x="52006" y="2810"/>
                  </a:cubicBezTo>
                  <a:cubicBezTo>
                    <a:pt x="55245" y="952"/>
                    <a:pt x="59055" y="0"/>
                    <a:pt x="63484" y="0"/>
                  </a:cubicBezTo>
                  <a:cubicBezTo>
                    <a:pt x="68961" y="0"/>
                    <a:pt x="73057" y="1667"/>
                    <a:pt x="75724" y="5001"/>
                  </a:cubicBezTo>
                  <a:cubicBezTo>
                    <a:pt x="78391" y="8334"/>
                    <a:pt x="79724" y="13049"/>
                    <a:pt x="79724" y="19050"/>
                  </a:cubicBezTo>
                  <a:lnTo>
                    <a:pt x="79724" y="52816"/>
                  </a:lnTo>
                  <a:lnTo>
                    <a:pt x="68199" y="52816"/>
                  </a:lnTo>
                  <a:close/>
                </a:path>
              </a:pathLst>
            </a:custGeom>
            <a:solidFill>
              <a:srgbClr val="FFFFFF"/>
            </a:solidFill>
            <a:ln w="4763" cap="flat">
              <a:noFill/>
              <a:prstDash val="solid"/>
              <a:miter/>
            </a:ln>
          </p:spPr>
          <p:txBody>
            <a:bodyPr rtlCol="0" anchor="ctr"/>
            <a:lstStyle/>
            <a:p>
              <a:endParaRPr lang="en-AU"/>
            </a:p>
          </p:txBody>
        </p:sp>
      </p:grpSp>
    </p:spTree>
    <p:extLst>
      <p:ext uri="{BB962C8B-B14F-4D97-AF65-F5344CB8AC3E}">
        <p14:creationId xmlns:p14="http://schemas.microsoft.com/office/powerpoint/2010/main" val="316805805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slide" preserve="1" userDrawn="1">
  <p:cSld name="1_Title slide">
    <p:bg>
      <p:bgPr>
        <a:solidFill>
          <a:schemeClr val="bg1"/>
        </a:solidFill>
        <a:effectLst/>
      </p:bgPr>
    </p:bg>
    <p:spTree>
      <p:nvGrpSpPr>
        <p:cNvPr id="1" name="Shape 9"/>
        <p:cNvGrpSpPr/>
        <p:nvPr/>
      </p:nvGrpSpPr>
      <p:grpSpPr>
        <a:xfrm>
          <a:off x="0" y="0"/>
          <a:ext cx="0" cy="0"/>
          <a:chOff x="0" y="0"/>
          <a:chExt cx="0" cy="0"/>
        </a:xfrm>
      </p:grpSpPr>
      <p:sp>
        <p:nvSpPr>
          <p:cNvPr id="13" name="Freeform: Shape 12">
            <a:extLst>
              <a:ext uri="{FF2B5EF4-FFF2-40B4-BE49-F238E27FC236}">
                <a16:creationId xmlns:a16="http://schemas.microsoft.com/office/drawing/2014/main" id="{DCFA8F1A-438C-2D31-EC45-A4CCF4206F40}"/>
              </a:ext>
            </a:extLst>
          </p:cNvPr>
          <p:cNvSpPr/>
          <p:nvPr/>
        </p:nvSpPr>
        <p:spPr>
          <a:xfrm>
            <a:off x="0" y="4305300"/>
            <a:ext cx="9144000" cy="857250"/>
          </a:xfrm>
          <a:custGeom>
            <a:avLst/>
            <a:gdLst>
              <a:gd name="connsiteX0" fmla="*/ 0 w 9144000"/>
              <a:gd name="connsiteY0" fmla="*/ 857250 h 857250"/>
              <a:gd name="connsiteX1" fmla="*/ 0 w 9144000"/>
              <a:gd name="connsiteY1" fmla="*/ 149828 h 857250"/>
              <a:gd name="connsiteX2" fmla="*/ 7540609 w 9144000"/>
              <a:gd name="connsiteY2" fmla="*/ 149828 h 857250"/>
              <a:gd name="connsiteX3" fmla="*/ 8245698 w 9144000"/>
              <a:gd name="connsiteY3" fmla="*/ 0 h 857250"/>
              <a:gd name="connsiteX4" fmla="*/ 8933831 w 9144000"/>
              <a:gd name="connsiteY4" fmla="*/ 149828 h 857250"/>
              <a:gd name="connsiteX5" fmla="*/ 9144000 w 9144000"/>
              <a:gd name="connsiteY5" fmla="*/ 149828 h 857250"/>
              <a:gd name="connsiteX6" fmla="*/ 9144000 w 9144000"/>
              <a:gd name="connsiteY6" fmla="*/ 857250 h 857250"/>
              <a:gd name="connsiteX7" fmla="*/ 0 w 9144000"/>
              <a:gd name="connsiteY7" fmla="*/ 857250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0" h="857250">
                <a:moveTo>
                  <a:pt x="0" y="857250"/>
                </a:moveTo>
                <a:lnTo>
                  <a:pt x="0" y="149828"/>
                </a:lnTo>
                <a:lnTo>
                  <a:pt x="7540609" y="149828"/>
                </a:lnTo>
                <a:lnTo>
                  <a:pt x="8245698" y="0"/>
                </a:lnTo>
                <a:lnTo>
                  <a:pt x="8933831" y="149828"/>
                </a:lnTo>
                <a:lnTo>
                  <a:pt x="9144000" y="149828"/>
                </a:lnTo>
                <a:lnTo>
                  <a:pt x="9144000" y="857250"/>
                </a:lnTo>
                <a:lnTo>
                  <a:pt x="0" y="857250"/>
                </a:lnTo>
                <a:close/>
              </a:path>
            </a:pathLst>
          </a:custGeom>
          <a:gradFill>
            <a:gsLst>
              <a:gs pos="0">
                <a:srgbClr val="5BC1A0"/>
              </a:gs>
              <a:gs pos="50000">
                <a:srgbClr val="2E9376"/>
              </a:gs>
              <a:gs pos="100000">
                <a:srgbClr val="01654D"/>
              </a:gs>
            </a:gsLst>
            <a:lin ang="0" scaled="1"/>
          </a:gradFill>
          <a:ln w="81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lvl="0" defTabSz="914400" eaLnBrk="1" latinLnBrk="0" hangingPunct="1"/>
            <a:endParaRPr lang="en-AU" sz="1800" kern="1200">
              <a:solidFill>
                <a:schemeClr val="tx1"/>
              </a:solidFill>
              <a:latin typeface="+mn-lt"/>
              <a:ea typeface="+mn-ea"/>
              <a:cs typeface="+mn-cs"/>
            </a:endParaRPr>
          </a:p>
        </p:txBody>
      </p:sp>
      <p:sp>
        <p:nvSpPr>
          <p:cNvPr id="14" name="Freeform: Shape 13">
            <a:extLst>
              <a:ext uri="{FF2B5EF4-FFF2-40B4-BE49-F238E27FC236}">
                <a16:creationId xmlns:a16="http://schemas.microsoft.com/office/drawing/2014/main" id="{6332EFC7-40EB-E5E0-6D5B-205A7815463F}"/>
              </a:ext>
            </a:extLst>
          </p:cNvPr>
          <p:cNvSpPr/>
          <p:nvPr/>
        </p:nvSpPr>
        <p:spPr>
          <a:xfrm>
            <a:off x="7540608" y="4441555"/>
            <a:ext cx="1246536" cy="285083"/>
          </a:xfrm>
          <a:custGeom>
            <a:avLst/>
            <a:gdLst>
              <a:gd name="connsiteX0" fmla="*/ 718995 w 1246536"/>
              <a:gd name="connsiteY0" fmla="*/ 0 h 285083"/>
              <a:gd name="connsiteX1" fmla="*/ 769239 w 1246536"/>
              <a:gd name="connsiteY1" fmla="*/ 10668 h 285083"/>
              <a:gd name="connsiteX2" fmla="*/ 842391 w 1246536"/>
              <a:gd name="connsiteY2" fmla="*/ 94726 h 285083"/>
              <a:gd name="connsiteX3" fmla="*/ 769239 w 1246536"/>
              <a:gd name="connsiteY3" fmla="*/ 147876 h 285083"/>
              <a:gd name="connsiteX4" fmla="*/ 718995 w 1246536"/>
              <a:gd name="connsiteY4" fmla="*/ 137208 h 285083"/>
              <a:gd name="connsiteX5" fmla="*/ 718995 w 1246536"/>
              <a:gd name="connsiteY5" fmla="*/ 48 h 285083"/>
              <a:gd name="connsiteX6" fmla="*/ 769239 w 1246536"/>
              <a:gd name="connsiteY6" fmla="*/ 116729 h 285083"/>
              <a:gd name="connsiteX7" fmla="*/ 808530 w 1246536"/>
              <a:gd name="connsiteY7" fmla="*/ 87535 h 285083"/>
              <a:gd name="connsiteX8" fmla="*/ 769239 w 1246536"/>
              <a:gd name="connsiteY8" fmla="*/ 41624 h 285083"/>
              <a:gd name="connsiteX9" fmla="*/ 752856 w 1246536"/>
              <a:gd name="connsiteY9" fmla="*/ 38148 h 285083"/>
              <a:gd name="connsiteX10" fmla="*/ 752856 w 1246536"/>
              <a:gd name="connsiteY10" fmla="*/ 113252 h 285083"/>
              <a:gd name="connsiteX11" fmla="*/ 769239 w 1246536"/>
              <a:gd name="connsiteY11" fmla="*/ 116729 h 285083"/>
              <a:gd name="connsiteX12" fmla="*/ 947024 w 1246536"/>
              <a:gd name="connsiteY12" fmla="*/ 48482 h 285083"/>
              <a:gd name="connsiteX13" fmla="*/ 947024 w 1246536"/>
              <a:gd name="connsiteY13" fmla="*/ 79391 h 285083"/>
              <a:gd name="connsiteX14" fmla="*/ 917067 w 1246536"/>
              <a:gd name="connsiteY14" fmla="*/ 73009 h 285083"/>
              <a:gd name="connsiteX15" fmla="*/ 917067 w 1246536"/>
              <a:gd name="connsiteY15" fmla="*/ 148114 h 285083"/>
              <a:gd name="connsiteX16" fmla="*/ 947024 w 1246536"/>
              <a:gd name="connsiteY16" fmla="*/ 154496 h 285083"/>
              <a:gd name="connsiteX17" fmla="*/ 947024 w 1246536"/>
              <a:gd name="connsiteY17" fmla="*/ 185642 h 285083"/>
              <a:gd name="connsiteX18" fmla="*/ 853393 w 1246536"/>
              <a:gd name="connsiteY18" fmla="*/ 165735 h 285083"/>
              <a:gd name="connsiteX19" fmla="*/ 853393 w 1246536"/>
              <a:gd name="connsiteY19" fmla="*/ 134588 h 285083"/>
              <a:gd name="connsiteX20" fmla="*/ 883349 w 1246536"/>
              <a:gd name="connsiteY20" fmla="*/ 140970 h 285083"/>
              <a:gd name="connsiteX21" fmla="*/ 883349 w 1246536"/>
              <a:gd name="connsiteY21" fmla="*/ 65865 h 285083"/>
              <a:gd name="connsiteX22" fmla="*/ 853393 w 1246536"/>
              <a:gd name="connsiteY22" fmla="*/ 59484 h 285083"/>
              <a:gd name="connsiteX23" fmla="*/ 853393 w 1246536"/>
              <a:gd name="connsiteY23" fmla="*/ 28575 h 285083"/>
              <a:gd name="connsiteX24" fmla="*/ 947024 w 1246536"/>
              <a:gd name="connsiteY24" fmla="*/ 48482 h 285083"/>
              <a:gd name="connsiteX25" fmla="*/ 1026319 w 1246536"/>
              <a:gd name="connsiteY25" fmla="*/ 62627 h 285083"/>
              <a:gd name="connsiteX26" fmla="*/ 1094994 w 1246536"/>
              <a:gd name="connsiteY26" fmla="*/ 148447 h 285083"/>
              <a:gd name="connsiteX27" fmla="*/ 1026319 w 1246536"/>
              <a:gd name="connsiteY27" fmla="*/ 205264 h 285083"/>
              <a:gd name="connsiteX28" fmla="*/ 957263 w 1246536"/>
              <a:gd name="connsiteY28" fmla="*/ 119205 h 285083"/>
              <a:gd name="connsiteX29" fmla="*/ 1026319 w 1246536"/>
              <a:gd name="connsiteY29" fmla="*/ 62675 h 285083"/>
              <a:gd name="connsiteX30" fmla="*/ 1026319 w 1246536"/>
              <a:gd name="connsiteY30" fmla="*/ 173117 h 285083"/>
              <a:gd name="connsiteX31" fmla="*/ 1060180 w 1246536"/>
              <a:gd name="connsiteY31" fmla="*/ 141018 h 285083"/>
              <a:gd name="connsiteX32" fmla="*/ 1026319 w 1246536"/>
              <a:gd name="connsiteY32" fmla="*/ 94726 h 285083"/>
              <a:gd name="connsiteX33" fmla="*/ 992267 w 1246536"/>
              <a:gd name="connsiteY33" fmla="*/ 126587 h 285083"/>
              <a:gd name="connsiteX34" fmla="*/ 1026319 w 1246536"/>
              <a:gd name="connsiteY34" fmla="*/ 173117 h 285083"/>
              <a:gd name="connsiteX35" fmla="*/ 1111949 w 1246536"/>
              <a:gd name="connsiteY35" fmla="*/ 83534 h 285083"/>
              <a:gd name="connsiteX36" fmla="*/ 1175814 w 1246536"/>
              <a:gd name="connsiteY36" fmla="*/ 97107 h 285083"/>
              <a:gd name="connsiteX37" fmla="*/ 1212675 w 1246536"/>
              <a:gd name="connsiteY37" fmla="*/ 230791 h 285083"/>
              <a:gd name="connsiteX38" fmla="*/ 1212675 w 1246536"/>
              <a:gd name="connsiteY38" fmla="*/ 104918 h 285083"/>
              <a:gd name="connsiteX39" fmla="*/ 1246537 w 1246536"/>
              <a:gd name="connsiteY39" fmla="*/ 112109 h 285083"/>
              <a:gd name="connsiteX40" fmla="*/ 1246537 w 1246536"/>
              <a:gd name="connsiteY40" fmla="*/ 249269 h 285083"/>
              <a:gd name="connsiteX41" fmla="*/ 1182672 w 1246536"/>
              <a:gd name="connsiteY41" fmla="*/ 235696 h 285083"/>
              <a:gd name="connsiteX42" fmla="*/ 1145810 w 1246536"/>
              <a:gd name="connsiteY42" fmla="*/ 102013 h 285083"/>
              <a:gd name="connsiteX43" fmla="*/ 1145810 w 1246536"/>
              <a:gd name="connsiteY43" fmla="*/ 227886 h 285083"/>
              <a:gd name="connsiteX44" fmla="*/ 1111949 w 1246536"/>
              <a:gd name="connsiteY44" fmla="*/ 220694 h 285083"/>
              <a:gd name="connsiteX45" fmla="*/ 1111949 w 1246536"/>
              <a:gd name="connsiteY45" fmla="*/ 83534 h 285083"/>
              <a:gd name="connsiteX46" fmla="*/ 42101 w 1246536"/>
              <a:gd name="connsiteY46" fmla="*/ 138970 h 285083"/>
              <a:gd name="connsiteX47" fmla="*/ 104108 w 1246536"/>
              <a:gd name="connsiteY47" fmla="*/ 125778 h 285083"/>
              <a:gd name="connsiteX48" fmla="*/ 145971 w 1246536"/>
              <a:gd name="connsiteY48" fmla="*/ 254032 h 285083"/>
              <a:gd name="connsiteX49" fmla="*/ 110061 w 1246536"/>
              <a:gd name="connsiteY49" fmla="*/ 261652 h 285083"/>
              <a:gd name="connsiteX50" fmla="*/ 97774 w 1246536"/>
              <a:gd name="connsiteY50" fmla="*/ 222837 h 285083"/>
              <a:gd name="connsiteX51" fmla="*/ 47863 w 1246536"/>
              <a:gd name="connsiteY51" fmla="*/ 233458 h 285083"/>
              <a:gd name="connsiteX52" fmla="*/ 35576 w 1246536"/>
              <a:gd name="connsiteY52" fmla="*/ 277511 h 285083"/>
              <a:gd name="connsiteX53" fmla="*/ 0 w 1246536"/>
              <a:gd name="connsiteY53" fmla="*/ 285083 h 285083"/>
              <a:gd name="connsiteX54" fmla="*/ 42053 w 1246536"/>
              <a:gd name="connsiteY54" fmla="*/ 138970 h 285083"/>
              <a:gd name="connsiteX55" fmla="*/ 88440 w 1246536"/>
              <a:gd name="connsiteY55" fmla="*/ 193929 h 285083"/>
              <a:gd name="connsiteX56" fmla="*/ 72819 w 1246536"/>
              <a:gd name="connsiteY56" fmla="*/ 144923 h 285083"/>
              <a:gd name="connsiteX57" fmla="*/ 57198 w 1246536"/>
              <a:gd name="connsiteY57" fmla="*/ 200597 h 285083"/>
              <a:gd name="connsiteX58" fmla="*/ 88488 w 1246536"/>
              <a:gd name="connsiteY58" fmla="*/ 193929 h 285083"/>
              <a:gd name="connsiteX59" fmla="*/ 214646 w 1246536"/>
              <a:gd name="connsiteY59" fmla="*/ 242173 h 285083"/>
              <a:gd name="connsiteX60" fmla="*/ 148733 w 1246536"/>
              <a:gd name="connsiteY60" fmla="*/ 199930 h 285083"/>
              <a:gd name="connsiteX61" fmla="*/ 183738 w 1246536"/>
              <a:gd name="connsiteY61" fmla="*/ 192500 h 285083"/>
              <a:gd name="connsiteX62" fmla="*/ 215408 w 1246536"/>
              <a:gd name="connsiteY62" fmla="*/ 212408 h 285083"/>
              <a:gd name="connsiteX63" fmla="*/ 239030 w 1246536"/>
              <a:gd name="connsiteY63" fmla="*/ 195310 h 285083"/>
              <a:gd name="connsiteX64" fmla="*/ 227886 w 1246536"/>
              <a:gd name="connsiteY64" fmla="*/ 187166 h 285083"/>
              <a:gd name="connsiteX65" fmla="*/ 183975 w 1246536"/>
              <a:gd name="connsiteY65" fmla="*/ 184452 h 285083"/>
              <a:gd name="connsiteX66" fmla="*/ 154210 w 1246536"/>
              <a:gd name="connsiteY66" fmla="*/ 153210 h 285083"/>
              <a:gd name="connsiteX67" fmla="*/ 207645 w 1246536"/>
              <a:gd name="connsiteY67" fmla="*/ 101013 h 285083"/>
              <a:gd name="connsiteX68" fmla="*/ 268891 w 1246536"/>
              <a:gd name="connsiteY68" fmla="*/ 138017 h 285083"/>
              <a:gd name="connsiteX69" fmla="*/ 234077 w 1246536"/>
              <a:gd name="connsiteY69" fmla="*/ 145399 h 285083"/>
              <a:gd name="connsiteX70" fmla="*/ 208217 w 1246536"/>
              <a:gd name="connsiteY70" fmla="*/ 129873 h 285083"/>
              <a:gd name="connsiteX71" fmla="*/ 189215 w 1246536"/>
              <a:gd name="connsiteY71" fmla="*/ 145018 h 285083"/>
              <a:gd name="connsiteX72" fmla="*/ 199454 w 1246536"/>
              <a:gd name="connsiteY72" fmla="*/ 152352 h 285083"/>
              <a:gd name="connsiteX73" fmla="*/ 242078 w 1246536"/>
              <a:gd name="connsiteY73" fmla="*/ 154400 h 285083"/>
              <a:gd name="connsiteX74" fmla="*/ 273891 w 1246536"/>
              <a:gd name="connsiteY74" fmla="*/ 186357 h 285083"/>
              <a:gd name="connsiteX75" fmla="*/ 214694 w 1246536"/>
              <a:gd name="connsiteY75" fmla="*/ 242125 h 285083"/>
              <a:gd name="connsiteX76" fmla="*/ 283702 w 1246536"/>
              <a:gd name="connsiteY76" fmla="*/ 156115 h 285083"/>
              <a:gd name="connsiteX77" fmla="*/ 353330 w 1246536"/>
              <a:gd name="connsiteY77" fmla="*/ 70104 h 285083"/>
              <a:gd name="connsiteX78" fmla="*/ 419767 w 1246536"/>
              <a:gd name="connsiteY78" fmla="*/ 111633 h 285083"/>
              <a:gd name="connsiteX79" fmla="*/ 384953 w 1246536"/>
              <a:gd name="connsiteY79" fmla="*/ 119015 h 285083"/>
              <a:gd name="connsiteX80" fmla="*/ 353473 w 1246536"/>
              <a:gd name="connsiteY80" fmla="*/ 102156 h 285083"/>
              <a:gd name="connsiteX81" fmla="*/ 318659 w 1246536"/>
              <a:gd name="connsiteY81" fmla="*/ 148638 h 285083"/>
              <a:gd name="connsiteX82" fmla="*/ 353473 w 1246536"/>
              <a:gd name="connsiteY82" fmla="*/ 180546 h 285083"/>
              <a:gd name="connsiteX83" fmla="*/ 384953 w 1246536"/>
              <a:gd name="connsiteY83" fmla="*/ 150114 h 285083"/>
              <a:gd name="connsiteX84" fmla="*/ 419767 w 1246536"/>
              <a:gd name="connsiteY84" fmla="*/ 142732 h 285083"/>
              <a:gd name="connsiteX85" fmla="*/ 353330 w 1246536"/>
              <a:gd name="connsiteY85" fmla="*/ 212693 h 285083"/>
              <a:gd name="connsiteX86" fmla="*/ 283702 w 1246536"/>
              <a:gd name="connsiteY86" fmla="*/ 156115 h 285083"/>
              <a:gd name="connsiteX87" fmla="*/ 436340 w 1246536"/>
              <a:gd name="connsiteY87" fmla="*/ 55150 h 285083"/>
              <a:gd name="connsiteX88" fmla="*/ 540782 w 1246536"/>
              <a:gd name="connsiteY88" fmla="*/ 32956 h 285083"/>
              <a:gd name="connsiteX89" fmla="*/ 540782 w 1246536"/>
              <a:gd name="connsiteY89" fmla="*/ 63865 h 285083"/>
              <a:gd name="connsiteX90" fmla="*/ 470440 w 1246536"/>
              <a:gd name="connsiteY90" fmla="*/ 78819 h 285083"/>
              <a:gd name="connsiteX91" fmla="*/ 470440 w 1246536"/>
              <a:gd name="connsiteY91" fmla="*/ 101775 h 285083"/>
              <a:gd name="connsiteX92" fmla="*/ 531495 w 1246536"/>
              <a:gd name="connsiteY92" fmla="*/ 88821 h 285083"/>
              <a:gd name="connsiteX93" fmla="*/ 531495 w 1246536"/>
              <a:gd name="connsiteY93" fmla="*/ 118015 h 285083"/>
              <a:gd name="connsiteX94" fmla="*/ 470440 w 1246536"/>
              <a:gd name="connsiteY94" fmla="*/ 131016 h 285083"/>
              <a:gd name="connsiteX95" fmla="*/ 470440 w 1246536"/>
              <a:gd name="connsiteY95" fmla="*/ 154162 h 285083"/>
              <a:gd name="connsiteX96" fmla="*/ 540782 w 1246536"/>
              <a:gd name="connsiteY96" fmla="*/ 139208 h 285083"/>
              <a:gd name="connsiteX97" fmla="*/ 540782 w 1246536"/>
              <a:gd name="connsiteY97" fmla="*/ 170117 h 285083"/>
              <a:gd name="connsiteX98" fmla="*/ 436340 w 1246536"/>
              <a:gd name="connsiteY98" fmla="*/ 192310 h 285083"/>
              <a:gd name="connsiteX99" fmla="*/ 436340 w 1246536"/>
              <a:gd name="connsiteY99" fmla="*/ 55150 h 285083"/>
              <a:gd name="connsiteX100" fmla="*/ 561308 w 1246536"/>
              <a:gd name="connsiteY100" fmla="*/ 28623 h 285083"/>
              <a:gd name="connsiteX101" fmla="*/ 625173 w 1246536"/>
              <a:gd name="connsiteY101" fmla="*/ 15049 h 285083"/>
              <a:gd name="connsiteX102" fmla="*/ 662035 w 1246536"/>
              <a:gd name="connsiteY102" fmla="*/ 133112 h 285083"/>
              <a:gd name="connsiteX103" fmla="*/ 662035 w 1246536"/>
              <a:gd name="connsiteY103" fmla="*/ 7239 h 285083"/>
              <a:gd name="connsiteX104" fmla="*/ 695897 w 1246536"/>
              <a:gd name="connsiteY104" fmla="*/ 48 h 285083"/>
              <a:gd name="connsiteX105" fmla="*/ 695897 w 1246536"/>
              <a:gd name="connsiteY105" fmla="*/ 137208 h 285083"/>
              <a:gd name="connsiteX106" fmla="*/ 632032 w 1246536"/>
              <a:gd name="connsiteY106" fmla="*/ 150781 h 285083"/>
              <a:gd name="connsiteX107" fmla="*/ 595170 w 1246536"/>
              <a:gd name="connsiteY107" fmla="*/ 32718 h 285083"/>
              <a:gd name="connsiteX108" fmla="*/ 595170 w 1246536"/>
              <a:gd name="connsiteY108" fmla="*/ 158591 h 285083"/>
              <a:gd name="connsiteX109" fmla="*/ 561308 w 1246536"/>
              <a:gd name="connsiteY109" fmla="*/ 165783 h 285083"/>
              <a:gd name="connsiteX110" fmla="*/ 561308 w 1246536"/>
              <a:gd name="connsiteY110" fmla="*/ 28623 h 285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246536" h="285083">
                <a:moveTo>
                  <a:pt x="718995" y="0"/>
                </a:moveTo>
                <a:lnTo>
                  <a:pt x="769239" y="10668"/>
                </a:lnTo>
                <a:cubicBezTo>
                  <a:pt x="805149" y="18288"/>
                  <a:pt x="842391" y="35766"/>
                  <a:pt x="842391" y="94726"/>
                </a:cubicBezTo>
                <a:cubicBezTo>
                  <a:pt x="842391" y="153876"/>
                  <a:pt x="805149" y="155496"/>
                  <a:pt x="769239" y="147876"/>
                </a:cubicBezTo>
                <a:lnTo>
                  <a:pt x="718995" y="137208"/>
                </a:lnTo>
                <a:lnTo>
                  <a:pt x="718995" y="48"/>
                </a:lnTo>
                <a:close/>
                <a:moveTo>
                  <a:pt x="769239" y="116729"/>
                </a:moveTo>
                <a:cubicBezTo>
                  <a:pt x="791766" y="121539"/>
                  <a:pt x="808530" y="124301"/>
                  <a:pt x="808530" y="87535"/>
                </a:cubicBezTo>
                <a:cubicBezTo>
                  <a:pt x="808530" y="50768"/>
                  <a:pt x="791623" y="46387"/>
                  <a:pt x="769239" y="41624"/>
                </a:cubicBezTo>
                <a:lnTo>
                  <a:pt x="752856" y="38148"/>
                </a:lnTo>
                <a:lnTo>
                  <a:pt x="752856" y="113252"/>
                </a:lnTo>
                <a:cubicBezTo>
                  <a:pt x="752856" y="113252"/>
                  <a:pt x="769239" y="116729"/>
                  <a:pt x="769239" y="116729"/>
                </a:cubicBezTo>
                <a:close/>
                <a:moveTo>
                  <a:pt x="947024" y="48482"/>
                </a:moveTo>
                <a:lnTo>
                  <a:pt x="947024" y="79391"/>
                </a:lnTo>
                <a:cubicBezTo>
                  <a:pt x="947024" y="79391"/>
                  <a:pt x="917067" y="73009"/>
                  <a:pt x="917067" y="73009"/>
                </a:cubicBezTo>
                <a:lnTo>
                  <a:pt x="917067" y="148114"/>
                </a:lnTo>
                <a:cubicBezTo>
                  <a:pt x="917067" y="148114"/>
                  <a:pt x="947024" y="154496"/>
                  <a:pt x="947024" y="154496"/>
                </a:cubicBezTo>
                <a:lnTo>
                  <a:pt x="947024" y="185642"/>
                </a:lnTo>
                <a:cubicBezTo>
                  <a:pt x="947024" y="185642"/>
                  <a:pt x="853393" y="165735"/>
                  <a:pt x="853393" y="165735"/>
                </a:cubicBezTo>
                <a:lnTo>
                  <a:pt x="853393" y="134588"/>
                </a:lnTo>
                <a:cubicBezTo>
                  <a:pt x="853393" y="134588"/>
                  <a:pt x="883349" y="140970"/>
                  <a:pt x="883349" y="140970"/>
                </a:cubicBezTo>
                <a:lnTo>
                  <a:pt x="883349" y="65865"/>
                </a:lnTo>
                <a:cubicBezTo>
                  <a:pt x="883349" y="65865"/>
                  <a:pt x="853393" y="59484"/>
                  <a:pt x="853393" y="59484"/>
                </a:cubicBezTo>
                <a:lnTo>
                  <a:pt x="853393" y="28575"/>
                </a:lnTo>
                <a:cubicBezTo>
                  <a:pt x="853393" y="28575"/>
                  <a:pt x="947024" y="48482"/>
                  <a:pt x="947024" y="48482"/>
                </a:cubicBezTo>
                <a:close/>
                <a:moveTo>
                  <a:pt x="1026319" y="62627"/>
                </a:moveTo>
                <a:cubicBezTo>
                  <a:pt x="1068944" y="71676"/>
                  <a:pt x="1094994" y="107966"/>
                  <a:pt x="1094994" y="148447"/>
                </a:cubicBezTo>
                <a:cubicBezTo>
                  <a:pt x="1094994" y="189119"/>
                  <a:pt x="1068944" y="214313"/>
                  <a:pt x="1026319" y="205264"/>
                </a:cubicBezTo>
                <a:cubicBezTo>
                  <a:pt x="983504" y="196167"/>
                  <a:pt x="957263" y="159829"/>
                  <a:pt x="957263" y="119205"/>
                </a:cubicBezTo>
                <a:cubicBezTo>
                  <a:pt x="957263" y="78724"/>
                  <a:pt x="983504" y="53578"/>
                  <a:pt x="1026319" y="62675"/>
                </a:cubicBezTo>
                <a:moveTo>
                  <a:pt x="1026319" y="173117"/>
                </a:moveTo>
                <a:cubicBezTo>
                  <a:pt x="1049036" y="177927"/>
                  <a:pt x="1060180" y="165926"/>
                  <a:pt x="1060180" y="141018"/>
                </a:cubicBezTo>
                <a:cubicBezTo>
                  <a:pt x="1060180" y="116110"/>
                  <a:pt x="1048846" y="99489"/>
                  <a:pt x="1026319" y="94726"/>
                </a:cubicBezTo>
                <a:cubicBezTo>
                  <a:pt x="1003602" y="89916"/>
                  <a:pt x="992267" y="101870"/>
                  <a:pt x="992267" y="126587"/>
                </a:cubicBezTo>
                <a:cubicBezTo>
                  <a:pt x="992267" y="151495"/>
                  <a:pt x="1003649" y="168307"/>
                  <a:pt x="1026319" y="173117"/>
                </a:cubicBezTo>
                <a:moveTo>
                  <a:pt x="1111949" y="83534"/>
                </a:moveTo>
                <a:lnTo>
                  <a:pt x="1175814" y="97107"/>
                </a:lnTo>
                <a:lnTo>
                  <a:pt x="1212675" y="230791"/>
                </a:lnTo>
                <a:lnTo>
                  <a:pt x="1212675" y="104918"/>
                </a:lnTo>
                <a:cubicBezTo>
                  <a:pt x="1212675" y="104918"/>
                  <a:pt x="1246537" y="112109"/>
                  <a:pt x="1246537" y="112109"/>
                </a:cubicBezTo>
                <a:lnTo>
                  <a:pt x="1246537" y="249269"/>
                </a:lnTo>
                <a:cubicBezTo>
                  <a:pt x="1246537" y="249269"/>
                  <a:pt x="1182672" y="235696"/>
                  <a:pt x="1182672" y="235696"/>
                </a:cubicBezTo>
                <a:lnTo>
                  <a:pt x="1145810" y="102013"/>
                </a:lnTo>
                <a:lnTo>
                  <a:pt x="1145810" y="227886"/>
                </a:lnTo>
                <a:cubicBezTo>
                  <a:pt x="1145810" y="227886"/>
                  <a:pt x="1111949" y="220694"/>
                  <a:pt x="1111949" y="220694"/>
                </a:cubicBezTo>
                <a:lnTo>
                  <a:pt x="1111949" y="83534"/>
                </a:lnTo>
                <a:close/>
                <a:moveTo>
                  <a:pt x="42101" y="138970"/>
                </a:moveTo>
                <a:lnTo>
                  <a:pt x="104108" y="125778"/>
                </a:lnTo>
                <a:lnTo>
                  <a:pt x="145971" y="254032"/>
                </a:lnTo>
                <a:lnTo>
                  <a:pt x="110061" y="261652"/>
                </a:lnTo>
                <a:lnTo>
                  <a:pt x="97774" y="222837"/>
                </a:lnTo>
                <a:lnTo>
                  <a:pt x="47863" y="233458"/>
                </a:lnTo>
                <a:lnTo>
                  <a:pt x="35576" y="277511"/>
                </a:lnTo>
                <a:lnTo>
                  <a:pt x="0" y="285083"/>
                </a:lnTo>
                <a:lnTo>
                  <a:pt x="42053" y="138970"/>
                </a:lnTo>
                <a:close/>
                <a:moveTo>
                  <a:pt x="88440" y="193929"/>
                </a:moveTo>
                <a:lnTo>
                  <a:pt x="72819" y="144923"/>
                </a:lnTo>
                <a:lnTo>
                  <a:pt x="57198" y="200597"/>
                </a:lnTo>
                <a:lnTo>
                  <a:pt x="88488" y="193929"/>
                </a:lnTo>
                <a:close/>
                <a:moveTo>
                  <a:pt x="214646" y="242173"/>
                </a:moveTo>
                <a:cubicBezTo>
                  <a:pt x="168307" y="252031"/>
                  <a:pt x="148733" y="235553"/>
                  <a:pt x="148733" y="199930"/>
                </a:cubicBezTo>
                <a:lnTo>
                  <a:pt x="183738" y="192500"/>
                </a:lnTo>
                <a:cubicBezTo>
                  <a:pt x="183738" y="211979"/>
                  <a:pt x="190977" y="217599"/>
                  <a:pt x="215408" y="212408"/>
                </a:cubicBezTo>
                <a:cubicBezTo>
                  <a:pt x="231982" y="208883"/>
                  <a:pt x="239030" y="203883"/>
                  <a:pt x="239030" y="195310"/>
                </a:cubicBezTo>
                <a:cubicBezTo>
                  <a:pt x="239030" y="190452"/>
                  <a:pt x="235315" y="187547"/>
                  <a:pt x="227886" y="187166"/>
                </a:cubicBezTo>
                <a:lnTo>
                  <a:pt x="183975" y="184452"/>
                </a:lnTo>
                <a:cubicBezTo>
                  <a:pt x="161258" y="182880"/>
                  <a:pt x="154210" y="170545"/>
                  <a:pt x="154210" y="153210"/>
                </a:cubicBezTo>
                <a:cubicBezTo>
                  <a:pt x="154210" y="126540"/>
                  <a:pt x="173212" y="108299"/>
                  <a:pt x="207645" y="101013"/>
                </a:cubicBezTo>
                <a:cubicBezTo>
                  <a:pt x="248603" y="92297"/>
                  <a:pt x="268891" y="108252"/>
                  <a:pt x="268891" y="138017"/>
                </a:cubicBezTo>
                <a:lnTo>
                  <a:pt x="234077" y="145399"/>
                </a:lnTo>
                <a:cubicBezTo>
                  <a:pt x="234077" y="130635"/>
                  <a:pt x="226076" y="126111"/>
                  <a:pt x="208217" y="129873"/>
                </a:cubicBezTo>
                <a:cubicBezTo>
                  <a:pt x="195739" y="132540"/>
                  <a:pt x="189215" y="137208"/>
                  <a:pt x="189215" y="145018"/>
                </a:cubicBezTo>
                <a:cubicBezTo>
                  <a:pt x="189215" y="148923"/>
                  <a:pt x="191262" y="151781"/>
                  <a:pt x="199454" y="152352"/>
                </a:cubicBezTo>
                <a:lnTo>
                  <a:pt x="242078" y="154400"/>
                </a:lnTo>
                <a:cubicBezTo>
                  <a:pt x="263843" y="155400"/>
                  <a:pt x="273891" y="166306"/>
                  <a:pt x="273891" y="186357"/>
                </a:cubicBezTo>
                <a:cubicBezTo>
                  <a:pt x="273891" y="212408"/>
                  <a:pt x="256747" y="233172"/>
                  <a:pt x="214694" y="242125"/>
                </a:cubicBezTo>
                <a:moveTo>
                  <a:pt x="283702" y="156115"/>
                </a:moveTo>
                <a:cubicBezTo>
                  <a:pt x="283702" y="115633"/>
                  <a:pt x="310325" y="79248"/>
                  <a:pt x="353330" y="70104"/>
                </a:cubicBezTo>
                <a:cubicBezTo>
                  <a:pt x="390906" y="62103"/>
                  <a:pt x="415862" y="78010"/>
                  <a:pt x="419767" y="111633"/>
                </a:cubicBezTo>
                <a:lnTo>
                  <a:pt x="384953" y="119015"/>
                </a:lnTo>
                <a:cubicBezTo>
                  <a:pt x="382143" y="104823"/>
                  <a:pt x="370047" y="98631"/>
                  <a:pt x="353473" y="102156"/>
                </a:cubicBezTo>
                <a:cubicBezTo>
                  <a:pt x="333185" y="106490"/>
                  <a:pt x="318659" y="121634"/>
                  <a:pt x="318659" y="148638"/>
                </a:cubicBezTo>
                <a:cubicBezTo>
                  <a:pt x="318659" y="175879"/>
                  <a:pt x="333185" y="184833"/>
                  <a:pt x="353473" y="180546"/>
                </a:cubicBezTo>
                <a:cubicBezTo>
                  <a:pt x="370047" y="177022"/>
                  <a:pt x="382143" y="165497"/>
                  <a:pt x="384953" y="150114"/>
                </a:cubicBezTo>
                <a:lnTo>
                  <a:pt x="419767" y="142732"/>
                </a:lnTo>
                <a:cubicBezTo>
                  <a:pt x="415862" y="178213"/>
                  <a:pt x="390906" y="204692"/>
                  <a:pt x="353330" y="212693"/>
                </a:cubicBezTo>
                <a:cubicBezTo>
                  <a:pt x="310325" y="221837"/>
                  <a:pt x="283702" y="196739"/>
                  <a:pt x="283702" y="156115"/>
                </a:cubicBezTo>
                <a:moveTo>
                  <a:pt x="436340" y="55150"/>
                </a:moveTo>
                <a:lnTo>
                  <a:pt x="540782" y="32956"/>
                </a:lnTo>
                <a:lnTo>
                  <a:pt x="540782" y="63865"/>
                </a:lnTo>
                <a:cubicBezTo>
                  <a:pt x="540782" y="63865"/>
                  <a:pt x="470440" y="78819"/>
                  <a:pt x="470440" y="78819"/>
                </a:cubicBezTo>
                <a:lnTo>
                  <a:pt x="470440" y="101775"/>
                </a:lnTo>
                <a:cubicBezTo>
                  <a:pt x="470440" y="101775"/>
                  <a:pt x="531495" y="88821"/>
                  <a:pt x="531495" y="88821"/>
                </a:cubicBezTo>
                <a:lnTo>
                  <a:pt x="531495" y="118015"/>
                </a:lnTo>
                <a:cubicBezTo>
                  <a:pt x="531495" y="118015"/>
                  <a:pt x="470440" y="131016"/>
                  <a:pt x="470440" y="131016"/>
                </a:cubicBezTo>
                <a:lnTo>
                  <a:pt x="470440" y="154162"/>
                </a:lnTo>
                <a:cubicBezTo>
                  <a:pt x="470440" y="154162"/>
                  <a:pt x="540782" y="139208"/>
                  <a:pt x="540782" y="139208"/>
                </a:cubicBezTo>
                <a:lnTo>
                  <a:pt x="540782" y="170117"/>
                </a:lnTo>
                <a:cubicBezTo>
                  <a:pt x="540782" y="170117"/>
                  <a:pt x="436340" y="192310"/>
                  <a:pt x="436340" y="192310"/>
                </a:cubicBezTo>
                <a:lnTo>
                  <a:pt x="436340" y="55150"/>
                </a:lnTo>
                <a:close/>
                <a:moveTo>
                  <a:pt x="561308" y="28623"/>
                </a:moveTo>
                <a:lnTo>
                  <a:pt x="625173" y="15049"/>
                </a:lnTo>
                <a:lnTo>
                  <a:pt x="662035" y="133112"/>
                </a:lnTo>
                <a:lnTo>
                  <a:pt x="662035" y="7239"/>
                </a:lnTo>
                <a:cubicBezTo>
                  <a:pt x="662035" y="7239"/>
                  <a:pt x="695897" y="48"/>
                  <a:pt x="695897" y="48"/>
                </a:cubicBezTo>
                <a:lnTo>
                  <a:pt x="695897" y="137208"/>
                </a:lnTo>
                <a:cubicBezTo>
                  <a:pt x="695897" y="137208"/>
                  <a:pt x="632032" y="150781"/>
                  <a:pt x="632032" y="150781"/>
                </a:cubicBezTo>
                <a:lnTo>
                  <a:pt x="595170" y="32718"/>
                </a:lnTo>
                <a:lnTo>
                  <a:pt x="595170" y="158591"/>
                </a:lnTo>
                <a:cubicBezTo>
                  <a:pt x="595170" y="158591"/>
                  <a:pt x="561308" y="165783"/>
                  <a:pt x="561308" y="165783"/>
                </a:cubicBezTo>
                <a:lnTo>
                  <a:pt x="561308" y="28623"/>
                </a:lnTo>
                <a:close/>
              </a:path>
            </a:pathLst>
          </a:custGeom>
          <a:solidFill>
            <a:srgbClr val="FFFFFF"/>
          </a:solidFill>
          <a:ln w="4763" cap="flat">
            <a:noFill/>
            <a:prstDash val="solid"/>
            <a:miter/>
          </a:ln>
        </p:spPr>
        <p:txBody>
          <a:bodyPr rtlCol="0" anchor="ctr"/>
          <a:lstStyle/>
          <a:p>
            <a:endParaRPr lang="en-AU"/>
          </a:p>
        </p:txBody>
      </p:sp>
      <p:grpSp>
        <p:nvGrpSpPr>
          <p:cNvPr id="20" name="Graphic 3">
            <a:extLst>
              <a:ext uri="{FF2B5EF4-FFF2-40B4-BE49-F238E27FC236}">
                <a16:creationId xmlns:a16="http://schemas.microsoft.com/office/drawing/2014/main" id="{11580F78-9730-E8CF-5F00-5083728E0E3D}"/>
              </a:ext>
            </a:extLst>
          </p:cNvPr>
          <p:cNvGrpSpPr/>
          <p:nvPr/>
        </p:nvGrpSpPr>
        <p:grpSpPr>
          <a:xfrm>
            <a:off x="378275" y="4600765"/>
            <a:ext cx="945451" cy="171497"/>
            <a:chOff x="217360" y="4600765"/>
            <a:chExt cx="945451" cy="171497"/>
          </a:xfrm>
          <a:solidFill>
            <a:srgbClr val="FFFFFF"/>
          </a:solidFill>
        </p:grpSpPr>
        <p:grpSp>
          <p:nvGrpSpPr>
            <p:cNvPr id="21" name="Graphic 3">
              <a:extLst>
                <a:ext uri="{FF2B5EF4-FFF2-40B4-BE49-F238E27FC236}">
                  <a16:creationId xmlns:a16="http://schemas.microsoft.com/office/drawing/2014/main" id="{034EE8A3-A127-9A71-99DC-9A0E6F91654D}"/>
                </a:ext>
              </a:extLst>
            </p:cNvPr>
            <p:cNvGrpSpPr/>
            <p:nvPr/>
          </p:nvGrpSpPr>
          <p:grpSpPr>
            <a:xfrm>
              <a:off x="604408" y="4600765"/>
              <a:ext cx="171354" cy="171354"/>
              <a:chOff x="604408" y="4600765"/>
              <a:chExt cx="171354" cy="171354"/>
            </a:xfrm>
            <a:solidFill>
              <a:srgbClr val="FFFFFF"/>
            </a:solidFill>
          </p:grpSpPr>
          <p:sp>
            <p:nvSpPr>
              <p:cNvPr id="22" name="Freeform: Shape 21">
                <a:extLst>
                  <a:ext uri="{FF2B5EF4-FFF2-40B4-BE49-F238E27FC236}">
                    <a16:creationId xmlns:a16="http://schemas.microsoft.com/office/drawing/2014/main" id="{0D5749F5-CE41-31DE-FF35-61FA298CA95A}"/>
                  </a:ext>
                </a:extLst>
              </p:cNvPr>
              <p:cNvSpPr/>
              <p:nvPr/>
            </p:nvSpPr>
            <p:spPr>
              <a:xfrm>
                <a:off x="604408" y="4600765"/>
                <a:ext cx="171354" cy="171354"/>
              </a:xfrm>
              <a:custGeom>
                <a:avLst/>
                <a:gdLst>
                  <a:gd name="connsiteX0" fmla="*/ 85677 w 171354"/>
                  <a:gd name="connsiteY0" fmla="*/ 171355 h 171354"/>
                  <a:gd name="connsiteX1" fmla="*/ 0 w 171354"/>
                  <a:gd name="connsiteY1" fmla="*/ 85677 h 171354"/>
                  <a:gd name="connsiteX2" fmla="*/ 85677 w 171354"/>
                  <a:gd name="connsiteY2" fmla="*/ 0 h 171354"/>
                  <a:gd name="connsiteX3" fmla="*/ 171355 w 171354"/>
                  <a:gd name="connsiteY3" fmla="*/ 85677 h 171354"/>
                  <a:gd name="connsiteX4" fmla="*/ 85677 w 171354"/>
                  <a:gd name="connsiteY4" fmla="*/ 171355 h 171354"/>
                  <a:gd name="connsiteX5" fmla="*/ 85677 w 171354"/>
                  <a:gd name="connsiteY5" fmla="*/ 6667 h 171354"/>
                  <a:gd name="connsiteX6" fmla="*/ 6620 w 171354"/>
                  <a:gd name="connsiteY6" fmla="*/ 85725 h 171354"/>
                  <a:gd name="connsiteX7" fmla="*/ 85677 w 171354"/>
                  <a:gd name="connsiteY7" fmla="*/ 164783 h 171354"/>
                  <a:gd name="connsiteX8" fmla="*/ 164735 w 171354"/>
                  <a:gd name="connsiteY8" fmla="*/ 85725 h 171354"/>
                  <a:gd name="connsiteX9" fmla="*/ 85677 w 171354"/>
                  <a:gd name="connsiteY9" fmla="*/ 6667 h 171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54" h="171354">
                    <a:moveTo>
                      <a:pt x="85677" y="171355"/>
                    </a:moveTo>
                    <a:cubicBezTo>
                      <a:pt x="38433" y="171355"/>
                      <a:pt x="0" y="132921"/>
                      <a:pt x="0" y="85677"/>
                    </a:cubicBezTo>
                    <a:cubicBezTo>
                      <a:pt x="0" y="38433"/>
                      <a:pt x="38433" y="0"/>
                      <a:pt x="85677" y="0"/>
                    </a:cubicBezTo>
                    <a:cubicBezTo>
                      <a:pt x="132921" y="0"/>
                      <a:pt x="171355" y="38433"/>
                      <a:pt x="171355" y="85677"/>
                    </a:cubicBezTo>
                    <a:cubicBezTo>
                      <a:pt x="171355" y="132921"/>
                      <a:pt x="132921" y="171355"/>
                      <a:pt x="85677" y="171355"/>
                    </a:cubicBezTo>
                    <a:close/>
                    <a:moveTo>
                      <a:pt x="85677" y="6667"/>
                    </a:moveTo>
                    <a:cubicBezTo>
                      <a:pt x="42100" y="6667"/>
                      <a:pt x="6620" y="42148"/>
                      <a:pt x="6620" y="85725"/>
                    </a:cubicBezTo>
                    <a:cubicBezTo>
                      <a:pt x="6620" y="129302"/>
                      <a:pt x="42100" y="164783"/>
                      <a:pt x="85677" y="164783"/>
                    </a:cubicBezTo>
                    <a:cubicBezTo>
                      <a:pt x="129254" y="164783"/>
                      <a:pt x="164735" y="129302"/>
                      <a:pt x="164735" y="85725"/>
                    </a:cubicBezTo>
                    <a:cubicBezTo>
                      <a:pt x="164735" y="42148"/>
                      <a:pt x="129254" y="6667"/>
                      <a:pt x="85677" y="6667"/>
                    </a:cubicBezTo>
                    <a:close/>
                  </a:path>
                </a:pathLst>
              </a:custGeom>
              <a:solidFill>
                <a:srgbClr val="FFFFFF"/>
              </a:solidFill>
              <a:ln w="4763" cap="flat">
                <a:noFill/>
                <a:prstDash val="solid"/>
                <a:miter/>
              </a:ln>
            </p:spPr>
            <p:txBody>
              <a:bodyPr rtlCol="0" anchor="ctr"/>
              <a:lstStyle/>
              <a:p>
                <a:endParaRPr lang="en-AU"/>
              </a:p>
            </p:txBody>
          </p:sp>
          <p:sp>
            <p:nvSpPr>
              <p:cNvPr id="23" name="Freeform: Shape 22">
                <a:extLst>
                  <a:ext uri="{FF2B5EF4-FFF2-40B4-BE49-F238E27FC236}">
                    <a16:creationId xmlns:a16="http://schemas.microsoft.com/office/drawing/2014/main" id="{044BA208-EA2B-AEB2-6DA2-25482C2C6D12}"/>
                  </a:ext>
                </a:extLst>
              </p:cNvPr>
              <p:cNvSpPr/>
              <p:nvPr/>
            </p:nvSpPr>
            <p:spPr>
              <a:xfrm>
                <a:off x="637460" y="4634007"/>
                <a:ext cx="105203" cy="104965"/>
              </a:xfrm>
              <a:custGeom>
                <a:avLst/>
                <a:gdLst>
                  <a:gd name="connsiteX0" fmla="*/ 28384 w 105203"/>
                  <a:gd name="connsiteY0" fmla="*/ 0 h 104965"/>
                  <a:gd name="connsiteX1" fmla="*/ 76819 w 105203"/>
                  <a:gd name="connsiteY1" fmla="*/ 0 h 104965"/>
                  <a:gd name="connsiteX2" fmla="*/ 105204 w 105203"/>
                  <a:gd name="connsiteY2" fmla="*/ 28385 h 104965"/>
                  <a:gd name="connsiteX3" fmla="*/ 105204 w 105203"/>
                  <a:gd name="connsiteY3" fmla="*/ 76581 h 104965"/>
                  <a:gd name="connsiteX4" fmla="*/ 76819 w 105203"/>
                  <a:gd name="connsiteY4" fmla="*/ 104966 h 104965"/>
                  <a:gd name="connsiteX5" fmla="*/ 28384 w 105203"/>
                  <a:gd name="connsiteY5" fmla="*/ 104966 h 104965"/>
                  <a:gd name="connsiteX6" fmla="*/ 0 w 105203"/>
                  <a:gd name="connsiteY6" fmla="*/ 76581 h 104965"/>
                  <a:gd name="connsiteX7" fmla="*/ 0 w 105203"/>
                  <a:gd name="connsiteY7" fmla="*/ 28385 h 104965"/>
                  <a:gd name="connsiteX8" fmla="*/ 28384 w 105203"/>
                  <a:gd name="connsiteY8" fmla="*/ 0 h 104965"/>
                  <a:gd name="connsiteX9" fmla="*/ 28384 w 105203"/>
                  <a:gd name="connsiteY9" fmla="*/ 0 h 104965"/>
                  <a:gd name="connsiteX10" fmla="*/ 80867 w 105203"/>
                  <a:gd name="connsiteY10" fmla="*/ 18336 h 104965"/>
                  <a:gd name="connsiteX11" fmla="*/ 80867 w 105203"/>
                  <a:gd name="connsiteY11" fmla="*/ 18336 h 104965"/>
                  <a:gd name="connsiteX12" fmla="*/ 86916 w 105203"/>
                  <a:gd name="connsiteY12" fmla="*/ 24384 h 104965"/>
                  <a:gd name="connsiteX13" fmla="*/ 86916 w 105203"/>
                  <a:gd name="connsiteY13" fmla="*/ 24384 h 104965"/>
                  <a:gd name="connsiteX14" fmla="*/ 80867 w 105203"/>
                  <a:gd name="connsiteY14" fmla="*/ 30432 h 104965"/>
                  <a:gd name="connsiteX15" fmla="*/ 80867 w 105203"/>
                  <a:gd name="connsiteY15" fmla="*/ 30432 h 104965"/>
                  <a:gd name="connsiteX16" fmla="*/ 74819 w 105203"/>
                  <a:gd name="connsiteY16" fmla="*/ 24384 h 104965"/>
                  <a:gd name="connsiteX17" fmla="*/ 74819 w 105203"/>
                  <a:gd name="connsiteY17" fmla="*/ 24384 h 104965"/>
                  <a:gd name="connsiteX18" fmla="*/ 80867 w 105203"/>
                  <a:gd name="connsiteY18" fmla="*/ 18336 h 104965"/>
                  <a:gd name="connsiteX19" fmla="*/ 80867 w 105203"/>
                  <a:gd name="connsiteY19" fmla="*/ 18336 h 104965"/>
                  <a:gd name="connsiteX20" fmla="*/ 52483 w 105203"/>
                  <a:gd name="connsiteY20" fmla="*/ 23860 h 104965"/>
                  <a:gd name="connsiteX21" fmla="*/ 52721 w 105203"/>
                  <a:gd name="connsiteY21" fmla="*/ 23860 h 104965"/>
                  <a:gd name="connsiteX22" fmla="*/ 81343 w 105203"/>
                  <a:gd name="connsiteY22" fmla="*/ 52483 h 104965"/>
                  <a:gd name="connsiteX23" fmla="*/ 81343 w 105203"/>
                  <a:gd name="connsiteY23" fmla="*/ 52483 h 104965"/>
                  <a:gd name="connsiteX24" fmla="*/ 52721 w 105203"/>
                  <a:gd name="connsiteY24" fmla="*/ 81105 h 104965"/>
                  <a:gd name="connsiteX25" fmla="*/ 52483 w 105203"/>
                  <a:gd name="connsiteY25" fmla="*/ 81105 h 104965"/>
                  <a:gd name="connsiteX26" fmla="*/ 24098 w 105203"/>
                  <a:gd name="connsiteY26" fmla="*/ 52483 h 104965"/>
                  <a:gd name="connsiteX27" fmla="*/ 24098 w 105203"/>
                  <a:gd name="connsiteY27" fmla="*/ 52483 h 104965"/>
                  <a:gd name="connsiteX28" fmla="*/ 52483 w 105203"/>
                  <a:gd name="connsiteY28" fmla="*/ 23860 h 104965"/>
                  <a:gd name="connsiteX29" fmla="*/ 52483 w 105203"/>
                  <a:gd name="connsiteY29" fmla="*/ 23860 h 104965"/>
                  <a:gd name="connsiteX30" fmla="*/ 52483 w 105203"/>
                  <a:gd name="connsiteY30" fmla="*/ 33623 h 104965"/>
                  <a:gd name="connsiteX31" fmla="*/ 52721 w 105203"/>
                  <a:gd name="connsiteY31" fmla="*/ 33623 h 104965"/>
                  <a:gd name="connsiteX32" fmla="*/ 71533 w 105203"/>
                  <a:gd name="connsiteY32" fmla="*/ 52435 h 104965"/>
                  <a:gd name="connsiteX33" fmla="*/ 71533 w 105203"/>
                  <a:gd name="connsiteY33" fmla="*/ 52435 h 104965"/>
                  <a:gd name="connsiteX34" fmla="*/ 52721 w 105203"/>
                  <a:gd name="connsiteY34" fmla="*/ 71533 h 104965"/>
                  <a:gd name="connsiteX35" fmla="*/ 52483 w 105203"/>
                  <a:gd name="connsiteY35" fmla="*/ 71533 h 104965"/>
                  <a:gd name="connsiteX36" fmla="*/ 33671 w 105203"/>
                  <a:gd name="connsiteY36" fmla="*/ 52435 h 104965"/>
                  <a:gd name="connsiteX37" fmla="*/ 33671 w 105203"/>
                  <a:gd name="connsiteY37" fmla="*/ 52435 h 104965"/>
                  <a:gd name="connsiteX38" fmla="*/ 52483 w 105203"/>
                  <a:gd name="connsiteY38" fmla="*/ 33623 h 104965"/>
                  <a:gd name="connsiteX39" fmla="*/ 52483 w 105203"/>
                  <a:gd name="connsiteY39" fmla="*/ 33623 h 104965"/>
                  <a:gd name="connsiteX40" fmla="*/ 28623 w 105203"/>
                  <a:gd name="connsiteY40" fmla="*/ 9049 h 104965"/>
                  <a:gd name="connsiteX41" fmla="*/ 76581 w 105203"/>
                  <a:gd name="connsiteY41" fmla="*/ 9049 h 104965"/>
                  <a:gd name="connsiteX42" fmla="*/ 96155 w 105203"/>
                  <a:gd name="connsiteY42" fmla="*/ 28623 h 104965"/>
                  <a:gd name="connsiteX43" fmla="*/ 96155 w 105203"/>
                  <a:gd name="connsiteY43" fmla="*/ 76343 h 104965"/>
                  <a:gd name="connsiteX44" fmla="*/ 76581 w 105203"/>
                  <a:gd name="connsiteY44" fmla="*/ 95917 h 104965"/>
                  <a:gd name="connsiteX45" fmla="*/ 28623 w 105203"/>
                  <a:gd name="connsiteY45" fmla="*/ 95917 h 104965"/>
                  <a:gd name="connsiteX46" fmla="*/ 9049 w 105203"/>
                  <a:gd name="connsiteY46" fmla="*/ 76343 h 104965"/>
                  <a:gd name="connsiteX47" fmla="*/ 9049 w 105203"/>
                  <a:gd name="connsiteY47" fmla="*/ 28623 h 104965"/>
                  <a:gd name="connsiteX48" fmla="*/ 28623 w 105203"/>
                  <a:gd name="connsiteY48" fmla="*/ 9049 h 104965"/>
                  <a:gd name="connsiteX49" fmla="*/ 28623 w 105203"/>
                  <a:gd name="connsiteY49" fmla="*/ 9049 h 104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05203" h="104965">
                    <a:moveTo>
                      <a:pt x="28384" y="0"/>
                    </a:moveTo>
                    <a:lnTo>
                      <a:pt x="76819" y="0"/>
                    </a:lnTo>
                    <a:cubicBezTo>
                      <a:pt x="92392" y="0"/>
                      <a:pt x="105204" y="12811"/>
                      <a:pt x="105204" y="28385"/>
                    </a:cubicBezTo>
                    <a:lnTo>
                      <a:pt x="105204" y="76581"/>
                    </a:lnTo>
                    <a:cubicBezTo>
                      <a:pt x="105204" y="92154"/>
                      <a:pt x="92392" y="104966"/>
                      <a:pt x="76819" y="104966"/>
                    </a:cubicBezTo>
                    <a:lnTo>
                      <a:pt x="28384" y="104966"/>
                    </a:lnTo>
                    <a:cubicBezTo>
                      <a:pt x="12811" y="104966"/>
                      <a:pt x="0" y="92154"/>
                      <a:pt x="0" y="76581"/>
                    </a:cubicBezTo>
                    <a:lnTo>
                      <a:pt x="0" y="28385"/>
                    </a:lnTo>
                    <a:cubicBezTo>
                      <a:pt x="0" y="12811"/>
                      <a:pt x="12811" y="0"/>
                      <a:pt x="28384" y="0"/>
                    </a:cubicBezTo>
                    <a:lnTo>
                      <a:pt x="28384" y="0"/>
                    </a:lnTo>
                    <a:close/>
                    <a:moveTo>
                      <a:pt x="80867" y="18336"/>
                    </a:moveTo>
                    <a:lnTo>
                      <a:pt x="80867" y="18336"/>
                    </a:lnTo>
                    <a:cubicBezTo>
                      <a:pt x="84153" y="18336"/>
                      <a:pt x="86916" y="21098"/>
                      <a:pt x="86916" y="24384"/>
                    </a:cubicBezTo>
                    <a:lnTo>
                      <a:pt x="86916" y="24384"/>
                    </a:lnTo>
                    <a:cubicBezTo>
                      <a:pt x="86916" y="27670"/>
                      <a:pt x="84153" y="30432"/>
                      <a:pt x="80867" y="30432"/>
                    </a:cubicBezTo>
                    <a:lnTo>
                      <a:pt x="80867" y="30432"/>
                    </a:lnTo>
                    <a:cubicBezTo>
                      <a:pt x="77343" y="30432"/>
                      <a:pt x="74819" y="27670"/>
                      <a:pt x="74819" y="24384"/>
                    </a:cubicBezTo>
                    <a:lnTo>
                      <a:pt x="74819" y="24384"/>
                    </a:lnTo>
                    <a:cubicBezTo>
                      <a:pt x="74819" y="21098"/>
                      <a:pt x="77343" y="18336"/>
                      <a:pt x="80867" y="18336"/>
                    </a:cubicBezTo>
                    <a:lnTo>
                      <a:pt x="80867" y="18336"/>
                    </a:lnTo>
                    <a:close/>
                    <a:moveTo>
                      <a:pt x="52483" y="23860"/>
                    </a:moveTo>
                    <a:lnTo>
                      <a:pt x="52721" y="23860"/>
                    </a:lnTo>
                    <a:cubicBezTo>
                      <a:pt x="68294" y="23860"/>
                      <a:pt x="81343" y="36909"/>
                      <a:pt x="81343" y="52483"/>
                    </a:cubicBezTo>
                    <a:lnTo>
                      <a:pt x="81343" y="52483"/>
                    </a:lnTo>
                    <a:cubicBezTo>
                      <a:pt x="81343" y="68294"/>
                      <a:pt x="68294" y="81105"/>
                      <a:pt x="52721" y="81105"/>
                    </a:cubicBezTo>
                    <a:lnTo>
                      <a:pt x="52483" y="81105"/>
                    </a:lnTo>
                    <a:cubicBezTo>
                      <a:pt x="36909" y="81105"/>
                      <a:pt x="24098" y="68294"/>
                      <a:pt x="24098" y="52483"/>
                    </a:cubicBezTo>
                    <a:lnTo>
                      <a:pt x="24098" y="52483"/>
                    </a:lnTo>
                    <a:cubicBezTo>
                      <a:pt x="24098" y="36909"/>
                      <a:pt x="36909" y="23860"/>
                      <a:pt x="52483" y="23860"/>
                    </a:cubicBezTo>
                    <a:lnTo>
                      <a:pt x="52483" y="23860"/>
                    </a:lnTo>
                    <a:close/>
                    <a:moveTo>
                      <a:pt x="52483" y="33623"/>
                    </a:moveTo>
                    <a:lnTo>
                      <a:pt x="52721" y="33623"/>
                    </a:lnTo>
                    <a:cubicBezTo>
                      <a:pt x="63008" y="33623"/>
                      <a:pt x="71533" y="42148"/>
                      <a:pt x="71533" y="52435"/>
                    </a:cubicBezTo>
                    <a:lnTo>
                      <a:pt x="71533" y="52435"/>
                    </a:lnTo>
                    <a:cubicBezTo>
                      <a:pt x="71533" y="62960"/>
                      <a:pt x="63008" y="71533"/>
                      <a:pt x="52721" y="71533"/>
                    </a:cubicBezTo>
                    <a:lnTo>
                      <a:pt x="52483" y="71533"/>
                    </a:lnTo>
                    <a:cubicBezTo>
                      <a:pt x="42196" y="71533"/>
                      <a:pt x="33671" y="63008"/>
                      <a:pt x="33671" y="52435"/>
                    </a:cubicBezTo>
                    <a:lnTo>
                      <a:pt x="33671" y="52435"/>
                    </a:lnTo>
                    <a:cubicBezTo>
                      <a:pt x="33671" y="42148"/>
                      <a:pt x="42196" y="33623"/>
                      <a:pt x="52483" y="33623"/>
                    </a:cubicBezTo>
                    <a:lnTo>
                      <a:pt x="52483" y="33623"/>
                    </a:lnTo>
                    <a:close/>
                    <a:moveTo>
                      <a:pt x="28623" y="9049"/>
                    </a:moveTo>
                    <a:lnTo>
                      <a:pt x="76581" y="9049"/>
                    </a:lnTo>
                    <a:cubicBezTo>
                      <a:pt x="87392" y="9049"/>
                      <a:pt x="96155" y="17812"/>
                      <a:pt x="96155" y="28623"/>
                    </a:cubicBezTo>
                    <a:lnTo>
                      <a:pt x="96155" y="76343"/>
                    </a:lnTo>
                    <a:cubicBezTo>
                      <a:pt x="96155" y="87154"/>
                      <a:pt x="87392" y="95917"/>
                      <a:pt x="76581" y="95917"/>
                    </a:cubicBezTo>
                    <a:lnTo>
                      <a:pt x="28623" y="95917"/>
                    </a:lnTo>
                    <a:cubicBezTo>
                      <a:pt x="17812" y="95917"/>
                      <a:pt x="9049" y="87154"/>
                      <a:pt x="9049" y="76343"/>
                    </a:cubicBezTo>
                    <a:lnTo>
                      <a:pt x="9049" y="28623"/>
                    </a:lnTo>
                    <a:cubicBezTo>
                      <a:pt x="9049" y="17812"/>
                      <a:pt x="17812" y="9049"/>
                      <a:pt x="28623" y="9049"/>
                    </a:cubicBezTo>
                    <a:lnTo>
                      <a:pt x="28623" y="9049"/>
                    </a:lnTo>
                    <a:close/>
                  </a:path>
                </a:pathLst>
              </a:custGeom>
              <a:solidFill>
                <a:srgbClr val="FFFFFF"/>
              </a:solidFill>
              <a:ln w="4763" cap="flat">
                <a:noFill/>
                <a:prstDash val="solid"/>
                <a:miter/>
              </a:ln>
            </p:spPr>
            <p:txBody>
              <a:bodyPr rtlCol="0" anchor="ctr"/>
              <a:lstStyle/>
              <a:p>
                <a:endParaRPr lang="en-AU"/>
              </a:p>
            </p:txBody>
          </p:sp>
        </p:grpSp>
        <p:grpSp>
          <p:nvGrpSpPr>
            <p:cNvPr id="24" name="Graphic 3">
              <a:extLst>
                <a:ext uri="{FF2B5EF4-FFF2-40B4-BE49-F238E27FC236}">
                  <a16:creationId xmlns:a16="http://schemas.microsoft.com/office/drawing/2014/main" id="{1E38CE80-668F-33FD-4068-4CE84CB701AD}"/>
                </a:ext>
              </a:extLst>
            </p:cNvPr>
            <p:cNvGrpSpPr/>
            <p:nvPr/>
          </p:nvGrpSpPr>
          <p:grpSpPr>
            <a:xfrm>
              <a:off x="217360" y="4600908"/>
              <a:ext cx="171354" cy="171354"/>
              <a:chOff x="217360" y="4600908"/>
              <a:chExt cx="171354" cy="171354"/>
            </a:xfrm>
            <a:solidFill>
              <a:srgbClr val="FFFFFF"/>
            </a:solidFill>
          </p:grpSpPr>
          <p:sp>
            <p:nvSpPr>
              <p:cNvPr id="25" name="Freeform: Shape 24">
                <a:extLst>
                  <a:ext uri="{FF2B5EF4-FFF2-40B4-BE49-F238E27FC236}">
                    <a16:creationId xmlns:a16="http://schemas.microsoft.com/office/drawing/2014/main" id="{DC5C4339-27F3-3A60-4691-313A45B4636F}"/>
                  </a:ext>
                </a:extLst>
              </p:cNvPr>
              <p:cNvSpPr/>
              <p:nvPr/>
            </p:nvSpPr>
            <p:spPr>
              <a:xfrm>
                <a:off x="217360" y="4600908"/>
                <a:ext cx="171354" cy="171354"/>
              </a:xfrm>
              <a:custGeom>
                <a:avLst/>
                <a:gdLst>
                  <a:gd name="connsiteX0" fmla="*/ 85677 w 171354"/>
                  <a:gd name="connsiteY0" fmla="*/ 171355 h 171354"/>
                  <a:gd name="connsiteX1" fmla="*/ 0 w 171354"/>
                  <a:gd name="connsiteY1" fmla="*/ 85677 h 171354"/>
                  <a:gd name="connsiteX2" fmla="*/ 85677 w 171354"/>
                  <a:gd name="connsiteY2" fmla="*/ 0 h 171354"/>
                  <a:gd name="connsiteX3" fmla="*/ 171355 w 171354"/>
                  <a:gd name="connsiteY3" fmla="*/ 85677 h 171354"/>
                  <a:gd name="connsiteX4" fmla="*/ 85677 w 171354"/>
                  <a:gd name="connsiteY4" fmla="*/ 171355 h 171354"/>
                  <a:gd name="connsiteX5" fmla="*/ 85677 w 171354"/>
                  <a:gd name="connsiteY5" fmla="*/ 6620 h 171354"/>
                  <a:gd name="connsiteX6" fmla="*/ 6620 w 171354"/>
                  <a:gd name="connsiteY6" fmla="*/ 85677 h 171354"/>
                  <a:gd name="connsiteX7" fmla="*/ 85677 w 171354"/>
                  <a:gd name="connsiteY7" fmla="*/ 164735 h 171354"/>
                  <a:gd name="connsiteX8" fmla="*/ 164735 w 171354"/>
                  <a:gd name="connsiteY8" fmla="*/ 85677 h 171354"/>
                  <a:gd name="connsiteX9" fmla="*/ 85677 w 171354"/>
                  <a:gd name="connsiteY9" fmla="*/ 6620 h 171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54" h="171354">
                    <a:moveTo>
                      <a:pt x="85677" y="171355"/>
                    </a:moveTo>
                    <a:cubicBezTo>
                      <a:pt x="38433" y="171355"/>
                      <a:pt x="0" y="132921"/>
                      <a:pt x="0" y="85677"/>
                    </a:cubicBezTo>
                    <a:cubicBezTo>
                      <a:pt x="0" y="38433"/>
                      <a:pt x="38433" y="0"/>
                      <a:pt x="85677" y="0"/>
                    </a:cubicBezTo>
                    <a:cubicBezTo>
                      <a:pt x="132921" y="0"/>
                      <a:pt x="171355" y="38433"/>
                      <a:pt x="171355" y="85677"/>
                    </a:cubicBezTo>
                    <a:cubicBezTo>
                      <a:pt x="171355" y="132921"/>
                      <a:pt x="132921" y="171355"/>
                      <a:pt x="85677" y="171355"/>
                    </a:cubicBezTo>
                    <a:close/>
                    <a:moveTo>
                      <a:pt x="85677" y="6620"/>
                    </a:moveTo>
                    <a:cubicBezTo>
                      <a:pt x="42101" y="6620"/>
                      <a:pt x="6620" y="42101"/>
                      <a:pt x="6620" y="85677"/>
                    </a:cubicBezTo>
                    <a:cubicBezTo>
                      <a:pt x="6620" y="129254"/>
                      <a:pt x="42101" y="164735"/>
                      <a:pt x="85677" y="164735"/>
                    </a:cubicBezTo>
                    <a:cubicBezTo>
                      <a:pt x="129254" y="164735"/>
                      <a:pt x="164735" y="129254"/>
                      <a:pt x="164735" y="85677"/>
                    </a:cubicBezTo>
                    <a:cubicBezTo>
                      <a:pt x="164735" y="42101"/>
                      <a:pt x="129254" y="6620"/>
                      <a:pt x="85677" y="6620"/>
                    </a:cubicBezTo>
                    <a:close/>
                  </a:path>
                </a:pathLst>
              </a:custGeom>
              <a:solidFill>
                <a:srgbClr val="FFFFFF"/>
              </a:solidFill>
              <a:ln w="4763" cap="flat">
                <a:noFill/>
                <a:prstDash val="solid"/>
                <a:miter/>
              </a:ln>
            </p:spPr>
            <p:txBody>
              <a:bodyPr rtlCol="0" anchor="ctr"/>
              <a:lstStyle/>
              <a:p>
                <a:endParaRPr lang="en-AU"/>
              </a:p>
            </p:txBody>
          </p:sp>
          <p:sp>
            <p:nvSpPr>
              <p:cNvPr id="26" name="Freeform: Shape 25">
                <a:extLst>
                  <a:ext uri="{FF2B5EF4-FFF2-40B4-BE49-F238E27FC236}">
                    <a16:creationId xmlns:a16="http://schemas.microsoft.com/office/drawing/2014/main" id="{4E0AF755-8025-9045-AFC0-345262DD6301}"/>
                  </a:ext>
                </a:extLst>
              </p:cNvPr>
              <p:cNvSpPr/>
              <p:nvPr/>
            </p:nvSpPr>
            <p:spPr>
              <a:xfrm>
                <a:off x="265223" y="4643008"/>
                <a:ext cx="75580" cy="76009"/>
              </a:xfrm>
              <a:custGeom>
                <a:avLst/>
                <a:gdLst>
                  <a:gd name="connsiteX0" fmla="*/ 1524 w 75580"/>
                  <a:gd name="connsiteY0" fmla="*/ 25527 h 76009"/>
                  <a:gd name="connsiteX1" fmla="*/ 16526 w 75580"/>
                  <a:gd name="connsiteY1" fmla="*/ 25527 h 76009"/>
                  <a:gd name="connsiteX2" fmla="*/ 16526 w 75580"/>
                  <a:gd name="connsiteY2" fmla="*/ 75914 h 76009"/>
                  <a:gd name="connsiteX3" fmla="*/ 1524 w 75580"/>
                  <a:gd name="connsiteY3" fmla="*/ 75914 h 76009"/>
                  <a:gd name="connsiteX4" fmla="*/ 1524 w 75580"/>
                  <a:gd name="connsiteY4" fmla="*/ 25527 h 76009"/>
                  <a:gd name="connsiteX5" fmla="*/ 8906 w 75580"/>
                  <a:gd name="connsiteY5" fmla="*/ 0 h 76009"/>
                  <a:gd name="connsiteX6" fmla="*/ 18002 w 75580"/>
                  <a:gd name="connsiteY6" fmla="*/ 9096 h 76009"/>
                  <a:gd name="connsiteX7" fmla="*/ 8906 w 75580"/>
                  <a:gd name="connsiteY7" fmla="*/ 18193 h 76009"/>
                  <a:gd name="connsiteX8" fmla="*/ 0 w 75580"/>
                  <a:gd name="connsiteY8" fmla="*/ 9096 h 76009"/>
                  <a:gd name="connsiteX9" fmla="*/ 8906 w 75580"/>
                  <a:gd name="connsiteY9" fmla="*/ 0 h 76009"/>
                  <a:gd name="connsiteX10" fmla="*/ 8906 w 75580"/>
                  <a:gd name="connsiteY10" fmla="*/ 0 h 76009"/>
                  <a:gd name="connsiteX11" fmla="*/ 25384 w 75580"/>
                  <a:gd name="connsiteY11" fmla="*/ 25527 h 76009"/>
                  <a:gd name="connsiteX12" fmla="*/ 40195 w 75580"/>
                  <a:gd name="connsiteY12" fmla="*/ 25527 h 76009"/>
                  <a:gd name="connsiteX13" fmla="*/ 40195 w 75580"/>
                  <a:gd name="connsiteY13" fmla="*/ 32575 h 76009"/>
                  <a:gd name="connsiteX14" fmla="*/ 54435 w 75580"/>
                  <a:gd name="connsiteY14" fmla="*/ 25003 h 76009"/>
                  <a:gd name="connsiteX15" fmla="*/ 58531 w 75580"/>
                  <a:gd name="connsiteY15" fmla="*/ 25003 h 76009"/>
                  <a:gd name="connsiteX16" fmla="*/ 75581 w 75580"/>
                  <a:gd name="connsiteY16" fmla="*/ 42053 h 76009"/>
                  <a:gd name="connsiteX17" fmla="*/ 75581 w 75580"/>
                  <a:gd name="connsiteY17" fmla="*/ 75962 h 76009"/>
                  <a:gd name="connsiteX18" fmla="*/ 60769 w 75580"/>
                  <a:gd name="connsiteY18" fmla="*/ 75962 h 76009"/>
                  <a:gd name="connsiteX19" fmla="*/ 60769 w 75580"/>
                  <a:gd name="connsiteY19" fmla="*/ 71342 h 76009"/>
                  <a:gd name="connsiteX20" fmla="*/ 60769 w 75580"/>
                  <a:gd name="connsiteY20" fmla="*/ 71342 h 76009"/>
                  <a:gd name="connsiteX21" fmla="*/ 60769 w 75580"/>
                  <a:gd name="connsiteY21" fmla="*/ 48768 h 76009"/>
                  <a:gd name="connsiteX22" fmla="*/ 60769 w 75580"/>
                  <a:gd name="connsiteY22" fmla="*/ 48768 h 76009"/>
                  <a:gd name="connsiteX23" fmla="*/ 50959 w 75580"/>
                  <a:gd name="connsiteY23" fmla="*/ 38576 h 76009"/>
                  <a:gd name="connsiteX24" fmla="*/ 50959 w 75580"/>
                  <a:gd name="connsiteY24" fmla="*/ 38576 h 76009"/>
                  <a:gd name="connsiteX25" fmla="*/ 40195 w 75580"/>
                  <a:gd name="connsiteY25" fmla="*/ 48768 h 76009"/>
                  <a:gd name="connsiteX26" fmla="*/ 40195 w 75580"/>
                  <a:gd name="connsiteY26" fmla="*/ 48768 h 76009"/>
                  <a:gd name="connsiteX27" fmla="*/ 40195 w 75580"/>
                  <a:gd name="connsiteY27" fmla="*/ 76009 h 76009"/>
                  <a:gd name="connsiteX28" fmla="*/ 25384 w 75580"/>
                  <a:gd name="connsiteY28" fmla="*/ 76009 h 76009"/>
                  <a:gd name="connsiteX29" fmla="*/ 25384 w 75580"/>
                  <a:gd name="connsiteY29" fmla="*/ 25622 h 76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75580" h="76009">
                    <a:moveTo>
                      <a:pt x="1524" y="25527"/>
                    </a:moveTo>
                    <a:lnTo>
                      <a:pt x="16526" y="25527"/>
                    </a:lnTo>
                    <a:lnTo>
                      <a:pt x="16526" y="75914"/>
                    </a:lnTo>
                    <a:lnTo>
                      <a:pt x="1524" y="75914"/>
                    </a:lnTo>
                    <a:lnTo>
                      <a:pt x="1524" y="25527"/>
                    </a:lnTo>
                    <a:close/>
                    <a:moveTo>
                      <a:pt x="8906" y="0"/>
                    </a:moveTo>
                    <a:cubicBezTo>
                      <a:pt x="13907" y="0"/>
                      <a:pt x="18002" y="4096"/>
                      <a:pt x="18002" y="9096"/>
                    </a:cubicBezTo>
                    <a:cubicBezTo>
                      <a:pt x="18002" y="14097"/>
                      <a:pt x="13907" y="18193"/>
                      <a:pt x="8906" y="18193"/>
                    </a:cubicBezTo>
                    <a:cubicBezTo>
                      <a:pt x="3905" y="18193"/>
                      <a:pt x="0" y="14097"/>
                      <a:pt x="0" y="9096"/>
                    </a:cubicBezTo>
                    <a:cubicBezTo>
                      <a:pt x="0" y="4096"/>
                      <a:pt x="3905" y="0"/>
                      <a:pt x="8906" y="0"/>
                    </a:cubicBezTo>
                    <a:lnTo>
                      <a:pt x="8906" y="0"/>
                    </a:lnTo>
                    <a:close/>
                    <a:moveTo>
                      <a:pt x="25384" y="25527"/>
                    </a:moveTo>
                    <a:lnTo>
                      <a:pt x="40195" y="25527"/>
                    </a:lnTo>
                    <a:lnTo>
                      <a:pt x="40195" y="32575"/>
                    </a:lnTo>
                    <a:cubicBezTo>
                      <a:pt x="43339" y="27956"/>
                      <a:pt x="48530" y="25003"/>
                      <a:pt x="54435" y="25003"/>
                    </a:cubicBezTo>
                    <a:lnTo>
                      <a:pt x="58531" y="25003"/>
                    </a:lnTo>
                    <a:cubicBezTo>
                      <a:pt x="67961" y="25003"/>
                      <a:pt x="75581" y="32766"/>
                      <a:pt x="75581" y="42053"/>
                    </a:cubicBezTo>
                    <a:lnTo>
                      <a:pt x="75581" y="75962"/>
                    </a:lnTo>
                    <a:lnTo>
                      <a:pt x="60769" y="75962"/>
                    </a:lnTo>
                    <a:lnTo>
                      <a:pt x="60769" y="71342"/>
                    </a:lnTo>
                    <a:lnTo>
                      <a:pt x="60769" y="71342"/>
                    </a:lnTo>
                    <a:lnTo>
                      <a:pt x="60769" y="48768"/>
                    </a:lnTo>
                    <a:lnTo>
                      <a:pt x="60769" y="48768"/>
                    </a:lnTo>
                    <a:cubicBezTo>
                      <a:pt x="60579" y="43005"/>
                      <a:pt x="56674" y="38576"/>
                      <a:pt x="50959" y="38576"/>
                    </a:cubicBezTo>
                    <a:lnTo>
                      <a:pt x="50959" y="38576"/>
                    </a:lnTo>
                    <a:cubicBezTo>
                      <a:pt x="45196" y="38576"/>
                      <a:pt x="40386" y="43005"/>
                      <a:pt x="40195" y="48768"/>
                    </a:cubicBezTo>
                    <a:lnTo>
                      <a:pt x="40195" y="48768"/>
                    </a:lnTo>
                    <a:lnTo>
                      <a:pt x="40195" y="76009"/>
                    </a:lnTo>
                    <a:lnTo>
                      <a:pt x="25384" y="76009"/>
                    </a:lnTo>
                    <a:lnTo>
                      <a:pt x="25384" y="25622"/>
                    </a:lnTo>
                    <a:close/>
                  </a:path>
                </a:pathLst>
              </a:custGeom>
              <a:solidFill>
                <a:srgbClr val="FFFFFF"/>
              </a:solidFill>
              <a:ln w="4763" cap="flat">
                <a:noFill/>
                <a:prstDash val="solid"/>
                <a:miter/>
              </a:ln>
            </p:spPr>
            <p:txBody>
              <a:bodyPr rtlCol="0" anchor="ctr"/>
              <a:lstStyle/>
              <a:p>
                <a:endParaRPr lang="en-AU"/>
              </a:p>
            </p:txBody>
          </p:sp>
        </p:grpSp>
        <p:grpSp>
          <p:nvGrpSpPr>
            <p:cNvPr id="27" name="Graphic 3">
              <a:extLst>
                <a:ext uri="{FF2B5EF4-FFF2-40B4-BE49-F238E27FC236}">
                  <a16:creationId xmlns:a16="http://schemas.microsoft.com/office/drawing/2014/main" id="{4AF81122-B682-3D4F-1692-03A9A1D0D0D9}"/>
                </a:ext>
              </a:extLst>
            </p:cNvPr>
            <p:cNvGrpSpPr/>
            <p:nvPr/>
          </p:nvGrpSpPr>
          <p:grpSpPr>
            <a:xfrm>
              <a:off x="991457" y="4600908"/>
              <a:ext cx="171354" cy="171354"/>
              <a:chOff x="991457" y="4600908"/>
              <a:chExt cx="171354" cy="171354"/>
            </a:xfrm>
            <a:solidFill>
              <a:srgbClr val="FFFFFF"/>
            </a:solidFill>
          </p:grpSpPr>
          <p:sp>
            <p:nvSpPr>
              <p:cNvPr id="28" name="Freeform: Shape 27">
                <a:extLst>
                  <a:ext uri="{FF2B5EF4-FFF2-40B4-BE49-F238E27FC236}">
                    <a16:creationId xmlns:a16="http://schemas.microsoft.com/office/drawing/2014/main" id="{C107F021-466F-02E9-8D53-CF6B99842509}"/>
                  </a:ext>
                </a:extLst>
              </p:cNvPr>
              <p:cNvSpPr/>
              <p:nvPr/>
            </p:nvSpPr>
            <p:spPr>
              <a:xfrm>
                <a:off x="991457" y="4600908"/>
                <a:ext cx="171354" cy="171354"/>
              </a:xfrm>
              <a:custGeom>
                <a:avLst/>
                <a:gdLst>
                  <a:gd name="connsiteX0" fmla="*/ 85677 w 171354"/>
                  <a:gd name="connsiteY0" fmla="*/ 171355 h 171354"/>
                  <a:gd name="connsiteX1" fmla="*/ 0 w 171354"/>
                  <a:gd name="connsiteY1" fmla="*/ 85677 h 171354"/>
                  <a:gd name="connsiteX2" fmla="*/ 85677 w 171354"/>
                  <a:gd name="connsiteY2" fmla="*/ 0 h 171354"/>
                  <a:gd name="connsiteX3" fmla="*/ 171355 w 171354"/>
                  <a:gd name="connsiteY3" fmla="*/ 85677 h 171354"/>
                  <a:gd name="connsiteX4" fmla="*/ 85677 w 171354"/>
                  <a:gd name="connsiteY4" fmla="*/ 171355 h 171354"/>
                  <a:gd name="connsiteX5" fmla="*/ 85677 w 171354"/>
                  <a:gd name="connsiteY5" fmla="*/ 6620 h 171354"/>
                  <a:gd name="connsiteX6" fmla="*/ 6620 w 171354"/>
                  <a:gd name="connsiteY6" fmla="*/ 85677 h 171354"/>
                  <a:gd name="connsiteX7" fmla="*/ 85677 w 171354"/>
                  <a:gd name="connsiteY7" fmla="*/ 164735 h 171354"/>
                  <a:gd name="connsiteX8" fmla="*/ 164735 w 171354"/>
                  <a:gd name="connsiteY8" fmla="*/ 85677 h 171354"/>
                  <a:gd name="connsiteX9" fmla="*/ 85677 w 171354"/>
                  <a:gd name="connsiteY9" fmla="*/ 6620 h 171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54" h="171354">
                    <a:moveTo>
                      <a:pt x="85677" y="171355"/>
                    </a:moveTo>
                    <a:cubicBezTo>
                      <a:pt x="38433" y="171355"/>
                      <a:pt x="0" y="132921"/>
                      <a:pt x="0" y="85677"/>
                    </a:cubicBezTo>
                    <a:cubicBezTo>
                      <a:pt x="0" y="38433"/>
                      <a:pt x="38433" y="0"/>
                      <a:pt x="85677" y="0"/>
                    </a:cubicBezTo>
                    <a:cubicBezTo>
                      <a:pt x="132921" y="0"/>
                      <a:pt x="171355" y="38433"/>
                      <a:pt x="171355" y="85677"/>
                    </a:cubicBezTo>
                    <a:cubicBezTo>
                      <a:pt x="171355" y="132921"/>
                      <a:pt x="132921" y="171355"/>
                      <a:pt x="85677" y="171355"/>
                    </a:cubicBezTo>
                    <a:close/>
                    <a:moveTo>
                      <a:pt x="85677" y="6620"/>
                    </a:moveTo>
                    <a:cubicBezTo>
                      <a:pt x="42101" y="6620"/>
                      <a:pt x="6620" y="42101"/>
                      <a:pt x="6620" y="85677"/>
                    </a:cubicBezTo>
                    <a:cubicBezTo>
                      <a:pt x="6620" y="129254"/>
                      <a:pt x="42101" y="164735"/>
                      <a:pt x="85677" y="164735"/>
                    </a:cubicBezTo>
                    <a:cubicBezTo>
                      <a:pt x="129254" y="164735"/>
                      <a:pt x="164735" y="129254"/>
                      <a:pt x="164735" y="85677"/>
                    </a:cubicBezTo>
                    <a:cubicBezTo>
                      <a:pt x="164735" y="42101"/>
                      <a:pt x="129254" y="6620"/>
                      <a:pt x="85677" y="6620"/>
                    </a:cubicBezTo>
                    <a:close/>
                  </a:path>
                </a:pathLst>
              </a:custGeom>
              <a:solidFill>
                <a:srgbClr val="FFFFFF"/>
              </a:solidFill>
              <a:ln w="4763" cap="flat">
                <a:noFill/>
                <a:prstDash val="solid"/>
                <a:miter/>
              </a:ln>
            </p:spPr>
            <p:txBody>
              <a:bodyPr rtlCol="0" anchor="ctr"/>
              <a:lstStyle/>
              <a:p>
                <a:endParaRPr lang="en-AU"/>
              </a:p>
            </p:txBody>
          </p:sp>
          <p:sp>
            <p:nvSpPr>
              <p:cNvPr id="29" name="Freeform: Shape 28">
                <a:extLst>
                  <a:ext uri="{FF2B5EF4-FFF2-40B4-BE49-F238E27FC236}">
                    <a16:creationId xmlns:a16="http://schemas.microsoft.com/office/drawing/2014/main" id="{0A6EAA11-2208-EDD8-E640-9C795B4DAED8}"/>
                  </a:ext>
                </a:extLst>
              </p:cNvPr>
              <p:cNvSpPr/>
              <p:nvPr/>
            </p:nvSpPr>
            <p:spPr>
              <a:xfrm>
                <a:off x="1026509" y="4650581"/>
                <a:ext cx="101441" cy="71723"/>
              </a:xfrm>
              <a:custGeom>
                <a:avLst/>
                <a:gdLst>
                  <a:gd name="connsiteX0" fmla="*/ 100251 w 101441"/>
                  <a:gd name="connsiteY0" fmla="*/ 15764 h 71723"/>
                  <a:gd name="connsiteX1" fmla="*/ 81105 w 101441"/>
                  <a:gd name="connsiteY1" fmla="*/ 1191 h 71723"/>
                  <a:gd name="connsiteX2" fmla="*/ 50721 w 101441"/>
                  <a:gd name="connsiteY2" fmla="*/ 0 h 71723"/>
                  <a:gd name="connsiteX3" fmla="*/ 20336 w 101441"/>
                  <a:gd name="connsiteY3" fmla="*/ 1191 h 71723"/>
                  <a:gd name="connsiteX4" fmla="*/ 1000 w 101441"/>
                  <a:gd name="connsiteY4" fmla="*/ 15764 h 71723"/>
                  <a:gd name="connsiteX5" fmla="*/ 0 w 101441"/>
                  <a:gd name="connsiteY5" fmla="*/ 35862 h 71723"/>
                  <a:gd name="connsiteX6" fmla="*/ 1000 w 101441"/>
                  <a:gd name="connsiteY6" fmla="*/ 55959 h 71723"/>
                  <a:gd name="connsiteX7" fmla="*/ 20336 w 101441"/>
                  <a:gd name="connsiteY7" fmla="*/ 70533 h 71723"/>
                  <a:gd name="connsiteX8" fmla="*/ 50721 w 101441"/>
                  <a:gd name="connsiteY8" fmla="*/ 71723 h 71723"/>
                  <a:gd name="connsiteX9" fmla="*/ 81105 w 101441"/>
                  <a:gd name="connsiteY9" fmla="*/ 70533 h 71723"/>
                  <a:gd name="connsiteX10" fmla="*/ 100251 w 101441"/>
                  <a:gd name="connsiteY10" fmla="*/ 55959 h 71723"/>
                  <a:gd name="connsiteX11" fmla="*/ 101441 w 101441"/>
                  <a:gd name="connsiteY11" fmla="*/ 35862 h 71723"/>
                  <a:gd name="connsiteX12" fmla="*/ 100251 w 101441"/>
                  <a:gd name="connsiteY12" fmla="*/ 15764 h 71723"/>
                  <a:gd name="connsiteX13" fmla="*/ 40481 w 101441"/>
                  <a:gd name="connsiteY13" fmla="*/ 51292 h 71723"/>
                  <a:gd name="connsiteX14" fmla="*/ 40481 w 101441"/>
                  <a:gd name="connsiteY14" fmla="*/ 20717 h 71723"/>
                  <a:gd name="connsiteX15" fmla="*/ 66913 w 101441"/>
                  <a:gd name="connsiteY15" fmla="*/ 35909 h 71723"/>
                  <a:gd name="connsiteX16" fmla="*/ 40481 w 101441"/>
                  <a:gd name="connsiteY16" fmla="*/ 51292 h 71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1441" h="71723">
                    <a:moveTo>
                      <a:pt x="100251" y="15764"/>
                    </a:moveTo>
                    <a:cubicBezTo>
                      <a:pt x="98679" y="4143"/>
                      <a:pt x="92774" y="2143"/>
                      <a:pt x="81105" y="1191"/>
                    </a:cubicBezTo>
                    <a:cubicBezTo>
                      <a:pt x="71057" y="381"/>
                      <a:pt x="59627" y="0"/>
                      <a:pt x="50721" y="0"/>
                    </a:cubicBezTo>
                    <a:cubicBezTo>
                      <a:pt x="41815" y="0"/>
                      <a:pt x="30194" y="381"/>
                      <a:pt x="20336" y="1191"/>
                    </a:cubicBezTo>
                    <a:cubicBezTo>
                      <a:pt x="8715" y="2191"/>
                      <a:pt x="2572" y="4143"/>
                      <a:pt x="1000" y="15764"/>
                    </a:cubicBezTo>
                    <a:cubicBezTo>
                      <a:pt x="429" y="21098"/>
                      <a:pt x="0" y="28384"/>
                      <a:pt x="0" y="35862"/>
                    </a:cubicBezTo>
                    <a:cubicBezTo>
                      <a:pt x="0" y="43339"/>
                      <a:pt x="381" y="50864"/>
                      <a:pt x="1000" y="55959"/>
                    </a:cubicBezTo>
                    <a:cubicBezTo>
                      <a:pt x="2572" y="67818"/>
                      <a:pt x="8715" y="69580"/>
                      <a:pt x="20336" y="70533"/>
                    </a:cubicBezTo>
                    <a:cubicBezTo>
                      <a:pt x="30194" y="71533"/>
                      <a:pt x="41815" y="71723"/>
                      <a:pt x="50721" y="71723"/>
                    </a:cubicBezTo>
                    <a:cubicBezTo>
                      <a:pt x="59627" y="71723"/>
                      <a:pt x="71057" y="71533"/>
                      <a:pt x="81105" y="70533"/>
                    </a:cubicBezTo>
                    <a:cubicBezTo>
                      <a:pt x="92726" y="69532"/>
                      <a:pt x="98679" y="67770"/>
                      <a:pt x="100251" y="55959"/>
                    </a:cubicBezTo>
                    <a:cubicBezTo>
                      <a:pt x="101060" y="50816"/>
                      <a:pt x="101441" y="43339"/>
                      <a:pt x="101441" y="35862"/>
                    </a:cubicBezTo>
                    <a:cubicBezTo>
                      <a:pt x="101441" y="28384"/>
                      <a:pt x="101060" y="21050"/>
                      <a:pt x="100251" y="15764"/>
                    </a:cubicBezTo>
                    <a:close/>
                    <a:moveTo>
                      <a:pt x="40481" y="51292"/>
                    </a:moveTo>
                    <a:lnTo>
                      <a:pt x="40481" y="20717"/>
                    </a:lnTo>
                    <a:lnTo>
                      <a:pt x="66913" y="35909"/>
                    </a:lnTo>
                    <a:lnTo>
                      <a:pt x="40481" y="51292"/>
                    </a:lnTo>
                    <a:close/>
                  </a:path>
                </a:pathLst>
              </a:custGeom>
              <a:solidFill>
                <a:srgbClr val="FFFFFF"/>
              </a:solidFill>
              <a:ln w="4763" cap="flat">
                <a:noFill/>
                <a:prstDash val="solid"/>
                <a:miter/>
              </a:ln>
            </p:spPr>
            <p:txBody>
              <a:bodyPr rtlCol="0" anchor="ctr"/>
              <a:lstStyle/>
              <a:p>
                <a:endParaRPr lang="en-AU"/>
              </a:p>
            </p:txBody>
          </p:sp>
        </p:grpSp>
      </p:grpSp>
      <p:sp>
        <p:nvSpPr>
          <p:cNvPr id="30" name="TextBox 29">
            <a:extLst>
              <a:ext uri="{FF2B5EF4-FFF2-40B4-BE49-F238E27FC236}">
                <a16:creationId xmlns:a16="http://schemas.microsoft.com/office/drawing/2014/main" id="{86AA1CEC-8694-F371-4526-F602B1F47D9A}"/>
              </a:ext>
            </a:extLst>
          </p:cNvPr>
          <p:cNvSpPr txBox="1"/>
          <p:nvPr userDrawn="1"/>
        </p:nvSpPr>
        <p:spPr>
          <a:xfrm>
            <a:off x="293584" y="4859373"/>
            <a:ext cx="3144375" cy="215444"/>
          </a:xfrm>
          <a:prstGeom prst="rect">
            <a:avLst/>
          </a:prstGeom>
          <a:noFill/>
        </p:spPr>
        <p:txBody>
          <a:bodyPr wrap="square" rtlCol="0">
            <a:spAutoFit/>
          </a:bodyPr>
          <a:lstStyle>
            <a:defPPr marR="0" lvl="0" algn="l" rtl="0">
              <a:lnSpc>
                <a:spcPct val="100000"/>
              </a:lnSpc>
              <a:spcBef>
                <a:spcPts val="0"/>
              </a:spcBef>
              <a:spcAft>
                <a:spcPts val="0"/>
              </a:spcAft>
            </a:defPPr>
            <a:lvl1pPr>
              <a:defRPr sz="700">
                <a:solidFill>
                  <a:schemeClr val="bg1"/>
                </a:solidFill>
                <a:effectLst/>
                <a:latin typeface="Verdana" panose="020B0604030504040204" pitchFamily="34" charset="0"/>
                <a:ea typeface="Verdana" panose="020B0604030504040204" pitchFamily="34" charset="0"/>
              </a:defRPr>
            </a:lvl1pPr>
          </a:lstStyle>
          <a:p>
            <a:pPr lvl="0"/>
            <a:r>
              <a:rPr lang="en-US" dirty="0"/>
              <a:t>Copyright © 2025 Ascendion. All rights reserved</a:t>
            </a:r>
          </a:p>
        </p:txBody>
      </p:sp>
      <p:sp>
        <p:nvSpPr>
          <p:cNvPr id="33" name="Google Shape;10;p2">
            <a:extLst>
              <a:ext uri="{FF2B5EF4-FFF2-40B4-BE49-F238E27FC236}">
                <a16:creationId xmlns:a16="http://schemas.microsoft.com/office/drawing/2014/main" id="{D543CF40-CA6C-AB12-3735-CF8AC652A545}"/>
              </a:ext>
            </a:extLst>
          </p:cNvPr>
          <p:cNvSpPr txBox="1">
            <a:spLocks noGrp="1"/>
          </p:cNvSpPr>
          <p:nvPr>
            <p:ph type="ctrTitle" hasCustomPrompt="1"/>
          </p:nvPr>
        </p:nvSpPr>
        <p:spPr>
          <a:xfrm>
            <a:off x="311708" y="2197678"/>
            <a:ext cx="3457652" cy="516890"/>
          </a:xfrm>
          <a:prstGeom prst="rect">
            <a:avLst/>
          </a:prstGeom>
        </p:spPr>
        <p:txBody>
          <a:bodyPr spcFirstLastPara="1" wrap="square" lIns="90000" tIns="90000" rIns="90000" bIns="36000" anchor="b" anchorCtr="0">
            <a:noAutofit/>
          </a:bodyPr>
          <a:lstStyle>
            <a:lvl1pPr lvl="0" algn="l">
              <a:spcBef>
                <a:spcPts val="0"/>
              </a:spcBef>
              <a:spcAft>
                <a:spcPts val="0"/>
              </a:spcAft>
              <a:buSzPts val="5200"/>
              <a:buNone/>
              <a:defRPr sz="2800" b="1">
                <a:solidFill>
                  <a:schemeClr val="tx1"/>
                </a:solidFill>
                <a:latin typeface="PP Neue Machina Plain Ultrabold" pitchFamily="50" charset="0"/>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r>
              <a:rPr lang="en-IN" dirty="0"/>
              <a:t>Thank You</a:t>
            </a:r>
            <a:endParaRPr dirty="0"/>
          </a:p>
        </p:txBody>
      </p:sp>
      <p:sp>
        <p:nvSpPr>
          <p:cNvPr id="2" name="TextBox 1">
            <a:extLst>
              <a:ext uri="{FF2B5EF4-FFF2-40B4-BE49-F238E27FC236}">
                <a16:creationId xmlns:a16="http://schemas.microsoft.com/office/drawing/2014/main" id="{A4BE6D0D-D2D5-B986-2103-275F901C2927}"/>
              </a:ext>
            </a:extLst>
          </p:cNvPr>
          <p:cNvSpPr txBox="1"/>
          <p:nvPr userDrawn="1"/>
        </p:nvSpPr>
        <p:spPr>
          <a:xfrm>
            <a:off x="7464222" y="1251107"/>
            <a:ext cx="1531996" cy="2862322"/>
          </a:xfrm>
          <a:prstGeom prst="rect">
            <a:avLst/>
          </a:prstGeom>
          <a:noFill/>
        </p:spPr>
        <p:txBody>
          <a:bodyPr wrap="square">
            <a:spAutoFit/>
          </a:bodyPr>
          <a:lstStyle/>
          <a:p>
            <a:r>
              <a:rPr lang="en-US" sz="900" dirty="0">
                <a:solidFill>
                  <a:schemeClr val="tx1"/>
                </a:solidFill>
                <a:latin typeface="Verdana" panose="020B0604030504040204" pitchFamily="34" charset="0"/>
                <a:ea typeface="Verdana" panose="020B0604030504040204" pitchFamily="34" charset="0"/>
              </a:rPr>
              <a:t>Ascendion provides digital engineering services that power growth and deliver captivating experiences to consumers and employees. Our applied AI, engineering, cloud, data, experience design, and talent transformation capabilities accelerate innovation for Global 2000 clients. Headquartered in New Jersey, our workforce delivers solutions from around the globe. </a:t>
            </a:r>
          </a:p>
        </p:txBody>
      </p:sp>
    </p:spTree>
    <p:extLst>
      <p:ext uri="{BB962C8B-B14F-4D97-AF65-F5344CB8AC3E}">
        <p14:creationId xmlns:p14="http://schemas.microsoft.com/office/powerpoint/2010/main" val="461472073"/>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slide" preserve="1" userDrawn="1">
  <p:cSld name="1_Title slide">
    <p:bg>
      <p:bgPr>
        <a:solidFill>
          <a:schemeClr val="tx1"/>
        </a:solidFill>
        <a:effectLst/>
      </p:bgPr>
    </p:bg>
    <p:spTree>
      <p:nvGrpSpPr>
        <p:cNvPr id="1" name="Shape 9"/>
        <p:cNvGrpSpPr/>
        <p:nvPr/>
      </p:nvGrpSpPr>
      <p:grpSpPr>
        <a:xfrm>
          <a:off x="0" y="0"/>
          <a:ext cx="0" cy="0"/>
          <a:chOff x="0" y="0"/>
          <a:chExt cx="0" cy="0"/>
        </a:xfrm>
      </p:grpSpPr>
      <p:sp>
        <p:nvSpPr>
          <p:cNvPr id="13" name="Freeform: Shape 12">
            <a:extLst>
              <a:ext uri="{FF2B5EF4-FFF2-40B4-BE49-F238E27FC236}">
                <a16:creationId xmlns:a16="http://schemas.microsoft.com/office/drawing/2014/main" id="{DCFA8F1A-438C-2D31-EC45-A4CCF4206F40}"/>
              </a:ext>
            </a:extLst>
          </p:cNvPr>
          <p:cNvSpPr/>
          <p:nvPr/>
        </p:nvSpPr>
        <p:spPr>
          <a:xfrm>
            <a:off x="0" y="4305300"/>
            <a:ext cx="9144000" cy="857250"/>
          </a:xfrm>
          <a:custGeom>
            <a:avLst/>
            <a:gdLst>
              <a:gd name="connsiteX0" fmla="*/ 0 w 9144000"/>
              <a:gd name="connsiteY0" fmla="*/ 857250 h 857250"/>
              <a:gd name="connsiteX1" fmla="*/ 0 w 9144000"/>
              <a:gd name="connsiteY1" fmla="*/ 149828 h 857250"/>
              <a:gd name="connsiteX2" fmla="*/ 7540609 w 9144000"/>
              <a:gd name="connsiteY2" fmla="*/ 149828 h 857250"/>
              <a:gd name="connsiteX3" fmla="*/ 8245698 w 9144000"/>
              <a:gd name="connsiteY3" fmla="*/ 0 h 857250"/>
              <a:gd name="connsiteX4" fmla="*/ 8933831 w 9144000"/>
              <a:gd name="connsiteY4" fmla="*/ 149828 h 857250"/>
              <a:gd name="connsiteX5" fmla="*/ 9144000 w 9144000"/>
              <a:gd name="connsiteY5" fmla="*/ 149828 h 857250"/>
              <a:gd name="connsiteX6" fmla="*/ 9144000 w 9144000"/>
              <a:gd name="connsiteY6" fmla="*/ 857250 h 857250"/>
              <a:gd name="connsiteX7" fmla="*/ 0 w 9144000"/>
              <a:gd name="connsiteY7" fmla="*/ 857250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0" h="857250">
                <a:moveTo>
                  <a:pt x="0" y="857250"/>
                </a:moveTo>
                <a:lnTo>
                  <a:pt x="0" y="149828"/>
                </a:lnTo>
                <a:lnTo>
                  <a:pt x="7540609" y="149828"/>
                </a:lnTo>
                <a:lnTo>
                  <a:pt x="8245698" y="0"/>
                </a:lnTo>
                <a:lnTo>
                  <a:pt x="8933831" y="149828"/>
                </a:lnTo>
                <a:lnTo>
                  <a:pt x="9144000" y="149828"/>
                </a:lnTo>
                <a:lnTo>
                  <a:pt x="9144000" y="857250"/>
                </a:lnTo>
                <a:lnTo>
                  <a:pt x="0" y="857250"/>
                </a:lnTo>
                <a:close/>
              </a:path>
            </a:pathLst>
          </a:custGeom>
          <a:gradFill>
            <a:gsLst>
              <a:gs pos="0">
                <a:srgbClr val="5BC1A0"/>
              </a:gs>
              <a:gs pos="50000">
                <a:srgbClr val="2E9376"/>
              </a:gs>
              <a:gs pos="100000">
                <a:srgbClr val="01654D"/>
              </a:gs>
            </a:gsLst>
            <a:lin ang="0" scaled="1"/>
          </a:gradFill>
          <a:ln w="81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lvl="0" defTabSz="914400" eaLnBrk="1" latinLnBrk="0" hangingPunct="1"/>
            <a:endParaRPr lang="en-AU" sz="1800" kern="1200">
              <a:solidFill>
                <a:schemeClr val="tx1"/>
              </a:solidFill>
              <a:latin typeface="+mn-lt"/>
              <a:ea typeface="+mn-ea"/>
              <a:cs typeface="+mn-cs"/>
            </a:endParaRPr>
          </a:p>
        </p:txBody>
      </p:sp>
      <p:sp>
        <p:nvSpPr>
          <p:cNvPr id="14" name="Freeform: Shape 13">
            <a:extLst>
              <a:ext uri="{FF2B5EF4-FFF2-40B4-BE49-F238E27FC236}">
                <a16:creationId xmlns:a16="http://schemas.microsoft.com/office/drawing/2014/main" id="{6332EFC7-40EB-E5E0-6D5B-205A7815463F}"/>
              </a:ext>
            </a:extLst>
          </p:cNvPr>
          <p:cNvSpPr/>
          <p:nvPr/>
        </p:nvSpPr>
        <p:spPr>
          <a:xfrm>
            <a:off x="7540608" y="4441555"/>
            <a:ext cx="1246536" cy="285083"/>
          </a:xfrm>
          <a:custGeom>
            <a:avLst/>
            <a:gdLst>
              <a:gd name="connsiteX0" fmla="*/ 718995 w 1246536"/>
              <a:gd name="connsiteY0" fmla="*/ 0 h 285083"/>
              <a:gd name="connsiteX1" fmla="*/ 769239 w 1246536"/>
              <a:gd name="connsiteY1" fmla="*/ 10668 h 285083"/>
              <a:gd name="connsiteX2" fmla="*/ 842391 w 1246536"/>
              <a:gd name="connsiteY2" fmla="*/ 94726 h 285083"/>
              <a:gd name="connsiteX3" fmla="*/ 769239 w 1246536"/>
              <a:gd name="connsiteY3" fmla="*/ 147876 h 285083"/>
              <a:gd name="connsiteX4" fmla="*/ 718995 w 1246536"/>
              <a:gd name="connsiteY4" fmla="*/ 137208 h 285083"/>
              <a:gd name="connsiteX5" fmla="*/ 718995 w 1246536"/>
              <a:gd name="connsiteY5" fmla="*/ 48 h 285083"/>
              <a:gd name="connsiteX6" fmla="*/ 769239 w 1246536"/>
              <a:gd name="connsiteY6" fmla="*/ 116729 h 285083"/>
              <a:gd name="connsiteX7" fmla="*/ 808530 w 1246536"/>
              <a:gd name="connsiteY7" fmla="*/ 87535 h 285083"/>
              <a:gd name="connsiteX8" fmla="*/ 769239 w 1246536"/>
              <a:gd name="connsiteY8" fmla="*/ 41624 h 285083"/>
              <a:gd name="connsiteX9" fmla="*/ 752856 w 1246536"/>
              <a:gd name="connsiteY9" fmla="*/ 38148 h 285083"/>
              <a:gd name="connsiteX10" fmla="*/ 752856 w 1246536"/>
              <a:gd name="connsiteY10" fmla="*/ 113252 h 285083"/>
              <a:gd name="connsiteX11" fmla="*/ 769239 w 1246536"/>
              <a:gd name="connsiteY11" fmla="*/ 116729 h 285083"/>
              <a:gd name="connsiteX12" fmla="*/ 947024 w 1246536"/>
              <a:gd name="connsiteY12" fmla="*/ 48482 h 285083"/>
              <a:gd name="connsiteX13" fmla="*/ 947024 w 1246536"/>
              <a:gd name="connsiteY13" fmla="*/ 79391 h 285083"/>
              <a:gd name="connsiteX14" fmla="*/ 917067 w 1246536"/>
              <a:gd name="connsiteY14" fmla="*/ 73009 h 285083"/>
              <a:gd name="connsiteX15" fmla="*/ 917067 w 1246536"/>
              <a:gd name="connsiteY15" fmla="*/ 148114 h 285083"/>
              <a:gd name="connsiteX16" fmla="*/ 947024 w 1246536"/>
              <a:gd name="connsiteY16" fmla="*/ 154496 h 285083"/>
              <a:gd name="connsiteX17" fmla="*/ 947024 w 1246536"/>
              <a:gd name="connsiteY17" fmla="*/ 185642 h 285083"/>
              <a:gd name="connsiteX18" fmla="*/ 853393 w 1246536"/>
              <a:gd name="connsiteY18" fmla="*/ 165735 h 285083"/>
              <a:gd name="connsiteX19" fmla="*/ 853393 w 1246536"/>
              <a:gd name="connsiteY19" fmla="*/ 134588 h 285083"/>
              <a:gd name="connsiteX20" fmla="*/ 883349 w 1246536"/>
              <a:gd name="connsiteY20" fmla="*/ 140970 h 285083"/>
              <a:gd name="connsiteX21" fmla="*/ 883349 w 1246536"/>
              <a:gd name="connsiteY21" fmla="*/ 65865 h 285083"/>
              <a:gd name="connsiteX22" fmla="*/ 853393 w 1246536"/>
              <a:gd name="connsiteY22" fmla="*/ 59484 h 285083"/>
              <a:gd name="connsiteX23" fmla="*/ 853393 w 1246536"/>
              <a:gd name="connsiteY23" fmla="*/ 28575 h 285083"/>
              <a:gd name="connsiteX24" fmla="*/ 947024 w 1246536"/>
              <a:gd name="connsiteY24" fmla="*/ 48482 h 285083"/>
              <a:gd name="connsiteX25" fmla="*/ 1026319 w 1246536"/>
              <a:gd name="connsiteY25" fmla="*/ 62627 h 285083"/>
              <a:gd name="connsiteX26" fmla="*/ 1094994 w 1246536"/>
              <a:gd name="connsiteY26" fmla="*/ 148447 h 285083"/>
              <a:gd name="connsiteX27" fmla="*/ 1026319 w 1246536"/>
              <a:gd name="connsiteY27" fmla="*/ 205264 h 285083"/>
              <a:gd name="connsiteX28" fmla="*/ 957263 w 1246536"/>
              <a:gd name="connsiteY28" fmla="*/ 119205 h 285083"/>
              <a:gd name="connsiteX29" fmla="*/ 1026319 w 1246536"/>
              <a:gd name="connsiteY29" fmla="*/ 62675 h 285083"/>
              <a:gd name="connsiteX30" fmla="*/ 1026319 w 1246536"/>
              <a:gd name="connsiteY30" fmla="*/ 173117 h 285083"/>
              <a:gd name="connsiteX31" fmla="*/ 1060180 w 1246536"/>
              <a:gd name="connsiteY31" fmla="*/ 141018 h 285083"/>
              <a:gd name="connsiteX32" fmla="*/ 1026319 w 1246536"/>
              <a:gd name="connsiteY32" fmla="*/ 94726 h 285083"/>
              <a:gd name="connsiteX33" fmla="*/ 992267 w 1246536"/>
              <a:gd name="connsiteY33" fmla="*/ 126587 h 285083"/>
              <a:gd name="connsiteX34" fmla="*/ 1026319 w 1246536"/>
              <a:gd name="connsiteY34" fmla="*/ 173117 h 285083"/>
              <a:gd name="connsiteX35" fmla="*/ 1111949 w 1246536"/>
              <a:gd name="connsiteY35" fmla="*/ 83534 h 285083"/>
              <a:gd name="connsiteX36" fmla="*/ 1175814 w 1246536"/>
              <a:gd name="connsiteY36" fmla="*/ 97107 h 285083"/>
              <a:gd name="connsiteX37" fmla="*/ 1212675 w 1246536"/>
              <a:gd name="connsiteY37" fmla="*/ 230791 h 285083"/>
              <a:gd name="connsiteX38" fmla="*/ 1212675 w 1246536"/>
              <a:gd name="connsiteY38" fmla="*/ 104918 h 285083"/>
              <a:gd name="connsiteX39" fmla="*/ 1246537 w 1246536"/>
              <a:gd name="connsiteY39" fmla="*/ 112109 h 285083"/>
              <a:gd name="connsiteX40" fmla="*/ 1246537 w 1246536"/>
              <a:gd name="connsiteY40" fmla="*/ 249269 h 285083"/>
              <a:gd name="connsiteX41" fmla="*/ 1182672 w 1246536"/>
              <a:gd name="connsiteY41" fmla="*/ 235696 h 285083"/>
              <a:gd name="connsiteX42" fmla="*/ 1145810 w 1246536"/>
              <a:gd name="connsiteY42" fmla="*/ 102013 h 285083"/>
              <a:gd name="connsiteX43" fmla="*/ 1145810 w 1246536"/>
              <a:gd name="connsiteY43" fmla="*/ 227886 h 285083"/>
              <a:gd name="connsiteX44" fmla="*/ 1111949 w 1246536"/>
              <a:gd name="connsiteY44" fmla="*/ 220694 h 285083"/>
              <a:gd name="connsiteX45" fmla="*/ 1111949 w 1246536"/>
              <a:gd name="connsiteY45" fmla="*/ 83534 h 285083"/>
              <a:gd name="connsiteX46" fmla="*/ 42101 w 1246536"/>
              <a:gd name="connsiteY46" fmla="*/ 138970 h 285083"/>
              <a:gd name="connsiteX47" fmla="*/ 104108 w 1246536"/>
              <a:gd name="connsiteY47" fmla="*/ 125778 h 285083"/>
              <a:gd name="connsiteX48" fmla="*/ 145971 w 1246536"/>
              <a:gd name="connsiteY48" fmla="*/ 254032 h 285083"/>
              <a:gd name="connsiteX49" fmla="*/ 110061 w 1246536"/>
              <a:gd name="connsiteY49" fmla="*/ 261652 h 285083"/>
              <a:gd name="connsiteX50" fmla="*/ 97774 w 1246536"/>
              <a:gd name="connsiteY50" fmla="*/ 222837 h 285083"/>
              <a:gd name="connsiteX51" fmla="*/ 47863 w 1246536"/>
              <a:gd name="connsiteY51" fmla="*/ 233458 h 285083"/>
              <a:gd name="connsiteX52" fmla="*/ 35576 w 1246536"/>
              <a:gd name="connsiteY52" fmla="*/ 277511 h 285083"/>
              <a:gd name="connsiteX53" fmla="*/ 0 w 1246536"/>
              <a:gd name="connsiteY53" fmla="*/ 285083 h 285083"/>
              <a:gd name="connsiteX54" fmla="*/ 42053 w 1246536"/>
              <a:gd name="connsiteY54" fmla="*/ 138970 h 285083"/>
              <a:gd name="connsiteX55" fmla="*/ 88440 w 1246536"/>
              <a:gd name="connsiteY55" fmla="*/ 193929 h 285083"/>
              <a:gd name="connsiteX56" fmla="*/ 72819 w 1246536"/>
              <a:gd name="connsiteY56" fmla="*/ 144923 h 285083"/>
              <a:gd name="connsiteX57" fmla="*/ 57198 w 1246536"/>
              <a:gd name="connsiteY57" fmla="*/ 200597 h 285083"/>
              <a:gd name="connsiteX58" fmla="*/ 88488 w 1246536"/>
              <a:gd name="connsiteY58" fmla="*/ 193929 h 285083"/>
              <a:gd name="connsiteX59" fmla="*/ 214646 w 1246536"/>
              <a:gd name="connsiteY59" fmla="*/ 242173 h 285083"/>
              <a:gd name="connsiteX60" fmla="*/ 148733 w 1246536"/>
              <a:gd name="connsiteY60" fmla="*/ 199930 h 285083"/>
              <a:gd name="connsiteX61" fmla="*/ 183738 w 1246536"/>
              <a:gd name="connsiteY61" fmla="*/ 192500 h 285083"/>
              <a:gd name="connsiteX62" fmla="*/ 215408 w 1246536"/>
              <a:gd name="connsiteY62" fmla="*/ 212408 h 285083"/>
              <a:gd name="connsiteX63" fmla="*/ 239030 w 1246536"/>
              <a:gd name="connsiteY63" fmla="*/ 195310 h 285083"/>
              <a:gd name="connsiteX64" fmla="*/ 227886 w 1246536"/>
              <a:gd name="connsiteY64" fmla="*/ 187166 h 285083"/>
              <a:gd name="connsiteX65" fmla="*/ 183975 w 1246536"/>
              <a:gd name="connsiteY65" fmla="*/ 184452 h 285083"/>
              <a:gd name="connsiteX66" fmla="*/ 154210 w 1246536"/>
              <a:gd name="connsiteY66" fmla="*/ 153210 h 285083"/>
              <a:gd name="connsiteX67" fmla="*/ 207645 w 1246536"/>
              <a:gd name="connsiteY67" fmla="*/ 101013 h 285083"/>
              <a:gd name="connsiteX68" fmla="*/ 268891 w 1246536"/>
              <a:gd name="connsiteY68" fmla="*/ 138017 h 285083"/>
              <a:gd name="connsiteX69" fmla="*/ 234077 w 1246536"/>
              <a:gd name="connsiteY69" fmla="*/ 145399 h 285083"/>
              <a:gd name="connsiteX70" fmla="*/ 208217 w 1246536"/>
              <a:gd name="connsiteY70" fmla="*/ 129873 h 285083"/>
              <a:gd name="connsiteX71" fmla="*/ 189215 w 1246536"/>
              <a:gd name="connsiteY71" fmla="*/ 145018 h 285083"/>
              <a:gd name="connsiteX72" fmla="*/ 199454 w 1246536"/>
              <a:gd name="connsiteY72" fmla="*/ 152352 h 285083"/>
              <a:gd name="connsiteX73" fmla="*/ 242078 w 1246536"/>
              <a:gd name="connsiteY73" fmla="*/ 154400 h 285083"/>
              <a:gd name="connsiteX74" fmla="*/ 273891 w 1246536"/>
              <a:gd name="connsiteY74" fmla="*/ 186357 h 285083"/>
              <a:gd name="connsiteX75" fmla="*/ 214694 w 1246536"/>
              <a:gd name="connsiteY75" fmla="*/ 242125 h 285083"/>
              <a:gd name="connsiteX76" fmla="*/ 283702 w 1246536"/>
              <a:gd name="connsiteY76" fmla="*/ 156115 h 285083"/>
              <a:gd name="connsiteX77" fmla="*/ 353330 w 1246536"/>
              <a:gd name="connsiteY77" fmla="*/ 70104 h 285083"/>
              <a:gd name="connsiteX78" fmla="*/ 419767 w 1246536"/>
              <a:gd name="connsiteY78" fmla="*/ 111633 h 285083"/>
              <a:gd name="connsiteX79" fmla="*/ 384953 w 1246536"/>
              <a:gd name="connsiteY79" fmla="*/ 119015 h 285083"/>
              <a:gd name="connsiteX80" fmla="*/ 353473 w 1246536"/>
              <a:gd name="connsiteY80" fmla="*/ 102156 h 285083"/>
              <a:gd name="connsiteX81" fmla="*/ 318659 w 1246536"/>
              <a:gd name="connsiteY81" fmla="*/ 148638 h 285083"/>
              <a:gd name="connsiteX82" fmla="*/ 353473 w 1246536"/>
              <a:gd name="connsiteY82" fmla="*/ 180546 h 285083"/>
              <a:gd name="connsiteX83" fmla="*/ 384953 w 1246536"/>
              <a:gd name="connsiteY83" fmla="*/ 150114 h 285083"/>
              <a:gd name="connsiteX84" fmla="*/ 419767 w 1246536"/>
              <a:gd name="connsiteY84" fmla="*/ 142732 h 285083"/>
              <a:gd name="connsiteX85" fmla="*/ 353330 w 1246536"/>
              <a:gd name="connsiteY85" fmla="*/ 212693 h 285083"/>
              <a:gd name="connsiteX86" fmla="*/ 283702 w 1246536"/>
              <a:gd name="connsiteY86" fmla="*/ 156115 h 285083"/>
              <a:gd name="connsiteX87" fmla="*/ 436340 w 1246536"/>
              <a:gd name="connsiteY87" fmla="*/ 55150 h 285083"/>
              <a:gd name="connsiteX88" fmla="*/ 540782 w 1246536"/>
              <a:gd name="connsiteY88" fmla="*/ 32956 h 285083"/>
              <a:gd name="connsiteX89" fmla="*/ 540782 w 1246536"/>
              <a:gd name="connsiteY89" fmla="*/ 63865 h 285083"/>
              <a:gd name="connsiteX90" fmla="*/ 470440 w 1246536"/>
              <a:gd name="connsiteY90" fmla="*/ 78819 h 285083"/>
              <a:gd name="connsiteX91" fmla="*/ 470440 w 1246536"/>
              <a:gd name="connsiteY91" fmla="*/ 101775 h 285083"/>
              <a:gd name="connsiteX92" fmla="*/ 531495 w 1246536"/>
              <a:gd name="connsiteY92" fmla="*/ 88821 h 285083"/>
              <a:gd name="connsiteX93" fmla="*/ 531495 w 1246536"/>
              <a:gd name="connsiteY93" fmla="*/ 118015 h 285083"/>
              <a:gd name="connsiteX94" fmla="*/ 470440 w 1246536"/>
              <a:gd name="connsiteY94" fmla="*/ 131016 h 285083"/>
              <a:gd name="connsiteX95" fmla="*/ 470440 w 1246536"/>
              <a:gd name="connsiteY95" fmla="*/ 154162 h 285083"/>
              <a:gd name="connsiteX96" fmla="*/ 540782 w 1246536"/>
              <a:gd name="connsiteY96" fmla="*/ 139208 h 285083"/>
              <a:gd name="connsiteX97" fmla="*/ 540782 w 1246536"/>
              <a:gd name="connsiteY97" fmla="*/ 170117 h 285083"/>
              <a:gd name="connsiteX98" fmla="*/ 436340 w 1246536"/>
              <a:gd name="connsiteY98" fmla="*/ 192310 h 285083"/>
              <a:gd name="connsiteX99" fmla="*/ 436340 w 1246536"/>
              <a:gd name="connsiteY99" fmla="*/ 55150 h 285083"/>
              <a:gd name="connsiteX100" fmla="*/ 561308 w 1246536"/>
              <a:gd name="connsiteY100" fmla="*/ 28623 h 285083"/>
              <a:gd name="connsiteX101" fmla="*/ 625173 w 1246536"/>
              <a:gd name="connsiteY101" fmla="*/ 15049 h 285083"/>
              <a:gd name="connsiteX102" fmla="*/ 662035 w 1246536"/>
              <a:gd name="connsiteY102" fmla="*/ 133112 h 285083"/>
              <a:gd name="connsiteX103" fmla="*/ 662035 w 1246536"/>
              <a:gd name="connsiteY103" fmla="*/ 7239 h 285083"/>
              <a:gd name="connsiteX104" fmla="*/ 695897 w 1246536"/>
              <a:gd name="connsiteY104" fmla="*/ 48 h 285083"/>
              <a:gd name="connsiteX105" fmla="*/ 695897 w 1246536"/>
              <a:gd name="connsiteY105" fmla="*/ 137208 h 285083"/>
              <a:gd name="connsiteX106" fmla="*/ 632032 w 1246536"/>
              <a:gd name="connsiteY106" fmla="*/ 150781 h 285083"/>
              <a:gd name="connsiteX107" fmla="*/ 595170 w 1246536"/>
              <a:gd name="connsiteY107" fmla="*/ 32718 h 285083"/>
              <a:gd name="connsiteX108" fmla="*/ 595170 w 1246536"/>
              <a:gd name="connsiteY108" fmla="*/ 158591 h 285083"/>
              <a:gd name="connsiteX109" fmla="*/ 561308 w 1246536"/>
              <a:gd name="connsiteY109" fmla="*/ 165783 h 285083"/>
              <a:gd name="connsiteX110" fmla="*/ 561308 w 1246536"/>
              <a:gd name="connsiteY110" fmla="*/ 28623 h 285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246536" h="285083">
                <a:moveTo>
                  <a:pt x="718995" y="0"/>
                </a:moveTo>
                <a:lnTo>
                  <a:pt x="769239" y="10668"/>
                </a:lnTo>
                <a:cubicBezTo>
                  <a:pt x="805149" y="18288"/>
                  <a:pt x="842391" y="35766"/>
                  <a:pt x="842391" y="94726"/>
                </a:cubicBezTo>
                <a:cubicBezTo>
                  <a:pt x="842391" y="153876"/>
                  <a:pt x="805149" y="155496"/>
                  <a:pt x="769239" y="147876"/>
                </a:cubicBezTo>
                <a:lnTo>
                  <a:pt x="718995" y="137208"/>
                </a:lnTo>
                <a:lnTo>
                  <a:pt x="718995" y="48"/>
                </a:lnTo>
                <a:close/>
                <a:moveTo>
                  <a:pt x="769239" y="116729"/>
                </a:moveTo>
                <a:cubicBezTo>
                  <a:pt x="791766" y="121539"/>
                  <a:pt x="808530" y="124301"/>
                  <a:pt x="808530" y="87535"/>
                </a:cubicBezTo>
                <a:cubicBezTo>
                  <a:pt x="808530" y="50768"/>
                  <a:pt x="791623" y="46387"/>
                  <a:pt x="769239" y="41624"/>
                </a:cubicBezTo>
                <a:lnTo>
                  <a:pt x="752856" y="38148"/>
                </a:lnTo>
                <a:lnTo>
                  <a:pt x="752856" y="113252"/>
                </a:lnTo>
                <a:cubicBezTo>
                  <a:pt x="752856" y="113252"/>
                  <a:pt x="769239" y="116729"/>
                  <a:pt x="769239" y="116729"/>
                </a:cubicBezTo>
                <a:close/>
                <a:moveTo>
                  <a:pt x="947024" y="48482"/>
                </a:moveTo>
                <a:lnTo>
                  <a:pt x="947024" y="79391"/>
                </a:lnTo>
                <a:cubicBezTo>
                  <a:pt x="947024" y="79391"/>
                  <a:pt x="917067" y="73009"/>
                  <a:pt x="917067" y="73009"/>
                </a:cubicBezTo>
                <a:lnTo>
                  <a:pt x="917067" y="148114"/>
                </a:lnTo>
                <a:cubicBezTo>
                  <a:pt x="917067" y="148114"/>
                  <a:pt x="947024" y="154496"/>
                  <a:pt x="947024" y="154496"/>
                </a:cubicBezTo>
                <a:lnTo>
                  <a:pt x="947024" y="185642"/>
                </a:lnTo>
                <a:cubicBezTo>
                  <a:pt x="947024" y="185642"/>
                  <a:pt x="853393" y="165735"/>
                  <a:pt x="853393" y="165735"/>
                </a:cubicBezTo>
                <a:lnTo>
                  <a:pt x="853393" y="134588"/>
                </a:lnTo>
                <a:cubicBezTo>
                  <a:pt x="853393" y="134588"/>
                  <a:pt x="883349" y="140970"/>
                  <a:pt x="883349" y="140970"/>
                </a:cubicBezTo>
                <a:lnTo>
                  <a:pt x="883349" y="65865"/>
                </a:lnTo>
                <a:cubicBezTo>
                  <a:pt x="883349" y="65865"/>
                  <a:pt x="853393" y="59484"/>
                  <a:pt x="853393" y="59484"/>
                </a:cubicBezTo>
                <a:lnTo>
                  <a:pt x="853393" y="28575"/>
                </a:lnTo>
                <a:cubicBezTo>
                  <a:pt x="853393" y="28575"/>
                  <a:pt x="947024" y="48482"/>
                  <a:pt x="947024" y="48482"/>
                </a:cubicBezTo>
                <a:close/>
                <a:moveTo>
                  <a:pt x="1026319" y="62627"/>
                </a:moveTo>
                <a:cubicBezTo>
                  <a:pt x="1068944" y="71676"/>
                  <a:pt x="1094994" y="107966"/>
                  <a:pt x="1094994" y="148447"/>
                </a:cubicBezTo>
                <a:cubicBezTo>
                  <a:pt x="1094994" y="189119"/>
                  <a:pt x="1068944" y="214313"/>
                  <a:pt x="1026319" y="205264"/>
                </a:cubicBezTo>
                <a:cubicBezTo>
                  <a:pt x="983504" y="196167"/>
                  <a:pt x="957263" y="159829"/>
                  <a:pt x="957263" y="119205"/>
                </a:cubicBezTo>
                <a:cubicBezTo>
                  <a:pt x="957263" y="78724"/>
                  <a:pt x="983504" y="53578"/>
                  <a:pt x="1026319" y="62675"/>
                </a:cubicBezTo>
                <a:moveTo>
                  <a:pt x="1026319" y="173117"/>
                </a:moveTo>
                <a:cubicBezTo>
                  <a:pt x="1049036" y="177927"/>
                  <a:pt x="1060180" y="165926"/>
                  <a:pt x="1060180" y="141018"/>
                </a:cubicBezTo>
                <a:cubicBezTo>
                  <a:pt x="1060180" y="116110"/>
                  <a:pt x="1048846" y="99489"/>
                  <a:pt x="1026319" y="94726"/>
                </a:cubicBezTo>
                <a:cubicBezTo>
                  <a:pt x="1003602" y="89916"/>
                  <a:pt x="992267" y="101870"/>
                  <a:pt x="992267" y="126587"/>
                </a:cubicBezTo>
                <a:cubicBezTo>
                  <a:pt x="992267" y="151495"/>
                  <a:pt x="1003649" y="168307"/>
                  <a:pt x="1026319" y="173117"/>
                </a:cubicBezTo>
                <a:moveTo>
                  <a:pt x="1111949" y="83534"/>
                </a:moveTo>
                <a:lnTo>
                  <a:pt x="1175814" y="97107"/>
                </a:lnTo>
                <a:lnTo>
                  <a:pt x="1212675" y="230791"/>
                </a:lnTo>
                <a:lnTo>
                  <a:pt x="1212675" y="104918"/>
                </a:lnTo>
                <a:cubicBezTo>
                  <a:pt x="1212675" y="104918"/>
                  <a:pt x="1246537" y="112109"/>
                  <a:pt x="1246537" y="112109"/>
                </a:cubicBezTo>
                <a:lnTo>
                  <a:pt x="1246537" y="249269"/>
                </a:lnTo>
                <a:cubicBezTo>
                  <a:pt x="1246537" y="249269"/>
                  <a:pt x="1182672" y="235696"/>
                  <a:pt x="1182672" y="235696"/>
                </a:cubicBezTo>
                <a:lnTo>
                  <a:pt x="1145810" y="102013"/>
                </a:lnTo>
                <a:lnTo>
                  <a:pt x="1145810" y="227886"/>
                </a:lnTo>
                <a:cubicBezTo>
                  <a:pt x="1145810" y="227886"/>
                  <a:pt x="1111949" y="220694"/>
                  <a:pt x="1111949" y="220694"/>
                </a:cubicBezTo>
                <a:lnTo>
                  <a:pt x="1111949" y="83534"/>
                </a:lnTo>
                <a:close/>
                <a:moveTo>
                  <a:pt x="42101" y="138970"/>
                </a:moveTo>
                <a:lnTo>
                  <a:pt x="104108" y="125778"/>
                </a:lnTo>
                <a:lnTo>
                  <a:pt x="145971" y="254032"/>
                </a:lnTo>
                <a:lnTo>
                  <a:pt x="110061" y="261652"/>
                </a:lnTo>
                <a:lnTo>
                  <a:pt x="97774" y="222837"/>
                </a:lnTo>
                <a:lnTo>
                  <a:pt x="47863" y="233458"/>
                </a:lnTo>
                <a:lnTo>
                  <a:pt x="35576" y="277511"/>
                </a:lnTo>
                <a:lnTo>
                  <a:pt x="0" y="285083"/>
                </a:lnTo>
                <a:lnTo>
                  <a:pt x="42053" y="138970"/>
                </a:lnTo>
                <a:close/>
                <a:moveTo>
                  <a:pt x="88440" y="193929"/>
                </a:moveTo>
                <a:lnTo>
                  <a:pt x="72819" y="144923"/>
                </a:lnTo>
                <a:lnTo>
                  <a:pt x="57198" y="200597"/>
                </a:lnTo>
                <a:lnTo>
                  <a:pt x="88488" y="193929"/>
                </a:lnTo>
                <a:close/>
                <a:moveTo>
                  <a:pt x="214646" y="242173"/>
                </a:moveTo>
                <a:cubicBezTo>
                  <a:pt x="168307" y="252031"/>
                  <a:pt x="148733" y="235553"/>
                  <a:pt x="148733" y="199930"/>
                </a:cubicBezTo>
                <a:lnTo>
                  <a:pt x="183738" y="192500"/>
                </a:lnTo>
                <a:cubicBezTo>
                  <a:pt x="183738" y="211979"/>
                  <a:pt x="190977" y="217599"/>
                  <a:pt x="215408" y="212408"/>
                </a:cubicBezTo>
                <a:cubicBezTo>
                  <a:pt x="231982" y="208883"/>
                  <a:pt x="239030" y="203883"/>
                  <a:pt x="239030" y="195310"/>
                </a:cubicBezTo>
                <a:cubicBezTo>
                  <a:pt x="239030" y="190452"/>
                  <a:pt x="235315" y="187547"/>
                  <a:pt x="227886" y="187166"/>
                </a:cubicBezTo>
                <a:lnTo>
                  <a:pt x="183975" y="184452"/>
                </a:lnTo>
                <a:cubicBezTo>
                  <a:pt x="161258" y="182880"/>
                  <a:pt x="154210" y="170545"/>
                  <a:pt x="154210" y="153210"/>
                </a:cubicBezTo>
                <a:cubicBezTo>
                  <a:pt x="154210" y="126540"/>
                  <a:pt x="173212" y="108299"/>
                  <a:pt x="207645" y="101013"/>
                </a:cubicBezTo>
                <a:cubicBezTo>
                  <a:pt x="248603" y="92297"/>
                  <a:pt x="268891" y="108252"/>
                  <a:pt x="268891" y="138017"/>
                </a:cubicBezTo>
                <a:lnTo>
                  <a:pt x="234077" y="145399"/>
                </a:lnTo>
                <a:cubicBezTo>
                  <a:pt x="234077" y="130635"/>
                  <a:pt x="226076" y="126111"/>
                  <a:pt x="208217" y="129873"/>
                </a:cubicBezTo>
                <a:cubicBezTo>
                  <a:pt x="195739" y="132540"/>
                  <a:pt x="189215" y="137208"/>
                  <a:pt x="189215" y="145018"/>
                </a:cubicBezTo>
                <a:cubicBezTo>
                  <a:pt x="189215" y="148923"/>
                  <a:pt x="191262" y="151781"/>
                  <a:pt x="199454" y="152352"/>
                </a:cubicBezTo>
                <a:lnTo>
                  <a:pt x="242078" y="154400"/>
                </a:lnTo>
                <a:cubicBezTo>
                  <a:pt x="263843" y="155400"/>
                  <a:pt x="273891" y="166306"/>
                  <a:pt x="273891" y="186357"/>
                </a:cubicBezTo>
                <a:cubicBezTo>
                  <a:pt x="273891" y="212408"/>
                  <a:pt x="256747" y="233172"/>
                  <a:pt x="214694" y="242125"/>
                </a:cubicBezTo>
                <a:moveTo>
                  <a:pt x="283702" y="156115"/>
                </a:moveTo>
                <a:cubicBezTo>
                  <a:pt x="283702" y="115633"/>
                  <a:pt x="310325" y="79248"/>
                  <a:pt x="353330" y="70104"/>
                </a:cubicBezTo>
                <a:cubicBezTo>
                  <a:pt x="390906" y="62103"/>
                  <a:pt x="415862" y="78010"/>
                  <a:pt x="419767" y="111633"/>
                </a:cubicBezTo>
                <a:lnTo>
                  <a:pt x="384953" y="119015"/>
                </a:lnTo>
                <a:cubicBezTo>
                  <a:pt x="382143" y="104823"/>
                  <a:pt x="370047" y="98631"/>
                  <a:pt x="353473" y="102156"/>
                </a:cubicBezTo>
                <a:cubicBezTo>
                  <a:pt x="333185" y="106490"/>
                  <a:pt x="318659" y="121634"/>
                  <a:pt x="318659" y="148638"/>
                </a:cubicBezTo>
                <a:cubicBezTo>
                  <a:pt x="318659" y="175879"/>
                  <a:pt x="333185" y="184833"/>
                  <a:pt x="353473" y="180546"/>
                </a:cubicBezTo>
                <a:cubicBezTo>
                  <a:pt x="370047" y="177022"/>
                  <a:pt x="382143" y="165497"/>
                  <a:pt x="384953" y="150114"/>
                </a:cubicBezTo>
                <a:lnTo>
                  <a:pt x="419767" y="142732"/>
                </a:lnTo>
                <a:cubicBezTo>
                  <a:pt x="415862" y="178213"/>
                  <a:pt x="390906" y="204692"/>
                  <a:pt x="353330" y="212693"/>
                </a:cubicBezTo>
                <a:cubicBezTo>
                  <a:pt x="310325" y="221837"/>
                  <a:pt x="283702" y="196739"/>
                  <a:pt x="283702" y="156115"/>
                </a:cubicBezTo>
                <a:moveTo>
                  <a:pt x="436340" y="55150"/>
                </a:moveTo>
                <a:lnTo>
                  <a:pt x="540782" y="32956"/>
                </a:lnTo>
                <a:lnTo>
                  <a:pt x="540782" y="63865"/>
                </a:lnTo>
                <a:cubicBezTo>
                  <a:pt x="540782" y="63865"/>
                  <a:pt x="470440" y="78819"/>
                  <a:pt x="470440" y="78819"/>
                </a:cubicBezTo>
                <a:lnTo>
                  <a:pt x="470440" y="101775"/>
                </a:lnTo>
                <a:cubicBezTo>
                  <a:pt x="470440" y="101775"/>
                  <a:pt x="531495" y="88821"/>
                  <a:pt x="531495" y="88821"/>
                </a:cubicBezTo>
                <a:lnTo>
                  <a:pt x="531495" y="118015"/>
                </a:lnTo>
                <a:cubicBezTo>
                  <a:pt x="531495" y="118015"/>
                  <a:pt x="470440" y="131016"/>
                  <a:pt x="470440" y="131016"/>
                </a:cubicBezTo>
                <a:lnTo>
                  <a:pt x="470440" y="154162"/>
                </a:lnTo>
                <a:cubicBezTo>
                  <a:pt x="470440" y="154162"/>
                  <a:pt x="540782" y="139208"/>
                  <a:pt x="540782" y="139208"/>
                </a:cubicBezTo>
                <a:lnTo>
                  <a:pt x="540782" y="170117"/>
                </a:lnTo>
                <a:cubicBezTo>
                  <a:pt x="540782" y="170117"/>
                  <a:pt x="436340" y="192310"/>
                  <a:pt x="436340" y="192310"/>
                </a:cubicBezTo>
                <a:lnTo>
                  <a:pt x="436340" y="55150"/>
                </a:lnTo>
                <a:close/>
                <a:moveTo>
                  <a:pt x="561308" y="28623"/>
                </a:moveTo>
                <a:lnTo>
                  <a:pt x="625173" y="15049"/>
                </a:lnTo>
                <a:lnTo>
                  <a:pt x="662035" y="133112"/>
                </a:lnTo>
                <a:lnTo>
                  <a:pt x="662035" y="7239"/>
                </a:lnTo>
                <a:cubicBezTo>
                  <a:pt x="662035" y="7239"/>
                  <a:pt x="695897" y="48"/>
                  <a:pt x="695897" y="48"/>
                </a:cubicBezTo>
                <a:lnTo>
                  <a:pt x="695897" y="137208"/>
                </a:lnTo>
                <a:cubicBezTo>
                  <a:pt x="695897" y="137208"/>
                  <a:pt x="632032" y="150781"/>
                  <a:pt x="632032" y="150781"/>
                </a:cubicBezTo>
                <a:lnTo>
                  <a:pt x="595170" y="32718"/>
                </a:lnTo>
                <a:lnTo>
                  <a:pt x="595170" y="158591"/>
                </a:lnTo>
                <a:cubicBezTo>
                  <a:pt x="595170" y="158591"/>
                  <a:pt x="561308" y="165783"/>
                  <a:pt x="561308" y="165783"/>
                </a:cubicBezTo>
                <a:lnTo>
                  <a:pt x="561308" y="28623"/>
                </a:lnTo>
                <a:close/>
              </a:path>
            </a:pathLst>
          </a:custGeom>
          <a:solidFill>
            <a:srgbClr val="FFFFFF"/>
          </a:solidFill>
          <a:ln w="4763" cap="flat">
            <a:noFill/>
            <a:prstDash val="solid"/>
            <a:miter/>
          </a:ln>
        </p:spPr>
        <p:txBody>
          <a:bodyPr rtlCol="0" anchor="ctr"/>
          <a:lstStyle/>
          <a:p>
            <a:endParaRPr lang="en-AU"/>
          </a:p>
        </p:txBody>
      </p:sp>
      <p:grpSp>
        <p:nvGrpSpPr>
          <p:cNvPr id="20" name="Graphic 3">
            <a:extLst>
              <a:ext uri="{FF2B5EF4-FFF2-40B4-BE49-F238E27FC236}">
                <a16:creationId xmlns:a16="http://schemas.microsoft.com/office/drawing/2014/main" id="{11580F78-9730-E8CF-5F00-5083728E0E3D}"/>
              </a:ext>
            </a:extLst>
          </p:cNvPr>
          <p:cNvGrpSpPr/>
          <p:nvPr/>
        </p:nvGrpSpPr>
        <p:grpSpPr>
          <a:xfrm>
            <a:off x="378275" y="4600765"/>
            <a:ext cx="945451" cy="171497"/>
            <a:chOff x="217360" y="4600765"/>
            <a:chExt cx="945451" cy="171497"/>
          </a:xfrm>
          <a:solidFill>
            <a:srgbClr val="FFFFFF"/>
          </a:solidFill>
        </p:grpSpPr>
        <p:grpSp>
          <p:nvGrpSpPr>
            <p:cNvPr id="21" name="Graphic 3">
              <a:extLst>
                <a:ext uri="{FF2B5EF4-FFF2-40B4-BE49-F238E27FC236}">
                  <a16:creationId xmlns:a16="http://schemas.microsoft.com/office/drawing/2014/main" id="{034EE8A3-A127-9A71-99DC-9A0E6F91654D}"/>
                </a:ext>
              </a:extLst>
            </p:cNvPr>
            <p:cNvGrpSpPr/>
            <p:nvPr/>
          </p:nvGrpSpPr>
          <p:grpSpPr>
            <a:xfrm>
              <a:off x="604408" y="4600765"/>
              <a:ext cx="171354" cy="171354"/>
              <a:chOff x="604408" y="4600765"/>
              <a:chExt cx="171354" cy="171354"/>
            </a:xfrm>
            <a:solidFill>
              <a:srgbClr val="FFFFFF"/>
            </a:solidFill>
          </p:grpSpPr>
          <p:sp>
            <p:nvSpPr>
              <p:cNvPr id="22" name="Freeform: Shape 21">
                <a:extLst>
                  <a:ext uri="{FF2B5EF4-FFF2-40B4-BE49-F238E27FC236}">
                    <a16:creationId xmlns:a16="http://schemas.microsoft.com/office/drawing/2014/main" id="{0D5749F5-CE41-31DE-FF35-61FA298CA95A}"/>
                  </a:ext>
                </a:extLst>
              </p:cNvPr>
              <p:cNvSpPr/>
              <p:nvPr/>
            </p:nvSpPr>
            <p:spPr>
              <a:xfrm>
                <a:off x="604408" y="4600765"/>
                <a:ext cx="171354" cy="171354"/>
              </a:xfrm>
              <a:custGeom>
                <a:avLst/>
                <a:gdLst>
                  <a:gd name="connsiteX0" fmla="*/ 85677 w 171354"/>
                  <a:gd name="connsiteY0" fmla="*/ 171355 h 171354"/>
                  <a:gd name="connsiteX1" fmla="*/ 0 w 171354"/>
                  <a:gd name="connsiteY1" fmla="*/ 85677 h 171354"/>
                  <a:gd name="connsiteX2" fmla="*/ 85677 w 171354"/>
                  <a:gd name="connsiteY2" fmla="*/ 0 h 171354"/>
                  <a:gd name="connsiteX3" fmla="*/ 171355 w 171354"/>
                  <a:gd name="connsiteY3" fmla="*/ 85677 h 171354"/>
                  <a:gd name="connsiteX4" fmla="*/ 85677 w 171354"/>
                  <a:gd name="connsiteY4" fmla="*/ 171355 h 171354"/>
                  <a:gd name="connsiteX5" fmla="*/ 85677 w 171354"/>
                  <a:gd name="connsiteY5" fmla="*/ 6667 h 171354"/>
                  <a:gd name="connsiteX6" fmla="*/ 6620 w 171354"/>
                  <a:gd name="connsiteY6" fmla="*/ 85725 h 171354"/>
                  <a:gd name="connsiteX7" fmla="*/ 85677 w 171354"/>
                  <a:gd name="connsiteY7" fmla="*/ 164783 h 171354"/>
                  <a:gd name="connsiteX8" fmla="*/ 164735 w 171354"/>
                  <a:gd name="connsiteY8" fmla="*/ 85725 h 171354"/>
                  <a:gd name="connsiteX9" fmla="*/ 85677 w 171354"/>
                  <a:gd name="connsiteY9" fmla="*/ 6667 h 171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54" h="171354">
                    <a:moveTo>
                      <a:pt x="85677" y="171355"/>
                    </a:moveTo>
                    <a:cubicBezTo>
                      <a:pt x="38433" y="171355"/>
                      <a:pt x="0" y="132921"/>
                      <a:pt x="0" y="85677"/>
                    </a:cubicBezTo>
                    <a:cubicBezTo>
                      <a:pt x="0" y="38433"/>
                      <a:pt x="38433" y="0"/>
                      <a:pt x="85677" y="0"/>
                    </a:cubicBezTo>
                    <a:cubicBezTo>
                      <a:pt x="132921" y="0"/>
                      <a:pt x="171355" y="38433"/>
                      <a:pt x="171355" y="85677"/>
                    </a:cubicBezTo>
                    <a:cubicBezTo>
                      <a:pt x="171355" y="132921"/>
                      <a:pt x="132921" y="171355"/>
                      <a:pt x="85677" y="171355"/>
                    </a:cubicBezTo>
                    <a:close/>
                    <a:moveTo>
                      <a:pt x="85677" y="6667"/>
                    </a:moveTo>
                    <a:cubicBezTo>
                      <a:pt x="42100" y="6667"/>
                      <a:pt x="6620" y="42148"/>
                      <a:pt x="6620" y="85725"/>
                    </a:cubicBezTo>
                    <a:cubicBezTo>
                      <a:pt x="6620" y="129302"/>
                      <a:pt x="42100" y="164783"/>
                      <a:pt x="85677" y="164783"/>
                    </a:cubicBezTo>
                    <a:cubicBezTo>
                      <a:pt x="129254" y="164783"/>
                      <a:pt x="164735" y="129302"/>
                      <a:pt x="164735" y="85725"/>
                    </a:cubicBezTo>
                    <a:cubicBezTo>
                      <a:pt x="164735" y="42148"/>
                      <a:pt x="129254" y="6667"/>
                      <a:pt x="85677" y="6667"/>
                    </a:cubicBezTo>
                    <a:close/>
                  </a:path>
                </a:pathLst>
              </a:custGeom>
              <a:solidFill>
                <a:srgbClr val="FFFFFF"/>
              </a:solidFill>
              <a:ln w="4763" cap="flat">
                <a:noFill/>
                <a:prstDash val="solid"/>
                <a:miter/>
              </a:ln>
            </p:spPr>
            <p:txBody>
              <a:bodyPr rtlCol="0" anchor="ctr"/>
              <a:lstStyle/>
              <a:p>
                <a:endParaRPr lang="en-AU"/>
              </a:p>
            </p:txBody>
          </p:sp>
          <p:sp>
            <p:nvSpPr>
              <p:cNvPr id="23" name="Freeform: Shape 22">
                <a:extLst>
                  <a:ext uri="{FF2B5EF4-FFF2-40B4-BE49-F238E27FC236}">
                    <a16:creationId xmlns:a16="http://schemas.microsoft.com/office/drawing/2014/main" id="{044BA208-EA2B-AEB2-6DA2-25482C2C6D12}"/>
                  </a:ext>
                </a:extLst>
              </p:cNvPr>
              <p:cNvSpPr/>
              <p:nvPr/>
            </p:nvSpPr>
            <p:spPr>
              <a:xfrm>
                <a:off x="637460" y="4634007"/>
                <a:ext cx="105203" cy="104965"/>
              </a:xfrm>
              <a:custGeom>
                <a:avLst/>
                <a:gdLst>
                  <a:gd name="connsiteX0" fmla="*/ 28384 w 105203"/>
                  <a:gd name="connsiteY0" fmla="*/ 0 h 104965"/>
                  <a:gd name="connsiteX1" fmla="*/ 76819 w 105203"/>
                  <a:gd name="connsiteY1" fmla="*/ 0 h 104965"/>
                  <a:gd name="connsiteX2" fmla="*/ 105204 w 105203"/>
                  <a:gd name="connsiteY2" fmla="*/ 28385 h 104965"/>
                  <a:gd name="connsiteX3" fmla="*/ 105204 w 105203"/>
                  <a:gd name="connsiteY3" fmla="*/ 76581 h 104965"/>
                  <a:gd name="connsiteX4" fmla="*/ 76819 w 105203"/>
                  <a:gd name="connsiteY4" fmla="*/ 104966 h 104965"/>
                  <a:gd name="connsiteX5" fmla="*/ 28384 w 105203"/>
                  <a:gd name="connsiteY5" fmla="*/ 104966 h 104965"/>
                  <a:gd name="connsiteX6" fmla="*/ 0 w 105203"/>
                  <a:gd name="connsiteY6" fmla="*/ 76581 h 104965"/>
                  <a:gd name="connsiteX7" fmla="*/ 0 w 105203"/>
                  <a:gd name="connsiteY7" fmla="*/ 28385 h 104965"/>
                  <a:gd name="connsiteX8" fmla="*/ 28384 w 105203"/>
                  <a:gd name="connsiteY8" fmla="*/ 0 h 104965"/>
                  <a:gd name="connsiteX9" fmla="*/ 28384 w 105203"/>
                  <a:gd name="connsiteY9" fmla="*/ 0 h 104965"/>
                  <a:gd name="connsiteX10" fmla="*/ 80867 w 105203"/>
                  <a:gd name="connsiteY10" fmla="*/ 18336 h 104965"/>
                  <a:gd name="connsiteX11" fmla="*/ 80867 w 105203"/>
                  <a:gd name="connsiteY11" fmla="*/ 18336 h 104965"/>
                  <a:gd name="connsiteX12" fmla="*/ 86916 w 105203"/>
                  <a:gd name="connsiteY12" fmla="*/ 24384 h 104965"/>
                  <a:gd name="connsiteX13" fmla="*/ 86916 w 105203"/>
                  <a:gd name="connsiteY13" fmla="*/ 24384 h 104965"/>
                  <a:gd name="connsiteX14" fmla="*/ 80867 w 105203"/>
                  <a:gd name="connsiteY14" fmla="*/ 30432 h 104965"/>
                  <a:gd name="connsiteX15" fmla="*/ 80867 w 105203"/>
                  <a:gd name="connsiteY15" fmla="*/ 30432 h 104965"/>
                  <a:gd name="connsiteX16" fmla="*/ 74819 w 105203"/>
                  <a:gd name="connsiteY16" fmla="*/ 24384 h 104965"/>
                  <a:gd name="connsiteX17" fmla="*/ 74819 w 105203"/>
                  <a:gd name="connsiteY17" fmla="*/ 24384 h 104965"/>
                  <a:gd name="connsiteX18" fmla="*/ 80867 w 105203"/>
                  <a:gd name="connsiteY18" fmla="*/ 18336 h 104965"/>
                  <a:gd name="connsiteX19" fmla="*/ 80867 w 105203"/>
                  <a:gd name="connsiteY19" fmla="*/ 18336 h 104965"/>
                  <a:gd name="connsiteX20" fmla="*/ 52483 w 105203"/>
                  <a:gd name="connsiteY20" fmla="*/ 23860 h 104965"/>
                  <a:gd name="connsiteX21" fmla="*/ 52721 w 105203"/>
                  <a:gd name="connsiteY21" fmla="*/ 23860 h 104965"/>
                  <a:gd name="connsiteX22" fmla="*/ 81343 w 105203"/>
                  <a:gd name="connsiteY22" fmla="*/ 52483 h 104965"/>
                  <a:gd name="connsiteX23" fmla="*/ 81343 w 105203"/>
                  <a:gd name="connsiteY23" fmla="*/ 52483 h 104965"/>
                  <a:gd name="connsiteX24" fmla="*/ 52721 w 105203"/>
                  <a:gd name="connsiteY24" fmla="*/ 81105 h 104965"/>
                  <a:gd name="connsiteX25" fmla="*/ 52483 w 105203"/>
                  <a:gd name="connsiteY25" fmla="*/ 81105 h 104965"/>
                  <a:gd name="connsiteX26" fmla="*/ 24098 w 105203"/>
                  <a:gd name="connsiteY26" fmla="*/ 52483 h 104965"/>
                  <a:gd name="connsiteX27" fmla="*/ 24098 w 105203"/>
                  <a:gd name="connsiteY27" fmla="*/ 52483 h 104965"/>
                  <a:gd name="connsiteX28" fmla="*/ 52483 w 105203"/>
                  <a:gd name="connsiteY28" fmla="*/ 23860 h 104965"/>
                  <a:gd name="connsiteX29" fmla="*/ 52483 w 105203"/>
                  <a:gd name="connsiteY29" fmla="*/ 23860 h 104965"/>
                  <a:gd name="connsiteX30" fmla="*/ 52483 w 105203"/>
                  <a:gd name="connsiteY30" fmla="*/ 33623 h 104965"/>
                  <a:gd name="connsiteX31" fmla="*/ 52721 w 105203"/>
                  <a:gd name="connsiteY31" fmla="*/ 33623 h 104965"/>
                  <a:gd name="connsiteX32" fmla="*/ 71533 w 105203"/>
                  <a:gd name="connsiteY32" fmla="*/ 52435 h 104965"/>
                  <a:gd name="connsiteX33" fmla="*/ 71533 w 105203"/>
                  <a:gd name="connsiteY33" fmla="*/ 52435 h 104965"/>
                  <a:gd name="connsiteX34" fmla="*/ 52721 w 105203"/>
                  <a:gd name="connsiteY34" fmla="*/ 71533 h 104965"/>
                  <a:gd name="connsiteX35" fmla="*/ 52483 w 105203"/>
                  <a:gd name="connsiteY35" fmla="*/ 71533 h 104965"/>
                  <a:gd name="connsiteX36" fmla="*/ 33671 w 105203"/>
                  <a:gd name="connsiteY36" fmla="*/ 52435 h 104965"/>
                  <a:gd name="connsiteX37" fmla="*/ 33671 w 105203"/>
                  <a:gd name="connsiteY37" fmla="*/ 52435 h 104965"/>
                  <a:gd name="connsiteX38" fmla="*/ 52483 w 105203"/>
                  <a:gd name="connsiteY38" fmla="*/ 33623 h 104965"/>
                  <a:gd name="connsiteX39" fmla="*/ 52483 w 105203"/>
                  <a:gd name="connsiteY39" fmla="*/ 33623 h 104965"/>
                  <a:gd name="connsiteX40" fmla="*/ 28623 w 105203"/>
                  <a:gd name="connsiteY40" fmla="*/ 9049 h 104965"/>
                  <a:gd name="connsiteX41" fmla="*/ 76581 w 105203"/>
                  <a:gd name="connsiteY41" fmla="*/ 9049 h 104965"/>
                  <a:gd name="connsiteX42" fmla="*/ 96155 w 105203"/>
                  <a:gd name="connsiteY42" fmla="*/ 28623 h 104965"/>
                  <a:gd name="connsiteX43" fmla="*/ 96155 w 105203"/>
                  <a:gd name="connsiteY43" fmla="*/ 76343 h 104965"/>
                  <a:gd name="connsiteX44" fmla="*/ 76581 w 105203"/>
                  <a:gd name="connsiteY44" fmla="*/ 95917 h 104965"/>
                  <a:gd name="connsiteX45" fmla="*/ 28623 w 105203"/>
                  <a:gd name="connsiteY45" fmla="*/ 95917 h 104965"/>
                  <a:gd name="connsiteX46" fmla="*/ 9049 w 105203"/>
                  <a:gd name="connsiteY46" fmla="*/ 76343 h 104965"/>
                  <a:gd name="connsiteX47" fmla="*/ 9049 w 105203"/>
                  <a:gd name="connsiteY47" fmla="*/ 28623 h 104965"/>
                  <a:gd name="connsiteX48" fmla="*/ 28623 w 105203"/>
                  <a:gd name="connsiteY48" fmla="*/ 9049 h 104965"/>
                  <a:gd name="connsiteX49" fmla="*/ 28623 w 105203"/>
                  <a:gd name="connsiteY49" fmla="*/ 9049 h 104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05203" h="104965">
                    <a:moveTo>
                      <a:pt x="28384" y="0"/>
                    </a:moveTo>
                    <a:lnTo>
                      <a:pt x="76819" y="0"/>
                    </a:lnTo>
                    <a:cubicBezTo>
                      <a:pt x="92392" y="0"/>
                      <a:pt x="105204" y="12811"/>
                      <a:pt x="105204" y="28385"/>
                    </a:cubicBezTo>
                    <a:lnTo>
                      <a:pt x="105204" y="76581"/>
                    </a:lnTo>
                    <a:cubicBezTo>
                      <a:pt x="105204" y="92154"/>
                      <a:pt x="92392" y="104966"/>
                      <a:pt x="76819" y="104966"/>
                    </a:cubicBezTo>
                    <a:lnTo>
                      <a:pt x="28384" y="104966"/>
                    </a:lnTo>
                    <a:cubicBezTo>
                      <a:pt x="12811" y="104966"/>
                      <a:pt x="0" y="92154"/>
                      <a:pt x="0" y="76581"/>
                    </a:cubicBezTo>
                    <a:lnTo>
                      <a:pt x="0" y="28385"/>
                    </a:lnTo>
                    <a:cubicBezTo>
                      <a:pt x="0" y="12811"/>
                      <a:pt x="12811" y="0"/>
                      <a:pt x="28384" y="0"/>
                    </a:cubicBezTo>
                    <a:lnTo>
                      <a:pt x="28384" y="0"/>
                    </a:lnTo>
                    <a:close/>
                    <a:moveTo>
                      <a:pt x="80867" y="18336"/>
                    </a:moveTo>
                    <a:lnTo>
                      <a:pt x="80867" y="18336"/>
                    </a:lnTo>
                    <a:cubicBezTo>
                      <a:pt x="84153" y="18336"/>
                      <a:pt x="86916" y="21098"/>
                      <a:pt x="86916" y="24384"/>
                    </a:cubicBezTo>
                    <a:lnTo>
                      <a:pt x="86916" y="24384"/>
                    </a:lnTo>
                    <a:cubicBezTo>
                      <a:pt x="86916" y="27670"/>
                      <a:pt x="84153" y="30432"/>
                      <a:pt x="80867" y="30432"/>
                    </a:cubicBezTo>
                    <a:lnTo>
                      <a:pt x="80867" y="30432"/>
                    </a:lnTo>
                    <a:cubicBezTo>
                      <a:pt x="77343" y="30432"/>
                      <a:pt x="74819" y="27670"/>
                      <a:pt x="74819" y="24384"/>
                    </a:cubicBezTo>
                    <a:lnTo>
                      <a:pt x="74819" y="24384"/>
                    </a:lnTo>
                    <a:cubicBezTo>
                      <a:pt x="74819" y="21098"/>
                      <a:pt x="77343" y="18336"/>
                      <a:pt x="80867" y="18336"/>
                    </a:cubicBezTo>
                    <a:lnTo>
                      <a:pt x="80867" y="18336"/>
                    </a:lnTo>
                    <a:close/>
                    <a:moveTo>
                      <a:pt x="52483" y="23860"/>
                    </a:moveTo>
                    <a:lnTo>
                      <a:pt x="52721" y="23860"/>
                    </a:lnTo>
                    <a:cubicBezTo>
                      <a:pt x="68294" y="23860"/>
                      <a:pt x="81343" y="36909"/>
                      <a:pt x="81343" y="52483"/>
                    </a:cubicBezTo>
                    <a:lnTo>
                      <a:pt x="81343" y="52483"/>
                    </a:lnTo>
                    <a:cubicBezTo>
                      <a:pt x="81343" y="68294"/>
                      <a:pt x="68294" y="81105"/>
                      <a:pt x="52721" y="81105"/>
                    </a:cubicBezTo>
                    <a:lnTo>
                      <a:pt x="52483" y="81105"/>
                    </a:lnTo>
                    <a:cubicBezTo>
                      <a:pt x="36909" y="81105"/>
                      <a:pt x="24098" y="68294"/>
                      <a:pt x="24098" y="52483"/>
                    </a:cubicBezTo>
                    <a:lnTo>
                      <a:pt x="24098" y="52483"/>
                    </a:lnTo>
                    <a:cubicBezTo>
                      <a:pt x="24098" y="36909"/>
                      <a:pt x="36909" y="23860"/>
                      <a:pt x="52483" y="23860"/>
                    </a:cubicBezTo>
                    <a:lnTo>
                      <a:pt x="52483" y="23860"/>
                    </a:lnTo>
                    <a:close/>
                    <a:moveTo>
                      <a:pt x="52483" y="33623"/>
                    </a:moveTo>
                    <a:lnTo>
                      <a:pt x="52721" y="33623"/>
                    </a:lnTo>
                    <a:cubicBezTo>
                      <a:pt x="63008" y="33623"/>
                      <a:pt x="71533" y="42148"/>
                      <a:pt x="71533" y="52435"/>
                    </a:cubicBezTo>
                    <a:lnTo>
                      <a:pt x="71533" y="52435"/>
                    </a:lnTo>
                    <a:cubicBezTo>
                      <a:pt x="71533" y="62960"/>
                      <a:pt x="63008" y="71533"/>
                      <a:pt x="52721" y="71533"/>
                    </a:cubicBezTo>
                    <a:lnTo>
                      <a:pt x="52483" y="71533"/>
                    </a:lnTo>
                    <a:cubicBezTo>
                      <a:pt x="42196" y="71533"/>
                      <a:pt x="33671" y="63008"/>
                      <a:pt x="33671" y="52435"/>
                    </a:cubicBezTo>
                    <a:lnTo>
                      <a:pt x="33671" y="52435"/>
                    </a:lnTo>
                    <a:cubicBezTo>
                      <a:pt x="33671" y="42148"/>
                      <a:pt x="42196" y="33623"/>
                      <a:pt x="52483" y="33623"/>
                    </a:cubicBezTo>
                    <a:lnTo>
                      <a:pt x="52483" y="33623"/>
                    </a:lnTo>
                    <a:close/>
                    <a:moveTo>
                      <a:pt x="28623" y="9049"/>
                    </a:moveTo>
                    <a:lnTo>
                      <a:pt x="76581" y="9049"/>
                    </a:lnTo>
                    <a:cubicBezTo>
                      <a:pt x="87392" y="9049"/>
                      <a:pt x="96155" y="17812"/>
                      <a:pt x="96155" y="28623"/>
                    </a:cubicBezTo>
                    <a:lnTo>
                      <a:pt x="96155" y="76343"/>
                    </a:lnTo>
                    <a:cubicBezTo>
                      <a:pt x="96155" y="87154"/>
                      <a:pt x="87392" y="95917"/>
                      <a:pt x="76581" y="95917"/>
                    </a:cubicBezTo>
                    <a:lnTo>
                      <a:pt x="28623" y="95917"/>
                    </a:lnTo>
                    <a:cubicBezTo>
                      <a:pt x="17812" y="95917"/>
                      <a:pt x="9049" y="87154"/>
                      <a:pt x="9049" y="76343"/>
                    </a:cubicBezTo>
                    <a:lnTo>
                      <a:pt x="9049" y="28623"/>
                    </a:lnTo>
                    <a:cubicBezTo>
                      <a:pt x="9049" y="17812"/>
                      <a:pt x="17812" y="9049"/>
                      <a:pt x="28623" y="9049"/>
                    </a:cubicBezTo>
                    <a:lnTo>
                      <a:pt x="28623" y="9049"/>
                    </a:lnTo>
                    <a:close/>
                  </a:path>
                </a:pathLst>
              </a:custGeom>
              <a:solidFill>
                <a:srgbClr val="FFFFFF"/>
              </a:solidFill>
              <a:ln w="4763" cap="flat">
                <a:noFill/>
                <a:prstDash val="solid"/>
                <a:miter/>
              </a:ln>
            </p:spPr>
            <p:txBody>
              <a:bodyPr rtlCol="0" anchor="ctr"/>
              <a:lstStyle/>
              <a:p>
                <a:endParaRPr lang="en-AU"/>
              </a:p>
            </p:txBody>
          </p:sp>
        </p:grpSp>
        <p:grpSp>
          <p:nvGrpSpPr>
            <p:cNvPr id="24" name="Graphic 3">
              <a:extLst>
                <a:ext uri="{FF2B5EF4-FFF2-40B4-BE49-F238E27FC236}">
                  <a16:creationId xmlns:a16="http://schemas.microsoft.com/office/drawing/2014/main" id="{1E38CE80-668F-33FD-4068-4CE84CB701AD}"/>
                </a:ext>
              </a:extLst>
            </p:cNvPr>
            <p:cNvGrpSpPr/>
            <p:nvPr/>
          </p:nvGrpSpPr>
          <p:grpSpPr>
            <a:xfrm>
              <a:off x="217360" y="4600908"/>
              <a:ext cx="171354" cy="171354"/>
              <a:chOff x="217360" y="4600908"/>
              <a:chExt cx="171354" cy="171354"/>
            </a:xfrm>
            <a:solidFill>
              <a:srgbClr val="FFFFFF"/>
            </a:solidFill>
          </p:grpSpPr>
          <p:sp>
            <p:nvSpPr>
              <p:cNvPr id="25" name="Freeform: Shape 24">
                <a:extLst>
                  <a:ext uri="{FF2B5EF4-FFF2-40B4-BE49-F238E27FC236}">
                    <a16:creationId xmlns:a16="http://schemas.microsoft.com/office/drawing/2014/main" id="{DC5C4339-27F3-3A60-4691-313A45B4636F}"/>
                  </a:ext>
                </a:extLst>
              </p:cNvPr>
              <p:cNvSpPr/>
              <p:nvPr/>
            </p:nvSpPr>
            <p:spPr>
              <a:xfrm>
                <a:off x="217360" y="4600908"/>
                <a:ext cx="171354" cy="171354"/>
              </a:xfrm>
              <a:custGeom>
                <a:avLst/>
                <a:gdLst>
                  <a:gd name="connsiteX0" fmla="*/ 85677 w 171354"/>
                  <a:gd name="connsiteY0" fmla="*/ 171355 h 171354"/>
                  <a:gd name="connsiteX1" fmla="*/ 0 w 171354"/>
                  <a:gd name="connsiteY1" fmla="*/ 85677 h 171354"/>
                  <a:gd name="connsiteX2" fmla="*/ 85677 w 171354"/>
                  <a:gd name="connsiteY2" fmla="*/ 0 h 171354"/>
                  <a:gd name="connsiteX3" fmla="*/ 171355 w 171354"/>
                  <a:gd name="connsiteY3" fmla="*/ 85677 h 171354"/>
                  <a:gd name="connsiteX4" fmla="*/ 85677 w 171354"/>
                  <a:gd name="connsiteY4" fmla="*/ 171355 h 171354"/>
                  <a:gd name="connsiteX5" fmla="*/ 85677 w 171354"/>
                  <a:gd name="connsiteY5" fmla="*/ 6620 h 171354"/>
                  <a:gd name="connsiteX6" fmla="*/ 6620 w 171354"/>
                  <a:gd name="connsiteY6" fmla="*/ 85677 h 171354"/>
                  <a:gd name="connsiteX7" fmla="*/ 85677 w 171354"/>
                  <a:gd name="connsiteY7" fmla="*/ 164735 h 171354"/>
                  <a:gd name="connsiteX8" fmla="*/ 164735 w 171354"/>
                  <a:gd name="connsiteY8" fmla="*/ 85677 h 171354"/>
                  <a:gd name="connsiteX9" fmla="*/ 85677 w 171354"/>
                  <a:gd name="connsiteY9" fmla="*/ 6620 h 171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54" h="171354">
                    <a:moveTo>
                      <a:pt x="85677" y="171355"/>
                    </a:moveTo>
                    <a:cubicBezTo>
                      <a:pt x="38433" y="171355"/>
                      <a:pt x="0" y="132921"/>
                      <a:pt x="0" y="85677"/>
                    </a:cubicBezTo>
                    <a:cubicBezTo>
                      <a:pt x="0" y="38433"/>
                      <a:pt x="38433" y="0"/>
                      <a:pt x="85677" y="0"/>
                    </a:cubicBezTo>
                    <a:cubicBezTo>
                      <a:pt x="132921" y="0"/>
                      <a:pt x="171355" y="38433"/>
                      <a:pt x="171355" y="85677"/>
                    </a:cubicBezTo>
                    <a:cubicBezTo>
                      <a:pt x="171355" y="132921"/>
                      <a:pt x="132921" y="171355"/>
                      <a:pt x="85677" y="171355"/>
                    </a:cubicBezTo>
                    <a:close/>
                    <a:moveTo>
                      <a:pt x="85677" y="6620"/>
                    </a:moveTo>
                    <a:cubicBezTo>
                      <a:pt x="42101" y="6620"/>
                      <a:pt x="6620" y="42101"/>
                      <a:pt x="6620" y="85677"/>
                    </a:cubicBezTo>
                    <a:cubicBezTo>
                      <a:pt x="6620" y="129254"/>
                      <a:pt x="42101" y="164735"/>
                      <a:pt x="85677" y="164735"/>
                    </a:cubicBezTo>
                    <a:cubicBezTo>
                      <a:pt x="129254" y="164735"/>
                      <a:pt x="164735" y="129254"/>
                      <a:pt x="164735" y="85677"/>
                    </a:cubicBezTo>
                    <a:cubicBezTo>
                      <a:pt x="164735" y="42101"/>
                      <a:pt x="129254" y="6620"/>
                      <a:pt x="85677" y="6620"/>
                    </a:cubicBezTo>
                    <a:close/>
                  </a:path>
                </a:pathLst>
              </a:custGeom>
              <a:solidFill>
                <a:srgbClr val="FFFFFF"/>
              </a:solidFill>
              <a:ln w="4763" cap="flat">
                <a:noFill/>
                <a:prstDash val="solid"/>
                <a:miter/>
              </a:ln>
            </p:spPr>
            <p:txBody>
              <a:bodyPr rtlCol="0" anchor="ctr"/>
              <a:lstStyle/>
              <a:p>
                <a:endParaRPr lang="en-AU"/>
              </a:p>
            </p:txBody>
          </p:sp>
          <p:sp>
            <p:nvSpPr>
              <p:cNvPr id="26" name="Freeform: Shape 25">
                <a:extLst>
                  <a:ext uri="{FF2B5EF4-FFF2-40B4-BE49-F238E27FC236}">
                    <a16:creationId xmlns:a16="http://schemas.microsoft.com/office/drawing/2014/main" id="{4E0AF755-8025-9045-AFC0-345262DD6301}"/>
                  </a:ext>
                </a:extLst>
              </p:cNvPr>
              <p:cNvSpPr/>
              <p:nvPr/>
            </p:nvSpPr>
            <p:spPr>
              <a:xfrm>
                <a:off x="265223" y="4643008"/>
                <a:ext cx="75580" cy="76009"/>
              </a:xfrm>
              <a:custGeom>
                <a:avLst/>
                <a:gdLst>
                  <a:gd name="connsiteX0" fmla="*/ 1524 w 75580"/>
                  <a:gd name="connsiteY0" fmla="*/ 25527 h 76009"/>
                  <a:gd name="connsiteX1" fmla="*/ 16526 w 75580"/>
                  <a:gd name="connsiteY1" fmla="*/ 25527 h 76009"/>
                  <a:gd name="connsiteX2" fmla="*/ 16526 w 75580"/>
                  <a:gd name="connsiteY2" fmla="*/ 75914 h 76009"/>
                  <a:gd name="connsiteX3" fmla="*/ 1524 w 75580"/>
                  <a:gd name="connsiteY3" fmla="*/ 75914 h 76009"/>
                  <a:gd name="connsiteX4" fmla="*/ 1524 w 75580"/>
                  <a:gd name="connsiteY4" fmla="*/ 25527 h 76009"/>
                  <a:gd name="connsiteX5" fmla="*/ 8906 w 75580"/>
                  <a:gd name="connsiteY5" fmla="*/ 0 h 76009"/>
                  <a:gd name="connsiteX6" fmla="*/ 18002 w 75580"/>
                  <a:gd name="connsiteY6" fmla="*/ 9096 h 76009"/>
                  <a:gd name="connsiteX7" fmla="*/ 8906 w 75580"/>
                  <a:gd name="connsiteY7" fmla="*/ 18193 h 76009"/>
                  <a:gd name="connsiteX8" fmla="*/ 0 w 75580"/>
                  <a:gd name="connsiteY8" fmla="*/ 9096 h 76009"/>
                  <a:gd name="connsiteX9" fmla="*/ 8906 w 75580"/>
                  <a:gd name="connsiteY9" fmla="*/ 0 h 76009"/>
                  <a:gd name="connsiteX10" fmla="*/ 8906 w 75580"/>
                  <a:gd name="connsiteY10" fmla="*/ 0 h 76009"/>
                  <a:gd name="connsiteX11" fmla="*/ 25384 w 75580"/>
                  <a:gd name="connsiteY11" fmla="*/ 25527 h 76009"/>
                  <a:gd name="connsiteX12" fmla="*/ 40195 w 75580"/>
                  <a:gd name="connsiteY12" fmla="*/ 25527 h 76009"/>
                  <a:gd name="connsiteX13" fmla="*/ 40195 w 75580"/>
                  <a:gd name="connsiteY13" fmla="*/ 32575 h 76009"/>
                  <a:gd name="connsiteX14" fmla="*/ 54435 w 75580"/>
                  <a:gd name="connsiteY14" fmla="*/ 25003 h 76009"/>
                  <a:gd name="connsiteX15" fmla="*/ 58531 w 75580"/>
                  <a:gd name="connsiteY15" fmla="*/ 25003 h 76009"/>
                  <a:gd name="connsiteX16" fmla="*/ 75581 w 75580"/>
                  <a:gd name="connsiteY16" fmla="*/ 42053 h 76009"/>
                  <a:gd name="connsiteX17" fmla="*/ 75581 w 75580"/>
                  <a:gd name="connsiteY17" fmla="*/ 75962 h 76009"/>
                  <a:gd name="connsiteX18" fmla="*/ 60769 w 75580"/>
                  <a:gd name="connsiteY18" fmla="*/ 75962 h 76009"/>
                  <a:gd name="connsiteX19" fmla="*/ 60769 w 75580"/>
                  <a:gd name="connsiteY19" fmla="*/ 71342 h 76009"/>
                  <a:gd name="connsiteX20" fmla="*/ 60769 w 75580"/>
                  <a:gd name="connsiteY20" fmla="*/ 71342 h 76009"/>
                  <a:gd name="connsiteX21" fmla="*/ 60769 w 75580"/>
                  <a:gd name="connsiteY21" fmla="*/ 48768 h 76009"/>
                  <a:gd name="connsiteX22" fmla="*/ 60769 w 75580"/>
                  <a:gd name="connsiteY22" fmla="*/ 48768 h 76009"/>
                  <a:gd name="connsiteX23" fmla="*/ 50959 w 75580"/>
                  <a:gd name="connsiteY23" fmla="*/ 38576 h 76009"/>
                  <a:gd name="connsiteX24" fmla="*/ 50959 w 75580"/>
                  <a:gd name="connsiteY24" fmla="*/ 38576 h 76009"/>
                  <a:gd name="connsiteX25" fmla="*/ 40195 w 75580"/>
                  <a:gd name="connsiteY25" fmla="*/ 48768 h 76009"/>
                  <a:gd name="connsiteX26" fmla="*/ 40195 w 75580"/>
                  <a:gd name="connsiteY26" fmla="*/ 48768 h 76009"/>
                  <a:gd name="connsiteX27" fmla="*/ 40195 w 75580"/>
                  <a:gd name="connsiteY27" fmla="*/ 76009 h 76009"/>
                  <a:gd name="connsiteX28" fmla="*/ 25384 w 75580"/>
                  <a:gd name="connsiteY28" fmla="*/ 76009 h 76009"/>
                  <a:gd name="connsiteX29" fmla="*/ 25384 w 75580"/>
                  <a:gd name="connsiteY29" fmla="*/ 25622 h 76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75580" h="76009">
                    <a:moveTo>
                      <a:pt x="1524" y="25527"/>
                    </a:moveTo>
                    <a:lnTo>
                      <a:pt x="16526" y="25527"/>
                    </a:lnTo>
                    <a:lnTo>
                      <a:pt x="16526" y="75914"/>
                    </a:lnTo>
                    <a:lnTo>
                      <a:pt x="1524" y="75914"/>
                    </a:lnTo>
                    <a:lnTo>
                      <a:pt x="1524" y="25527"/>
                    </a:lnTo>
                    <a:close/>
                    <a:moveTo>
                      <a:pt x="8906" y="0"/>
                    </a:moveTo>
                    <a:cubicBezTo>
                      <a:pt x="13907" y="0"/>
                      <a:pt x="18002" y="4096"/>
                      <a:pt x="18002" y="9096"/>
                    </a:cubicBezTo>
                    <a:cubicBezTo>
                      <a:pt x="18002" y="14097"/>
                      <a:pt x="13907" y="18193"/>
                      <a:pt x="8906" y="18193"/>
                    </a:cubicBezTo>
                    <a:cubicBezTo>
                      <a:pt x="3905" y="18193"/>
                      <a:pt x="0" y="14097"/>
                      <a:pt x="0" y="9096"/>
                    </a:cubicBezTo>
                    <a:cubicBezTo>
                      <a:pt x="0" y="4096"/>
                      <a:pt x="3905" y="0"/>
                      <a:pt x="8906" y="0"/>
                    </a:cubicBezTo>
                    <a:lnTo>
                      <a:pt x="8906" y="0"/>
                    </a:lnTo>
                    <a:close/>
                    <a:moveTo>
                      <a:pt x="25384" y="25527"/>
                    </a:moveTo>
                    <a:lnTo>
                      <a:pt x="40195" y="25527"/>
                    </a:lnTo>
                    <a:lnTo>
                      <a:pt x="40195" y="32575"/>
                    </a:lnTo>
                    <a:cubicBezTo>
                      <a:pt x="43339" y="27956"/>
                      <a:pt x="48530" y="25003"/>
                      <a:pt x="54435" y="25003"/>
                    </a:cubicBezTo>
                    <a:lnTo>
                      <a:pt x="58531" y="25003"/>
                    </a:lnTo>
                    <a:cubicBezTo>
                      <a:pt x="67961" y="25003"/>
                      <a:pt x="75581" y="32766"/>
                      <a:pt x="75581" y="42053"/>
                    </a:cubicBezTo>
                    <a:lnTo>
                      <a:pt x="75581" y="75962"/>
                    </a:lnTo>
                    <a:lnTo>
                      <a:pt x="60769" y="75962"/>
                    </a:lnTo>
                    <a:lnTo>
                      <a:pt x="60769" y="71342"/>
                    </a:lnTo>
                    <a:lnTo>
                      <a:pt x="60769" y="71342"/>
                    </a:lnTo>
                    <a:lnTo>
                      <a:pt x="60769" y="48768"/>
                    </a:lnTo>
                    <a:lnTo>
                      <a:pt x="60769" y="48768"/>
                    </a:lnTo>
                    <a:cubicBezTo>
                      <a:pt x="60579" y="43005"/>
                      <a:pt x="56674" y="38576"/>
                      <a:pt x="50959" y="38576"/>
                    </a:cubicBezTo>
                    <a:lnTo>
                      <a:pt x="50959" y="38576"/>
                    </a:lnTo>
                    <a:cubicBezTo>
                      <a:pt x="45196" y="38576"/>
                      <a:pt x="40386" y="43005"/>
                      <a:pt x="40195" y="48768"/>
                    </a:cubicBezTo>
                    <a:lnTo>
                      <a:pt x="40195" y="48768"/>
                    </a:lnTo>
                    <a:lnTo>
                      <a:pt x="40195" y="76009"/>
                    </a:lnTo>
                    <a:lnTo>
                      <a:pt x="25384" y="76009"/>
                    </a:lnTo>
                    <a:lnTo>
                      <a:pt x="25384" y="25622"/>
                    </a:lnTo>
                    <a:close/>
                  </a:path>
                </a:pathLst>
              </a:custGeom>
              <a:solidFill>
                <a:srgbClr val="FFFFFF"/>
              </a:solidFill>
              <a:ln w="4763" cap="flat">
                <a:noFill/>
                <a:prstDash val="solid"/>
                <a:miter/>
              </a:ln>
            </p:spPr>
            <p:txBody>
              <a:bodyPr rtlCol="0" anchor="ctr"/>
              <a:lstStyle/>
              <a:p>
                <a:endParaRPr lang="en-AU"/>
              </a:p>
            </p:txBody>
          </p:sp>
        </p:grpSp>
        <p:grpSp>
          <p:nvGrpSpPr>
            <p:cNvPr id="27" name="Graphic 3">
              <a:extLst>
                <a:ext uri="{FF2B5EF4-FFF2-40B4-BE49-F238E27FC236}">
                  <a16:creationId xmlns:a16="http://schemas.microsoft.com/office/drawing/2014/main" id="{4AF81122-B682-3D4F-1692-03A9A1D0D0D9}"/>
                </a:ext>
              </a:extLst>
            </p:cNvPr>
            <p:cNvGrpSpPr/>
            <p:nvPr/>
          </p:nvGrpSpPr>
          <p:grpSpPr>
            <a:xfrm>
              <a:off x="991457" y="4600908"/>
              <a:ext cx="171354" cy="171354"/>
              <a:chOff x="991457" y="4600908"/>
              <a:chExt cx="171354" cy="171354"/>
            </a:xfrm>
            <a:solidFill>
              <a:srgbClr val="FFFFFF"/>
            </a:solidFill>
          </p:grpSpPr>
          <p:sp>
            <p:nvSpPr>
              <p:cNvPr id="28" name="Freeform: Shape 27">
                <a:extLst>
                  <a:ext uri="{FF2B5EF4-FFF2-40B4-BE49-F238E27FC236}">
                    <a16:creationId xmlns:a16="http://schemas.microsoft.com/office/drawing/2014/main" id="{C107F021-466F-02E9-8D53-CF6B99842509}"/>
                  </a:ext>
                </a:extLst>
              </p:cNvPr>
              <p:cNvSpPr/>
              <p:nvPr/>
            </p:nvSpPr>
            <p:spPr>
              <a:xfrm>
                <a:off x="991457" y="4600908"/>
                <a:ext cx="171354" cy="171354"/>
              </a:xfrm>
              <a:custGeom>
                <a:avLst/>
                <a:gdLst>
                  <a:gd name="connsiteX0" fmla="*/ 85677 w 171354"/>
                  <a:gd name="connsiteY0" fmla="*/ 171355 h 171354"/>
                  <a:gd name="connsiteX1" fmla="*/ 0 w 171354"/>
                  <a:gd name="connsiteY1" fmla="*/ 85677 h 171354"/>
                  <a:gd name="connsiteX2" fmla="*/ 85677 w 171354"/>
                  <a:gd name="connsiteY2" fmla="*/ 0 h 171354"/>
                  <a:gd name="connsiteX3" fmla="*/ 171355 w 171354"/>
                  <a:gd name="connsiteY3" fmla="*/ 85677 h 171354"/>
                  <a:gd name="connsiteX4" fmla="*/ 85677 w 171354"/>
                  <a:gd name="connsiteY4" fmla="*/ 171355 h 171354"/>
                  <a:gd name="connsiteX5" fmla="*/ 85677 w 171354"/>
                  <a:gd name="connsiteY5" fmla="*/ 6620 h 171354"/>
                  <a:gd name="connsiteX6" fmla="*/ 6620 w 171354"/>
                  <a:gd name="connsiteY6" fmla="*/ 85677 h 171354"/>
                  <a:gd name="connsiteX7" fmla="*/ 85677 w 171354"/>
                  <a:gd name="connsiteY7" fmla="*/ 164735 h 171354"/>
                  <a:gd name="connsiteX8" fmla="*/ 164735 w 171354"/>
                  <a:gd name="connsiteY8" fmla="*/ 85677 h 171354"/>
                  <a:gd name="connsiteX9" fmla="*/ 85677 w 171354"/>
                  <a:gd name="connsiteY9" fmla="*/ 6620 h 171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54" h="171354">
                    <a:moveTo>
                      <a:pt x="85677" y="171355"/>
                    </a:moveTo>
                    <a:cubicBezTo>
                      <a:pt x="38433" y="171355"/>
                      <a:pt x="0" y="132921"/>
                      <a:pt x="0" y="85677"/>
                    </a:cubicBezTo>
                    <a:cubicBezTo>
                      <a:pt x="0" y="38433"/>
                      <a:pt x="38433" y="0"/>
                      <a:pt x="85677" y="0"/>
                    </a:cubicBezTo>
                    <a:cubicBezTo>
                      <a:pt x="132921" y="0"/>
                      <a:pt x="171355" y="38433"/>
                      <a:pt x="171355" y="85677"/>
                    </a:cubicBezTo>
                    <a:cubicBezTo>
                      <a:pt x="171355" y="132921"/>
                      <a:pt x="132921" y="171355"/>
                      <a:pt x="85677" y="171355"/>
                    </a:cubicBezTo>
                    <a:close/>
                    <a:moveTo>
                      <a:pt x="85677" y="6620"/>
                    </a:moveTo>
                    <a:cubicBezTo>
                      <a:pt x="42101" y="6620"/>
                      <a:pt x="6620" y="42101"/>
                      <a:pt x="6620" y="85677"/>
                    </a:cubicBezTo>
                    <a:cubicBezTo>
                      <a:pt x="6620" y="129254"/>
                      <a:pt x="42101" y="164735"/>
                      <a:pt x="85677" y="164735"/>
                    </a:cubicBezTo>
                    <a:cubicBezTo>
                      <a:pt x="129254" y="164735"/>
                      <a:pt x="164735" y="129254"/>
                      <a:pt x="164735" y="85677"/>
                    </a:cubicBezTo>
                    <a:cubicBezTo>
                      <a:pt x="164735" y="42101"/>
                      <a:pt x="129254" y="6620"/>
                      <a:pt x="85677" y="6620"/>
                    </a:cubicBezTo>
                    <a:close/>
                  </a:path>
                </a:pathLst>
              </a:custGeom>
              <a:solidFill>
                <a:srgbClr val="FFFFFF"/>
              </a:solidFill>
              <a:ln w="4763" cap="flat">
                <a:noFill/>
                <a:prstDash val="solid"/>
                <a:miter/>
              </a:ln>
            </p:spPr>
            <p:txBody>
              <a:bodyPr rtlCol="0" anchor="ctr"/>
              <a:lstStyle/>
              <a:p>
                <a:endParaRPr lang="en-AU"/>
              </a:p>
            </p:txBody>
          </p:sp>
          <p:sp>
            <p:nvSpPr>
              <p:cNvPr id="29" name="Freeform: Shape 28">
                <a:extLst>
                  <a:ext uri="{FF2B5EF4-FFF2-40B4-BE49-F238E27FC236}">
                    <a16:creationId xmlns:a16="http://schemas.microsoft.com/office/drawing/2014/main" id="{0A6EAA11-2208-EDD8-E640-9C795B4DAED8}"/>
                  </a:ext>
                </a:extLst>
              </p:cNvPr>
              <p:cNvSpPr/>
              <p:nvPr/>
            </p:nvSpPr>
            <p:spPr>
              <a:xfrm>
                <a:off x="1026509" y="4650581"/>
                <a:ext cx="101441" cy="71723"/>
              </a:xfrm>
              <a:custGeom>
                <a:avLst/>
                <a:gdLst>
                  <a:gd name="connsiteX0" fmla="*/ 100251 w 101441"/>
                  <a:gd name="connsiteY0" fmla="*/ 15764 h 71723"/>
                  <a:gd name="connsiteX1" fmla="*/ 81105 w 101441"/>
                  <a:gd name="connsiteY1" fmla="*/ 1191 h 71723"/>
                  <a:gd name="connsiteX2" fmla="*/ 50721 w 101441"/>
                  <a:gd name="connsiteY2" fmla="*/ 0 h 71723"/>
                  <a:gd name="connsiteX3" fmla="*/ 20336 w 101441"/>
                  <a:gd name="connsiteY3" fmla="*/ 1191 h 71723"/>
                  <a:gd name="connsiteX4" fmla="*/ 1000 w 101441"/>
                  <a:gd name="connsiteY4" fmla="*/ 15764 h 71723"/>
                  <a:gd name="connsiteX5" fmla="*/ 0 w 101441"/>
                  <a:gd name="connsiteY5" fmla="*/ 35862 h 71723"/>
                  <a:gd name="connsiteX6" fmla="*/ 1000 w 101441"/>
                  <a:gd name="connsiteY6" fmla="*/ 55959 h 71723"/>
                  <a:gd name="connsiteX7" fmla="*/ 20336 w 101441"/>
                  <a:gd name="connsiteY7" fmla="*/ 70533 h 71723"/>
                  <a:gd name="connsiteX8" fmla="*/ 50721 w 101441"/>
                  <a:gd name="connsiteY8" fmla="*/ 71723 h 71723"/>
                  <a:gd name="connsiteX9" fmla="*/ 81105 w 101441"/>
                  <a:gd name="connsiteY9" fmla="*/ 70533 h 71723"/>
                  <a:gd name="connsiteX10" fmla="*/ 100251 w 101441"/>
                  <a:gd name="connsiteY10" fmla="*/ 55959 h 71723"/>
                  <a:gd name="connsiteX11" fmla="*/ 101441 w 101441"/>
                  <a:gd name="connsiteY11" fmla="*/ 35862 h 71723"/>
                  <a:gd name="connsiteX12" fmla="*/ 100251 w 101441"/>
                  <a:gd name="connsiteY12" fmla="*/ 15764 h 71723"/>
                  <a:gd name="connsiteX13" fmla="*/ 40481 w 101441"/>
                  <a:gd name="connsiteY13" fmla="*/ 51292 h 71723"/>
                  <a:gd name="connsiteX14" fmla="*/ 40481 w 101441"/>
                  <a:gd name="connsiteY14" fmla="*/ 20717 h 71723"/>
                  <a:gd name="connsiteX15" fmla="*/ 66913 w 101441"/>
                  <a:gd name="connsiteY15" fmla="*/ 35909 h 71723"/>
                  <a:gd name="connsiteX16" fmla="*/ 40481 w 101441"/>
                  <a:gd name="connsiteY16" fmla="*/ 51292 h 71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1441" h="71723">
                    <a:moveTo>
                      <a:pt x="100251" y="15764"/>
                    </a:moveTo>
                    <a:cubicBezTo>
                      <a:pt x="98679" y="4143"/>
                      <a:pt x="92774" y="2143"/>
                      <a:pt x="81105" y="1191"/>
                    </a:cubicBezTo>
                    <a:cubicBezTo>
                      <a:pt x="71057" y="381"/>
                      <a:pt x="59627" y="0"/>
                      <a:pt x="50721" y="0"/>
                    </a:cubicBezTo>
                    <a:cubicBezTo>
                      <a:pt x="41815" y="0"/>
                      <a:pt x="30194" y="381"/>
                      <a:pt x="20336" y="1191"/>
                    </a:cubicBezTo>
                    <a:cubicBezTo>
                      <a:pt x="8715" y="2191"/>
                      <a:pt x="2572" y="4143"/>
                      <a:pt x="1000" y="15764"/>
                    </a:cubicBezTo>
                    <a:cubicBezTo>
                      <a:pt x="429" y="21098"/>
                      <a:pt x="0" y="28384"/>
                      <a:pt x="0" y="35862"/>
                    </a:cubicBezTo>
                    <a:cubicBezTo>
                      <a:pt x="0" y="43339"/>
                      <a:pt x="381" y="50864"/>
                      <a:pt x="1000" y="55959"/>
                    </a:cubicBezTo>
                    <a:cubicBezTo>
                      <a:pt x="2572" y="67818"/>
                      <a:pt x="8715" y="69580"/>
                      <a:pt x="20336" y="70533"/>
                    </a:cubicBezTo>
                    <a:cubicBezTo>
                      <a:pt x="30194" y="71533"/>
                      <a:pt x="41815" y="71723"/>
                      <a:pt x="50721" y="71723"/>
                    </a:cubicBezTo>
                    <a:cubicBezTo>
                      <a:pt x="59627" y="71723"/>
                      <a:pt x="71057" y="71533"/>
                      <a:pt x="81105" y="70533"/>
                    </a:cubicBezTo>
                    <a:cubicBezTo>
                      <a:pt x="92726" y="69532"/>
                      <a:pt x="98679" y="67770"/>
                      <a:pt x="100251" y="55959"/>
                    </a:cubicBezTo>
                    <a:cubicBezTo>
                      <a:pt x="101060" y="50816"/>
                      <a:pt x="101441" y="43339"/>
                      <a:pt x="101441" y="35862"/>
                    </a:cubicBezTo>
                    <a:cubicBezTo>
                      <a:pt x="101441" y="28384"/>
                      <a:pt x="101060" y="21050"/>
                      <a:pt x="100251" y="15764"/>
                    </a:cubicBezTo>
                    <a:close/>
                    <a:moveTo>
                      <a:pt x="40481" y="51292"/>
                    </a:moveTo>
                    <a:lnTo>
                      <a:pt x="40481" y="20717"/>
                    </a:lnTo>
                    <a:lnTo>
                      <a:pt x="66913" y="35909"/>
                    </a:lnTo>
                    <a:lnTo>
                      <a:pt x="40481" y="51292"/>
                    </a:lnTo>
                    <a:close/>
                  </a:path>
                </a:pathLst>
              </a:custGeom>
              <a:solidFill>
                <a:srgbClr val="FFFFFF"/>
              </a:solidFill>
              <a:ln w="4763" cap="flat">
                <a:noFill/>
                <a:prstDash val="solid"/>
                <a:miter/>
              </a:ln>
            </p:spPr>
            <p:txBody>
              <a:bodyPr rtlCol="0" anchor="ctr"/>
              <a:lstStyle/>
              <a:p>
                <a:endParaRPr lang="en-AU"/>
              </a:p>
            </p:txBody>
          </p:sp>
        </p:grpSp>
      </p:grpSp>
      <p:sp>
        <p:nvSpPr>
          <p:cNvPr id="30" name="TextBox 29">
            <a:extLst>
              <a:ext uri="{FF2B5EF4-FFF2-40B4-BE49-F238E27FC236}">
                <a16:creationId xmlns:a16="http://schemas.microsoft.com/office/drawing/2014/main" id="{86AA1CEC-8694-F371-4526-F602B1F47D9A}"/>
              </a:ext>
            </a:extLst>
          </p:cNvPr>
          <p:cNvSpPr txBox="1"/>
          <p:nvPr userDrawn="1"/>
        </p:nvSpPr>
        <p:spPr>
          <a:xfrm>
            <a:off x="293584" y="4859373"/>
            <a:ext cx="3144375" cy="215444"/>
          </a:xfrm>
          <a:prstGeom prst="rect">
            <a:avLst/>
          </a:prstGeom>
          <a:noFill/>
        </p:spPr>
        <p:txBody>
          <a:bodyPr wrap="square" rtlCol="0">
            <a:spAutoFit/>
          </a:bodyPr>
          <a:lstStyle>
            <a:defPPr marR="0" lvl="0" algn="l" rtl="0">
              <a:lnSpc>
                <a:spcPct val="100000"/>
              </a:lnSpc>
              <a:spcBef>
                <a:spcPts val="0"/>
              </a:spcBef>
              <a:spcAft>
                <a:spcPts val="0"/>
              </a:spcAft>
            </a:defPPr>
            <a:lvl1pPr>
              <a:defRPr sz="700">
                <a:solidFill>
                  <a:schemeClr val="bg1"/>
                </a:solidFill>
                <a:effectLst/>
                <a:latin typeface="Verdana" panose="020B0604030504040204" pitchFamily="34" charset="0"/>
                <a:ea typeface="Verdana" panose="020B0604030504040204" pitchFamily="34" charset="0"/>
              </a:defRPr>
            </a:lvl1pPr>
          </a:lstStyle>
          <a:p>
            <a:pPr lvl="0"/>
            <a:r>
              <a:rPr lang="en-US" dirty="0"/>
              <a:t>Copyright © 2025 Ascendion. All rights reserved</a:t>
            </a:r>
          </a:p>
        </p:txBody>
      </p:sp>
      <p:sp>
        <p:nvSpPr>
          <p:cNvPr id="33" name="Google Shape;10;p2">
            <a:extLst>
              <a:ext uri="{FF2B5EF4-FFF2-40B4-BE49-F238E27FC236}">
                <a16:creationId xmlns:a16="http://schemas.microsoft.com/office/drawing/2014/main" id="{D543CF40-CA6C-AB12-3735-CF8AC652A545}"/>
              </a:ext>
            </a:extLst>
          </p:cNvPr>
          <p:cNvSpPr txBox="1">
            <a:spLocks noGrp="1"/>
          </p:cNvSpPr>
          <p:nvPr>
            <p:ph type="ctrTitle" hasCustomPrompt="1"/>
          </p:nvPr>
        </p:nvSpPr>
        <p:spPr>
          <a:xfrm>
            <a:off x="311708" y="2197678"/>
            <a:ext cx="3457652" cy="516890"/>
          </a:xfrm>
          <a:prstGeom prst="rect">
            <a:avLst/>
          </a:prstGeom>
        </p:spPr>
        <p:txBody>
          <a:bodyPr spcFirstLastPara="1" wrap="square" lIns="90000" tIns="90000" rIns="90000" bIns="36000" anchor="b" anchorCtr="0">
            <a:noAutofit/>
          </a:bodyPr>
          <a:lstStyle>
            <a:lvl1pPr lvl="0" algn="l">
              <a:spcBef>
                <a:spcPts val="0"/>
              </a:spcBef>
              <a:spcAft>
                <a:spcPts val="0"/>
              </a:spcAft>
              <a:buSzPts val="5200"/>
              <a:buNone/>
              <a:defRPr sz="2800" b="1">
                <a:solidFill>
                  <a:schemeClr val="bg1"/>
                </a:solidFill>
                <a:latin typeface="PP Neue Machina Plain Ultrabold" pitchFamily="50" charset="0"/>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r>
              <a:rPr lang="en-IN" dirty="0"/>
              <a:t>Thank You</a:t>
            </a:r>
            <a:endParaRPr dirty="0"/>
          </a:p>
        </p:txBody>
      </p:sp>
      <p:sp>
        <p:nvSpPr>
          <p:cNvPr id="2" name="TextBox 1">
            <a:extLst>
              <a:ext uri="{FF2B5EF4-FFF2-40B4-BE49-F238E27FC236}">
                <a16:creationId xmlns:a16="http://schemas.microsoft.com/office/drawing/2014/main" id="{B93F6D22-0FED-B198-C8DF-D2AFFB8B8F07}"/>
              </a:ext>
            </a:extLst>
          </p:cNvPr>
          <p:cNvSpPr txBox="1"/>
          <p:nvPr userDrawn="1"/>
        </p:nvSpPr>
        <p:spPr>
          <a:xfrm>
            <a:off x="7464222" y="1251107"/>
            <a:ext cx="1531996" cy="2862322"/>
          </a:xfrm>
          <a:prstGeom prst="rect">
            <a:avLst/>
          </a:prstGeom>
          <a:noFill/>
        </p:spPr>
        <p:txBody>
          <a:bodyPr wrap="square">
            <a:spAutoFit/>
          </a:bodyPr>
          <a:lstStyle/>
          <a:p>
            <a:r>
              <a:rPr lang="en-US" sz="900" dirty="0">
                <a:solidFill>
                  <a:schemeClr val="bg1"/>
                </a:solidFill>
                <a:latin typeface="Verdana" panose="020B0604030504040204" pitchFamily="34" charset="0"/>
                <a:ea typeface="Verdana" panose="020B0604030504040204" pitchFamily="34" charset="0"/>
              </a:rPr>
              <a:t>Ascendion provides digital engineering services that power growth and deliver captivating experiences to consumers and employees. Our applied AI, engineering, cloud, data, experience design, and talent transformation capabilities accelerate innovation for Global 2000 clients. Headquartered in New Jersey, our workforce delivers solutions from around the globe. </a:t>
            </a:r>
          </a:p>
        </p:txBody>
      </p:sp>
    </p:spTree>
    <p:extLst>
      <p:ext uri="{BB962C8B-B14F-4D97-AF65-F5344CB8AC3E}">
        <p14:creationId xmlns:p14="http://schemas.microsoft.com/office/powerpoint/2010/main" val="3894360935"/>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slide" preserve="1" userDrawn="1">
  <p:cSld name="1_Title slide">
    <p:bg>
      <p:bgPr>
        <a:solidFill>
          <a:schemeClr val="bg1"/>
        </a:solidFill>
        <a:effectLst/>
      </p:bgPr>
    </p:bg>
    <p:spTree>
      <p:nvGrpSpPr>
        <p:cNvPr id="1" name="Shape 9"/>
        <p:cNvGrpSpPr/>
        <p:nvPr/>
      </p:nvGrpSpPr>
      <p:grpSpPr>
        <a:xfrm>
          <a:off x="0" y="0"/>
          <a:ext cx="0" cy="0"/>
          <a:chOff x="0" y="0"/>
          <a:chExt cx="0" cy="0"/>
        </a:xfrm>
      </p:grpSpPr>
      <p:sp>
        <p:nvSpPr>
          <p:cNvPr id="13" name="Freeform: Shape 12">
            <a:extLst>
              <a:ext uri="{FF2B5EF4-FFF2-40B4-BE49-F238E27FC236}">
                <a16:creationId xmlns:a16="http://schemas.microsoft.com/office/drawing/2014/main" id="{DCFA8F1A-438C-2D31-EC45-A4CCF4206F40}"/>
              </a:ext>
            </a:extLst>
          </p:cNvPr>
          <p:cNvSpPr/>
          <p:nvPr/>
        </p:nvSpPr>
        <p:spPr>
          <a:xfrm>
            <a:off x="0" y="4305300"/>
            <a:ext cx="9144000" cy="857250"/>
          </a:xfrm>
          <a:custGeom>
            <a:avLst/>
            <a:gdLst>
              <a:gd name="connsiteX0" fmla="*/ 0 w 9144000"/>
              <a:gd name="connsiteY0" fmla="*/ 857250 h 857250"/>
              <a:gd name="connsiteX1" fmla="*/ 0 w 9144000"/>
              <a:gd name="connsiteY1" fmla="*/ 149828 h 857250"/>
              <a:gd name="connsiteX2" fmla="*/ 7540609 w 9144000"/>
              <a:gd name="connsiteY2" fmla="*/ 149828 h 857250"/>
              <a:gd name="connsiteX3" fmla="*/ 8245698 w 9144000"/>
              <a:gd name="connsiteY3" fmla="*/ 0 h 857250"/>
              <a:gd name="connsiteX4" fmla="*/ 8933831 w 9144000"/>
              <a:gd name="connsiteY4" fmla="*/ 149828 h 857250"/>
              <a:gd name="connsiteX5" fmla="*/ 9144000 w 9144000"/>
              <a:gd name="connsiteY5" fmla="*/ 149828 h 857250"/>
              <a:gd name="connsiteX6" fmla="*/ 9144000 w 9144000"/>
              <a:gd name="connsiteY6" fmla="*/ 857250 h 857250"/>
              <a:gd name="connsiteX7" fmla="*/ 0 w 9144000"/>
              <a:gd name="connsiteY7" fmla="*/ 857250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0" h="857250">
                <a:moveTo>
                  <a:pt x="0" y="857250"/>
                </a:moveTo>
                <a:lnTo>
                  <a:pt x="0" y="149828"/>
                </a:lnTo>
                <a:lnTo>
                  <a:pt x="7540609" y="149828"/>
                </a:lnTo>
                <a:lnTo>
                  <a:pt x="8245698" y="0"/>
                </a:lnTo>
                <a:lnTo>
                  <a:pt x="8933831" y="149828"/>
                </a:lnTo>
                <a:lnTo>
                  <a:pt x="9144000" y="149828"/>
                </a:lnTo>
                <a:lnTo>
                  <a:pt x="9144000" y="857250"/>
                </a:lnTo>
                <a:lnTo>
                  <a:pt x="0" y="857250"/>
                </a:lnTo>
                <a:close/>
              </a:path>
            </a:pathLst>
          </a:custGeom>
          <a:gradFill>
            <a:gsLst>
              <a:gs pos="0">
                <a:srgbClr val="5BC1A0"/>
              </a:gs>
              <a:gs pos="50000">
                <a:srgbClr val="2E9376"/>
              </a:gs>
              <a:gs pos="100000">
                <a:srgbClr val="01654D"/>
              </a:gs>
            </a:gsLst>
            <a:lin ang="0" scaled="1"/>
          </a:gradFill>
          <a:ln w="81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lvl="0" defTabSz="914400" eaLnBrk="1" latinLnBrk="0" hangingPunct="1"/>
            <a:endParaRPr lang="en-AU" sz="1800" kern="1200">
              <a:solidFill>
                <a:schemeClr val="tx1"/>
              </a:solidFill>
              <a:latin typeface="+mn-lt"/>
              <a:ea typeface="+mn-ea"/>
              <a:cs typeface="+mn-cs"/>
            </a:endParaRPr>
          </a:p>
        </p:txBody>
      </p:sp>
      <p:sp>
        <p:nvSpPr>
          <p:cNvPr id="14" name="Freeform: Shape 13">
            <a:extLst>
              <a:ext uri="{FF2B5EF4-FFF2-40B4-BE49-F238E27FC236}">
                <a16:creationId xmlns:a16="http://schemas.microsoft.com/office/drawing/2014/main" id="{6332EFC7-40EB-E5E0-6D5B-205A7815463F}"/>
              </a:ext>
            </a:extLst>
          </p:cNvPr>
          <p:cNvSpPr/>
          <p:nvPr/>
        </p:nvSpPr>
        <p:spPr>
          <a:xfrm>
            <a:off x="7540608" y="4441555"/>
            <a:ext cx="1246536" cy="285083"/>
          </a:xfrm>
          <a:custGeom>
            <a:avLst/>
            <a:gdLst>
              <a:gd name="connsiteX0" fmla="*/ 718995 w 1246536"/>
              <a:gd name="connsiteY0" fmla="*/ 0 h 285083"/>
              <a:gd name="connsiteX1" fmla="*/ 769239 w 1246536"/>
              <a:gd name="connsiteY1" fmla="*/ 10668 h 285083"/>
              <a:gd name="connsiteX2" fmla="*/ 842391 w 1246536"/>
              <a:gd name="connsiteY2" fmla="*/ 94726 h 285083"/>
              <a:gd name="connsiteX3" fmla="*/ 769239 w 1246536"/>
              <a:gd name="connsiteY3" fmla="*/ 147876 h 285083"/>
              <a:gd name="connsiteX4" fmla="*/ 718995 w 1246536"/>
              <a:gd name="connsiteY4" fmla="*/ 137208 h 285083"/>
              <a:gd name="connsiteX5" fmla="*/ 718995 w 1246536"/>
              <a:gd name="connsiteY5" fmla="*/ 48 h 285083"/>
              <a:gd name="connsiteX6" fmla="*/ 769239 w 1246536"/>
              <a:gd name="connsiteY6" fmla="*/ 116729 h 285083"/>
              <a:gd name="connsiteX7" fmla="*/ 808530 w 1246536"/>
              <a:gd name="connsiteY7" fmla="*/ 87535 h 285083"/>
              <a:gd name="connsiteX8" fmla="*/ 769239 w 1246536"/>
              <a:gd name="connsiteY8" fmla="*/ 41624 h 285083"/>
              <a:gd name="connsiteX9" fmla="*/ 752856 w 1246536"/>
              <a:gd name="connsiteY9" fmla="*/ 38148 h 285083"/>
              <a:gd name="connsiteX10" fmla="*/ 752856 w 1246536"/>
              <a:gd name="connsiteY10" fmla="*/ 113252 h 285083"/>
              <a:gd name="connsiteX11" fmla="*/ 769239 w 1246536"/>
              <a:gd name="connsiteY11" fmla="*/ 116729 h 285083"/>
              <a:gd name="connsiteX12" fmla="*/ 947024 w 1246536"/>
              <a:gd name="connsiteY12" fmla="*/ 48482 h 285083"/>
              <a:gd name="connsiteX13" fmla="*/ 947024 w 1246536"/>
              <a:gd name="connsiteY13" fmla="*/ 79391 h 285083"/>
              <a:gd name="connsiteX14" fmla="*/ 917067 w 1246536"/>
              <a:gd name="connsiteY14" fmla="*/ 73009 h 285083"/>
              <a:gd name="connsiteX15" fmla="*/ 917067 w 1246536"/>
              <a:gd name="connsiteY15" fmla="*/ 148114 h 285083"/>
              <a:gd name="connsiteX16" fmla="*/ 947024 w 1246536"/>
              <a:gd name="connsiteY16" fmla="*/ 154496 h 285083"/>
              <a:gd name="connsiteX17" fmla="*/ 947024 w 1246536"/>
              <a:gd name="connsiteY17" fmla="*/ 185642 h 285083"/>
              <a:gd name="connsiteX18" fmla="*/ 853393 w 1246536"/>
              <a:gd name="connsiteY18" fmla="*/ 165735 h 285083"/>
              <a:gd name="connsiteX19" fmla="*/ 853393 w 1246536"/>
              <a:gd name="connsiteY19" fmla="*/ 134588 h 285083"/>
              <a:gd name="connsiteX20" fmla="*/ 883349 w 1246536"/>
              <a:gd name="connsiteY20" fmla="*/ 140970 h 285083"/>
              <a:gd name="connsiteX21" fmla="*/ 883349 w 1246536"/>
              <a:gd name="connsiteY21" fmla="*/ 65865 h 285083"/>
              <a:gd name="connsiteX22" fmla="*/ 853393 w 1246536"/>
              <a:gd name="connsiteY22" fmla="*/ 59484 h 285083"/>
              <a:gd name="connsiteX23" fmla="*/ 853393 w 1246536"/>
              <a:gd name="connsiteY23" fmla="*/ 28575 h 285083"/>
              <a:gd name="connsiteX24" fmla="*/ 947024 w 1246536"/>
              <a:gd name="connsiteY24" fmla="*/ 48482 h 285083"/>
              <a:gd name="connsiteX25" fmla="*/ 1026319 w 1246536"/>
              <a:gd name="connsiteY25" fmla="*/ 62627 h 285083"/>
              <a:gd name="connsiteX26" fmla="*/ 1094994 w 1246536"/>
              <a:gd name="connsiteY26" fmla="*/ 148447 h 285083"/>
              <a:gd name="connsiteX27" fmla="*/ 1026319 w 1246536"/>
              <a:gd name="connsiteY27" fmla="*/ 205264 h 285083"/>
              <a:gd name="connsiteX28" fmla="*/ 957263 w 1246536"/>
              <a:gd name="connsiteY28" fmla="*/ 119205 h 285083"/>
              <a:gd name="connsiteX29" fmla="*/ 1026319 w 1246536"/>
              <a:gd name="connsiteY29" fmla="*/ 62675 h 285083"/>
              <a:gd name="connsiteX30" fmla="*/ 1026319 w 1246536"/>
              <a:gd name="connsiteY30" fmla="*/ 173117 h 285083"/>
              <a:gd name="connsiteX31" fmla="*/ 1060180 w 1246536"/>
              <a:gd name="connsiteY31" fmla="*/ 141018 h 285083"/>
              <a:gd name="connsiteX32" fmla="*/ 1026319 w 1246536"/>
              <a:gd name="connsiteY32" fmla="*/ 94726 h 285083"/>
              <a:gd name="connsiteX33" fmla="*/ 992267 w 1246536"/>
              <a:gd name="connsiteY33" fmla="*/ 126587 h 285083"/>
              <a:gd name="connsiteX34" fmla="*/ 1026319 w 1246536"/>
              <a:gd name="connsiteY34" fmla="*/ 173117 h 285083"/>
              <a:gd name="connsiteX35" fmla="*/ 1111949 w 1246536"/>
              <a:gd name="connsiteY35" fmla="*/ 83534 h 285083"/>
              <a:gd name="connsiteX36" fmla="*/ 1175814 w 1246536"/>
              <a:gd name="connsiteY36" fmla="*/ 97107 h 285083"/>
              <a:gd name="connsiteX37" fmla="*/ 1212675 w 1246536"/>
              <a:gd name="connsiteY37" fmla="*/ 230791 h 285083"/>
              <a:gd name="connsiteX38" fmla="*/ 1212675 w 1246536"/>
              <a:gd name="connsiteY38" fmla="*/ 104918 h 285083"/>
              <a:gd name="connsiteX39" fmla="*/ 1246537 w 1246536"/>
              <a:gd name="connsiteY39" fmla="*/ 112109 h 285083"/>
              <a:gd name="connsiteX40" fmla="*/ 1246537 w 1246536"/>
              <a:gd name="connsiteY40" fmla="*/ 249269 h 285083"/>
              <a:gd name="connsiteX41" fmla="*/ 1182672 w 1246536"/>
              <a:gd name="connsiteY41" fmla="*/ 235696 h 285083"/>
              <a:gd name="connsiteX42" fmla="*/ 1145810 w 1246536"/>
              <a:gd name="connsiteY42" fmla="*/ 102013 h 285083"/>
              <a:gd name="connsiteX43" fmla="*/ 1145810 w 1246536"/>
              <a:gd name="connsiteY43" fmla="*/ 227886 h 285083"/>
              <a:gd name="connsiteX44" fmla="*/ 1111949 w 1246536"/>
              <a:gd name="connsiteY44" fmla="*/ 220694 h 285083"/>
              <a:gd name="connsiteX45" fmla="*/ 1111949 w 1246536"/>
              <a:gd name="connsiteY45" fmla="*/ 83534 h 285083"/>
              <a:gd name="connsiteX46" fmla="*/ 42101 w 1246536"/>
              <a:gd name="connsiteY46" fmla="*/ 138970 h 285083"/>
              <a:gd name="connsiteX47" fmla="*/ 104108 w 1246536"/>
              <a:gd name="connsiteY47" fmla="*/ 125778 h 285083"/>
              <a:gd name="connsiteX48" fmla="*/ 145971 w 1246536"/>
              <a:gd name="connsiteY48" fmla="*/ 254032 h 285083"/>
              <a:gd name="connsiteX49" fmla="*/ 110061 w 1246536"/>
              <a:gd name="connsiteY49" fmla="*/ 261652 h 285083"/>
              <a:gd name="connsiteX50" fmla="*/ 97774 w 1246536"/>
              <a:gd name="connsiteY50" fmla="*/ 222837 h 285083"/>
              <a:gd name="connsiteX51" fmla="*/ 47863 w 1246536"/>
              <a:gd name="connsiteY51" fmla="*/ 233458 h 285083"/>
              <a:gd name="connsiteX52" fmla="*/ 35576 w 1246536"/>
              <a:gd name="connsiteY52" fmla="*/ 277511 h 285083"/>
              <a:gd name="connsiteX53" fmla="*/ 0 w 1246536"/>
              <a:gd name="connsiteY53" fmla="*/ 285083 h 285083"/>
              <a:gd name="connsiteX54" fmla="*/ 42053 w 1246536"/>
              <a:gd name="connsiteY54" fmla="*/ 138970 h 285083"/>
              <a:gd name="connsiteX55" fmla="*/ 88440 w 1246536"/>
              <a:gd name="connsiteY55" fmla="*/ 193929 h 285083"/>
              <a:gd name="connsiteX56" fmla="*/ 72819 w 1246536"/>
              <a:gd name="connsiteY56" fmla="*/ 144923 h 285083"/>
              <a:gd name="connsiteX57" fmla="*/ 57198 w 1246536"/>
              <a:gd name="connsiteY57" fmla="*/ 200597 h 285083"/>
              <a:gd name="connsiteX58" fmla="*/ 88488 w 1246536"/>
              <a:gd name="connsiteY58" fmla="*/ 193929 h 285083"/>
              <a:gd name="connsiteX59" fmla="*/ 214646 w 1246536"/>
              <a:gd name="connsiteY59" fmla="*/ 242173 h 285083"/>
              <a:gd name="connsiteX60" fmla="*/ 148733 w 1246536"/>
              <a:gd name="connsiteY60" fmla="*/ 199930 h 285083"/>
              <a:gd name="connsiteX61" fmla="*/ 183738 w 1246536"/>
              <a:gd name="connsiteY61" fmla="*/ 192500 h 285083"/>
              <a:gd name="connsiteX62" fmla="*/ 215408 w 1246536"/>
              <a:gd name="connsiteY62" fmla="*/ 212408 h 285083"/>
              <a:gd name="connsiteX63" fmla="*/ 239030 w 1246536"/>
              <a:gd name="connsiteY63" fmla="*/ 195310 h 285083"/>
              <a:gd name="connsiteX64" fmla="*/ 227886 w 1246536"/>
              <a:gd name="connsiteY64" fmla="*/ 187166 h 285083"/>
              <a:gd name="connsiteX65" fmla="*/ 183975 w 1246536"/>
              <a:gd name="connsiteY65" fmla="*/ 184452 h 285083"/>
              <a:gd name="connsiteX66" fmla="*/ 154210 w 1246536"/>
              <a:gd name="connsiteY66" fmla="*/ 153210 h 285083"/>
              <a:gd name="connsiteX67" fmla="*/ 207645 w 1246536"/>
              <a:gd name="connsiteY67" fmla="*/ 101013 h 285083"/>
              <a:gd name="connsiteX68" fmla="*/ 268891 w 1246536"/>
              <a:gd name="connsiteY68" fmla="*/ 138017 h 285083"/>
              <a:gd name="connsiteX69" fmla="*/ 234077 w 1246536"/>
              <a:gd name="connsiteY69" fmla="*/ 145399 h 285083"/>
              <a:gd name="connsiteX70" fmla="*/ 208217 w 1246536"/>
              <a:gd name="connsiteY70" fmla="*/ 129873 h 285083"/>
              <a:gd name="connsiteX71" fmla="*/ 189215 w 1246536"/>
              <a:gd name="connsiteY71" fmla="*/ 145018 h 285083"/>
              <a:gd name="connsiteX72" fmla="*/ 199454 w 1246536"/>
              <a:gd name="connsiteY72" fmla="*/ 152352 h 285083"/>
              <a:gd name="connsiteX73" fmla="*/ 242078 w 1246536"/>
              <a:gd name="connsiteY73" fmla="*/ 154400 h 285083"/>
              <a:gd name="connsiteX74" fmla="*/ 273891 w 1246536"/>
              <a:gd name="connsiteY74" fmla="*/ 186357 h 285083"/>
              <a:gd name="connsiteX75" fmla="*/ 214694 w 1246536"/>
              <a:gd name="connsiteY75" fmla="*/ 242125 h 285083"/>
              <a:gd name="connsiteX76" fmla="*/ 283702 w 1246536"/>
              <a:gd name="connsiteY76" fmla="*/ 156115 h 285083"/>
              <a:gd name="connsiteX77" fmla="*/ 353330 w 1246536"/>
              <a:gd name="connsiteY77" fmla="*/ 70104 h 285083"/>
              <a:gd name="connsiteX78" fmla="*/ 419767 w 1246536"/>
              <a:gd name="connsiteY78" fmla="*/ 111633 h 285083"/>
              <a:gd name="connsiteX79" fmla="*/ 384953 w 1246536"/>
              <a:gd name="connsiteY79" fmla="*/ 119015 h 285083"/>
              <a:gd name="connsiteX80" fmla="*/ 353473 w 1246536"/>
              <a:gd name="connsiteY80" fmla="*/ 102156 h 285083"/>
              <a:gd name="connsiteX81" fmla="*/ 318659 w 1246536"/>
              <a:gd name="connsiteY81" fmla="*/ 148638 h 285083"/>
              <a:gd name="connsiteX82" fmla="*/ 353473 w 1246536"/>
              <a:gd name="connsiteY82" fmla="*/ 180546 h 285083"/>
              <a:gd name="connsiteX83" fmla="*/ 384953 w 1246536"/>
              <a:gd name="connsiteY83" fmla="*/ 150114 h 285083"/>
              <a:gd name="connsiteX84" fmla="*/ 419767 w 1246536"/>
              <a:gd name="connsiteY84" fmla="*/ 142732 h 285083"/>
              <a:gd name="connsiteX85" fmla="*/ 353330 w 1246536"/>
              <a:gd name="connsiteY85" fmla="*/ 212693 h 285083"/>
              <a:gd name="connsiteX86" fmla="*/ 283702 w 1246536"/>
              <a:gd name="connsiteY86" fmla="*/ 156115 h 285083"/>
              <a:gd name="connsiteX87" fmla="*/ 436340 w 1246536"/>
              <a:gd name="connsiteY87" fmla="*/ 55150 h 285083"/>
              <a:gd name="connsiteX88" fmla="*/ 540782 w 1246536"/>
              <a:gd name="connsiteY88" fmla="*/ 32956 h 285083"/>
              <a:gd name="connsiteX89" fmla="*/ 540782 w 1246536"/>
              <a:gd name="connsiteY89" fmla="*/ 63865 h 285083"/>
              <a:gd name="connsiteX90" fmla="*/ 470440 w 1246536"/>
              <a:gd name="connsiteY90" fmla="*/ 78819 h 285083"/>
              <a:gd name="connsiteX91" fmla="*/ 470440 w 1246536"/>
              <a:gd name="connsiteY91" fmla="*/ 101775 h 285083"/>
              <a:gd name="connsiteX92" fmla="*/ 531495 w 1246536"/>
              <a:gd name="connsiteY92" fmla="*/ 88821 h 285083"/>
              <a:gd name="connsiteX93" fmla="*/ 531495 w 1246536"/>
              <a:gd name="connsiteY93" fmla="*/ 118015 h 285083"/>
              <a:gd name="connsiteX94" fmla="*/ 470440 w 1246536"/>
              <a:gd name="connsiteY94" fmla="*/ 131016 h 285083"/>
              <a:gd name="connsiteX95" fmla="*/ 470440 w 1246536"/>
              <a:gd name="connsiteY95" fmla="*/ 154162 h 285083"/>
              <a:gd name="connsiteX96" fmla="*/ 540782 w 1246536"/>
              <a:gd name="connsiteY96" fmla="*/ 139208 h 285083"/>
              <a:gd name="connsiteX97" fmla="*/ 540782 w 1246536"/>
              <a:gd name="connsiteY97" fmla="*/ 170117 h 285083"/>
              <a:gd name="connsiteX98" fmla="*/ 436340 w 1246536"/>
              <a:gd name="connsiteY98" fmla="*/ 192310 h 285083"/>
              <a:gd name="connsiteX99" fmla="*/ 436340 w 1246536"/>
              <a:gd name="connsiteY99" fmla="*/ 55150 h 285083"/>
              <a:gd name="connsiteX100" fmla="*/ 561308 w 1246536"/>
              <a:gd name="connsiteY100" fmla="*/ 28623 h 285083"/>
              <a:gd name="connsiteX101" fmla="*/ 625173 w 1246536"/>
              <a:gd name="connsiteY101" fmla="*/ 15049 h 285083"/>
              <a:gd name="connsiteX102" fmla="*/ 662035 w 1246536"/>
              <a:gd name="connsiteY102" fmla="*/ 133112 h 285083"/>
              <a:gd name="connsiteX103" fmla="*/ 662035 w 1246536"/>
              <a:gd name="connsiteY103" fmla="*/ 7239 h 285083"/>
              <a:gd name="connsiteX104" fmla="*/ 695897 w 1246536"/>
              <a:gd name="connsiteY104" fmla="*/ 48 h 285083"/>
              <a:gd name="connsiteX105" fmla="*/ 695897 w 1246536"/>
              <a:gd name="connsiteY105" fmla="*/ 137208 h 285083"/>
              <a:gd name="connsiteX106" fmla="*/ 632032 w 1246536"/>
              <a:gd name="connsiteY106" fmla="*/ 150781 h 285083"/>
              <a:gd name="connsiteX107" fmla="*/ 595170 w 1246536"/>
              <a:gd name="connsiteY107" fmla="*/ 32718 h 285083"/>
              <a:gd name="connsiteX108" fmla="*/ 595170 w 1246536"/>
              <a:gd name="connsiteY108" fmla="*/ 158591 h 285083"/>
              <a:gd name="connsiteX109" fmla="*/ 561308 w 1246536"/>
              <a:gd name="connsiteY109" fmla="*/ 165783 h 285083"/>
              <a:gd name="connsiteX110" fmla="*/ 561308 w 1246536"/>
              <a:gd name="connsiteY110" fmla="*/ 28623 h 285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246536" h="285083">
                <a:moveTo>
                  <a:pt x="718995" y="0"/>
                </a:moveTo>
                <a:lnTo>
                  <a:pt x="769239" y="10668"/>
                </a:lnTo>
                <a:cubicBezTo>
                  <a:pt x="805149" y="18288"/>
                  <a:pt x="842391" y="35766"/>
                  <a:pt x="842391" y="94726"/>
                </a:cubicBezTo>
                <a:cubicBezTo>
                  <a:pt x="842391" y="153876"/>
                  <a:pt x="805149" y="155496"/>
                  <a:pt x="769239" y="147876"/>
                </a:cubicBezTo>
                <a:lnTo>
                  <a:pt x="718995" y="137208"/>
                </a:lnTo>
                <a:lnTo>
                  <a:pt x="718995" y="48"/>
                </a:lnTo>
                <a:close/>
                <a:moveTo>
                  <a:pt x="769239" y="116729"/>
                </a:moveTo>
                <a:cubicBezTo>
                  <a:pt x="791766" y="121539"/>
                  <a:pt x="808530" y="124301"/>
                  <a:pt x="808530" y="87535"/>
                </a:cubicBezTo>
                <a:cubicBezTo>
                  <a:pt x="808530" y="50768"/>
                  <a:pt x="791623" y="46387"/>
                  <a:pt x="769239" y="41624"/>
                </a:cubicBezTo>
                <a:lnTo>
                  <a:pt x="752856" y="38148"/>
                </a:lnTo>
                <a:lnTo>
                  <a:pt x="752856" y="113252"/>
                </a:lnTo>
                <a:cubicBezTo>
                  <a:pt x="752856" y="113252"/>
                  <a:pt x="769239" y="116729"/>
                  <a:pt x="769239" y="116729"/>
                </a:cubicBezTo>
                <a:close/>
                <a:moveTo>
                  <a:pt x="947024" y="48482"/>
                </a:moveTo>
                <a:lnTo>
                  <a:pt x="947024" y="79391"/>
                </a:lnTo>
                <a:cubicBezTo>
                  <a:pt x="947024" y="79391"/>
                  <a:pt x="917067" y="73009"/>
                  <a:pt x="917067" y="73009"/>
                </a:cubicBezTo>
                <a:lnTo>
                  <a:pt x="917067" y="148114"/>
                </a:lnTo>
                <a:cubicBezTo>
                  <a:pt x="917067" y="148114"/>
                  <a:pt x="947024" y="154496"/>
                  <a:pt x="947024" y="154496"/>
                </a:cubicBezTo>
                <a:lnTo>
                  <a:pt x="947024" y="185642"/>
                </a:lnTo>
                <a:cubicBezTo>
                  <a:pt x="947024" y="185642"/>
                  <a:pt x="853393" y="165735"/>
                  <a:pt x="853393" y="165735"/>
                </a:cubicBezTo>
                <a:lnTo>
                  <a:pt x="853393" y="134588"/>
                </a:lnTo>
                <a:cubicBezTo>
                  <a:pt x="853393" y="134588"/>
                  <a:pt x="883349" y="140970"/>
                  <a:pt x="883349" y="140970"/>
                </a:cubicBezTo>
                <a:lnTo>
                  <a:pt x="883349" y="65865"/>
                </a:lnTo>
                <a:cubicBezTo>
                  <a:pt x="883349" y="65865"/>
                  <a:pt x="853393" y="59484"/>
                  <a:pt x="853393" y="59484"/>
                </a:cubicBezTo>
                <a:lnTo>
                  <a:pt x="853393" y="28575"/>
                </a:lnTo>
                <a:cubicBezTo>
                  <a:pt x="853393" y="28575"/>
                  <a:pt x="947024" y="48482"/>
                  <a:pt x="947024" y="48482"/>
                </a:cubicBezTo>
                <a:close/>
                <a:moveTo>
                  <a:pt x="1026319" y="62627"/>
                </a:moveTo>
                <a:cubicBezTo>
                  <a:pt x="1068944" y="71676"/>
                  <a:pt x="1094994" y="107966"/>
                  <a:pt x="1094994" y="148447"/>
                </a:cubicBezTo>
                <a:cubicBezTo>
                  <a:pt x="1094994" y="189119"/>
                  <a:pt x="1068944" y="214313"/>
                  <a:pt x="1026319" y="205264"/>
                </a:cubicBezTo>
                <a:cubicBezTo>
                  <a:pt x="983504" y="196167"/>
                  <a:pt x="957263" y="159829"/>
                  <a:pt x="957263" y="119205"/>
                </a:cubicBezTo>
                <a:cubicBezTo>
                  <a:pt x="957263" y="78724"/>
                  <a:pt x="983504" y="53578"/>
                  <a:pt x="1026319" y="62675"/>
                </a:cubicBezTo>
                <a:moveTo>
                  <a:pt x="1026319" y="173117"/>
                </a:moveTo>
                <a:cubicBezTo>
                  <a:pt x="1049036" y="177927"/>
                  <a:pt x="1060180" y="165926"/>
                  <a:pt x="1060180" y="141018"/>
                </a:cubicBezTo>
                <a:cubicBezTo>
                  <a:pt x="1060180" y="116110"/>
                  <a:pt x="1048846" y="99489"/>
                  <a:pt x="1026319" y="94726"/>
                </a:cubicBezTo>
                <a:cubicBezTo>
                  <a:pt x="1003602" y="89916"/>
                  <a:pt x="992267" y="101870"/>
                  <a:pt x="992267" y="126587"/>
                </a:cubicBezTo>
                <a:cubicBezTo>
                  <a:pt x="992267" y="151495"/>
                  <a:pt x="1003649" y="168307"/>
                  <a:pt x="1026319" y="173117"/>
                </a:cubicBezTo>
                <a:moveTo>
                  <a:pt x="1111949" y="83534"/>
                </a:moveTo>
                <a:lnTo>
                  <a:pt x="1175814" y="97107"/>
                </a:lnTo>
                <a:lnTo>
                  <a:pt x="1212675" y="230791"/>
                </a:lnTo>
                <a:lnTo>
                  <a:pt x="1212675" y="104918"/>
                </a:lnTo>
                <a:cubicBezTo>
                  <a:pt x="1212675" y="104918"/>
                  <a:pt x="1246537" y="112109"/>
                  <a:pt x="1246537" y="112109"/>
                </a:cubicBezTo>
                <a:lnTo>
                  <a:pt x="1246537" y="249269"/>
                </a:lnTo>
                <a:cubicBezTo>
                  <a:pt x="1246537" y="249269"/>
                  <a:pt x="1182672" y="235696"/>
                  <a:pt x="1182672" y="235696"/>
                </a:cubicBezTo>
                <a:lnTo>
                  <a:pt x="1145810" y="102013"/>
                </a:lnTo>
                <a:lnTo>
                  <a:pt x="1145810" y="227886"/>
                </a:lnTo>
                <a:cubicBezTo>
                  <a:pt x="1145810" y="227886"/>
                  <a:pt x="1111949" y="220694"/>
                  <a:pt x="1111949" y="220694"/>
                </a:cubicBezTo>
                <a:lnTo>
                  <a:pt x="1111949" y="83534"/>
                </a:lnTo>
                <a:close/>
                <a:moveTo>
                  <a:pt x="42101" y="138970"/>
                </a:moveTo>
                <a:lnTo>
                  <a:pt x="104108" y="125778"/>
                </a:lnTo>
                <a:lnTo>
                  <a:pt x="145971" y="254032"/>
                </a:lnTo>
                <a:lnTo>
                  <a:pt x="110061" y="261652"/>
                </a:lnTo>
                <a:lnTo>
                  <a:pt x="97774" y="222837"/>
                </a:lnTo>
                <a:lnTo>
                  <a:pt x="47863" y="233458"/>
                </a:lnTo>
                <a:lnTo>
                  <a:pt x="35576" y="277511"/>
                </a:lnTo>
                <a:lnTo>
                  <a:pt x="0" y="285083"/>
                </a:lnTo>
                <a:lnTo>
                  <a:pt x="42053" y="138970"/>
                </a:lnTo>
                <a:close/>
                <a:moveTo>
                  <a:pt x="88440" y="193929"/>
                </a:moveTo>
                <a:lnTo>
                  <a:pt x="72819" y="144923"/>
                </a:lnTo>
                <a:lnTo>
                  <a:pt x="57198" y="200597"/>
                </a:lnTo>
                <a:lnTo>
                  <a:pt x="88488" y="193929"/>
                </a:lnTo>
                <a:close/>
                <a:moveTo>
                  <a:pt x="214646" y="242173"/>
                </a:moveTo>
                <a:cubicBezTo>
                  <a:pt x="168307" y="252031"/>
                  <a:pt x="148733" y="235553"/>
                  <a:pt x="148733" y="199930"/>
                </a:cubicBezTo>
                <a:lnTo>
                  <a:pt x="183738" y="192500"/>
                </a:lnTo>
                <a:cubicBezTo>
                  <a:pt x="183738" y="211979"/>
                  <a:pt x="190977" y="217599"/>
                  <a:pt x="215408" y="212408"/>
                </a:cubicBezTo>
                <a:cubicBezTo>
                  <a:pt x="231982" y="208883"/>
                  <a:pt x="239030" y="203883"/>
                  <a:pt x="239030" y="195310"/>
                </a:cubicBezTo>
                <a:cubicBezTo>
                  <a:pt x="239030" y="190452"/>
                  <a:pt x="235315" y="187547"/>
                  <a:pt x="227886" y="187166"/>
                </a:cubicBezTo>
                <a:lnTo>
                  <a:pt x="183975" y="184452"/>
                </a:lnTo>
                <a:cubicBezTo>
                  <a:pt x="161258" y="182880"/>
                  <a:pt x="154210" y="170545"/>
                  <a:pt x="154210" y="153210"/>
                </a:cubicBezTo>
                <a:cubicBezTo>
                  <a:pt x="154210" y="126540"/>
                  <a:pt x="173212" y="108299"/>
                  <a:pt x="207645" y="101013"/>
                </a:cubicBezTo>
                <a:cubicBezTo>
                  <a:pt x="248603" y="92297"/>
                  <a:pt x="268891" y="108252"/>
                  <a:pt x="268891" y="138017"/>
                </a:cubicBezTo>
                <a:lnTo>
                  <a:pt x="234077" y="145399"/>
                </a:lnTo>
                <a:cubicBezTo>
                  <a:pt x="234077" y="130635"/>
                  <a:pt x="226076" y="126111"/>
                  <a:pt x="208217" y="129873"/>
                </a:cubicBezTo>
                <a:cubicBezTo>
                  <a:pt x="195739" y="132540"/>
                  <a:pt x="189215" y="137208"/>
                  <a:pt x="189215" y="145018"/>
                </a:cubicBezTo>
                <a:cubicBezTo>
                  <a:pt x="189215" y="148923"/>
                  <a:pt x="191262" y="151781"/>
                  <a:pt x="199454" y="152352"/>
                </a:cubicBezTo>
                <a:lnTo>
                  <a:pt x="242078" y="154400"/>
                </a:lnTo>
                <a:cubicBezTo>
                  <a:pt x="263843" y="155400"/>
                  <a:pt x="273891" y="166306"/>
                  <a:pt x="273891" y="186357"/>
                </a:cubicBezTo>
                <a:cubicBezTo>
                  <a:pt x="273891" y="212408"/>
                  <a:pt x="256747" y="233172"/>
                  <a:pt x="214694" y="242125"/>
                </a:cubicBezTo>
                <a:moveTo>
                  <a:pt x="283702" y="156115"/>
                </a:moveTo>
                <a:cubicBezTo>
                  <a:pt x="283702" y="115633"/>
                  <a:pt x="310325" y="79248"/>
                  <a:pt x="353330" y="70104"/>
                </a:cubicBezTo>
                <a:cubicBezTo>
                  <a:pt x="390906" y="62103"/>
                  <a:pt x="415862" y="78010"/>
                  <a:pt x="419767" y="111633"/>
                </a:cubicBezTo>
                <a:lnTo>
                  <a:pt x="384953" y="119015"/>
                </a:lnTo>
                <a:cubicBezTo>
                  <a:pt x="382143" y="104823"/>
                  <a:pt x="370047" y="98631"/>
                  <a:pt x="353473" y="102156"/>
                </a:cubicBezTo>
                <a:cubicBezTo>
                  <a:pt x="333185" y="106490"/>
                  <a:pt x="318659" y="121634"/>
                  <a:pt x="318659" y="148638"/>
                </a:cubicBezTo>
                <a:cubicBezTo>
                  <a:pt x="318659" y="175879"/>
                  <a:pt x="333185" y="184833"/>
                  <a:pt x="353473" y="180546"/>
                </a:cubicBezTo>
                <a:cubicBezTo>
                  <a:pt x="370047" y="177022"/>
                  <a:pt x="382143" y="165497"/>
                  <a:pt x="384953" y="150114"/>
                </a:cubicBezTo>
                <a:lnTo>
                  <a:pt x="419767" y="142732"/>
                </a:lnTo>
                <a:cubicBezTo>
                  <a:pt x="415862" y="178213"/>
                  <a:pt x="390906" y="204692"/>
                  <a:pt x="353330" y="212693"/>
                </a:cubicBezTo>
                <a:cubicBezTo>
                  <a:pt x="310325" y="221837"/>
                  <a:pt x="283702" y="196739"/>
                  <a:pt x="283702" y="156115"/>
                </a:cubicBezTo>
                <a:moveTo>
                  <a:pt x="436340" y="55150"/>
                </a:moveTo>
                <a:lnTo>
                  <a:pt x="540782" y="32956"/>
                </a:lnTo>
                <a:lnTo>
                  <a:pt x="540782" y="63865"/>
                </a:lnTo>
                <a:cubicBezTo>
                  <a:pt x="540782" y="63865"/>
                  <a:pt x="470440" y="78819"/>
                  <a:pt x="470440" y="78819"/>
                </a:cubicBezTo>
                <a:lnTo>
                  <a:pt x="470440" y="101775"/>
                </a:lnTo>
                <a:cubicBezTo>
                  <a:pt x="470440" y="101775"/>
                  <a:pt x="531495" y="88821"/>
                  <a:pt x="531495" y="88821"/>
                </a:cubicBezTo>
                <a:lnTo>
                  <a:pt x="531495" y="118015"/>
                </a:lnTo>
                <a:cubicBezTo>
                  <a:pt x="531495" y="118015"/>
                  <a:pt x="470440" y="131016"/>
                  <a:pt x="470440" y="131016"/>
                </a:cubicBezTo>
                <a:lnTo>
                  <a:pt x="470440" y="154162"/>
                </a:lnTo>
                <a:cubicBezTo>
                  <a:pt x="470440" y="154162"/>
                  <a:pt x="540782" y="139208"/>
                  <a:pt x="540782" y="139208"/>
                </a:cubicBezTo>
                <a:lnTo>
                  <a:pt x="540782" y="170117"/>
                </a:lnTo>
                <a:cubicBezTo>
                  <a:pt x="540782" y="170117"/>
                  <a:pt x="436340" y="192310"/>
                  <a:pt x="436340" y="192310"/>
                </a:cubicBezTo>
                <a:lnTo>
                  <a:pt x="436340" y="55150"/>
                </a:lnTo>
                <a:close/>
                <a:moveTo>
                  <a:pt x="561308" y="28623"/>
                </a:moveTo>
                <a:lnTo>
                  <a:pt x="625173" y="15049"/>
                </a:lnTo>
                <a:lnTo>
                  <a:pt x="662035" y="133112"/>
                </a:lnTo>
                <a:lnTo>
                  <a:pt x="662035" y="7239"/>
                </a:lnTo>
                <a:cubicBezTo>
                  <a:pt x="662035" y="7239"/>
                  <a:pt x="695897" y="48"/>
                  <a:pt x="695897" y="48"/>
                </a:cubicBezTo>
                <a:lnTo>
                  <a:pt x="695897" y="137208"/>
                </a:lnTo>
                <a:cubicBezTo>
                  <a:pt x="695897" y="137208"/>
                  <a:pt x="632032" y="150781"/>
                  <a:pt x="632032" y="150781"/>
                </a:cubicBezTo>
                <a:lnTo>
                  <a:pt x="595170" y="32718"/>
                </a:lnTo>
                <a:lnTo>
                  <a:pt x="595170" y="158591"/>
                </a:lnTo>
                <a:cubicBezTo>
                  <a:pt x="595170" y="158591"/>
                  <a:pt x="561308" y="165783"/>
                  <a:pt x="561308" y="165783"/>
                </a:cubicBezTo>
                <a:lnTo>
                  <a:pt x="561308" y="28623"/>
                </a:lnTo>
                <a:close/>
              </a:path>
            </a:pathLst>
          </a:custGeom>
          <a:solidFill>
            <a:srgbClr val="FFFFFF"/>
          </a:solidFill>
          <a:ln w="4763" cap="flat">
            <a:noFill/>
            <a:prstDash val="solid"/>
            <a:miter/>
          </a:ln>
        </p:spPr>
        <p:txBody>
          <a:bodyPr rtlCol="0" anchor="ctr"/>
          <a:lstStyle/>
          <a:p>
            <a:endParaRPr lang="en-AU"/>
          </a:p>
        </p:txBody>
      </p:sp>
      <p:sp>
        <p:nvSpPr>
          <p:cNvPr id="33" name="Google Shape;10;p2">
            <a:extLst>
              <a:ext uri="{FF2B5EF4-FFF2-40B4-BE49-F238E27FC236}">
                <a16:creationId xmlns:a16="http://schemas.microsoft.com/office/drawing/2014/main" id="{D543CF40-CA6C-AB12-3735-CF8AC652A545}"/>
              </a:ext>
            </a:extLst>
          </p:cNvPr>
          <p:cNvSpPr txBox="1">
            <a:spLocks noGrp="1"/>
          </p:cNvSpPr>
          <p:nvPr>
            <p:ph type="ctrTitle" hasCustomPrompt="1"/>
          </p:nvPr>
        </p:nvSpPr>
        <p:spPr>
          <a:xfrm>
            <a:off x="311708" y="2197678"/>
            <a:ext cx="3457652" cy="516890"/>
          </a:xfrm>
          <a:prstGeom prst="rect">
            <a:avLst/>
          </a:prstGeom>
        </p:spPr>
        <p:txBody>
          <a:bodyPr spcFirstLastPara="1" wrap="square" lIns="90000" tIns="90000" rIns="90000" bIns="36000" anchor="b" anchorCtr="0">
            <a:noAutofit/>
          </a:bodyPr>
          <a:lstStyle>
            <a:lvl1pPr lvl="0" algn="l">
              <a:spcBef>
                <a:spcPts val="0"/>
              </a:spcBef>
              <a:spcAft>
                <a:spcPts val="0"/>
              </a:spcAft>
              <a:buSzPts val="5200"/>
              <a:buNone/>
              <a:defRPr sz="2800" b="1">
                <a:solidFill>
                  <a:schemeClr val="tx1"/>
                </a:solidFill>
                <a:latin typeface="PP Neue Machina Plain Ultrabold" pitchFamily="50" charset="0"/>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r>
              <a:rPr lang="en-IN" dirty="0"/>
              <a:t>Section Title</a:t>
            </a:r>
            <a:endParaRPr dirty="0"/>
          </a:p>
        </p:txBody>
      </p:sp>
      <p:sp>
        <p:nvSpPr>
          <p:cNvPr id="16" name="Text Placeholder 15">
            <a:extLst>
              <a:ext uri="{FF2B5EF4-FFF2-40B4-BE49-F238E27FC236}">
                <a16:creationId xmlns:a16="http://schemas.microsoft.com/office/drawing/2014/main" id="{17A7E5E8-BE49-EF88-3BBF-34F70B616301}"/>
              </a:ext>
            </a:extLst>
          </p:cNvPr>
          <p:cNvSpPr>
            <a:spLocks noGrp="1"/>
          </p:cNvSpPr>
          <p:nvPr>
            <p:ph type="body" sz="quarter" idx="14" hasCustomPrompt="1"/>
          </p:nvPr>
        </p:nvSpPr>
        <p:spPr>
          <a:xfrm>
            <a:off x="379413" y="1489710"/>
            <a:ext cx="1322387" cy="516890"/>
          </a:xfrm>
          <a:noFill/>
        </p:spPr>
        <p:txBody>
          <a:bodyPr anchor="ctr">
            <a:noAutofit/>
          </a:bodyPr>
          <a:lstStyle>
            <a:lvl1pPr marL="0" indent="0" algn="l">
              <a:buNone/>
              <a:defRPr sz="5400" b="1">
                <a:solidFill>
                  <a:schemeClr val="accent1"/>
                </a:solidFill>
              </a:defRPr>
            </a:lvl1pPr>
          </a:lstStyle>
          <a:p>
            <a:pPr lvl="0"/>
            <a:r>
              <a:rPr lang="en-IN" dirty="0"/>
              <a:t>01</a:t>
            </a:r>
            <a:endParaRPr lang="en-AU" dirty="0"/>
          </a:p>
        </p:txBody>
      </p:sp>
      <p:sp>
        <p:nvSpPr>
          <p:cNvPr id="3" name="Picture Placeholder 2">
            <a:extLst>
              <a:ext uri="{FF2B5EF4-FFF2-40B4-BE49-F238E27FC236}">
                <a16:creationId xmlns:a16="http://schemas.microsoft.com/office/drawing/2014/main" id="{E4C2026B-FB35-4BA2-D68E-BAC4763FE5BE}"/>
              </a:ext>
            </a:extLst>
          </p:cNvPr>
          <p:cNvSpPr>
            <a:spLocks noGrp="1"/>
          </p:cNvSpPr>
          <p:nvPr>
            <p:ph type="pic" sz="quarter" idx="13" hasCustomPrompt="1"/>
          </p:nvPr>
        </p:nvSpPr>
        <p:spPr>
          <a:xfrm>
            <a:off x="4550410" y="-12701"/>
            <a:ext cx="4593590" cy="4480385"/>
          </a:xfrm>
          <a:custGeom>
            <a:avLst/>
            <a:gdLst>
              <a:gd name="connsiteX0" fmla="*/ 0 w 9144000"/>
              <a:gd name="connsiteY0" fmla="*/ 0 h 4442826"/>
              <a:gd name="connsiteX1" fmla="*/ 9144000 w 9144000"/>
              <a:gd name="connsiteY1" fmla="*/ 0 h 4442826"/>
              <a:gd name="connsiteX2" fmla="*/ 9144000 w 9144000"/>
              <a:gd name="connsiteY2" fmla="*/ 4442826 h 4442826"/>
              <a:gd name="connsiteX3" fmla="*/ 0 w 9144000"/>
              <a:gd name="connsiteY3" fmla="*/ 4442826 h 4442826"/>
              <a:gd name="connsiteX4" fmla="*/ 0 w 9144000"/>
              <a:gd name="connsiteY4" fmla="*/ 0 h 4442826"/>
              <a:gd name="connsiteX0" fmla="*/ 0 w 9151620"/>
              <a:gd name="connsiteY0" fmla="*/ 0 h 4458066"/>
              <a:gd name="connsiteX1" fmla="*/ 9144000 w 9151620"/>
              <a:gd name="connsiteY1" fmla="*/ 0 h 4458066"/>
              <a:gd name="connsiteX2" fmla="*/ 9151620 w 9151620"/>
              <a:gd name="connsiteY2" fmla="*/ 4458066 h 4458066"/>
              <a:gd name="connsiteX3" fmla="*/ 0 w 9151620"/>
              <a:gd name="connsiteY3" fmla="*/ 4442826 h 4458066"/>
              <a:gd name="connsiteX4" fmla="*/ 0 w 9151620"/>
              <a:gd name="connsiteY4"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0 w 9151620"/>
              <a:gd name="connsiteY4" fmla="*/ 4442826 h 4458066"/>
              <a:gd name="connsiteX5" fmla="*/ 0 w 9151620"/>
              <a:gd name="connsiteY5"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7551420 w 9151620"/>
              <a:gd name="connsiteY4" fmla="*/ 4436111 h 4458066"/>
              <a:gd name="connsiteX5" fmla="*/ 0 w 9151620"/>
              <a:gd name="connsiteY5" fmla="*/ 4442826 h 4458066"/>
              <a:gd name="connsiteX6" fmla="*/ 0 w 9151620"/>
              <a:gd name="connsiteY6"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8282940 w 9151620"/>
              <a:gd name="connsiteY4" fmla="*/ 4436111 h 4458066"/>
              <a:gd name="connsiteX5" fmla="*/ 7551420 w 9151620"/>
              <a:gd name="connsiteY5" fmla="*/ 4436111 h 4458066"/>
              <a:gd name="connsiteX6" fmla="*/ 0 w 9151620"/>
              <a:gd name="connsiteY6" fmla="*/ 4442826 h 4458066"/>
              <a:gd name="connsiteX7" fmla="*/ 0 w 9151620"/>
              <a:gd name="connsiteY7"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8260080 w 9151620"/>
              <a:gd name="connsiteY4" fmla="*/ 4306571 h 4458066"/>
              <a:gd name="connsiteX5" fmla="*/ 7551420 w 9151620"/>
              <a:gd name="connsiteY5" fmla="*/ 4436111 h 4458066"/>
              <a:gd name="connsiteX6" fmla="*/ 0 w 9151620"/>
              <a:gd name="connsiteY6" fmla="*/ 4442826 h 4458066"/>
              <a:gd name="connsiteX7" fmla="*/ 0 w 9151620"/>
              <a:gd name="connsiteY7" fmla="*/ 0 h 4458066"/>
              <a:gd name="connsiteX0" fmla="*/ 0 w 9151620"/>
              <a:gd name="connsiteY0" fmla="*/ 0 h 4462781"/>
              <a:gd name="connsiteX1" fmla="*/ 9144000 w 9151620"/>
              <a:gd name="connsiteY1" fmla="*/ 0 h 4462781"/>
              <a:gd name="connsiteX2" fmla="*/ 9151620 w 9151620"/>
              <a:gd name="connsiteY2" fmla="*/ 4458066 h 4462781"/>
              <a:gd name="connsiteX3" fmla="*/ 8941594 w 9151620"/>
              <a:gd name="connsiteY3" fmla="*/ 4462781 h 4462781"/>
              <a:gd name="connsiteX4" fmla="*/ 8260080 w 9151620"/>
              <a:gd name="connsiteY4" fmla="*/ 4306571 h 4462781"/>
              <a:gd name="connsiteX5" fmla="*/ 7551420 w 9151620"/>
              <a:gd name="connsiteY5" fmla="*/ 4436111 h 4462781"/>
              <a:gd name="connsiteX6" fmla="*/ 0 w 9151620"/>
              <a:gd name="connsiteY6" fmla="*/ 4442826 h 4462781"/>
              <a:gd name="connsiteX7" fmla="*/ 0 w 9151620"/>
              <a:gd name="connsiteY7" fmla="*/ 0 h 4462781"/>
              <a:gd name="connsiteX0" fmla="*/ 0 w 9151620"/>
              <a:gd name="connsiteY0" fmla="*/ 0 h 4462781"/>
              <a:gd name="connsiteX1" fmla="*/ 9144000 w 9151620"/>
              <a:gd name="connsiteY1" fmla="*/ 0 h 4462781"/>
              <a:gd name="connsiteX2" fmla="*/ 9151620 w 9151620"/>
              <a:gd name="connsiteY2" fmla="*/ 4458066 h 4462781"/>
              <a:gd name="connsiteX3" fmla="*/ 8941594 w 9151620"/>
              <a:gd name="connsiteY3" fmla="*/ 4462781 h 4462781"/>
              <a:gd name="connsiteX4" fmla="*/ 8260080 w 9151620"/>
              <a:gd name="connsiteY4" fmla="*/ 4306571 h 4462781"/>
              <a:gd name="connsiteX5" fmla="*/ 7556182 w 9151620"/>
              <a:gd name="connsiteY5" fmla="*/ 4462304 h 4462781"/>
              <a:gd name="connsiteX6" fmla="*/ 0 w 9151620"/>
              <a:gd name="connsiteY6" fmla="*/ 4442826 h 4462781"/>
              <a:gd name="connsiteX7" fmla="*/ 0 w 9151620"/>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41594 w 9144476"/>
              <a:gd name="connsiteY3" fmla="*/ 4462781 h 4462781"/>
              <a:gd name="connsiteX4" fmla="*/ 8260080 w 9144476"/>
              <a:gd name="connsiteY4" fmla="*/ 4306571 h 4462781"/>
              <a:gd name="connsiteX5" fmla="*/ 7556182 w 9144476"/>
              <a:gd name="connsiteY5" fmla="*/ 4462304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41594 w 9144476"/>
              <a:gd name="connsiteY3" fmla="*/ 4462781 h 4462781"/>
              <a:gd name="connsiteX4" fmla="*/ 8260080 w 9144476"/>
              <a:gd name="connsiteY4" fmla="*/ 4306571 h 4462781"/>
              <a:gd name="connsiteX5" fmla="*/ 7541895 w 9144476"/>
              <a:gd name="connsiteY5" fmla="*/ 4452779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53500 w 9144476"/>
              <a:gd name="connsiteY3" fmla="*/ 4462781 h 4462781"/>
              <a:gd name="connsiteX4" fmla="*/ 8260080 w 9144476"/>
              <a:gd name="connsiteY4" fmla="*/ 4306571 h 4462781"/>
              <a:gd name="connsiteX5" fmla="*/ 7541895 w 9144476"/>
              <a:gd name="connsiteY5" fmla="*/ 4452779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53500 w 9144476"/>
              <a:gd name="connsiteY3" fmla="*/ 4462781 h 4462781"/>
              <a:gd name="connsiteX4" fmla="*/ 8260080 w 9144476"/>
              <a:gd name="connsiteY4" fmla="*/ 4306571 h 4462781"/>
              <a:gd name="connsiteX5" fmla="*/ 7541895 w 9144476"/>
              <a:gd name="connsiteY5" fmla="*/ 4452779 h 4462781"/>
              <a:gd name="connsiteX6" fmla="*/ 4584700 w 9144476"/>
              <a:gd name="connsiteY6" fmla="*/ 4455526 h 4462781"/>
              <a:gd name="connsiteX7" fmla="*/ 0 w 9144476"/>
              <a:gd name="connsiteY7" fmla="*/ 0 h 4462781"/>
              <a:gd name="connsiteX0" fmla="*/ 0 w 4597876"/>
              <a:gd name="connsiteY0" fmla="*/ 0 h 4475481"/>
              <a:gd name="connsiteX1" fmla="*/ 4597400 w 4597876"/>
              <a:gd name="connsiteY1" fmla="*/ 12700 h 4475481"/>
              <a:gd name="connsiteX2" fmla="*/ 4597876 w 4597876"/>
              <a:gd name="connsiteY2" fmla="*/ 4470766 h 4475481"/>
              <a:gd name="connsiteX3" fmla="*/ 4406900 w 4597876"/>
              <a:gd name="connsiteY3" fmla="*/ 4475481 h 4475481"/>
              <a:gd name="connsiteX4" fmla="*/ 3713480 w 4597876"/>
              <a:gd name="connsiteY4" fmla="*/ 4319271 h 4475481"/>
              <a:gd name="connsiteX5" fmla="*/ 2995295 w 4597876"/>
              <a:gd name="connsiteY5" fmla="*/ 4465479 h 4475481"/>
              <a:gd name="connsiteX6" fmla="*/ 38100 w 4597876"/>
              <a:gd name="connsiteY6" fmla="*/ 4468226 h 4475481"/>
              <a:gd name="connsiteX7" fmla="*/ 0 w 4597876"/>
              <a:gd name="connsiteY7" fmla="*/ 0 h 4475481"/>
              <a:gd name="connsiteX0" fmla="*/ 0 w 4597876"/>
              <a:gd name="connsiteY0" fmla="*/ 0 h 4490879"/>
              <a:gd name="connsiteX1" fmla="*/ 4597400 w 4597876"/>
              <a:gd name="connsiteY1" fmla="*/ 12700 h 4490879"/>
              <a:gd name="connsiteX2" fmla="*/ 4597876 w 4597876"/>
              <a:gd name="connsiteY2" fmla="*/ 4470766 h 4490879"/>
              <a:gd name="connsiteX3" fmla="*/ 4406900 w 4597876"/>
              <a:gd name="connsiteY3" fmla="*/ 4475481 h 4490879"/>
              <a:gd name="connsiteX4" fmla="*/ 3713480 w 4597876"/>
              <a:gd name="connsiteY4" fmla="*/ 4319271 h 4490879"/>
              <a:gd name="connsiteX5" fmla="*/ 3020695 w 4597876"/>
              <a:gd name="connsiteY5" fmla="*/ 4490879 h 4490879"/>
              <a:gd name="connsiteX6" fmla="*/ 38100 w 4597876"/>
              <a:gd name="connsiteY6" fmla="*/ 4468226 h 4490879"/>
              <a:gd name="connsiteX7" fmla="*/ 0 w 4597876"/>
              <a:gd name="connsiteY7" fmla="*/ 0 h 4490879"/>
              <a:gd name="connsiteX0" fmla="*/ 0 w 4597876"/>
              <a:gd name="connsiteY0" fmla="*/ 0 h 4475481"/>
              <a:gd name="connsiteX1" fmla="*/ 4597400 w 4597876"/>
              <a:gd name="connsiteY1" fmla="*/ 12700 h 4475481"/>
              <a:gd name="connsiteX2" fmla="*/ 4597876 w 4597876"/>
              <a:gd name="connsiteY2" fmla="*/ 4470766 h 4475481"/>
              <a:gd name="connsiteX3" fmla="*/ 4406900 w 4597876"/>
              <a:gd name="connsiteY3" fmla="*/ 4475481 h 4475481"/>
              <a:gd name="connsiteX4" fmla="*/ 3713480 w 4597876"/>
              <a:gd name="connsiteY4" fmla="*/ 4319271 h 4475481"/>
              <a:gd name="connsiteX5" fmla="*/ 2999738 w 4597876"/>
              <a:gd name="connsiteY5" fmla="*/ 4469947 h 4475481"/>
              <a:gd name="connsiteX6" fmla="*/ 38100 w 4597876"/>
              <a:gd name="connsiteY6" fmla="*/ 4468226 h 4475481"/>
              <a:gd name="connsiteX7" fmla="*/ 0 w 4597876"/>
              <a:gd name="connsiteY7" fmla="*/ 0 h 4475481"/>
              <a:gd name="connsiteX0" fmla="*/ 0 w 4597876"/>
              <a:gd name="connsiteY0" fmla="*/ 0 h 4475481"/>
              <a:gd name="connsiteX1" fmla="*/ 4597400 w 4597876"/>
              <a:gd name="connsiteY1" fmla="*/ 12700 h 4475481"/>
              <a:gd name="connsiteX2" fmla="*/ 4597876 w 4597876"/>
              <a:gd name="connsiteY2" fmla="*/ 4470766 h 4475481"/>
              <a:gd name="connsiteX3" fmla="*/ 4406900 w 4597876"/>
              <a:gd name="connsiteY3" fmla="*/ 4475481 h 4475481"/>
              <a:gd name="connsiteX4" fmla="*/ 3703954 w 4597876"/>
              <a:gd name="connsiteY4" fmla="*/ 4317368 h 4475481"/>
              <a:gd name="connsiteX5" fmla="*/ 2999738 w 4597876"/>
              <a:gd name="connsiteY5" fmla="*/ 4469947 h 4475481"/>
              <a:gd name="connsiteX6" fmla="*/ 38100 w 4597876"/>
              <a:gd name="connsiteY6" fmla="*/ 4468226 h 4475481"/>
              <a:gd name="connsiteX7" fmla="*/ 0 w 4597876"/>
              <a:gd name="connsiteY7" fmla="*/ 0 h 4475481"/>
              <a:gd name="connsiteX0" fmla="*/ 0 w 4597876"/>
              <a:gd name="connsiteY0" fmla="*/ 0 h 4475481"/>
              <a:gd name="connsiteX1" fmla="*/ 4597400 w 4597876"/>
              <a:gd name="connsiteY1" fmla="*/ 12700 h 4475481"/>
              <a:gd name="connsiteX2" fmla="*/ 4597876 w 4597876"/>
              <a:gd name="connsiteY2" fmla="*/ 4470766 h 4475481"/>
              <a:gd name="connsiteX3" fmla="*/ 4406900 w 4597876"/>
              <a:gd name="connsiteY3" fmla="*/ 4475481 h 4475481"/>
              <a:gd name="connsiteX4" fmla="*/ 3702049 w 4597876"/>
              <a:gd name="connsiteY4" fmla="*/ 4321174 h 4475481"/>
              <a:gd name="connsiteX5" fmla="*/ 2999738 w 4597876"/>
              <a:gd name="connsiteY5" fmla="*/ 4469947 h 4475481"/>
              <a:gd name="connsiteX6" fmla="*/ 38100 w 4597876"/>
              <a:gd name="connsiteY6" fmla="*/ 4468226 h 4475481"/>
              <a:gd name="connsiteX7" fmla="*/ 0 w 4597876"/>
              <a:gd name="connsiteY7" fmla="*/ 0 h 4475481"/>
              <a:gd name="connsiteX0" fmla="*/ 0 w 4597876"/>
              <a:gd name="connsiteY0" fmla="*/ 0 h 4475481"/>
              <a:gd name="connsiteX1" fmla="*/ 4597400 w 4597876"/>
              <a:gd name="connsiteY1" fmla="*/ 12700 h 4475481"/>
              <a:gd name="connsiteX2" fmla="*/ 4597876 w 4597876"/>
              <a:gd name="connsiteY2" fmla="*/ 4470766 h 4475481"/>
              <a:gd name="connsiteX3" fmla="*/ 4406900 w 4597876"/>
              <a:gd name="connsiteY3" fmla="*/ 4475481 h 4475481"/>
              <a:gd name="connsiteX4" fmla="*/ 3702049 w 4597876"/>
              <a:gd name="connsiteY4" fmla="*/ 4321174 h 4475481"/>
              <a:gd name="connsiteX5" fmla="*/ 2999738 w 4597876"/>
              <a:gd name="connsiteY5" fmla="*/ 4469947 h 4475481"/>
              <a:gd name="connsiteX6" fmla="*/ 9522 w 4597876"/>
              <a:gd name="connsiteY6" fmla="*/ 4468226 h 4475481"/>
              <a:gd name="connsiteX7" fmla="*/ 0 w 4597876"/>
              <a:gd name="connsiteY7" fmla="*/ 0 h 4475481"/>
              <a:gd name="connsiteX0" fmla="*/ 0 w 4594066"/>
              <a:gd name="connsiteY0" fmla="*/ 0 h 4475481"/>
              <a:gd name="connsiteX1" fmla="*/ 4593590 w 4594066"/>
              <a:gd name="connsiteY1" fmla="*/ 12700 h 4475481"/>
              <a:gd name="connsiteX2" fmla="*/ 4594066 w 4594066"/>
              <a:gd name="connsiteY2" fmla="*/ 4470766 h 4475481"/>
              <a:gd name="connsiteX3" fmla="*/ 4403090 w 4594066"/>
              <a:gd name="connsiteY3" fmla="*/ 4475481 h 4475481"/>
              <a:gd name="connsiteX4" fmla="*/ 3698239 w 4594066"/>
              <a:gd name="connsiteY4" fmla="*/ 4321174 h 4475481"/>
              <a:gd name="connsiteX5" fmla="*/ 2995928 w 4594066"/>
              <a:gd name="connsiteY5" fmla="*/ 4469947 h 4475481"/>
              <a:gd name="connsiteX6" fmla="*/ 5712 w 4594066"/>
              <a:gd name="connsiteY6" fmla="*/ 4468226 h 4475481"/>
              <a:gd name="connsiteX7" fmla="*/ 0 w 4594066"/>
              <a:gd name="connsiteY7" fmla="*/ 0 h 4475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94066" h="4475481">
                <a:moveTo>
                  <a:pt x="0" y="0"/>
                </a:moveTo>
                <a:lnTo>
                  <a:pt x="4593590" y="12700"/>
                </a:lnTo>
                <a:cubicBezTo>
                  <a:pt x="4593749" y="1498722"/>
                  <a:pt x="4593907" y="2984744"/>
                  <a:pt x="4594066" y="4470766"/>
                </a:cubicBezTo>
                <a:lnTo>
                  <a:pt x="4403090" y="4475481"/>
                </a:lnTo>
                <a:lnTo>
                  <a:pt x="3698239" y="4321174"/>
                </a:lnTo>
                <a:lnTo>
                  <a:pt x="2995928" y="4469947"/>
                </a:lnTo>
                <a:lnTo>
                  <a:pt x="5712" y="4468226"/>
                </a:lnTo>
                <a:lnTo>
                  <a:pt x="0" y="0"/>
                </a:lnTo>
                <a:close/>
              </a:path>
            </a:pathLst>
          </a:custGeom>
          <a:noFill/>
        </p:spPr>
        <p:txBody>
          <a:bodyPr anchor="ctr">
            <a:normAutofit/>
          </a:bodyPr>
          <a:lstStyle>
            <a:lvl1pPr marL="114300" indent="0" algn="ctr">
              <a:buFont typeface="Arial" panose="020B0604020202020204" pitchFamily="34" charset="0"/>
              <a:buNone/>
              <a:defRPr sz="1200">
                <a:solidFill>
                  <a:schemeClr val="tx1"/>
                </a:solidFill>
              </a:defRPr>
            </a:lvl1pPr>
          </a:lstStyle>
          <a:p>
            <a:r>
              <a:rPr lang="en-US"/>
              <a:t>Click here to add image</a:t>
            </a:r>
            <a:endParaRPr lang="en-US" dirty="0"/>
          </a:p>
        </p:txBody>
      </p:sp>
    </p:spTree>
    <p:extLst>
      <p:ext uri="{BB962C8B-B14F-4D97-AF65-F5344CB8AC3E}">
        <p14:creationId xmlns:p14="http://schemas.microsoft.com/office/powerpoint/2010/main" val="16292401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slide" preserve="1" userDrawn="1">
  <p:cSld name="1_Title slide">
    <p:bg>
      <p:bgPr>
        <a:solidFill>
          <a:schemeClr val="tx1"/>
        </a:solidFill>
        <a:effectLst/>
      </p:bgPr>
    </p:bg>
    <p:spTree>
      <p:nvGrpSpPr>
        <p:cNvPr id="1" name="Shape 9"/>
        <p:cNvGrpSpPr/>
        <p:nvPr/>
      </p:nvGrpSpPr>
      <p:grpSpPr>
        <a:xfrm>
          <a:off x="0" y="0"/>
          <a:ext cx="0" cy="0"/>
          <a:chOff x="0" y="0"/>
          <a:chExt cx="0" cy="0"/>
        </a:xfrm>
      </p:grpSpPr>
      <p:sp>
        <p:nvSpPr>
          <p:cNvPr id="13" name="Freeform: Shape 12">
            <a:extLst>
              <a:ext uri="{FF2B5EF4-FFF2-40B4-BE49-F238E27FC236}">
                <a16:creationId xmlns:a16="http://schemas.microsoft.com/office/drawing/2014/main" id="{DCFA8F1A-438C-2D31-EC45-A4CCF4206F40}"/>
              </a:ext>
            </a:extLst>
          </p:cNvPr>
          <p:cNvSpPr/>
          <p:nvPr/>
        </p:nvSpPr>
        <p:spPr>
          <a:xfrm>
            <a:off x="0" y="4305300"/>
            <a:ext cx="9144000" cy="857250"/>
          </a:xfrm>
          <a:custGeom>
            <a:avLst/>
            <a:gdLst>
              <a:gd name="connsiteX0" fmla="*/ 0 w 9144000"/>
              <a:gd name="connsiteY0" fmla="*/ 857250 h 857250"/>
              <a:gd name="connsiteX1" fmla="*/ 0 w 9144000"/>
              <a:gd name="connsiteY1" fmla="*/ 149828 h 857250"/>
              <a:gd name="connsiteX2" fmla="*/ 7540609 w 9144000"/>
              <a:gd name="connsiteY2" fmla="*/ 149828 h 857250"/>
              <a:gd name="connsiteX3" fmla="*/ 8245698 w 9144000"/>
              <a:gd name="connsiteY3" fmla="*/ 0 h 857250"/>
              <a:gd name="connsiteX4" fmla="*/ 8933831 w 9144000"/>
              <a:gd name="connsiteY4" fmla="*/ 149828 h 857250"/>
              <a:gd name="connsiteX5" fmla="*/ 9144000 w 9144000"/>
              <a:gd name="connsiteY5" fmla="*/ 149828 h 857250"/>
              <a:gd name="connsiteX6" fmla="*/ 9144000 w 9144000"/>
              <a:gd name="connsiteY6" fmla="*/ 857250 h 857250"/>
              <a:gd name="connsiteX7" fmla="*/ 0 w 9144000"/>
              <a:gd name="connsiteY7" fmla="*/ 857250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0" h="857250">
                <a:moveTo>
                  <a:pt x="0" y="857250"/>
                </a:moveTo>
                <a:lnTo>
                  <a:pt x="0" y="149828"/>
                </a:lnTo>
                <a:lnTo>
                  <a:pt x="7540609" y="149828"/>
                </a:lnTo>
                <a:lnTo>
                  <a:pt x="8245698" y="0"/>
                </a:lnTo>
                <a:lnTo>
                  <a:pt x="8933831" y="149828"/>
                </a:lnTo>
                <a:lnTo>
                  <a:pt x="9144000" y="149828"/>
                </a:lnTo>
                <a:lnTo>
                  <a:pt x="9144000" y="857250"/>
                </a:lnTo>
                <a:lnTo>
                  <a:pt x="0" y="857250"/>
                </a:lnTo>
                <a:close/>
              </a:path>
            </a:pathLst>
          </a:custGeom>
          <a:gradFill>
            <a:gsLst>
              <a:gs pos="0">
                <a:srgbClr val="5BC1A0"/>
              </a:gs>
              <a:gs pos="50000">
                <a:srgbClr val="2E9376"/>
              </a:gs>
              <a:gs pos="100000">
                <a:srgbClr val="01654D"/>
              </a:gs>
            </a:gsLst>
            <a:lin ang="0" scaled="1"/>
          </a:gradFill>
          <a:ln w="81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lvl="0" defTabSz="914400" eaLnBrk="1" latinLnBrk="0" hangingPunct="1"/>
            <a:endParaRPr lang="en-AU" sz="1800" kern="1200">
              <a:solidFill>
                <a:schemeClr val="tx1"/>
              </a:solidFill>
              <a:latin typeface="+mn-lt"/>
              <a:ea typeface="+mn-ea"/>
              <a:cs typeface="+mn-cs"/>
            </a:endParaRPr>
          </a:p>
        </p:txBody>
      </p:sp>
      <p:sp>
        <p:nvSpPr>
          <p:cNvPr id="14" name="Freeform: Shape 13">
            <a:extLst>
              <a:ext uri="{FF2B5EF4-FFF2-40B4-BE49-F238E27FC236}">
                <a16:creationId xmlns:a16="http://schemas.microsoft.com/office/drawing/2014/main" id="{6332EFC7-40EB-E5E0-6D5B-205A7815463F}"/>
              </a:ext>
            </a:extLst>
          </p:cNvPr>
          <p:cNvSpPr/>
          <p:nvPr/>
        </p:nvSpPr>
        <p:spPr>
          <a:xfrm>
            <a:off x="7540608" y="4441555"/>
            <a:ext cx="1246536" cy="285083"/>
          </a:xfrm>
          <a:custGeom>
            <a:avLst/>
            <a:gdLst>
              <a:gd name="connsiteX0" fmla="*/ 718995 w 1246536"/>
              <a:gd name="connsiteY0" fmla="*/ 0 h 285083"/>
              <a:gd name="connsiteX1" fmla="*/ 769239 w 1246536"/>
              <a:gd name="connsiteY1" fmla="*/ 10668 h 285083"/>
              <a:gd name="connsiteX2" fmla="*/ 842391 w 1246536"/>
              <a:gd name="connsiteY2" fmla="*/ 94726 h 285083"/>
              <a:gd name="connsiteX3" fmla="*/ 769239 w 1246536"/>
              <a:gd name="connsiteY3" fmla="*/ 147876 h 285083"/>
              <a:gd name="connsiteX4" fmla="*/ 718995 w 1246536"/>
              <a:gd name="connsiteY4" fmla="*/ 137208 h 285083"/>
              <a:gd name="connsiteX5" fmla="*/ 718995 w 1246536"/>
              <a:gd name="connsiteY5" fmla="*/ 48 h 285083"/>
              <a:gd name="connsiteX6" fmla="*/ 769239 w 1246536"/>
              <a:gd name="connsiteY6" fmla="*/ 116729 h 285083"/>
              <a:gd name="connsiteX7" fmla="*/ 808530 w 1246536"/>
              <a:gd name="connsiteY7" fmla="*/ 87535 h 285083"/>
              <a:gd name="connsiteX8" fmla="*/ 769239 w 1246536"/>
              <a:gd name="connsiteY8" fmla="*/ 41624 h 285083"/>
              <a:gd name="connsiteX9" fmla="*/ 752856 w 1246536"/>
              <a:gd name="connsiteY9" fmla="*/ 38148 h 285083"/>
              <a:gd name="connsiteX10" fmla="*/ 752856 w 1246536"/>
              <a:gd name="connsiteY10" fmla="*/ 113252 h 285083"/>
              <a:gd name="connsiteX11" fmla="*/ 769239 w 1246536"/>
              <a:gd name="connsiteY11" fmla="*/ 116729 h 285083"/>
              <a:gd name="connsiteX12" fmla="*/ 947024 w 1246536"/>
              <a:gd name="connsiteY12" fmla="*/ 48482 h 285083"/>
              <a:gd name="connsiteX13" fmla="*/ 947024 w 1246536"/>
              <a:gd name="connsiteY13" fmla="*/ 79391 h 285083"/>
              <a:gd name="connsiteX14" fmla="*/ 917067 w 1246536"/>
              <a:gd name="connsiteY14" fmla="*/ 73009 h 285083"/>
              <a:gd name="connsiteX15" fmla="*/ 917067 w 1246536"/>
              <a:gd name="connsiteY15" fmla="*/ 148114 h 285083"/>
              <a:gd name="connsiteX16" fmla="*/ 947024 w 1246536"/>
              <a:gd name="connsiteY16" fmla="*/ 154496 h 285083"/>
              <a:gd name="connsiteX17" fmla="*/ 947024 w 1246536"/>
              <a:gd name="connsiteY17" fmla="*/ 185642 h 285083"/>
              <a:gd name="connsiteX18" fmla="*/ 853393 w 1246536"/>
              <a:gd name="connsiteY18" fmla="*/ 165735 h 285083"/>
              <a:gd name="connsiteX19" fmla="*/ 853393 w 1246536"/>
              <a:gd name="connsiteY19" fmla="*/ 134588 h 285083"/>
              <a:gd name="connsiteX20" fmla="*/ 883349 w 1246536"/>
              <a:gd name="connsiteY20" fmla="*/ 140970 h 285083"/>
              <a:gd name="connsiteX21" fmla="*/ 883349 w 1246536"/>
              <a:gd name="connsiteY21" fmla="*/ 65865 h 285083"/>
              <a:gd name="connsiteX22" fmla="*/ 853393 w 1246536"/>
              <a:gd name="connsiteY22" fmla="*/ 59484 h 285083"/>
              <a:gd name="connsiteX23" fmla="*/ 853393 w 1246536"/>
              <a:gd name="connsiteY23" fmla="*/ 28575 h 285083"/>
              <a:gd name="connsiteX24" fmla="*/ 947024 w 1246536"/>
              <a:gd name="connsiteY24" fmla="*/ 48482 h 285083"/>
              <a:gd name="connsiteX25" fmla="*/ 1026319 w 1246536"/>
              <a:gd name="connsiteY25" fmla="*/ 62627 h 285083"/>
              <a:gd name="connsiteX26" fmla="*/ 1094994 w 1246536"/>
              <a:gd name="connsiteY26" fmla="*/ 148447 h 285083"/>
              <a:gd name="connsiteX27" fmla="*/ 1026319 w 1246536"/>
              <a:gd name="connsiteY27" fmla="*/ 205264 h 285083"/>
              <a:gd name="connsiteX28" fmla="*/ 957263 w 1246536"/>
              <a:gd name="connsiteY28" fmla="*/ 119205 h 285083"/>
              <a:gd name="connsiteX29" fmla="*/ 1026319 w 1246536"/>
              <a:gd name="connsiteY29" fmla="*/ 62675 h 285083"/>
              <a:gd name="connsiteX30" fmla="*/ 1026319 w 1246536"/>
              <a:gd name="connsiteY30" fmla="*/ 173117 h 285083"/>
              <a:gd name="connsiteX31" fmla="*/ 1060180 w 1246536"/>
              <a:gd name="connsiteY31" fmla="*/ 141018 h 285083"/>
              <a:gd name="connsiteX32" fmla="*/ 1026319 w 1246536"/>
              <a:gd name="connsiteY32" fmla="*/ 94726 h 285083"/>
              <a:gd name="connsiteX33" fmla="*/ 992267 w 1246536"/>
              <a:gd name="connsiteY33" fmla="*/ 126587 h 285083"/>
              <a:gd name="connsiteX34" fmla="*/ 1026319 w 1246536"/>
              <a:gd name="connsiteY34" fmla="*/ 173117 h 285083"/>
              <a:gd name="connsiteX35" fmla="*/ 1111949 w 1246536"/>
              <a:gd name="connsiteY35" fmla="*/ 83534 h 285083"/>
              <a:gd name="connsiteX36" fmla="*/ 1175814 w 1246536"/>
              <a:gd name="connsiteY36" fmla="*/ 97107 h 285083"/>
              <a:gd name="connsiteX37" fmla="*/ 1212675 w 1246536"/>
              <a:gd name="connsiteY37" fmla="*/ 230791 h 285083"/>
              <a:gd name="connsiteX38" fmla="*/ 1212675 w 1246536"/>
              <a:gd name="connsiteY38" fmla="*/ 104918 h 285083"/>
              <a:gd name="connsiteX39" fmla="*/ 1246537 w 1246536"/>
              <a:gd name="connsiteY39" fmla="*/ 112109 h 285083"/>
              <a:gd name="connsiteX40" fmla="*/ 1246537 w 1246536"/>
              <a:gd name="connsiteY40" fmla="*/ 249269 h 285083"/>
              <a:gd name="connsiteX41" fmla="*/ 1182672 w 1246536"/>
              <a:gd name="connsiteY41" fmla="*/ 235696 h 285083"/>
              <a:gd name="connsiteX42" fmla="*/ 1145810 w 1246536"/>
              <a:gd name="connsiteY42" fmla="*/ 102013 h 285083"/>
              <a:gd name="connsiteX43" fmla="*/ 1145810 w 1246536"/>
              <a:gd name="connsiteY43" fmla="*/ 227886 h 285083"/>
              <a:gd name="connsiteX44" fmla="*/ 1111949 w 1246536"/>
              <a:gd name="connsiteY44" fmla="*/ 220694 h 285083"/>
              <a:gd name="connsiteX45" fmla="*/ 1111949 w 1246536"/>
              <a:gd name="connsiteY45" fmla="*/ 83534 h 285083"/>
              <a:gd name="connsiteX46" fmla="*/ 42101 w 1246536"/>
              <a:gd name="connsiteY46" fmla="*/ 138970 h 285083"/>
              <a:gd name="connsiteX47" fmla="*/ 104108 w 1246536"/>
              <a:gd name="connsiteY47" fmla="*/ 125778 h 285083"/>
              <a:gd name="connsiteX48" fmla="*/ 145971 w 1246536"/>
              <a:gd name="connsiteY48" fmla="*/ 254032 h 285083"/>
              <a:gd name="connsiteX49" fmla="*/ 110061 w 1246536"/>
              <a:gd name="connsiteY49" fmla="*/ 261652 h 285083"/>
              <a:gd name="connsiteX50" fmla="*/ 97774 w 1246536"/>
              <a:gd name="connsiteY50" fmla="*/ 222837 h 285083"/>
              <a:gd name="connsiteX51" fmla="*/ 47863 w 1246536"/>
              <a:gd name="connsiteY51" fmla="*/ 233458 h 285083"/>
              <a:gd name="connsiteX52" fmla="*/ 35576 w 1246536"/>
              <a:gd name="connsiteY52" fmla="*/ 277511 h 285083"/>
              <a:gd name="connsiteX53" fmla="*/ 0 w 1246536"/>
              <a:gd name="connsiteY53" fmla="*/ 285083 h 285083"/>
              <a:gd name="connsiteX54" fmla="*/ 42053 w 1246536"/>
              <a:gd name="connsiteY54" fmla="*/ 138970 h 285083"/>
              <a:gd name="connsiteX55" fmla="*/ 88440 w 1246536"/>
              <a:gd name="connsiteY55" fmla="*/ 193929 h 285083"/>
              <a:gd name="connsiteX56" fmla="*/ 72819 w 1246536"/>
              <a:gd name="connsiteY56" fmla="*/ 144923 h 285083"/>
              <a:gd name="connsiteX57" fmla="*/ 57198 w 1246536"/>
              <a:gd name="connsiteY57" fmla="*/ 200597 h 285083"/>
              <a:gd name="connsiteX58" fmla="*/ 88488 w 1246536"/>
              <a:gd name="connsiteY58" fmla="*/ 193929 h 285083"/>
              <a:gd name="connsiteX59" fmla="*/ 214646 w 1246536"/>
              <a:gd name="connsiteY59" fmla="*/ 242173 h 285083"/>
              <a:gd name="connsiteX60" fmla="*/ 148733 w 1246536"/>
              <a:gd name="connsiteY60" fmla="*/ 199930 h 285083"/>
              <a:gd name="connsiteX61" fmla="*/ 183738 w 1246536"/>
              <a:gd name="connsiteY61" fmla="*/ 192500 h 285083"/>
              <a:gd name="connsiteX62" fmla="*/ 215408 w 1246536"/>
              <a:gd name="connsiteY62" fmla="*/ 212408 h 285083"/>
              <a:gd name="connsiteX63" fmla="*/ 239030 w 1246536"/>
              <a:gd name="connsiteY63" fmla="*/ 195310 h 285083"/>
              <a:gd name="connsiteX64" fmla="*/ 227886 w 1246536"/>
              <a:gd name="connsiteY64" fmla="*/ 187166 h 285083"/>
              <a:gd name="connsiteX65" fmla="*/ 183975 w 1246536"/>
              <a:gd name="connsiteY65" fmla="*/ 184452 h 285083"/>
              <a:gd name="connsiteX66" fmla="*/ 154210 w 1246536"/>
              <a:gd name="connsiteY66" fmla="*/ 153210 h 285083"/>
              <a:gd name="connsiteX67" fmla="*/ 207645 w 1246536"/>
              <a:gd name="connsiteY67" fmla="*/ 101013 h 285083"/>
              <a:gd name="connsiteX68" fmla="*/ 268891 w 1246536"/>
              <a:gd name="connsiteY68" fmla="*/ 138017 h 285083"/>
              <a:gd name="connsiteX69" fmla="*/ 234077 w 1246536"/>
              <a:gd name="connsiteY69" fmla="*/ 145399 h 285083"/>
              <a:gd name="connsiteX70" fmla="*/ 208217 w 1246536"/>
              <a:gd name="connsiteY70" fmla="*/ 129873 h 285083"/>
              <a:gd name="connsiteX71" fmla="*/ 189215 w 1246536"/>
              <a:gd name="connsiteY71" fmla="*/ 145018 h 285083"/>
              <a:gd name="connsiteX72" fmla="*/ 199454 w 1246536"/>
              <a:gd name="connsiteY72" fmla="*/ 152352 h 285083"/>
              <a:gd name="connsiteX73" fmla="*/ 242078 w 1246536"/>
              <a:gd name="connsiteY73" fmla="*/ 154400 h 285083"/>
              <a:gd name="connsiteX74" fmla="*/ 273891 w 1246536"/>
              <a:gd name="connsiteY74" fmla="*/ 186357 h 285083"/>
              <a:gd name="connsiteX75" fmla="*/ 214694 w 1246536"/>
              <a:gd name="connsiteY75" fmla="*/ 242125 h 285083"/>
              <a:gd name="connsiteX76" fmla="*/ 283702 w 1246536"/>
              <a:gd name="connsiteY76" fmla="*/ 156115 h 285083"/>
              <a:gd name="connsiteX77" fmla="*/ 353330 w 1246536"/>
              <a:gd name="connsiteY77" fmla="*/ 70104 h 285083"/>
              <a:gd name="connsiteX78" fmla="*/ 419767 w 1246536"/>
              <a:gd name="connsiteY78" fmla="*/ 111633 h 285083"/>
              <a:gd name="connsiteX79" fmla="*/ 384953 w 1246536"/>
              <a:gd name="connsiteY79" fmla="*/ 119015 h 285083"/>
              <a:gd name="connsiteX80" fmla="*/ 353473 w 1246536"/>
              <a:gd name="connsiteY80" fmla="*/ 102156 h 285083"/>
              <a:gd name="connsiteX81" fmla="*/ 318659 w 1246536"/>
              <a:gd name="connsiteY81" fmla="*/ 148638 h 285083"/>
              <a:gd name="connsiteX82" fmla="*/ 353473 w 1246536"/>
              <a:gd name="connsiteY82" fmla="*/ 180546 h 285083"/>
              <a:gd name="connsiteX83" fmla="*/ 384953 w 1246536"/>
              <a:gd name="connsiteY83" fmla="*/ 150114 h 285083"/>
              <a:gd name="connsiteX84" fmla="*/ 419767 w 1246536"/>
              <a:gd name="connsiteY84" fmla="*/ 142732 h 285083"/>
              <a:gd name="connsiteX85" fmla="*/ 353330 w 1246536"/>
              <a:gd name="connsiteY85" fmla="*/ 212693 h 285083"/>
              <a:gd name="connsiteX86" fmla="*/ 283702 w 1246536"/>
              <a:gd name="connsiteY86" fmla="*/ 156115 h 285083"/>
              <a:gd name="connsiteX87" fmla="*/ 436340 w 1246536"/>
              <a:gd name="connsiteY87" fmla="*/ 55150 h 285083"/>
              <a:gd name="connsiteX88" fmla="*/ 540782 w 1246536"/>
              <a:gd name="connsiteY88" fmla="*/ 32956 h 285083"/>
              <a:gd name="connsiteX89" fmla="*/ 540782 w 1246536"/>
              <a:gd name="connsiteY89" fmla="*/ 63865 h 285083"/>
              <a:gd name="connsiteX90" fmla="*/ 470440 w 1246536"/>
              <a:gd name="connsiteY90" fmla="*/ 78819 h 285083"/>
              <a:gd name="connsiteX91" fmla="*/ 470440 w 1246536"/>
              <a:gd name="connsiteY91" fmla="*/ 101775 h 285083"/>
              <a:gd name="connsiteX92" fmla="*/ 531495 w 1246536"/>
              <a:gd name="connsiteY92" fmla="*/ 88821 h 285083"/>
              <a:gd name="connsiteX93" fmla="*/ 531495 w 1246536"/>
              <a:gd name="connsiteY93" fmla="*/ 118015 h 285083"/>
              <a:gd name="connsiteX94" fmla="*/ 470440 w 1246536"/>
              <a:gd name="connsiteY94" fmla="*/ 131016 h 285083"/>
              <a:gd name="connsiteX95" fmla="*/ 470440 w 1246536"/>
              <a:gd name="connsiteY95" fmla="*/ 154162 h 285083"/>
              <a:gd name="connsiteX96" fmla="*/ 540782 w 1246536"/>
              <a:gd name="connsiteY96" fmla="*/ 139208 h 285083"/>
              <a:gd name="connsiteX97" fmla="*/ 540782 w 1246536"/>
              <a:gd name="connsiteY97" fmla="*/ 170117 h 285083"/>
              <a:gd name="connsiteX98" fmla="*/ 436340 w 1246536"/>
              <a:gd name="connsiteY98" fmla="*/ 192310 h 285083"/>
              <a:gd name="connsiteX99" fmla="*/ 436340 w 1246536"/>
              <a:gd name="connsiteY99" fmla="*/ 55150 h 285083"/>
              <a:gd name="connsiteX100" fmla="*/ 561308 w 1246536"/>
              <a:gd name="connsiteY100" fmla="*/ 28623 h 285083"/>
              <a:gd name="connsiteX101" fmla="*/ 625173 w 1246536"/>
              <a:gd name="connsiteY101" fmla="*/ 15049 h 285083"/>
              <a:gd name="connsiteX102" fmla="*/ 662035 w 1246536"/>
              <a:gd name="connsiteY102" fmla="*/ 133112 h 285083"/>
              <a:gd name="connsiteX103" fmla="*/ 662035 w 1246536"/>
              <a:gd name="connsiteY103" fmla="*/ 7239 h 285083"/>
              <a:gd name="connsiteX104" fmla="*/ 695897 w 1246536"/>
              <a:gd name="connsiteY104" fmla="*/ 48 h 285083"/>
              <a:gd name="connsiteX105" fmla="*/ 695897 w 1246536"/>
              <a:gd name="connsiteY105" fmla="*/ 137208 h 285083"/>
              <a:gd name="connsiteX106" fmla="*/ 632032 w 1246536"/>
              <a:gd name="connsiteY106" fmla="*/ 150781 h 285083"/>
              <a:gd name="connsiteX107" fmla="*/ 595170 w 1246536"/>
              <a:gd name="connsiteY107" fmla="*/ 32718 h 285083"/>
              <a:gd name="connsiteX108" fmla="*/ 595170 w 1246536"/>
              <a:gd name="connsiteY108" fmla="*/ 158591 h 285083"/>
              <a:gd name="connsiteX109" fmla="*/ 561308 w 1246536"/>
              <a:gd name="connsiteY109" fmla="*/ 165783 h 285083"/>
              <a:gd name="connsiteX110" fmla="*/ 561308 w 1246536"/>
              <a:gd name="connsiteY110" fmla="*/ 28623 h 285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246536" h="285083">
                <a:moveTo>
                  <a:pt x="718995" y="0"/>
                </a:moveTo>
                <a:lnTo>
                  <a:pt x="769239" y="10668"/>
                </a:lnTo>
                <a:cubicBezTo>
                  <a:pt x="805149" y="18288"/>
                  <a:pt x="842391" y="35766"/>
                  <a:pt x="842391" y="94726"/>
                </a:cubicBezTo>
                <a:cubicBezTo>
                  <a:pt x="842391" y="153876"/>
                  <a:pt x="805149" y="155496"/>
                  <a:pt x="769239" y="147876"/>
                </a:cubicBezTo>
                <a:lnTo>
                  <a:pt x="718995" y="137208"/>
                </a:lnTo>
                <a:lnTo>
                  <a:pt x="718995" y="48"/>
                </a:lnTo>
                <a:close/>
                <a:moveTo>
                  <a:pt x="769239" y="116729"/>
                </a:moveTo>
                <a:cubicBezTo>
                  <a:pt x="791766" y="121539"/>
                  <a:pt x="808530" y="124301"/>
                  <a:pt x="808530" y="87535"/>
                </a:cubicBezTo>
                <a:cubicBezTo>
                  <a:pt x="808530" y="50768"/>
                  <a:pt x="791623" y="46387"/>
                  <a:pt x="769239" y="41624"/>
                </a:cubicBezTo>
                <a:lnTo>
                  <a:pt x="752856" y="38148"/>
                </a:lnTo>
                <a:lnTo>
                  <a:pt x="752856" y="113252"/>
                </a:lnTo>
                <a:cubicBezTo>
                  <a:pt x="752856" y="113252"/>
                  <a:pt x="769239" y="116729"/>
                  <a:pt x="769239" y="116729"/>
                </a:cubicBezTo>
                <a:close/>
                <a:moveTo>
                  <a:pt x="947024" y="48482"/>
                </a:moveTo>
                <a:lnTo>
                  <a:pt x="947024" y="79391"/>
                </a:lnTo>
                <a:cubicBezTo>
                  <a:pt x="947024" y="79391"/>
                  <a:pt x="917067" y="73009"/>
                  <a:pt x="917067" y="73009"/>
                </a:cubicBezTo>
                <a:lnTo>
                  <a:pt x="917067" y="148114"/>
                </a:lnTo>
                <a:cubicBezTo>
                  <a:pt x="917067" y="148114"/>
                  <a:pt x="947024" y="154496"/>
                  <a:pt x="947024" y="154496"/>
                </a:cubicBezTo>
                <a:lnTo>
                  <a:pt x="947024" y="185642"/>
                </a:lnTo>
                <a:cubicBezTo>
                  <a:pt x="947024" y="185642"/>
                  <a:pt x="853393" y="165735"/>
                  <a:pt x="853393" y="165735"/>
                </a:cubicBezTo>
                <a:lnTo>
                  <a:pt x="853393" y="134588"/>
                </a:lnTo>
                <a:cubicBezTo>
                  <a:pt x="853393" y="134588"/>
                  <a:pt x="883349" y="140970"/>
                  <a:pt x="883349" y="140970"/>
                </a:cubicBezTo>
                <a:lnTo>
                  <a:pt x="883349" y="65865"/>
                </a:lnTo>
                <a:cubicBezTo>
                  <a:pt x="883349" y="65865"/>
                  <a:pt x="853393" y="59484"/>
                  <a:pt x="853393" y="59484"/>
                </a:cubicBezTo>
                <a:lnTo>
                  <a:pt x="853393" y="28575"/>
                </a:lnTo>
                <a:cubicBezTo>
                  <a:pt x="853393" y="28575"/>
                  <a:pt x="947024" y="48482"/>
                  <a:pt x="947024" y="48482"/>
                </a:cubicBezTo>
                <a:close/>
                <a:moveTo>
                  <a:pt x="1026319" y="62627"/>
                </a:moveTo>
                <a:cubicBezTo>
                  <a:pt x="1068944" y="71676"/>
                  <a:pt x="1094994" y="107966"/>
                  <a:pt x="1094994" y="148447"/>
                </a:cubicBezTo>
                <a:cubicBezTo>
                  <a:pt x="1094994" y="189119"/>
                  <a:pt x="1068944" y="214313"/>
                  <a:pt x="1026319" y="205264"/>
                </a:cubicBezTo>
                <a:cubicBezTo>
                  <a:pt x="983504" y="196167"/>
                  <a:pt x="957263" y="159829"/>
                  <a:pt x="957263" y="119205"/>
                </a:cubicBezTo>
                <a:cubicBezTo>
                  <a:pt x="957263" y="78724"/>
                  <a:pt x="983504" y="53578"/>
                  <a:pt x="1026319" y="62675"/>
                </a:cubicBezTo>
                <a:moveTo>
                  <a:pt x="1026319" y="173117"/>
                </a:moveTo>
                <a:cubicBezTo>
                  <a:pt x="1049036" y="177927"/>
                  <a:pt x="1060180" y="165926"/>
                  <a:pt x="1060180" y="141018"/>
                </a:cubicBezTo>
                <a:cubicBezTo>
                  <a:pt x="1060180" y="116110"/>
                  <a:pt x="1048846" y="99489"/>
                  <a:pt x="1026319" y="94726"/>
                </a:cubicBezTo>
                <a:cubicBezTo>
                  <a:pt x="1003602" y="89916"/>
                  <a:pt x="992267" y="101870"/>
                  <a:pt x="992267" y="126587"/>
                </a:cubicBezTo>
                <a:cubicBezTo>
                  <a:pt x="992267" y="151495"/>
                  <a:pt x="1003649" y="168307"/>
                  <a:pt x="1026319" y="173117"/>
                </a:cubicBezTo>
                <a:moveTo>
                  <a:pt x="1111949" y="83534"/>
                </a:moveTo>
                <a:lnTo>
                  <a:pt x="1175814" y="97107"/>
                </a:lnTo>
                <a:lnTo>
                  <a:pt x="1212675" y="230791"/>
                </a:lnTo>
                <a:lnTo>
                  <a:pt x="1212675" y="104918"/>
                </a:lnTo>
                <a:cubicBezTo>
                  <a:pt x="1212675" y="104918"/>
                  <a:pt x="1246537" y="112109"/>
                  <a:pt x="1246537" y="112109"/>
                </a:cubicBezTo>
                <a:lnTo>
                  <a:pt x="1246537" y="249269"/>
                </a:lnTo>
                <a:cubicBezTo>
                  <a:pt x="1246537" y="249269"/>
                  <a:pt x="1182672" y="235696"/>
                  <a:pt x="1182672" y="235696"/>
                </a:cubicBezTo>
                <a:lnTo>
                  <a:pt x="1145810" y="102013"/>
                </a:lnTo>
                <a:lnTo>
                  <a:pt x="1145810" y="227886"/>
                </a:lnTo>
                <a:cubicBezTo>
                  <a:pt x="1145810" y="227886"/>
                  <a:pt x="1111949" y="220694"/>
                  <a:pt x="1111949" y="220694"/>
                </a:cubicBezTo>
                <a:lnTo>
                  <a:pt x="1111949" y="83534"/>
                </a:lnTo>
                <a:close/>
                <a:moveTo>
                  <a:pt x="42101" y="138970"/>
                </a:moveTo>
                <a:lnTo>
                  <a:pt x="104108" y="125778"/>
                </a:lnTo>
                <a:lnTo>
                  <a:pt x="145971" y="254032"/>
                </a:lnTo>
                <a:lnTo>
                  <a:pt x="110061" y="261652"/>
                </a:lnTo>
                <a:lnTo>
                  <a:pt x="97774" y="222837"/>
                </a:lnTo>
                <a:lnTo>
                  <a:pt x="47863" y="233458"/>
                </a:lnTo>
                <a:lnTo>
                  <a:pt x="35576" y="277511"/>
                </a:lnTo>
                <a:lnTo>
                  <a:pt x="0" y="285083"/>
                </a:lnTo>
                <a:lnTo>
                  <a:pt x="42053" y="138970"/>
                </a:lnTo>
                <a:close/>
                <a:moveTo>
                  <a:pt x="88440" y="193929"/>
                </a:moveTo>
                <a:lnTo>
                  <a:pt x="72819" y="144923"/>
                </a:lnTo>
                <a:lnTo>
                  <a:pt x="57198" y="200597"/>
                </a:lnTo>
                <a:lnTo>
                  <a:pt x="88488" y="193929"/>
                </a:lnTo>
                <a:close/>
                <a:moveTo>
                  <a:pt x="214646" y="242173"/>
                </a:moveTo>
                <a:cubicBezTo>
                  <a:pt x="168307" y="252031"/>
                  <a:pt x="148733" y="235553"/>
                  <a:pt x="148733" y="199930"/>
                </a:cubicBezTo>
                <a:lnTo>
                  <a:pt x="183738" y="192500"/>
                </a:lnTo>
                <a:cubicBezTo>
                  <a:pt x="183738" y="211979"/>
                  <a:pt x="190977" y="217599"/>
                  <a:pt x="215408" y="212408"/>
                </a:cubicBezTo>
                <a:cubicBezTo>
                  <a:pt x="231982" y="208883"/>
                  <a:pt x="239030" y="203883"/>
                  <a:pt x="239030" y="195310"/>
                </a:cubicBezTo>
                <a:cubicBezTo>
                  <a:pt x="239030" y="190452"/>
                  <a:pt x="235315" y="187547"/>
                  <a:pt x="227886" y="187166"/>
                </a:cubicBezTo>
                <a:lnTo>
                  <a:pt x="183975" y="184452"/>
                </a:lnTo>
                <a:cubicBezTo>
                  <a:pt x="161258" y="182880"/>
                  <a:pt x="154210" y="170545"/>
                  <a:pt x="154210" y="153210"/>
                </a:cubicBezTo>
                <a:cubicBezTo>
                  <a:pt x="154210" y="126540"/>
                  <a:pt x="173212" y="108299"/>
                  <a:pt x="207645" y="101013"/>
                </a:cubicBezTo>
                <a:cubicBezTo>
                  <a:pt x="248603" y="92297"/>
                  <a:pt x="268891" y="108252"/>
                  <a:pt x="268891" y="138017"/>
                </a:cubicBezTo>
                <a:lnTo>
                  <a:pt x="234077" y="145399"/>
                </a:lnTo>
                <a:cubicBezTo>
                  <a:pt x="234077" y="130635"/>
                  <a:pt x="226076" y="126111"/>
                  <a:pt x="208217" y="129873"/>
                </a:cubicBezTo>
                <a:cubicBezTo>
                  <a:pt x="195739" y="132540"/>
                  <a:pt x="189215" y="137208"/>
                  <a:pt x="189215" y="145018"/>
                </a:cubicBezTo>
                <a:cubicBezTo>
                  <a:pt x="189215" y="148923"/>
                  <a:pt x="191262" y="151781"/>
                  <a:pt x="199454" y="152352"/>
                </a:cubicBezTo>
                <a:lnTo>
                  <a:pt x="242078" y="154400"/>
                </a:lnTo>
                <a:cubicBezTo>
                  <a:pt x="263843" y="155400"/>
                  <a:pt x="273891" y="166306"/>
                  <a:pt x="273891" y="186357"/>
                </a:cubicBezTo>
                <a:cubicBezTo>
                  <a:pt x="273891" y="212408"/>
                  <a:pt x="256747" y="233172"/>
                  <a:pt x="214694" y="242125"/>
                </a:cubicBezTo>
                <a:moveTo>
                  <a:pt x="283702" y="156115"/>
                </a:moveTo>
                <a:cubicBezTo>
                  <a:pt x="283702" y="115633"/>
                  <a:pt x="310325" y="79248"/>
                  <a:pt x="353330" y="70104"/>
                </a:cubicBezTo>
                <a:cubicBezTo>
                  <a:pt x="390906" y="62103"/>
                  <a:pt x="415862" y="78010"/>
                  <a:pt x="419767" y="111633"/>
                </a:cubicBezTo>
                <a:lnTo>
                  <a:pt x="384953" y="119015"/>
                </a:lnTo>
                <a:cubicBezTo>
                  <a:pt x="382143" y="104823"/>
                  <a:pt x="370047" y="98631"/>
                  <a:pt x="353473" y="102156"/>
                </a:cubicBezTo>
                <a:cubicBezTo>
                  <a:pt x="333185" y="106490"/>
                  <a:pt x="318659" y="121634"/>
                  <a:pt x="318659" y="148638"/>
                </a:cubicBezTo>
                <a:cubicBezTo>
                  <a:pt x="318659" y="175879"/>
                  <a:pt x="333185" y="184833"/>
                  <a:pt x="353473" y="180546"/>
                </a:cubicBezTo>
                <a:cubicBezTo>
                  <a:pt x="370047" y="177022"/>
                  <a:pt x="382143" y="165497"/>
                  <a:pt x="384953" y="150114"/>
                </a:cubicBezTo>
                <a:lnTo>
                  <a:pt x="419767" y="142732"/>
                </a:lnTo>
                <a:cubicBezTo>
                  <a:pt x="415862" y="178213"/>
                  <a:pt x="390906" y="204692"/>
                  <a:pt x="353330" y="212693"/>
                </a:cubicBezTo>
                <a:cubicBezTo>
                  <a:pt x="310325" y="221837"/>
                  <a:pt x="283702" y="196739"/>
                  <a:pt x="283702" y="156115"/>
                </a:cubicBezTo>
                <a:moveTo>
                  <a:pt x="436340" y="55150"/>
                </a:moveTo>
                <a:lnTo>
                  <a:pt x="540782" y="32956"/>
                </a:lnTo>
                <a:lnTo>
                  <a:pt x="540782" y="63865"/>
                </a:lnTo>
                <a:cubicBezTo>
                  <a:pt x="540782" y="63865"/>
                  <a:pt x="470440" y="78819"/>
                  <a:pt x="470440" y="78819"/>
                </a:cubicBezTo>
                <a:lnTo>
                  <a:pt x="470440" y="101775"/>
                </a:lnTo>
                <a:cubicBezTo>
                  <a:pt x="470440" y="101775"/>
                  <a:pt x="531495" y="88821"/>
                  <a:pt x="531495" y="88821"/>
                </a:cubicBezTo>
                <a:lnTo>
                  <a:pt x="531495" y="118015"/>
                </a:lnTo>
                <a:cubicBezTo>
                  <a:pt x="531495" y="118015"/>
                  <a:pt x="470440" y="131016"/>
                  <a:pt x="470440" y="131016"/>
                </a:cubicBezTo>
                <a:lnTo>
                  <a:pt x="470440" y="154162"/>
                </a:lnTo>
                <a:cubicBezTo>
                  <a:pt x="470440" y="154162"/>
                  <a:pt x="540782" y="139208"/>
                  <a:pt x="540782" y="139208"/>
                </a:cubicBezTo>
                <a:lnTo>
                  <a:pt x="540782" y="170117"/>
                </a:lnTo>
                <a:cubicBezTo>
                  <a:pt x="540782" y="170117"/>
                  <a:pt x="436340" y="192310"/>
                  <a:pt x="436340" y="192310"/>
                </a:cubicBezTo>
                <a:lnTo>
                  <a:pt x="436340" y="55150"/>
                </a:lnTo>
                <a:close/>
                <a:moveTo>
                  <a:pt x="561308" y="28623"/>
                </a:moveTo>
                <a:lnTo>
                  <a:pt x="625173" y="15049"/>
                </a:lnTo>
                <a:lnTo>
                  <a:pt x="662035" y="133112"/>
                </a:lnTo>
                <a:lnTo>
                  <a:pt x="662035" y="7239"/>
                </a:lnTo>
                <a:cubicBezTo>
                  <a:pt x="662035" y="7239"/>
                  <a:pt x="695897" y="48"/>
                  <a:pt x="695897" y="48"/>
                </a:cubicBezTo>
                <a:lnTo>
                  <a:pt x="695897" y="137208"/>
                </a:lnTo>
                <a:cubicBezTo>
                  <a:pt x="695897" y="137208"/>
                  <a:pt x="632032" y="150781"/>
                  <a:pt x="632032" y="150781"/>
                </a:cubicBezTo>
                <a:lnTo>
                  <a:pt x="595170" y="32718"/>
                </a:lnTo>
                <a:lnTo>
                  <a:pt x="595170" y="158591"/>
                </a:lnTo>
                <a:cubicBezTo>
                  <a:pt x="595170" y="158591"/>
                  <a:pt x="561308" y="165783"/>
                  <a:pt x="561308" y="165783"/>
                </a:cubicBezTo>
                <a:lnTo>
                  <a:pt x="561308" y="28623"/>
                </a:lnTo>
                <a:close/>
              </a:path>
            </a:pathLst>
          </a:custGeom>
          <a:solidFill>
            <a:srgbClr val="FFFFFF"/>
          </a:solidFill>
          <a:ln w="4763" cap="flat">
            <a:noFill/>
            <a:prstDash val="solid"/>
            <a:miter/>
          </a:ln>
        </p:spPr>
        <p:txBody>
          <a:bodyPr rtlCol="0" anchor="ctr"/>
          <a:lstStyle/>
          <a:p>
            <a:endParaRPr lang="en-AU"/>
          </a:p>
        </p:txBody>
      </p:sp>
      <p:sp>
        <p:nvSpPr>
          <p:cNvPr id="33" name="Google Shape;10;p2">
            <a:extLst>
              <a:ext uri="{FF2B5EF4-FFF2-40B4-BE49-F238E27FC236}">
                <a16:creationId xmlns:a16="http://schemas.microsoft.com/office/drawing/2014/main" id="{D543CF40-CA6C-AB12-3735-CF8AC652A545}"/>
              </a:ext>
            </a:extLst>
          </p:cNvPr>
          <p:cNvSpPr txBox="1">
            <a:spLocks noGrp="1"/>
          </p:cNvSpPr>
          <p:nvPr>
            <p:ph type="ctrTitle" hasCustomPrompt="1"/>
          </p:nvPr>
        </p:nvSpPr>
        <p:spPr>
          <a:xfrm>
            <a:off x="311708" y="2197678"/>
            <a:ext cx="3457652" cy="516890"/>
          </a:xfrm>
          <a:prstGeom prst="rect">
            <a:avLst/>
          </a:prstGeom>
        </p:spPr>
        <p:txBody>
          <a:bodyPr spcFirstLastPara="1" wrap="square" lIns="90000" tIns="90000" rIns="90000" bIns="36000" anchor="b" anchorCtr="0">
            <a:noAutofit/>
          </a:bodyPr>
          <a:lstStyle>
            <a:lvl1pPr lvl="0" algn="l">
              <a:spcBef>
                <a:spcPts val="0"/>
              </a:spcBef>
              <a:spcAft>
                <a:spcPts val="0"/>
              </a:spcAft>
              <a:buSzPts val="5200"/>
              <a:buNone/>
              <a:defRPr sz="2800" b="1">
                <a:solidFill>
                  <a:schemeClr val="bg1"/>
                </a:solidFill>
                <a:latin typeface="PP Neue Machina Plain Ultrabold" pitchFamily="50" charset="0"/>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r>
              <a:rPr lang="en-IN" dirty="0"/>
              <a:t>Section Title</a:t>
            </a:r>
            <a:endParaRPr dirty="0"/>
          </a:p>
        </p:txBody>
      </p:sp>
      <p:sp>
        <p:nvSpPr>
          <p:cNvPr id="16" name="Text Placeholder 15">
            <a:extLst>
              <a:ext uri="{FF2B5EF4-FFF2-40B4-BE49-F238E27FC236}">
                <a16:creationId xmlns:a16="http://schemas.microsoft.com/office/drawing/2014/main" id="{17A7E5E8-BE49-EF88-3BBF-34F70B616301}"/>
              </a:ext>
            </a:extLst>
          </p:cNvPr>
          <p:cNvSpPr>
            <a:spLocks noGrp="1"/>
          </p:cNvSpPr>
          <p:nvPr>
            <p:ph type="body" sz="quarter" idx="14" hasCustomPrompt="1"/>
          </p:nvPr>
        </p:nvSpPr>
        <p:spPr>
          <a:xfrm>
            <a:off x="379413" y="1489710"/>
            <a:ext cx="1322387" cy="516890"/>
          </a:xfrm>
          <a:noFill/>
        </p:spPr>
        <p:txBody>
          <a:bodyPr anchor="ctr">
            <a:noAutofit/>
          </a:bodyPr>
          <a:lstStyle>
            <a:lvl1pPr marL="0" indent="0" algn="l">
              <a:buNone/>
              <a:defRPr sz="5400" b="1">
                <a:solidFill>
                  <a:schemeClr val="accent1"/>
                </a:solidFill>
              </a:defRPr>
            </a:lvl1pPr>
          </a:lstStyle>
          <a:p>
            <a:pPr lvl="0"/>
            <a:r>
              <a:rPr lang="en-IN" dirty="0"/>
              <a:t>01</a:t>
            </a:r>
            <a:endParaRPr lang="en-AU" dirty="0"/>
          </a:p>
        </p:txBody>
      </p:sp>
      <p:sp>
        <p:nvSpPr>
          <p:cNvPr id="4" name="Picture Placeholder 2">
            <a:extLst>
              <a:ext uri="{FF2B5EF4-FFF2-40B4-BE49-F238E27FC236}">
                <a16:creationId xmlns:a16="http://schemas.microsoft.com/office/drawing/2014/main" id="{590D2DFC-11A4-68E1-9925-FDCEB9DEF975}"/>
              </a:ext>
            </a:extLst>
          </p:cNvPr>
          <p:cNvSpPr>
            <a:spLocks noGrp="1"/>
          </p:cNvSpPr>
          <p:nvPr>
            <p:ph type="pic" sz="quarter" idx="13" hasCustomPrompt="1"/>
          </p:nvPr>
        </p:nvSpPr>
        <p:spPr>
          <a:xfrm>
            <a:off x="4550410" y="-12701"/>
            <a:ext cx="4593590" cy="4480385"/>
          </a:xfrm>
          <a:custGeom>
            <a:avLst/>
            <a:gdLst>
              <a:gd name="connsiteX0" fmla="*/ 0 w 9144000"/>
              <a:gd name="connsiteY0" fmla="*/ 0 h 4442826"/>
              <a:gd name="connsiteX1" fmla="*/ 9144000 w 9144000"/>
              <a:gd name="connsiteY1" fmla="*/ 0 h 4442826"/>
              <a:gd name="connsiteX2" fmla="*/ 9144000 w 9144000"/>
              <a:gd name="connsiteY2" fmla="*/ 4442826 h 4442826"/>
              <a:gd name="connsiteX3" fmla="*/ 0 w 9144000"/>
              <a:gd name="connsiteY3" fmla="*/ 4442826 h 4442826"/>
              <a:gd name="connsiteX4" fmla="*/ 0 w 9144000"/>
              <a:gd name="connsiteY4" fmla="*/ 0 h 4442826"/>
              <a:gd name="connsiteX0" fmla="*/ 0 w 9151620"/>
              <a:gd name="connsiteY0" fmla="*/ 0 h 4458066"/>
              <a:gd name="connsiteX1" fmla="*/ 9144000 w 9151620"/>
              <a:gd name="connsiteY1" fmla="*/ 0 h 4458066"/>
              <a:gd name="connsiteX2" fmla="*/ 9151620 w 9151620"/>
              <a:gd name="connsiteY2" fmla="*/ 4458066 h 4458066"/>
              <a:gd name="connsiteX3" fmla="*/ 0 w 9151620"/>
              <a:gd name="connsiteY3" fmla="*/ 4442826 h 4458066"/>
              <a:gd name="connsiteX4" fmla="*/ 0 w 9151620"/>
              <a:gd name="connsiteY4"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0 w 9151620"/>
              <a:gd name="connsiteY4" fmla="*/ 4442826 h 4458066"/>
              <a:gd name="connsiteX5" fmla="*/ 0 w 9151620"/>
              <a:gd name="connsiteY5"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7551420 w 9151620"/>
              <a:gd name="connsiteY4" fmla="*/ 4436111 h 4458066"/>
              <a:gd name="connsiteX5" fmla="*/ 0 w 9151620"/>
              <a:gd name="connsiteY5" fmla="*/ 4442826 h 4458066"/>
              <a:gd name="connsiteX6" fmla="*/ 0 w 9151620"/>
              <a:gd name="connsiteY6"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8282940 w 9151620"/>
              <a:gd name="connsiteY4" fmla="*/ 4436111 h 4458066"/>
              <a:gd name="connsiteX5" fmla="*/ 7551420 w 9151620"/>
              <a:gd name="connsiteY5" fmla="*/ 4436111 h 4458066"/>
              <a:gd name="connsiteX6" fmla="*/ 0 w 9151620"/>
              <a:gd name="connsiteY6" fmla="*/ 4442826 h 4458066"/>
              <a:gd name="connsiteX7" fmla="*/ 0 w 9151620"/>
              <a:gd name="connsiteY7"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8260080 w 9151620"/>
              <a:gd name="connsiteY4" fmla="*/ 4306571 h 4458066"/>
              <a:gd name="connsiteX5" fmla="*/ 7551420 w 9151620"/>
              <a:gd name="connsiteY5" fmla="*/ 4436111 h 4458066"/>
              <a:gd name="connsiteX6" fmla="*/ 0 w 9151620"/>
              <a:gd name="connsiteY6" fmla="*/ 4442826 h 4458066"/>
              <a:gd name="connsiteX7" fmla="*/ 0 w 9151620"/>
              <a:gd name="connsiteY7" fmla="*/ 0 h 4458066"/>
              <a:gd name="connsiteX0" fmla="*/ 0 w 9151620"/>
              <a:gd name="connsiteY0" fmla="*/ 0 h 4462781"/>
              <a:gd name="connsiteX1" fmla="*/ 9144000 w 9151620"/>
              <a:gd name="connsiteY1" fmla="*/ 0 h 4462781"/>
              <a:gd name="connsiteX2" fmla="*/ 9151620 w 9151620"/>
              <a:gd name="connsiteY2" fmla="*/ 4458066 h 4462781"/>
              <a:gd name="connsiteX3" fmla="*/ 8941594 w 9151620"/>
              <a:gd name="connsiteY3" fmla="*/ 4462781 h 4462781"/>
              <a:gd name="connsiteX4" fmla="*/ 8260080 w 9151620"/>
              <a:gd name="connsiteY4" fmla="*/ 4306571 h 4462781"/>
              <a:gd name="connsiteX5" fmla="*/ 7551420 w 9151620"/>
              <a:gd name="connsiteY5" fmla="*/ 4436111 h 4462781"/>
              <a:gd name="connsiteX6" fmla="*/ 0 w 9151620"/>
              <a:gd name="connsiteY6" fmla="*/ 4442826 h 4462781"/>
              <a:gd name="connsiteX7" fmla="*/ 0 w 9151620"/>
              <a:gd name="connsiteY7" fmla="*/ 0 h 4462781"/>
              <a:gd name="connsiteX0" fmla="*/ 0 w 9151620"/>
              <a:gd name="connsiteY0" fmla="*/ 0 h 4462781"/>
              <a:gd name="connsiteX1" fmla="*/ 9144000 w 9151620"/>
              <a:gd name="connsiteY1" fmla="*/ 0 h 4462781"/>
              <a:gd name="connsiteX2" fmla="*/ 9151620 w 9151620"/>
              <a:gd name="connsiteY2" fmla="*/ 4458066 h 4462781"/>
              <a:gd name="connsiteX3" fmla="*/ 8941594 w 9151620"/>
              <a:gd name="connsiteY3" fmla="*/ 4462781 h 4462781"/>
              <a:gd name="connsiteX4" fmla="*/ 8260080 w 9151620"/>
              <a:gd name="connsiteY4" fmla="*/ 4306571 h 4462781"/>
              <a:gd name="connsiteX5" fmla="*/ 7556182 w 9151620"/>
              <a:gd name="connsiteY5" fmla="*/ 4462304 h 4462781"/>
              <a:gd name="connsiteX6" fmla="*/ 0 w 9151620"/>
              <a:gd name="connsiteY6" fmla="*/ 4442826 h 4462781"/>
              <a:gd name="connsiteX7" fmla="*/ 0 w 9151620"/>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41594 w 9144476"/>
              <a:gd name="connsiteY3" fmla="*/ 4462781 h 4462781"/>
              <a:gd name="connsiteX4" fmla="*/ 8260080 w 9144476"/>
              <a:gd name="connsiteY4" fmla="*/ 4306571 h 4462781"/>
              <a:gd name="connsiteX5" fmla="*/ 7556182 w 9144476"/>
              <a:gd name="connsiteY5" fmla="*/ 4462304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41594 w 9144476"/>
              <a:gd name="connsiteY3" fmla="*/ 4462781 h 4462781"/>
              <a:gd name="connsiteX4" fmla="*/ 8260080 w 9144476"/>
              <a:gd name="connsiteY4" fmla="*/ 4306571 h 4462781"/>
              <a:gd name="connsiteX5" fmla="*/ 7541895 w 9144476"/>
              <a:gd name="connsiteY5" fmla="*/ 4452779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53500 w 9144476"/>
              <a:gd name="connsiteY3" fmla="*/ 4462781 h 4462781"/>
              <a:gd name="connsiteX4" fmla="*/ 8260080 w 9144476"/>
              <a:gd name="connsiteY4" fmla="*/ 4306571 h 4462781"/>
              <a:gd name="connsiteX5" fmla="*/ 7541895 w 9144476"/>
              <a:gd name="connsiteY5" fmla="*/ 4452779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53500 w 9144476"/>
              <a:gd name="connsiteY3" fmla="*/ 4462781 h 4462781"/>
              <a:gd name="connsiteX4" fmla="*/ 8260080 w 9144476"/>
              <a:gd name="connsiteY4" fmla="*/ 4306571 h 4462781"/>
              <a:gd name="connsiteX5" fmla="*/ 7541895 w 9144476"/>
              <a:gd name="connsiteY5" fmla="*/ 4452779 h 4462781"/>
              <a:gd name="connsiteX6" fmla="*/ 4584700 w 9144476"/>
              <a:gd name="connsiteY6" fmla="*/ 4455526 h 4462781"/>
              <a:gd name="connsiteX7" fmla="*/ 0 w 9144476"/>
              <a:gd name="connsiteY7" fmla="*/ 0 h 4462781"/>
              <a:gd name="connsiteX0" fmla="*/ 0 w 4597876"/>
              <a:gd name="connsiteY0" fmla="*/ 0 h 4475481"/>
              <a:gd name="connsiteX1" fmla="*/ 4597400 w 4597876"/>
              <a:gd name="connsiteY1" fmla="*/ 12700 h 4475481"/>
              <a:gd name="connsiteX2" fmla="*/ 4597876 w 4597876"/>
              <a:gd name="connsiteY2" fmla="*/ 4470766 h 4475481"/>
              <a:gd name="connsiteX3" fmla="*/ 4406900 w 4597876"/>
              <a:gd name="connsiteY3" fmla="*/ 4475481 h 4475481"/>
              <a:gd name="connsiteX4" fmla="*/ 3713480 w 4597876"/>
              <a:gd name="connsiteY4" fmla="*/ 4319271 h 4475481"/>
              <a:gd name="connsiteX5" fmla="*/ 2995295 w 4597876"/>
              <a:gd name="connsiteY5" fmla="*/ 4465479 h 4475481"/>
              <a:gd name="connsiteX6" fmla="*/ 38100 w 4597876"/>
              <a:gd name="connsiteY6" fmla="*/ 4468226 h 4475481"/>
              <a:gd name="connsiteX7" fmla="*/ 0 w 4597876"/>
              <a:gd name="connsiteY7" fmla="*/ 0 h 4475481"/>
              <a:gd name="connsiteX0" fmla="*/ 0 w 4597876"/>
              <a:gd name="connsiteY0" fmla="*/ 0 h 4490879"/>
              <a:gd name="connsiteX1" fmla="*/ 4597400 w 4597876"/>
              <a:gd name="connsiteY1" fmla="*/ 12700 h 4490879"/>
              <a:gd name="connsiteX2" fmla="*/ 4597876 w 4597876"/>
              <a:gd name="connsiteY2" fmla="*/ 4470766 h 4490879"/>
              <a:gd name="connsiteX3" fmla="*/ 4406900 w 4597876"/>
              <a:gd name="connsiteY3" fmla="*/ 4475481 h 4490879"/>
              <a:gd name="connsiteX4" fmla="*/ 3713480 w 4597876"/>
              <a:gd name="connsiteY4" fmla="*/ 4319271 h 4490879"/>
              <a:gd name="connsiteX5" fmla="*/ 3020695 w 4597876"/>
              <a:gd name="connsiteY5" fmla="*/ 4490879 h 4490879"/>
              <a:gd name="connsiteX6" fmla="*/ 38100 w 4597876"/>
              <a:gd name="connsiteY6" fmla="*/ 4468226 h 4490879"/>
              <a:gd name="connsiteX7" fmla="*/ 0 w 4597876"/>
              <a:gd name="connsiteY7" fmla="*/ 0 h 4490879"/>
              <a:gd name="connsiteX0" fmla="*/ 0 w 4597876"/>
              <a:gd name="connsiteY0" fmla="*/ 0 h 4475481"/>
              <a:gd name="connsiteX1" fmla="*/ 4597400 w 4597876"/>
              <a:gd name="connsiteY1" fmla="*/ 12700 h 4475481"/>
              <a:gd name="connsiteX2" fmla="*/ 4597876 w 4597876"/>
              <a:gd name="connsiteY2" fmla="*/ 4470766 h 4475481"/>
              <a:gd name="connsiteX3" fmla="*/ 4406900 w 4597876"/>
              <a:gd name="connsiteY3" fmla="*/ 4475481 h 4475481"/>
              <a:gd name="connsiteX4" fmla="*/ 3713480 w 4597876"/>
              <a:gd name="connsiteY4" fmla="*/ 4319271 h 4475481"/>
              <a:gd name="connsiteX5" fmla="*/ 2999738 w 4597876"/>
              <a:gd name="connsiteY5" fmla="*/ 4469947 h 4475481"/>
              <a:gd name="connsiteX6" fmla="*/ 38100 w 4597876"/>
              <a:gd name="connsiteY6" fmla="*/ 4468226 h 4475481"/>
              <a:gd name="connsiteX7" fmla="*/ 0 w 4597876"/>
              <a:gd name="connsiteY7" fmla="*/ 0 h 4475481"/>
              <a:gd name="connsiteX0" fmla="*/ 0 w 4597876"/>
              <a:gd name="connsiteY0" fmla="*/ 0 h 4475481"/>
              <a:gd name="connsiteX1" fmla="*/ 4597400 w 4597876"/>
              <a:gd name="connsiteY1" fmla="*/ 12700 h 4475481"/>
              <a:gd name="connsiteX2" fmla="*/ 4597876 w 4597876"/>
              <a:gd name="connsiteY2" fmla="*/ 4470766 h 4475481"/>
              <a:gd name="connsiteX3" fmla="*/ 4406900 w 4597876"/>
              <a:gd name="connsiteY3" fmla="*/ 4475481 h 4475481"/>
              <a:gd name="connsiteX4" fmla="*/ 3703954 w 4597876"/>
              <a:gd name="connsiteY4" fmla="*/ 4317368 h 4475481"/>
              <a:gd name="connsiteX5" fmla="*/ 2999738 w 4597876"/>
              <a:gd name="connsiteY5" fmla="*/ 4469947 h 4475481"/>
              <a:gd name="connsiteX6" fmla="*/ 38100 w 4597876"/>
              <a:gd name="connsiteY6" fmla="*/ 4468226 h 4475481"/>
              <a:gd name="connsiteX7" fmla="*/ 0 w 4597876"/>
              <a:gd name="connsiteY7" fmla="*/ 0 h 4475481"/>
              <a:gd name="connsiteX0" fmla="*/ 0 w 4597876"/>
              <a:gd name="connsiteY0" fmla="*/ 0 h 4475481"/>
              <a:gd name="connsiteX1" fmla="*/ 4597400 w 4597876"/>
              <a:gd name="connsiteY1" fmla="*/ 12700 h 4475481"/>
              <a:gd name="connsiteX2" fmla="*/ 4597876 w 4597876"/>
              <a:gd name="connsiteY2" fmla="*/ 4470766 h 4475481"/>
              <a:gd name="connsiteX3" fmla="*/ 4406900 w 4597876"/>
              <a:gd name="connsiteY3" fmla="*/ 4475481 h 4475481"/>
              <a:gd name="connsiteX4" fmla="*/ 3702049 w 4597876"/>
              <a:gd name="connsiteY4" fmla="*/ 4321174 h 4475481"/>
              <a:gd name="connsiteX5" fmla="*/ 2999738 w 4597876"/>
              <a:gd name="connsiteY5" fmla="*/ 4469947 h 4475481"/>
              <a:gd name="connsiteX6" fmla="*/ 38100 w 4597876"/>
              <a:gd name="connsiteY6" fmla="*/ 4468226 h 4475481"/>
              <a:gd name="connsiteX7" fmla="*/ 0 w 4597876"/>
              <a:gd name="connsiteY7" fmla="*/ 0 h 4475481"/>
              <a:gd name="connsiteX0" fmla="*/ 0 w 4597876"/>
              <a:gd name="connsiteY0" fmla="*/ 0 h 4475481"/>
              <a:gd name="connsiteX1" fmla="*/ 4597400 w 4597876"/>
              <a:gd name="connsiteY1" fmla="*/ 12700 h 4475481"/>
              <a:gd name="connsiteX2" fmla="*/ 4597876 w 4597876"/>
              <a:gd name="connsiteY2" fmla="*/ 4470766 h 4475481"/>
              <a:gd name="connsiteX3" fmla="*/ 4406900 w 4597876"/>
              <a:gd name="connsiteY3" fmla="*/ 4475481 h 4475481"/>
              <a:gd name="connsiteX4" fmla="*/ 3702049 w 4597876"/>
              <a:gd name="connsiteY4" fmla="*/ 4321174 h 4475481"/>
              <a:gd name="connsiteX5" fmla="*/ 2999738 w 4597876"/>
              <a:gd name="connsiteY5" fmla="*/ 4469947 h 4475481"/>
              <a:gd name="connsiteX6" fmla="*/ 9522 w 4597876"/>
              <a:gd name="connsiteY6" fmla="*/ 4468226 h 4475481"/>
              <a:gd name="connsiteX7" fmla="*/ 0 w 4597876"/>
              <a:gd name="connsiteY7" fmla="*/ 0 h 4475481"/>
              <a:gd name="connsiteX0" fmla="*/ 0 w 4594066"/>
              <a:gd name="connsiteY0" fmla="*/ 0 h 4475481"/>
              <a:gd name="connsiteX1" fmla="*/ 4593590 w 4594066"/>
              <a:gd name="connsiteY1" fmla="*/ 12700 h 4475481"/>
              <a:gd name="connsiteX2" fmla="*/ 4594066 w 4594066"/>
              <a:gd name="connsiteY2" fmla="*/ 4470766 h 4475481"/>
              <a:gd name="connsiteX3" fmla="*/ 4403090 w 4594066"/>
              <a:gd name="connsiteY3" fmla="*/ 4475481 h 4475481"/>
              <a:gd name="connsiteX4" fmla="*/ 3698239 w 4594066"/>
              <a:gd name="connsiteY4" fmla="*/ 4321174 h 4475481"/>
              <a:gd name="connsiteX5" fmla="*/ 2995928 w 4594066"/>
              <a:gd name="connsiteY5" fmla="*/ 4469947 h 4475481"/>
              <a:gd name="connsiteX6" fmla="*/ 5712 w 4594066"/>
              <a:gd name="connsiteY6" fmla="*/ 4468226 h 4475481"/>
              <a:gd name="connsiteX7" fmla="*/ 0 w 4594066"/>
              <a:gd name="connsiteY7" fmla="*/ 0 h 4475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94066" h="4475481">
                <a:moveTo>
                  <a:pt x="0" y="0"/>
                </a:moveTo>
                <a:lnTo>
                  <a:pt x="4593590" y="12700"/>
                </a:lnTo>
                <a:cubicBezTo>
                  <a:pt x="4593749" y="1498722"/>
                  <a:pt x="4593907" y="2984744"/>
                  <a:pt x="4594066" y="4470766"/>
                </a:cubicBezTo>
                <a:lnTo>
                  <a:pt x="4403090" y="4475481"/>
                </a:lnTo>
                <a:lnTo>
                  <a:pt x="3698239" y="4321174"/>
                </a:lnTo>
                <a:lnTo>
                  <a:pt x="2995928" y="4469947"/>
                </a:lnTo>
                <a:lnTo>
                  <a:pt x="5712" y="4468226"/>
                </a:lnTo>
                <a:lnTo>
                  <a:pt x="0" y="0"/>
                </a:lnTo>
                <a:close/>
              </a:path>
            </a:pathLst>
          </a:custGeom>
          <a:noFill/>
        </p:spPr>
        <p:txBody>
          <a:bodyPr anchor="ctr">
            <a:normAutofit/>
          </a:bodyPr>
          <a:lstStyle>
            <a:lvl1pPr marL="114300" indent="0" algn="ctr">
              <a:buFont typeface="Arial" panose="020B0604020202020204" pitchFamily="34" charset="0"/>
              <a:buNone/>
              <a:defRPr sz="1200">
                <a:solidFill>
                  <a:schemeClr val="bg1"/>
                </a:solidFill>
              </a:defRPr>
            </a:lvl1pPr>
          </a:lstStyle>
          <a:p>
            <a:r>
              <a:rPr lang="en-US"/>
              <a:t>Click here to add image</a:t>
            </a:r>
            <a:endParaRPr lang="en-US" dirty="0"/>
          </a:p>
        </p:txBody>
      </p:sp>
    </p:spTree>
    <p:extLst>
      <p:ext uri="{BB962C8B-B14F-4D97-AF65-F5344CB8AC3E}">
        <p14:creationId xmlns:p14="http://schemas.microsoft.com/office/powerpoint/2010/main" val="1933114160"/>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slide" preserve="1" userDrawn="1">
  <p:cSld name="1_Title slide">
    <p:bg>
      <p:bgPr>
        <a:solidFill>
          <a:schemeClr val="bg1"/>
        </a:solidFill>
        <a:effectLst/>
      </p:bgPr>
    </p:bg>
    <p:spTree>
      <p:nvGrpSpPr>
        <p:cNvPr id="1" name="Shape 9"/>
        <p:cNvGrpSpPr/>
        <p:nvPr/>
      </p:nvGrpSpPr>
      <p:grpSpPr>
        <a:xfrm>
          <a:off x="0" y="0"/>
          <a:ext cx="0" cy="0"/>
          <a:chOff x="0" y="0"/>
          <a:chExt cx="0" cy="0"/>
        </a:xfrm>
      </p:grpSpPr>
      <p:sp>
        <p:nvSpPr>
          <p:cNvPr id="3" name="Picture Placeholder 2">
            <a:extLst>
              <a:ext uri="{FF2B5EF4-FFF2-40B4-BE49-F238E27FC236}">
                <a16:creationId xmlns:a16="http://schemas.microsoft.com/office/drawing/2014/main" id="{8716AEA7-9F8A-D525-41AE-E30521ED8164}"/>
              </a:ext>
            </a:extLst>
          </p:cNvPr>
          <p:cNvSpPr>
            <a:spLocks noGrp="1"/>
          </p:cNvSpPr>
          <p:nvPr>
            <p:ph type="pic" sz="quarter" idx="13" hasCustomPrompt="1"/>
          </p:nvPr>
        </p:nvSpPr>
        <p:spPr>
          <a:xfrm>
            <a:off x="-8160" y="-1271"/>
            <a:ext cx="9152635" cy="4462781"/>
          </a:xfrm>
          <a:custGeom>
            <a:avLst/>
            <a:gdLst>
              <a:gd name="connsiteX0" fmla="*/ 0 w 9144000"/>
              <a:gd name="connsiteY0" fmla="*/ 0 h 4442826"/>
              <a:gd name="connsiteX1" fmla="*/ 9144000 w 9144000"/>
              <a:gd name="connsiteY1" fmla="*/ 0 h 4442826"/>
              <a:gd name="connsiteX2" fmla="*/ 9144000 w 9144000"/>
              <a:gd name="connsiteY2" fmla="*/ 4442826 h 4442826"/>
              <a:gd name="connsiteX3" fmla="*/ 0 w 9144000"/>
              <a:gd name="connsiteY3" fmla="*/ 4442826 h 4442826"/>
              <a:gd name="connsiteX4" fmla="*/ 0 w 9144000"/>
              <a:gd name="connsiteY4" fmla="*/ 0 h 4442826"/>
              <a:gd name="connsiteX0" fmla="*/ 0 w 9151620"/>
              <a:gd name="connsiteY0" fmla="*/ 0 h 4458066"/>
              <a:gd name="connsiteX1" fmla="*/ 9144000 w 9151620"/>
              <a:gd name="connsiteY1" fmla="*/ 0 h 4458066"/>
              <a:gd name="connsiteX2" fmla="*/ 9151620 w 9151620"/>
              <a:gd name="connsiteY2" fmla="*/ 4458066 h 4458066"/>
              <a:gd name="connsiteX3" fmla="*/ 0 w 9151620"/>
              <a:gd name="connsiteY3" fmla="*/ 4442826 h 4458066"/>
              <a:gd name="connsiteX4" fmla="*/ 0 w 9151620"/>
              <a:gd name="connsiteY4"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0 w 9151620"/>
              <a:gd name="connsiteY4" fmla="*/ 4442826 h 4458066"/>
              <a:gd name="connsiteX5" fmla="*/ 0 w 9151620"/>
              <a:gd name="connsiteY5"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7551420 w 9151620"/>
              <a:gd name="connsiteY4" fmla="*/ 4436111 h 4458066"/>
              <a:gd name="connsiteX5" fmla="*/ 0 w 9151620"/>
              <a:gd name="connsiteY5" fmla="*/ 4442826 h 4458066"/>
              <a:gd name="connsiteX6" fmla="*/ 0 w 9151620"/>
              <a:gd name="connsiteY6"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8282940 w 9151620"/>
              <a:gd name="connsiteY4" fmla="*/ 4436111 h 4458066"/>
              <a:gd name="connsiteX5" fmla="*/ 7551420 w 9151620"/>
              <a:gd name="connsiteY5" fmla="*/ 4436111 h 4458066"/>
              <a:gd name="connsiteX6" fmla="*/ 0 w 9151620"/>
              <a:gd name="connsiteY6" fmla="*/ 4442826 h 4458066"/>
              <a:gd name="connsiteX7" fmla="*/ 0 w 9151620"/>
              <a:gd name="connsiteY7"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8260080 w 9151620"/>
              <a:gd name="connsiteY4" fmla="*/ 4306571 h 4458066"/>
              <a:gd name="connsiteX5" fmla="*/ 7551420 w 9151620"/>
              <a:gd name="connsiteY5" fmla="*/ 4436111 h 4458066"/>
              <a:gd name="connsiteX6" fmla="*/ 0 w 9151620"/>
              <a:gd name="connsiteY6" fmla="*/ 4442826 h 4458066"/>
              <a:gd name="connsiteX7" fmla="*/ 0 w 9151620"/>
              <a:gd name="connsiteY7" fmla="*/ 0 h 4458066"/>
              <a:gd name="connsiteX0" fmla="*/ 0 w 9151620"/>
              <a:gd name="connsiteY0" fmla="*/ 0 h 4462781"/>
              <a:gd name="connsiteX1" fmla="*/ 9144000 w 9151620"/>
              <a:gd name="connsiteY1" fmla="*/ 0 h 4462781"/>
              <a:gd name="connsiteX2" fmla="*/ 9151620 w 9151620"/>
              <a:gd name="connsiteY2" fmla="*/ 4458066 h 4462781"/>
              <a:gd name="connsiteX3" fmla="*/ 8941594 w 9151620"/>
              <a:gd name="connsiteY3" fmla="*/ 4462781 h 4462781"/>
              <a:gd name="connsiteX4" fmla="*/ 8260080 w 9151620"/>
              <a:gd name="connsiteY4" fmla="*/ 4306571 h 4462781"/>
              <a:gd name="connsiteX5" fmla="*/ 7551420 w 9151620"/>
              <a:gd name="connsiteY5" fmla="*/ 4436111 h 4462781"/>
              <a:gd name="connsiteX6" fmla="*/ 0 w 9151620"/>
              <a:gd name="connsiteY6" fmla="*/ 4442826 h 4462781"/>
              <a:gd name="connsiteX7" fmla="*/ 0 w 9151620"/>
              <a:gd name="connsiteY7" fmla="*/ 0 h 4462781"/>
              <a:gd name="connsiteX0" fmla="*/ 0 w 9151620"/>
              <a:gd name="connsiteY0" fmla="*/ 0 h 4462781"/>
              <a:gd name="connsiteX1" fmla="*/ 9144000 w 9151620"/>
              <a:gd name="connsiteY1" fmla="*/ 0 h 4462781"/>
              <a:gd name="connsiteX2" fmla="*/ 9151620 w 9151620"/>
              <a:gd name="connsiteY2" fmla="*/ 4458066 h 4462781"/>
              <a:gd name="connsiteX3" fmla="*/ 8941594 w 9151620"/>
              <a:gd name="connsiteY3" fmla="*/ 4462781 h 4462781"/>
              <a:gd name="connsiteX4" fmla="*/ 8260080 w 9151620"/>
              <a:gd name="connsiteY4" fmla="*/ 4306571 h 4462781"/>
              <a:gd name="connsiteX5" fmla="*/ 7556182 w 9151620"/>
              <a:gd name="connsiteY5" fmla="*/ 4462304 h 4462781"/>
              <a:gd name="connsiteX6" fmla="*/ 0 w 9151620"/>
              <a:gd name="connsiteY6" fmla="*/ 4442826 h 4462781"/>
              <a:gd name="connsiteX7" fmla="*/ 0 w 9151620"/>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41594 w 9144476"/>
              <a:gd name="connsiteY3" fmla="*/ 4462781 h 4462781"/>
              <a:gd name="connsiteX4" fmla="*/ 8260080 w 9144476"/>
              <a:gd name="connsiteY4" fmla="*/ 4306571 h 4462781"/>
              <a:gd name="connsiteX5" fmla="*/ 7556182 w 9144476"/>
              <a:gd name="connsiteY5" fmla="*/ 4462304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41594 w 9144476"/>
              <a:gd name="connsiteY3" fmla="*/ 4462781 h 4462781"/>
              <a:gd name="connsiteX4" fmla="*/ 8260080 w 9144476"/>
              <a:gd name="connsiteY4" fmla="*/ 4306571 h 4462781"/>
              <a:gd name="connsiteX5" fmla="*/ 7541895 w 9144476"/>
              <a:gd name="connsiteY5" fmla="*/ 4452779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53500 w 9144476"/>
              <a:gd name="connsiteY3" fmla="*/ 4462781 h 4462781"/>
              <a:gd name="connsiteX4" fmla="*/ 8260080 w 9144476"/>
              <a:gd name="connsiteY4" fmla="*/ 4306571 h 4462781"/>
              <a:gd name="connsiteX5" fmla="*/ 7541895 w 9144476"/>
              <a:gd name="connsiteY5" fmla="*/ 4452779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53500 w 9144476"/>
              <a:gd name="connsiteY3" fmla="*/ 4462781 h 4462781"/>
              <a:gd name="connsiteX4" fmla="*/ 8260080 w 9144476"/>
              <a:gd name="connsiteY4" fmla="*/ 4306571 h 4462781"/>
              <a:gd name="connsiteX5" fmla="*/ 7551131 w 9144476"/>
              <a:gd name="connsiteY5" fmla="*/ 4462015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53500 w 9144476"/>
              <a:gd name="connsiteY3" fmla="*/ 4462781 h 4462781"/>
              <a:gd name="connsiteX4" fmla="*/ 8260080 w 9144476"/>
              <a:gd name="connsiteY4" fmla="*/ 4306571 h 4462781"/>
              <a:gd name="connsiteX5" fmla="*/ 7551131 w 9144476"/>
              <a:gd name="connsiteY5" fmla="*/ 4462015 h 4462781"/>
              <a:gd name="connsiteX6" fmla="*/ 18473 w 9144476"/>
              <a:gd name="connsiteY6" fmla="*/ 4461299 h 4462781"/>
              <a:gd name="connsiteX7" fmla="*/ 0 w 9144476"/>
              <a:gd name="connsiteY7" fmla="*/ 0 h 4462781"/>
              <a:gd name="connsiteX0" fmla="*/ 8159 w 9152635"/>
              <a:gd name="connsiteY0" fmla="*/ 0 h 4462781"/>
              <a:gd name="connsiteX1" fmla="*/ 9152159 w 9152635"/>
              <a:gd name="connsiteY1" fmla="*/ 0 h 4462781"/>
              <a:gd name="connsiteX2" fmla="*/ 9152635 w 9152635"/>
              <a:gd name="connsiteY2" fmla="*/ 4458066 h 4462781"/>
              <a:gd name="connsiteX3" fmla="*/ 8961659 w 9152635"/>
              <a:gd name="connsiteY3" fmla="*/ 4462781 h 4462781"/>
              <a:gd name="connsiteX4" fmla="*/ 8268239 w 9152635"/>
              <a:gd name="connsiteY4" fmla="*/ 4306571 h 4462781"/>
              <a:gd name="connsiteX5" fmla="*/ 7559290 w 9152635"/>
              <a:gd name="connsiteY5" fmla="*/ 4462015 h 4462781"/>
              <a:gd name="connsiteX6" fmla="*/ 1232 w 9152635"/>
              <a:gd name="connsiteY6" fmla="*/ 4461299 h 4462781"/>
              <a:gd name="connsiteX7" fmla="*/ 8159 w 9152635"/>
              <a:gd name="connsiteY7" fmla="*/ 0 h 4462781"/>
              <a:gd name="connsiteX0" fmla="*/ 8159 w 9152635"/>
              <a:gd name="connsiteY0" fmla="*/ 0 h 4462781"/>
              <a:gd name="connsiteX1" fmla="*/ 9152159 w 9152635"/>
              <a:gd name="connsiteY1" fmla="*/ 0 h 4462781"/>
              <a:gd name="connsiteX2" fmla="*/ 9152635 w 9152635"/>
              <a:gd name="connsiteY2" fmla="*/ 4458066 h 4462781"/>
              <a:gd name="connsiteX3" fmla="*/ 8961659 w 9152635"/>
              <a:gd name="connsiteY3" fmla="*/ 4462781 h 4462781"/>
              <a:gd name="connsiteX4" fmla="*/ 8272049 w 9152635"/>
              <a:gd name="connsiteY4" fmla="*/ 4312286 h 4462781"/>
              <a:gd name="connsiteX5" fmla="*/ 7559290 w 9152635"/>
              <a:gd name="connsiteY5" fmla="*/ 4462015 h 4462781"/>
              <a:gd name="connsiteX6" fmla="*/ 1232 w 9152635"/>
              <a:gd name="connsiteY6" fmla="*/ 4461299 h 4462781"/>
              <a:gd name="connsiteX7" fmla="*/ 8159 w 9152635"/>
              <a:gd name="connsiteY7" fmla="*/ 0 h 4462781"/>
              <a:gd name="connsiteX0" fmla="*/ 8159 w 9152635"/>
              <a:gd name="connsiteY0" fmla="*/ 0 h 4462781"/>
              <a:gd name="connsiteX1" fmla="*/ 9152159 w 9152635"/>
              <a:gd name="connsiteY1" fmla="*/ 0 h 4462781"/>
              <a:gd name="connsiteX2" fmla="*/ 9152635 w 9152635"/>
              <a:gd name="connsiteY2" fmla="*/ 4458066 h 4462781"/>
              <a:gd name="connsiteX3" fmla="*/ 8961659 w 9152635"/>
              <a:gd name="connsiteY3" fmla="*/ 4462781 h 4462781"/>
              <a:gd name="connsiteX4" fmla="*/ 8260619 w 9152635"/>
              <a:gd name="connsiteY4" fmla="*/ 4310381 h 4462781"/>
              <a:gd name="connsiteX5" fmla="*/ 7559290 w 9152635"/>
              <a:gd name="connsiteY5" fmla="*/ 4462015 h 4462781"/>
              <a:gd name="connsiteX6" fmla="*/ 1232 w 9152635"/>
              <a:gd name="connsiteY6" fmla="*/ 4461299 h 4462781"/>
              <a:gd name="connsiteX7" fmla="*/ 8159 w 9152635"/>
              <a:gd name="connsiteY7" fmla="*/ 0 h 4462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52635" h="4462781">
                <a:moveTo>
                  <a:pt x="8159" y="0"/>
                </a:moveTo>
                <a:lnTo>
                  <a:pt x="9152159" y="0"/>
                </a:lnTo>
                <a:cubicBezTo>
                  <a:pt x="9152318" y="1486022"/>
                  <a:pt x="9152476" y="2972044"/>
                  <a:pt x="9152635" y="4458066"/>
                </a:cubicBezTo>
                <a:lnTo>
                  <a:pt x="8961659" y="4462781"/>
                </a:lnTo>
                <a:lnTo>
                  <a:pt x="8260619" y="4310381"/>
                </a:lnTo>
                <a:lnTo>
                  <a:pt x="7559290" y="4462015"/>
                </a:lnTo>
                <a:lnTo>
                  <a:pt x="1232" y="4461299"/>
                </a:lnTo>
                <a:cubicBezTo>
                  <a:pt x="-4926" y="2974199"/>
                  <a:pt x="14317" y="1487100"/>
                  <a:pt x="8159" y="0"/>
                </a:cubicBezTo>
                <a:close/>
              </a:path>
            </a:pathLst>
          </a:custGeom>
          <a:noFill/>
        </p:spPr>
        <p:txBody>
          <a:bodyPr/>
          <a:lstStyle>
            <a:lvl1pPr marL="114300" indent="0">
              <a:buNone/>
              <a:defRPr/>
            </a:lvl1pPr>
          </a:lstStyle>
          <a:p>
            <a:r>
              <a:rPr lang="en-IN" dirty="0"/>
              <a:t> </a:t>
            </a:r>
            <a:endParaRPr lang="en-AU" dirty="0"/>
          </a:p>
        </p:txBody>
      </p:sp>
      <p:sp>
        <p:nvSpPr>
          <p:cNvPr id="13" name="Freeform: Shape 12">
            <a:extLst>
              <a:ext uri="{FF2B5EF4-FFF2-40B4-BE49-F238E27FC236}">
                <a16:creationId xmlns:a16="http://schemas.microsoft.com/office/drawing/2014/main" id="{DCFA8F1A-438C-2D31-EC45-A4CCF4206F40}"/>
              </a:ext>
            </a:extLst>
          </p:cNvPr>
          <p:cNvSpPr/>
          <p:nvPr/>
        </p:nvSpPr>
        <p:spPr>
          <a:xfrm>
            <a:off x="0" y="4305300"/>
            <a:ext cx="9144000" cy="857250"/>
          </a:xfrm>
          <a:custGeom>
            <a:avLst/>
            <a:gdLst>
              <a:gd name="connsiteX0" fmla="*/ 0 w 9144000"/>
              <a:gd name="connsiteY0" fmla="*/ 857250 h 857250"/>
              <a:gd name="connsiteX1" fmla="*/ 0 w 9144000"/>
              <a:gd name="connsiteY1" fmla="*/ 149828 h 857250"/>
              <a:gd name="connsiteX2" fmla="*/ 7540609 w 9144000"/>
              <a:gd name="connsiteY2" fmla="*/ 149828 h 857250"/>
              <a:gd name="connsiteX3" fmla="*/ 8245698 w 9144000"/>
              <a:gd name="connsiteY3" fmla="*/ 0 h 857250"/>
              <a:gd name="connsiteX4" fmla="*/ 8933831 w 9144000"/>
              <a:gd name="connsiteY4" fmla="*/ 149828 h 857250"/>
              <a:gd name="connsiteX5" fmla="*/ 9144000 w 9144000"/>
              <a:gd name="connsiteY5" fmla="*/ 149828 h 857250"/>
              <a:gd name="connsiteX6" fmla="*/ 9144000 w 9144000"/>
              <a:gd name="connsiteY6" fmla="*/ 857250 h 857250"/>
              <a:gd name="connsiteX7" fmla="*/ 0 w 9144000"/>
              <a:gd name="connsiteY7" fmla="*/ 857250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0" h="857250">
                <a:moveTo>
                  <a:pt x="0" y="857250"/>
                </a:moveTo>
                <a:lnTo>
                  <a:pt x="0" y="149828"/>
                </a:lnTo>
                <a:lnTo>
                  <a:pt x="7540609" y="149828"/>
                </a:lnTo>
                <a:lnTo>
                  <a:pt x="8245698" y="0"/>
                </a:lnTo>
                <a:lnTo>
                  <a:pt x="8933831" y="149828"/>
                </a:lnTo>
                <a:lnTo>
                  <a:pt x="9144000" y="149828"/>
                </a:lnTo>
                <a:lnTo>
                  <a:pt x="9144000" y="857250"/>
                </a:lnTo>
                <a:lnTo>
                  <a:pt x="0" y="857250"/>
                </a:lnTo>
                <a:close/>
              </a:path>
            </a:pathLst>
          </a:custGeom>
          <a:gradFill>
            <a:gsLst>
              <a:gs pos="0">
                <a:srgbClr val="5BC1A0"/>
              </a:gs>
              <a:gs pos="50000">
                <a:srgbClr val="2E9376"/>
              </a:gs>
              <a:gs pos="100000">
                <a:srgbClr val="01654D"/>
              </a:gs>
            </a:gsLst>
            <a:lin ang="0" scaled="1"/>
          </a:gradFill>
          <a:ln w="81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lvl="0" defTabSz="914400" eaLnBrk="1" latinLnBrk="0" hangingPunct="1"/>
            <a:endParaRPr lang="en-AU" sz="1800" kern="1200">
              <a:solidFill>
                <a:schemeClr val="tx1"/>
              </a:solidFill>
              <a:latin typeface="+mn-lt"/>
              <a:ea typeface="+mn-ea"/>
              <a:cs typeface="+mn-cs"/>
            </a:endParaRPr>
          </a:p>
        </p:txBody>
      </p:sp>
      <p:sp>
        <p:nvSpPr>
          <p:cNvPr id="14" name="Freeform: Shape 13">
            <a:extLst>
              <a:ext uri="{FF2B5EF4-FFF2-40B4-BE49-F238E27FC236}">
                <a16:creationId xmlns:a16="http://schemas.microsoft.com/office/drawing/2014/main" id="{6332EFC7-40EB-E5E0-6D5B-205A7815463F}"/>
              </a:ext>
            </a:extLst>
          </p:cNvPr>
          <p:cNvSpPr/>
          <p:nvPr/>
        </p:nvSpPr>
        <p:spPr>
          <a:xfrm>
            <a:off x="7540608" y="4441555"/>
            <a:ext cx="1246536" cy="285083"/>
          </a:xfrm>
          <a:custGeom>
            <a:avLst/>
            <a:gdLst>
              <a:gd name="connsiteX0" fmla="*/ 718995 w 1246536"/>
              <a:gd name="connsiteY0" fmla="*/ 0 h 285083"/>
              <a:gd name="connsiteX1" fmla="*/ 769239 w 1246536"/>
              <a:gd name="connsiteY1" fmla="*/ 10668 h 285083"/>
              <a:gd name="connsiteX2" fmla="*/ 842391 w 1246536"/>
              <a:gd name="connsiteY2" fmla="*/ 94726 h 285083"/>
              <a:gd name="connsiteX3" fmla="*/ 769239 w 1246536"/>
              <a:gd name="connsiteY3" fmla="*/ 147876 h 285083"/>
              <a:gd name="connsiteX4" fmla="*/ 718995 w 1246536"/>
              <a:gd name="connsiteY4" fmla="*/ 137208 h 285083"/>
              <a:gd name="connsiteX5" fmla="*/ 718995 w 1246536"/>
              <a:gd name="connsiteY5" fmla="*/ 48 h 285083"/>
              <a:gd name="connsiteX6" fmla="*/ 769239 w 1246536"/>
              <a:gd name="connsiteY6" fmla="*/ 116729 h 285083"/>
              <a:gd name="connsiteX7" fmla="*/ 808530 w 1246536"/>
              <a:gd name="connsiteY7" fmla="*/ 87535 h 285083"/>
              <a:gd name="connsiteX8" fmla="*/ 769239 w 1246536"/>
              <a:gd name="connsiteY8" fmla="*/ 41624 h 285083"/>
              <a:gd name="connsiteX9" fmla="*/ 752856 w 1246536"/>
              <a:gd name="connsiteY9" fmla="*/ 38148 h 285083"/>
              <a:gd name="connsiteX10" fmla="*/ 752856 w 1246536"/>
              <a:gd name="connsiteY10" fmla="*/ 113252 h 285083"/>
              <a:gd name="connsiteX11" fmla="*/ 769239 w 1246536"/>
              <a:gd name="connsiteY11" fmla="*/ 116729 h 285083"/>
              <a:gd name="connsiteX12" fmla="*/ 947024 w 1246536"/>
              <a:gd name="connsiteY12" fmla="*/ 48482 h 285083"/>
              <a:gd name="connsiteX13" fmla="*/ 947024 w 1246536"/>
              <a:gd name="connsiteY13" fmla="*/ 79391 h 285083"/>
              <a:gd name="connsiteX14" fmla="*/ 917067 w 1246536"/>
              <a:gd name="connsiteY14" fmla="*/ 73009 h 285083"/>
              <a:gd name="connsiteX15" fmla="*/ 917067 w 1246536"/>
              <a:gd name="connsiteY15" fmla="*/ 148114 h 285083"/>
              <a:gd name="connsiteX16" fmla="*/ 947024 w 1246536"/>
              <a:gd name="connsiteY16" fmla="*/ 154496 h 285083"/>
              <a:gd name="connsiteX17" fmla="*/ 947024 w 1246536"/>
              <a:gd name="connsiteY17" fmla="*/ 185642 h 285083"/>
              <a:gd name="connsiteX18" fmla="*/ 853393 w 1246536"/>
              <a:gd name="connsiteY18" fmla="*/ 165735 h 285083"/>
              <a:gd name="connsiteX19" fmla="*/ 853393 w 1246536"/>
              <a:gd name="connsiteY19" fmla="*/ 134588 h 285083"/>
              <a:gd name="connsiteX20" fmla="*/ 883349 w 1246536"/>
              <a:gd name="connsiteY20" fmla="*/ 140970 h 285083"/>
              <a:gd name="connsiteX21" fmla="*/ 883349 w 1246536"/>
              <a:gd name="connsiteY21" fmla="*/ 65865 h 285083"/>
              <a:gd name="connsiteX22" fmla="*/ 853393 w 1246536"/>
              <a:gd name="connsiteY22" fmla="*/ 59484 h 285083"/>
              <a:gd name="connsiteX23" fmla="*/ 853393 w 1246536"/>
              <a:gd name="connsiteY23" fmla="*/ 28575 h 285083"/>
              <a:gd name="connsiteX24" fmla="*/ 947024 w 1246536"/>
              <a:gd name="connsiteY24" fmla="*/ 48482 h 285083"/>
              <a:gd name="connsiteX25" fmla="*/ 1026319 w 1246536"/>
              <a:gd name="connsiteY25" fmla="*/ 62627 h 285083"/>
              <a:gd name="connsiteX26" fmla="*/ 1094994 w 1246536"/>
              <a:gd name="connsiteY26" fmla="*/ 148447 h 285083"/>
              <a:gd name="connsiteX27" fmla="*/ 1026319 w 1246536"/>
              <a:gd name="connsiteY27" fmla="*/ 205264 h 285083"/>
              <a:gd name="connsiteX28" fmla="*/ 957263 w 1246536"/>
              <a:gd name="connsiteY28" fmla="*/ 119205 h 285083"/>
              <a:gd name="connsiteX29" fmla="*/ 1026319 w 1246536"/>
              <a:gd name="connsiteY29" fmla="*/ 62675 h 285083"/>
              <a:gd name="connsiteX30" fmla="*/ 1026319 w 1246536"/>
              <a:gd name="connsiteY30" fmla="*/ 173117 h 285083"/>
              <a:gd name="connsiteX31" fmla="*/ 1060180 w 1246536"/>
              <a:gd name="connsiteY31" fmla="*/ 141018 h 285083"/>
              <a:gd name="connsiteX32" fmla="*/ 1026319 w 1246536"/>
              <a:gd name="connsiteY32" fmla="*/ 94726 h 285083"/>
              <a:gd name="connsiteX33" fmla="*/ 992267 w 1246536"/>
              <a:gd name="connsiteY33" fmla="*/ 126587 h 285083"/>
              <a:gd name="connsiteX34" fmla="*/ 1026319 w 1246536"/>
              <a:gd name="connsiteY34" fmla="*/ 173117 h 285083"/>
              <a:gd name="connsiteX35" fmla="*/ 1111949 w 1246536"/>
              <a:gd name="connsiteY35" fmla="*/ 83534 h 285083"/>
              <a:gd name="connsiteX36" fmla="*/ 1175814 w 1246536"/>
              <a:gd name="connsiteY36" fmla="*/ 97107 h 285083"/>
              <a:gd name="connsiteX37" fmla="*/ 1212675 w 1246536"/>
              <a:gd name="connsiteY37" fmla="*/ 230791 h 285083"/>
              <a:gd name="connsiteX38" fmla="*/ 1212675 w 1246536"/>
              <a:gd name="connsiteY38" fmla="*/ 104918 h 285083"/>
              <a:gd name="connsiteX39" fmla="*/ 1246537 w 1246536"/>
              <a:gd name="connsiteY39" fmla="*/ 112109 h 285083"/>
              <a:gd name="connsiteX40" fmla="*/ 1246537 w 1246536"/>
              <a:gd name="connsiteY40" fmla="*/ 249269 h 285083"/>
              <a:gd name="connsiteX41" fmla="*/ 1182672 w 1246536"/>
              <a:gd name="connsiteY41" fmla="*/ 235696 h 285083"/>
              <a:gd name="connsiteX42" fmla="*/ 1145810 w 1246536"/>
              <a:gd name="connsiteY42" fmla="*/ 102013 h 285083"/>
              <a:gd name="connsiteX43" fmla="*/ 1145810 w 1246536"/>
              <a:gd name="connsiteY43" fmla="*/ 227886 h 285083"/>
              <a:gd name="connsiteX44" fmla="*/ 1111949 w 1246536"/>
              <a:gd name="connsiteY44" fmla="*/ 220694 h 285083"/>
              <a:gd name="connsiteX45" fmla="*/ 1111949 w 1246536"/>
              <a:gd name="connsiteY45" fmla="*/ 83534 h 285083"/>
              <a:gd name="connsiteX46" fmla="*/ 42101 w 1246536"/>
              <a:gd name="connsiteY46" fmla="*/ 138970 h 285083"/>
              <a:gd name="connsiteX47" fmla="*/ 104108 w 1246536"/>
              <a:gd name="connsiteY47" fmla="*/ 125778 h 285083"/>
              <a:gd name="connsiteX48" fmla="*/ 145971 w 1246536"/>
              <a:gd name="connsiteY48" fmla="*/ 254032 h 285083"/>
              <a:gd name="connsiteX49" fmla="*/ 110061 w 1246536"/>
              <a:gd name="connsiteY49" fmla="*/ 261652 h 285083"/>
              <a:gd name="connsiteX50" fmla="*/ 97774 w 1246536"/>
              <a:gd name="connsiteY50" fmla="*/ 222837 h 285083"/>
              <a:gd name="connsiteX51" fmla="*/ 47863 w 1246536"/>
              <a:gd name="connsiteY51" fmla="*/ 233458 h 285083"/>
              <a:gd name="connsiteX52" fmla="*/ 35576 w 1246536"/>
              <a:gd name="connsiteY52" fmla="*/ 277511 h 285083"/>
              <a:gd name="connsiteX53" fmla="*/ 0 w 1246536"/>
              <a:gd name="connsiteY53" fmla="*/ 285083 h 285083"/>
              <a:gd name="connsiteX54" fmla="*/ 42053 w 1246536"/>
              <a:gd name="connsiteY54" fmla="*/ 138970 h 285083"/>
              <a:gd name="connsiteX55" fmla="*/ 88440 w 1246536"/>
              <a:gd name="connsiteY55" fmla="*/ 193929 h 285083"/>
              <a:gd name="connsiteX56" fmla="*/ 72819 w 1246536"/>
              <a:gd name="connsiteY56" fmla="*/ 144923 h 285083"/>
              <a:gd name="connsiteX57" fmla="*/ 57198 w 1246536"/>
              <a:gd name="connsiteY57" fmla="*/ 200597 h 285083"/>
              <a:gd name="connsiteX58" fmla="*/ 88488 w 1246536"/>
              <a:gd name="connsiteY58" fmla="*/ 193929 h 285083"/>
              <a:gd name="connsiteX59" fmla="*/ 214646 w 1246536"/>
              <a:gd name="connsiteY59" fmla="*/ 242173 h 285083"/>
              <a:gd name="connsiteX60" fmla="*/ 148733 w 1246536"/>
              <a:gd name="connsiteY60" fmla="*/ 199930 h 285083"/>
              <a:gd name="connsiteX61" fmla="*/ 183738 w 1246536"/>
              <a:gd name="connsiteY61" fmla="*/ 192500 h 285083"/>
              <a:gd name="connsiteX62" fmla="*/ 215408 w 1246536"/>
              <a:gd name="connsiteY62" fmla="*/ 212408 h 285083"/>
              <a:gd name="connsiteX63" fmla="*/ 239030 w 1246536"/>
              <a:gd name="connsiteY63" fmla="*/ 195310 h 285083"/>
              <a:gd name="connsiteX64" fmla="*/ 227886 w 1246536"/>
              <a:gd name="connsiteY64" fmla="*/ 187166 h 285083"/>
              <a:gd name="connsiteX65" fmla="*/ 183975 w 1246536"/>
              <a:gd name="connsiteY65" fmla="*/ 184452 h 285083"/>
              <a:gd name="connsiteX66" fmla="*/ 154210 w 1246536"/>
              <a:gd name="connsiteY66" fmla="*/ 153210 h 285083"/>
              <a:gd name="connsiteX67" fmla="*/ 207645 w 1246536"/>
              <a:gd name="connsiteY67" fmla="*/ 101013 h 285083"/>
              <a:gd name="connsiteX68" fmla="*/ 268891 w 1246536"/>
              <a:gd name="connsiteY68" fmla="*/ 138017 h 285083"/>
              <a:gd name="connsiteX69" fmla="*/ 234077 w 1246536"/>
              <a:gd name="connsiteY69" fmla="*/ 145399 h 285083"/>
              <a:gd name="connsiteX70" fmla="*/ 208217 w 1246536"/>
              <a:gd name="connsiteY70" fmla="*/ 129873 h 285083"/>
              <a:gd name="connsiteX71" fmla="*/ 189215 w 1246536"/>
              <a:gd name="connsiteY71" fmla="*/ 145018 h 285083"/>
              <a:gd name="connsiteX72" fmla="*/ 199454 w 1246536"/>
              <a:gd name="connsiteY72" fmla="*/ 152352 h 285083"/>
              <a:gd name="connsiteX73" fmla="*/ 242078 w 1246536"/>
              <a:gd name="connsiteY73" fmla="*/ 154400 h 285083"/>
              <a:gd name="connsiteX74" fmla="*/ 273891 w 1246536"/>
              <a:gd name="connsiteY74" fmla="*/ 186357 h 285083"/>
              <a:gd name="connsiteX75" fmla="*/ 214694 w 1246536"/>
              <a:gd name="connsiteY75" fmla="*/ 242125 h 285083"/>
              <a:gd name="connsiteX76" fmla="*/ 283702 w 1246536"/>
              <a:gd name="connsiteY76" fmla="*/ 156115 h 285083"/>
              <a:gd name="connsiteX77" fmla="*/ 353330 w 1246536"/>
              <a:gd name="connsiteY77" fmla="*/ 70104 h 285083"/>
              <a:gd name="connsiteX78" fmla="*/ 419767 w 1246536"/>
              <a:gd name="connsiteY78" fmla="*/ 111633 h 285083"/>
              <a:gd name="connsiteX79" fmla="*/ 384953 w 1246536"/>
              <a:gd name="connsiteY79" fmla="*/ 119015 h 285083"/>
              <a:gd name="connsiteX80" fmla="*/ 353473 w 1246536"/>
              <a:gd name="connsiteY80" fmla="*/ 102156 h 285083"/>
              <a:gd name="connsiteX81" fmla="*/ 318659 w 1246536"/>
              <a:gd name="connsiteY81" fmla="*/ 148638 h 285083"/>
              <a:gd name="connsiteX82" fmla="*/ 353473 w 1246536"/>
              <a:gd name="connsiteY82" fmla="*/ 180546 h 285083"/>
              <a:gd name="connsiteX83" fmla="*/ 384953 w 1246536"/>
              <a:gd name="connsiteY83" fmla="*/ 150114 h 285083"/>
              <a:gd name="connsiteX84" fmla="*/ 419767 w 1246536"/>
              <a:gd name="connsiteY84" fmla="*/ 142732 h 285083"/>
              <a:gd name="connsiteX85" fmla="*/ 353330 w 1246536"/>
              <a:gd name="connsiteY85" fmla="*/ 212693 h 285083"/>
              <a:gd name="connsiteX86" fmla="*/ 283702 w 1246536"/>
              <a:gd name="connsiteY86" fmla="*/ 156115 h 285083"/>
              <a:gd name="connsiteX87" fmla="*/ 436340 w 1246536"/>
              <a:gd name="connsiteY87" fmla="*/ 55150 h 285083"/>
              <a:gd name="connsiteX88" fmla="*/ 540782 w 1246536"/>
              <a:gd name="connsiteY88" fmla="*/ 32956 h 285083"/>
              <a:gd name="connsiteX89" fmla="*/ 540782 w 1246536"/>
              <a:gd name="connsiteY89" fmla="*/ 63865 h 285083"/>
              <a:gd name="connsiteX90" fmla="*/ 470440 w 1246536"/>
              <a:gd name="connsiteY90" fmla="*/ 78819 h 285083"/>
              <a:gd name="connsiteX91" fmla="*/ 470440 w 1246536"/>
              <a:gd name="connsiteY91" fmla="*/ 101775 h 285083"/>
              <a:gd name="connsiteX92" fmla="*/ 531495 w 1246536"/>
              <a:gd name="connsiteY92" fmla="*/ 88821 h 285083"/>
              <a:gd name="connsiteX93" fmla="*/ 531495 w 1246536"/>
              <a:gd name="connsiteY93" fmla="*/ 118015 h 285083"/>
              <a:gd name="connsiteX94" fmla="*/ 470440 w 1246536"/>
              <a:gd name="connsiteY94" fmla="*/ 131016 h 285083"/>
              <a:gd name="connsiteX95" fmla="*/ 470440 w 1246536"/>
              <a:gd name="connsiteY95" fmla="*/ 154162 h 285083"/>
              <a:gd name="connsiteX96" fmla="*/ 540782 w 1246536"/>
              <a:gd name="connsiteY96" fmla="*/ 139208 h 285083"/>
              <a:gd name="connsiteX97" fmla="*/ 540782 w 1246536"/>
              <a:gd name="connsiteY97" fmla="*/ 170117 h 285083"/>
              <a:gd name="connsiteX98" fmla="*/ 436340 w 1246536"/>
              <a:gd name="connsiteY98" fmla="*/ 192310 h 285083"/>
              <a:gd name="connsiteX99" fmla="*/ 436340 w 1246536"/>
              <a:gd name="connsiteY99" fmla="*/ 55150 h 285083"/>
              <a:gd name="connsiteX100" fmla="*/ 561308 w 1246536"/>
              <a:gd name="connsiteY100" fmla="*/ 28623 h 285083"/>
              <a:gd name="connsiteX101" fmla="*/ 625173 w 1246536"/>
              <a:gd name="connsiteY101" fmla="*/ 15049 h 285083"/>
              <a:gd name="connsiteX102" fmla="*/ 662035 w 1246536"/>
              <a:gd name="connsiteY102" fmla="*/ 133112 h 285083"/>
              <a:gd name="connsiteX103" fmla="*/ 662035 w 1246536"/>
              <a:gd name="connsiteY103" fmla="*/ 7239 h 285083"/>
              <a:gd name="connsiteX104" fmla="*/ 695897 w 1246536"/>
              <a:gd name="connsiteY104" fmla="*/ 48 h 285083"/>
              <a:gd name="connsiteX105" fmla="*/ 695897 w 1246536"/>
              <a:gd name="connsiteY105" fmla="*/ 137208 h 285083"/>
              <a:gd name="connsiteX106" fmla="*/ 632032 w 1246536"/>
              <a:gd name="connsiteY106" fmla="*/ 150781 h 285083"/>
              <a:gd name="connsiteX107" fmla="*/ 595170 w 1246536"/>
              <a:gd name="connsiteY107" fmla="*/ 32718 h 285083"/>
              <a:gd name="connsiteX108" fmla="*/ 595170 w 1246536"/>
              <a:gd name="connsiteY108" fmla="*/ 158591 h 285083"/>
              <a:gd name="connsiteX109" fmla="*/ 561308 w 1246536"/>
              <a:gd name="connsiteY109" fmla="*/ 165783 h 285083"/>
              <a:gd name="connsiteX110" fmla="*/ 561308 w 1246536"/>
              <a:gd name="connsiteY110" fmla="*/ 28623 h 285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246536" h="285083">
                <a:moveTo>
                  <a:pt x="718995" y="0"/>
                </a:moveTo>
                <a:lnTo>
                  <a:pt x="769239" y="10668"/>
                </a:lnTo>
                <a:cubicBezTo>
                  <a:pt x="805149" y="18288"/>
                  <a:pt x="842391" y="35766"/>
                  <a:pt x="842391" y="94726"/>
                </a:cubicBezTo>
                <a:cubicBezTo>
                  <a:pt x="842391" y="153876"/>
                  <a:pt x="805149" y="155496"/>
                  <a:pt x="769239" y="147876"/>
                </a:cubicBezTo>
                <a:lnTo>
                  <a:pt x="718995" y="137208"/>
                </a:lnTo>
                <a:lnTo>
                  <a:pt x="718995" y="48"/>
                </a:lnTo>
                <a:close/>
                <a:moveTo>
                  <a:pt x="769239" y="116729"/>
                </a:moveTo>
                <a:cubicBezTo>
                  <a:pt x="791766" y="121539"/>
                  <a:pt x="808530" y="124301"/>
                  <a:pt x="808530" y="87535"/>
                </a:cubicBezTo>
                <a:cubicBezTo>
                  <a:pt x="808530" y="50768"/>
                  <a:pt x="791623" y="46387"/>
                  <a:pt x="769239" y="41624"/>
                </a:cubicBezTo>
                <a:lnTo>
                  <a:pt x="752856" y="38148"/>
                </a:lnTo>
                <a:lnTo>
                  <a:pt x="752856" y="113252"/>
                </a:lnTo>
                <a:cubicBezTo>
                  <a:pt x="752856" y="113252"/>
                  <a:pt x="769239" y="116729"/>
                  <a:pt x="769239" y="116729"/>
                </a:cubicBezTo>
                <a:close/>
                <a:moveTo>
                  <a:pt x="947024" y="48482"/>
                </a:moveTo>
                <a:lnTo>
                  <a:pt x="947024" y="79391"/>
                </a:lnTo>
                <a:cubicBezTo>
                  <a:pt x="947024" y="79391"/>
                  <a:pt x="917067" y="73009"/>
                  <a:pt x="917067" y="73009"/>
                </a:cubicBezTo>
                <a:lnTo>
                  <a:pt x="917067" y="148114"/>
                </a:lnTo>
                <a:cubicBezTo>
                  <a:pt x="917067" y="148114"/>
                  <a:pt x="947024" y="154496"/>
                  <a:pt x="947024" y="154496"/>
                </a:cubicBezTo>
                <a:lnTo>
                  <a:pt x="947024" y="185642"/>
                </a:lnTo>
                <a:cubicBezTo>
                  <a:pt x="947024" y="185642"/>
                  <a:pt x="853393" y="165735"/>
                  <a:pt x="853393" y="165735"/>
                </a:cubicBezTo>
                <a:lnTo>
                  <a:pt x="853393" y="134588"/>
                </a:lnTo>
                <a:cubicBezTo>
                  <a:pt x="853393" y="134588"/>
                  <a:pt x="883349" y="140970"/>
                  <a:pt x="883349" y="140970"/>
                </a:cubicBezTo>
                <a:lnTo>
                  <a:pt x="883349" y="65865"/>
                </a:lnTo>
                <a:cubicBezTo>
                  <a:pt x="883349" y="65865"/>
                  <a:pt x="853393" y="59484"/>
                  <a:pt x="853393" y="59484"/>
                </a:cubicBezTo>
                <a:lnTo>
                  <a:pt x="853393" y="28575"/>
                </a:lnTo>
                <a:cubicBezTo>
                  <a:pt x="853393" y="28575"/>
                  <a:pt x="947024" y="48482"/>
                  <a:pt x="947024" y="48482"/>
                </a:cubicBezTo>
                <a:close/>
                <a:moveTo>
                  <a:pt x="1026319" y="62627"/>
                </a:moveTo>
                <a:cubicBezTo>
                  <a:pt x="1068944" y="71676"/>
                  <a:pt x="1094994" y="107966"/>
                  <a:pt x="1094994" y="148447"/>
                </a:cubicBezTo>
                <a:cubicBezTo>
                  <a:pt x="1094994" y="189119"/>
                  <a:pt x="1068944" y="214313"/>
                  <a:pt x="1026319" y="205264"/>
                </a:cubicBezTo>
                <a:cubicBezTo>
                  <a:pt x="983504" y="196167"/>
                  <a:pt x="957263" y="159829"/>
                  <a:pt x="957263" y="119205"/>
                </a:cubicBezTo>
                <a:cubicBezTo>
                  <a:pt x="957263" y="78724"/>
                  <a:pt x="983504" y="53578"/>
                  <a:pt x="1026319" y="62675"/>
                </a:cubicBezTo>
                <a:moveTo>
                  <a:pt x="1026319" y="173117"/>
                </a:moveTo>
                <a:cubicBezTo>
                  <a:pt x="1049036" y="177927"/>
                  <a:pt x="1060180" y="165926"/>
                  <a:pt x="1060180" y="141018"/>
                </a:cubicBezTo>
                <a:cubicBezTo>
                  <a:pt x="1060180" y="116110"/>
                  <a:pt x="1048846" y="99489"/>
                  <a:pt x="1026319" y="94726"/>
                </a:cubicBezTo>
                <a:cubicBezTo>
                  <a:pt x="1003602" y="89916"/>
                  <a:pt x="992267" y="101870"/>
                  <a:pt x="992267" y="126587"/>
                </a:cubicBezTo>
                <a:cubicBezTo>
                  <a:pt x="992267" y="151495"/>
                  <a:pt x="1003649" y="168307"/>
                  <a:pt x="1026319" y="173117"/>
                </a:cubicBezTo>
                <a:moveTo>
                  <a:pt x="1111949" y="83534"/>
                </a:moveTo>
                <a:lnTo>
                  <a:pt x="1175814" y="97107"/>
                </a:lnTo>
                <a:lnTo>
                  <a:pt x="1212675" y="230791"/>
                </a:lnTo>
                <a:lnTo>
                  <a:pt x="1212675" y="104918"/>
                </a:lnTo>
                <a:cubicBezTo>
                  <a:pt x="1212675" y="104918"/>
                  <a:pt x="1246537" y="112109"/>
                  <a:pt x="1246537" y="112109"/>
                </a:cubicBezTo>
                <a:lnTo>
                  <a:pt x="1246537" y="249269"/>
                </a:lnTo>
                <a:cubicBezTo>
                  <a:pt x="1246537" y="249269"/>
                  <a:pt x="1182672" y="235696"/>
                  <a:pt x="1182672" y="235696"/>
                </a:cubicBezTo>
                <a:lnTo>
                  <a:pt x="1145810" y="102013"/>
                </a:lnTo>
                <a:lnTo>
                  <a:pt x="1145810" y="227886"/>
                </a:lnTo>
                <a:cubicBezTo>
                  <a:pt x="1145810" y="227886"/>
                  <a:pt x="1111949" y="220694"/>
                  <a:pt x="1111949" y="220694"/>
                </a:cubicBezTo>
                <a:lnTo>
                  <a:pt x="1111949" y="83534"/>
                </a:lnTo>
                <a:close/>
                <a:moveTo>
                  <a:pt x="42101" y="138970"/>
                </a:moveTo>
                <a:lnTo>
                  <a:pt x="104108" y="125778"/>
                </a:lnTo>
                <a:lnTo>
                  <a:pt x="145971" y="254032"/>
                </a:lnTo>
                <a:lnTo>
                  <a:pt x="110061" y="261652"/>
                </a:lnTo>
                <a:lnTo>
                  <a:pt x="97774" y="222837"/>
                </a:lnTo>
                <a:lnTo>
                  <a:pt x="47863" y="233458"/>
                </a:lnTo>
                <a:lnTo>
                  <a:pt x="35576" y="277511"/>
                </a:lnTo>
                <a:lnTo>
                  <a:pt x="0" y="285083"/>
                </a:lnTo>
                <a:lnTo>
                  <a:pt x="42053" y="138970"/>
                </a:lnTo>
                <a:close/>
                <a:moveTo>
                  <a:pt x="88440" y="193929"/>
                </a:moveTo>
                <a:lnTo>
                  <a:pt x="72819" y="144923"/>
                </a:lnTo>
                <a:lnTo>
                  <a:pt x="57198" y="200597"/>
                </a:lnTo>
                <a:lnTo>
                  <a:pt x="88488" y="193929"/>
                </a:lnTo>
                <a:close/>
                <a:moveTo>
                  <a:pt x="214646" y="242173"/>
                </a:moveTo>
                <a:cubicBezTo>
                  <a:pt x="168307" y="252031"/>
                  <a:pt x="148733" y="235553"/>
                  <a:pt x="148733" y="199930"/>
                </a:cubicBezTo>
                <a:lnTo>
                  <a:pt x="183738" y="192500"/>
                </a:lnTo>
                <a:cubicBezTo>
                  <a:pt x="183738" y="211979"/>
                  <a:pt x="190977" y="217599"/>
                  <a:pt x="215408" y="212408"/>
                </a:cubicBezTo>
                <a:cubicBezTo>
                  <a:pt x="231982" y="208883"/>
                  <a:pt x="239030" y="203883"/>
                  <a:pt x="239030" y="195310"/>
                </a:cubicBezTo>
                <a:cubicBezTo>
                  <a:pt x="239030" y="190452"/>
                  <a:pt x="235315" y="187547"/>
                  <a:pt x="227886" y="187166"/>
                </a:cubicBezTo>
                <a:lnTo>
                  <a:pt x="183975" y="184452"/>
                </a:lnTo>
                <a:cubicBezTo>
                  <a:pt x="161258" y="182880"/>
                  <a:pt x="154210" y="170545"/>
                  <a:pt x="154210" y="153210"/>
                </a:cubicBezTo>
                <a:cubicBezTo>
                  <a:pt x="154210" y="126540"/>
                  <a:pt x="173212" y="108299"/>
                  <a:pt x="207645" y="101013"/>
                </a:cubicBezTo>
                <a:cubicBezTo>
                  <a:pt x="248603" y="92297"/>
                  <a:pt x="268891" y="108252"/>
                  <a:pt x="268891" y="138017"/>
                </a:cubicBezTo>
                <a:lnTo>
                  <a:pt x="234077" y="145399"/>
                </a:lnTo>
                <a:cubicBezTo>
                  <a:pt x="234077" y="130635"/>
                  <a:pt x="226076" y="126111"/>
                  <a:pt x="208217" y="129873"/>
                </a:cubicBezTo>
                <a:cubicBezTo>
                  <a:pt x="195739" y="132540"/>
                  <a:pt x="189215" y="137208"/>
                  <a:pt x="189215" y="145018"/>
                </a:cubicBezTo>
                <a:cubicBezTo>
                  <a:pt x="189215" y="148923"/>
                  <a:pt x="191262" y="151781"/>
                  <a:pt x="199454" y="152352"/>
                </a:cubicBezTo>
                <a:lnTo>
                  <a:pt x="242078" y="154400"/>
                </a:lnTo>
                <a:cubicBezTo>
                  <a:pt x="263843" y="155400"/>
                  <a:pt x="273891" y="166306"/>
                  <a:pt x="273891" y="186357"/>
                </a:cubicBezTo>
                <a:cubicBezTo>
                  <a:pt x="273891" y="212408"/>
                  <a:pt x="256747" y="233172"/>
                  <a:pt x="214694" y="242125"/>
                </a:cubicBezTo>
                <a:moveTo>
                  <a:pt x="283702" y="156115"/>
                </a:moveTo>
                <a:cubicBezTo>
                  <a:pt x="283702" y="115633"/>
                  <a:pt x="310325" y="79248"/>
                  <a:pt x="353330" y="70104"/>
                </a:cubicBezTo>
                <a:cubicBezTo>
                  <a:pt x="390906" y="62103"/>
                  <a:pt x="415862" y="78010"/>
                  <a:pt x="419767" y="111633"/>
                </a:cubicBezTo>
                <a:lnTo>
                  <a:pt x="384953" y="119015"/>
                </a:lnTo>
                <a:cubicBezTo>
                  <a:pt x="382143" y="104823"/>
                  <a:pt x="370047" y="98631"/>
                  <a:pt x="353473" y="102156"/>
                </a:cubicBezTo>
                <a:cubicBezTo>
                  <a:pt x="333185" y="106490"/>
                  <a:pt x="318659" y="121634"/>
                  <a:pt x="318659" y="148638"/>
                </a:cubicBezTo>
                <a:cubicBezTo>
                  <a:pt x="318659" y="175879"/>
                  <a:pt x="333185" y="184833"/>
                  <a:pt x="353473" y="180546"/>
                </a:cubicBezTo>
                <a:cubicBezTo>
                  <a:pt x="370047" y="177022"/>
                  <a:pt x="382143" y="165497"/>
                  <a:pt x="384953" y="150114"/>
                </a:cubicBezTo>
                <a:lnTo>
                  <a:pt x="419767" y="142732"/>
                </a:lnTo>
                <a:cubicBezTo>
                  <a:pt x="415862" y="178213"/>
                  <a:pt x="390906" y="204692"/>
                  <a:pt x="353330" y="212693"/>
                </a:cubicBezTo>
                <a:cubicBezTo>
                  <a:pt x="310325" y="221837"/>
                  <a:pt x="283702" y="196739"/>
                  <a:pt x="283702" y="156115"/>
                </a:cubicBezTo>
                <a:moveTo>
                  <a:pt x="436340" y="55150"/>
                </a:moveTo>
                <a:lnTo>
                  <a:pt x="540782" y="32956"/>
                </a:lnTo>
                <a:lnTo>
                  <a:pt x="540782" y="63865"/>
                </a:lnTo>
                <a:cubicBezTo>
                  <a:pt x="540782" y="63865"/>
                  <a:pt x="470440" y="78819"/>
                  <a:pt x="470440" y="78819"/>
                </a:cubicBezTo>
                <a:lnTo>
                  <a:pt x="470440" y="101775"/>
                </a:lnTo>
                <a:cubicBezTo>
                  <a:pt x="470440" y="101775"/>
                  <a:pt x="531495" y="88821"/>
                  <a:pt x="531495" y="88821"/>
                </a:cubicBezTo>
                <a:lnTo>
                  <a:pt x="531495" y="118015"/>
                </a:lnTo>
                <a:cubicBezTo>
                  <a:pt x="531495" y="118015"/>
                  <a:pt x="470440" y="131016"/>
                  <a:pt x="470440" y="131016"/>
                </a:cubicBezTo>
                <a:lnTo>
                  <a:pt x="470440" y="154162"/>
                </a:lnTo>
                <a:cubicBezTo>
                  <a:pt x="470440" y="154162"/>
                  <a:pt x="540782" y="139208"/>
                  <a:pt x="540782" y="139208"/>
                </a:cubicBezTo>
                <a:lnTo>
                  <a:pt x="540782" y="170117"/>
                </a:lnTo>
                <a:cubicBezTo>
                  <a:pt x="540782" y="170117"/>
                  <a:pt x="436340" y="192310"/>
                  <a:pt x="436340" y="192310"/>
                </a:cubicBezTo>
                <a:lnTo>
                  <a:pt x="436340" y="55150"/>
                </a:lnTo>
                <a:close/>
                <a:moveTo>
                  <a:pt x="561308" y="28623"/>
                </a:moveTo>
                <a:lnTo>
                  <a:pt x="625173" y="15049"/>
                </a:lnTo>
                <a:lnTo>
                  <a:pt x="662035" y="133112"/>
                </a:lnTo>
                <a:lnTo>
                  <a:pt x="662035" y="7239"/>
                </a:lnTo>
                <a:cubicBezTo>
                  <a:pt x="662035" y="7239"/>
                  <a:pt x="695897" y="48"/>
                  <a:pt x="695897" y="48"/>
                </a:cubicBezTo>
                <a:lnTo>
                  <a:pt x="695897" y="137208"/>
                </a:lnTo>
                <a:cubicBezTo>
                  <a:pt x="695897" y="137208"/>
                  <a:pt x="632032" y="150781"/>
                  <a:pt x="632032" y="150781"/>
                </a:cubicBezTo>
                <a:lnTo>
                  <a:pt x="595170" y="32718"/>
                </a:lnTo>
                <a:lnTo>
                  <a:pt x="595170" y="158591"/>
                </a:lnTo>
                <a:cubicBezTo>
                  <a:pt x="595170" y="158591"/>
                  <a:pt x="561308" y="165783"/>
                  <a:pt x="561308" y="165783"/>
                </a:cubicBezTo>
                <a:lnTo>
                  <a:pt x="561308" y="28623"/>
                </a:lnTo>
                <a:close/>
              </a:path>
            </a:pathLst>
          </a:custGeom>
          <a:solidFill>
            <a:srgbClr val="FFFFFF"/>
          </a:solidFill>
          <a:ln w="4763" cap="flat">
            <a:noFill/>
            <a:prstDash val="solid"/>
            <a:miter/>
          </a:ln>
        </p:spPr>
        <p:txBody>
          <a:bodyPr rtlCol="0" anchor="ctr"/>
          <a:lstStyle/>
          <a:p>
            <a:endParaRPr lang="en-AU"/>
          </a:p>
        </p:txBody>
      </p:sp>
      <p:sp>
        <p:nvSpPr>
          <p:cNvPr id="33" name="Google Shape;10;p2">
            <a:extLst>
              <a:ext uri="{FF2B5EF4-FFF2-40B4-BE49-F238E27FC236}">
                <a16:creationId xmlns:a16="http://schemas.microsoft.com/office/drawing/2014/main" id="{D543CF40-CA6C-AB12-3735-CF8AC652A545}"/>
              </a:ext>
            </a:extLst>
          </p:cNvPr>
          <p:cNvSpPr txBox="1">
            <a:spLocks noGrp="1"/>
          </p:cNvSpPr>
          <p:nvPr>
            <p:ph type="ctrTitle" hasCustomPrompt="1"/>
          </p:nvPr>
        </p:nvSpPr>
        <p:spPr>
          <a:xfrm>
            <a:off x="311708" y="2197678"/>
            <a:ext cx="3457652" cy="516890"/>
          </a:xfrm>
          <a:prstGeom prst="rect">
            <a:avLst/>
          </a:prstGeom>
        </p:spPr>
        <p:txBody>
          <a:bodyPr spcFirstLastPara="1" wrap="square" lIns="90000" tIns="90000" rIns="90000" bIns="36000" anchor="b" anchorCtr="0">
            <a:noAutofit/>
          </a:bodyPr>
          <a:lstStyle>
            <a:lvl1pPr lvl="0" algn="l">
              <a:spcBef>
                <a:spcPts val="0"/>
              </a:spcBef>
              <a:spcAft>
                <a:spcPts val="0"/>
              </a:spcAft>
              <a:buSzPts val="5200"/>
              <a:buNone/>
              <a:defRPr sz="2800" b="1">
                <a:solidFill>
                  <a:schemeClr val="tx1"/>
                </a:solidFill>
                <a:latin typeface="PP Neue Machina Plain Ultrabold" pitchFamily="50" charset="0"/>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r>
              <a:rPr lang="en-IN" dirty="0"/>
              <a:t>Section Title</a:t>
            </a:r>
            <a:endParaRPr dirty="0"/>
          </a:p>
        </p:txBody>
      </p:sp>
      <p:sp>
        <p:nvSpPr>
          <p:cNvPr id="16" name="Text Placeholder 15">
            <a:extLst>
              <a:ext uri="{FF2B5EF4-FFF2-40B4-BE49-F238E27FC236}">
                <a16:creationId xmlns:a16="http://schemas.microsoft.com/office/drawing/2014/main" id="{17A7E5E8-BE49-EF88-3BBF-34F70B616301}"/>
              </a:ext>
            </a:extLst>
          </p:cNvPr>
          <p:cNvSpPr>
            <a:spLocks noGrp="1"/>
          </p:cNvSpPr>
          <p:nvPr>
            <p:ph type="body" sz="quarter" idx="14" hasCustomPrompt="1"/>
          </p:nvPr>
        </p:nvSpPr>
        <p:spPr>
          <a:xfrm>
            <a:off x="379413" y="1489710"/>
            <a:ext cx="1322387" cy="516890"/>
          </a:xfrm>
          <a:noFill/>
        </p:spPr>
        <p:txBody>
          <a:bodyPr anchor="ctr">
            <a:noAutofit/>
          </a:bodyPr>
          <a:lstStyle>
            <a:lvl1pPr marL="0" indent="0" algn="l">
              <a:buNone/>
              <a:defRPr sz="5400" b="1">
                <a:solidFill>
                  <a:schemeClr val="accent1"/>
                </a:solidFill>
              </a:defRPr>
            </a:lvl1pPr>
          </a:lstStyle>
          <a:p>
            <a:pPr lvl="0"/>
            <a:r>
              <a:rPr lang="en-IN" dirty="0"/>
              <a:t>01</a:t>
            </a:r>
            <a:endParaRPr lang="en-AU" dirty="0"/>
          </a:p>
        </p:txBody>
      </p:sp>
    </p:spTree>
    <p:extLst>
      <p:ext uri="{BB962C8B-B14F-4D97-AF65-F5344CB8AC3E}">
        <p14:creationId xmlns:p14="http://schemas.microsoft.com/office/powerpoint/2010/main" val="1105409080"/>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slide" preserve="1" userDrawn="1">
  <p:cSld name="1_Title slide">
    <p:bg>
      <p:bgPr>
        <a:solidFill>
          <a:schemeClr val="tx1"/>
        </a:solidFill>
        <a:effectLst/>
      </p:bgPr>
    </p:bg>
    <p:spTree>
      <p:nvGrpSpPr>
        <p:cNvPr id="1" name="Shape 9"/>
        <p:cNvGrpSpPr/>
        <p:nvPr/>
      </p:nvGrpSpPr>
      <p:grpSpPr>
        <a:xfrm>
          <a:off x="0" y="0"/>
          <a:ext cx="0" cy="0"/>
          <a:chOff x="0" y="0"/>
          <a:chExt cx="0" cy="0"/>
        </a:xfrm>
      </p:grpSpPr>
      <p:sp>
        <p:nvSpPr>
          <p:cNvPr id="4" name="Picture Placeholder 2">
            <a:extLst>
              <a:ext uri="{FF2B5EF4-FFF2-40B4-BE49-F238E27FC236}">
                <a16:creationId xmlns:a16="http://schemas.microsoft.com/office/drawing/2014/main" id="{45D17064-E21B-E636-462A-0EB402EB6CB4}"/>
              </a:ext>
            </a:extLst>
          </p:cNvPr>
          <p:cNvSpPr>
            <a:spLocks noGrp="1"/>
          </p:cNvSpPr>
          <p:nvPr>
            <p:ph type="pic" sz="quarter" idx="13" hasCustomPrompt="1"/>
          </p:nvPr>
        </p:nvSpPr>
        <p:spPr>
          <a:xfrm>
            <a:off x="-5100" y="-1271"/>
            <a:ext cx="9149575" cy="4462781"/>
          </a:xfrm>
          <a:custGeom>
            <a:avLst/>
            <a:gdLst>
              <a:gd name="connsiteX0" fmla="*/ 0 w 9144000"/>
              <a:gd name="connsiteY0" fmla="*/ 0 h 4442826"/>
              <a:gd name="connsiteX1" fmla="*/ 9144000 w 9144000"/>
              <a:gd name="connsiteY1" fmla="*/ 0 h 4442826"/>
              <a:gd name="connsiteX2" fmla="*/ 9144000 w 9144000"/>
              <a:gd name="connsiteY2" fmla="*/ 4442826 h 4442826"/>
              <a:gd name="connsiteX3" fmla="*/ 0 w 9144000"/>
              <a:gd name="connsiteY3" fmla="*/ 4442826 h 4442826"/>
              <a:gd name="connsiteX4" fmla="*/ 0 w 9144000"/>
              <a:gd name="connsiteY4" fmla="*/ 0 h 4442826"/>
              <a:gd name="connsiteX0" fmla="*/ 0 w 9151620"/>
              <a:gd name="connsiteY0" fmla="*/ 0 h 4458066"/>
              <a:gd name="connsiteX1" fmla="*/ 9144000 w 9151620"/>
              <a:gd name="connsiteY1" fmla="*/ 0 h 4458066"/>
              <a:gd name="connsiteX2" fmla="*/ 9151620 w 9151620"/>
              <a:gd name="connsiteY2" fmla="*/ 4458066 h 4458066"/>
              <a:gd name="connsiteX3" fmla="*/ 0 w 9151620"/>
              <a:gd name="connsiteY3" fmla="*/ 4442826 h 4458066"/>
              <a:gd name="connsiteX4" fmla="*/ 0 w 9151620"/>
              <a:gd name="connsiteY4"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0 w 9151620"/>
              <a:gd name="connsiteY4" fmla="*/ 4442826 h 4458066"/>
              <a:gd name="connsiteX5" fmla="*/ 0 w 9151620"/>
              <a:gd name="connsiteY5"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7551420 w 9151620"/>
              <a:gd name="connsiteY4" fmla="*/ 4436111 h 4458066"/>
              <a:gd name="connsiteX5" fmla="*/ 0 w 9151620"/>
              <a:gd name="connsiteY5" fmla="*/ 4442826 h 4458066"/>
              <a:gd name="connsiteX6" fmla="*/ 0 w 9151620"/>
              <a:gd name="connsiteY6"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8282940 w 9151620"/>
              <a:gd name="connsiteY4" fmla="*/ 4436111 h 4458066"/>
              <a:gd name="connsiteX5" fmla="*/ 7551420 w 9151620"/>
              <a:gd name="connsiteY5" fmla="*/ 4436111 h 4458066"/>
              <a:gd name="connsiteX6" fmla="*/ 0 w 9151620"/>
              <a:gd name="connsiteY6" fmla="*/ 4442826 h 4458066"/>
              <a:gd name="connsiteX7" fmla="*/ 0 w 9151620"/>
              <a:gd name="connsiteY7"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8260080 w 9151620"/>
              <a:gd name="connsiteY4" fmla="*/ 4306571 h 4458066"/>
              <a:gd name="connsiteX5" fmla="*/ 7551420 w 9151620"/>
              <a:gd name="connsiteY5" fmla="*/ 4436111 h 4458066"/>
              <a:gd name="connsiteX6" fmla="*/ 0 w 9151620"/>
              <a:gd name="connsiteY6" fmla="*/ 4442826 h 4458066"/>
              <a:gd name="connsiteX7" fmla="*/ 0 w 9151620"/>
              <a:gd name="connsiteY7" fmla="*/ 0 h 4458066"/>
              <a:gd name="connsiteX0" fmla="*/ 0 w 9151620"/>
              <a:gd name="connsiteY0" fmla="*/ 0 h 4462781"/>
              <a:gd name="connsiteX1" fmla="*/ 9144000 w 9151620"/>
              <a:gd name="connsiteY1" fmla="*/ 0 h 4462781"/>
              <a:gd name="connsiteX2" fmla="*/ 9151620 w 9151620"/>
              <a:gd name="connsiteY2" fmla="*/ 4458066 h 4462781"/>
              <a:gd name="connsiteX3" fmla="*/ 8941594 w 9151620"/>
              <a:gd name="connsiteY3" fmla="*/ 4462781 h 4462781"/>
              <a:gd name="connsiteX4" fmla="*/ 8260080 w 9151620"/>
              <a:gd name="connsiteY4" fmla="*/ 4306571 h 4462781"/>
              <a:gd name="connsiteX5" fmla="*/ 7551420 w 9151620"/>
              <a:gd name="connsiteY5" fmla="*/ 4436111 h 4462781"/>
              <a:gd name="connsiteX6" fmla="*/ 0 w 9151620"/>
              <a:gd name="connsiteY6" fmla="*/ 4442826 h 4462781"/>
              <a:gd name="connsiteX7" fmla="*/ 0 w 9151620"/>
              <a:gd name="connsiteY7" fmla="*/ 0 h 4462781"/>
              <a:gd name="connsiteX0" fmla="*/ 0 w 9151620"/>
              <a:gd name="connsiteY0" fmla="*/ 0 h 4462781"/>
              <a:gd name="connsiteX1" fmla="*/ 9144000 w 9151620"/>
              <a:gd name="connsiteY1" fmla="*/ 0 h 4462781"/>
              <a:gd name="connsiteX2" fmla="*/ 9151620 w 9151620"/>
              <a:gd name="connsiteY2" fmla="*/ 4458066 h 4462781"/>
              <a:gd name="connsiteX3" fmla="*/ 8941594 w 9151620"/>
              <a:gd name="connsiteY3" fmla="*/ 4462781 h 4462781"/>
              <a:gd name="connsiteX4" fmla="*/ 8260080 w 9151620"/>
              <a:gd name="connsiteY4" fmla="*/ 4306571 h 4462781"/>
              <a:gd name="connsiteX5" fmla="*/ 7556182 w 9151620"/>
              <a:gd name="connsiteY5" fmla="*/ 4462304 h 4462781"/>
              <a:gd name="connsiteX6" fmla="*/ 0 w 9151620"/>
              <a:gd name="connsiteY6" fmla="*/ 4442826 h 4462781"/>
              <a:gd name="connsiteX7" fmla="*/ 0 w 9151620"/>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41594 w 9144476"/>
              <a:gd name="connsiteY3" fmla="*/ 4462781 h 4462781"/>
              <a:gd name="connsiteX4" fmla="*/ 8260080 w 9144476"/>
              <a:gd name="connsiteY4" fmla="*/ 4306571 h 4462781"/>
              <a:gd name="connsiteX5" fmla="*/ 7556182 w 9144476"/>
              <a:gd name="connsiteY5" fmla="*/ 4462304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41594 w 9144476"/>
              <a:gd name="connsiteY3" fmla="*/ 4462781 h 4462781"/>
              <a:gd name="connsiteX4" fmla="*/ 8260080 w 9144476"/>
              <a:gd name="connsiteY4" fmla="*/ 4306571 h 4462781"/>
              <a:gd name="connsiteX5" fmla="*/ 7541895 w 9144476"/>
              <a:gd name="connsiteY5" fmla="*/ 4452779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53500 w 9144476"/>
              <a:gd name="connsiteY3" fmla="*/ 4462781 h 4462781"/>
              <a:gd name="connsiteX4" fmla="*/ 8260080 w 9144476"/>
              <a:gd name="connsiteY4" fmla="*/ 4306571 h 4462781"/>
              <a:gd name="connsiteX5" fmla="*/ 7541895 w 9144476"/>
              <a:gd name="connsiteY5" fmla="*/ 4452779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53500 w 9144476"/>
              <a:gd name="connsiteY3" fmla="*/ 4462781 h 4462781"/>
              <a:gd name="connsiteX4" fmla="*/ 8260080 w 9144476"/>
              <a:gd name="connsiteY4" fmla="*/ 4306571 h 4462781"/>
              <a:gd name="connsiteX5" fmla="*/ 7551131 w 9144476"/>
              <a:gd name="connsiteY5" fmla="*/ 4462015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53500 w 9144476"/>
              <a:gd name="connsiteY3" fmla="*/ 4462781 h 4462781"/>
              <a:gd name="connsiteX4" fmla="*/ 8260080 w 9144476"/>
              <a:gd name="connsiteY4" fmla="*/ 4306571 h 4462781"/>
              <a:gd name="connsiteX5" fmla="*/ 7551131 w 9144476"/>
              <a:gd name="connsiteY5" fmla="*/ 4462015 h 4462781"/>
              <a:gd name="connsiteX6" fmla="*/ 18473 w 9144476"/>
              <a:gd name="connsiteY6" fmla="*/ 4461299 h 4462781"/>
              <a:gd name="connsiteX7" fmla="*/ 0 w 9144476"/>
              <a:gd name="connsiteY7" fmla="*/ 0 h 4462781"/>
              <a:gd name="connsiteX0" fmla="*/ 11619 w 9156095"/>
              <a:gd name="connsiteY0" fmla="*/ 0 h 4462781"/>
              <a:gd name="connsiteX1" fmla="*/ 9155619 w 9156095"/>
              <a:gd name="connsiteY1" fmla="*/ 0 h 4462781"/>
              <a:gd name="connsiteX2" fmla="*/ 9156095 w 9156095"/>
              <a:gd name="connsiteY2" fmla="*/ 4458066 h 4462781"/>
              <a:gd name="connsiteX3" fmla="*/ 8965119 w 9156095"/>
              <a:gd name="connsiteY3" fmla="*/ 4462781 h 4462781"/>
              <a:gd name="connsiteX4" fmla="*/ 8271699 w 9156095"/>
              <a:gd name="connsiteY4" fmla="*/ 4306571 h 4462781"/>
              <a:gd name="connsiteX5" fmla="*/ 7562750 w 9156095"/>
              <a:gd name="connsiteY5" fmla="*/ 4462015 h 4462781"/>
              <a:gd name="connsiteX6" fmla="*/ 1063 w 9156095"/>
              <a:gd name="connsiteY6" fmla="*/ 4454042 h 4462781"/>
              <a:gd name="connsiteX7" fmla="*/ 11619 w 9156095"/>
              <a:gd name="connsiteY7" fmla="*/ 0 h 4462781"/>
              <a:gd name="connsiteX0" fmla="*/ 0 w 9144476"/>
              <a:gd name="connsiteY0" fmla="*/ 0 h 4468557"/>
              <a:gd name="connsiteX1" fmla="*/ 9144000 w 9144476"/>
              <a:gd name="connsiteY1" fmla="*/ 0 h 4468557"/>
              <a:gd name="connsiteX2" fmla="*/ 9144476 w 9144476"/>
              <a:gd name="connsiteY2" fmla="*/ 4458066 h 4468557"/>
              <a:gd name="connsiteX3" fmla="*/ 8953500 w 9144476"/>
              <a:gd name="connsiteY3" fmla="*/ 4462781 h 4468557"/>
              <a:gd name="connsiteX4" fmla="*/ 8260080 w 9144476"/>
              <a:gd name="connsiteY4" fmla="*/ 4306571 h 4468557"/>
              <a:gd name="connsiteX5" fmla="*/ 7551131 w 9144476"/>
              <a:gd name="connsiteY5" fmla="*/ 4462015 h 4468557"/>
              <a:gd name="connsiteX6" fmla="*/ 18473 w 9144476"/>
              <a:gd name="connsiteY6" fmla="*/ 4468557 h 4468557"/>
              <a:gd name="connsiteX7" fmla="*/ 0 w 9144476"/>
              <a:gd name="connsiteY7" fmla="*/ 0 h 4468557"/>
              <a:gd name="connsiteX0" fmla="*/ 11618 w 9156094"/>
              <a:gd name="connsiteY0" fmla="*/ 0 h 4475814"/>
              <a:gd name="connsiteX1" fmla="*/ 9155618 w 9156094"/>
              <a:gd name="connsiteY1" fmla="*/ 0 h 4475814"/>
              <a:gd name="connsiteX2" fmla="*/ 9156094 w 9156094"/>
              <a:gd name="connsiteY2" fmla="*/ 4458066 h 4475814"/>
              <a:gd name="connsiteX3" fmla="*/ 8965118 w 9156094"/>
              <a:gd name="connsiteY3" fmla="*/ 4462781 h 4475814"/>
              <a:gd name="connsiteX4" fmla="*/ 8271698 w 9156094"/>
              <a:gd name="connsiteY4" fmla="*/ 4306571 h 4475814"/>
              <a:gd name="connsiteX5" fmla="*/ 7562749 w 9156094"/>
              <a:gd name="connsiteY5" fmla="*/ 4462015 h 4475814"/>
              <a:gd name="connsiteX6" fmla="*/ 1063 w 9156094"/>
              <a:gd name="connsiteY6" fmla="*/ 4475814 h 4475814"/>
              <a:gd name="connsiteX7" fmla="*/ 11618 w 9156094"/>
              <a:gd name="connsiteY7" fmla="*/ 0 h 4475814"/>
              <a:gd name="connsiteX0" fmla="*/ 25756 w 9170232"/>
              <a:gd name="connsiteY0" fmla="*/ 0 h 4483071"/>
              <a:gd name="connsiteX1" fmla="*/ 9169756 w 9170232"/>
              <a:gd name="connsiteY1" fmla="*/ 0 h 4483071"/>
              <a:gd name="connsiteX2" fmla="*/ 9170232 w 9170232"/>
              <a:gd name="connsiteY2" fmla="*/ 4458066 h 4483071"/>
              <a:gd name="connsiteX3" fmla="*/ 8979256 w 9170232"/>
              <a:gd name="connsiteY3" fmla="*/ 4462781 h 4483071"/>
              <a:gd name="connsiteX4" fmla="*/ 8285836 w 9170232"/>
              <a:gd name="connsiteY4" fmla="*/ 4306571 h 4483071"/>
              <a:gd name="connsiteX5" fmla="*/ 7576887 w 9170232"/>
              <a:gd name="connsiteY5" fmla="*/ 4462015 h 4483071"/>
              <a:gd name="connsiteX6" fmla="*/ 687 w 9170232"/>
              <a:gd name="connsiteY6" fmla="*/ 4483071 h 4483071"/>
              <a:gd name="connsiteX7" fmla="*/ 25756 w 9170232"/>
              <a:gd name="connsiteY7" fmla="*/ 0 h 4483071"/>
              <a:gd name="connsiteX0" fmla="*/ 0 w 9144476"/>
              <a:gd name="connsiteY0" fmla="*/ 0 h 4475814"/>
              <a:gd name="connsiteX1" fmla="*/ 9144000 w 9144476"/>
              <a:gd name="connsiteY1" fmla="*/ 0 h 4475814"/>
              <a:gd name="connsiteX2" fmla="*/ 9144476 w 9144476"/>
              <a:gd name="connsiteY2" fmla="*/ 4458066 h 4475814"/>
              <a:gd name="connsiteX3" fmla="*/ 8953500 w 9144476"/>
              <a:gd name="connsiteY3" fmla="*/ 4462781 h 4475814"/>
              <a:gd name="connsiteX4" fmla="*/ 8260080 w 9144476"/>
              <a:gd name="connsiteY4" fmla="*/ 4306571 h 4475814"/>
              <a:gd name="connsiteX5" fmla="*/ 7551131 w 9144476"/>
              <a:gd name="connsiteY5" fmla="*/ 4462015 h 4475814"/>
              <a:gd name="connsiteX6" fmla="*/ 3960 w 9144476"/>
              <a:gd name="connsiteY6" fmla="*/ 4475814 h 4475814"/>
              <a:gd name="connsiteX7" fmla="*/ 0 w 9144476"/>
              <a:gd name="connsiteY7" fmla="*/ 0 h 4475814"/>
              <a:gd name="connsiteX0" fmla="*/ 5099 w 9149575"/>
              <a:gd name="connsiteY0" fmla="*/ 0 h 4462781"/>
              <a:gd name="connsiteX1" fmla="*/ 9149099 w 9149575"/>
              <a:gd name="connsiteY1" fmla="*/ 0 h 4462781"/>
              <a:gd name="connsiteX2" fmla="*/ 9149575 w 9149575"/>
              <a:gd name="connsiteY2" fmla="*/ 4458066 h 4462781"/>
              <a:gd name="connsiteX3" fmla="*/ 8958599 w 9149575"/>
              <a:gd name="connsiteY3" fmla="*/ 4462781 h 4462781"/>
              <a:gd name="connsiteX4" fmla="*/ 8265179 w 9149575"/>
              <a:gd name="connsiteY4" fmla="*/ 4306571 h 4462781"/>
              <a:gd name="connsiteX5" fmla="*/ 7556230 w 9149575"/>
              <a:gd name="connsiteY5" fmla="*/ 4462015 h 4462781"/>
              <a:gd name="connsiteX6" fmla="*/ 1439 w 9149575"/>
              <a:gd name="connsiteY6" fmla="*/ 4462479 h 4462781"/>
              <a:gd name="connsiteX7" fmla="*/ 5099 w 9149575"/>
              <a:gd name="connsiteY7" fmla="*/ 0 h 4462781"/>
              <a:gd name="connsiteX0" fmla="*/ 5099 w 9149575"/>
              <a:gd name="connsiteY0" fmla="*/ 0 h 4462781"/>
              <a:gd name="connsiteX1" fmla="*/ 9149099 w 9149575"/>
              <a:gd name="connsiteY1" fmla="*/ 0 h 4462781"/>
              <a:gd name="connsiteX2" fmla="*/ 9149575 w 9149575"/>
              <a:gd name="connsiteY2" fmla="*/ 4458066 h 4462781"/>
              <a:gd name="connsiteX3" fmla="*/ 8958599 w 9149575"/>
              <a:gd name="connsiteY3" fmla="*/ 4462781 h 4462781"/>
              <a:gd name="connsiteX4" fmla="*/ 8261369 w 9149575"/>
              <a:gd name="connsiteY4" fmla="*/ 4312286 h 4462781"/>
              <a:gd name="connsiteX5" fmla="*/ 7556230 w 9149575"/>
              <a:gd name="connsiteY5" fmla="*/ 4462015 h 4462781"/>
              <a:gd name="connsiteX6" fmla="*/ 1439 w 9149575"/>
              <a:gd name="connsiteY6" fmla="*/ 4462479 h 4462781"/>
              <a:gd name="connsiteX7" fmla="*/ 5099 w 9149575"/>
              <a:gd name="connsiteY7" fmla="*/ 0 h 4462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9575" h="4462781">
                <a:moveTo>
                  <a:pt x="5099" y="0"/>
                </a:moveTo>
                <a:lnTo>
                  <a:pt x="9149099" y="0"/>
                </a:lnTo>
                <a:cubicBezTo>
                  <a:pt x="9149258" y="1486022"/>
                  <a:pt x="9149416" y="2972044"/>
                  <a:pt x="9149575" y="4458066"/>
                </a:cubicBezTo>
                <a:lnTo>
                  <a:pt x="8958599" y="4462781"/>
                </a:lnTo>
                <a:lnTo>
                  <a:pt x="8261369" y="4312286"/>
                </a:lnTo>
                <a:lnTo>
                  <a:pt x="7556230" y="4462015"/>
                </a:lnTo>
                <a:lnTo>
                  <a:pt x="1439" y="4462479"/>
                </a:lnTo>
                <a:cubicBezTo>
                  <a:pt x="-4719" y="2975379"/>
                  <a:pt x="11257" y="1487100"/>
                  <a:pt x="5099" y="0"/>
                </a:cubicBezTo>
                <a:close/>
              </a:path>
            </a:pathLst>
          </a:custGeom>
          <a:noFill/>
        </p:spPr>
        <p:txBody>
          <a:bodyPr/>
          <a:lstStyle>
            <a:lvl1pPr marL="114300" indent="0">
              <a:buNone/>
              <a:defRPr/>
            </a:lvl1pPr>
          </a:lstStyle>
          <a:p>
            <a:r>
              <a:rPr lang="en-IN" dirty="0"/>
              <a:t> </a:t>
            </a:r>
            <a:endParaRPr lang="en-AU" dirty="0"/>
          </a:p>
        </p:txBody>
      </p:sp>
      <p:sp>
        <p:nvSpPr>
          <p:cNvPr id="13" name="Freeform: Shape 12">
            <a:extLst>
              <a:ext uri="{FF2B5EF4-FFF2-40B4-BE49-F238E27FC236}">
                <a16:creationId xmlns:a16="http://schemas.microsoft.com/office/drawing/2014/main" id="{DCFA8F1A-438C-2D31-EC45-A4CCF4206F40}"/>
              </a:ext>
            </a:extLst>
          </p:cNvPr>
          <p:cNvSpPr/>
          <p:nvPr/>
        </p:nvSpPr>
        <p:spPr>
          <a:xfrm>
            <a:off x="0" y="4305300"/>
            <a:ext cx="9144000" cy="857250"/>
          </a:xfrm>
          <a:custGeom>
            <a:avLst/>
            <a:gdLst>
              <a:gd name="connsiteX0" fmla="*/ 0 w 9144000"/>
              <a:gd name="connsiteY0" fmla="*/ 857250 h 857250"/>
              <a:gd name="connsiteX1" fmla="*/ 0 w 9144000"/>
              <a:gd name="connsiteY1" fmla="*/ 149828 h 857250"/>
              <a:gd name="connsiteX2" fmla="*/ 7540609 w 9144000"/>
              <a:gd name="connsiteY2" fmla="*/ 149828 h 857250"/>
              <a:gd name="connsiteX3" fmla="*/ 8245698 w 9144000"/>
              <a:gd name="connsiteY3" fmla="*/ 0 h 857250"/>
              <a:gd name="connsiteX4" fmla="*/ 8933831 w 9144000"/>
              <a:gd name="connsiteY4" fmla="*/ 149828 h 857250"/>
              <a:gd name="connsiteX5" fmla="*/ 9144000 w 9144000"/>
              <a:gd name="connsiteY5" fmla="*/ 149828 h 857250"/>
              <a:gd name="connsiteX6" fmla="*/ 9144000 w 9144000"/>
              <a:gd name="connsiteY6" fmla="*/ 857250 h 857250"/>
              <a:gd name="connsiteX7" fmla="*/ 0 w 9144000"/>
              <a:gd name="connsiteY7" fmla="*/ 857250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0" h="857250">
                <a:moveTo>
                  <a:pt x="0" y="857250"/>
                </a:moveTo>
                <a:lnTo>
                  <a:pt x="0" y="149828"/>
                </a:lnTo>
                <a:lnTo>
                  <a:pt x="7540609" y="149828"/>
                </a:lnTo>
                <a:lnTo>
                  <a:pt x="8245698" y="0"/>
                </a:lnTo>
                <a:lnTo>
                  <a:pt x="8933831" y="149828"/>
                </a:lnTo>
                <a:lnTo>
                  <a:pt x="9144000" y="149828"/>
                </a:lnTo>
                <a:lnTo>
                  <a:pt x="9144000" y="857250"/>
                </a:lnTo>
                <a:lnTo>
                  <a:pt x="0" y="857250"/>
                </a:lnTo>
                <a:close/>
              </a:path>
            </a:pathLst>
          </a:custGeom>
          <a:gradFill>
            <a:gsLst>
              <a:gs pos="0">
                <a:srgbClr val="5BC1A0"/>
              </a:gs>
              <a:gs pos="50000">
                <a:srgbClr val="2E9376"/>
              </a:gs>
              <a:gs pos="100000">
                <a:srgbClr val="01654D"/>
              </a:gs>
            </a:gsLst>
            <a:lin ang="0" scaled="1"/>
          </a:gradFill>
          <a:ln w="81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lvl="0" defTabSz="914400" eaLnBrk="1" latinLnBrk="0" hangingPunct="1"/>
            <a:endParaRPr lang="en-AU" sz="1800" kern="1200">
              <a:solidFill>
                <a:schemeClr val="tx1"/>
              </a:solidFill>
              <a:latin typeface="+mn-lt"/>
              <a:ea typeface="+mn-ea"/>
              <a:cs typeface="+mn-cs"/>
            </a:endParaRPr>
          </a:p>
        </p:txBody>
      </p:sp>
      <p:sp>
        <p:nvSpPr>
          <p:cNvPr id="14" name="Freeform: Shape 13">
            <a:extLst>
              <a:ext uri="{FF2B5EF4-FFF2-40B4-BE49-F238E27FC236}">
                <a16:creationId xmlns:a16="http://schemas.microsoft.com/office/drawing/2014/main" id="{6332EFC7-40EB-E5E0-6D5B-205A7815463F}"/>
              </a:ext>
            </a:extLst>
          </p:cNvPr>
          <p:cNvSpPr/>
          <p:nvPr/>
        </p:nvSpPr>
        <p:spPr>
          <a:xfrm>
            <a:off x="7540608" y="4441555"/>
            <a:ext cx="1246536" cy="285083"/>
          </a:xfrm>
          <a:custGeom>
            <a:avLst/>
            <a:gdLst>
              <a:gd name="connsiteX0" fmla="*/ 718995 w 1246536"/>
              <a:gd name="connsiteY0" fmla="*/ 0 h 285083"/>
              <a:gd name="connsiteX1" fmla="*/ 769239 w 1246536"/>
              <a:gd name="connsiteY1" fmla="*/ 10668 h 285083"/>
              <a:gd name="connsiteX2" fmla="*/ 842391 w 1246536"/>
              <a:gd name="connsiteY2" fmla="*/ 94726 h 285083"/>
              <a:gd name="connsiteX3" fmla="*/ 769239 w 1246536"/>
              <a:gd name="connsiteY3" fmla="*/ 147876 h 285083"/>
              <a:gd name="connsiteX4" fmla="*/ 718995 w 1246536"/>
              <a:gd name="connsiteY4" fmla="*/ 137208 h 285083"/>
              <a:gd name="connsiteX5" fmla="*/ 718995 w 1246536"/>
              <a:gd name="connsiteY5" fmla="*/ 48 h 285083"/>
              <a:gd name="connsiteX6" fmla="*/ 769239 w 1246536"/>
              <a:gd name="connsiteY6" fmla="*/ 116729 h 285083"/>
              <a:gd name="connsiteX7" fmla="*/ 808530 w 1246536"/>
              <a:gd name="connsiteY7" fmla="*/ 87535 h 285083"/>
              <a:gd name="connsiteX8" fmla="*/ 769239 w 1246536"/>
              <a:gd name="connsiteY8" fmla="*/ 41624 h 285083"/>
              <a:gd name="connsiteX9" fmla="*/ 752856 w 1246536"/>
              <a:gd name="connsiteY9" fmla="*/ 38148 h 285083"/>
              <a:gd name="connsiteX10" fmla="*/ 752856 w 1246536"/>
              <a:gd name="connsiteY10" fmla="*/ 113252 h 285083"/>
              <a:gd name="connsiteX11" fmla="*/ 769239 w 1246536"/>
              <a:gd name="connsiteY11" fmla="*/ 116729 h 285083"/>
              <a:gd name="connsiteX12" fmla="*/ 947024 w 1246536"/>
              <a:gd name="connsiteY12" fmla="*/ 48482 h 285083"/>
              <a:gd name="connsiteX13" fmla="*/ 947024 w 1246536"/>
              <a:gd name="connsiteY13" fmla="*/ 79391 h 285083"/>
              <a:gd name="connsiteX14" fmla="*/ 917067 w 1246536"/>
              <a:gd name="connsiteY14" fmla="*/ 73009 h 285083"/>
              <a:gd name="connsiteX15" fmla="*/ 917067 w 1246536"/>
              <a:gd name="connsiteY15" fmla="*/ 148114 h 285083"/>
              <a:gd name="connsiteX16" fmla="*/ 947024 w 1246536"/>
              <a:gd name="connsiteY16" fmla="*/ 154496 h 285083"/>
              <a:gd name="connsiteX17" fmla="*/ 947024 w 1246536"/>
              <a:gd name="connsiteY17" fmla="*/ 185642 h 285083"/>
              <a:gd name="connsiteX18" fmla="*/ 853393 w 1246536"/>
              <a:gd name="connsiteY18" fmla="*/ 165735 h 285083"/>
              <a:gd name="connsiteX19" fmla="*/ 853393 w 1246536"/>
              <a:gd name="connsiteY19" fmla="*/ 134588 h 285083"/>
              <a:gd name="connsiteX20" fmla="*/ 883349 w 1246536"/>
              <a:gd name="connsiteY20" fmla="*/ 140970 h 285083"/>
              <a:gd name="connsiteX21" fmla="*/ 883349 w 1246536"/>
              <a:gd name="connsiteY21" fmla="*/ 65865 h 285083"/>
              <a:gd name="connsiteX22" fmla="*/ 853393 w 1246536"/>
              <a:gd name="connsiteY22" fmla="*/ 59484 h 285083"/>
              <a:gd name="connsiteX23" fmla="*/ 853393 w 1246536"/>
              <a:gd name="connsiteY23" fmla="*/ 28575 h 285083"/>
              <a:gd name="connsiteX24" fmla="*/ 947024 w 1246536"/>
              <a:gd name="connsiteY24" fmla="*/ 48482 h 285083"/>
              <a:gd name="connsiteX25" fmla="*/ 1026319 w 1246536"/>
              <a:gd name="connsiteY25" fmla="*/ 62627 h 285083"/>
              <a:gd name="connsiteX26" fmla="*/ 1094994 w 1246536"/>
              <a:gd name="connsiteY26" fmla="*/ 148447 h 285083"/>
              <a:gd name="connsiteX27" fmla="*/ 1026319 w 1246536"/>
              <a:gd name="connsiteY27" fmla="*/ 205264 h 285083"/>
              <a:gd name="connsiteX28" fmla="*/ 957263 w 1246536"/>
              <a:gd name="connsiteY28" fmla="*/ 119205 h 285083"/>
              <a:gd name="connsiteX29" fmla="*/ 1026319 w 1246536"/>
              <a:gd name="connsiteY29" fmla="*/ 62675 h 285083"/>
              <a:gd name="connsiteX30" fmla="*/ 1026319 w 1246536"/>
              <a:gd name="connsiteY30" fmla="*/ 173117 h 285083"/>
              <a:gd name="connsiteX31" fmla="*/ 1060180 w 1246536"/>
              <a:gd name="connsiteY31" fmla="*/ 141018 h 285083"/>
              <a:gd name="connsiteX32" fmla="*/ 1026319 w 1246536"/>
              <a:gd name="connsiteY32" fmla="*/ 94726 h 285083"/>
              <a:gd name="connsiteX33" fmla="*/ 992267 w 1246536"/>
              <a:gd name="connsiteY33" fmla="*/ 126587 h 285083"/>
              <a:gd name="connsiteX34" fmla="*/ 1026319 w 1246536"/>
              <a:gd name="connsiteY34" fmla="*/ 173117 h 285083"/>
              <a:gd name="connsiteX35" fmla="*/ 1111949 w 1246536"/>
              <a:gd name="connsiteY35" fmla="*/ 83534 h 285083"/>
              <a:gd name="connsiteX36" fmla="*/ 1175814 w 1246536"/>
              <a:gd name="connsiteY36" fmla="*/ 97107 h 285083"/>
              <a:gd name="connsiteX37" fmla="*/ 1212675 w 1246536"/>
              <a:gd name="connsiteY37" fmla="*/ 230791 h 285083"/>
              <a:gd name="connsiteX38" fmla="*/ 1212675 w 1246536"/>
              <a:gd name="connsiteY38" fmla="*/ 104918 h 285083"/>
              <a:gd name="connsiteX39" fmla="*/ 1246537 w 1246536"/>
              <a:gd name="connsiteY39" fmla="*/ 112109 h 285083"/>
              <a:gd name="connsiteX40" fmla="*/ 1246537 w 1246536"/>
              <a:gd name="connsiteY40" fmla="*/ 249269 h 285083"/>
              <a:gd name="connsiteX41" fmla="*/ 1182672 w 1246536"/>
              <a:gd name="connsiteY41" fmla="*/ 235696 h 285083"/>
              <a:gd name="connsiteX42" fmla="*/ 1145810 w 1246536"/>
              <a:gd name="connsiteY42" fmla="*/ 102013 h 285083"/>
              <a:gd name="connsiteX43" fmla="*/ 1145810 w 1246536"/>
              <a:gd name="connsiteY43" fmla="*/ 227886 h 285083"/>
              <a:gd name="connsiteX44" fmla="*/ 1111949 w 1246536"/>
              <a:gd name="connsiteY44" fmla="*/ 220694 h 285083"/>
              <a:gd name="connsiteX45" fmla="*/ 1111949 w 1246536"/>
              <a:gd name="connsiteY45" fmla="*/ 83534 h 285083"/>
              <a:gd name="connsiteX46" fmla="*/ 42101 w 1246536"/>
              <a:gd name="connsiteY46" fmla="*/ 138970 h 285083"/>
              <a:gd name="connsiteX47" fmla="*/ 104108 w 1246536"/>
              <a:gd name="connsiteY47" fmla="*/ 125778 h 285083"/>
              <a:gd name="connsiteX48" fmla="*/ 145971 w 1246536"/>
              <a:gd name="connsiteY48" fmla="*/ 254032 h 285083"/>
              <a:gd name="connsiteX49" fmla="*/ 110061 w 1246536"/>
              <a:gd name="connsiteY49" fmla="*/ 261652 h 285083"/>
              <a:gd name="connsiteX50" fmla="*/ 97774 w 1246536"/>
              <a:gd name="connsiteY50" fmla="*/ 222837 h 285083"/>
              <a:gd name="connsiteX51" fmla="*/ 47863 w 1246536"/>
              <a:gd name="connsiteY51" fmla="*/ 233458 h 285083"/>
              <a:gd name="connsiteX52" fmla="*/ 35576 w 1246536"/>
              <a:gd name="connsiteY52" fmla="*/ 277511 h 285083"/>
              <a:gd name="connsiteX53" fmla="*/ 0 w 1246536"/>
              <a:gd name="connsiteY53" fmla="*/ 285083 h 285083"/>
              <a:gd name="connsiteX54" fmla="*/ 42053 w 1246536"/>
              <a:gd name="connsiteY54" fmla="*/ 138970 h 285083"/>
              <a:gd name="connsiteX55" fmla="*/ 88440 w 1246536"/>
              <a:gd name="connsiteY55" fmla="*/ 193929 h 285083"/>
              <a:gd name="connsiteX56" fmla="*/ 72819 w 1246536"/>
              <a:gd name="connsiteY56" fmla="*/ 144923 h 285083"/>
              <a:gd name="connsiteX57" fmla="*/ 57198 w 1246536"/>
              <a:gd name="connsiteY57" fmla="*/ 200597 h 285083"/>
              <a:gd name="connsiteX58" fmla="*/ 88488 w 1246536"/>
              <a:gd name="connsiteY58" fmla="*/ 193929 h 285083"/>
              <a:gd name="connsiteX59" fmla="*/ 214646 w 1246536"/>
              <a:gd name="connsiteY59" fmla="*/ 242173 h 285083"/>
              <a:gd name="connsiteX60" fmla="*/ 148733 w 1246536"/>
              <a:gd name="connsiteY60" fmla="*/ 199930 h 285083"/>
              <a:gd name="connsiteX61" fmla="*/ 183738 w 1246536"/>
              <a:gd name="connsiteY61" fmla="*/ 192500 h 285083"/>
              <a:gd name="connsiteX62" fmla="*/ 215408 w 1246536"/>
              <a:gd name="connsiteY62" fmla="*/ 212408 h 285083"/>
              <a:gd name="connsiteX63" fmla="*/ 239030 w 1246536"/>
              <a:gd name="connsiteY63" fmla="*/ 195310 h 285083"/>
              <a:gd name="connsiteX64" fmla="*/ 227886 w 1246536"/>
              <a:gd name="connsiteY64" fmla="*/ 187166 h 285083"/>
              <a:gd name="connsiteX65" fmla="*/ 183975 w 1246536"/>
              <a:gd name="connsiteY65" fmla="*/ 184452 h 285083"/>
              <a:gd name="connsiteX66" fmla="*/ 154210 w 1246536"/>
              <a:gd name="connsiteY66" fmla="*/ 153210 h 285083"/>
              <a:gd name="connsiteX67" fmla="*/ 207645 w 1246536"/>
              <a:gd name="connsiteY67" fmla="*/ 101013 h 285083"/>
              <a:gd name="connsiteX68" fmla="*/ 268891 w 1246536"/>
              <a:gd name="connsiteY68" fmla="*/ 138017 h 285083"/>
              <a:gd name="connsiteX69" fmla="*/ 234077 w 1246536"/>
              <a:gd name="connsiteY69" fmla="*/ 145399 h 285083"/>
              <a:gd name="connsiteX70" fmla="*/ 208217 w 1246536"/>
              <a:gd name="connsiteY70" fmla="*/ 129873 h 285083"/>
              <a:gd name="connsiteX71" fmla="*/ 189215 w 1246536"/>
              <a:gd name="connsiteY71" fmla="*/ 145018 h 285083"/>
              <a:gd name="connsiteX72" fmla="*/ 199454 w 1246536"/>
              <a:gd name="connsiteY72" fmla="*/ 152352 h 285083"/>
              <a:gd name="connsiteX73" fmla="*/ 242078 w 1246536"/>
              <a:gd name="connsiteY73" fmla="*/ 154400 h 285083"/>
              <a:gd name="connsiteX74" fmla="*/ 273891 w 1246536"/>
              <a:gd name="connsiteY74" fmla="*/ 186357 h 285083"/>
              <a:gd name="connsiteX75" fmla="*/ 214694 w 1246536"/>
              <a:gd name="connsiteY75" fmla="*/ 242125 h 285083"/>
              <a:gd name="connsiteX76" fmla="*/ 283702 w 1246536"/>
              <a:gd name="connsiteY76" fmla="*/ 156115 h 285083"/>
              <a:gd name="connsiteX77" fmla="*/ 353330 w 1246536"/>
              <a:gd name="connsiteY77" fmla="*/ 70104 h 285083"/>
              <a:gd name="connsiteX78" fmla="*/ 419767 w 1246536"/>
              <a:gd name="connsiteY78" fmla="*/ 111633 h 285083"/>
              <a:gd name="connsiteX79" fmla="*/ 384953 w 1246536"/>
              <a:gd name="connsiteY79" fmla="*/ 119015 h 285083"/>
              <a:gd name="connsiteX80" fmla="*/ 353473 w 1246536"/>
              <a:gd name="connsiteY80" fmla="*/ 102156 h 285083"/>
              <a:gd name="connsiteX81" fmla="*/ 318659 w 1246536"/>
              <a:gd name="connsiteY81" fmla="*/ 148638 h 285083"/>
              <a:gd name="connsiteX82" fmla="*/ 353473 w 1246536"/>
              <a:gd name="connsiteY82" fmla="*/ 180546 h 285083"/>
              <a:gd name="connsiteX83" fmla="*/ 384953 w 1246536"/>
              <a:gd name="connsiteY83" fmla="*/ 150114 h 285083"/>
              <a:gd name="connsiteX84" fmla="*/ 419767 w 1246536"/>
              <a:gd name="connsiteY84" fmla="*/ 142732 h 285083"/>
              <a:gd name="connsiteX85" fmla="*/ 353330 w 1246536"/>
              <a:gd name="connsiteY85" fmla="*/ 212693 h 285083"/>
              <a:gd name="connsiteX86" fmla="*/ 283702 w 1246536"/>
              <a:gd name="connsiteY86" fmla="*/ 156115 h 285083"/>
              <a:gd name="connsiteX87" fmla="*/ 436340 w 1246536"/>
              <a:gd name="connsiteY87" fmla="*/ 55150 h 285083"/>
              <a:gd name="connsiteX88" fmla="*/ 540782 w 1246536"/>
              <a:gd name="connsiteY88" fmla="*/ 32956 h 285083"/>
              <a:gd name="connsiteX89" fmla="*/ 540782 w 1246536"/>
              <a:gd name="connsiteY89" fmla="*/ 63865 h 285083"/>
              <a:gd name="connsiteX90" fmla="*/ 470440 w 1246536"/>
              <a:gd name="connsiteY90" fmla="*/ 78819 h 285083"/>
              <a:gd name="connsiteX91" fmla="*/ 470440 w 1246536"/>
              <a:gd name="connsiteY91" fmla="*/ 101775 h 285083"/>
              <a:gd name="connsiteX92" fmla="*/ 531495 w 1246536"/>
              <a:gd name="connsiteY92" fmla="*/ 88821 h 285083"/>
              <a:gd name="connsiteX93" fmla="*/ 531495 w 1246536"/>
              <a:gd name="connsiteY93" fmla="*/ 118015 h 285083"/>
              <a:gd name="connsiteX94" fmla="*/ 470440 w 1246536"/>
              <a:gd name="connsiteY94" fmla="*/ 131016 h 285083"/>
              <a:gd name="connsiteX95" fmla="*/ 470440 w 1246536"/>
              <a:gd name="connsiteY95" fmla="*/ 154162 h 285083"/>
              <a:gd name="connsiteX96" fmla="*/ 540782 w 1246536"/>
              <a:gd name="connsiteY96" fmla="*/ 139208 h 285083"/>
              <a:gd name="connsiteX97" fmla="*/ 540782 w 1246536"/>
              <a:gd name="connsiteY97" fmla="*/ 170117 h 285083"/>
              <a:gd name="connsiteX98" fmla="*/ 436340 w 1246536"/>
              <a:gd name="connsiteY98" fmla="*/ 192310 h 285083"/>
              <a:gd name="connsiteX99" fmla="*/ 436340 w 1246536"/>
              <a:gd name="connsiteY99" fmla="*/ 55150 h 285083"/>
              <a:gd name="connsiteX100" fmla="*/ 561308 w 1246536"/>
              <a:gd name="connsiteY100" fmla="*/ 28623 h 285083"/>
              <a:gd name="connsiteX101" fmla="*/ 625173 w 1246536"/>
              <a:gd name="connsiteY101" fmla="*/ 15049 h 285083"/>
              <a:gd name="connsiteX102" fmla="*/ 662035 w 1246536"/>
              <a:gd name="connsiteY102" fmla="*/ 133112 h 285083"/>
              <a:gd name="connsiteX103" fmla="*/ 662035 w 1246536"/>
              <a:gd name="connsiteY103" fmla="*/ 7239 h 285083"/>
              <a:gd name="connsiteX104" fmla="*/ 695897 w 1246536"/>
              <a:gd name="connsiteY104" fmla="*/ 48 h 285083"/>
              <a:gd name="connsiteX105" fmla="*/ 695897 w 1246536"/>
              <a:gd name="connsiteY105" fmla="*/ 137208 h 285083"/>
              <a:gd name="connsiteX106" fmla="*/ 632032 w 1246536"/>
              <a:gd name="connsiteY106" fmla="*/ 150781 h 285083"/>
              <a:gd name="connsiteX107" fmla="*/ 595170 w 1246536"/>
              <a:gd name="connsiteY107" fmla="*/ 32718 h 285083"/>
              <a:gd name="connsiteX108" fmla="*/ 595170 w 1246536"/>
              <a:gd name="connsiteY108" fmla="*/ 158591 h 285083"/>
              <a:gd name="connsiteX109" fmla="*/ 561308 w 1246536"/>
              <a:gd name="connsiteY109" fmla="*/ 165783 h 285083"/>
              <a:gd name="connsiteX110" fmla="*/ 561308 w 1246536"/>
              <a:gd name="connsiteY110" fmla="*/ 28623 h 285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246536" h="285083">
                <a:moveTo>
                  <a:pt x="718995" y="0"/>
                </a:moveTo>
                <a:lnTo>
                  <a:pt x="769239" y="10668"/>
                </a:lnTo>
                <a:cubicBezTo>
                  <a:pt x="805149" y="18288"/>
                  <a:pt x="842391" y="35766"/>
                  <a:pt x="842391" y="94726"/>
                </a:cubicBezTo>
                <a:cubicBezTo>
                  <a:pt x="842391" y="153876"/>
                  <a:pt x="805149" y="155496"/>
                  <a:pt x="769239" y="147876"/>
                </a:cubicBezTo>
                <a:lnTo>
                  <a:pt x="718995" y="137208"/>
                </a:lnTo>
                <a:lnTo>
                  <a:pt x="718995" y="48"/>
                </a:lnTo>
                <a:close/>
                <a:moveTo>
                  <a:pt x="769239" y="116729"/>
                </a:moveTo>
                <a:cubicBezTo>
                  <a:pt x="791766" y="121539"/>
                  <a:pt x="808530" y="124301"/>
                  <a:pt x="808530" y="87535"/>
                </a:cubicBezTo>
                <a:cubicBezTo>
                  <a:pt x="808530" y="50768"/>
                  <a:pt x="791623" y="46387"/>
                  <a:pt x="769239" y="41624"/>
                </a:cubicBezTo>
                <a:lnTo>
                  <a:pt x="752856" y="38148"/>
                </a:lnTo>
                <a:lnTo>
                  <a:pt x="752856" y="113252"/>
                </a:lnTo>
                <a:cubicBezTo>
                  <a:pt x="752856" y="113252"/>
                  <a:pt x="769239" y="116729"/>
                  <a:pt x="769239" y="116729"/>
                </a:cubicBezTo>
                <a:close/>
                <a:moveTo>
                  <a:pt x="947024" y="48482"/>
                </a:moveTo>
                <a:lnTo>
                  <a:pt x="947024" y="79391"/>
                </a:lnTo>
                <a:cubicBezTo>
                  <a:pt x="947024" y="79391"/>
                  <a:pt x="917067" y="73009"/>
                  <a:pt x="917067" y="73009"/>
                </a:cubicBezTo>
                <a:lnTo>
                  <a:pt x="917067" y="148114"/>
                </a:lnTo>
                <a:cubicBezTo>
                  <a:pt x="917067" y="148114"/>
                  <a:pt x="947024" y="154496"/>
                  <a:pt x="947024" y="154496"/>
                </a:cubicBezTo>
                <a:lnTo>
                  <a:pt x="947024" y="185642"/>
                </a:lnTo>
                <a:cubicBezTo>
                  <a:pt x="947024" y="185642"/>
                  <a:pt x="853393" y="165735"/>
                  <a:pt x="853393" y="165735"/>
                </a:cubicBezTo>
                <a:lnTo>
                  <a:pt x="853393" y="134588"/>
                </a:lnTo>
                <a:cubicBezTo>
                  <a:pt x="853393" y="134588"/>
                  <a:pt x="883349" y="140970"/>
                  <a:pt x="883349" y="140970"/>
                </a:cubicBezTo>
                <a:lnTo>
                  <a:pt x="883349" y="65865"/>
                </a:lnTo>
                <a:cubicBezTo>
                  <a:pt x="883349" y="65865"/>
                  <a:pt x="853393" y="59484"/>
                  <a:pt x="853393" y="59484"/>
                </a:cubicBezTo>
                <a:lnTo>
                  <a:pt x="853393" y="28575"/>
                </a:lnTo>
                <a:cubicBezTo>
                  <a:pt x="853393" y="28575"/>
                  <a:pt x="947024" y="48482"/>
                  <a:pt x="947024" y="48482"/>
                </a:cubicBezTo>
                <a:close/>
                <a:moveTo>
                  <a:pt x="1026319" y="62627"/>
                </a:moveTo>
                <a:cubicBezTo>
                  <a:pt x="1068944" y="71676"/>
                  <a:pt x="1094994" y="107966"/>
                  <a:pt x="1094994" y="148447"/>
                </a:cubicBezTo>
                <a:cubicBezTo>
                  <a:pt x="1094994" y="189119"/>
                  <a:pt x="1068944" y="214313"/>
                  <a:pt x="1026319" y="205264"/>
                </a:cubicBezTo>
                <a:cubicBezTo>
                  <a:pt x="983504" y="196167"/>
                  <a:pt x="957263" y="159829"/>
                  <a:pt x="957263" y="119205"/>
                </a:cubicBezTo>
                <a:cubicBezTo>
                  <a:pt x="957263" y="78724"/>
                  <a:pt x="983504" y="53578"/>
                  <a:pt x="1026319" y="62675"/>
                </a:cubicBezTo>
                <a:moveTo>
                  <a:pt x="1026319" y="173117"/>
                </a:moveTo>
                <a:cubicBezTo>
                  <a:pt x="1049036" y="177927"/>
                  <a:pt x="1060180" y="165926"/>
                  <a:pt x="1060180" y="141018"/>
                </a:cubicBezTo>
                <a:cubicBezTo>
                  <a:pt x="1060180" y="116110"/>
                  <a:pt x="1048846" y="99489"/>
                  <a:pt x="1026319" y="94726"/>
                </a:cubicBezTo>
                <a:cubicBezTo>
                  <a:pt x="1003602" y="89916"/>
                  <a:pt x="992267" y="101870"/>
                  <a:pt x="992267" y="126587"/>
                </a:cubicBezTo>
                <a:cubicBezTo>
                  <a:pt x="992267" y="151495"/>
                  <a:pt x="1003649" y="168307"/>
                  <a:pt x="1026319" y="173117"/>
                </a:cubicBezTo>
                <a:moveTo>
                  <a:pt x="1111949" y="83534"/>
                </a:moveTo>
                <a:lnTo>
                  <a:pt x="1175814" y="97107"/>
                </a:lnTo>
                <a:lnTo>
                  <a:pt x="1212675" y="230791"/>
                </a:lnTo>
                <a:lnTo>
                  <a:pt x="1212675" y="104918"/>
                </a:lnTo>
                <a:cubicBezTo>
                  <a:pt x="1212675" y="104918"/>
                  <a:pt x="1246537" y="112109"/>
                  <a:pt x="1246537" y="112109"/>
                </a:cubicBezTo>
                <a:lnTo>
                  <a:pt x="1246537" y="249269"/>
                </a:lnTo>
                <a:cubicBezTo>
                  <a:pt x="1246537" y="249269"/>
                  <a:pt x="1182672" y="235696"/>
                  <a:pt x="1182672" y="235696"/>
                </a:cubicBezTo>
                <a:lnTo>
                  <a:pt x="1145810" y="102013"/>
                </a:lnTo>
                <a:lnTo>
                  <a:pt x="1145810" y="227886"/>
                </a:lnTo>
                <a:cubicBezTo>
                  <a:pt x="1145810" y="227886"/>
                  <a:pt x="1111949" y="220694"/>
                  <a:pt x="1111949" y="220694"/>
                </a:cubicBezTo>
                <a:lnTo>
                  <a:pt x="1111949" y="83534"/>
                </a:lnTo>
                <a:close/>
                <a:moveTo>
                  <a:pt x="42101" y="138970"/>
                </a:moveTo>
                <a:lnTo>
                  <a:pt x="104108" y="125778"/>
                </a:lnTo>
                <a:lnTo>
                  <a:pt x="145971" y="254032"/>
                </a:lnTo>
                <a:lnTo>
                  <a:pt x="110061" y="261652"/>
                </a:lnTo>
                <a:lnTo>
                  <a:pt x="97774" y="222837"/>
                </a:lnTo>
                <a:lnTo>
                  <a:pt x="47863" y="233458"/>
                </a:lnTo>
                <a:lnTo>
                  <a:pt x="35576" y="277511"/>
                </a:lnTo>
                <a:lnTo>
                  <a:pt x="0" y="285083"/>
                </a:lnTo>
                <a:lnTo>
                  <a:pt x="42053" y="138970"/>
                </a:lnTo>
                <a:close/>
                <a:moveTo>
                  <a:pt x="88440" y="193929"/>
                </a:moveTo>
                <a:lnTo>
                  <a:pt x="72819" y="144923"/>
                </a:lnTo>
                <a:lnTo>
                  <a:pt x="57198" y="200597"/>
                </a:lnTo>
                <a:lnTo>
                  <a:pt x="88488" y="193929"/>
                </a:lnTo>
                <a:close/>
                <a:moveTo>
                  <a:pt x="214646" y="242173"/>
                </a:moveTo>
                <a:cubicBezTo>
                  <a:pt x="168307" y="252031"/>
                  <a:pt x="148733" y="235553"/>
                  <a:pt x="148733" y="199930"/>
                </a:cubicBezTo>
                <a:lnTo>
                  <a:pt x="183738" y="192500"/>
                </a:lnTo>
                <a:cubicBezTo>
                  <a:pt x="183738" y="211979"/>
                  <a:pt x="190977" y="217599"/>
                  <a:pt x="215408" y="212408"/>
                </a:cubicBezTo>
                <a:cubicBezTo>
                  <a:pt x="231982" y="208883"/>
                  <a:pt x="239030" y="203883"/>
                  <a:pt x="239030" y="195310"/>
                </a:cubicBezTo>
                <a:cubicBezTo>
                  <a:pt x="239030" y="190452"/>
                  <a:pt x="235315" y="187547"/>
                  <a:pt x="227886" y="187166"/>
                </a:cubicBezTo>
                <a:lnTo>
                  <a:pt x="183975" y="184452"/>
                </a:lnTo>
                <a:cubicBezTo>
                  <a:pt x="161258" y="182880"/>
                  <a:pt x="154210" y="170545"/>
                  <a:pt x="154210" y="153210"/>
                </a:cubicBezTo>
                <a:cubicBezTo>
                  <a:pt x="154210" y="126540"/>
                  <a:pt x="173212" y="108299"/>
                  <a:pt x="207645" y="101013"/>
                </a:cubicBezTo>
                <a:cubicBezTo>
                  <a:pt x="248603" y="92297"/>
                  <a:pt x="268891" y="108252"/>
                  <a:pt x="268891" y="138017"/>
                </a:cubicBezTo>
                <a:lnTo>
                  <a:pt x="234077" y="145399"/>
                </a:lnTo>
                <a:cubicBezTo>
                  <a:pt x="234077" y="130635"/>
                  <a:pt x="226076" y="126111"/>
                  <a:pt x="208217" y="129873"/>
                </a:cubicBezTo>
                <a:cubicBezTo>
                  <a:pt x="195739" y="132540"/>
                  <a:pt x="189215" y="137208"/>
                  <a:pt x="189215" y="145018"/>
                </a:cubicBezTo>
                <a:cubicBezTo>
                  <a:pt x="189215" y="148923"/>
                  <a:pt x="191262" y="151781"/>
                  <a:pt x="199454" y="152352"/>
                </a:cubicBezTo>
                <a:lnTo>
                  <a:pt x="242078" y="154400"/>
                </a:lnTo>
                <a:cubicBezTo>
                  <a:pt x="263843" y="155400"/>
                  <a:pt x="273891" y="166306"/>
                  <a:pt x="273891" y="186357"/>
                </a:cubicBezTo>
                <a:cubicBezTo>
                  <a:pt x="273891" y="212408"/>
                  <a:pt x="256747" y="233172"/>
                  <a:pt x="214694" y="242125"/>
                </a:cubicBezTo>
                <a:moveTo>
                  <a:pt x="283702" y="156115"/>
                </a:moveTo>
                <a:cubicBezTo>
                  <a:pt x="283702" y="115633"/>
                  <a:pt x="310325" y="79248"/>
                  <a:pt x="353330" y="70104"/>
                </a:cubicBezTo>
                <a:cubicBezTo>
                  <a:pt x="390906" y="62103"/>
                  <a:pt x="415862" y="78010"/>
                  <a:pt x="419767" y="111633"/>
                </a:cubicBezTo>
                <a:lnTo>
                  <a:pt x="384953" y="119015"/>
                </a:lnTo>
                <a:cubicBezTo>
                  <a:pt x="382143" y="104823"/>
                  <a:pt x="370047" y="98631"/>
                  <a:pt x="353473" y="102156"/>
                </a:cubicBezTo>
                <a:cubicBezTo>
                  <a:pt x="333185" y="106490"/>
                  <a:pt x="318659" y="121634"/>
                  <a:pt x="318659" y="148638"/>
                </a:cubicBezTo>
                <a:cubicBezTo>
                  <a:pt x="318659" y="175879"/>
                  <a:pt x="333185" y="184833"/>
                  <a:pt x="353473" y="180546"/>
                </a:cubicBezTo>
                <a:cubicBezTo>
                  <a:pt x="370047" y="177022"/>
                  <a:pt x="382143" y="165497"/>
                  <a:pt x="384953" y="150114"/>
                </a:cubicBezTo>
                <a:lnTo>
                  <a:pt x="419767" y="142732"/>
                </a:lnTo>
                <a:cubicBezTo>
                  <a:pt x="415862" y="178213"/>
                  <a:pt x="390906" y="204692"/>
                  <a:pt x="353330" y="212693"/>
                </a:cubicBezTo>
                <a:cubicBezTo>
                  <a:pt x="310325" y="221837"/>
                  <a:pt x="283702" y="196739"/>
                  <a:pt x="283702" y="156115"/>
                </a:cubicBezTo>
                <a:moveTo>
                  <a:pt x="436340" y="55150"/>
                </a:moveTo>
                <a:lnTo>
                  <a:pt x="540782" y="32956"/>
                </a:lnTo>
                <a:lnTo>
                  <a:pt x="540782" y="63865"/>
                </a:lnTo>
                <a:cubicBezTo>
                  <a:pt x="540782" y="63865"/>
                  <a:pt x="470440" y="78819"/>
                  <a:pt x="470440" y="78819"/>
                </a:cubicBezTo>
                <a:lnTo>
                  <a:pt x="470440" y="101775"/>
                </a:lnTo>
                <a:cubicBezTo>
                  <a:pt x="470440" y="101775"/>
                  <a:pt x="531495" y="88821"/>
                  <a:pt x="531495" y="88821"/>
                </a:cubicBezTo>
                <a:lnTo>
                  <a:pt x="531495" y="118015"/>
                </a:lnTo>
                <a:cubicBezTo>
                  <a:pt x="531495" y="118015"/>
                  <a:pt x="470440" y="131016"/>
                  <a:pt x="470440" y="131016"/>
                </a:cubicBezTo>
                <a:lnTo>
                  <a:pt x="470440" y="154162"/>
                </a:lnTo>
                <a:cubicBezTo>
                  <a:pt x="470440" y="154162"/>
                  <a:pt x="540782" y="139208"/>
                  <a:pt x="540782" y="139208"/>
                </a:cubicBezTo>
                <a:lnTo>
                  <a:pt x="540782" y="170117"/>
                </a:lnTo>
                <a:cubicBezTo>
                  <a:pt x="540782" y="170117"/>
                  <a:pt x="436340" y="192310"/>
                  <a:pt x="436340" y="192310"/>
                </a:cubicBezTo>
                <a:lnTo>
                  <a:pt x="436340" y="55150"/>
                </a:lnTo>
                <a:close/>
                <a:moveTo>
                  <a:pt x="561308" y="28623"/>
                </a:moveTo>
                <a:lnTo>
                  <a:pt x="625173" y="15049"/>
                </a:lnTo>
                <a:lnTo>
                  <a:pt x="662035" y="133112"/>
                </a:lnTo>
                <a:lnTo>
                  <a:pt x="662035" y="7239"/>
                </a:lnTo>
                <a:cubicBezTo>
                  <a:pt x="662035" y="7239"/>
                  <a:pt x="695897" y="48"/>
                  <a:pt x="695897" y="48"/>
                </a:cubicBezTo>
                <a:lnTo>
                  <a:pt x="695897" y="137208"/>
                </a:lnTo>
                <a:cubicBezTo>
                  <a:pt x="695897" y="137208"/>
                  <a:pt x="632032" y="150781"/>
                  <a:pt x="632032" y="150781"/>
                </a:cubicBezTo>
                <a:lnTo>
                  <a:pt x="595170" y="32718"/>
                </a:lnTo>
                <a:lnTo>
                  <a:pt x="595170" y="158591"/>
                </a:lnTo>
                <a:cubicBezTo>
                  <a:pt x="595170" y="158591"/>
                  <a:pt x="561308" y="165783"/>
                  <a:pt x="561308" y="165783"/>
                </a:cubicBezTo>
                <a:lnTo>
                  <a:pt x="561308" y="28623"/>
                </a:lnTo>
                <a:close/>
              </a:path>
            </a:pathLst>
          </a:custGeom>
          <a:solidFill>
            <a:srgbClr val="FFFFFF"/>
          </a:solidFill>
          <a:ln w="4763" cap="flat">
            <a:noFill/>
            <a:prstDash val="solid"/>
            <a:miter/>
          </a:ln>
        </p:spPr>
        <p:txBody>
          <a:bodyPr rtlCol="0" anchor="ctr"/>
          <a:lstStyle/>
          <a:p>
            <a:endParaRPr lang="en-AU"/>
          </a:p>
        </p:txBody>
      </p:sp>
      <p:sp>
        <p:nvSpPr>
          <p:cNvPr id="33" name="Google Shape;10;p2">
            <a:extLst>
              <a:ext uri="{FF2B5EF4-FFF2-40B4-BE49-F238E27FC236}">
                <a16:creationId xmlns:a16="http://schemas.microsoft.com/office/drawing/2014/main" id="{D543CF40-CA6C-AB12-3735-CF8AC652A545}"/>
              </a:ext>
            </a:extLst>
          </p:cNvPr>
          <p:cNvSpPr txBox="1">
            <a:spLocks noGrp="1"/>
          </p:cNvSpPr>
          <p:nvPr>
            <p:ph type="ctrTitle" hasCustomPrompt="1"/>
          </p:nvPr>
        </p:nvSpPr>
        <p:spPr>
          <a:xfrm>
            <a:off x="311708" y="2197678"/>
            <a:ext cx="3457652" cy="516890"/>
          </a:xfrm>
          <a:prstGeom prst="rect">
            <a:avLst/>
          </a:prstGeom>
        </p:spPr>
        <p:txBody>
          <a:bodyPr spcFirstLastPara="1" wrap="square" lIns="90000" tIns="90000" rIns="90000" bIns="36000" anchor="b" anchorCtr="0">
            <a:noAutofit/>
          </a:bodyPr>
          <a:lstStyle>
            <a:lvl1pPr lvl="0" algn="l">
              <a:spcBef>
                <a:spcPts val="0"/>
              </a:spcBef>
              <a:spcAft>
                <a:spcPts val="0"/>
              </a:spcAft>
              <a:buSzPts val="5200"/>
              <a:buNone/>
              <a:defRPr sz="2800" b="1">
                <a:solidFill>
                  <a:schemeClr val="bg1"/>
                </a:solidFill>
                <a:latin typeface="PP Neue Machina Plain Ultrabold" pitchFamily="50" charset="0"/>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r>
              <a:rPr lang="en-IN" dirty="0"/>
              <a:t>Section Title</a:t>
            </a:r>
            <a:endParaRPr dirty="0"/>
          </a:p>
        </p:txBody>
      </p:sp>
      <p:sp>
        <p:nvSpPr>
          <p:cNvPr id="16" name="Text Placeholder 15">
            <a:extLst>
              <a:ext uri="{FF2B5EF4-FFF2-40B4-BE49-F238E27FC236}">
                <a16:creationId xmlns:a16="http://schemas.microsoft.com/office/drawing/2014/main" id="{17A7E5E8-BE49-EF88-3BBF-34F70B616301}"/>
              </a:ext>
            </a:extLst>
          </p:cNvPr>
          <p:cNvSpPr>
            <a:spLocks noGrp="1"/>
          </p:cNvSpPr>
          <p:nvPr>
            <p:ph type="body" sz="quarter" idx="14" hasCustomPrompt="1"/>
          </p:nvPr>
        </p:nvSpPr>
        <p:spPr>
          <a:xfrm>
            <a:off x="379413" y="1489710"/>
            <a:ext cx="1322387" cy="516890"/>
          </a:xfrm>
          <a:noFill/>
        </p:spPr>
        <p:txBody>
          <a:bodyPr anchor="ctr">
            <a:noAutofit/>
          </a:bodyPr>
          <a:lstStyle>
            <a:lvl1pPr marL="0" indent="0" algn="l">
              <a:buNone/>
              <a:defRPr sz="5400" b="1">
                <a:solidFill>
                  <a:schemeClr val="accent1"/>
                </a:solidFill>
              </a:defRPr>
            </a:lvl1pPr>
          </a:lstStyle>
          <a:p>
            <a:pPr lvl="0"/>
            <a:r>
              <a:rPr lang="en-IN" dirty="0"/>
              <a:t>01</a:t>
            </a:r>
            <a:endParaRPr lang="en-AU" dirty="0"/>
          </a:p>
        </p:txBody>
      </p:sp>
    </p:spTree>
    <p:extLst>
      <p:ext uri="{BB962C8B-B14F-4D97-AF65-F5344CB8AC3E}">
        <p14:creationId xmlns:p14="http://schemas.microsoft.com/office/powerpoint/2010/main" val="2225191206"/>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slide" preserve="1" userDrawn="1">
  <p:cSld name="1_Title slide">
    <p:bg>
      <p:bgPr>
        <a:solidFill>
          <a:schemeClr val="bg1"/>
        </a:solidFill>
        <a:effectLst/>
      </p:bgPr>
    </p:bg>
    <p:spTree>
      <p:nvGrpSpPr>
        <p:cNvPr id="1" name="Shape 9"/>
        <p:cNvGrpSpPr/>
        <p:nvPr/>
      </p:nvGrpSpPr>
      <p:grpSpPr>
        <a:xfrm>
          <a:off x="0" y="0"/>
          <a:ext cx="0" cy="0"/>
          <a:chOff x="0" y="0"/>
          <a:chExt cx="0" cy="0"/>
        </a:xfrm>
      </p:grpSpPr>
      <p:sp>
        <p:nvSpPr>
          <p:cNvPr id="2" name="Picture Placeholder 2">
            <a:extLst>
              <a:ext uri="{FF2B5EF4-FFF2-40B4-BE49-F238E27FC236}">
                <a16:creationId xmlns:a16="http://schemas.microsoft.com/office/drawing/2014/main" id="{E24EB988-1B3E-4E16-DFC4-94BCB32833AA}"/>
              </a:ext>
            </a:extLst>
          </p:cNvPr>
          <p:cNvSpPr>
            <a:spLocks noGrp="1"/>
          </p:cNvSpPr>
          <p:nvPr>
            <p:ph type="pic" sz="quarter" idx="13" hasCustomPrompt="1"/>
          </p:nvPr>
        </p:nvSpPr>
        <p:spPr>
          <a:xfrm>
            <a:off x="-3810" y="-3176"/>
            <a:ext cx="9148286" cy="4464686"/>
          </a:xfrm>
          <a:custGeom>
            <a:avLst/>
            <a:gdLst>
              <a:gd name="connsiteX0" fmla="*/ 0 w 9144000"/>
              <a:gd name="connsiteY0" fmla="*/ 0 h 4442826"/>
              <a:gd name="connsiteX1" fmla="*/ 9144000 w 9144000"/>
              <a:gd name="connsiteY1" fmla="*/ 0 h 4442826"/>
              <a:gd name="connsiteX2" fmla="*/ 9144000 w 9144000"/>
              <a:gd name="connsiteY2" fmla="*/ 4442826 h 4442826"/>
              <a:gd name="connsiteX3" fmla="*/ 0 w 9144000"/>
              <a:gd name="connsiteY3" fmla="*/ 4442826 h 4442826"/>
              <a:gd name="connsiteX4" fmla="*/ 0 w 9144000"/>
              <a:gd name="connsiteY4" fmla="*/ 0 h 4442826"/>
              <a:gd name="connsiteX0" fmla="*/ 0 w 9151620"/>
              <a:gd name="connsiteY0" fmla="*/ 0 h 4458066"/>
              <a:gd name="connsiteX1" fmla="*/ 9144000 w 9151620"/>
              <a:gd name="connsiteY1" fmla="*/ 0 h 4458066"/>
              <a:gd name="connsiteX2" fmla="*/ 9151620 w 9151620"/>
              <a:gd name="connsiteY2" fmla="*/ 4458066 h 4458066"/>
              <a:gd name="connsiteX3" fmla="*/ 0 w 9151620"/>
              <a:gd name="connsiteY3" fmla="*/ 4442826 h 4458066"/>
              <a:gd name="connsiteX4" fmla="*/ 0 w 9151620"/>
              <a:gd name="connsiteY4"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0 w 9151620"/>
              <a:gd name="connsiteY4" fmla="*/ 4442826 h 4458066"/>
              <a:gd name="connsiteX5" fmla="*/ 0 w 9151620"/>
              <a:gd name="connsiteY5"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7551420 w 9151620"/>
              <a:gd name="connsiteY4" fmla="*/ 4436111 h 4458066"/>
              <a:gd name="connsiteX5" fmla="*/ 0 w 9151620"/>
              <a:gd name="connsiteY5" fmla="*/ 4442826 h 4458066"/>
              <a:gd name="connsiteX6" fmla="*/ 0 w 9151620"/>
              <a:gd name="connsiteY6"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8282940 w 9151620"/>
              <a:gd name="connsiteY4" fmla="*/ 4436111 h 4458066"/>
              <a:gd name="connsiteX5" fmla="*/ 7551420 w 9151620"/>
              <a:gd name="connsiteY5" fmla="*/ 4436111 h 4458066"/>
              <a:gd name="connsiteX6" fmla="*/ 0 w 9151620"/>
              <a:gd name="connsiteY6" fmla="*/ 4442826 h 4458066"/>
              <a:gd name="connsiteX7" fmla="*/ 0 w 9151620"/>
              <a:gd name="connsiteY7"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8260080 w 9151620"/>
              <a:gd name="connsiteY4" fmla="*/ 4306571 h 4458066"/>
              <a:gd name="connsiteX5" fmla="*/ 7551420 w 9151620"/>
              <a:gd name="connsiteY5" fmla="*/ 4436111 h 4458066"/>
              <a:gd name="connsiteX6" fmla="*/ 0 w 9151620"/>
              <a:gd name="connsiteY6" fmla="*/ 4442826 h 4458066"/>
              <a:gd name="connsiteX7" fmla="*/ 0 w 9151620"/>
              <a:gd name="connsiteY7" fmla="*/ 0 h 4458066"/>
              <a:gd name="connsiteX0" fmla="*/ 0 w 9151620"/>
              <a:gd name="connsiteY0" fmla="*/ 0 h 4462781"/>
              <a:gd name="connsiteX1" fmla="*/ 9144000 w 9151620"/>
              <a:gd name="connsiteY1" fmla="*/ 0 h 4462781"/>
              <a:gd name="connsiteX2" fmla="*/ 9151620 w 9151620"/>
              <a:gd name="connsiteY2" fmla="*/ 4458066 h 4462781"/>
              <a:gd name="connsiteX3" fmla="*/ 8941594 w 9151620"/>
              <a:gd name="connsiteY3" fmla="*/ 4462781 h 4462781"/>
              <a:gd name="connsiteX4" fmla="*/ 8260080 w 9151620"/>
              <a:gd name="connsiteY4" fmla="*/ 4306571 h 4462781"/>
              <a:gd name="connsiteX5" fmla="*/ 7551420 w 9151620"/>
              <a:gd name="connsiteY5" fmla="*/ 4436111 h 4462781"/>
              <a:gd name="connsiteX6" fmla="*/ 0 w 9151620"/>
              <a:gd name="connsiteY6" fmla="*/ 4442826 h 4462781"/>
              <a:gd name="connsiteX7" fmla="*/ 0 w 9151620"/>
              <a:gd name="connsiteY7" fmla="*/ 0 h 4462781"/>
              <a:gd name="connsiteX0" fmla="*/ 0 w 9151620"/>
              <a:gd name="connsiteY0" fmla="*/ 0 h 4462781"/>
              <a:gd name="connsiteX1" fmla="*/ 9144000 w 9151620"/>
              <a:gd name="connsiteY1" fmla="*/ 0 h 4462781"/>
              <a:gd name="connsiteX2" fmla="*/ 9151620 w 9151620"/>
              <a:gd name="connsiteY2" fmla="*/ 4458066 h 4462781"/>
              <a:gd name="connsiteX3" fmla="*/ 8941594 w 9151620"/>
              <a:gd name="connsiteY3" fmla="*/ 4462781 h 4462781"/>
              <a:gd name="connsiteX4" fmla="*/ 8260080 w 9151620"/>
              <a:gd name="connsiteY4" fmla="*/ 4306571 h 4462781"/>
              <a:gd name="connsiteX5" fmla="*/ 7556182 w 9151620"/>
              <a:gd name="connsiteY5" fmla="*/ 4462304 h 4462781"/>
              <a:gd name="connsiteX6" fmla="*/ 0 w 9151620"/>
              <a:gd name="connsiteY6" fmla="*/ 4442826 h 4462781"/>
              <a:gd name="connsiteX7" fmla="*/ 0 w 9151620"/>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41594 w 9144476"/>
              <a:gd name="connsiteY3" fmla="*/ 4462781 h 4462781"/>
              <a:gd name="connsiteX4" fmla="*/ 8260080 w 9144476"/>
              <a:gd name="connsiteY4" fmla="*/ 4306571 h 4462781"/>
              <a:gd name="connsiteX5" fmla="*/ 7556182 w 9144476"/>
              <a:gd name="connsiteY5" fmla="*/ 4462304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41594 w 9144476"/>
              <a:gd name="connsiteY3" fmla="*/ 4462781 h 4462781"/>
              <a:gd name="connsiteX4" fmla="*/ 8260080 w 9144476"/>
              <a:gd name="connsiteY4" fmla="*/ 4306571 h 4462781"/>
              <a:gd name="connsiteX5" fmla="*/ 7541895 w 9144476"/>
              <a:gd name="connsiteY5" fmla="*/ 4452779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53500 w 9144476"/>
              <a:gd name="connsiteY3" fmla="*/ 4462781 h 4462781"/>
              <a:gd name="connsiteX4" fmla="*/ 8260080 w 9144476"/>
              <a:gd name="connsiteY4" fmla="*/ 4306571 h 4462781"/>
              <a:gd name="connsiteX5" fmla="*/ 7541895 w 9144476"/>
              <a:gd name="connsiteY5" fmla="*/ 4452779 h 4462781"/>
              <a:gd name="connsiteX6" fmla="*/ 0 w 9144476"/>
              <a:gd name="connsiteY6" fmla="*/ 4442826 h 4462781"/>
              <a:gd name="connsiteX7" fmla="*/ 0 w 9144476"/>
              <a:gd name="connsiteY7" fmla="*/ 0 h 4462781"/>
              <a:gd name="connsiteX0" fmla="*/ 0 w 9144476"/>
              <a:gd name="connsiteY0" fmla="*/ 0 h 4463781"/>
              <a:gd name="connsiteX1" fmla="*/ 9144000 w 9144476"/>
              <a:gd name="connsiteY1" fmla="*/ 0 h 4463781"/>
              <a:gd name="connsiteX2" fmla="*/ 9144476 w 9144476"/>
              <a:gd name="connsiteY2" fmla="*/ 4458066 h 4463781"/>
              <a:gd name="connsiteX3" fmla="*/ 8953500 w 9144476"/>
              <a:gd name="connsiteY3" fmla="*/ 4462781 h 4463781"/>
              <a:gd name="connsiteX4" fmla="*/ 8260080 w 9144476"/>
              <a:gd name="connsiteY4" fmla="*/ 4306571 h 4463781"/>
              <a:gd name="connsiteX5" fmla="*/ 7541895 w 9144476"/>
              <a:gd name="connsiteY5" fmla="*/ 4452779 h 4463781"/>
              <a:gd name="connsiteX6" fmla="*/ 1905 w 9144476"/>
              <a:gd name="connsiteY6" fmla="*/ 4463781 h 4463781"/>
              <a:gd name="connsiteX7" fmla="*/ 0 w 9144476"/>
              <a:gd name="connsiteY7" fmla="*/ 0 h 4463781"/>
              <a:gd name="connsiteX0" fmla="*/ 0 w 9144476"/>
              <a:gd name="connsiteY0" fmla="*/ 0 h 4463781"/>
              <a:gd name="connsiteX1" fmla="*/ 9144000 w 9144476"/>
              <a:gd name="connsiteY1" fmla="*/ 0 h 4463781"/>
              <a:gd name="connsiteX2" fmla="*/ 9144476 w 9144476"/>
              <a:gd name="connsiteY2" fmla="*/ 4458066 h 4463781"/>
              <a:gd name="connsiteX3" fmla="*/ 8953500 w 9144476"/>
              <a:gd name="connsiteY3" fmla="*/ 4462781 h 4463781"/>
              <a:gd name="connsiteX4" fmla="*/ 8254365 w 9144476"/>
              <a:gd name="connsiteY4" fmla="*/ 4308476 h 4463781"/>
              <a:gd name="connsiteX5" fmla="*/ 7541895 w 9144476"/>
              <a:gd name="connsiteY5" fmla="*/ 4452779 h 4463781"/>
              <a:gd name="connsiteX6" fmla="*/ 1905 w 9144476"/>
              <a:gd name="connsiteY6" fmla="*/ 4463781 h 4463781"/>
              <a:gd name="connsiteX7" fmla="*/ 0 w 9144476"/>
              <a:gd name="connsiteY7" fmla="*/ 0 h 4463781"/>
              <a:gd name="connsiteX0" fmla="*/ 0 w 9144476"/>
              <a:gd name="connsiteY0" fmla="*/ 0 h 4463781"/>
              <a:gd name="connsiteX1" fmla="*/ 9144000 w 9144476"/>
              <a:gd name="connsiteY1" fmla="*/ 0 h 4463781"/>
              <a:gd name="connsiteX2" fmla="*/ 9144476 w 9144476"/>
              <a:gd name="connsiteY2" fmla="*/ 4458066 h 4463781"/>
              <a:gd name="connsiteX3" fmla="*/ 8953500 w 9144476"/>
              <a:gd name="connsiteY3" fmla="*/ 4462781 h 4463781"/>
              <a:gd name="connsiteX4" fmla="*/ 8254365 w 9144476"/>
              <a:gd name="connsiteY4" fmla="*/ 4308476 h 4463781"/>
              <a:gd name="connsiteX5" fmla="*/ 7541895 w 9144476"/>
              <a:gd name="connsiteY5" fmla="*/ 4460399 h 4463781"/>
              <a:gd name="connsiteX6" fmla="*/ 1905 w 9144476"/>
              <a:gd name="connsiteY6" fmla="*/ 4463781 h 4463781"/>
              <a:gd name="connsiteX7" fmla="*/ 0 w 9144476"/>
              <a:gd name="connsiteY7" fmla="*/ 0 h 4463781"/>
              <a:gd name="connsiteX0" fmla="*/ 3810 w 9148286"/>
              <a:gd name="connsiteY0" fmla="*/ 0 h 4462781"/>
              <a:gd name="connsiteX1" fmla="*/ 9147810 w 9148286"/>
              <a:gd name="connsiteY1" fmla="*/ 0 h 4462781"/>
              <a:gd name="connsiteX2" fmla="*/ 9148286 w 9148286"/>
              <a:gd name="connsiteY2" fmla="*/ 4458066 h 4462781"/>
              <a:gd name="connsiteX3" fmla="*/ 8957310 w 9148286"/>
              <a:gd name="connsiteY3" fmla="*/ 4462781 h 4462781"/>
              <a:gd name="connsiteX4" fmla="*/ 8258175 w 9148286"/>
              <a:gd name="connsiteY4" fmla="*/ 4308476 h 4462781"/>
              <a:gd name="connsiteX5" fmla="*/ 7545705 w 9148286"/>
              <a:gd name="connsiteY5" fmla="*/ 4460399 h 4462781"/>
              <a:gd name="connsiteX6" fmla="*/ 0 w 9148286"/>
              <a:gd name="connsiteY6" fmla="*/ 4461876 h 4462781"/>
              <a:gd name="connsiteX7" fmla="*/ 3810 w 9148286"/>
              <a:gd name="connsiteY7" fmla="*/ 0 h 4462781"/>
              <a:gd name="connsiteX0" fmla="*/ 0 w 9148286"/>
              <a:gd name="connsiteY0" fmla="*/ 7620 h 4462781"/>
              <a:gd name="connsiteX1" fmla="*/ 9147810 w 9148286"/>
              <a:gd name="connsiteY1" fmla="*/ 0 h 4462781"/>
              <a:gd name="connsiteX2" fmla="*/ 9148286 w 9148286"/>
              <a:gd name="connsiteY2" fmla="*/ 4458066 h 4462781"/>
              <a:gd name="connsiteX3" fmla="*/ 8957310 w 9148286"/>
              <a:gd name="connsiteY3" fmla="*/ 4462781 h 4462781"/>
              <a:gd name="connsiteX4" fmla="*/ 8258175 w 9148286"/>
              <a:gd name="connsiteY4" fmla="*/ 4308476 h 4462781"/>
              <a:gd name="connsiteX5" fmla="*/ 7545705 w 9148286"/>
              <a:gd name="connsiteY5" fmla="*/ 4460399 h 4462781"/>
              <a:gd name="connsiteX6" fmla="*/ 0 w 9148286"/>
              <a:gd name="connsiteY6" fmla="*/ 4461876 h 4462781"/>
              <a:gd name="connsiteX7" fmla="*/ 0 w 9148286"/>
              <a:gd name="connsiteY7" fmla="*/ 7620 h 4462781"/>
              <a:gd name="connsiteX0" fmla="*/ 3810 w 9148286"/>
              <a:gd name="connsiteY0" fmla="*/ 0 h 4464686"/>
              <a:gd name="connsiteX1" fmla="*/ 9147810 w 9148286"/>
              <a:gd name="connsiteY1" fmla="*/ 1905 h 4464686"/>
              <a:gd name="connsiteX2" fmla="*/ 9148286 w 9148286"/>
              <a:gd name="connsiteY2" fmla="*/ 4459971 h 4464686"/>
              <a:gd name="connsiteX3" fmla="*/ 8957310 w 9148286"/>
              <a:gd name="connsiteY3" fmla="*/ 4464686 h 4464686"/>
              <a:gd name="connsiteX4" fmla="*/ 8258175 w 9148286"/>
              <a:gd name="connsiteY4" fmla="*/ 4310381 h 4464686"/>
              <a:gd name="connsiteX5" fmla="*/ 7545705 w 9148286"/>
              <a:gd name="connsiteY5" fmla="*/ 4462304 h 4464686"/>
              <a:gd name="connsiteX6" fmla="*/ 0 w 9148286"/>
              <a:gd name="connsiteY6" fmla="*/ 4463781 h 4464686"/>
              <a:gd name="connsiteX7" fmla="*/ 3810 w 9148286"/>
              <a:gd name="connsiteY7" fmla="*/ 0 h 4464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8286" h="4464686">
                <a:moveTo>
                  <a:pt x="3810" y="0"/>
                </a:moveTo>
                <a:lnTo>
                  <a:pt x="9147810" y="1905"/>
                </a:lnTo>
                <a:cubicBezTo>
                  <a:pt x="9147969" y="1487927"/>
                  <a:pt x="9148127" y="2973949"/>
                  <a:pt x="9148286" y="4459971"/>
                </a:cubicBezTo>
                <a:lnTo>
                  <a:pt x="8957310" y="4464686"/>
                </a:lnTo>
                <a:lnTo>
                  <a:pt x="8258175" y="4310381"/>
                </a:lnTo>
                <a:lnTo>
                  <a:pt x="7545705" y="4462304"/>
                </a:lnTo>
                <a:lnTo>
                  <a:pt x="0" y="4463781"/>
                </a:lnTo>
                <a:lnTo>
                  <a:pt x="3810" y="0"/>
                </a:lnTo>
                <a:close/>
              </a:path>
            </a:pathLst>
          </a:custGeom>
          <a:noFill/>
        </p:spPr>
        <p:txBody>
          <a:bodyPr/>
          <a:lstStyle>
            <a:lvl1pPr marL="114300" indent="0">
              <a:buNone/>
              <a:defRPr/>
            </a:lvl1pPr>
          </a:lstStyle>
          <a:p>
            <a:r>
              <a:rPr lang="en-IN" dirty="0"/>
              <a:t> </a:t>
            </a:r>
            <a:endParaRPr lang="en-AU" dirty="0"/>
          </a:p>
        </p:txBody>
      </p:sp>
      <p:sp>
        <p:nvSpPr>
          <p:cNvPr id="13" name="Freeform: Shape 12">
            <a:extLst>
              <a:ext uri="{FF2B5EF4-FFF2-40B4-BE49-F238E27FC236}">
                <a16:creationId xmlns:a16="http://schemas.microsoft.com/office/drawing/2014/main" id="{DCFA8F1A-438C-2D31-EC45-A4CCF4206F40}"/>
              </a:ext>
            </a:extLst>
          </p:cNvPr>
          <p:cNvSpPr/>
          <p:nvPr/>
        </p:nvSpPr>
        <p:spPr>
          <a:xfrm>
            <a:off x="0" y="4305300"/>
            <a:ext cx="9144000" cy="857250"/>
          </a:xfrm>
          <a:custGeom>
            <a:avLst/>
            <a:gdLst>
              <a:gd name="connsiteX0" fmla="*/ 0 w 9144000"/>
              <a:gd name="connsiteY0" fmla="*/ 857250 h 857250"/>
              <a:gd name="connsiteX1" fmla="*/ 0 w 9144000"/>
              <a:gd name="connsiteY1" fmla="*/ 149828 h 857250"/>
              <a:gd name="connsiteX2" fmla="*/ 7540609 w 9144000"/>
              <a:gd name="connsiteY2" fmla="*/ 149828 h 857250"/>
              <a:gd name="connsiteX3" fmla="*/ 8245698 w 9144000"/>
              <a:gd name="connsiteY3" fmla="*/ 0 h 857250"/>
              <a:gd name="connsiteX4" fmla="*/ 8933831 w 9144000"/>
              <a:gd name="connsiteY4" fmla="*/ 149828 h 857250"/>
              <a:gd name="connsiteX5" fmla="*/ 9144000 w 9144000"/>
              <a:gd name="connsiteY5" fmla="*/ 149828 h 857250"/>
              <a:gd name="connsiteX6" fmla="*/ 9144000 w 9144000"/>
              <a:gd name="connsiteY6" fmla="*/ 857250 h 857250"/>
              <a:gd name="connsiteX7" fmla="*/ 0 w 9144000"/>
              <a:gd name="connsiteY7" fmla="*/ 857250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0" h="857250">
                <a:moveTo>
                  <a:pt x="0" y="857250"/>
                </a:moveTo>
                <a:lnTo>
                  <a:pt x="0" y="149828"/>
                </a:lnTo>
                <a:lnTo>
                  <a:pt x="7540609" y="149828"/>
                </a:lnTo>
                <a:lnTo>
                  <a:pt x="8245698" y="0"/>
                </a:lnTo>
                <a:lnTo>
                  <a:pt x="8933831" y="149828"/>
                </a:lnTo>
                <a:lnTo>
                  <a:pt x="9144000" y="149828"/>
                </a:lnTo>
                <a:lnTo>
                  <a:pt x="9144000" y="857250"/>
                </a:lnTo>
                <a:lnTo>
                  <a:pt x="0" y="857250"/>
                </a:lnTo>
                <a:close/>
              </a:path>
            </a:pathLst>
          </a:custGeom>
          <a:gradFill>
            <a:gsLst>
              <a:gs pos="0">
                <a:srgbClr val="5BC1A0"/>
              </a:gs>
              <a:gs pos="50000">
                <a:srgbClr val="2E9376"/>
              </a:gs>
              <a:gs pos="100000">
                <a:srgbClr val="01654D"/>
              </a:gs>
            </a:gsLst>
            <a:lin ang="0" scaled="1"/>
          </a:gradFill>
          <a:ln w="81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lvl="0" defTabSz="914400" eaLnBrk="1" latinLnBrk="0" hangingPunct="1"/>
            <a:endParaRPr lang="en-AU" sz="1800" kern="1200">
              <a:solidFill>
                <a:schemeClr val="tx1"/>
              </a:solidFill>
              <a:latin typeface="+mn-lt"/>
              <a:ea typeface="+mn-ea"/>
              <a:cs typeface="+mn-cs"/>
            </a:endParaRPr>
          </a:p>
        </p:txBody>
      </p:sp>
      <p:sp>
        <p:nvSpPr>
          <p:cNvPr id="14" name="Freeform: Shape 13">
            <a:extLst>
              <a:ext uri="{FF2B5EF4-FFF2-40B4-BE49-F238E27FC236}">
                <a16:creationId xmlns:a16="http://schemas.microsoft.com/office/drawing/2014/main" id="{6332EFC7-40EB-E5E0-6D5B-205A7815463F}"/>
              </a:ext>
            </a:extLst>
          </p:cNvPr>
          <p:cNvSpPr/>
          <p:nvPr/>
        </p:nvSpPr>
        <p:spPr>
          <a:xfrm>
            <a:off x="7540608" y="4441555"/>
            <a:ext cx="1246536" cy="285083"/>
          </a:xfrm>
          <a:custGeom>
            <a:avLst/>
            <a:gdLst>
              <a:gd name="connsiteX0" fmla="*/ 718995 w 1246536"/>
              <a:gd name="connsiteY0" fmla="*/ 0 h 285083"/>
              <a:gd name="connsiteX1" fmla="*/ 769239 w 1246536"/>
              <a:gd name="connsiteY1" fmla="*/ 10668 h 285083"/>
              <a:gd name="connsiteX2" fmla="*/ 842391 w 1246536"/>
              <a:gd name="connsiteY2" fmla="*/ 94726 h 285083"/>
              <a:gd name="connsiteX3" fmla="*/ 769239 w 1246536"/>
              <a:gd name="connsiteY3" fmla="*/ 147876 h 285083"/>
              <a:gd name="connsiteX4" fmla="*/ 718995 w 1246536"/>
              <a:gd name="connsiteY4" fmla="*/ 137208 h 285083"/>
              <a:gd name="connsiteX5" fmla="*/ 718995 w 1246536"/>
              <a:gd name="connsiteY5" fmla="*/ 48 h 285083"/>
              <a:gd name="connsiteX6" fmla="*/ 769239 w 1246536"/>
              <a:gd name="connsiteY6" fmla="*/ 116729 h 285083"/>
              <a:gd name="connsiteX7" fmla="*/ 808530 w 1246536"/>
              <a:gd name="connsiteY7" fmla="*/ 87535 h 285083"/>
              <a:gd name="connsiteX8" fmla="*/ 769239 w 1246536"/>
              <a:gd name="connsiteY8" fmla="*/ 41624 h 285083"/>
              <a:gd name="connsiteX9" fmla="*/ 752856 w 1246536"/>
              <a:gd name="connsiteY9" fmla="*/ 38148 h 285083"/>
              <a:gd name="connsiteX10" fmla="*/ 752856 w 1246536"/>
              <a:gd name="connsiteY10" fmla="*/ 113252 h 285083"/>
              <a:gd name="connsiteX11" fmla="*/ 769239 w 1246536"/>
              <a:gd name="connsiteY11" fmla="*/ 116729 h 285083"/>
              <a:gd name="connsiteX12" fmla="*/ 947024 w 1246536"/>
              <a:gd name="connsiteY12" fmla="*/ 48482 h 285083"/>
              <a:gd name="connsiteX13" fmla="*/ 947024 w 1246536"/>
              <a:gd name="connsiteY13" fmla="*/ 79391 h 285083"/>
              <a:gd name="connsiteX14" fmla="*/ 917067 w 1246536"/>
              <a:gd name="connsiteY14" fmla="*/ 73009 h 285083"/>
              <a:gd name="connsiteX15" fmla="*/ 917067 w 1246536"/>
              <a:gd name="connsiteY15" fmla="*/ 148114 h 285083"/>
              <a:gd name="connsiteX16" fmla="*/ 947024 w 1246536"/>
              <a:gd name="connsiteY16" fmla="*/ 154496 h 285083"/>
              <a:gd name="connsiteX17" fmla="*/ 947024 w 1246536"/>
              <a:gd name="connsiteY17" fmla="*/ 185642 h 285083"/>
              <a:gd name="connsiteX18" fmla="*/ 853393 w 1246536"/>
              <a:gd name="connsiteY18" fmla="*/ 165735 h 285083"/>
              <a:gd name="connsiteX19" fmla="*/ 853393 w 1246536"/>
              <a:gd name="connsiteY19" fmla="*/ 134588 h 285083"/>
              <a:gd name="connsiteX20" fmla="*/ 883349 w 1246536"/>
              <a:gd name="connsiteY20" fmla="*/ 140970 h 285083"/>
              <a:gd name="connsiteX21" fmla="*/ 883349 w 1246536"/>
              <a:gd name="connsiteY21" fmla="*/ 65865 h 285083"/>
              <a:gd name="connsiteX22" fmla="*/ 853393 w 1246536"/>
              <a:gd name="connsiteY22" fmla="*/ 59484 h 285083"/>
              <a:gd name="connsiteX23" fmla="*/ 853393 w 1246536"/>
              <a:gd name="connsiteY23" fmla="*/ 28575 h 285083"/>
              <a:gd name="connsiteX24" fmla="*/ 947024 w 1246536"/>
              <a:gd name="connsiteY24" fmla="*/ 48482 h 285083"/>
              <a:gd name="connsiteX25" fmla="*/ 1026319 w 1246536"/>
              <a:gd name="connsiteY25" fmla="*/ 62627 h 285083"/>
              <a:gd name="connsiteX26" fmla="*/ 1094994 w 1246536"/>
              <a:gd name="connsiteY26" fmla="*/ 148447 h 285083"/>
              <a:gd name="connsiteX27" fmla="*/ 1026319 w 1246536"/>
              <a:gd name="connsiteY27" fmla="*/ 205264 h 285083"/>
              <a:gd name="connsiteX28" fmla="*/ 957263 w 1246536"/>
              <a:gd name="connsiteY28" fmla="*/ 119205 h 285083"/>
              <a:gd name="connsiteX29" fmla="*/ 1026319 w 1246536"/>
              <a:gd name="connsiteY29" fmla="*/ 62675 h 285083"/>
              <a:gd name="connsiteX30" fmla="*/ 1026319 w 1246536"/>
              <a:gd name="connsiteY30" fmla="*/ 173117 h 285083"/>
              <a:gd name="connsiteX31" fmla="*/ 1060180 w 1246536"/>
              <a:gd name="connsiteY31" fmla="*/ 141018 h 285083"/>
              <a:gd name="connsiteX32" fmla="*/ 1026319 w 1246536"/>
              <a:gd name="connsiteY32" fmla="*/ 94726 h 285083"/>
              <a:gd name="connsiteX33" fmla="*/ 992267 w 1246536"/>
              <a:gd name="connsiteY33" fmla="*/ 126587 h 285083"/>
              <a:gd name="connsiteX34" fmla="*/ 1026319 w 1246536"/>
              <a:gd name="connsiteY34" fmla="*/ 173117 h 285083"/>
              <a:gd name="connsiteX35" fmla="*/ 1111949 w 1246536"/>
              <a:gd name="connsiteY35" fmla="*/ 83534 h 285083"/>
              <a:gd name="connsiteX36" fmla="*/ 1175814 w 1246536"/>
              <a:gd name="connsiteY36" fmla="*/ 97107 h 285083"/>
              <a:gd name="connsiteX37" fmla="*/ 1212675 w 1246536"/>
              <a:gd name="connsiteY37" fmla="*/ 230791 h 285083"/>
              <a:gd name="connsiteX38" fmla="*/ 1212675 w 1246536"/>
              <a:gd name="connsiteY38" fmla="*/ 104918 h 285083"/>
              <a:gd name="connsiteX39" fmla="*/ 1246537 w 1246536"/>
              <a:gd name="connsiteY39" fmla="*/ 112109 h 285083"/>
              <a:gd name="connsiteX40" fmla="*/ 1246537 w 1246536"/>
              <a:gd name="connsiteY40" fmla="*/ 249269 h 285083"/>
              <a:gd name="connsiteX41" fmla="*/ 1182672 w 1246536"/>
              <a:gd name="connsiteY41" fmla="*/ 235696 h 285083"/>
              <a:gd name="connsiteX42" fmla="*/ 1145810 w 1246536"/>
              <a:gd name="connsiteY42" fmla="*/ 102013 h 285083"/>
              <a:gd name="connsiteX43" fmla="*/ 1145810 w 1246536"/>
              <a:gd name="connsiteY43" fmla="*/ 227886 h 285083"/>
              <a:gd name="connsiteX44" fmla="*/ 1111949 w 1246536"/>
              <a:gd name="connsiteY44" fmla="*/ 220694 h 285083"/>
              <a:gd name="connsiteX45" fmla="*/ 1111949 w 1246536"/>
              <a:gd name="connsiteY45" fmla="*/ 83534 h 285083"/>
              <a:gd name="connsiteX46" fmla="*/ 42101 w 1246536"/>
              <a:gd name="connsiteY46" fmla="*/ 138970 h 285083"/>
              <a:gd name="connsiteX47" fmla="*/ 104108 w 1246536"/>
              <a:gd name="connsiteY47" fmla="*/ 125778 h 285083"/>
              <a:gd name="connsiteX48" fmla="*/ 145971 w 1246536"/>
              <a:gd name="connsiteY48" fmla="*/ 254032 h 285083"/>
              <a:gd name="connsiteX49" fmla="*/ 110061 w 1246536"/>
              <a:gd name="connsiteY49" fmla="*/ 261652 h 285083"/>
              <a:gd name="connsiteX50" fmla="*/ 97774 w 1246536"/>
              <a:gd name="connsiteY50" fmla="*/ 222837 h 285083"/>
              <a:gd name="connsiteX51" fmla="*/ 47863 w 1246536"/>
              <a:gd name="connsiteY51" fmla="*/ 233458 h 285083"/>
              <a:gd name="connsiteX52" fmla="*/ 35576 w 1246536"/>
              <a:gd name="connsiteY52" fmla="*/ 277511 h 285083"/>
              <a:gd name="connsiteX53" fmla="*/ 0 w 1246536"/>
              <a:gd name="connsiteY53" fmla="*/ 285083 h 285083"/>
              <a:gd name="connsiteX54" fmla="*/ 42053 w 1246536"/>
              <a:gd name="connsiteY54" fmla="*/ 138970 h 285083"/>
              <a:gd name="connsiteX55" fmla="*/ 88440 w 1246536"/>
              <a:gd name="connsiteY55" fmla="*/ 193929 h 285083"/>
              <a:gd name="connsiteX56" fmla="*/ 72819 w 1246536"/>
              <a:gd name="connsiteY56" fmla="*/ 144923 h 285083"/>
              <a:gd name="connsiteX57" fmla="*/ 57198 w 1246536"/>
              <a:gd name="connsiteY57" fmla="*/ 200597 h 285083"/>
              <a:gd name="connsiteX58" fmla="*/ 88488 w 1246536"/>
              <a:gd name="connsiteY58" fmla="*/ 193929 h 285083"/>
              <a:gd name="connsiteX59" fmla="*/ 214646 w 1246536"/>
              <a:gd name="connsiteY59" fmla="*/ 242173 h 285083"/>
              <a:gd name="connsiteX60" fmla="*/ 148733 w 1246536"/>
              <a:gd name="connsiteY60" fmla="*/ 199930 h 285083"/>
              <a:gd name="connsiteX61" fmla="*/ 183738 w 1246536"/>
              <a:gd name="connsiteY61" fmla="*/ 192500 h 285083"/>
              <a:gd name="connsiteX62" fmla="*/ 215408 w 1246536"/>
              <a:gd name="connsiteY62" fmla="*/ 212408 h 285083"/>
              <a:gd name="connsiteX63" fmla="*/ 239030 w 1246536"/>
              <a:gd name="connsiteY63" fmla="*/ 195310 h 285083"/>
              <a:gd name="connsiteX64" fmla="*/ 227886 w 1246536"/>
              <a:gd name="connsiteY64" fmla="*/ 187166 h 285083"/>
              <a:gd name="connsiteX65" fmla="*/ 183975 w 1246536"/>
              <a:gd name="connsiteY65" fmla="*/ 184452 h 285083"/>
              <a:gd name="connsiteX66" fmla="*/ 154210 w 1246536"/>
              <a:gd name="connsiteY66" fmla="*/ 153210 h 285083"/>
              <a:gd name="connsiteX67" fmla="*/ 207645 w 1246536"/>
              <a:gd name="connsiteY67" fmla="*/ 101013 h 285083"/>
              <a:gd name="connsiteX68" fmla="*/ 268891 w 1246536"/>
              <a:gd name="connsiteY68" fmla="*/ 138017 h 285083"/>
              <a:gd name="connsiteX69" fmla="*/ 234077 w 1246536"/>
              <a:gd name="connsiteY69" fmla="*/ 145399 h 285083"/>
              <a:gd name="connsiteX70" fmla="*/ 208217 w 1246536"/>
              <a:gd name="connsiteY70" fmla="*/ 129873 h 285083"/>
              <a:gd name="connsiteX71" fmla="*/ 189215 w 1246536"/>
              <a:gd name="connsiteY71" fmla="*/ 145018 h 285083"/>
              <a:gd name="connsiteX72" fmla="*/ 199454 w 1246536"/>
              <a:gd name="connsiteY72" fmla="*/ 152352 h 285083"/>
              <a:gd name="connsiteX73" fmla="*/ 242078 w 1246536"/>
              <a:gd name="connsiteY73" fmla="*/ 154400 h 285083"/>
              <a:gd name="connsiteX74" fmla="*/ 273891 w 1246536"/>
              <a:gd name="connsiteY74" fmla="*/ 186357 h 285083"/>
              <a:gd name="connsiteX75" fmla="*/ 214694 w 1246536"/>
              <a:gd name="connsiteY75" fmla="*/ 242125 h 285083"/>
              <a:gd name="connsiteX76" fmla="*/ 283702 w 1246536"/>
              <a:gd name="connsiteY76" fmla="*/ 156115 h 285083"/>
              <a:gd name="connsiteX77" fmla="*/ 353330 w 1246536"/>
              <a:gd name="connsiteY77" fmla="*/ 70104 h 285083"/>
              <a:gd name="connsiteX78" fmla="*/ 419767 w 1246536"/>
              <a:gd name="connsiteY78" fmla="*/ 111633 h 285083"/>
              <a:gd name="connsiteX79" fmla="*/ 384953 w 1246536"/>
              <a:gd name="connsiteY79" fmla="*/ 119015 h 285083"/>
              <a:gd name="connsiteX80" fmla="*/ 353473 w 1246536"/>
              <a:gd name="connsiteY80" fmla="*/ 102156 h 285083"/>
              <a:gd name="connsiteX81" fmla="*/ 318659 w 1246536"/>
              <a:gd name="connsiteY81" fmla="*/ 148638 h 285083"/>
              <a:gd name="connsiteX82" fmla="*/ 353473 w 1246536"/>
              <a:gd name="connsiteY82" fmla="*/ 180546 h 285083"/>
              <a:gd name="connsiteX83" fmla="*/ 384953 w 1246536"/>
              <a:gd name="connsiteY83" fmla="*/ 150114 h 285083"/>
              <a:gd name="connsiteX84" fmla="*/ 419767 w 1246536"/>
              <a:gd name="connsiteY84" fmla="*/ 142732 h 285083"/>
              <a:gd name="connsiteX85" fmla="*/ 353330 w 1246536"/>
              <a:gd name="connsiteY85" fmla="*/ 212693 h 285083"/>
              <a:gd name="connsiteX86" fmla="*/ 283702 w 1246536"/>
              <a:gd name="connsiteY86" fmla="*/ 156115 h 285083"/>
              <a:gd name="connsiteX87" fmla="*/ 436340 w 1246536"/>
              <a:gd name="connsiteY87" fmla="*/ 55150 h 285083"/>
              <a:gd name="connsiteX88" fmla="*/ 540782 w 1246536"/>
              <a:gd name="connsiteY88" fmla="*/ 32956 h 285083"/>
              <a:gd name="connsiteX89" fmla="*/ 540782 w 1246536"/>
              <a:gd name="connsiteY89" fmla="*/ 63865 h 285083"/>
              <a:gd name="connsiteX90" fmla="*/ 470440 w 1246536"/>
              <a:gd name="connsiteY90" fmla="*/ 78819 h 285083"/>
              <a:gd name="connsiteX91" fmla="*/ 470440 w 1246536"/>
              <a:gd name="connsiteY91" fmla="*/ 101775 h 285083"/>
              <a:gd name="connsiteX92" fmla="*/ 531495 w 1246536"/>
              <a:gd name="connsiteY92" fmla="*/ 88821 h 285083"/>
              <a:gd name="connsiteX93" fmla="*/ 531495 w 1246536"/>
              <a:gd name="connsiteY93" fmla="*/ 118015 h 285083"/>
              <a:gd name="connsiteX94" fmla="*/ 470440 w 1246536"/>
              <a:gd name="connsiteY94" fmla="*/ 131016 h 285083"/>
              <a:gd name="connsiteX95" fmla="*/ 470440 w 1246536"/>
              <a:gd name="connsiteY95" fmla="*/ 154162 h 285083"/>
              <a:gd name="connsiteX96" fmla="*/ 540782 w 1246536"/>
              <a:gd name="connsiteY96" fmla="*/ 139208 h 285083"/>
              <a:gd name="connsiteX97" fmla="*/ 540782 w 1246536"/>
              <a:gd name="connsiteY97" fmla="*/ 170117 h 285083"/>
              <a:gd name="connsiteX98" fmla="*/ 436340 w 1246536"/>
              <a:gd name="connsiteY98" fmla="*/ 192310 h 285083"/>
              <a:gd name="connsiteX99" fmla="*/ 436340 w 1246536"/>
              <a:gd name="connsiteY99" fmla="*/ 55150 h 285083"/>
              <a:gd name="connsiteX100" fmla="*/ 561308 w 1246536"/>
              <a:gd name="connsiteY100" fmla="*/ 28623 h 285083"/>
              <a:gd name="connsiteX101" fmla="*/ 625173 w 1246536"/>
              <a:gd name="connsiteY101" fmla="*/ 15049 h 285083"/>
              <a:gd name="connsiteX102" fmla="*/ 662035 w 1246536"/>
              <a:gd name="connsiteY102" fmla="*/ 133112 h 285083"/>
              <a:gd name="connsiteX103" fmla="*/ 662035 w 1246536"/>
              <a:gd name="connsiteY103" fmla="*/ 7239 h 285083"/>
              <a:gd name="connsiteX104" fmla="*/ 695897 w 1246536"/>
              <a:gd name="connsiteY104" fmla="*/ 48 h 285083"/>
              <a:gd name="connsiteX105" fmla="*/ 695897 w 1246536"/>
              <a:gd name="connsiteY105" fmla="*/ 137208 h 285083"/>
              <a:gd name="connsiteX106" fmla="*/ 632032 w 1246536"/>
              <a:gd name="connsiteY106" fmla="*/ 150781 h 285083"/>
              <a:gd name="connsiteX107" fmla="*/ 595170 w 1246536"/>
              <a:gd name="connsiteY107" fmla="*/ 32718 h 285083"/>
              <a:gd name="connsiteX108" fmla="*/ 595170 w 1246536"/>
              <a:gd name="connsiteY108" fmla="*/ 158591 h 285083"/>
              <a:gd name="connsiteX109" fmla="*/ 561308 w 1246536"/>
              <a:gd name="connsiteY109" fmla="*/ 165783 h 285083"/>
              <a:gd name="connsiteX110" fmla="*/ 561308 w 1246536"/>
              <a:gd name="connsiteY110" fmla="*/ 28623 h 285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246536" h="285083">
                <a:moveTo>
                  <a:pt x="718995" y="0"/>
                </a:moveTo>
                <a:lnTo>
                  <a:pt x="769239" y="10668"/>
                </a:lnTo>
                <a:cubicBezTo>
                  <a:pt x="805149" y="18288"/>
                  <a:pt x="842391" y="35766"/>
                  <a:pt x="842391" y="94726"/>
                </a:cubicBezTo>
                <a:cubicBezTo>
                  <a:pt x="842391" y="153876"/>
                  <a:pt x="805149" y="155496"/>
                  <a:pt x="769239" y="147876"/>
                </a:cubicBezTo>
                <a:lnTo>
                  <a:pt x="718995" y="137208"/>
                </a:lnTo>
                <a:lnTo>
                  <a:pt x="718995" y="48"/>
                </a:lnTo>
                <a:close/>
                <a:moveTo>
                  <a:pt x="769239" y="116729"/>
                </a:moveTo>
                <a:cubicBezTo>
                  <a:pt x="791766" y="121539"/>
                  <a:pt x="808530" y="124301"/>
                  <a:pt x="808530" y="87535"/>
                </a:cubicBezTo>
                <a:cubicBezTo>
                  <a:pt x="808530" y="50768"/>
                  <a:pt x="791623" y="46387"/>
                  <a:pt x="769239" y="41624"/>
                </a:cubicBezTo>
                <a:lnTo>
                  <a:pt x="752856" y="38148"/>
                </a:lnTo>
                <a:lnTo>
                  <a:pt x="752856" y="113252"/>
                </a:lnTo>
                <a:cubicBezTo>
                  <a:pt x="752856" y="113252"/>
                  <a:pt x="769239" y="116729"/>
                  <a:pt x="769239" y="116729"/>
                </a:cubicBezTo>
                <a:close/>
                <a:moveTo>
                  <a:pt x="947024" y="48482"/>
                </a:moveTo>
                <a:lnTo>
                  <a:pt x="947024" y="79391"/>
                </a:lnTo>
                <a:cubicBezTo>
                  <a:pt x="947024" y="79391"/>
                  <a:pt x="917067" y="73009"/>
                  <a:pt x="917067" y="73009"/>
                </a:cubicBezTo>
                <a:lnTo>
                  <a:pt x="917067" y="148114"/>
                </a:lnTo>
                <a:cubicBezTo>
                  <a:pt x="917067" y="148114"/>
                  <a:pt x="947024" y="154496"/>
                  <a:pt x="947024" y="154496"/>
                </a:cubicBezTo>
                <a:lnTo>
                  <a:pt x="947024" y="185642"/>
                </a:lnTo>
                <a:cubicBezTo>
                  <a:pt x="947024" y="185642"/>
                  <a:pt x="853393" y="165735"/>
                  <a:pt x="853393" y="165735"/>
                </a:cubicBezTo>
                <a:lnTo>
                  <a:pt x="853393" y="134588"/>
                </a:lnTo>
                <a:cubicBezTo>
                  <a:pt x="853393" y="134588"/>
                  <a:pt x="883349" y="140970"/>
                  <a:pt x="883349" y="140970"/>
                </a:cubicBezTo>
                <a:lnTo>
                  <a:pt x="883349" y="65865"/>
                </a:lnTo>
                <a:cubicBezTo>
                  <a:pt x="883349" y="65865"/>
                  <a:pt x="853393" y="59484"/>
                  <a:pt x="853393" y="59484"/>
                </a:cubicBezTo>
                <a:lnTo>
                  <a:pt x="853393" y="28575"/>
                </a:lnTo>
                <a:cubicBezTo>
                  <a:pt x="853393" y="28575"/>
                  <a:pt x="947024" y="48482"/>
                  <a:pt x="947024" y="48482"/>
                </a:cubicBezTo>
                <a:close/>
                <a:moveTo>
                  <a:pt x="1026319" y="62627"/>
                </a:moveTo>
                <a:cubicBezTo>
                  <a:pt x="1068944" y="71676"/>
                  <a:pt x="1094994" y="107966"/>
                  <a:pt x="1094994" y="148447"/>
                </a:cubicBezTo>
                <a:cubicBezTo>
                  <a:pt x="1094994" y="189119"/>
                  <a:pt x="1068944" y="214313"/>
                  <a:pt x="1026319" y="205264"/>
                </a:cubicBezTo>
                <a:cubicBezTo>
                  <a:pt x="983504" y="196167"/>
                  <a:pt x="957263" y="159829"/>
                  <a:pt x="957263" y="119205"/>
                </a:cubicBezTo>
                <a:cubicBezTo>
                  <a:pt x="957263" y="78724"/>
                  <a:pt x="983504" y="53578"/>
                  <a:pt x="1026319" y="62675"/>
                </a:cubicBezTo>
                <a:moveTo>
                  <a:pt x="1026319" y="173117"/>
                </a:moveTo>
                <a:cubicBezTo>
                  <a:pt x="1049036" y="177927"/>
                  <a:pt x="1060180" y="165926"/>
                  <a:pt x="1060180" y="141018"/>
                </a:cubicBezTo>
                <a:cubicBezTo>
                  <a:pt x="1060180" y="116110"/>
                  <a:pt x="1048846" y="99489"/>
                  <a:pt x="1026319" y="94726"/>
                </a:cubicBezTo>
                <a:cubicBezTo>
                  <a:pt x="1003602" y="89916"/>
                  <a:pt x="992267" y="101870"/>
                  <a:pt x="992267" y="126587"/>
                </a:cubicBezTo>
                <a:cubicBezTo>
                  <a:pt x="992267" y="151495"/>
                  <a:pt x="1003649" y="168307"/>
                  <a:pt x="1026319" y="173117"/>
                </a:cubicBezTo>
                <a:moveTo>
                  <a:pt x="1111949" y="83534"/>
                </a:moveTo>
                <a:lnTo>
                  <a:pt x="1175814" y="97107"/>
                </a:lnTo>
                <a:lnTo>
                  <a:pt x="1212675" y="230791"/>
                </a:lnTo>
                <a:lnTo>
                  <a:pt x="1212675" y="104918"/>
                </a:lnTo>
                <a:cubicBezTo>
                  <a:pt x="1212675" y="104918"/>
                  <a:pt x="1246537" y="112109"/>
                  <a:pt x="1246537" y="112109"/>
                </a:cubicBezTo>
                <a:lnTo>
                  <a:pt x="1246537" y="249269"/>
                </a:lnTo>
                <a:cubicBezTo>
                  <a:pt x="1246537" y="249269"/>
                  <a:pt x="1182672" y="235696"/>
                  <a:pt x="1182672" y="235696"/>
                </a:cubicBezTo>
                <a:lnTo>
                  <a:pt x="1145810" y="102013"/>
                </a:lnTo>
                <a:lnTo>
                  <a:pt x="1145810" y="227886"/>
                </a:lnTo>
                <a:cubicBezTo>
                  <a:pt x="1145810" y="227886"/>
                  <a:pt x="1111949" y="220694"/>
                  <a:pt x="1111949" y="220694"/>
                </a:cubicBezTo>
                <a:lnTo>
                  <a:pt x="1111949" y="83534"/>
                </a:lnTo>
                <a:close/>
                <a:moveTo>
                  <a:pt x="42101" y="138970"/>
                </a:moveTo>
                <a:lnTo>
                  <a:pt x="104108" y="125778"/>
                </a:lnTo>
                <a:lnTo>
                  <a:pt x="145971" y="254032"/>
                </a:lnTo>
                <a:lnTo>
                  <a:pt x="110061" y="261652"/>
                </a:lnTo>
                <a:lnTo>
                  <a:pt x="97774" y="222837"/>
                </a:lnTo>
                <a:lnTo>
                  <a:pt x="47863" y="233458"/>
                </a:lnTo>
                <a:lnTo>
                  <a:pt x="35576" y="277511"/>
                </a:lnTo>
                <a:lnTo>
                  <a:pt x="0" y="285083"/>
                </a:lnTo>
                <a:lnTo>
                  <a:pt x="42053" y="138970"/>
                </a:lnTo>
                <a:close/>
                <a:moveTo>
                  <a:pt x="88440" y="193929"/>
                </a:moveTo>
                <a:lnTo>
                  <a:pt x="72819" y="144923"/>
                </a:lnTo>
                <a:lnTo>
                  <a:pt x="57198" y="200597"/>
                </a:lnTo>
                <a:lnTo>
                  <a:pt x="88488" y="193929"/>
                </a:lnTo>
                <a:close/>
                <a:moveTo>
                  <a:pt x="214646" y="242173"/>
                </a:moveTo>
                <a:cubicBezTo>
                  <a:pt x="168307" y="252031"/>
                  <a:pt x="148733" y="235553"/>
                  <a:pt x="148733" y="199930"/>
                </a:cubicBezTo>
                <a:lnTo>
                  <a:pt x="183738" y="192500"/>
                </a:lnTo>
                <a:cubicBezTo>
                  <a:pt x="183738" y="211979"/>
                  <a:pt x="190977" y="217599"/>
                  <a:pt x="215408" y="212408"/>
                </a:cubicBezTo>
                <a:cubicBezTo>
                  <a:pt x="231982" y="208883"/>
                  <a:pt x="239030" y="203883"/>
                  <a:pt x="239030" y="195310"/>
                </a:cubicBezTo>
                <a:cubicBezTo>
                  <a:pt x="239030" y="190452"/>
                  <a:pt x="235315" y="187547"/>
                  <a:pt x="227886" y="187166"/>
                </a:cubicBezTo>
                <a:lnTo>
                  <a:pt x="183975" y="184452"/>
                </a:lnTo>
                <a:cubicBezTo>
                  <a:pt x="161258" y="182880"/>
                  <a:pt x="154210" y="170545"/>
                  <a:pt x="154210" y="153210"/>
                </a:cubicBezTo>
                <a:cubicBezTo>
                  <a:pt x="154210" y="126540"/>
                  <a:pt x="173212" y="108299"/>
                  <a:pt x="207645" y="101013"/>
                </a:cubicBezTo>
                <a:cubicBezTo>
                  <a:pt x="248603" y="92297"/>
                  <a:pt x="268891" y="108252"/>
                  <a:pt x="268891" y="138017"/>
                </a:cubicBezTo>
                <a:lnTo>
                  <a:pt x="234077" y="145399"/>
                </a:lnTo>
                <a:cubicBezTo>
                  <a:pt x="234077" y="130635"/>
                  <a:pt x="226076" y="126111"/>
                  <a:pt x="208217" y="129873"/>
                </a:cubicBezTo>
                <a:cubicBezTo>
                  <a:pt x="195739" y="132540"/>
                  <a:pt x="189215" y="137208"/>
                  <a:pt x="189215" y="145018"/>
                </a:cubicBezTo>
                <a:cubicBezTo>
                  <a:pt x="189215" y="148923"/>
                  <a:pt x="191262" y="151781"/>
                  <a:pt x="199454" y="152352"/>
                </a:cubicBezTo>
                <a:lnTo>
                  <a:pt x="242078" y="154400"/>
                </a:lnTo>
                <a:cubicBezTo>
                  <a:pt x="263843" y="155400"/>
                  <a:pt x="273891" y="166306"/>
                  <a:pt x="273891" y="186357"/>
                </a:cubicBezTo>
                <a:cubicBezTo>
                  <a:pt x="273891" y="212408"/>
                  <a:pt x="256747" y="233172"/>
                  <a:pt x="214694" y="242125"/>
                </a:cubicBezTo>
                <a:moveTo>
                  <a:pt x="283702" y="156115"/>
                </a:moveTo>
                <a:cubicBezTo>
                  <a:pt x="283702" y="115633"/>
                  <a:pt x="310325" y="79248"/>
                  <a:pt x="353330" y="70104"/>
                </a:cubicBezTo>
                <a:cubicBezTo>
                  <a:pt x="390906" y="62103"/>
                  <a:pt x="415862" y="78010"/>
                  <a:pt x="419767" y="111633"/>
                </a:cubicBezTo>
                <a:lnTo>
                  <a:pt x="384953" y="119015"/>
                </a:lnTo>
                <a:cubicBezTo>
                  <a:pt x="382143" y="104823"/>
                  <a:pt x="370047" y="98631"/>
                  <a:pt x="353473" y="102156"/>
                </a:cubicBezTo>
                <a:cubicBezTo>
                  <a:pt x="333185" y="106490"/>
                  <a:pt x="318659" y="121634"/>
                  <a:pt x="318659" y="148638"/>
                </a:cubicBezTo>
                <a:cubicBezTo>
                  <a:pt x="318659" y="175879"/>
                  <a:pt x="333185" y="184833"/>
                  <a:pt x="353473" y="180546"/>
                </a:cubicBezTo>
                <a:cubicBezTo>
                  <a:pt x="370047" y="177022"/>
                  <a:pt x="382143" y="165497"/>
                  <a:pt x="384953" y="150114"/>
                </a:cubicBezTo>
                <a:lnTo>
                  <a:pt x="419767" y="142732"/>
                </a:lnTo>
                <a:cubicBezTo>
                  <a:pt x="415862" y="178213"/>
                  <a:pt x="390906" y="204692"/>
                  <a:pt x="353330" y="212693"/>
                </a:cubicBezTo>
                <a:cubicBezTo>
                  <a:pt x="310325" y="221837"/>
                  <a:pt x="283702" y="196739"/>
                  <a:pt x="283702" y="156115"/>
                </a:cubicBezTo>
                <a:moveTo>
                  <a:pt x="436340" y="55150"/>
                </a:moveTo>
                <a:lnTo>
                  <a:pt x="540782" y="32956"/>
                </a:lnTo>
                <a:lnTo>
                  <a:pt x="540782" y="63865"/>
                </a:lnTo>
                <a:cubicBezTo>
                  <a:pt x="540782" y="63865"/>
                  <a:pt x="470440" y="78819"/>
                  <a:pt x="470440" y="78819"/>
                </a:cubicBezTo>
                <a:lnTo>
                  <a:pt x="470440" y="101775"/>
                </a:lnTo>
                <a:cubicBezTo>
                  <a:pt x="470440" y="101775"/>
                  <a:pt x="531495" y="88821"/>
                  <a:pt x="531495" y="88821"/>
                </a:cubicBezTo>
                <a:lnTo>
                  <a:pt x="531495" y="118015"/>
                </a:lnTo>
                <a:cubicBezTo>
                  <a:pt x="531495" y="118015"/>
                  <a:pt x="470440" y="131016"/>
                  <a:pt x="470440" y="131016"/>
                </a:cubicBezTo>
                <a:lnTo>
                  <a:pt x="470440" y="154162"/>
                </a:lnTo>
                <a:cubicBezTo>
                  <a:pt x="470440" y="154162"/>
                  <a:pt x="540782" y="139208"/>
                  <a:pt x="540782" y="139208"/>
                </a:cubicBezTo>
                <a:lnTo>
                  <a:pt x="540782" y="170117"/>
                </a:lnTo>
                <a:cubicBezTo>
                  <a:pt x="540782" y="170117"/>
                  <a:pt x="436340" y="192310"/>
                  <a:pt x="436340" y="192310"/>
                </a:cubicBezTo>
                <a:lnTo>
                  <a:pt x="436340" y="55150"/>
                </a:lnTo>
                <a:close/>
                <a:moveTo>
                  <a:pt x="561308" y="28623"/>
                </a:moveTo>
                <a:lnTo>
                  <a:pt x="625173" y="15049"/>
                </a:lnTo>
                <a:lnTo>
                  <a:pt x="662035" y="133112"/>
                </a:lnTo>
                <a:lnTo>
                  <a:pt x="662035" y="7239"/>
                </a:lnTo>
                <a:cubicBezTo>
                  <a:pt x="662035" y="7239"/>
                  <a:pt x="695897" y="48"/>
                  <a:pt x="695897" y="48"/>
                </a:cubicBezTo>
                <a:lnTo>
                  <a:pt x="695897" y="137208"/>
                </a:lnTo>
                <a:cubicBezTo>
                  <a:pt x="695897" y="137208"/>
                  <a:pt x="632032" y="150781"/>
                  <a:pt x="632032" y="150781"/>
                </a:cubicBezTo>
                <a:lnTo>
                  <a:pt x="595170" y="32718"/>
                </a:lnTo>
                <a:lnTo>
                  <a:pt x="595170" y="158591"/>
                </a:lnTo>
                <a:cubicBezTo>
                  <a:pt x="595170" y="158591"/>
                  <a:pt x="561308" y="165783"/>
                  <a:pt x="561308" y="165783"/>
                </a:cubicBezTo>
                <a:lnTo>
                  <a:pt x="561308" y="28623"/>
                </a:lnTo>
                <a:close/>
              </a:path>
            </a:pathLst>
          </a:custGeom>
          <a:solidFill>
            <a:srgbClr val="FFFFFF"/>
          </a:solidFill>
          <a:ln w="4763" cap="flat">
            <a:noFill/>
            <a:prstDash val="solid"/>
            <a:miter/>
          </a:ln>
        </p:spPr>
        <p:txBody>
          <a:bodyPr rtlCol="0" anchor="ctr"/>
          <a:lstStyle/>
          <a:p>
            <a:endParaRPr lang="en-AU"/>
          </a:p>
        </p:txBody>
      </p:sp>
      <p:grpSp>
        <p:nvGrpSpPr>
          <p:cNvPr id="20" name="Graphic 3">
            <a:extLst>
              <a:ext uri="{FF2B5EF4-FFF2-40B4-BE49-F238E27FC236}">
                <a16:creationId xmlns:a16="http://schemas.microsoft.com/office/drawing/2014/main" id="{11580F78-9730-E8CF-5F00-5083728E0E3D}"/>
              </a:ext>
            </a:extLst>
          </p:cNvPr>
          <p:cNvGrpSpPr/>
          <p:nvPr/>
        </p:nvGrpSpPr>
        <p:grpSpPr>
          <a:xfrm>
            <a:off x="378275" y="4600765"/>
            <a:ext cx="945451" cy="171497"/>
            <a:chOff x="217360" y="4600765"/>
            <a:chExt cx="945451" cy="171497"/>
          </a:xfrm>
          <a:solidFill>
            <a:srgbClr val="FFFFFF"/>
          </a:solidFill>
        </p:grpSpPr>
        <p:grpSp>
          <p:nvGrpSpPr>
            <p:cNvPr id="21" name="Graphic 3">
              <a:extLst>
                <a:ext uri="{FF2B5EF4-FFF2-40B4-BE49-F238E27FC236}">
                  <a16:creationId xmlns:a16="http://schemas.microsoft.com/office/drawing/2014/main" id="{034EE8A3-A127-9A71-99DC-9A0E6F91654D}"/>
                </a:ext>
              </a:extLst>
            </p:cNvPr>
            <p:cNvGrpSpPr/>
            <p:nvPr/>
          </p:nvGrpSpPr>
          <p:grpSpPr>
            <a:xfrm>
              <a:off x="604408" y="4600765"/>
              <a:ext cx="171354" cy="171354"/>
              <a:chOff x="604408" y="4600765"/>
              <a:chExt cx="171354" cy="171354"/>
            </a:xfrm>
            <a:solidFill>
              <a:srgbClr val="FFFFFF"/>
            </a:solidFill>
          </p:grpSpPr>
          <p:sp>
            <p:nvSpPr>
              <p:cNvPr id="22" name="Freeform: Shape 21">
                <a:extLst>
                  <a:ext uri="{FF2B5EF4-FFF2-40B4-BE49-F238E27FC236}">
                    <a16:creationId xmlns:a16="http://schemas.microsoft.com/office/drawing/2014/main" id="{0D5749F5-CE41-31DE-FF35-61FA298CA95A}"/>
                  </a:ext>
                </a:extLst>
              </p:cNvPr>
              <p:cNvSpPr/>
              <p:nvPr/>
            </p:nvSpPr>
            <p:spPr>
              <a:xfrm>
                <a:off x="604408" y="4600765"/>
                <a:ext cx="171354" cy="171354"/>
              </a:xfrm>
              <a:custGeom>
                <a:avLst/>
                <a:gdLst>
                  <a:gd name="connsiteX0" fmla="*/ 85677 w 171354"/>
                  <a:gd name="connsiteY0" fmla="*/ 171355 h 171354"/>
                  <a:gd name="connsiteX1" fmla="*/ 0 w 171354"/>
                  <a:gd name="connsiteY1" fmla="*/ 85677 h 171354"/>
                  <a:gd name="connsiteX2" fmla="*/ 85677 w 171354"/>
                  <a:gd name="connsiteY2" fmla="*/ 0 h 171354"/>
                  <a:gd name="connsiteX3" fmla="*/ 171355 w 171354"/>
                  <a:gd name="connsiteY3" fmla="*/ 85677 h 171354"/>
                  <a:gd name="connsiteX4" fmla="*/ 85677 w 171354"/>
                  <a:gd name="connsiteY4" fmla="*/ 171355 h 171354"/>
                  <a:gd name="connsiteX5" fmla="*/ 85677 w 171354"/>
                  <a:gd name="connsiteY5" fmla="*/ 6667 h 171354"/>
                  <a:gd name="connsiteX6" fmla="*/ 6620 w 171354"/>
                  <a:gd name="connsiteY6" fmla="*/ 85725 h 171354"/>
                  <a:gd name="connsiteX7" fmla="*/ 85677 w 171354"/>
                  <a:gd name="connsiteY7" fmla="*/ 164783 h 171354"/>
                  <a:gd name="connsiteX8" fmla="*/ 164735 w 171354"/>
                  <a:gd name="connsiteY8" fmla="*/ 85725 h 171354"/>
                  <a:gd name="connsiteX9" fmla="*/ 85677 w 171354"/>
                  <a:gd name="connsiteY9" fmla="*/ 6667 h 171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54" h="171354">
                    <a:moveTo>
                      <a:pt x="85677" y="171355"/>
                    </a:moveTo>
                    <a:cubicBezTo>
                      <a:pt x="38433" y="171355"/>
                      <a:pt x="0" y="132921"/>
                      <a:pt x="0" y="85677"/>
                    </a:cubicBezTo>
                    <a:cubicBezTo>
                      <a:pt x="0" y="38433"/>
                      <a:pt x="38433" y="0"/>
                      <a:pt x="85677" y="0"/>
                    </a:cubicBezTo>
                    <a:cubicBezTo>
                      <a:pt x="132921" y="0"/>
                      <a:pt x="171355" y="38433"/>
                      <a:pt x="171355" y="85677"/>
                    </a:cubicBezTo>
                    <a:cubicBezTo>
                      <a:pt x="171355" y="132921"/>
                      <a:pt x="132921" y="171355"/>
                      <a:pt x="85677" y="171355"/>
                    </a:cubicBezTo>
                    <a:close/>
                    <a:moveTo>
                      <a:pt x="85677" y="6667"/>
                    </a:moveTo>
                    <a:cubicBezTo>
                      <a:pt x="42100" y="6667"/>
                      <a:pt x="6620" y="42148"/>
                      <a:pt x="6620" y="85725"/>
                    </a:cubicBezTo>
                    <a:cubicBezTo>
                      <a:pt x="6620" y="129302"/>
                      <a:pt x="42100" y="164783"/>
                      <a:pt x="85677" y="164783"/>
                    </a:cubicBezTo>
                    <a:cubicBezTo>
                      <a:pt x="129254" y="164783"/>
                      <a:pt x="164735" y="129302"/>
                      <a:pt x="164735" y="85725"/>
                    </a:cubicBezTo>
                    <a:cubicBezTo>
                      <a:pt x="164735" y="42148"/>
                      <a:pt x="129254" y="6667"/>
                      <a:pt x="85677" y="6667"/>
                    </a:cubicBezTo>
                    <a:close/>
                  </a:path>
                </a:pathLst>
              </a:custGeom>
              <a:solidFill>
                <a:srgbClr val="FFFFFF"/>
              </a:solidFill>
              <a:ln w="4763" cap="flat">
                <a:noFill/>
                <a:prstDash val="solid"/>
                <a:miter/>
              </a:ln>
            </p:spPr>
            <p:txBody>
              <a:bodyPr rtlCol="0" anchor="ctr"/>
              <a:lstStyle/>
              <a:p>
                <a:endParaRPr lang="en-AU"/>
              </a:p>
            </p:txBody>
          </p:sp>
          <p:sp>
            <p:nvSpPr>
              <p:cNvPr id="23" name="Freeform: Shape 22">
                <a:extLst>
                  <a:ext uri="{FF2B5EF4-FFF2-40B4-BE49-F238E27FC236}">
                    <a16:creationId xmlns:a16="http://schemas.microsoft.com/office/drawing/2014/main" id="{044BA208-EA2B-AEB2-6DA2-25482C2C6D12}"/>
                  </a:ext>
                </a:extLst>
              </p:cNvPr>
              <p:cNvSpPr/>
              <p:nvPr/>
            </p:nvSpPr>
            <p:spPr>
              <a:xfrm>
                <a:off x="637460" y="4634007"/>
                <a:ext cx="105203" cy="104965"/>
              </a:xfrm>
              <a:custGeom>
                <a:avLst/>
                <a:gdLst>
                  <a:gd name="connsiteX0" fmla="*/ 28384 w 105203"/>
                  <a:gd name="connsiteY0" fmla="*/ 0 h 104965"/>
                  <a:gd name="connsiteX1" fmla="*/ 76819 w 105203"/>
                  <a:gd name="connsiteY1" fmla="*/ 0 h 104965"/>
                  <a:gd name="connsiteX2" fmla="*/ 105204 w 105203"/>
                  <a:gd name="connsiteY2" fmla="*/ 28385 h 104965"/>
                  <a:gd name="connsiteX3" fmla="*/ 105204 w 105203"/>
                  <a:gd name="connsiteY3" fmla="*/ 76581 h 104965"/>
                  <a:gd name="connsiteX4" fmla="*/ 76819 w 105203"/>
                  <a:gd name="connsiteY4" fmla="*/ 104966 h 104965"/>
                  <a:gd name="connsiteX5" fmla="*/ 28384 w 105203"/>
                  <a:gd name="connsiteY5" fmla="*/ 104966 h 104965"/>
                  <a:gd name="connsiteX6" fmla="*/ 0 w 105203"/>
                  <a:gd name="connsiteY6" fmla="*/ 76581 h 104965"/>
                  <a:gd name="connsiteX7" fmla="*/ 0 w 105203"/>
                  <a:gd name="connsiteY7" fmla="*/ 28385 h 104965"/>
                  <a:gd name="connsiteX8" fmla="*/ 28384 w 105203"/>
                  <a:gd name="connsiteY8" fmla="*/ 0 h 104965"/>
                  <a:gd name="connsiteX9" fmla="*/ 28384 w 105203"/>
                  <a:gd name="connsiteY9" fmla="*/ 0 h 104965"/>
                  <a:gd name="connsiteX10" fmla="*/ 80867 w 105203"/>
                  <a:gd name="connsiteY10" fmla="*/ 18336 h 104965"/>
                  <a:gd name="connsiteX11" fmla="*/ 80867 w 105203"/>
                  <a:gd name="connsiteY11" fmla="*/ 18336 h 104965"/>
                  <a:gd name="connsiteX12" fmla="*/ 86916 w 105203"/>
                  <a:gd name="connsiteY12" fmla="*/ 24384 h 104965"/>
                  <a:gd name="connsiteX13" fmla="*/ 86916 w 105203"/>
                  <a:gd name="connsiteY13" fmla="*/ 24384 h 104965"/>
                  <a:gd name="connsiteX14" fmla="*/ 80867 w 105203"/>
                  <a:gd name="connsiteY14" fmla="*/ 30432 h 104965"/>
                  <a:gd name="connsiteX15" fmla="*/ 80867 w 105203"/>
                  <a:gd name="connsiteY15" fmla="*/ 30432 h 104965"/>
                  <a:gd name="connsiteX16" fmla="*/ 74819 w 105203"/>
                  <a:gd name="connsiteY16" fmla="*/ 24384 h 104965"/>
                  <a:gd name="connsiteX17" fmla="*/ 74819 w 105203"/>
                  <a:gd name="connsiteY17" fmla="*/ 24384 h 104965"/>
                  <a:gd name="connsiteX18" fmla="*/ 80867 w 105203"/>
                  <a:gd name="connsiteY18" fmla="*/ 18336 h 104965"/>
                  <a:gd name="connsiteX19" fmla="*/ 80867 w 105203"/>
                  <a:gd name="connsiteY19" fmla="*/ 18336 h 104965"/>
                  <a:gd name="connsiteX20" fmla="*/ 52483 w 105203"/>
                  <a:gd name="connsiteY20" fmla="*/ 23860 h 104965"/>
                  <a:gd name="connsiteX21" fmla="*/ 52721 w 105203"/>
                  <a:gd name="connsiteY21" fmla="*/ 23860 h 104965"/>
                  <a:gd name="connsiteX22" fmla="*/ 81343 w 105203"/>
                  <a:gd name="connsiteY22" fmla="*/ 52483 h 104965"/>
                  <a:gd name="connsiteX23" fmla="*/ 81343 w 105203"/>
                  <a:gd name="connsiteY23" fmla="*/ 52483 h 104965"/>
                  <a:gd name="connsiteX24" fmla="*/ 52721 w 105203"/>
                  <a:gd name="connsiteY24" fmla="*/ 81105 h 104965"/>
                  <a:gd name="connsiteX25" fmla="*/ 52483 w 105203"/>
                  <a:gd name="connsiteY25" fmla="*/ 81105 h 104965"/>
                  <a:gd name="connsiteX26" fmla="*/ 24098 w 105203"/>
                  <a:gd name="connsiteY26" fmla="*/ 52483 h 104965"/>
                  <a:gd name="connsiteX27" fmla="*/ 24098 w 105203"/>
                  <a:gd name="connsiteY27" fmla="*/ 52483 h 104965"/>
                  <a:gd name="connsiteX28" fmla="*/ 52483 w 105203"/>
                  <a:gd name="connsiteY28" fmla="*/ 23860 h 104965"/>
                  <a:gd name="connsiteX29" fmla="*/ 52483 w 105203"/>
                  <a:gd name="connsiteY29" fmla="*/ 23860 h 104965"/>
                  <a:gd name="connsiteX30" fmla="*/ 52483 w 105203"/>
                  <a:gd name="connsiteY30" fmla="*/ 33623 h 104965"/>
                  <a:gd name="connsiteX31" fmla="*/ 52721 w 105203"/>
                  <a:gd name="connsiteY31" fmla="*/ 33623 h 104965"/>
                  <a:gd name="connsiteX32" fmla="*/ 71533 w 105203"/>
                  <a:gd name="connsiteY32" fmla="*/ 52435 h 104965"/>
                  <a:gd name="connsiteX33" fmla="*/ 71533 w 105203"/>
                  <a:gd name="connsiteY33" fmla="*/ 52435 h 104965"/>
                  <a:gd name="connsiteX34" fmla="*/ 52721 w 105203"/>
                  <a:gd name="connsiteY34" fmla="*/ 71533 h 104965"/>
                  <a:gd name="connsiteX35" fmla="*/ 52483 w 105203"/>
                  <a:gd name="connsiteY35" fmla="*/ 71533 h 104965"/>
                  <a:gd name="connsiteX36" fmla="*/ 33671 w 105203"/>
                  <a:gd name="connsiteY36" fmla="*/ 52435 h 104965"/>
                  <a:gd name="connsiteX37" fmla="*/ 33671 w 105203"/>
                  <a:gd name="connsiteY37" fmla="*/ 52435 h 104965"/>
                  <a:gd name="connsiteX38" fmla="*/ 52483 w 105203"/>
                  <a:gd name="connsiteY38" fmla="*/ 33623 h 104965"/>
                  <a:gd name="connsiteX39" fmla="*/ 52483 w 105203"/>
                  <a:gd name="connsiteY39" fmla="*/ 33623 h 104965"/>
                  <a:gd name="connsiteX40" fmla="*/ 28623 w 105203"/>
                  <a:gd name="connsiteY40" fmla="*/ 9049 h 104965"/>
                  <a:gd name="connsiteX41" fmla="*/ 76581 w 105203"/>
                  <a:gd name="connsiteY41" fmla="*/ 9049 h 104965"/>
                  <a:gd name="connsiteX42" fmla="*/ 96155 w 105203"/>
                  <a:gd name="connsiteY42" fmla="*/ 28623 h 104965"/>
                  <a:gd name="connsiteX43" fmla="*/ 96155 w 105203"/>
                  <a:gd name="connsiteY43" fmla="*/ 76343 h 104965"/>
                  <a:gd name="connsiteX44" fmla="*/ 76581 w 105203"/>
                  <a:gd name="connsiteY44" fmla="*/ 95917 h 104965"/>
                  <a:gd name="connsiteX45" fmla="*/ 28623 w 105203"/>
                  <a:gd name="connsiteY45" fmla="*/ 95917 h 104965"/>
                  <a:gd name="connsiteX46" fmla="*/ 9049 w 105203"/>
                  <a:gd name="connsiteY46" fmla="*/ 76343 h 104965"/>
                  <a:gd name="connsiteX47" fmla="*/ 9049 w 105203"/>
                  <a:gd name="connsiteY47" fmla="*/ 28623 h 104965"/>
                  <a:gd name="connsiteX48" fmla="*/ 28623 w 105203"/>
                  <a:gd name="connsiteY48" fmla="*/ 9049 h 104965"/>
                  <a:gd name="connsiteX49" fmla="*/ 28623 w 105203"/>
                  <a:gd name="connsiteY49" fmla="*/ 9049 h 104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05203" h="104965">
                    <a:moveTo>
                      <a:pt x="28384" y="0"/>
                    </a:moveTo>
                    <a:lnTo>
                      <a:pt x="76819" y="0"/>
                    </a:lnTo>
                    <a:cubicBezTo>
                      <a:pt x="92392" y="0"/>
                      <a:pt x="105204" y="12811"/>
                      <a:pt x="105204" y="28385"/>
                    </a:cubicBezTo>
                    <a:lnTo>
                      <a:pt x="105204" y="76581"/>
                    </a:lnTo>
                    <a:cubicBezTo>
                      <a:pt x="105204" y="92154"/>
                      <a:pt x="92392" y="104966"/>
                      <a:pt x="76819" y="104966"/>
                    </a:cubicBezTo>
                    <a:lnTo>
                      <a:pt x="28384" y="104966"/>
                    </a:lnTo>
                    <a:cubicBezTo>
                      <a:pt x="12811" y="104966"/>
                      <a:pt x="0" y="92154"/>
                      <a:pt x="0" y="76581"/>
                    </a:cubicBezTo>
                    <a:lnTo>
                      <a:pt x="0" y="28385"/>
                    </a:lnTo>
                    <a:cubicBezTo>
                      <a:pt x="0" y="12811"/>
                      <a:pt x="12811" y="0"/>
                      <a:pt x="28384" y="0"/>
                    </a:cubicBezTo>
                    <a:lnTo>
                      <a:pt x="28384" y="0"/>
                    </a:lnTo>
                    <a:close/>
                    <a:moveTo>
                      <a:pt x="80867" y="18336"/>
                    </a:moveTo>
                    <a:lnTo>
                      <a:pt x="80867" y="18336"/>
                    </a:lnTo>
                    <a:cubicBezTo>
                      <a:pt x="84153" y="18336"/>
                      <a:pt x="86916" y="21098"/>
                      <a:pt x="86916" y="24384"/>
                    </a:cubicBezTo>
                    <a:lnTo>
                      <a:pt x="86916" y="24384"/>
                    </a:lnTo>
                    <a:cubicBezTo>
                      <a:pt x="86916" y="27670"/>
                      <a:pt x="84153" y="30432"/>
                      <a:pt x="80867" y="30432"/>
                    </a:cubicBezTo>
                    <a:lnTo>
                      <a:pt x="80867" y="30432"/>
                    </a:lnTo>
                    <a:cubicBezTo>
                      <a:pt x="77343" y="30432"/>
                      <a:pt x="74819" y="27670"/>
                      <a:pt x="74819" y="24384"/>
                    </a:cubicBezTo>
                    <a:lnTo>
                      <a:pt x="74819" y="24384"/>
                    </a:lnTo>
                    <a:cubicBezTo>
                      <a:pt x="74819" y="21098"/>
                      <a:pt x="77343" y="18336"/>
                      <a:pt x="80867" y="18336"/>
                    </a:cubicBezTo>
                    <a:lnTo>
                      <a:pt x="80867" y="18336"/>
                    </a:lnTo>
                    <a:close/>
                    <a:moveTo>
                      <a:pt x="52483" y="23860"/>
                    </a:moveTo>
                    <a:lnTo>
                      <a:pt x="52721" y="23860"/>
                    </a:lnTo>
                    <a:cubicBezTo>
                      <a:pt x="68294" y="23860"/>
                      <a:pt x="81343" y="36909"/>
                      <a:pt x="81343" y="52483"/>
                    </a:cubicBezTo>
                    <a:lnTo>
                      <a:pt x="81343" y="52483"/>
                    </a:lnTo>
                    <a:cubicBezTo>
                      <a:pt x="81343" y="68294"/>
                      <a:pt x="68294" y="81105"/>
                      <a:pt x="52721" y="81105"/>
                    </a:cubicBezTo>
                    <a:lnTo>
                      <a:pt x="52483" y="81105"/>
                    </a:lnTo>
                    <a:cubicBezTo>
                      <a:pt x="36909" y="81105"/>
                      <a:pt x="24098" y="68294"/>
                      <a:pt x="24098" y="52483"/>
                    </a:cubicBezTo>
                    <a:lnTo>
                      <a:pt x="24098" y="52483"/>
                    </a:lnTo>
                    <a:cubicBezTo>
                      <a:pt x="24098" y="36909"/>
                      <a:pt x="36909" y="23860"/>
                      <a:pt x="52483" y="23860"/>
                    </a:cubicBezTo>
                    <a:lnTo>
                      <a:pt x="52483" y="23860"/>
                    </a:lnTo>
                    <a:close/>
                    <a:moveTo>
                      <a:pt x="52483" y="33623"/>
                    </a:moveTo>
                    <a:lnTo>
                      <a:pt x="52721" y="33623"/>
                    </a:lnTo>
                    <a:cubicBezTo>
                      <a:pt x="63008" y="33623"/>
                      <a:pt x="71533" y="42148"/>
                      <a:pt x="71533" y="52435"/>
                    </a:cubicBezTo>
                    <a:lnTo>
                      <a:pt x="71533" y="52435"/>
                    </a:lnTo>
                    <a:cubicBezTo>
                      <a:pt x="71533" y="62960"/>
                      <a:pt x="63008" y="71533"/>
                      <a:pt x="52721" y="71533"/>
                    </a:cubicBezTo>
                    <a:lnTo>
                      <a:pt x="52483" y="71533"/>
                    </a:lnTo>
                    <a:cubicBezTo>
                      <a:pt x="42196" y="71533"/>
                      <a:pt x="33671" y="63008"/>
                      <a:pt x="33671" y="52435"/>
                    </a:cubicBezTo>
                    <a:lnTo>
                      <a:pt x="33671" y="52435"/>
                    </a:lnTo>
                    <a:cubicBezTo>
                      <a:pt x="33671" y="42148"/>
                      <a:pt x="42196" y="33623"/>
                      <a:pt x="52483" y="33623"/>
                    </a:cubicBezTo>
                    <a:lnTo>
                      <a:pt x="52483" y="33623"/>
                    </a:lnTo>
                    <a:close/>
                    <a:moveTo>
                      <a:pt x="28623" y="9049"/>
                    </a:moveTo>
                    <a:lnTo>
                      <a:pt x="76581" y="9049"/>
                    </a:lnTo>
                    <a:cubicBezTo>
                      <a:pt x="87392" y="9049"/>
                      <a:pt x="96155" y="17812"/>
                      <a:pt x="96155" y="28623"/>
                    </a:cubicBezTo>
                    <a:lnTo>
                      <a:pt x="96155" y="76343"/>
                    </a:lnTo>
                    <a:cubicBezTo>
                      <a:pt x="96155" y="87154"/>
                      <a:pt x="87392" y="95917"/>
                      <a:pt x="76581" y="95917"/>
                    </a:cubicBezTo>
                    <a:lnTo>
                      <a:pt x="28623" y="95917"/>
                    </a:lnTo>
                    <a:cubicBezTo>
                      <a:pt x="17812" y="95917"/>
                      <a:pt x="9049" y="87154"/>
                      <a:pt x="9049" y="76343"/>
                    </a:cubicBezTo>
                    <a:lnTo>
                      <a:pt x="9049" y="28623"/>
                    </a:lnTo>
                    <a:cubicBezTo>
                      <a:pt x="9049" y="17812"/>
                      <a:pt x="17812" y="9049"/>
                      <a:pt x="28623" y="9049"/>
                    </a:cubicBezTo>
                    <a:lnTo>
                      <a:pt x="28623" y="9049"/>
                    </a:lnTo>
                    <a:close/>
                  </a:path>
                </a:pathLst>
              </a:custGeom>
              <a:solidFill>
                <a:srgbClr val="FFFFFF"/>
              </a:solidFill>
              <a:ln w="4763" cap="flat">
                <a:noFill/>
                <a:prstDash val="solid"/>
                <a:miter/>
              </a:ln>
            </p:spPr>
            <p:txBody>
              <a:bodyPr rtlCol="0" anchor="ctr"/>
              <a:lstStyle/>
              <a:p>
                <a:endParaRPr lang="en-AU"/>
              </a:p>
            </p:txBody>
          </p:sp>
        </p:grpSp>
        <p:grpSp>
          <p:nvGrpSpPr>
            <p:cNvPr id="24" name="Graphic 3">
              <a:extLst>
                <a:ext uri="{FF2B5EF4-FFF2-40B4-BE49-F238E27FC236}">
                  <a16:creationId xmlns:a16="http://schemas.microsoft.com/office/drawing/2014/main" id="{1E38CE80-668F-33FD-4068-4CE84CB701AD}"/>
                </a:ext>
              </a:extLst>
            </p:cNvPr>
            <p:cNvGrpSpPr/>
            <p:nvPr/>
          </p:nvGrpSpPr>
          <p:grpSpPr>
            <a:xfrm>
              <a:off x="217360" y="4600908"/>
              <a:ext cx="171354" cy="171354"/>
              <a:chOff x="217360" y="4600908"/>
              <a:chExt cx="171354" cy="171354"/>
            </a:xfrm>
            <a:solidFill>
              <a:srgbClr val="FFFFFF"/>
            </a:solidFill>
          </p:grpSpPr>
          <p:sp>
            <p:nvSpPr>
              <p:cNvPr id="25" name="Freeform: Shape 24">
                <a:extLst>
                  <a:ext uri="{FF2B5EF4-FFF2-40B4-BE49-F238E27FC236}">
                    <a16:creationId xmlns:a16="http://schemas.microsoft.com/office/drawing/2014/main" id="{DC5C4339-27F3-3A60-4691-313A45B4636F}"/>
                  </a:ext>
                </a:extLst>
              </p:cNvPr>
              <p:cNvSpPr/>
              <p:nvPr/>
            </p:nvSpPr>
            <p:spPr>
              <a:xfrm>
                <a:off x="217360" y="4600908"/>
                <a:ext cx="171354" cy="171354"/>
              </a:xfrm>
              <a:custGeom>
                <a:avLst/>
                <a:gdLst>
                  <a:gd name="connsiteX0" fmla="*/ 85677 w 171354"/>
                  <a:gd name="connsiteY0" fmla="*/ 171355 h 171354"/>
                  <a:gd name="connsiteX1" fmla="*/ 0 w 171354"/>
                  <a:gd name="connsiteY1" fmla="*/ 85677 h 171354"/>
                  <a:gd name="connsiteX2" fmla="*/ 85677 w 171354"/>
                  <a:gd name="connsiteY2" fmla="*/ 0 h 171354"/>
                  <a:gd name="connsiteX3" fmla="*/ 171355 w 171354"/>
                  <a:gd name="connsiteY3" fmla="*/ 85677 h 171354"/>
                  <a:gd name="connsiteX4" fmla="*/ 85677 w 171354"/>
                  <a:gd name="connsiteY4" fmla="*/ 171355 h 171354"/>
                  <a:gd name="connsiteX5" fmla="*/ 85677 w 171354"/>
                  <a:gd name="connsiteY5" fmla="*/ 6620 h 171354"/>
                  <a:gd name="connsiteX6" fmla="*/ 6620 w 171354"/>
                  <a:gd name="connsiteY6" fmla="*/ 85677 h 171354"/>
                  <a:gd name="connsiteX7" fmla="*/ 85677 w 171354"/>
                  <a:gd name="connsiteY7" fmla="*/ 164735 h 171354"/>
                  <a:gd name="connsiteX8" fmla="*/ 164735 w 171354"/>
                  <a:gd name="connsiteY8" fmla="*/ 85677 h 171354"/>
                  <a:gd name="connsiteX9" fmla="*/ 85677 w 171354"/>
                  <a:gd name="connsiteY9" fmla="*/ 6620 h 171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54" h="171354">
                    <a:moveTo>
                      <a:pt x="85677" y="171355"/>
                    </a:moveTo>
                    <a:cubicBezTo>
                      <a:pt x="38433" y="171355"/>
                      <a:pt x="0" y="132921"/>
                      <a:pt x="0" y="85677"/>
                    </a:cubicBezTo>
                    <a:cubicBezTo>
                      <a:pt x="0" y="38433"/>
                      <a:pt x="38433" y="0"/>
                      <a:pt x="85677" y="0"/>
                    </a:cubicBezTo>
                    <a:cubicBezTo>
                      <a:pt x="132921" y="0"/>
                      <a:pt x="171355" y="38433"/>
                      <a:pt x="171355" y="85677"/>
                    </a:cubicBezTo>
                    <a:cubicBezTo>
                      <a:pt x="171355" y="132921"/>
                      <a:pt x="132921" y="171355"/>
                      <a:pt x="85677" y="171355"/>
                    </a:cubicBezTo>
                    <a:close/>
                    <a:moveTo>
                      <a:pt x="85677" y="6620"/>
                    </a:moveTo>
                    <a:cubicBezTo>
                      <a:pt x="42101" y="6620"/>
                      <a:pt x="6620" y="42101"/>
                      <a:pt x="6620" y="85677"/>
                    </a:cubicBezTo>
                    <a:cubicBezTo>
                      <a:pt x="6620" y="129254"/>
                      <a:pt x="42101" y="164735"/>
                      <a:pt x="85677" y="164735"/>
                    </a:cubicBezTo>
                    <a:cubicBezTo>
                      <a:pt x="129254" y="164735"/>
                      <a:pt x="164735" y="129254"/>
                      <a:pt x="164735" y="85677"/>
                    </a:cubicBezTo>
                    <a:cubicBezTo>
                      <a:pt x="164735" y="42101"/>
                      <a:pt x="129254" y="6620"/>
                      <a:pt x="85677" y="6620"/>
                    </a:cubicBezTo>
                    <a:close/>
                  </a:path>
                </a:pathLst>
              </a:custGeom>
              <a:solidFill>
                <a:srgbClr val="FFFFFF"/>
              </a:solidFill>
              <a:ln w="4763" cap="flat">
                <a:noFill/>
                <a:prstDash val="solid"/>
                <a:miter/>
              </a:ln>
            </p:spPr>
            <p:txBody>
              <a:bodyPr rtlCol="0" anchor="ctr"/>
              <a:lstStyle/>
              <a:p>
                <a:endParaRPr lang="en-AU"/>
              </a:p>
            </p:txBody>
          </p:sp>
          <p:sp>
            <p:nvSpPr>
              <p:cNvPr id="26" name="Freeform: Shape 25">
                <a:extLst>
                  <a:ext uri="{FF2B5EF4-FFF2-40B4-BE49-F238E27FC236}">
                    <a16:creationId xmlns:a16="http://schemas.microsoft.com/office/drawing/2014/main" id="{4E0AF755-8025-9045-AFC0-345262DD6301}"/>
                  </a:ext>
                </a:extLst>
              </p:cNvPr>
              <p:cNvSpPr/>
              <p:nvPr/>
            </p:nvSpPr>
            <p:spPr>
              <a:xfrm>
                <a:off x="265223" y="4643008"/>
                <a:ext cx="75580" cy="76009"/>
              </a:xfrm>
              <a:custGeom>
                <a:avLst/>
                <a:gdLst>
                  <a:gd name="connsiteX0" fmla="*/ 1524 w 75580"/>
                  <a:gd name="connsiteY0" fmla="*/ 25527 h 76009"/>
                  <a:gd name="connsiteX1" fmla="*/ 16526 w 75580"/>
                  <a:gd name="connsiteY1" fmla="*/ 25527 h 76009"/>
                  <a:gd name="connsiteX2" fmla="*/ 16526 w 75580"/>
                  <a:gd name="connsiteY2" fmla="*/ 75914 h 76009"/>
                  <a:gd name="connsiteX3" fmla="*/ 1524 w 75580"/>
                  <a:gd name="connsiteY3" fmla="*/ 75914 h 76009"/>
                  <a:gd name="connsiteX4" fmla="*/ 1524 w 75580"/>
                  <a:gd name="connsiteY4" fmla="*/ 25527 h 76009"/>
                  <a:gd name="connsiteX5" fmla="*/ 8906 w 75580"/>
                  <a:gd name="connsiteY5" fmla="*/ 0 h 76009"/>
                  <a:gd name="connsiteX6" fmla="*/ 18002 w 75580"/>
                  <a:gd name="connsiteY6" fmla="*/ 9096 h 76009"/>
                  <a:gd name="connsiteX7" fmla="*/ 8906 w 75580"/>
                  <a:gd name="connsiteY7" fmla="*/ 18193 h 76009"/>
                  <a:gd name="connsiteX8" fmla="*/ 0 w 75580"/>
                  <a:gd name="connsiteY8" fmla="*/ 9096 h 76009"/>
                  <a:gd name="connsiteX9" fmla="*/ 8906 w 75580"/>
                  <a:gd name="connsiteY9" fmla="*/ 0 h 76009"/>
                  <a:gd name="connsiteX10" fmla="*/ 8906 w 75580"/>
                  <a:gd name="connsiteY10" fmla="*/ 0 h 76009"/>
                  <a:gd name="connsiteX11" fmla="*/ 25384 w 75580"/>
                  <a:gd name="connsiteY11" fmla="*/ 25527 h 76009"/>
                  <a:gd name="connsiteX12" fmla="*/ 40195 w 75580"/>
                  <a:gd name="connsiteY12" fmla="*/ 25527 h 76009"/>
                  <a:gd name="connsiteX13" fmla="*/ 40195 w 75580"/>
                  <a:gd name="connsiteY13" fmla="*/ 32575 h 76009"/>
                  <a:gd name="connsiteX14" fmla="*/ 54435 w 75580"/>
                  <a:gd name="connsiteY14" fmla="*/ 25003 h 76009"/>
                  <a:gd name="connsiteX15" fmla="*/ 58531 w 75580"/>
                  <a:gd name="connsiteY15" fmla="*/ 25003 h 76009"/>
                  <a:gd name="connsiteX16" fmla="*/ 75581 w 75580"/>
                  <a:gd name="connsiteY16" fmla="*/ 42053 h 76009"/>
                  <a:gd name="connsiteX17" fmla="*/ 75581 w 75580"/>
                  <a:gd name="connsiteY17" fmla="*/ 75962 h 76009"/>
                  <a:gd name="connsiteX18" fmla="*/ 60769 w 75580"/>
                  <a:gd name="connsiteY18" fmla="*/ 75962 h 76009"/>
                  <a:gd name="connsiteX19" fmla="*/ 60769 w 75580"/>
                  <a:gd name="connsiteY19" fmla="*/ 71342 h 76009"/>
                  <a:gd name="connsiteX20" fmla="*/ 60769 w 75580"/>
                  <a:gd name="connsiteY20" fmla="*/ 71342 h 76009"/>
                  <a:gd name="connsiteX21" fmla="*/ 60769 w 75580"/>
                  <a:gd name="connsiteY21" fmla="*/ 48768 h 76009"/>
                  <a:gd name="connsiteX22" fmla="*/ 60769 w 75580"/>
                  <a:gd name="connsiteY22" fmla="*/ 48768 h 76009"/>
                  <a:gd name="connsiteX23" fmla="*/ 50959 w 75580"/>
                  <a:gd name="connsiteY23" fmla="*/ 38576 h 76009"/>
                  <a:gd name="connsiteX24" fmla="*/ 50959 w 75580"/>
                  <a:gd name="connsiteY24" fmla="*/ 38576 h 76009"/>
                  <a:gd name="connsiteX25" fmla="*/ 40195 w 75580"/>
                  <a:gd name="connsiteY25" fmla="*/ 48768 h 76009"/>
                  <a:gd name="connsiteX26" fmla="*/ 40195 w 75580"/>
                  <a:gd name="connsiteY26" fmla="*/ 48768 h 76009"/>
                  <a:gd name="connsiteX27" fmla="*/ 40195 w 75580"/>
                  <a:gd name="connsiteY27" fmla="*/ 76009 h 76009"/>
                  <a:gd name="connsiteX28" fmla="*/ 25384 w 75580"/>
                  <a:gd name="connsiteY28" fmla="*/ 76009 h 76009"/>
                  <a:gd name="connsiteX29" fmla="*/ 25384 w 75580"/>
                  <a:gd name="connsiteY29" fmla="*/ 25622 h 76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75580" h="76009">
                    <a:moveTo>
                      <a:pt x="1524" y="25527"/>
                    </a:moveTo>
                    <a:lnTo>
                      <a:pt x="16526" y="25527"/>
                    </a:lnTo>
                    <a:lnTo>
                      <a:pt x="16526" y="75914"/>
                    </a:lnTo>
                    <a:lnTo>
                      <a:pt x="1524" y="75914"/>
                    </a:lnTo>
                    <a:lnTo>
                      <a:pt x="1524" y="25527"/>
                    </a:lnTo>
                    <a:close/>
                    <a:moveTo>
                      <a:pt x="8906" y="0"/>
                    </a:moveTo>
                    <a:cubicBezTo>
                      <a:pt x="13907" y="0"/>
                      <a:pt x="18002" y="4096"/>
                      <a:pt x="18002" y="9096"/>
                    </a:cubicBezTo>
                    <a:cubicBezTo>
                      <a:pt x="18002" y="14097"/>
                      <a:pt x="13907" y="18193"/>
                      <a:pt x="8906" y="18193"/>
                    </a:cubicBezTo>
                    <a:cubicBezTo>
                      <a:pt x="3905" y="18193"/>
                      <a:pt x="0" y="14097"/>
                      <a:pt x="0" y="9096"/>
                    </a:cubicBezTo>
                    <a:cubicBezTo>
                      <a:pt x="0" y="4096"/>
                      <a:pt x="3905" y="0"/>
                      <a:pt x="8906" y="0"/>
                    </a:cubicBezTo>
                    <a:lnTo>
                      <a:pt x="8906" y="0"/>
                    </a:lnTo>
                    <a:close/>
                    <a:moveTo>
                      <a:pt x="25384" y="25527"/>
                    </a:moveTo>
                    <a:lnTo>
                      <a:pt x="40195" y="25527"/>
                    </a:lnTo>
                    <a:lnTo>
                      <a:pt x="40195" y="32575"/>
                    </a:lnTo>
                    <a:cubicBezTo>
                      <a:pt x="43339" y="27956"/>
                      <a:pt x="48530" y="25003"/>
                      <a:pt x="54435" y="25003"/>
                    </a:cubicBezTo>
                    <a:lnTo>
                      <a:pt x="58531" y="25003"/>
                    </a:lnTo>
                    <a:cubicBezTo>
                      <a:pt x="67961" y="25003"/>
                      <a:pt x="75581" y="32766"/>
                      <a:pt x="75581" y="42053"/>
                    </a:cubicBezTo>
                    <a:lnTo>
                      <a:pt x="75581" y="75962"/>
                    </a:lnTo>
                    <a:lnTo>
                      <a:pt x="60769" y="75962"/>
                    </a:lnTo>
                    <a:lnTo>
                      <a:pt x="60769" y="71342"/>
                    </a:lnTo>
                    <a:lnTo>
                      <a:pt x="60769" y="71342"/>
                    </a:lnTo>
                    <a:lnTo>
                      <a:pt x="60769" y="48768"/>
                    </a:lnTo>
                    <a:lnTo>
                      <a:pt x="60769" y="48768"/>
                    </a:lnTo>
                    <a:cubicBezTo>
                      <a:pt x="60579" y="43005"/>
                      <a:pt x="56674" y="38576"/>
                      <a:pt x="50959" y="38576"/>
                    </a:cubicBezTo>
                    <a:lnTo>
                      <a:pt x="50959" y="38576"/>
                    </a:lnTo>
                    <a:cubicBezTo>
                      <a:pt x="45196" y="38576"/>
                      <a:pt x="40386" y="43005"/>
                      <a:pt x="40195" y="48768"/>
                    </a:cubicBezTo>
                    <a:lnTo>
                      <a:pt x="40195" y="48768"/>
                    </a:lnTo>
                    <a:lnTo>
                      <a:pt x="40195" y="76009"/>
                    </a:lnTo>
                    <a:lnTo>
                      <a:pt x="25384" y="76009"/>
                    </a:lnTo>
                    <a:lnTo>
                      <a:pt x="25384" y="25622"/>
                    </a:lnTo>
                    <a:close/>
                  </a:path>
                </a:pathLst>
              </a:custGeom>
              <a:solidFill>
                <a:srgbClr val="FFFFFF"/>
              </a:solidFill>
              <a:ln w="4763" cap="flat">
                <a:noFill/>
                <a:prstDash val="solid"/>
                <a:miter/>
              </a:ln>
            </p:spPr>
            <p:txBody>
              <a:bodyPr rtlCol="0" anchor="ctr"/>
              <a:lstStyle/>
              <a:p>
                <a:endParaRPr lang="en-AU"/>
              </a:p>
            </p:txBody>
          </p:sp>
        </p:grpSp>
        <p:grpSp>
          <p:nvGrpSpPr>
            <p:cNvPr id="27" name="Graphic 3">
              <a:extLst>
                <a:ext uri="{FF2B5EF4-FFF2-40B4-BE49-F238E27FC236}">
                  <a16:creationId xmlns:a16="http://schemas.microsoft.com/office/drawing/2014/main" id="{4AF81122-B682-3D4F-1692-03A9A1D0D0D9}"/>
                </a:ext>
              </a:extLst>
            </p:cNvPr>
            <p:cNvGrpSpPr/>
            <p:nvPr/>
          </p:nvGrpSpPr>
          <p:grpSpPr>
            <a:xfrm>
              <a:off x="991457" y="4600908"/>
              <a:ext cx="171354" cy="171354"/>
              <a:chOff x="991457" y="4600908"/>
              <a:chExt cx="171354" cy="171354"/>
            </a:xfrm>
            <a:solidFill>
              <a:srgbClr val="FFFFFF"/>
            </a:solidFill>
          </p:grpSpPr>
          <p:sp>
            <p:nvSpPr>
              <p:cNvPr id="28" name="Freeform: Shape 27">
                <a:extLst>
                  <a:ext uri="{FF2B5EF4-FFF2-40B4-BE49-F238E27FC236}">
                    <a16:creationId xmlns:a16="http://schemas.microsoft.com/office/drawing/2014/main" id="{C107F021-466F-02E9-8D53-CF6B99842509}"/>
                  </a:ext>
                </a:extLst>
              </p:cNvPr>
              <p:cNvSpPr/>
              <p:nvPr/>
            </p:nvSpPr>
            <p:spPr>
              <a:xfrm>
                <a:off x="991457" y="4600908"/>
                <a:ext cx="171354" cy="171354"/>
              </a:xfrm>
              <a:custGeom>
                <a:avLst/>
                <a:gdLst>
                  <a:gd name="connsiteX0" fmla="*/ 85677 w 171354"/>
                  <a:gd name="connsiteY0" fmla="*/ 171355 h 171354"/>
                  <a:gd name="connsiteX1" fmla="*/ 0 w 171354"/>
                  <a:gd name="connsiteY1" fmla="*/ 85677 h 171354"/>
                  <a:gd name="connsiteX2" fmla="*/ 85677 w 171354"/>
                  <a:gd name="connsiteY2" fmla="*/ 0 h 171354"/>
                  <a:gd name="connsiteX3" fmla="*/ 171355 w 171354"/>
                  <a:gd name="connsiteY3" fmla="*/ 85677 h 171354"/>
                  <a:gd name="connsiteX4" fmla="*/ 85677 w 171354"/>
                  <a:gd name="connsiteY4" fmla="*/ 171355 h 171354"/>
                  <a:gd name="connsiteX5" fmla="*/ 85677 w 171354"/>
                  <a:gd name="connsiteY5" fmla="*/ 6620 h 171354"/>
                  <a:gd name="connsiteX6" fmla="*/ 6620 w 171354"/>
                  <a:gd name="connsiteY6" fmla="*/ 85677 h 171354"/>
                  <a:gd name="connsiteX7" fmla="*/ 85677 w 171354"/>
                  <a:gd name="connsiteY7" fmla="*/ 164735 h 171354"/>
                  <a:gd name="connsiteX8" fmla="*/ 164735 w 171354"/>
                  <a:gd name="connsiteY8" fmla="*/ 85677 h 171354"/>
                  <a:gd name="connsiteX9" fmla="*/ 85677 w 171354"/>
                  <a:gd name="connsiteY9" fmla="*/ 6620 h 171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54" h="171354">
                    <a:moveTo>
                      <a:pt x="85677" y="171355"/>
                    </a:moveTo>
                    <a:cubicBezTo>
                      <a:pt x="38433" y="171355"/>
                      <a:pt x="0" y="132921"/>
                      <a:pt x="0" y="85677"/>
                    </a:cubicBezTo>
                    <a:cubicBezTo>
                      <a:pt x="0" y="38433"/>
                      <a:pt x="38433" y="0"/>
                      <a:pt x="85677" y="0"/>
                    </a:cubicBezTo>
                    <a:cubicBezTo>
                      <a:pt x="132921" y="0"/>
                      <a:pt x="171355" y="38433"/>
                      <a:pt x="171355" y="85677"/>
                    </a:cubicBezTo>
                    <a:cubicBezTo>
                      <a:pt x="171355" y="132921"/>
                      <a:pt x="132921" y="171355"/>
                      <a:pt x="85677" y="171355"/>
                    </a:cubicBezTo>
                    <a:close/>
                    <a:moveTo>
                      <a:pt x="85677" y="6620"/>
                    </a:moveTo>
                    <a:cubicBezTo>
                      <a:pt x="42101" y="6620"/>
                      <a:pt x="6620" y="42101"/>
                      <a:pt x="6620" y="85677"/>
                    </a:cubicBezTo>
                    <a:cubicBezTo>
                      <a:pt x="6620" y="129254"/>
                      <a:pt x="42101" y="164735"/>
                      <a:pt x="85677" y="164735"/>
                    </a:cubicBezTo>
                    <a:cubicBezTo>
                      <a:pt x="129254" y="164735"/>
                      <a:pt x="164735" y="129254"/>
                      <a:pt x="164735" y="85677"/>
                    </a:cubicBezTo>
                    <a:cubicBezTo>
                      <a:pt x="164735" y="42101"/>
                      <a:pt x="129254" y="6620"/>
                      <a:pt x="85677" y="6620"/>
                    </a:cubicBezTo>
                    <a:close/>
                  </a:path>
                </a:pathLst>
              </a:custGeom>
              <a:solidFill>
                <a:srgbClr val="FFFFFF"/>
              </a:solidFill>
              <a:ln w="4763" cap="flat">
                <a:noFill/>
                <a:prstDash val="solid"/>
                <a:miter/>
              </a:ln>
            </p:spPr>
            <p:txBody>
              <a:bodyPr rtlCol="0" anchor="ctr"/>
              <a:lstStyle/>
              <a:p>
                <a:endParaRPr lang="en-AU"/>
              </a:p>
            </p:txBody>
          </p:sp>
          <p:sp>
            <p:nvSpPr>
              <p:cNvPr id="29" name="Freeform: Shape 28">
                <a:extLst>
                  <a:ext uri="{FF2B5EF4-FFF2-40B4-BE49-F238E27FC236}">
                    <a16:creationId xmlns:a16="http://schemas.microsoft.com/office/drawing/2014/main" id="{0A6EAA11-2208-EDD8-E640-9C795B4DAED8}"/>
                  </a:ext>
                </a:extLst>
              </p:cNvPr>
              <p:cNvSpPr/>
              <p:nvPr/>
            </p:nvSpPr>
            <p:spPr>
              <a:xfrm>
                <a:off x="1026509" y="4650581"/>
                <a:ext cx="101441" cy="71723"/>
              </a:xfrm>
              <a:custGeom>
                <a:avLst/>
                <a:gdLst>
                  <a:gd name="connsiteX0" fmla="*/ 100251 w 101441"/>
                  <a:gd name="connsiteY0" fmla="*/ 15764 h 71723"/>
                  <a:gd name="connsiteX1" fmla="*/ 81105 w 101441"/>
                  <a:gd name="connsiteY1" fmla="*/ 1191 h 71723"/>
                  <a:gd name="connsiteX2" fmla="*/ 50721 w 101441"/>
                  <a:gd name="connsiteY2" fmla="*/ 0 h 71723"/>
                  <a:gd name="connsiteX3" fmla="*/ 20336 w 101441"/>
                  <a:gd name="connsiteY3" fmla="*/ 1191 h 71723"/>
                  <a:gd name="connsiteX4" fmla="*/ 1000 w 101441"/>
                  <a:gd name="connsiteY4" fmla="*/ 15764 h 71723"/>
                  <a:gd name="connsiteX5" fmla="*/ 0 w 101441"/>
                  <a:gd name="connsiteY5" fmla="*/ 35862 h 71723"/>
                  <a:gd name="connsiteX6" fmla="*/ 1000 w 101441"/>
                  <a:gd name="connsiteY6" fmla="*/ 55959 h 71723"/>
                  <a:gd name="connsiteX7" fmla="*/ 20336 w 101441"/>
                  <a:gd name="connsiteY7" fmla="*/ 70533 h 71723"/>
                  <a:gd name="connsiteX8" fmla="*/ 50721 w 101441"/>
                  <a:gd name="connsiteY8" fmla="*/ 71723 h 71723"/>
                  <a:gd name="connsiteX9" fmla="*/ 81105 w 101441"/>
                  <a:gd name="connsiteY9" fmla="*/ 70533 h 71723"/>
                  <a:gd name="connsiteX10" fmla="*/ 100251 w 101441"/>
                  <a:gd name="connsiteY10" fmla="*/ 55959 h 71723"/>
                  <a:gd name="connsiteX11" fmla="*/ 101441 w 101441"/>
                  <a:gd name="connsiteY11" fmla="*/ 35862 h 71723"/>
                  <a:gd name="connsiteX12" fmla="*/ 100251 w 101441"/>
                  <a:gd name="connsiteY12" fmla="*/ 15764 h 71723"/>
                  <a:gd name="connsiteX13" fmla="*/ 40481 w 101441"/>
                  <a:gd name="connsiteY13" fmla="*/ 51292 h 71723"/>
                  <a:gd name="connsiteX14" fmla="*/ 40481 w 101441"/>
                  <a:gd name="connsiteY14" fmla="*/ 20717 h 71723"/>
                  <a:gd name="connsiteX15" fmla="*/ 66913 w 101441"/>
                  <a:gd name="connsiteY15" fmla="*/ 35909 h 71723"/>
                  <a:gd name="connsiteX16" fmla="*/ 40481 w 101441"/>
                  <a:gd name="connsiteY16" fmla="*/ 51292 h 71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1441" h="71723">
                    <a:moveTo>
                      <a:pt x="100251" y="15764"/>
                    </a:moveTo>
                    <a:cubicBezTo>
                      <a:pt x="98679" y="4143"/>
                      <a:pt x="92774" y="2143"/>
                      <a:pt x="81105" y="1191"/>
                    </a:cubicBezTo>
                    <a:cubicBezTo>
                      <a:pt x="71057" y="381"/>
                      <a:pt x="59627" y="0"/>
                      <a:pt x="50721" y="0"/>
                    </a:cubicBezTo>
                    <a:cubicBezTo>
                      <a:pt x="41815" y="0"/>
                      <a:pt x="30194" y="381"/>
                      <a:pt x="20336" y="1191"/>
                    </a:cubicBezTo>
                    <a:cubicBezTo>
                      <a:pt x="8715" y="2191"/>
                      <a:pt x="2572" y="4143"/>
                      <a:pt x="1000" y="15764"/>
                    </a:cubicBezTo>
                    <a:cubicBezTo>
                      <a:pt x="429" y="21098"/>
                      <a:pt x="0" y="28384"/>
                      <a:pt x="0" y="35862"/>
                    </a:cubicBezTo>
                    <a:cubicBezTo>
                      <a:pt x="0" y="43339"/>
                      <a:pt x="381" y="50864"/>
                      <a:pt x="1000" y="55959"/>
                    </a:cubicBezTo>
                    <a:cubicBezTo>
                      <a:pt x="2572" y="67818"/>
                      <a:pt x="8715" y="69580"/>
                      <a:pt x="20336" y="70533"/>
                    </a:cubicBezTo>
                    <a:cubicBezTo>
                      <a:pt x="30194" y="71533"/>
                      <a:pt x="41815" y="71723"/>
                      <a:pt x="50721" y="71723"/>
                    </a:cubicBezTo>
                    <a:cubicBezTo>
                      <a:pt x="59627" y="71723"/>
                      <a:pt x="71057" y="71533"/>
                      <a:pt x="81105" y="70533"/>
                    </a:cubicBezTo>
                    <a:cubicBezTo>
                      <a:pt x="92726" y="69532"/>
                      <a:pt x="98679" y="67770"/>
                      <a:pt x="100251" y="55959"/>
                    </a:cubicBezTo>
                    <a:cubicBezTo>
                      <a:pt x="101060" y="50816"/>
                      <a:pt x="101441" y="43339"/>
                      <a:pt x="101441" y="35862"/>
                    </a:cubicBezTo>
                    <a:cubicBezTo>
                      <a:pt x="101441" y="28384"/>
                      <a:pt x="101060" y="21050"/>
                      <a:pt x="100251" y="15764"/>
                    </a:cubicBezTo>
                    <a:close/>
                    <a:moveTo>
                      <a:pt x="40481" y="51292"/>
                    </a:moveTo>
                    <a:lnTo>
                      <a:pt x="40481" y="20717"/>
                    </a:lnTo>
                    <a:lnTo>
                      <a:pt x="66913" y="35909"/>
                    </a:lnTo>
                    <a:lnTo>
                      <a:pt x="40481" y="51292"/>
                    </a:lnTo>
                    <a:close/>
                  </a:path>
                </a:pathLst>
              </a:custGeom>
              <a:solidFill>
                <a:srgbClr val="FFFFFF"/>
              </a:solidFill>
              <a:ln w="4763" cap="flat">
                <a:noFill/>
                <a:prstDash val="solid"/>
                <a:miter/>
              </a:ln>
            </p:spPr>
            <p:txBody>
              <a:bodyPr rtlCol="0" anchor="ctr"/>
              <a:lstStyle/>
              <a:p>
                <a:endParaRPr lang="en-AU"/>
              </a:p>
            </p:txBody>
          </p:sp>
        </p:grpSp>
      </p:grpSp>
      <p:sp>
        <p:nvSpPr>
          <p:cNvPr id="30" name="TextBox 29">
            <a:extLst>
              <a:ext uri="{FF2B5EF4-FFF2-40B4-BE49-F238E27FC236}">
                <a16:creationId xmlns:a16="http://schemas.microsoft.com/office/drawing/2014/main" id="{86AA1CEC-8694-F371-4526-F602B1F47D9A}"/>
              </a:ext>
            </a:extLst>
          </p:cNvPr>
          <p:cNvSpPr txBox="1"/>
          <p:nvPr userDrawn="1"/>
        </p:nvSpPr>
        <p:spPr>
          <a:xfrm>
            <a:off x="293584" y="4859373"/>
            <a:ext cx="3144375" cy="215444"/>
          </a:xfrm>
          <a:prstGeom prst="rect">
            <a:avLst/>
          </a:prstGeom>
          <a:noFill/>
        </p:spPr>
        <p:txBody>
          <a:bodyPr wrap="square" rtlCol="0">
            <a:spAutoFit/>
          </a:bodyPr>
          <a:lstStyle>
            <a:defPPr marR="0" lvl="0" algn="l" rtl="0">
              <a:lnSpc>
                <a:spcPct val="100000"/>
              </a:lnSpc>
              <a:spcBef>
                <a:spcPts val="0"/>
              </a:spcBef>
              <a:spcAft>
                <a:spcPts val="0"/>
              </a:spcAft>
            </a:defPPr>
            <a:lvl1pPr>
              <a:defRPr sz="700">
                <a:solidFill>
                  <a:schemeClr val="bg1"/>
                </a:solidFill>
                <a:effectLst/>
                <a:latin typeface="Verdana" panose="020B0604030504040204" pitchFamily="34" charset="0"/>
                <a:ea typeface="Verdana" panose="020B0604030504040204" pitchFamily="34" charset="0"/>
              </a:defRPr>
            </a:lvl1pPr>
          </a:lstStyle>
          <a:p>
            <a:pPr lvl="0"/>
            <a:r>
              <a:rPr lang="en-US" dirty="0"/>
              <a:t>Copyright © 2025 Ascendion. All rights reserved</a:t>
            </a:r>
          </a:p>
        </p:txBody>
      </p:sp>
      <p:sp>
        <p:nvSpPr>
          <p:cNvPr id="33" name="Google Shape;10;p2">
            <a:extLst>
              <a:ext uri="{FF2B5EF4-FFF2-40B4-BE49-F238E27FC236}">
                <a16:creationId xmlns:a16="http://schemas.microsoft.com/office/drawing/2014/main" id="{D543CF40-CA6C-AB12-3735-CF8AC652A545}"/>
              </a:ext>
            </a:extLst>
          </p:cNvPr>
          <p:cNvSpPr txBox="1">
            <a:spLocks noGrp="1"/>
          </p:cNvSpPr>
          <p:nvPr>
            <p:ph type="ctrTitle" hasCustomPrompt="1"/>
          </p:nvPr>
        </p:nvSpPr>
        <p:spPr>
          <a:xfrm>
            <a:off x="311708" y="2197678"/>
            <a:ext cx="3457652" cy="516890"/>
          </a:xfrm>
          <a:prstGeom prst="rect">
            <a:avLst/>
          </a:prstGeom>
        </p:spPr>
        <p:txBody>
          <a:bodyPr spcFirstLastPara="1" wrap="square" lIns="90000" tIns="90000" rIns="90000" bIns="36000" anchor="b" anchorCtr="0">
            <a:noAutofit/>
          </a:bodyPr>
          <a:lstStyle>
            <a:lvl1pPr lvl="0" algn="l">
              <a:spcBef>
                <a:spcPts val="0"/>
              </a:spcBef>
              <a:spcAft>
                <a:spcPts val="0"/>
              </a:spcAft>
              <a:buSzPts val="5200"/>
              <a:buNone/>
              <a:defRPr sz="2800" b="1">
                <a:solidFill>
                  <a:schemeClr val="tx1"/>
                </a:solidFill>
                <a:latin typeface="PP Neue Machina Plain Ultrabold" pitchFamily="50" charset="0"/>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r>
              <a:rPr lang="en-IN" dirty="0"/>
              <a:t>Thank You</a:t>
            </a:r>
            <a:endParaRPr dirty="0"/>
          </a:p>
        </p:txBody>
      </p:sp>
      <p:sp>
        <p:nvSpPr>
          <p:cNvPr id="3" name="TextBox 2">
            <a:extLst>
              <a:ext uri="{FF2B5EF4-FFF2-40B4-BE49-F238E27FC236}">
                <a16:creationId xmlns:a16="http://schemas.microsoft.com/office/drawing/2014/main" id="{62A0F77F-7C26-294D-51EA-A965027E9AD3}"/>
              </a:ext>
            </a:extLst>
          </p:cNvPr>
          <p:cNvSpPr txBox="1"/>
          <p:nvPr userDrawn="1"/>
        </p:nvSpPr>
        <p:spPr>
          <a:xfrm>
            <a:off x="7464222" y="1251107"/>
            <a:ext cx="1531996" cy="2862322"/>
          </a:xfrm>
          <a:prstGeom prst="rect">
            <a:avLst/>
          </a:prstGeom>
          <a:noFill/>
        </p:spPr>
        <p:txBody>
          <a:bodyPr wrap="square">
            <a:spAutoFit/>
          </a:bodyPr>
          <a:lstStyle/>
          <a:p>
            <a:r>
              <a:rPr lang="en-US" sz="900" dirty="0">
                <a:solidFill>
                  <a:schemeClr val="tx1"/>
                </a:solidFill>
                <a:latin typeface="Verdana" panose="020B0604030504040204" pitchFamily="34" charset="0"/>
                <a:ea typeface="Verdana" panose="020B0604030504040204" pitchFamily="34" charset="0"/>
              </a:rPr>
              <a:t>Ascendion provides digital engineering services that power growth and deliver captivating experiences to consumers and employees. Our applied AI, engineering, cloud, data, experience design, and talent transformation capabilities accelerate innovation for Global 2000 clients. Headquartered in New Jersey, our workforce delivers solutions from around the globe. </a:t>
            </a:r>
          </a:p>
        </p:txBody>
      </p:sp>
    </p:spTree>
    <p:extLst>
      <p:ext uri="{BB962C8B-B14F-4D97-AF65-F5344CB8AC3E}">
        <p14:creationId xmlns:p14="http://schemas.microsoft.com/office/powerpoint/2010/main" val="322773717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slide" preserve="1" userDrawn="1">
  <p:cSld name="1_Title slide">
    <p:bg>
      <p:bgPr>
        <a:solidFill>
          <a:schemeClr val="tx1"/>
        </a:solidFill>
        <a:effectLst/>
      </p:bgPr>
    </p:bg>
    <p:spTree>
      <p:nvGrpSpPr>
        <p:cNvPr id="1" name="Shape 9"/>
        <p:cNvGrpSpPr/>
        <p:nvPr/>
      </p:nvGrpSpPr>
      <p:grpSpPr>
        <a:xfrm>
          <a:off x="0" y="0"/>
          <a:ext cx="0" cy="0"/>
          <a:chOff x="0" y="0"/>
          <a:chExt cx="0" cy="0"/>
        </a:xfrm>
      </p:grpSpPr>
      <p:sp>
        <p:nvSpPr>
          <p:cNvPr id="13" name="Freeform: Shape 12">
            <a:extLst>
              <a:ext uri="{FF2B5EF4-FFF2-40B4-BE49-F238E27FC236}">
                <a16:creationId xmlns:a16="http://schemas.microsoft.com/office/drawing/2014/main" id="{DCFA8F1A-438C-2D31-EC45-A4CCF4206F40}"/>
              </a:ext>
            </a:extLst>
          </p:cNvPr>
          <p:cNvSpPr/>
          <p:nvPr/>
        </p:nvSpPr>
        <p:spPr>
          <a:xfrm>
            <a:off x="0" y="4305300"/>
            <a:ext cx="9144000" cy="857250"/>
          </a:xfrm>
          <a:custGeom>
            <a:avLst/>
            <a:gdLst>
              <a:gd name="connsiteX0" fmla="*/ 0 w 9144000"/>
              <a:gd name="connsiteY0" fmla="*/ 857250 h 857250"/>
              <a:gd name="connsiteX1" fmla="*/ 0 w 9144000"/>
              <a:gd name="connsiteY1" fmla="*/ 149828 h 857250"/>
              <a:gd name="connsiteX2" fmla="*/ 7540609 w 9144000"/>
              <a:gd name="connsiteY2" fmla="*/ 149828 h 857250"/>
              <a:gd name="connsiteX3" fmla="*/ 8245698 w 9144000"/>
              <a:gd name="connsiteY3" fmla="*/ 0 h 857250"/>
              <a:gd name="connsiteX4" fmla="*/ 8933831 w 9144000"/>
              <a:gd name="connsiteY4" fmla="*/ 149828 h 857250"/>
              <a:gd name="connsiteX5" fmla="*/ 9144000 w 9144000"/>
              <a:gd name="connsiteY5" fmla="*/ 149828 h 857250"/>
              <a:gd name="connsiteX6" fmla="*/ 9144000 w 9144000"/>
              <a:gd name="connsiteY6" fmla="*/ 857250 h 857250"/>
              <a:gd name="connsiteX7" fmla="*/ 0 w 9144000"/>
              <a:gd name="connsiteY7" fmla="*/ 857250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0" h="857250">
                <a:moveTo>
                  <a:pt x="0" y="857250"/>
                </a:moveTo>
                <a:lnTo>
                  <a:pt x="0" y="149828"/>
                </a:lnTo>
                <a:lnTo>
                  <a:pt x="7540609" y="149828"/>
                </a:lnTo>
                <a:lnTo>
                  <a:pt x="8245698" y="0"/>
                </a:lnTo>
                <a:lnTo>
                  <a:pt x="8933831" y="149828"/>
                </a:lnTo>
                <a:lnTo>
                  <a:pt x="9144000" y="149828"/>
                </a:lnTo>
                <a:lnTo>
                  <a:pt x="9144000" y="857250"/>
                </a:lnTo>
                <a:lnTo>
                  <a:pt x="0" y="857250"/>
                </a:lnTo>
                <a:close/>
              </a:path>
            </a:pathLst>
          </a:custGeom>
          <a:gradFill flip="none" rotWithShape="1">
            <a:gsLst>
              <a:gs pos="0">
                <a:srgbClr val="00DF9D"/>
              </a:gs>
              <a:gs pos="36000">
                <a:srgbClr val="03C28B"/>
              </a:gs>
              <a:gs pos="100000">
                <a:srgbClr val="006450"/>
              </a:gs>
            </a:gsLst>
            <a:lin ang="0" scaled="1"/>
            <a:tileRect/>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AU"/>
          </a:p>
        </p:txBody>
      </p:sp>
      <p:sp>
        <p:nvSpPr>
          <p:cNvPr id="14" name="Freeform: Shape 13">
            <a:extLst>
              <a:ext uri="{FF2B5EF4-FFF2-40B4-BE49-F238E27FC236}">
                <a16:creationId xmlns:a16="http://schemas.microsoft.com/office/drawing/2014/main" id="{6332EFC7-40EB-E5E0-6D5B-205A7815463F}"/>
              </a:ext>
            </a:extLst>
          </p:cNvPr>
          <p:cNvSpPr/>
          <p:nvPr/>
        </p:nvSpPr>
        <p:spPr>
          <a:xfrm>
            <a:off x="7540608" y="4441555"/>
            <a:ext cx="1246536" cy="285083"/>
          </a:xfrm>
          <a:custGeom>
            <a:avLst/>
            <a:gdLst>
              <a:gd name="connsiteX0" fmla="*/ 718995 w 1246536"/>
              <a:gd name="connsiteY0" fmla="*/ 0 h 285083"/>
              <a:gd name="connsiteX1" fmla="*/ 769239 w 1246536"/>
              <a:gd name="connsiteY1" fmla="*/ 10668 h 285083"/>
              <a:gd name="connsiteX2" fmla="*/ 842391 w 1246536"/>
              <a:gd name="connsiteY2" fmla="*/ 94726 h 285083"/>
              <a:gd name="connsiteX3" fmla="*/ 769239 w 1246536"/>
              <a:gd name="connsiteY3" fmla="*/ 147876 h 285083"/>
              <a:gd name="connsiteX4" fmla="*/ 718995 w 1246536"/>
              <a:gd name="connsiteY4" fmla="*/ 137208 h 285083"/>
              <a:gd name="connsiteX5" fmla="*/ 718995 w 1246536"/>
              <a:gd name="connsiteY5" fmla="*/ 48 h 285083"/>
              <a:gd name="connsiteX6" fmla="*/ 769239 w 1246536"/>
              <a:gd name="connsiteY6" fmla="*/ 116729 h 285083"/>
              <a:gd name="connsiteX7" fmla="*/ 808530 w 1246536"/>
              <a:gd name="connsiteY7" fmla="*/ 87535 h 285083"/>
              <a:gd name="connsiteX8" fmla="*/ 769239 w 1246536"/>
              <a:gd name="connsiteY8" fmla="*/ 41624 h 285083"/>
              <a:gd name="connsiteX9" fmla="*/ 752856 w 1246536"/>
              <a:gd name="connsiteY9" fmla="*/ 38148 h 285083"/>
              <a:gd name="connsiteX10" fmla="*/ 752856 w 1246536"/>
              <a:gd name="connsiteY10" fmla="*/ 113252 h 285083"/>
              <a:gd name="connsiteX11" fmla="*/ 769239 w 1246536"/>
              <a:gd name="connsiteY11" fmla="*/ 116729 h 285083"/>
              <a:gd name="connsiteX12" fmla="*/ 947024 w 1246536"/>
              <a:gd name="connsiteY12" fmla="*/ 48482 h 285083"/>
              <a:gd name="connsiteX13" fmla="*/ 947024 w 1246536"/>
              <a:gd name="connsiteY13" fmla="*/ 79391 h 285083"/>
              <a:gd name="connsiteX14" fmla="*/ 917067 w 1246536"/>
              <a:gd name="connsiteY14" fmla="*/ 73009 h 285083"/>
              <a:gd name="connsiteX15" fmla="*/ 917067 w 1246536"/>
              <a:gd name="connsiteY15" fmla="*/ 148114 h 285083"/>
              <a:gd name="connsiteX16" fmla="*/ 947024 w 1246536"/>
              <a:gd name="connsiteY16" fmla="*/ 154496 h 285083"/>
              <a:gd name="connsiteX17" fmla="*/ 947024 w 1246536"/>
              <a:gd name="connsiteY17" fmla="*/ 185642 h 285083"/>
              <a:gd name="connsiteX18" fmla="*/ 853393 w 1246536"/>
              <a:gd name="connsiteY18" fmla="*/ 165735 h 285083"/>
              <a:gd name="connsiteX19" fmla="*/ 853393 w 1246536"/>
              <a:gd name="connsiteY19" fmla="*/ 134588 h 285083"/>
              <a:gd name="connsiteX20" fmla="*/ 883349 w 1246536"/>
              <a:gd name="connsiteY20" fmla="*/ 140970 h 285083"/>
              <a:gd name="connsiteX21" fmla="*/ 883349 w 1246536"/>
              <a:gd name="connsiteY21" fmla="*/ 65865 h 285083"/>
              <a:gd name="connsiteX22" fmla="*/ 853393 w 1246536"/>
              <a:gd name="connsiteY22" fmla="*/ 59484 h 285083"/>
              <a:gd name="connsiteX23" fmla="*/ 853393 w 1246536"/>
              <a:gd name="connsiteY23" fmla="*/ 28575 h 285083"/>
              <a:gd name="connsiteX24" fmla="*/ 947024 w 1246536"/>
              <a:gd name="connsiteY24" fmla="*/ 48482 h 285083"/>
              <a:gd name="connsiteX25" fmla="*/ 1026319 w 1246536"/>
              <a:gd name="connsiteY25" fmla="*/ 62627 h 285083"/>
              <a:gd name="connsiteX26" fmla="*/ 1094994 w 1246536"/>
              <a:gd name="connsiteY26" fmla="*/ 148447 h 285083"/>
              <a:gd name="connsiteX27" fmla="*/ 1026319 w 1246536"/>
              <a:gd name="connsiteY27" fmla="*/ 205264 h 285083"/>
              <a:gd name="connsiteX28" fmla="*/ 957263 w 1246536"/>
              <a:gd name="connsiteY28" fmla="*/ 119205 h 285083"/>
              <a:gd name="connsiteX29" fmla="*/ 1026319 w 1246536"/>
              <a:gd name="connsiteY29" fmla="*/ 62675 h 285083"/>
              <a:gd name="connsiteX30" fmla="*/ 1026319 w 1246536"/>
              <a:gd name="connsiteY30" fmla="*/ 173117 h 285083"/>
              <a:gd name="connsiteX31" fmla="*/ 1060180 w 1246536"/>
              <a:gd name="connsiteY31" fmla="*/ 141018 h 285083"/>
              <a:gd name="connsiteX32" fmla="*/ 1026319 w 1246536"/>
              <a:gd name="connsiteY32" fmla="*/ 94726 h 285083"/>
              <a:gd name="connsiteX33" fmla="*/ 992267 w 1246536"/>
              <a:gd name="connsiteY33" fmla="*/ 126587 h 285083"/>
              <a:gd name="connsiteX34" fmla="*/ 1026319 w 1246536"/>
              <a:gd name="connsiteY34" fmla="*/ 173117 h 285083"/>
              <a:gd name="connsiteX35" fmla="*/ 1111949 w 1246536"/>
              <a:gd name="connsiteY35" fmla="*/ 83534 h 285083"/>
              <a:gd name="connsiteX36" fmla="*/ 1175814 w 1246536"/>
              <a:gd name="connsiteY36" fmla="*/ 97107 h 285083"/>
              <a:gd name="connsiteX37" fmla="*/ 1212675 w 1246536"/>
              <a:gd name="connsiteY37" fmla="*/ 230791 h 285083"/>
              <a:gd name="connsiteX38" fmla="*/ 1212675 w 1246536"/>
              <a:gd name="connsiteY38" fmla="*/ 104918 h 285083"/>
              <a:gd name="connsiteX39" fmla="*/ 1246537 w 1246536"/>
              <a:gd name="connsiteY39" fmla="*/ 112109 h 285083"/>
              <a:gd name="connsiteX40" fmla="*/ 1246537 w 1246536"/>
              <a:gd name="connsiteY40" fmla="*/ 249269 h 285083"/>
              <a:gd name="connsiteX41" fmla="*/ 1182672 w 1246536"/>
              <a:gd name="connsiteY41" fmla="*/ 235696 h 285083"/>
              <a:gd name="connsiteX42" fmla="*/ 1145810 w 1246536"/>
              <a:gd name="connsiteY42" fmla="*/ 102013 h 285083"/>
              <a:gd name="connsiteX43" fmla="*/ 1145810 w 1246536"/>
              <a:gd name="connsiteY43" fmla="*/ 227886 h 285083"/>
              <a:gd name="connsiteX44" fmla="*/ 1111949 w 1246536"/>
              <a:gd name="connsiteY44" fmla="*/ 220694 h 285083"/>
              <a:gd name="connsiteX45" fmla="*/ 1111949 w 1246536"/>
              <a:gd name="connsiteY45" fmla="*/ 83534 h 285083"/>
              <a:gd name="connsiteX46" fmla="*/ 42101 w 1246536"/>
              <a:gd name="connsiteY46" fmla="*/ 138970 h 285083"/>
              <a:gd name="connsiteX47" fmla="*/ 104108 w 1246536"/>
              <a:gd name="connsiteY47" fmla="*/ 125778 h 285083"/>
              <a:gd name="connsiteX48" fmla="*/ 145971 w 1246536"/>
              <a:gd name="connsiteY48" fmla="*/ 254032 h 285083"/>
              <a:gd name="connsiteX49" fmla="*/ 110061 w 1246536"/>
              <a:gd name="connsiteY49" fmla="*/ 261652 h 285083"/>
              <a:gd name="connsiteX50" fmla="*/ 97774 w 1246536"/>
              <a:gd name="connsiteY50" fmla="*/ 222837 h 285083"/>
              <a:gd name="connsiteX51" fmla="*/ 47863 w 1246536"/>
              <a:gd name="connsiteY51" fmla="*/ 233458 h 285083"/>
              <a:gd name="connsiteX52" fmla="*/ 35576 w 1246536"/>
              <a:gd name="connsiteY52" fmla="*/ 277511 h 285083"/>
              <a:gd name="connsiteX53" fmla="*/ 0 w 1246536"/>
              <a:gd name="connsiteY53" fmla="*/ 285083 h 285083"/>
              <a:gd name="connsiteX54" fmla="*/ 42053 w 1246536"/>
              <a:gd name="connsiteY54" fmla="*/ 138970 h 285083"/>
              <a:gd name="connsiteX55" fmla="*/ 88440 w 1246536"/>
              <a:gd name="connsiteY55" fmla="*/ 193929 h 285083"/>
              <a:gd name="connsiteX56" fmla="*/ 72819 w 1246536"/>
              <a:gd name="connsiteY56" fmla="*/ 144923 h 285083"/>
              <a:gd name="connsiteX57" fmla="*/ 57198 w 1246536"/>
              <a:gd name="connsiteY57" fmla="*/ 200597 h 285083"/>
              <a:gd name="connsiteX58" fmla="*/ 88488 w 1246536"/>
              <a:gd name="connsiteY58" fmla="*/ 193929 h 285083"/>
              <a:gd name="connsiteX59" fmla="*/ 214646 w 1246536"/>
              <a:gd name="connsiteY59" fmla="*/ 242173 h 285083"/>
              <a:gd name="connsiteX60" fmla="*/ 148733 w 1246536"/>
              <a:gd name="connsiteY60" fmla="*/ 199930 h 285083"/>
              <a:gd name="connsiteX61" fmla="*/ 183738 w 1246536"/>
              <a:gd name="connsiteY61" fmla="*/ 192500 h 285083"/>
              <a:gd name="connsiteX62" fmla="*/ 215408 w 1246536"/>
              <a:gd name="connsiteY62" fmla="*/ 212408 h 285083"/>
              <a:gd name="connsiteX63" fmla="*/ 239030 w 1246536"/>
              <a:gd name="connsiteY63" fmla="*/ 195310 h 285083"/>
              <a:gd name="connsiteX64" fmla="*/ 227886 w 1246536"/>
              <a:gd name="connsiteY64" fmla="*/ 187166 h 285083"/>
              <a:gd name="connsiteX65" fmla="*/ 183975 w 1246536"/>
              <a:gd name="connsiteY65" fmla="*/ 184452 h 285083"/>
              <a:gd name="connsiteX66" fmla="*/ 154210 w 1246536"/>
              <a:gd name="connsiteY66" fmla="*/ 153210 h 285083"/>
              <a:gd name="connsiteX67" fmla="*/ 207645 w 1246536"/>
              <a:gd name="connsiteY67" fmla="*/ 101013 h 285083"/>
              <a:gd name="connsiteX68" fmla="*/ 268891 w 1246536"/>
              <a:gd name="connsiteY68" fmla="*/ 138017 h 285083"/>
              <a:gd name="connsiteX69" fmla="*/ 234077 w 1246536"/>
              <a:gd name="connsiteY69" fmla="*/ 145399 h 285083"/>
              <a:gd name="connsiteX70" fmla="*/ 208217 w 1246536"/>
              <a:gd name="connsiteY70" fmla="*/ 129873 h 285083"/>
              <a:gd name="connsiteX71" fmla="*/ 189215 w 1246536"/>
              <a:gd name="connsiteY71" fmla="*/ 145018 h 285083"/>
              <a:gd name="connsiteX72" fmla="*/ 199454 w 1246536"/>
              <a:gd name="connsiteY72" fmla="*/ 152352 h 285083"/>
              <a:gd name="connsiteX73" fmla="*/ 242078 w 1246536"/>
              <a:gd name="connsiteY73" fmla="*/ 154400 h 285083"/>
              <a:gd name="connsiteX74" fmla="*/ 273891 w 1246536"/>
              <a:gd name="connsiteY74" fmla="*/ 186357 h 285083"/>
              <a:gd name="connsiteX75" fmla="*/ 214694 w 1246536"/>
              <a:gd name="connsiteY75" fmla="*/ 242125 h 285083"/>
              <a:gd name="connsiteX76" fmla="*/ 283702 w 1246536"/>
              <a:gd name="connsiteY76" fmla="*/ 156115 h 285083"/>
              <a:gd name="connsiteX77" fmla="*/ 353330 w 1246536"/>
              <a:gd name="connsiteY77" fmla="*/ 70104 h 285083"/>
              <a:gd name="connsiteX78" fmla="*/ 419767 w 1246536"/>
              <a:gd name="connsiteY78" fmla="*/ 111633 h 285083"/>
              <a:gd name="connsiteX79" fmla="*/ 384953 w 1246536"/>
              <a:gd name="connsiteY79" fmla="*/ 119015 h 285083"/>
              <a:gd name="connsiteX80" fmla="*/ 353473 w 1246536"/>
              <a:gd name="connsiteY80" fmla="*/ 102156 h 285083"/>
              <a:gd name="connsiteX81" fmla="*/ 318659 w 1246536"/>
              <a:gd name="connsiteY81" fmla="*/ 148638 h 285083"/>
              <a:gd name="connsiteX82" fmla="*/ 353473 w 1246536"/>
              <a:gd name="connsiteY82" fmla="*/ 180546 h 285083"/>
              <a:gd name="connsiteX83" fmla="*/ 384953 w 1246536"/>
              <a:gd name="connsiteY83" fmla="*/ 150114 h 285083"/>
              <a:gd name="connsiteX84" fmla="*/ 419767 w 1246536"/>
              <a:gd name="connsiteY84" fmla="*/ 142732 h 285083"/>
              <a:gd name="connsiteX85" fmla="*/ 353330 w 1246536"/>
              <a:gd name="connsiteY85" fmla="*/ 212693 h 285083"/>
              <a:gd name="connsiteX86" fmla="*/ 283702 w 1246536"/>
              <a:gd name="connsiteY86" fmla="*/ 156115 h 285083"/>
              <a:gd name="connsiteX87" fmla="*/ 436340 w 1246536"/>
              <a:gd name="connsiteY87" fmla="*/ 55150 h 285083"/>
              <a:gd name="connsiteX88" fmla="*/ 540782 w 1246536"/>
              <a:gd name="connsiteY88" fmla="*/ 32956 h 285083"/>
              <a:gd name="connsiteX89" fmla="*/ 540782 w 1246536"/>
              <a:gd name="connsiteY89" fmla="*/ 63865 h 285083"/>
              <a:gd name="connsiteX90" fmla="*/ 470440 w 1246536"/>
              <a:gd name="connsiteY90" fmla="*/ 78819 h 285083"/>
              <a:gd name="connsiteX91" fmla="*/ 470440 w 1246536"/>
              <a:gd name="connsiteY91" fmla="*/ 101775 h 285083"/>
              <a:gd name="connsiteX92" fmla="*/ 531495 w 1246536"/>
              <a:gd name="connsiteY92" fmla="*/ 88821 h 285083"/>
              <a:gd name="connsiteX93" fmla="*/ 531495 w 1246536"/>
              <a:gd name="connsiteY93" fmla="*/ 118015 h 285083"/>
              <a:gd name="connsiteX94" fmla="*/ 470440 w 1246536"/>
              <a:gd name="connsiteY94" fmla="*/ 131016 h 285083"/>
              <a:gd name="connsiteX95" fmla="*/ 470440 w 1246536"/>
              <a:gd name="connsiteY95" fmla="*/ 154162 h 285083"/>
              <a:gd name="connsiteX96" fmla="*/ 540782 w 1246536"/>
              <a:gd name="connsiteY96" fmla="*/ 139208 h 285083"/>
              <a:gd name="connsiteX97" fmla="*/ 540782 w 1246536"/>
              <a:gd name="connsiteY97" fmla="*/ 170117 h 285083"/>
              <a:gd name="connsiteX98" fmla="*/ 436340 w 1246536"/>
              <a:gd name="connsiteY98" fmla="*/ 192310 h 285083"/>
              <a:gd name="connsiteX99" fmla="*/ 436340 w 1246536"/>
              <a:gd name="connsiteY99" fmla="*/ 55150 h 285083"/>
              <a:gd name="connsiteX100" fmla="*/ 561308 w 1246536"/>
              <a:gd name="connsiteY100" fmla="*/ 28623 h 285083"/>
              <a:gd name="connsiteX101" fmla="*/ 625173 w 1246536"/>
              <a:gd name="connsiteY101" fmla="*/ 15049 h 285083"/>
              <a:gd name="connsiteX102" fmla="*/ 662035 w 1246536"/>
              <a:gd name="connsiteY102" fmla="*/ 133112 h 285083"/>
              <a:gd name="connsiteX103" fmla="*/ 662035 w 1246536"/>
              <a:gd name="connsiteY103" fmla="*/ 7239 h 285083"/>
              <a:gd name="connsiteX104" fmla="*/ 695897 w 1246536"/>
              <a:gd name="connsiteY104" fmla="*/ 48 h 285083"/>
              <a:gd name="connsiteX105" fmla="*/ 695897 w 1246536"/>
              <a:gd name="connsiteY105" fmla="*/ 137208 h 285083"/>
              <a:gd name="connsiteX106" fmla="*/ 632032 w 1246536"/>
              <a:gd name="connsiteY106" fmla="*/ 150781 h 285083"/>
              <a:gd name="connsiteX107" fmla="*/ 595170 w 1246536"/>
              <a:gd name="connsiteY107" fmla="*/ 32718 h 285083"/>
              <a:gd name="connsiteX108" fmla="*/ 595170 w 1246536"/>
              <a:gd name="connsiteY108" fmla="*/ 158591 h 285083"/>
              <a:gd name="connsiteX109" fmla="*/ 561308 w 1246536"/>
              <a:gd name="connsiteY109" fmla="*/ 165783 h 285083"/>
              <a:gd name="connsiteX110" fmla="*/ 561308 w 1246536"/>
              <a:gd name="connsiteY110" fmla="*/ 28623 h 285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246536" h="285083">
                <a:moveTo>
                  <a:pt x="718995" y="0"/>
                </a:moveTo>
                <a:lnTo>
                  <a:pt x="769239" y="10668"/>
                </a:lnTo>
                <a:cubicBezTo>
                  <a:pt x="805149" y="18288"/>
                  <a:pt x="842391" y="35766"/>
                  <a:pt x="842391" y="94726"/>
                </a:cubicBezTo>
                <a:cubicBezTo>
                  <a:pt x="842391" y="153876"/>
                  <a:pt x="805149" y="155496"/>
                  <a:pt x="769239" y="147876"/>
                </a:cubicBezTo>
                <a:lnTo>
                  <a:pt x="718995" y="137208"/>
                </a:lnTo>
                <a:lnTo>
                  <a:pt x="718995" y="48"/>
                </a:lnTo>
                <a:close/>
                <a:moveTo>
                  <a:pt x="769239" y="116729"/>
                </a:moveTo>
                <a:cubicBezTo>
                  <a:pt x="791766" y="121539"/>
                  <a:pt x="808530" y="124301"/>
                  <a:pt x="808530" y="87535"/>
                </a:cubicBezTo>
                <a:cubicBezTo>
                  <a:pt x="808530" y="50768"/>
                  <a:pt x="791623" y="46387"/>
                  <a:pt x="769239" y="41624"/>
                </a:cubicBezTo>
                <a:lnTo>
                  <a:pt x="752856" y="38148"/>
                </a:lnTo>
                <a:lnTo>
                  <a:pt x="752856" y="113252"/>
                </a:lnTo>
                <a:cubicBezTo>
                  <a:pt x="752856" y="113252"/>
                  <a:pt x="769239" y="116729"/>
                  <a:pt x="769239" y="116729"/>
                </a:cubicBezTo>
                <a:close/>
                <a:moveTo>
                  <a:pt x="947024" y="48482"/>
                </a:moveTo>
                <a:lnTo>
                  <a:pt x="947024" y="79391"/>
                </a:lnTo>
                <a:cubicBezTo>
                  <a:pt x="947024" y="79391"/>
                  <a:pt x="917067" y="73009"/>
                  <a:pt x="917067" y="73009"/>
                </a:cubicBezTo>
                <a:lnTo>
                  <a:pt x="917067" y="148114"/>
                </a:lnTo>
                <a:cubicBezTo>
                  <a:pt x="917067" y="148114"/>
                  <a:pt x="947024" y="154496"/>
                  <a:pt x="947024" y="154496"/>
                </a:cubicBezTo>
                <a:lnTo>
                  <a:pt x="947024" y="185642"/>
                </a:lnTo>
                <a:cubicBezTo>
                  <a:pt x="947024" y="185642"/>
                  <a:pt x="853393" y="165735"/>
                  <a:pt x="853393" y="165735"/>
                </a:cubicBezTo>
                <a:lnTo>
                  <a:pt x="853393" y="134588"/>
                </a:lnTo>
                <a:cubicBezTo>
                  <a:pt x="853393" y="134588"/>
                  <a:pt x="883349" y="140970"/>
                  <a:pt x="883349" y="140970"/>
                </a:cubicBezTo>
                <a:lnTo>
                  <a:pt x="883349" y="65865"/>
                </a:lnTo>
                <a:cubicBezTo>
                  <a:pt x="883349" y="65865"/>
                  <a:pt x="853393" y="59484"/>
                  <a:pt x="853393" y="59484"/>
                </a:cubicBezTo>
                <a:lnTo>
                  <a:pt x="853393" y="28575"/>
                </a:lnTo>
                <a:cubicBezTo>
                  <a:pt x="853393" y="28575"/>
                  <a:pt x="947024" y="48482"/>
                  <a:pt x="947024" y="48482"/>
                </a:cubicBezTo>
                <a:close/>
                <a:moveTo>
                  <a:pt x="1026319" y="62627"/>
                </a:moveTo>
                <a:cubicBezTo>
                  <a:pt x="1068944" y="71676"/>
                  <a:pt x="1094994" y="107966"/>
                  <a:pt x="1094994" y="148447"/>
                </a:cubicBezTo>
                <a:cubicBezTo>
                  <a:pt x="1094994" y="189119"/>
                  <a:pt x="1068944" y="214313"/>
                  <a:pt x="1026319" y="205264"/>
                </a:cubicBezTo>
                <a:cubicBezTo>
                  <a:pt x="983504" y="196167"/>
                  <a:pt x="957263" y="159829"/>
                  <a:pt x="957263" y="119205"/>
                </a:cubicBezTo>
                <a:cubicBezTo>
                  <a:pt x="957263" y="78724"/>
                  <a:pt x="983504" y="53578"/>
                  <a:pt x="1026319" y="62675"/>
                </a:cubicBezTo>
                <a:moveTo>
                  <a:pt x="1026319" y="173117"/>
                </a:moveTo>
                <a:cubicBezTo>
                  <a:pt x="1049036" y="177927"/>
                  <a:pt x="1060180" y="165926"/>
                  <a:pt x="1060180" y="141018"/>
                </a:cubicBezTo>
                <a:cubicBezTo>
                  <a:pt x="1060180" y="116110"/>
                  <a:pt x="1048846" y="99489"/>
                  <a:pt x="1026319" y="94726"/>
                </a:cubicBezTo>
                <a:cubicBezTo>
                  <a:pt x="1003602" y="89916"/>
                  <a:pt x="992267" y="101870"/>
                  <a:pt x="992267" y="126587"/>
                </a:cubicBezTo>
                <a:cubicBezTo>
                  <a:pt x="992267" y="151495"/>
                  <a:pt x="1003649" y="168307"/>
                  <a:pt x="1026319" y="173117"/>
                </a:cubicBezTo>
                <a:moveTo>
                  <a:pt x="1111949" y="83534"/>
                </a:moveTo>
                <a:lnTo>
                  <a:pt x="1175814" y="97107"/>
                </a:lnTo>
                <a:lnTo>
                  <a:pt x="1212675" y="230791"/>
                </a:lnTo>
                <a:lnTo>
                  <a:pt x="1212675" y="104918"/>
                </a:lnTo>
                <a:cubicBezTo>
                  <a:pt x="1212675" y="104918"/>
                  <a:pt x="1246537" y="112109"/>
                  <a:pt x="1246537" y="112109"/>
                </a:cubicBezTo>
                <a:lnTo>
                  <a:pt x="1246537" y="249269"/>
                </a:lnTo>
                <a:cubicBezTo>
                  <a:pt x="1246537" y="249269"/>
                  <a:pt x="1182672" y="235696"/>
                  <a:pt x="1182672" y="235696"/>
                </a:cubicBezTo>
                <a:lnTo>
                  <a:pt x="1145810" y="102013"/>
                </a:lnTo>
                <a:lnTo>
                  <a:pt x="1145810" y="227886"/>
                </a:lnTo>
                <a:cubicBezTo>
                  <a:pt x="1145810" y="227886"/>
                  <a:pt x="1111949" y="220694"/>
                  <a:pt x="1111949" y="220694"/>
                </a:cubicBezTo>
                <a:lnTo>
                  <a:pt x="1111949" y="83534"/>
                </a:lnTo>
                <a:close/>
                <a:moveTo>
                  <a:pt x="42101" y="138970"/>
                </a:moveTo>
                <a:lnTo>
                  <a:pt x="104108" y="125778"/>
                </a:lnTo>
                <a:lnTo>
                  <a:pt x="145971" y="254032"/>
                </a:lnTo>
                <a:lnTo>
                  <a:pt x="110061" y="261652"/>
                </a:lnTo>
                <a:lnTo>
                  <a:pt x="97774" y="222837"/>
                </a:lnTo>
                <a:lnTo>
                  <a:pt x="47863" y="233458"/>
                </a:lnTo>
                <a:lnTo>
                  <a:pt x="35576" y="277511"/>
                </a:lnTo>
                <a:lnTo>
                  <a:pt x="0" y="285083"/>
                </a:lnTo>
                <a:lnTo>
                  <a:pt x="42053" y="138970"/>
                </a:lnTo>
                <a:close/>
                <a:moveTo>
                  <a:pt x="88440" y="193929"/>
                </a:moveTo>
                <a:lnTo>
                  <a:pt x="72819" y="144923"/>
                </a:lnTo>
                <a:lnTo>
                  <a:pt x="57198" y="200597"/>
                </a:lnTo>
                <a:lnTo>
                  <a:pt x="88488" y="193929"/>
                </a:lnTo>
                <a:close/>
                <a:moveTo>
                  <a:pt x="214646" y="242173"/>
                </a:moveTo>
                <a:cubicBezTo>
                  <a:pt x="168307" y="252031"/>
                  <a:pt x="148733" y="235553"/>
                  <a:pt x="148733" y="199930"/>
                </a:cubicBezTo>
                <a:lnTo>
                  <a:pt x="183738" y="192500"/>
                </a:lnTo>
                <a:cubicBezTo>
                  <a:pt x="183738" y="211979"/>
                  <a:pt x="190977" y="217599"/>
                  <a:pt x="215408" y="212408"/>
                </a:cubicBezTo>
                <a:cubicBezTo>
                  <a:pt x="231982" y="208883"/>
                  <a:pt x="239030" y="203883"/>
                  <a:pt x="239030" y="195310"/>
                </a:cubicBezTo>
                <a:cubicBezTo>
                  <a:pt x="239030" y="190452"/>
                  <a:pt x="235315" y="187547"/>
                  <a:pt x="227886" y="187166"/>
                </a:cubicBezTo>
                <a:lnTo>
                  <a:pt x="183975" y="184452"/>
                </a:lnTo>
                <a:cubicBezTo>
                  <a:pt x="161258" y="182880"/>
                  <a:pt x="154210" y="170545"/>
                  <a:pt x="154210" y="153210"/>
                </a:cubicBezTo>
                <a:cubicBezTo>
                  <a:pt x="154210" y="126540"/>
                  <a:pt x="173212" y="108299"/>
                  <a:pt x="207645" y="101013"/>
                </a:cubicBezTo>
                <a:cubicBezTo>
                  <a:pt x="248603" y="92297"/>
                  <a:pt x="268891" y="108252"/>
                  <a:pt x="268891" y="138017"/>
                </a:cubicBezTo>
                <a:lnTo>
                  <a:pt x="234077" y="145399"/>
                </a:lnTo>
                <a:cubicBezTo>
                  <a:pt x="234077" y="130635"/>
                  <a:pt x="226076" y="126111"/>
                  <a:pt x="208217" y="129873"/>
                </a:cubicBezTo>
                <a:cubicBezTo>
                  <a:pt x="195739" y="132540"/>
                  <a:pt x="189215" y="137208"/>
                  <a:pt x="189215" y="145018"/>
                </a:cubicBezTo>
                <a:cubicBezTo>
                  <a:pt x="189215" y="148923"/>
                  <a:pt x="191262" y="151781"/>
                  <a:pt x="199454" y="152352"/>
                </a:cubicBezTo>
                <a:lnTo>
                  <a:pt x="242078" y="154400"/>
                </a:lnTo>
                <a:cubicBezTo>
                  <a:pt x="263843" y="155400"/>
                  <a:pt x="273891" y="166306"/>
                  <a:pt x="273891" y="186357"/>
                </a:cubicBezTo>
                <a:cubicBezTo>
                  <a:pt x="273891" y="212408"/>
                  <a:pt x="256747" y="233172"/>
                  <a:pt x="214694" y="242125"/>
                </a:cubicBezTo>
                <a:moveTo>
                  <a:pt x="283702" y="156115"/>
                </a:moveTo>
                <a:cubicBezTo>
                  <a:pt x="283702" y="115633"/>
                  <a:pt x="310325" y="79248"/>
                  <a:pt x="353330" y="70104"/>
                </a:cubicBezTo>
                <a:cubicBezTo>
                  <a:pt x="390906" y="62103"/>
                  <a:pt x="415862" y="78010"/>
                  <a:pt x="419767" y="111633"/>
                </a:cubicBezTo>
                <a:lnTo>
                  <a:pt x="384953" y="119015"/>
                </a:lnTo>
                <a:cubicBezTo>
                  <a:pt x="382143" y="104823"/>
                  <a:pt x="370047" y="98631"/>
                  <a:pt x="353473" y="102156"/>
                </a:cubicBezTo>
                <a:cubicBezTo>
                  <a:pt x="333185" y="106490"/>
                  <a:pt x="318659" y="121634"/>
                  <a:pt x="318659" y="148638"/>
                </a:cubicBezTo>
                <a:cubicBezTo>
                  <a:pt x="318659" y="175879"/>
                  <a:pt x="333185" y="184833"/>
                  <a:pt x="353473" y="180546"/>
                </a:cubicBezTo>
                <a:cubicBezTo>
                  <a:pt x="370047" y="177022"/>
                  <a:pt x="382143" y="165497"/>
                  <a:pt x="384953" y="150114"/>
                </a:cubicBezTo>
                <a:lnTo>
                  <a:pt x="419767" y="142732"/>
                </a:lnTo>
                <a:cubicBezTo>
                  <a:pt x="415862" y="178213"/>
                  <a:pt x="390906" y="204692"/>
                  <a:pt x="353330" y="212693"/>
                </a:cubicBezTo>
                <a:cubicBezTo>
                  <a:pt x="310325" y="221837"/>
                  <a:pt x="283702" y="196739"/>
                  <a:pt x="283702" y="156115"/>
                </a:cubicBezTo>
                <a:moveTo>
                  <a:pt x="436340" y="55150"/>
                </a:moveTo>
                <a:lnTo>
                  <a:pt x="540782" y="32956"/>
                </a:lnTo>
                <a:lnTo>
                  <a:pt x="540782" y="63865"/>
                </a:lnTo>
                <a:cubicBezTo>
                  <a:pt x="540782" y="63865"/>
                  <a:pt x="470440" y="78819"/>
                  <a:pt x="470440" y="78819"/>
                </a:cubicBezTo>
                <a:lnTo>
                  <a:pt x="470440" y="101775"/>
                </a:lnTo>
                <a:cubicBezTo>
                  <a:pt x="470440" y="101775"/>
                  <a:pt x="531495" y="88821"/>
                  <a:pt x="531495" y="88821"/>
                </a:cubicBezTo>
                <a:lnTo>
                  <a:pt x="531495" y="118015"/>
                </a:lnTo>
                <a:cubicBezTo>
                  <a:pt x="531495" y="118015"/>
                  <a:pt x="470440" y="131016"/>
                  <a:pt x="470440" y="131016"/>
                </a:cubicBezTo>
                <a:lnTo>
                  <a:pt x="470440" y="154162"/>
                </a:lnTo>
                <a:cubicBezTo>
                  <a:pt x="470440" y="154162"/>
                  <a:pt x="540782" y="139208"/>
                  <a:pt x="540782" y="139208"/>
                </a:cubicBezTo>
                <a:lnTo>
                  <a:pt x="540782" y="170117"/>
                </a:lnTo>
                <a:cubicBezTo>
                  <a:pt x="540782" y="170117"/>
                  <a:pt x="436340" y="192310"/>
                  <a:pt x="436340" y="192310"/>
                </a:cubicBezTo>
                <a:lnTo>
                  <a:pt x="436340" y="55150"/>
                </a:lnTo>
                <a:close/>
                <a:moveTo>
                  <a:pt x="561308" y="28623"/>
                </a:moveTo>
                <a:lnTo>
                  <a:pt x="625173" y="15049"/>
                </a:lnTo>
                <a:lnTo>
                  <a:pt x="662035" y="133112"/>
                </a:lnTo>
                <a:lnTo>
                  <a:pt x="662035" y="7239"/>
                </a:lnTo>
                <a:cubicBezTo>
                  <a:pt x="662035" y="7239"/>
                  <a:pt x="695897" y="48"/>
                  <a:pt x="695897" y="48"/>
                </a:cubicBezTo>
                <a:lnTo>
                  <a:pt x="695897" y="137208"/>
                </a:lnTo>
                <a:cubicBezTo>
                  <a:pt x="695897" y="137208"/>
                  <a:pt x="632032" y="150781"/>
                  <a:pt x="632032" y="150781"/>
                </a:cubicBezTo>
                <a:lnTo>
                  <a:pt x="595170" y="32718"/>
                </a:lnTo>
                <a:lnTo>
                  <a:pt x="595170" y="158591"/>
                </a:lnTo>
                <a:cubicBezTo>
                  <a:pt x="595170" y="158591"/>
                  <a:pt x="561308" y="165783"/>
                  <a:pt x="561308" y="165783"/>
                </a:cubicBezTo>
                <a:lnTo>
                  <a:pt x="561308" y="28623"/>
                </a:lnTo>
                <a:close/>
              </a:path>
            </a:pathLst>
          </a:custGeom>
          <a:solidFill>
            <a:srgbClr val="FFFFFF"/>
          </a:solidFill>
          <a:ln w="4763" cap="flat">
            <a:noFill/>
            <a:prstDash val="solid"/>
            <a:miter/>
          </a:ln>
        </p:spPr>
        <p:txBody>
          <a:bodyPr rtlCol="0" anchor="ctr"/>
          <a:lstStyle/>
          <a:p>
            <a:endParaRPr lang="en-AU"/>
          </a:p>
        </p:txBody>
      </p:sp>
      <p:grpSp>
        <p:nvGrpSpPr>
          <p:cNvPr id="20" name="Graphic 3">
            <a:extLst>
              <a:ext uri="{FF2B5EF4-FFF2-40B4-BE49-F238E27FC236}">
                <a16:creationId xmlns:a16="http://schemas.microsoft.com/office/drawing/2014/main" id="{11580F78-9730-E8CF-5F00-5083728E0E3D}"/>
              </a:ext>
            </a:extLst>
          </p:cNvPr>
          <p:cNvGrpSpPr/>
          <p:nvPr/>
        </p:nvGrpSpPr>
        <p:grpSpPr>
          <a:xfrm>
            <a:off x="378275" y="4600765"/>
            <a:ext cx="945451" cy="171497"/>
            <a:chOff x="217360" y="4600765"/>
            <a:chExt cx="945451" cy="171497"/>
          </a:xfrm>
          <a:solidFill>
            <a:srgbClr val="FFFFFF"/>
          </a:solidFill>
        </p:grpSpPr>
        <p:grpSp>
          <p:nvGrpSpPr>
            <p:cNvPr id="21" name="Graphic 3">
              <a:extLst>
                <a:ext uri="{FF2B5EF4-FFF2-40B4-BE49-F238E27FC236}">
                  <a16:creationId xmlns:a16="http://schemas.microsoft.com/office/drawing/2014/main" id="{034EE8A3-A127-9A71-99DC-9A0E6F91654D}"/>
                </a:ext>
              </a:extLst>
            </p:cNvPr>
            <p:cNvGrpSpPr/>
            <p:nvPr/>
          </p:nvGrpSpPr>
          <p:grpSpPr>
            <a:xfrm>
              <a:off x="604408" y="4600765"/>
              <a:ext cx="171354" cy="171354"/>
              <a:chOff x="604408" y="4600765"/>
              <a:chExt cx="171354" cy="171354"/>
            </a:xfrm>
            <a:solidFill>
              <a:srgbClr val="FFFFFF"/>
            </a:solidFill>
          </p:grpSpPr>
          <p:sp>
            <p:nvSpPr>
              <p:cNvPr id="22" name="Freeform: Shape 21">
                <a:extLst>
                  <a:ext uri="{FF2B5EF4-FFF2-40B4-BE49-F238E27FC236}">
                    <a16:creationId xmlns:a16="http://schemas.microsoft.com/office/drawing/2014/main" id="{0D5749F5-CE41-31DE-FF35-61FA298CA95A}"/>
                  </a:ext>
                </a:extLst>
              </p:cNvPr>
              <p:cNvSpPr/>
              <p:nvPr/>
            </p:nvSpPr>
            <p:spPr>
              <a:xfrm>
                <a:off x="604408" y="4600765"/>
                <a:ext cx="171354" cy="171354"/>
              </a:xfrm>
              <a:custGeom>
                <a:avLst/>
                <a:gdLst>
                  <a:gd name="connsiteX0" fmla="*/ 85677 w 171354"/>
                  <a:gd name="connsiteY0" fmla="*/ 171355 h 171354"/>
                  <a:gd name="connsiteX1" fmla="*/ 0 w 171354"/>
                  <a:gd name="connsiteY1" fmla="*/ 85677 h 171354"/>
                  <a:gd name="connsiteX2" fmla="*/ 85677 w 171354"/>
                  <a:gd name="connsiteY2" fmla="*/ 0 h 171354"/>
                  <a:gd name="connsiteX3" fmla="*/ 171355 w 171354"/>
                  <a:gd name="connsiteY3" fmla="*/ 85677 h 171354"/>
                  <a:gd name="connsiteX4" fmla="*/ 85677 w 171354"/>
                  <a:gd name="connsiteY4" fmla="*/ 171355 h 171354"/>
                  <a:gd name="connsiteX5" fmla="*/ 85677 w 171354"/>
                  <a:gd name="connsiteY5" fmla="*/ 6667 h 171354"/>
                  <a:gd name="connsiteX6" fmla="*/ 6620 w 171354"/>
                  <a:gd name="connsiteY6" fmla="*/ 85725 h 171354"/>
                  <a:gd name="connsiteX7" fmla="*/ 85677 w 171354"/>
                  <a:gd name="connsiteY7" fmla="*/ 164783 h 171354"/>
                  <a:gd name="connsiteX8" fmla="*/ 164735 w 171354"/>
                  <a:gd name="connsiteY8" fmla="*/ 85725 h 171354"/>
                  <a:gd name="connsiteX9" fmla="*/ 85677 w 171354"/>
                  <a:gd name="connsiteY9" fmla="*/ 6667 h 171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54" h="171354">
                    <a:moveTo>
                      <a:pt x="85677" y="171355"/>
                    </a:moveTo>
                    <a:cubicBezTo>
                      <a:pt x="38433" y="171355"/>
                      <a:pt x="0" y="132921"/>
                      <a:pt x="0" y="85677"/>
                    </a:cubicBezTo>
                    <a:cubicBezTo>
                      <a:pt x="0" y="38433"/>
                      <a:pt x="38433" y="0"/>
                      <a:pt x="85677" y="0"/>
                    </a:cubicBezTo>
                    <a:cubicBezTo>
                      <a:pt x="132921" y="0"/>
                      <a:pt x="171355" y="38433"/>
                      <a:pt x="171355" y="85677"/>
                    </a:cubicBezTo>
                    <a:cubicBezTo>
                      <a:pt x="171355" y="132921"/>
                      <a:pt x="132921" y="171355"/>
                      <a:pt x="85677" y="171355"/>
                    </a:cubicBezTo>
                    <a:close/>
                    <a:moveTo>
                      <a:pt x="85677" y="6667"/>
                    </a:moveTo>
                    <a:cubicBezTo>
                      <a:pt x="42100" y="6667"/>
                      <a:pt x="6620" y="42148"/>
                      <a:pt x="6620" y="85725"/>
                    </a:cubicBezTo>
                    <a:cubicBezTo>
                      <a:pt x="6620" y="129302"/>
                      <a:pt x="42100" y="164783"/>
                      <a:pt x="85677" y="164783"/>
                    </a:cubicBezTo>
                    <a:cubicBezTo>
                      <a:pt x="129254" y="164783"/>
                      <a:pt x="164735" y="129302"/>
                      <a:pt x="164735" y="85725"/>
                    </a:cubicBezTo>
                    <a:cubicBezTo>
                      <a:pt x="164735" y="42148"/>
                      <a:pt x="129254" y="6667"/>
                      <a:pt x="85677" y="6667"/>
                    </a:cubicBezTo>
                    <a:close/>
                  </a:path>
                </a:pathLst>
              </a:custGeom>
              <a:solidFill>
                <a:srgbClr val="FFFFFF"/>
              </a:solidFill>
              <a:ln w="4763" cap="flat">
                <a:noFill/>
                <a:prstDash val="solid"/>
                <a:miter/>
              </a:ln>
            </p:spPr>
            <p:txBody>
              <a:bodyPr rtlCol="0" anchor="ctr"/>
              <a:lstStyle/>
              <a:p>
                <a:endParaRPr lang="en-AU"/>
              </a:p>
            </p:txBody>
          </p:sp>
          <p:sp>
            <p:nvSpPr>
              <p:cNvPr id="23" name="Freeform: Shape 22">
                <a:extLst>
                  <a:ext uri="{FF2B5EF4-FFF2-40B4-BE49-F238E27FC236}">
                    <a16:creationId xmlns:a16="http://schemas.microsoft.com/office/drawing/2014/main" id="{044BA208-EA2B-AEB2-6DA2-25482C2C6D12}"/>
                  </a:ext>
                </a:extLst>
              </p:cNvPr>
              <p:cNvSpPr/>
              <p:nvPr/>
            </p:nvSpPr>
            <p:spPr>
              <a:xfrm>
                <a:off x="637460" y="4634007"/>
                <a:ext cx="105203" cy="104965"/>
              </a:xfrm>
              <a:custGeom>
                <a:avLst/>
                <a:gdLst>
                  <a:gd name="connsiteX0" fmla="*/ 28384 w 105203"/>
                  <a:gd name="connsiteY0" fmla="*/ 0 h 104965"/>
                  <a:gd name="connsiteX1" fmla="*/ 76819 w 105203"/>
                  <a:gd name="connsiteY1" fmla="*/ 0 h 104965"/>
                  <a:gd name="connsiteX2" fmla="*/ 105204 w 105203"/>
                  <a:gd name="connsiteY2" fmla="*/ 28385 h 104965"/>
                  <a:gd name="connsiteX3" fmla="*/ 105204 w 105203"/>
                  <a:gd name="connsiteY3" fmla="*/ 76581 h 104965"/>
                  <a:gd name="connsiteX4" fmla="*/ 76819 w 105203"/>
                  <a:gd name="connsiteY4" fmla="*/ 104966 h 104965"/>
                  <a:gd name="connsiteX5" fmla="*/ 28384 w 105203"/>
                  <a:gd name="connsiteY5" fmla="*/ 104966 h 104965"/>
                  <a:gd name="connsiteX6" fmla="*/ 0 w 105203"/>
                  <a:gd name="connsiteY6" fmla="*/ 76581 h 104965"/>
                  <a:gd name="connsiteX7" fmla="*/ 0 w 105203"/>
                  <a:gd name="connsiteY7" fmla="*/ 28385 h 104965"/>
                  <a:gd name="connsiteX8" fmla="*/ 28384 w 105203"/>
                  <a:gd name="connsiteY8" fmla="*/ 0 h 104965"/>
                  <a:gd name="connsiteX9" fmla="*/ 28384 w 105203"/>
                  <a:gd name="connsiteY9" fmla="*/ 0 h 104965"/>
                  <a:gd name="connsiteX10" fmla="*/ 80867 w 105203"/>
                  <a:gd name="connsiteY10" fmla="*/ 18336 h 104965"/>
                  <a:gd name="connsiteX11" fmla="*/ 80867 w 105203"/>
                  <a:gd name="connsiteY11" fmla="*/ 18336 h 104965"/>
                  <a:gd name="connsiteX12" fmla="*/ 86916 w 105203"/>
                  <a:gd name="connsiteY12" fmla="*/ 24384 h 104965"/>
                  <a:gd name="connsiteX13" fmla="*/ 86916 w 105203"/>
                  <a:gd name="connsiteY13" fmla="*/ 24384 h 104965"/>
                  <a:gd name="connsiteX14" fmla="*/ 80867 w 105203"/>
                  <a:gd name="connsiteY14" fmla="*/ 30432 h 104965"/>
                  <a:gd name="connsiteX15" fmla="*/ 80867 w 105203"/>
                  <a:gd name="connsiteY15" fmla="*/ 30432 h 104965"/>
                  <a:gd name="connsiteX16" fmla="*/ 74819 w 105203"/>
                  <a:gd name="connsiteY16" fmla="*/ 24384 h 104965"/>
                  <a:gd name="connsiteX17" fmla="*/ 74819 w 105203"/>
                  <a:gd name="connsiteY17" fmla="*/ 24384 h 104965"/>
                  <a:gd name="connsiteX18" fmla="*/ 80867 w 105203"/>
                  <a:gd name="connsiteY18" fmla="*/ 18336 h 104965"/>
                  <a:gd name="connsiteX19" fmla="*/ 80867 w 105203"/>
                  <a:gd name="connsiteY19" fmla="*/ 18336 h 104965"/>
                  <a:gd name="connsiteX20" fmla="*/ 52483 w 105203"/>
                  <a:gd name="connsiteY20" fmla="*/ 23860 h 104965"/>
                  <a:gd name="connsiteX21" fmla="*/ 52721 w 105203"/>
                  <a:gd name="connsiteY21" fmla="*/ 23860 h 104965"/>
                  <a:gd name="connsiteX22" fmla="*/ 81343 w 105203"/>
                  <a:gd name="connsiteY22" fmla="*/ 52483 h 104965"/>
                  <a:gd name="connsiteX23" fmla="*/ 81343 w 105203"/>
                  <a:gd name="connsiteY23" fmla="*/ 52483 h 104965"/>
                  <a:gd name="connsiteX24" fmla="*/ 52721 w 105203"/>
                  <a:gd name="connsiteY24" fmla="*/ 81105 h 104965"/>
                  <a:gd name="connsiteX25" fmla="*/ 52483 w 105203"/>
                  <a:gd name="connsiteY25" fmla="*/ 81105 h 104965"/>
                  <a:gd name="connsiteX26" fmla="*/ 24098 w 105203"/>
                  <a:gd name="connsiteY26" fmla="*/ 52483 h 104965"/>
                  <a:gd name="connsiteX27" fmla="*/ 24098 w 105203"/>
                  <a:gd name="connsiteY27" fmla="*/ 52483 h 104965"/>
                  <a:gd name="connsiteX28" fmla="*/ 52483 w 105203"/>
                  <a:gd name="connsiteY28" fmla="*/ 23860 h 104965"/>
                  <a:gd name="connsiteX29" fmla="*/ 52483 w 105203"/>
                  <a:gd name="connsiteY29" fmla="*/ 23860 h 104965"/>
                  <a:gd name="connsiteX30" fmla="*/ 52483 w 105203"/>
                  <a:gd name="connsiteY30" fmla="*/ 33623 h 104965"/>
                  <a:gd name="connsiteX31" fmla="*/ 52721 w 105203"/>
                  <a:gd name="connsiteY31" fmla="*/ 33623 h 104965"/>
                  <a:gd name="connsiteX32" fmla="*/ 71533 w 105203"/>
                  <a:gd name="connsiteY32" fmla="*/ 52435 h 104965"/>
                  <a:gd name="connsiteX33" fmla="*/ 71533 w 105203"/>
                  <a:gd name="connsiteY33" fmla="*/ 52435 h 104965"/>
                  <a:gd name="connsiteX34" fmla="*/ 52721 w 105203"/>
                  <a:gd name="connsiteY34" fmla="*/ 71533 h 104965"/>
                  <a:gd name="connsiteX35" fmla="*/ 52483 w 105203"/>
                  <a:gd name="connsiteY35" fmla="*/ 71533 h 104965"/>
                  <a:gd name="connsiteX36" fmla="*/ 33671 w 105203"/>
                  <a:gd name="connsiteY36" fmla="*/ 52435 h 104965"/>
                  <a:gd name="connsiteX37" fmla="*/ 33671 w 105203"/>
                  <a:gd name="connsiteY37" fmla="*/ 52435 h 104965"/>
                  <a:gd name="connsiteX38" fmla="*/ 52483 w 105203"/>
                  <a:gd name="connsiteY38" fmla="*/ 33623 h 104965"/>
                  <a:gd name="connsiteX39" fmla="*/ 52483 w 105203"/>
                  <a:gd name="connsiteY39" fmla="*/ 33623 h 104965"/>
                  <a:gd name="connsiteX40" fmla="*/ 28623 w 105203"/>
                  <a:gd name="connsiteY40" fmla="*/ 9049 h 104965"/>
                  <a:gd name="connsiteX41" fmla="*/ 76581 w 105203"/>
                  <a:gd name="connsiteY41" fmla="*/ 9049 h 104965"/>
                  <a:gd name="connsiteX42" fmla="*/ 96155 w 105203"/>
                  <a:gd name="connsiteY42" fmla="*/ 28623 h 104965"/>
                  <a:gd name="connsiteX43" fmla="*/ 96155 w 105203"/>
                  <a:gd name="connsiteY43" fmla="*/ 76343 h 104965"/>
                  <a:gd name="connsiteX44" fmla="*/ 76581 w 105203"/>
                  <a:gd name="connsiteY44" fmla="*/ 95917 h 104965"/>
                  <a:gd name="connsiteX45" fmla="*/ 28623 w 105203"/>
                  <a:gd name="connsiteY45" fmla="*/ 95917 h 104965"/>
                  <a:gd name="connsiteX46" fmla="*/ 9049 w 105203"/>
                  <a:gd name="connsiteY46" fmla="*/ 76343 h 104965"/>
                  <a:gd name="connsiteX47" fmla="*/ 9049 w 105203"/>
                  <a:gd name="connsiteY47" fmla="*/ 28623 h 104965"/>
                  <a:gd name="connsiteX48" fmla="*/ 28623 w 105203"/>
                  <a:gd name="connsiteY48" fmla="*/ 9049 h 104965"/>
                  <a:gd name="connsiteX49" fmla="*/ 28623 w 105203"/>
                  <a:gd name="connsiteY49" fmla="*/ 9049 h 104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05203" h="104965">
                    <a:moveTo>
                      <a:pt x="28384" y="0"/>
                    </a:moveTo>
                    <a:lnTo>
                      <a:pt x="76819" y="0"/>
                    </a:lnTo>
                    <a:cubicBezTo>
                      <a:pt x="92392" y="0"/>
                      <a:pt x="105204" y="12811"/>
                      <a:pt x="105204" y="28385"/>
                    </a:cubicBezTo>
                    <a:lnTo>
                      <a:pt x="105204" y="76581"/>
                    </a:lnTo>
                    <a:cubicBezTo>
                      <a:pt x="105204" y="92154"/>
                      <a:pt x="92392" y="104966"/>
                      <a:pt x="76819" y="104966"/>
                    </a:cubicBezTo>
                    <a:lnTo>
                      <a:pt x="28384" y="104966"/>
                    </a:lnTo>
                    <a:cubicBezTo>
                      <a:pt x="12811" y="104966"/>
                      <a:pt x="0" y="92154"/>
                      <a:pt x="0" y="76581"/>
                    </a:cubicBezTo>
                    <a:lnTo>
                      <a:pt x="0" y="28385"/>
                    </a:lnTo>
                    <a:cubicBezTo>
                      <a:pt x="0" y="12811"/>
                      <a:pt x="12811" y="0"/>
                      <a:pt x="28384" y="0"/>
                    </a:cubicBezTo>
                    <a:lnTo>
                      <a:pt x="28384" y="0"/>
                    </a:lnTo>
                    <a:close/>
                    <a:moveTo>
                      <a:pt x="80867" y="18336"/>
                    </a:moveTo>
                    <a:lnTo>
                      <a:pt x="80867" y="18336"/>
                    </a:lnTo>
                    <a:cubicBezTo>
                      <a:pt x="84153" y="18336"/>
                      <a:pt x="86916" y="21098"/>
                      <a:pt x="86916" y="24384"/>
                    </a:cubicBezTo>
                    <a:lnTo>
                      <a:pt x="86916" y="24384"/>
                    </a:lnTo>
                    <a:cubicBezTo>
                      <a:pt x="86916" y="27670"/>
                      <a:pt x="84153" y="30432"/>
                      <a:pt x="80867" y="30432"/>
                    </a:cubicBezTo>
                    <a:lnTo>
                      <a:pt x="80867" y="30432"/>
                    </a:lnTo>
                    <a:cubicBezTo>
                      <a:pt x="77343" y="30432"/>
                      <a:pt x="74819" y="27670"/>
                      <a:pt x="74819" y="24384"/>
                    </a:cubicBezTo>
                    <a:lnTo>
                      <a:pt x="74819" y="24384"/>
                    </a:lnTo>
                    <a:cubicBezTo>
                      <a:pt x="74819" y="21098"/>
                      <a:pt x="77343" y="18336"/>
                      <a:pt x="80867" y="18336"/>
                    </a:cubicBezTo>
                    <a:lnTo>
                      <a:pt x="80867" y="18336"/>
                    </a:lnTo>
                    <a:close/>
                    <a:moveTo>
                      <a:pt x="52483" y="23860"/>
                    </a:moveTo>
                    <a:lnTo>
                      <a:pt x="52721" y="23860"/>
                    </a:lnTo>
                    <a:cubicBezTo>
                      <a:pt x="68294" y="23860"/>
                      <a:pt x="81343" y="36909"/>
                      <a:pt x="81343" y="52483"/>
                    </a:cubicBezTo>
                    <a:lnTo>
                      <a:pt x="81343" y="52483"/>
                    </a:lnTo>
                    <a:cubicBezTo>
                      <a:pt x="81343" y="68294"/>
                      <a:pt x="68294" y="81105"/>
                      <a:pt x="52721" y="81105"/>
                    </a:cubicBezTo>
                    <a:lnTo>
                      <a:pt x="52483" y="81105"/>
                    </a:lnTo>
                    <a:cubicBezTo>
                      <a:pt x="36909" y="81105"/>
                      <a:pt x="24098" y="68294"/>
                      <a:pt x="24098" y="52483"/>
                    </a:cubicBezTo>
                    <a:lnTo>
                      <a:pt x="24098" y="52483"/>
                    </a:lnTo>
                    <a:cubicBezTo>
                      <a:pt x="24098" y="36909"/>
                      <a:pt x="36909" y="23860"/>
                      <a:pt x="52483" y="23860"/>
                    </a:cubicBezTo>
                    <a:lnTo>
                      <a:pt x="52483" y="23860"/>
                    </a:lnTo>
                    <a:close/>
                    <a:moveTo>
                      <a:pt x="52483" y="33623"/>
                    </a:moveTo>
                    <a:lnTo>
                      <a:pt x="52721" y="33623"/>
                    </a:lnTo>
                    <a:cubicBezTo>
                      <a:pt x="63008" y="33623"/>
                      <a:pt x="71533" y="42148"/>
                      <a:pt x="71533" y="52435"/>
                    </a:cubicBezTo>
                    <a:lnTo>
                      <a:pt x="71533" y="52435"/>
                    </a:lnTo>
                    <a:cubicBezTo>
                      <a:pt x="71533" y="62960"/>
                      <a:pt x="63008" y="71533"/>
                      <a:pt x="52721" y="71533"/>
                    </a:cubicBezTo>
                    <a:lnTo>
                      <a:pt x="52483" y="71533"/>
                    </a:lnTo>
                    <a:cubicBezTo>
                      <a:pt x="42196" y="71533"/>
                      <a:pt x="33671" y="63008"/>
                      <a:pt x="33671" y="52435"/>
                    </a:cubicBezTo>
                    <a:lnTo>
                      <a:pt x="33671" y="52435"/>
                    </a:lnTo>
                    <a:cubicBezTo>
                      <a:pt x="33671" y="42148"/>
                      <a:pt x="42196" y="33623"/>
                      <a:pt x="52483" y="33623"/>
                    </a:cubicBezTo>
                    <a:lnTo>
                      <a:pt x="52483" y="33623"/>
                    </a:lnTo>
                    <a:close/>
                    <a:moveTo>
                      <a:pt x="28623" y="9049"/>
                    </a:moveTo>
                    <a:lnTo>
                      <a:pt x="76581" y="9049"/>
                    </a:lnTo>
                    <a:cubicBezTo>
                      <a:pt x="87392" y="9049"/>
                      <a:pt x="96155" y="17812"/>
                      <a:pt x="96155" y="28623"/>
                    </a:cubicBezTo>
                    <a:lnTo>
                      <a:pt x="96155" y="76343"/>
                    </a:lnTo>
                    <a:cubicBezTo>
                      <a:pt x="96155" y="87154"/>
                      <a:pt x="87392" y="95917"/>
                      <a:pt x="76581" y="95917"/>
                    </a:cubicBezTo>
                    <a:lnTo>
                      <a:pt x="28623" y="95917"/>
                    </a:lnTo>
                    <a:cubicBezTo>
                      <a:pt x="17812" y="95917"/>
                      <a:pt x="9049" y="87154"/>
                      <a:pt x="9049" y="76343"/>
                    </a:cubicBezTo>
                    <a:lnTo>
                      <a:pt x="9049" y="28623"/>
                    </a:lnTo>
                    <a:cubicBezTo>
                      <a:pt x="9049" y="17812"/>
                      <a:pt x="17812" y="9049"/>
                      <a:pt x="28623" y="9049"/>
                    </a:cubicBezTo>
                    <a:lnTo>
                      <a:pt x="28623" y="9049"/>
                    </a:lnTo>
                    <a:close/>
                  </a:path>
                </a:pathLst>
              </a:custGeom>
              <a:solidFill>
                <a:srgbClr val="FFFFFF"/>
              </a:solidFill>
              <a:ln w="4763" cap="flat">
                <a:noFill/>
                <a:prstDash val="solid"/>
                <a:miter/>
              </a:ln>
            </p:spPr>
            <p:txBody>
              <a:bodyPr rtlCol="0" anchor="ctr"/>
              <a:lstStyle/>
              <a:p>
                <a:endParaRPr lang="en-AU"/>
              </a:p>
            </p:txBody>
          </p:sp>
        </p:grpSp>
        <p:grpSp>
          <p:nvGrpSpPr>
            <p:cNvPr id="24" name="Graphic 3">
              <a:extLst>
                <a:ext uri="{FF2B5EF4-FFF2-40B4-BE49-F238E27FC236}">
                  <a16:creationId xmlns:a16="http://schemas.microsoft.com/office/drawing/2014/main" id="{1E38CE80-668F-33FD-4068-4CE84CB701AD}"/>
                </a:ext>
              </a:extLst>
            </p:cNvPr>
            <p:cNvGrpSpPr/>
            <p:nvPr/>
          </p:nvGrpSpPr>
          <p:grpSpPr>
            <a:xfrm>
              <a:off x="217360" y="4600908"/>
              <a:ext cx="171354" cy="171354"/>
              <a:chOff x="217360" y="4600908"/>
              <a:chExt cx="171354" cy="171354"/>
            </a:xfrm>
            <a:solidFill>
              <a:srgbClr val="FFFFFF"/>
            </a:solidFill>
          </p:grpSpPr>
          <p:sp>
            <p:nvSpPr>
              <p:cNvPr id="25" name="Freeform: Shape 24">
                <a:extLst>
                  <a:ext uri="{FF2B5EF4-FFF2-40B4-BE49-F238E27FC236}">
                    <a16:creationId xmlns:a16="http://schemas.microsoft.com/office/drawing/2014/main" id="{DC5C4339-27F3-3A60-4691-313A45B4636F}"/>
                  </a:ext>
                </a:extLst>
              </p:cNvPr>
              <p:cNvSpPr/>
              <p:nvPr/>
            </p:nvSpPr>
            <p:spPr>
              <a:xfrm>
                <a:off x="217360" y="4600908"/>
                <a:ext cx="171354" cy="171354"/>
              </a:xfrm>
              <a:custGeom>
                <a:avLst/>
                <a:gdLst>
                  <a:gd name="connsiteX0" fmla="*/ 85677 w 171354"/>
                  <a:gd name="connsiteY0" fmla="*/ 171355 h 171354"/>
                  <a:gd name="connsiteX1" fmla="*/ 0 w 171354"/>
                  <a:gd name="connsiteY1" fmla="*/ 85677 h 171354"/>
                  <a:gd name="connsiteX2" fmla="*/ 85677 w 171354"/>
                  <a:gd name="connsiteY2" fmla="*/ 0 h 171354"/>
                  <a:gd name="connsiteX3" fmla="*/ 171355 w 171354"/>
                  <a:gd name="connsiteY3" fmla="*/ 85677 h 171354"/>
                  <a:gd name="connsiteX4" fmla="*/ 85677 w 171354"/>
                  <a:gd name="connsiteY4" fmla="*/ 171355 h 171354"/>
                  <a:gd name="connsiteX5" fmla="*/ 85677 w 171354"/>
                  <a:gd name="connsiteY5" fmla="*/ 6620 h 171354"/>
                  <a:gd name="connsiteX6" fmla="*/ 6620 w 171354"/>
                  <a:gd name="connsiteY6" fmla="*/ 85677 h 171354"/>
                  <a:gd name="connsiteX7" fmla="*/ 85677 w 171354"/>
                  <a:gd name="connsiteY7" fmla="*/ 164735 h 171354"/>
                  <a:gd name="connsiteX8" fmla="*/ 164735 w 171354"/>
                  <a:gd name="connsiteY8" fmla="*/ 85677 h 171354"/>
                  <a:gd name="connsiteX9" fmla="*/ 85677 w 171354"/>
                  <a:gd name="connsiteY9" fmla="*/ 6620 h 171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54" h="171354">
                    <a:moveTo>
                      <a:pt x="85677" y="171355"/>
                    </a:moveTo>
                    <a:cubicBezTo>
                      <a:pt x="38433" y="171355"/>
                      <a:pt x="0" y="132921"/>
                      <a:pt x="0" y="85677"/>
                    </a:cubicBezTo>
                    <a:cubicBezTo>
                      <a:pt x="0" y="38433"/>
                      <a:pt x="38433" y="0"/>
                      <a:pt x="85677" y="0"/>
                    </a:cubicBezTo>
                    <a:cubicBezTo>
                      <a:pt x="132921" y="0"/>
                      <a:pt x="171355" y="38433"/>
                      <a:pt x="171355" y="85677"/>
                    </a:cubicBezTo>
                    <a:cubicBezTo>
                      <a:pt x="171355" y="132921"/>
                      <a:pt x="132921" y="171355"/>
                      <a:pt x="85677" y="171355"/>
                    </a:cubicBezTo>
                    <a:close/>
                    <a:moveTo>
                      <a:pt x="85677" y="6620"/>
                    </a:moveTo>
                    <a:cubicBezTo>
                      <a:pt x="42101" y="6620"/>
                      <a:pt x="6620" y="42101"/>
                      <a:pt x="6620" y="85677"/>
                    </a:cubicBezTo>
                    <a:cubicBezTo>
                      <a:pt x="6620" y="129254"/>
                      <a:pt x="42101" y="164735"/>
                      <a:pt x="85677" y="164735"/>
                    </a:cubicBezTo>
                    <a:cubicBezTo>
                      <a:pt x="129254" y="164735"/>
                      <a:pt x="164735" y="129254"/>
                      <a:pt x="164735" y="85677"/>
                    </a:cubicBezTo>
                    <a:cubicBezTo>
                      <a:pt x="164735" y="42101"/>
                      <a:pt x="129254" y="6620"/>
                      <a:pt x="85677" y="6620"/>
                    </a:cubicBezTo>
                    <a:close/>
                  </a:path>
                </a:pathLst>
              </a:custGeom>
              <a:solidFill>
                <a:srgbClr val="FFFFFF"/>
              </a:solidFill>
              <a:ln w="4763" cap="flat">
                <a:noFill/>
                <a:prstDash val="solid"/>
                <a:miter/>
              </a:ln>
            </p:spPr>
            <p:txBody>
              <a:bodyPr rtlCol="0" anchor="ctr"/>
              <a:lstStyle/>
              <a:p>
                <a:endParaRPr lang="en-AU"/>
              </a:p>
            </p:txBody>
          </p:sp>
          <p:sp>
            <p:nvSpPr>
              <p:cNvPr id="26" name="Freeform: Shape 25">
                <a:extLst>
                  <a:ext uri="{FF2B5EF4-FFF2-40B4-BE49-F238E27FC236}">
                    <a16:creationId xmlns:a16="http://schemas.microsoft.com/office/drawing/2014/main" id="{4E0AF755-8025-9045-AFC0-345262DD6301}"/>
                  </a:ext>
                </a:extLst>
              </p:cNvPr>
              <p:cNvSpPr/>
              <p:nvPr/>
            </p:nvSpPr>
            <p:spPr>
              <a:xfrm>
                <a:off x="265223" y="4643008"/>
                <a:ext cx="75580" cy="76009"/>
              </a:xfrm>
              <a:custGeom>
                <a:avLst/>
                <a:gdLst>
                  <a:gd name="connsiteX0" fmla="*/ 1524 w 75580"/>
                  <a:gd name="connsiteY0" fmla="*/ 25527 h 76009"/>
                  <a:gd name="connsiteX1" fmla="*/ 16526 w 75580"/>
                  <a:gd name="connsiteY1" fmla="*/ 25527 h 76009"/>
                  <a:gd name="connsiteX2" fmla="*/ 16526 w 75580"/>
                  <a:gd name="connsiteY2" fmla="*/ 75914 h 76009"/>
                  <a:gd name="connsiteX3" fmla="*/ 1524 w 75580"/>
                  <a:gd name="connsiteY3" fmla="*/ 75914 h 76009"/>
                  <a:gd name="connsiteX4" fmla="*/ 1524 w 75580"/>
                  <a:gd name="connsiteY4" fmla="*/ 25527 h 76009"/>
                  <a:gd name="connsiteX5" fmla="*/ 8906 w 75580"/>
                  <a:gd name="connsiteY5" fmla="*/ 0 h 76009"/>
                  <a:gd name="connsiteX6" fmla="*/ 18002 w 75580"/>
                  <a:gd name="connsiteY6" fmla="*/ 9096 h 76009"/>
                  <a:gd name="connsiteX7" fmla="*/ 8906 w 75580"/>
                  <a:gd name="connsiteY7" fmla="*/ 18193 h 76009"/>
                  <a:gd name="connsiteX8" fmla="*/ 0 w 75580"/>
                  <a:gd name="connsiteY8" fmla="*/ 9096 h 76009"/>
                  <a:gd name="connsiteX9" fmla="*/ 8906 w 75580"/>
                  <a:gd name="connsiteY9" fmla="*/ 0 h 76009"/>
                  <a:gd name="connsiteX10" fmla="*/ 8906 w 75580"/>
                  <a:gd name="connsiteY10" fmla="*/ 0 h 76009"/>
                  <a:gd name="connsiteX11" fmla="*/ 25384 w 75580"/>
                  <a:gd name="connsiteY11" fmla="*/ 25527 h 76009"/>
                  <a:gd name="connsiteX12" fmla="*/ 40195 w 75580"/>
                  <a:gd name="connsiteY12" fmla="*/ 25527 h 76009"/>
                  <a:gd name="connsiteX13" fmla="*/ 40195 w 75580"/>
                  <a:gd name="connsiteY13" fmla="*/ 32575 h 76009"/>
                  <a:gd name="connsiteX14" fmla="*/ 54435 w 75580"/>
                  <a:gd name="connsiteY14" fmla="*/ 25003 h 76009"/>
                  <a:gd name="connsiteX15" fmla="*/ 58531 w 75580"/>
                  <a:gd name="connsiteY15" fmla="*/ 25003 h 76009"/>
                  <a:gd name="connsiteX16" fmla="*/ 75581 w 75580"/>
                  <a:gd name="connsiteY16" fmla="*/ 42053 h 76009"/>
                  <a:gd name="connsiteX17" fmla="*/ 75581 w 75580"/>
                  <a:gd name="connsiteY17" fmla="*/ 75962 h 76009"/>
                  <a:gd name="connsiteX18" fmla="*/ 60769 w 75580"/>
                  <a:gd name="connsiteY18" fmla="*/ 75962 h 76009"/>
                  <a:gd name="connsiteX19" fmla="*/ 60769 w 75580"/>
                  <a:gd name="connsiteY19" fmla="*/ 71342 h 76009"/>
                  <a:gd name="connsiteX20" fmla="*/ 60769 w 75580"/>
                  <a:gd name="connsiteY20" fmla="*/ 71342 h 76009"/>
                  <a:gd name="connsiteX21" fmla="*/ 60769 w 75580"/>
                  <a:gd name="connsiteY21" fmla="*/ 48768 h 76009"/>
                  <a:gd name="connsiteX22" fmla="*/ 60769 w 75580"/>
                  <a:gd name="connsiteY22" fmla="*/ 48768 h 76009"/>
                  <a:gd name="connsiteX23" fmla="*/ 50959 w 75580"/>
                  <a:gd name="connsiteY23" fmla="*/ 38576 h 76009"/>
                  <a:gd name="connsiteX24" fmla="*/ 50959 w 75580"/>
                  <a:gd name="connsiteY24" fmla="*/ 38576 h 76009"/>
                  <a:gd name="connsiteX25" fmla="*/ 40195 w 75580"/>
                  <a:gd name="connsiteY25" fmla="*/ 48768 h 76009"/>
                  <a:gd name="connsiteX26" fmla="*/ 40195 w 75580"/>
                  <a:gd name="connsiteY26" fmla="*/ 48768 h 76009"/>
                  <a:gd name="connsiteX27" fmla="*/ 40195 w 75580"/>
                  <a:gd name="connsiteY27" fmla="*/ 76009 h 76009"/>
                  <a:gd name="connsiteX28" fmla="*/ 25384 w 75580"/>
                  <a:gd name="connsiteY28" fmla="*/ 76009 h 76009"/>
                  <a:gd name="connsiteX29" fmla="*/ 25384 w 75580"/>
                  <a:gd name="connsiteY29" fmla="*/ 25622 h 76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75580" h="76009">
                    <a:moveTo>
                      <a:pt x="1524" y="25527"/>
                    </a:moveTo>
                    <a:lnTo>
                      <a:pt x="16526" y="25527"/>
                    </a:lnTo>
                    <a:lnTo>
                      <a:pt x="16526" y="75914"/>
                    </a:lnTo>
                    <a:lnTo>
                      <a:pt x="1524" y="75914"/>
                    </a:lnTo>
                    <a:lnTo>
                      <a:pt x="1524" y="25527"/>
                    </a:lnTo>
                    <a:close/>
                    <a:moveTo>
                      <a:pt x="8906" y="0"/>
                    </a:moveTo>
                    <a:cubicBezTo>
                      <a:pt x="13907" y="0"/>
                      <a:pt x="18002" y="4096"/>
                      <a:pt x="18002" y="9096"/>
                    </a:cubicBezTo>
                    <a:cubicBezTo>
                      <a:pt x="18002" y="14097"/>
                      <a:pt x="13907" y="18193"/>
                      <a:pt x="8906" y="18193"/>
                    </a:cubicBezTo>
                    <a:cubicBezTo>
                      <a:pt x="3905" y="18193"/>
                      <a:pt x="0" y="14097"/>
                      <a:pt x="0" y="9096"/>
                    </a:cubicBezTo>
                    <a:cubicBezTo>
                      <a:pt x="0" y="4096"/>
                      <a:pt x="3905" y="0"/>
                      <a:pt x="8906" y="0"/>
                    </a:cubicBezTo>
                    <a:lnTo>
                      <a:pt x="8906" y="0"/>
                    </a:lnTo>
                    <a:close/>
                    <a:moveTo>
                      <a:pt x="25384" y="25527"/>
                    </a:moveTo>
                    <a:lnTo>
                      <a:pt x="40195" y="25527"/>
                    </a:lnTo>
                    <a:lnTo>
                      <a:pt x="40195" y="32575"/>
                    </a:lnTo>
                    <a:cubicBezTo>
                      <a:pt x="43339" y="27956"/>
                      <a:pt x="48530" y="25003"/>
                      <a:pt x="54435" y="25003"/>
                    </a:cubicBezTo>
                    <a:lnTo>
                      <a:pt x="58531" y="25003"/>
                    </a:lnTo>
                    <a:cubicBezTo>
                      <a:pt x="67961" y="25003"/>
                      <a:pt x="75581" y="32766"/>
                      <a:pt x="75581" y="42053"/>
                    </a:cubicBezTo>
                    <a:lnTo>
                      <a:pt x="75581" y="75962"/>
                    </a:lnTo>
                    <a:lnTo>
                      <a:pt x="60769" y="75962"/>
                    </a:lnTo>
                    <a:lnTo>
                      <a:pt x="60769" y="71342"/>
                    </a:lnTo>
                    <a:lnTo>
                      <a:pt x="60769" y="71342"/>
                    </a:lnTo>
                    <a:lnTo>
                      <a:pt x="60769" y="48768"/>
                    </a:lnTo>
                    <a:lnTo>
                      <a:pt x="60769" y="48768"/>
                    </a:lnTo>
                    <a:cubicBezTo>
                      <a:pt x="60579" y="43005"/>
                      <a:pt x="56674" y="38576"/>
                      <a:pt x="50959" y="38576"/>
                    </a:cubicBezTo>
                    <a:lnTo>
                      <a:pt x="50959" y="38576"/>
                    </a:lnTo>
                    <a:cubicBezTo>
                      <a:pt x="45196" y="38576"/>
                      <a:pt x="40386" y="43005"/>
                      <a:pt x="40195" y="48768"/>
                    </a:cubicBezTo>
                    <a:lnTo>
                      <a:pt x="40195" y="48768"/>
                    </a:lnTo>
                    <a:lnTo>
                      <a:pt x="40195" y="76009"/>
                    </a:lnTo>
                    <a:lnTo>
                      <a:pt x="25384" y="76009"/>
                    </a:lnTo>
                    <a:lnTo>
                      <a:pt x="25384" y="25622"/>
                    </a:lnTo>
                    <a:close/>
                  </a:path>
                </a:pathLst>
              </a:custGeom>
              <a:solidFill>
                <a:srgbClr val="FFFFFF"/>
              </a:solidFill>
              <a:ln w="4763" cap="flat">
                <a:noFill/>
                <a:prstDash val="solid"/>
                <a:miter/>
              </a:ln>
            </p:spPr>
            <p:txBody>
              <a:bodyPr rtlCol="0" anchor="ctr"/>
              <a:lstStyle/>
              <a:p>
                <a:endParaRPr lang="en-AU"/>
              </a:p>
            </p:txBody>
          </p:sp>
        </p:grpSp>
        <p:grpSp>
          <p:nvGrpSpPr>
            <p:cNvPr id="27" name="Graphic 3">
              <a:extLst>
                <a:ext uri="{FF2B5EF4-FFF2-40B4-BE49-F238E27FC236}">
                  <a16:creationId xmlns:a16="http://schemas.microsoft.com/office/drawing/2014/main" id="{4AF81122-B682-3D4F-1692-03A9A1D0D0D9}"/>
                </a:ext>
              </a:extLst>
            </p:cNvPr>
            <p:cNvGrpSpPr/>
            <p:nvPr/>
          </p:nvGrpSpPr>
          <p:grpSpPr>
            <a:xfrm>
              <a:off x="991457" y="4600908"/>
              <a:ext cx="171354" cy="171354"/>
              <a:chOff x="991457" y="4600908"/>
              <a:chExt cx="171354" cy="171354"/>
            </a:xfrm>
            <a:solidFill>
              <a:srgbClr val="FFFFFF"/>
            </a:solidFill>
          </p:grpSpPr>
          <p:sp>
            <p:nvSpPr>
              <p:cNvPr id="28" name="Freeform: Shape 27">
                <a:extLst>
                  <a:ext uri="{FF2B5EF4-FFF2-40B4-BE49-F238E27FC236}">
                    <a16:creationId xmlns:a16="http://schemas.microsoft.com/office/drawing/2014/main" id="{C107F021-466F-02E9-8D53-CF6B99842509}"/>
                  </a:ext>
                </a:extLst>
              </p:cNvPr>
              <p:cNvSpPr/>
              <p:nvPr/>
            </p:nvSpPr>
            <p:spPr>
              <a:xfrm>
                <a:off x="991457" y="4600908"/>
                <a:ext cx="171354" cy="171354"/>
              </a:xfrm>
              <a:custGeom>
                <a:avLst/>
                <a:gdLst>
                  <a:gd name="connsiteX0" fmla="*/ 85677 w 171354"/>
                  <a:gd name="connsiteY0" fmla="*/ 171355 h 171354"/>
                  <a:gd name="connsiteX1" fmla="*/ 0 w 171354"/>
                  <a:gd name="connsiteY1" fmla="*/ 85677 h 171354"/>
                  <a:gd name="connsiteX2" fmla="*/ 85677 w 171354"/>
                  <a:gd name="connsiteY2" fmla="*/ 0 h 171354"/>
                  <a:gd name="connsiteX3" fmla="*/ 171355 w 171354"/>
                  <a:gd name="connsiteY3" fmla="*/ 85677 h 171354"/>
                  <a:gd name="connsiteX4" fmla="*/ 85677 w 171354"/>
                  <a:gd name="connsiteY4" fmla="*/ 171355 h 171354"/>
                  <a:gd name="connsiteX5" fmla="*/ 85677 w 171354"/>
                  <a:gd name="connsiteY5" fmla="*/ 6620 h 171354"/>
                  <a:gd name="connsiteX6" fmla="*/ 6620 w 171354"/>
                  <a:gd name="connsiteY6" fmla="*/ 85677 h 171354"/>
                  <a:gd name="connsiteX7" fmla="*/ 85677 w 171354"/>
                  <a:gd name="connsiteY7" fmla="*/ 164735 h 171354"/>
                  <a:gd name="connsiteX8" fmla="*/ 164735 w 171354"/>
                  <a:gd name="connsiteY8" fmla="*/ 85677 h 171354"/>
                  <a:gd name="connsiteX9" fmla="*/ 85677 w 171354"/>
                  <a:gd name="connsiteY9" fmla="*/ 6620 h 171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54" h="171354">
                    <a:moveTo>
                      <a:pt x="85677" y="171355"/>
                    </a:moveTo>
                    <a:cubicBezTo>
                      <a:pt x="38433" y="171355"/>
                      <a:pt x="0" y="132921"/>
                      <a:pt x="0" y="85677"/>
                    </a:cubicBezTo>
                    <a:cubicBezTo>
                      <a:pt x="0" y="38433"/>
                      <a:pt x="38433" y="0"/>
                      <a:pt x="85677" y="0"/>
                    </a:cubicBezTo>
                    <a:cubicBezTo>
                      <a:pt x="132921" y="0"/>
                      <a:pt x="171355" y="38433"/>
                      <a:pt x="171355" y="85677"/>
                    </a:cubicBezTo>
                    <a:cubicBezTo>
                      <a:pt x="171355" y="132921"/>
                      <a:pt x="132921" y="171355"/>
                      <a:pt x="85677" y="171355"/>
                    </a:cubicBezTo>
                    <a:close/>
                    <a:moveTo>
                      <a:pt x="85677" y="6620"/>
                    </a:moveTo>
                    <a:cubicBezTo>
                      <a:pt x="42101" y="6620"/>
                      <a:pt x="6620" y="42101"/>
                      <a:pt x="6620" y="85677"/>
                    </a:cubicBezTo>
                    <a:cubicBezTo>
                      <a:pt x="6620" y="129254"/>
                      <a:pt x="42101" y="164735"/>
                      <a:pt x="85677" y="164735"/>
                    </a:cubicBezTo>
                    <a:cubicBezTo>
                      <a:pt x="129254" y="164735"/>
                      <a:pt x="164735" y="129254"/>
                      <a:pt x="164735" y="85677"/>
                    </a:cubicBezTo>
                    <a:cubicBezTo>
                      <a:pt x="164735" y="42101"/>
                      <a:pt x="129254" y="6620"/>
                      <a:pt x="85677" y="6620"/>
                    </a:cubicBezTo>
                    <a:close/>
                  </a:path>
                </a:pathLst>
              </a:custGeom>
              <a:solidFill>
                <a:srgbClr val="FFFFFF"/>
              </a:solidFill>
              <a:ln w="4763" cap="flat">
                <a:noFill/>
                <a:prstDash val="solid"/>
                <a:miter/>
              </a:ln>
            </p:spPr>
            <p:txBody>
              <a:bodyPr rtlCol="0" anchor="ctr"/>
              <a:lstStyle/>
              <a:p>
                <a:endParaRPr lang="en-AU"/>
              </a:p>
            </p:txBody>
          </p:sp>
          <p:sp>
            <p:nvSpPr>
              <p:cNvPr id="29" name="Freeform: Shape 28">
                <a:extLst>
                  <a:ext uri="{FF2B5EF4-FFF2-40B4-BE49-F238E27FC236}">
                    <a16:creationId xmlns:a16="http://schemas.microsoft.com/office/drawing/2014/main" id="{0A6EAA11-2208-EDD8-E640-9C795B4DAED8}"/>
                  </a:ext>
                </a:extLst>
              </p:cNvPr>
              <p:cNvSpPr/>
              <p:nvPr/>
            </p:nvSpPr>
            <p:spPr>
              <a:xfrm>
                <a:off x="1026509" y="4650581"/>
                <a:ext cx="101441" cy="71723"/>
              </a:xfrm>
              <a:custGeom>
                <a:avLst/>
                <a:gdLst>
                  <a:gd name="connsiteX0" fmla="*/ 100251 w 101441"/>
                  <a:gd name="connsiteY0" fmla="*/ 15764 h 71723"/>
                  <a:gd name="connsiteX1" fmla="*/ 81105 w 101441"/>
                  <a:gd name="connsiteY1" fmla="*/ 1191 h 71723"/>
                  <a:gd name="connsiteX2" fmla="*/ 50721 w 101441"/>
                  <a:gd name="connsiteY2" fmla="*/ 0 h 71723"/>
                  <a:gd name="connsiteX3" fmla="*/ 20336 w 101441"/>
                  <a:gd name="connsiteY3" fmla="*/ 1191 h 71723"/>
                  <a:gd name="connsiteX4" fmla="*/ 1000 w 101441"/>
                  <a:gd name="connsiteY4" fmla="*/ 15764 h 71723"/>
                  <a:gd name="connsiteX5" fmla="*/ 0 w 101441"/>
                  <a:gd name="connsiteY5" fmla="*/ 35862 h 71723"/>
                  <a:gd name="connsiteX6" fmla="*/ 1000 w 101441"/>
                  <a:gd name="connsiteY6" fmla="*/ 55959 h 71723"/>
                  <a:gd name="connsiteX7" fmla="*/ 20336 w 101441"/>
                  <a:gd name="connsiteY7" fmla="*/ 70533 h 71723"/>
                  <a:gd name="connsiteX8" fmla="*/ 50721 w 101441"/>
                  <a:gd name="connsiteY8" fmla="*/ 71723 h 71723"/>
                  <a:gd name="connsiteX9" fmla="*/ 81105 w 101441"/>
                  <a:gd name="connsiteY9" fmla="*/ 70533 h 71723"/>
                  <a:gd name="connsiteX10" fmla="*/ 100251 w 101441"/>
                  <a:gd name="connsiteY10" fmla="*/ 55959 h 71723"/>
                  <a:gd name="connsiteX11" fmla="*/ 101441 w 101441"/>
                  <a:gd name="connsiteY11" fmla="*/ 35862 h 71723"/>
                  <a:gd name="connsiteX12" fmla="*/ 100251 w 101441"/>
                  <a:gd name="connsiteY12" fmla="*/ 15764 h 71723"/>
                  <a:gd name="connsiteX13" fmla="*/ 40481 w 101441"/>
                  <a:gd name="connsiteY13" fmla="*/ 51292 h 71723"/>
                  <a:gd name="connsiteX14" fmla="*/ 40481 w 101441"/>
                  <a:gd name="connsiteY14" fmla="*/ 20717 h 71723"/>
                  <a:gd name="connsiteX15" fmla="*/ 66913 w 101441"/>
                  <a:gd name="connsiteY15" fmla="*/ 35909 h 71723"/>
                  <a:gd name="connsiteX16" fmla="*/ 40481 w 101441"/>
                  <a:gd name="connsiteY16" fmla="*/ 51292 h 71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1441" h="71723">
                    <a:moveTo>
                      <a:pt x="100251" y="15764"/>
                    </a:moveTo>
                    <a:cubicBezTo>
                      <a:pt x="98679" y="4143"/>
                      <a:pt x="92774" y="2143"/>
                      <a:pt x="81105" y="1191"/>
                    </a:cubicBezTo>
                    <a:cubicBezTo>
                      <a:pt x="71057" y="381"/>
                      <a:pt x="59627" y="0"/>
                      <a:pt x="50721" y="0"/>
                    </a:cubicBezTo>
                    <a:cubicBezTo>
                      <a:pt x="41815" y="0"/>
                      <a:pt x="30194" y="381"/>
                      <a:pt x="20336" y="1191"/>
                    </a:cubicBezTo>
                    <a:cubicBezTo>
                      <a:pt x="8715" y="2191"/>
                      <a:pt x="2572" y="4143"/>
                      <a:pt x="1000" y="15764"/>
                    </a:cubicBezTo>
                    <a:cubicBezTo>
                      <a:pt x="429" y="21098"/>
                      <a:pt x="0" y="28384"/>
                      <a:pt x="0" y="35862"/>
                    </a:cubicBezTo>
                    <a:cubicBezTo>
                      <a:pt x="0" y="43339"/>
                      <a:pt x="381" y="50864"/>
                      <a:pt x="1000" y="55959"/>
                    </a:cubicBezTo>
                    <a:cubicBezTo>
                      <a:pt x="2572" y="67818"/>
                      <a:pt x="8715" y="69580"/>
                      <a:pt x="20336" y="70533"/>
                    </a:cubicBezTo>
                    <a:cubicBezTo>
                      <a:pt x="30194" y="71533"/>
                      <a:pt x="41815" y="71723"/>
                      <a:pt x="50721" y="71723"/>
                    </a:cubicBezTo>
                    <a:cubicBezTo>
                      <a:pt x="59627" y="71723"/>
                      <a:pt x="71057" y="71533"/>
                      <a:pt x="81105" y="70533"/>
                    </a:cubicBezTo>
                    <a:cubicBezTo>
                      <a:pt x="92726" y="69532"/>
                      <a:pt x="98679" y="67770"/>
                      <a:pt x="100251" y="55959"/>
                    </a:cubicBezTo>
                    <a:cubicBezTo>
                      <a:pt x="101060" y="50816"/>
                      <a:pt x="101441" y="43339"/>
                      <a:pt x="101441" y="35862"/>
                    </a:cubicBezTo>
                    <a:cubicBezTo>
                      <a:pt x="101441" y="28384"/>
                      <a:pt x="101060" y="21050"/>
                      <a:pt x="100251" y="15764"/>
                    </a:cubicBezTo>
                    <a:close/>
                    <a:moveTo>
                      <a:pt x="40481" y="51292"/>
                    </a:moveTo>
                    <a:lnTo>
                      <a:pt x="40481" y="20717"/>
                    </a:lnTo>
                    <a:lnTo>
                      <a:pt x="66913" y="35909"/>
                    </a:lnTo>
                    <a:lnTo>
                      <a:pt x="40481" y="51292"/>
                    </a:lnTo>
                    <a:close/>
                  </a:path>
                </a:pathLst>
              </a:custGeom>
              <a:solidFill>
                <a:srgbClr val="FFFFFF"/>
              </a:solidFill>
              <a:ln w="4763" cap="flat">
                <a:noFill/>
                <a:prstDash val="solid"/>
                <a:miter/>
              </a:ln>
            </p:spPr>
            <p:txBody>
              <a:bodyPr rtlCol="0" anchor="ctr"/>
              <a:lstStyle/>
              <a:p>
                <a:endParaRPr lang="en-AU"/>
              </a:p>
            </p:txBody>
          </p:sp>
        </p:grpSp>
      </p:grpSp>
      <p:sp>
        <p:nvSpPr>
          <p:cNvPr id="30" name="TextBox 29">
            <a:extLst>
              <a:ext uri="{FF2B5EF4-FFF2-40B4-BE49-F238E27FC236}">
                <a16:creationId xmlns:a16="http://schemas.microsoft.com/office/drawing/2014/main" id="{86AA1CEC-8694-F371-4526-F602B1F47D9A}"/>
              </a:ext>
            </a:extLst>
          </p:cNvPr>
          <p:cNvSpPr txBox="1"/>
          <p:nvPr userDrawn="1"/>
        </p:nvSpPr>
        <p:spPr>
          <a:xfrm>
            <a:off x="293584" y="4859373"/>
            <a:ext cx="3144375" cy="215444"/>
          </a:xfrm>
          <a:prstGeom prst="rect">
            <a:avLst/>
          </a:prstGeom>
          <a:noFill/>
        </p:spPr>
        <p:txBody>
          <a:bodyPr wrap="square" rtlCol="0">
            <a:spAutoFit/>
          </a:bodyPr>
          <a:lstStyle>
            <a:defPPr marR="0" lvl="0" algn="l" rtl="0">
              <a:lnSpc>
                <a:spcPct val="100000"/>
              </a:lnSpc>
              <a:spcBef>
                <a:spcPts val="0"/>
              </a:spcBef>
              <a:spcAft>
                <a:spcPts val="0"/>
              </a:spcAft>
            </a:defPPr>
            <a:lvl1pPr>
              <a:defRPr sz="700">
                <a:solidFill>
                  <a:schemeClr val="bg1"/>
                </a:solidFill>
                <a:effectLst/>
                <a:latin typeface="Verdana" panose="020B0604030504040204" pitchFamily="34" charset="0"/>
                <a:ea typeface="Verdana" panose="020B0604030504040204" pitchFamily="34" charset="0"/>
              </a:defRPr>
            </a:lvl1pPr>
          </a:lstStyle>
          <a:p>
            <a:pPr lvl="0"/>
            <a:r>
              <a:rPr lang="en-US" dirty="0"/>
              <a:t>Copyright © 2025 Ascendion. All rights reserved</a:t>
            </a:r>
          </a:p>
        </p:txBody>
      </p:sp>
      <p:sp>
        <p:nvSpPr>
          <p:cNvPr id="33" name="Google Shape;10;p2">
            <a:extLst>
              <a:ext uri="{FF2B5EF4-FFF2-40B4-BE49-F238E27FC236}">
                <a16:creationId xmlns:a16="http://schemas.microsoft.com/office/drawing/2014/main" id="{D543CF40-CA6C-AB12-3735-CF8AC652A545}"/>
              </a:ext>
            </a:extLst>
          </p:cNvPr>
          <p:cNvSpPr txBox="1">
            <a:spLocks noGrp="1"/>
          </p:cNvSpPr>
          <p:nvPr>
            <p:ph type="ctrTitle" hasCustomPrompt="1"/>
          </p:nvPr>
        </p:nvSpPr>
        <p:spPr>
          <a:xfrm>
            <a:off x="311708" y="2197678"/>
            <a:ext cx="3457652" cy="516890"/>
          </a:xfrm>
          <a:prstGeom prst="rect">
            <a:avLst/>
          </a:prstGeom>
        </p:spPr>
        <p:txBody>
          <a:bodyPr spcFirstLastPara="1" wrap="square" lIns="90000" tIns="90000" rIns="90000" bIns="36000" anchor="b" anchorCtr="0">
            <a:noAutofit/>
          </a:bodyPr>
          <a:lstStyle>
            <a:lvl1pPr lvl="0" algn="l">
              <a:spcBef>
                <a:spcPts val="0"/>
              </a:spcBef>
              <a:spcAft>
                <a:spcPts val="0"/>
              </a:spcAft>
              <a:buSzPts val="5200"/>
              <a:buNone/>
              <a:defRPr sz="2800" b="1">
                <a:solidFill>
                  <a:schemeClr val="bg1"/>
                </a:solidFill>
                <a:latin typeface="PP Neue Machina Plain Ultrabold" pitchFamily="50" charset="0"/>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r>
              <a:rPr lang="en-IN" dirty="0"/>
              <a:t>Thank You</a:t>
            </a:r>
            <a:endParaRPr dirty="0"/>
          </a:p>
        </p:txBody>
      </p:sp>
      <p:sp>
        <p:nvSpPr>
          <p:cNvPr id="3" name="TextBox 2">
            <a:extLst>
              <a:ext uri="{FF2B5EF4-FFF2-40B4-BE49-F238E27FC236}">
                <a16:creationId xmlns:a16="http://schemas.microsoft.com/office/drawing/2014/main" id="{329A658D-D857-9F66-4A62-C89FAD710986}"/>
              </a:ext>
            </a:extLst>
          </p:cNvPr>
          <p:cNvSpPr txBox="1"/>
          <p:nvPr userDrawn="1"/>
        </p:nvSpPr>
        <p:spPr>
          <a:xfrm>
            <a:off x="7464222" y="1251107"/>
            <a:ext cx="1531996" cy="2862322"/>
          </a:xfrm>
          <a:prstGeom prst="rect">
            <a:avLst/>
          </a:prstGeom>
          <a:noFill/>
        </p:spPr>
        <p:txBody>
          <a:bodyPr wrap="square">
            <a:spAutoFit/>
          </a:bodyPr>
          <a:lstStyle/>
          <a:p>
            <a:r>
              <a:rPr lang="en-US" sz="900" dirty="0">
                <a:solidFill>
                  <a:schemeClr val="bg1"/>
                </a:solidFill>
                <a:latin typeface="Verdana" panose="020B0604030504040204" pitchFamily="34" charset="0"/>
                <a:ea typeface="Verdana" panose="020B0604030504040204" pitchFamily="34" charset="0"/>
              </a:rPr>
              <a:t>Ascendion provides digital engineering services that power growth and deliver captivating experiences to consumers and employees. Our applied AI, engineering, cloud, data, experience design, and talent transformation capabilities accelerate innovation for Global 2000 clients. Headquartered in New Jersey, our workforce delivers solutions from around the globe. </a:t>
            </a:r>
          </a:p>
        </p:txBody>
      </p:sp>
      <p:sp>
        <p:nvSpPr>
          <p:cNvPr id="4" name="Picture Placeholder 2">
            <a:extLst>
              <a:ext uri="{FF2B5EF4-FFF2-40B4-BE49-F238E27FC236}">
                <a16:creationId xmlns:a16="http://schemas.microsoft.com/office/drawing/2014/main" id="{2C48FB8A-1F80-AEDA-39FF-44BF1C1D11A0}"/>
              </a:ext>
            </a:extLst>
          </p:cNvPr>
          <p:cNvSpPr>
            <a:spLocks noGrp="1"/>
          </p:cNvSpPr>
          <p:nvPr>
            <p:ph type="pic" sz="quarter" idx="13" hasCustomPrompt="1"/>
          </p:nvPr>
        </p:nvSpPr>
        <p:spPr>
          <a:xfrm>
            <a:off x="-3810" y="-3176"/>
            <a:ext cx="9148286" cy="4464686"/>
          </a:xfrm>
          <a:custGeom>
            <a:avLst/>
            <a:gdLst>
              <a:gd name="connsiteX0" fmla="*/ 0 w 9144000"/>
              <a:gd name="connsiteY0" fmla="*/ 0 h 4442826"/>
              <a:gd name="connsiteX1" fmla="*/ 9144000 w 9144000"/>
              <a:gd name="connsiteY1" fmla="*/ 0 h 4442826"/>
              <a:gd name="connsiteX2" fmla="*/ 9144000 w 9144000"/>
              <a:gd name="connsiteY2" fmla="*/ 4442826 h 4442826"/>
              <a:gd name="connsiteX3" fmla="*/ 0 w 9144000"/>
              <a:gd name="connsiteY3" fmla="*/ 4442826 h 4442826"/>
              <a:gd name="connsiteX4" fmla="*/ 0 w 9144000"/>
              <a:gd name="connsiteY4" fmla="*/ 0 h 4442826"/>
              <a:gd name="connsiteX0" fmla="*/ 0 w 9151620"/>
              <a:gd name="connsiteY0" fmla="*/ 0 h 4458066"/>
              <a:gd name="connsiteX1" fmla="*/ 9144000 w 9151620"/>
              <a:gd name="connsiteY1" fmla="*/ 0 h 4458066"/>
              <a:gd name="connsiteX2" fmla="*/ 9151620 w 9151620"/>
              <a:gd name="connsiteY2" fmla="*/ 4458066 h 4458066"/>
              <a:gd name="connsiteX3" fmla="*/ 0 w 9151620"/>
              <a:gd name="connsiteY3" fmla="*/ 4442826 h 4458066"/>
              <a:gd name="connsiteX4" fmla="*/ 0 w 9151620"/>
              <a:gd name="connsiteY4"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0 w 9151620"/>
              <a:gd name="connsiteY4" fmla="*/ 4442826 h 4458066"/>
              <a:gd name="connsiteX5" fmla="*/ 0 w 9151620"/>
              <a:gd name="connsiteY5"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7551420 w 9151620"/>
              <a:gd name="connsiteY4" fmla="*/ 4436111 h 4458066"/>
              <a:gd name="connsiteX5" fmla="*/ 0 w 9151620"/>
              <a:gd name="connsiteY5" fmla="*/ 4442826 h 4458066"/>
              <a:gd name="connsiteX6" fmla="*/ 0 w 9151620"/>
              <a:gd name="connsiteY6"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8282940 w 9151620"/>
              <a:gd name="connsiteY4" fmla="*/ 4436111 h 4458066"/>
              <a:gd name="connsiteX5" fmla="*/ 7551420 w 9151620"/>
              <a:gd name="connsiteY5" fmla="*/ 4436111 h 4458066"/>
              <a:gd name="connsiteX6" fmla="*/ 0 w 9151620"/>
              <a:gd name="connsiteY6" fmla="*/ 4442826 h 4458066"/>
              <a:gd name="connsiteX7" fmla="*/ 0 w 9151620"/>
              <a:gd name="connsiteY7"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8260080 w 9151620"/>
              <a:gd name="connsiteY4" fmla="*/ 4306571 h 4458066"/>
              <a:gd name="connsiteX5" fmla="*/ 7551420 w 9151620"/>
              <a:gd name="connsiteY5" fmla="*/ 4436111 h 4458066"/>
              <a:gd name="connsiteX6" fmla="*/ 0 w 9151620"/>
              <a:gd name="connsiteY6" fmla="*/ 4442826 h 4458066"/>
              <a:gd name="connsiteX7" fmla="*/ 0 w 9151620"/>
              <a:gd name="connsiteY7" fmla="*/ 0 h 4458066"/>
              <a:gd name="connsiteX0" fmla="*/ 0 w 9151620"/>
              <a:gd name="connsiteY0" fmla="*/ 0 h 4462781"/>
              <a:gd name="connsiteX1" fmla="*/ 9144000 w 9151620"/>
              <a:gd name="connsiteY1" fmla="*/ 0 h 4462781"/>
              <a:gd name="connsiteX2" fmla="*/ 9151620 w 9151620"/>
              <a:gd name="connsiteY2" fmla="*/ 4458066 h 4462781"/>
              <a:gd name="connsiteX3" fmla="*/ 8941594 w 9151620"/>
              <a:gd name="connsiteY3" fmla="*/ 4462781 h 4462781"/>
              <a:gd name="connsiteX4" fmla="*/ 8260080 w 9151620"/>
              <a:gd name="connsiteY4" fmla="*/ 4306571 h 4462781"/>
              <a:gd name="connsiteX5" fmla="*/ 7551420 w 9151620"/>
              <a:gd name="connsiteY5" fmla="*/ 4436111 h 4462781"/>
              <a:gd name="connsiteX6" fmla="*/ 0 w 9151620"/>
              <a:gd name="connsiteY6" fmla="*/ 4442826 h 4462781"/>
              <a:gd name="connsiteX7" fmla="*/ 0 w 9151620"/>
              <a:gd name="connsiteY7" fmla="*/ 0 h 4462781"/>
              <a:gd name="connsiteX0" fmla="*/ 0 w 9151620"/>
              <a:gd name="connsiteY0" fmla="*/ 0 h 4462781"/>
              <a:gd name="connsiteX1" fmla="*/ 9144000 w 9151620"/>
              <a:gd name="connsiteY1" fmla="*/ 0 h 4462781"/>
              <a:gd name="connsiteX2" fmla="*/ 9151620 w 9151620"/>
              <a:gd name="connsiteY2" fmla="*/ 4458066 h 4462781"/>
              <a:gd name="connsiteX3" fmla="*/ 8941594 w 9151620"/>
              <a:gd name="connsiteY3" fmla="*/ 4462781 h 4462781"/>
              <a:gd name="connsiteX4" fmla="*/ 8260080 w 9151620"/>
              <a:gd name="connsiteY4" fmla="*/ 4306571 h 4462781"/>
              <a:gd name="connsiteX5" fmla="*/ 7556182 w 9151620"/>
              <a:gd name="connsiteY5" fmla="*/ 4462304 h 4462781"/>
              <a:gd name="connsiteX6" fmla="*/ 0 w 9151620"/>
              <a:gd name="connsiteY6" fmla="*/ 4442826 h 4462781"/>
              <a:gd name="connsiteX7" fmla="*/ 0 w 9151620"/>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41594 w 9144476"/>
              <a:gd name="connsiteY3" fmla="*/ 4462781 h 4462781"/>
              <a:gd name="connsiteX4" fmla="*/ 8260080 w 9144476"/>
              <a:gd name="connsiteY4" fmla="*/ 4306571 h 4462781"/>
              <a:gd name="connsiteX5" fmla="*/ 7556182 w 9144476"/>
              <a:gd name="connsiteY5" fmla="*/ 4462304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41594 w 9144476"/>
              <a:gd name="connsiteY3" fmla="*/ 4462781 h 4462781"/>
              <a:gd name="connsiteX4" fmla="*/ 8260080 w 9144476"/>
              <a:gd name="connsiteY4" fmla="*/ 4306571 h 4462781"/>
              <a:gd name="connsiteX5" fmla="*/ 7541895 w 9144476"/>
              <a:gd name="connsiteY5" fmla="*/ 4452779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53500 w 9144476"/>
              <a:gd name="connsiteY3" fmla="*/ 4462781 h 4462781"/>
              <a:gd name="connsiteX4" fmla="*/ 8260080 w 9144476"/>
              <a:gd name="connsiteY4" fmla="*/ 4306571 h 4462781"/>
              <a:gd name="connsiteX5" fmla="*/ 7541895 w 9144476"/>
              <a:gd name="connsiteY5" fmla="*/ 4452779 h 4462781"/>
              <a:gd name="connsiteX6" fmla="*/ 0 w 9144476"/>
              <a:gd name="connsiteY6" fmla="*/ 4442826 h 4462781"/>
              <a:gd name="connsiteX7" fmla="*/ 0 w 9144476"/>
              <a:gd name="connsiteY7" fmla="*/ 0 h 4462781"/>
              <a:gd name="connsiteX0" fmla="*/ 0 w 9144476"/>
              <a:gd name="connsiteY0" fmla="*/ 0 h 4463781"/>
              <a:gd name="connsiteX1" fmla="*/ 9144000 w 9144476"/>
              <a:gd name="connsiteY1" fmla="*/ 0 h 4463781"/>
              <a:gd name="connsiteX2" fmla="*/ 9144476 w 9144476"/>
              <a:gd name="connsiteY2" fmla="*/ 4458066 h 4463781"/>
              <a:gd name="connsiteX3" fmla="*/ 8953500 w 9144476"/>
              <a:gd name="connsiteY3" fmla="*/ 4462781 h 4463781"/>
              <a:gd name="connsiteX4" fmla="*/ 8260080 w 9144476"/>
              <a:gd name="connsiteY4" fmla="*/ 4306571 h 4463781"/>
              <a:gd name="connsiteX5" fmla="*/ 7541895 w 9144476"/>
              <a:gd name="connsiteY5" fmla="*/ 4452779 h 4463781"/>
              <a:gd name="connsiteX6" fmla="*/ 1905 w 9144476"/>
              <a:gd name="connsiteY6" fmla="*/ 4463781 h 4463781"/>
              <a:gd name="connsiteX7" fmla="*/ 0 w 9144476"/>
              <a:gd name="connsiteY7" fmla="*/ 0 h 4463781"/>
              <a:gd name="connsiteX0" fmla="*/ 0 w 9144476"/>
              <a:gd name="connsiteY0" fmla="*/ 0 h 4463781"/>
              <a:gd name="connsiteX1" fmla="*/ 9144000 w 9144476"/>
              <a:gd name="connsiteY1" fmla="*/ 0 h 4463781"/>
              <a:gd name="connsiteX2" fmla="*/ 9144476 w 9144476"/>
              <a:gd name="connsiteY2" fmla="*/ 4458066 h 4463781"/>
              <a:gd name="connsiteX3" fmla="*/ 8953500 w 9144476"/>
              <a:gd name="connsiteY3" fmla="*/ 4462781 h 4463781"/>
              <a:gd name="connsiteX4" fmla="*/ 8254365 w 9144476"/>
              <a:gd name="connsiteY4" fmla="*/ 4308476 h 4463781"/>
              <a:gd name="connsiteX5" fmla="*/ 7541895 w 9144476"/>
              <a:gd name="connsiteY5" fmla="*/ 4452779 h 4463781"/>
              <a:gd name="connsiteX6" fmla="*/ 1905 w 9144476"/>
              <a:gd name="connsiteY6" fmla="*/ 4463781 h 4463781"/>
              <a:gd name="connsiteX7" fmla="*/ 0 w 9144476"/>
              <a:gd name="connsiteY7" fmla="*/ 0 h 4463781"/>
              <a:gd name="connsiteX0" fmla="*/ 0 w 9144476"/>
              <a:gd name="connsiteY0" fmla="*/ 0 h 4463781"/>
              <a:gd name="connsiteX1" fmla="*/ 9144000 w 9144476"/>
              <a:gd name="connsiteY1" fmla="*/ 0 h 4463781"/>
              <a:gd name="connsiteX2" fmla="*/ 9144476 w 9144476"/>
              <a:gd name="connsiteY2" fmla="*/ 4458066 h 4463781"/>
              <a:gd name="connsiteX3" fmla="*/ 8953500 w 9144476"/>
              <a:gd name="connsiteY3" fmla="*/ 4462781 h 4463781"/>
              <a:gd name="connsiteX4" fmla="*/ 8254365 w 9144476"/>
              <a:gd name="connsiteY4" fmla="*/ 4308476 h 4463781"/>
              <a:gd name="connsiteX5" fmla="*/ 7541895 w 9144476"/>
              <a:gd name="connsiteY5" fmla="*/ 4460399 h 4463781"/>
              <a:gd name="connsiteX6" fmla="*/ 1905 w 9144476"/>
              <a:gd name="connsiteY6" fmla="*/ 4463781 h 4463781"/>
              <a:gd name="connsiteX7" fmla="*/ 0 w 9144476"/>
              <a:gd name="connsiteY7" fmla="*/ 0 h 4463781"/>
              <a:gd name="connsiteX0" fmla="*/ 3810 w 9148286"/>
              <a:gd name="connsiteY0" fmla="*/ 0 h 4462781"/>
              <a:gd name="connsiteX1" fmla="*/ 9147810 w 9148286"/>
              <a:gd name="connsiteY1" fmla="*/ 0 h 4462781"/>
              <a:gd name="connsiteX2" fmla="*/ 9148286 w 9148286"/>
              <a:gd name="connsiteY2" fmla="*/ 4458066 h 4462781"/>
              <a:gd name="connsiteX3" fmla="*/ 8957310 w 9148286"/>
              <a:gd name="connsiteY3" fmla="*/ 4462781 h 4462781"/>
              <a:gd name="connsiteX4" fmla="*/ 8258175 w 9148286"/>
              <a:gd name="connsiteY4" fmla="*/ 4308476 h 4462781"/>
              <a:gd name="connsiteX5" fmla="*/ 7545705 w 9148286"/>
              <a:gd name="connsiteY5" fmla="*/ 4460399 h 4462781"/>
              <a:gd name="connsiteX6" fmla="*/ 0 w 9148286"/>
              <a:gd name="connsiteY6" fmla="*/ 4461876 h 4462781"/>
              <a:gd name="connsiteX7" fmla="*/ 3810 w 9148286"/>
              <a:gd name="connsiteY7" fmla="*/ 0 h 4462781"/>
              <a:gd name="connsiteX0" fmla="*/ 0 w 9148286"/>
              <a:gd name="connsiteY0" fmla="*/ 7620 h 4462781"/>
              <a:gd name="connsiteX1" fmla="*/ 9147810 w 9148286"/>
              <a:gd name="connsiteY1" fmla="*/ 0 h 4462781"/>
              <a:gd name="connsiteX2" fmla="*/ 9148286 w 9148286"/>
              <a:gd name="connsiteY2" fmla="*/ 4458066 h 4462781"/>
              <a:gd name="connsiteX3" fmla="*/ 8957310 w 9148286"/>
              <a:gd name="connsiteY3" fmla="*/ 4462781 h 4462781"/>
              <a:gd name="connsiteX4" fmla="*/ 8258175 w 9148286"/>
              <a:gd name="connsiteY4" fmla="*/ 4308476 h 4462781"/>
              <a:gd name="connsiteX5" fmla="*/ 7545705 w 9148286"/>
              <a:gd name="connsiteY5" fmla="*/ 4460399 h 4462781"/>
              <a:gd name="connsiteX6" fmla="*/ 0 w 9148286"/>
              <a:gd name="connsiteY6" fmla="*/ 4461876 h 4462781"/>
              <a:gd name="connsiteX7" fmla="*/ 0 w 9148286"/>
              <a:gd name="connsiteY7" fmla="*/ 7620 h 4462781"/>
              <a:gd name="connsiteX0" fmla="*/ 3810 w 9148286"/>
              <a:gd name="connsiteY0" fmla="*/ 0 h 4464686"/>
              <a:gd name="connsiteX1" fmla="*/ 9147810 w 9148286"/>
              <a:gd name="connsiteY1" fmla="*/ 1905 h 4464686"/>
              <a:gd name="connsiteX2" fmla="*/ 9148286 w 9148286"/>
              <a:gd name="connsiteY2" fmla="*/ 4459971 h 4464686"/>
              <a:gd name="connsiteX3" fmla="*/ 8957310 w 9148286"/>
              <a:gd name="connsiteY3" fmla="*/ 4464686 h 4464686"/>
              <a:gd name="connsiteX4" fmla="*/ 8258175 w 9148286"/>
              <a:gd name="connsiteY4" fmla="*/ 4310381 h 4464686"/>
              <a:gd name="connsiteX5" fmla="*/ 7545705 w 9148286"/>
              <a:gd name="connsiteY5" fmla="*/ 4462304 h 4464686"/>
              <a:gd name="connsiteX6" fmla="*/ 0 w 9148286"/>
              <a:gd name="connsiteY6" fmla="*/ 4463781 h 4464686"/>
              <a:gd name="connsiteX7" fmla="*/ 3810 w 9148286"/>
              <a:gd name="connsiteY7" fmla="*/ 0 h 4464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8286" h="4464686">
                <a:moveTo>
                  <a:pt x="3810" y="0"/>
                </a:moveTo>
                <a:lnTo>
                  <a:pt x="9147810" y="1905"/>
                </a:lnTo>
                <a:cubicBezTo>
                  <a:pt x="9147969" y="1487927"/>
                  <a:pt x="9148127" y="2973949"/>
                  <a:pt x="9148286" y="4459971"/>
                </a:cubicBezTo>
                <a:lnTo>
                  <a:pt x="8957310" y="4464686"/>
                </a:lnTo>
                <a:lnTo>
                  <a:pt x="8258175" y="4310381"/>
                </a:lnTo>
                <a:lnTo>
                  <a:pt x="7545705" y="4462304"/>
                </a:lnTo>
                <a:lnTo>
                  <a:pt x="0" y="4463781"/>
                </a:lnTo>
                <a:lnTo>
                  <a:pt x="3810" y="0"/>
                </a:lnTo>
                <a:close/>
              </a:path>
            </a:pathLst>
          </a:custGeom>
          <a:noFill/>
        </p:spPr>
        <p:txBody>
          <a:bodyPr/>
          <a:lstStyle>
            <a:lvl1pPr marL="114300" indent="0">
              <a:buNone/>
              <a:defRPr/>
            </a:lvl1pPr>
          </a:lstStyle>
          <a:p>
            <a:r>
              <a:rPr lang="en-IN" dirty="0"/>
              <a:t> </a:t>
            </a:r>
            <a:endParaRPr lang="en-AU" dirty="0"/>
          </a:p>
        </p:txBody>
      </p:sp>
    </p:spTree>
    <p:extLst>
      <p:ext uri="{BB962C8B-B14F-4D97-AF65-F5344CB8AC3E}">
        <p14:creationId xmlns:p14="http://schemas.microsoft.com/office/powerpoint/2010/main" val="405655148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slide" preserve="1" userDrawn="1">
  <p:cSld name="1_Title slide">
    <p:bg>
      <p:bgPr>
        <a:solidFill>
          <a:schemeClr val="bg1"/>
        </a:solidFill>
        <a:effectLst/>
      </p:bgPr>
    </p:bg>
    <p:spTree>
      <p:nvGrpSpPr>
        <p:cNvPr id="1" name="Shape 9"/>
        <p:cNvGrpSpPr/>
        <p:nvPr/>
      </p:nvGrpSpPr>
      <p:grpSpPr>
        <a:xfrm>
          <a:off x="0" y="0"/>
          <a:ext cx="0" cy="0"/>
          <a:chOff x="0" y="0"/>
          <a:chExt cx="0" cy="0"/>
        </a:xfrm>
      </p:grpSpPr>
      <p:grpSp>
        <p:nvGrpSpPr>
          <p:cNvPr id="10" name="Group 9">
            <a:extLst>
              <a:ext uri="{FF2B5EF4-FFF2-40B4-BE49-F238E27FC236}">
                <a16:creationId xmlns:a16="http://schemas.microsoft.com/office/drawing/2014/main" id="{C8694848-DBB5-CC33-BFFD-ABB9B9448869}"/>
              </a:ext>
            </a:extLst>
          </p:cNvPr>
          <p:cNvGrpSpPr/>
          <p:nvPr userDrawn="1"/>
        </p:nvGrpSpPr>
        <p:grpSpPr>
          <a:xfrm>
            <a:off x="-19051" y="3238500"/>
            <a:ext cx="9163050" cy="1905000"/>
            <a:chOff x="-19051" y="3238500"/>
            <a:chExt cx="9163050" cy="1905000"/>
          </a:xfrm>
        </p:grpSpPr>
        <p:sp>
          <p:nvSpPr>
            <p:cNvPr id="6" name="Freeform: Shape 5">
              <a:extLst>
                <a:ext uri="{FF2B5EF4-FFF2-40B4-BE49-F238E27FC236}">
                  <a16:creationId xmlns:a16="http://schemas.microsoft.com/office/drawing/2014/main" id="{C49332EC-B95E-5892-C870-8CD1804B7887}"/>
                </a:ext>
              </a:extLst>
            </p:cNvPr>
            <p:cNvSpPr/>
            <p:nvPr/>
          </p:nvSpPr>
          <p:spPr>
            <a:xfrm>
              <a:off x="-19051" y="3238500"/>
              <a:ext cx="9163050" cy="1905000"/>
            </a:xfrm>
            <a:custGeom>
              <a:avLst/>
              <a:gdLst>
                <a:gd name="connsiteX0" fmla="*/ 0 w 5829300"/>
                <a:gd name="connsiteY0" fmla="*/ 1905000 h 1905000"/>
                <a:gd name="connsiteX1" fmla="*/ 0 w 5829300"/>
                <a:gd name="connsiteY1" fmla="*/ 134493 h 1905000"/>
                <a:gd name="connsiteX2" fmla="*/ 4285393 w 5829300"/>
                <a:gd name="connsiteY2" fmla="*/ 134493 h 1905000"/>
                <a:gd name="connsiteX3" fmla="*/ 4915853 w 5829300"/>
                <a:gd name="connsiteY3" fmla="*/ 0 h 1905000"/>
                <a:gd name="connsiteX4" fmla="*/ 5541740 w 5829300"/>
                <a:gd name="connsiteY4" fmla="*/ 134493 h 1905000"/>
                <a:gd name="connsiteX5" fmla="*/ 5829300 w 5829300"/>
                <a:gd name="connsiteY5" fmla="*/ 134493 h 1905000"/>
                <a:gd name="connsiteX6" fmla="*/ 5829300 w 5829300"/>
                <a:gd name="connsiteY6" fmla="*/ 1905000 h 1905000"/>
                <a:gd name="connsiteX7" fmla="*/ 0 w 5829300"/>
                <a:gd name="connsiteY7" fmla="*/ 1905000 h 1905000"/>
                <a:gd name="connsiteX0" fmla="*/ 3324225 w 9153525"/>
                <a:gd name="connsiteY0" fmla="*/ 1905000 h 1905000"/>
                <a:gd name="connsiteX1" fmla="*/ 0 w 9153525"/>
                <a:gd name="connsiteY1" fmla="*/ 153543 h 1905000"/>
                <a:gd name="connsiteX2" fmla="*/ 7609618 w 9153525"/>
                <a:gd name="connsiteY2" fmla="*/ 134493 h 1905000"/>
                <a:gd name="connsiteX3" fmla="*/ 8240078 w 9153525"/>
                <a:gd name="connsiteY3" fmla="*/ 0 h 1905000"/>
                <a:gd name="connsiteX4" fmla="*/ 8865965 w 9153525"/>
                <a:gd name="connsiteY4" fmla="*/ 134493 h 1905000"/>
                <a:gd name="connsiteX5" fmla="*/ 9153525 w 9153525"/>
                <a:gd name="connsiteY5" fmla="*/ 134493 h 1905000"/>
                <a:gd name="connsiteX6" fmla="*/ 9153525 w 9153525"/>
                <a:gd name="connsiteY6" fmla="*/ 1905000 h 1905000"/>
                <a:gd name="connsiteX7" fmla="*/ 3324225 w 9153525"/>
                <a:gd name="connsiteY7" fmla="*/ 1905000 h 1905000"/>
                <a:gd name="connsiteX0" fmla="*/ 0 w 9163050"/>
                <a:gd name="connsiteY0" fmla="*/ 1895475 h 1905000"/>
                <a:gd name="connsiteX1" fmla="*/ 9525 w 9163050"/>
                <a:gd name="connsiteY1" fmla="*/ 153543 h 1905000"/>
                <a:gd name="connsiteX2" fmla="*/ 7619143 w 9163050"/>
                <a:gd name="connsiteY2" fmla="*/ 134493 h 1905000"/>
                <a:gd name="connsiteX3" fmla="*/ 8249603 w 9163050"/>
                <a:gd name="connsiteY3" fmla="*/ 0 h 1905000"/>
                <a:gd name="connsiteX4" fmla="*/ 8875490 w 9163050"/>
                <a:gd name="connsiteY4" fmla="*/ 134493 h 1905000"/>
                <a:gd name="connsiteX5" fmla="*/ 9163050 w 9163050"/>
                <a:gd name="connsiteY5" fmla="*/ 134493 h 1905000"/>
                <a:gd name="connsiteX6" fmla="*/ 9163050 w 9163050"/>
                <a:gd name="connsiteY6" fmla="*/ 1905000 h 1905000"/>
                <a:gd name="connsiteX7" fmla="*/ 0 w 9163050"/>
                <a:gd name="connsiteY7" fmla="*/ 1895475 h 1905000"/>
                <a:gd name="connsiteX0" fmla="*/ 0 w 9163050"/>
                <a:gd name="connsiteY0" fmla="*/ 1902619 h 1905000"/>
                <a:gd name="connsiteX1" fmla="*/ 9525 w 9163050"/>
                <a:gd name="connsiteY1" fmla="*/ 153543 h 1905000"/>
                <a:gd name="connsiteX2" fmla="*/ 7619143 w 9163050"/>
                <a:gd name="connsiteY2" fmla="*/ 134493 h 1905000"/>
                <a:gd name="connsiteX3" fmla="*/ 8249603 w 9163050"/>
                <a:gd name="connsiteY3" fmla="*/ 0 h 1905000"/>
                <a:gd name="connsiteX4" fmla="*/ 8875490 w 9163050"/>
                <a:gd name="connsiteY4" fmla="*/ 134493 h 1905000"/>
                <a:gd name="connsiteX5" fmla="*/ 9163050 w 9163050"/>
                <a:gd name="connsiteY5" fmla="*/ 134493 h 1905000"/>
                <a:gd name="connsiteX6" fmla="*/ 9163050 w 9163050"/>
                <a:gd name="connsiteY6" fmla="*/ 1905000 h 1905000"/>
                <a:gd name="connsiteX7" fmla="*/ 0 w 9163050"/>
                <a:gd name="connsiteY7" fmla="*/ 1902619 h 190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63050" h="1905000">
                  <a:moveTo>
                    <a:pt x="0" y="1902619"/>
                  </a:moveTo>
                  <a:lnTo>
                    <a:pt x="9525" y="153543"/>
                  </a:lnTo>
                  <a:lnTo>
                    <a:pt x="7619143" y="134493"/>
                  </a:lnTo>
                  <a:lnTo>
                    <a:pt x="8249603" y="0"/>
                  </a:lnTo>
                  <a:lnTo>
                    <a:pt x="8875490" y="134493"/>
                  </a:lnTo>
                  <a:lnTo>
                    <a:pt x="9163050" y="134493"/>
                  </a:lnTo>
                  <a:lnTo>
                    <a:pt x="9163050" y="1905000"/>
                  </a:lnTo>
                  <a:lnTo>
                    <a:pt x="0" y="1902619"/>
                  </a:lnTo>
                  <a:close/>
                </a:path>
              </a:pathLst>
            </a:custGeom>
            <a:gradFill>
              <a:gsLst>
                <a:gs pos="0">
                  <a:srgbClr val="5BC1A0"/>
                </a:gs>
                <a:gs pos="50000">
                  <a:srgbClr val="2E9376"/>
                </a:gs>
                <a:gs pos="100000">
                  <a:srgbClr val="01654D"/>
                </a:gs>
              </a:gsLst>
              <a:lin ang="0" scaled="1"/>
            </a:gradFill>
            <a:ln w="81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lvl="0" defTabSz="914400" eaLnBrk="1" latinLnBrk="0" hangingPunct="1"/>
              <a:endParaRPr lang="en-AU" sz="1800" kern="1200">
                <a:solidFill>
                  <a:schemeClr val="tx1"/>
                </a:solidFill>
                <a:latin typeface="+mn-lt"/>
                <a:ea typeface="+mn-ea"/>
                <a:cs typeface="+mn-cs"/>
              </a:endParaRPr>
            </a:p>
          </p:txBody>
        </p:sp>
        <p:grpSp>
          <p:nvGrpSpPr>
            <p:cNvPr id="20" name="Graphic 3">
              <a:extLst>
                <a:ext uri="{FF2B5EF4-FFF2-40B4-BE49-F238E27FC236}">
                  <a16:creationId xmlns:a16="http://schemas.microsoft.com/office/drawing/2014/main" id="{11580F78-9730-E8CF-5F00-5083728E0E3D}"/>
                </a:ext>
              </a:extLst>
            </p:cNvPr>
            <p:cNvGrpSpPr/>
            <p:nvPr/>
          </p:nvGrpSpPr>
          <p:grpSpPr>
            <a:xfrm>
              <a:off x="378275" y="4315015"/>
              <a:ext cx="945451" cy="171497"/>
              <a:chOff x="217360" y="4600765"/>
              <a:chExt cx="945451" cy="171497"/>
            </a:xfrm>
            <a:solidFill>
              <a:srgbClr val="FFFFFF"/>
            </a:solidFill>
          </p:grpSpPr>
          <p:grpSp>
            <p:nvGrpSpPr>
              <p:cNvPr id="21" name="Graphic 3">
                <a:extLst>
                  <a:ext uri="{FF2B5EF4-FFF2-40B4-BE49-F238E27FC236}">
                    <a16:creationId xmlns:a16="http://schemas.microsoft.com/office/drawing/2014/main" id="{034EE8A3-A127-9A71-99DC-9A0E6F91654D}"/>
                  </a:ext>
                </a:extLst>
              </p:cNvPr>
              <p:cNvGrpSpPr/>
              <p:nvPr/>
            </p:nvGrpSpPr>
            <p:grpSpPr>
              <a:xfrm>
                <a:off x="604408" y="4600765"/>
                <a:ext cx="171354" cy="171354"/>
                <a:chOff x="604408" y="4600765"/>
                <a:chExt cx="171354" cy="171354"/>
              </a:xfrm>
              <a:solidFill>
                <a:srgbClr val="FFFFFF"/>
              </a:solidFill>
            </p:grpSpPr>
            <p:sp>
              <p:nvSpPr>
                <p:cNvPr id="22" name="Freeform: Shape 21">
                  <a:extLst>
                    <a:ext uri="{FF2B5EF4-FFF2-40B4-BE49-F238E27FC236}">
                      <a16:creationId xmlns:a16="http://schemas.microsoft.com/office/drawing/2014/main" id="{0D5749F5-CE41-31DE-FF35-61FA298CA95A}"/>
                    </a:ext>
                  </a:extLst>
                </p:cNvPr>
                <p:cNvSpPr/>
                <p:nvPr/>
              </p:nvSpPr>
              <p:spPr>
                <a:xfrm>
                  <a:off x="604408" y="4600765"/>
                  <a:ext cx="171354" cy="171354"/>
                </a:xfrm>
                <a:custGeom>
                  <a:avLst/>
                  <a:gdLst>
                    <a:gd name="connsiteX0" fmla="*/ 85677 w 171354"/>
                    <a:gd name="connsiteY0" fmla="*/ 171355 h 171354"/>
                    <a:gd name="connsiteX1" fmla="*/ 0 w 171354"/>
                    <a:gd name="connsiteY1" fmla="*/ 85677 h 171354"/>
                    <a:gd name="connsiteX2" fmla="*/ 85677 w 171354"/>
                    <a:gd name="connsiteY2" fmla="*/ 0 h 171354"/>
                    <a:gd name="connsiteX3" fmla="*/ 171355 w 171354"/>
                    <a:gd name="connsiteY3" fmla="*/ 85677 h 171354"/>
                    <a:gd name="connsiteX4" fmla="*/ 85677 w 171354"/>
                    <a:gd name="connsiteY4" fmla="*/ 171355 h 171354"/>
                    <a:gd name="connsiteX5" fmla="*/ 85677 w 171354"/>
                    <a:gd name="connsiteY5" fmla="*/ 6667 h 171354"/>
                    <a:gd name="connsiteX6" fmla="*/ 6620 w 171354"/>
                    <a:gd name="connsiteY6" fmla="*/ 85725 h 171354"/>
                    <a:gd name="connsiteX7" fmla="*/ 85677 w 171354"/>
                    <a:gd name="connsiteY7" fmla="*/ 164783 h 171354"/>
                    <a:gd name="connsiteX8" fmla="*/ 164735 w 171354"/>
                    <a:gd name="connsiteY8" fmla="*/ 85725 h 171354"/>
                    <a:gd name="connsiteX9" fmla="*/ 85677 w 171354"/>
                    <a:gd name="connsiteY9" fmla="*/ 6667 h 171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54" h="171354">
                      <a:moveTo>
                        <a:pt x="85677" y="171355"/>
                      </a:moveTo>
                      <a:cubicBezTo>
                        <a:pt x="38433" y="171355"/>
                        <a:pt x="0" y="132921"/>
                        <a:pt x="0" y="85677"/>
                      </a:cubicBezTo>
                      <a:cubicBezTo>
                        <a:pt x="0" y="38433"/>
                        <a:pt x="38433" y="0"/>
                        <a:pt x="85677" y="0"/>
                      </a:cubicBezTo>
                      <a:cubicBezTo>
                        <a:pt x="132921" y="0"/>
                        <a:pt x="171355" y="38433"/>
                        <a:pt x="171355" y="85677"/>
                      </a:cubicBezTo>
                      <a:cubicBezTo>
                        <a:pt x="171355" y="132921"/>
                        <a:pt x="132921" y="171355"/>
                        <a:pt x="85677" y="171355"/>
                      </a:cubicBezTo>
                      <a:close/>
                      <a:moveTo>
                        <a:pt x="85677" y="6667"/>
                      </a:moveTo>
                      <a:cubicBezTo>
                        <a:pt x="42100" y="6667"/>
                        <a:pt x="6620" y="42148"/>
                        <a:pt x="6620" y="85725"/>
                      </a:cubicBezTo>
                      <a:cubicBezTo>
                        <a:pt x="6620" y="129302"/>
                        <a:pt x="42100" y="164783"/>
                        <a:pt x="85677" y="164783"/>
                      </a:cubicBezTo>
                      <a:cubicBezTo>
                        <a:pt x="129254" y="164783"/>
                        <a:pt x="164735" y="129302"/>
                        <a:pt x="164735" y="85725"/>
                      </a:cubicBezTo>
                      <a:cubicBezTo>
                        <a:pt x="164735" y="42148"/>
                        <a:pt x="129254" y="6667"/>
                        <a:pt x="85677" y="6667"/>
                      </a:cubicBezTo>
                      <a:close/>
                    </a:path>
                  </a:pathLst>
                </a:custGeom>
                <a:solidFill>
                  <a:srgbClr val="FFFFFF"/>
                </a:solidFill>
                <a:ln w="4763" cap="flat">
                  <a:noFill/>
                  <a:prstDash val="solid"/>
                  <a:miter/>
                </a:ln>
              </p:spPr>
              <p:txBody>
                <a:bodyPr rtlCol="0" anchor="ctr"/>
                <a:lstStyle/>
                <a:p>
                  <a:endParaRPr lang="en-AU"/>
                </a:p>
              </p:txBody>
            </p:sp>
            <p:sp>
              <p:nvSpPr>
                <p:cNvPr id="23" name="Freeform: Shape 22">
                  <a:extLst>
                    <a:ext uri="{FF2B5EF4-FFF2-40B4-BE49-F238E27FC236}">
                      <a16:creationId xmlns:a16="http://schemas.microsoft.com/office/drawing/2014/main" id="{044BA208-EA2B-AEB2-6DA2-25482C2C6D12}"/>
                    </a:ext>
                  </a:extLst>
                </p:cNvPr>
                <p:cNvSpPr/>
                <p:nvPr/>
              </p:nvSpPr>
              <p:spPr>
                <a:xfrm>
                  <a:off x="637460" y="4634007"/>
                  <a:ext cx="105203" cy="104965"/>
                </a:xfrm>
                <a:custGeom>
                  <a:avLst/>
                  <a:gdLst>
                    <a:gd name="connsiteX0" fmla="*/ 28384 w 105203"/>
                    <a:gd name="connsiteY0" fmla="*/ 0 h 104965"/>
                    <a:gd name="connsiteX1" fmla="*/ 76819 w 105203"/>
                    <a:gd name="connsiteY1" fmla="*/ 0 h 104965"/>
                    <a:gd name="connsiteX2" fmla="*/ 105204 w 105203"/>
                    <a:gd name="connsiteY2" fmla="*/ 28385 h 104965"/>
                    <a:gd name="connsiteX3" fmla="*/ 105204 w 105203"/>
                    <a:gd name="connsiteY3" fmla="*/ 76581 h 104965"/>
                    <a:gd name="connsiteX4" fmla="*/ 76819 w 105203"/>
                    <a:gd name="connsiteY4" fmla="*/ 104966 h 104965"/>
                    <a:gd name="connsiteX5" fmla="*/ 28384 w 105203"/>
                    <a:gd name="connsiteY5" fmla="*/ 104966 h 104965"/>
                    <a:gd name="connsiteX6" fmla="*/ 0 w 105203"/>
                    <a:gd name="connsiteY6" fmla="*/ 76581 h 104965"/>
                    <a:gd name="connsiteX7" fmla="*/ 0 w 105203"/>
                    <a:gd name="connsiteY7" fmla="*/ 28385 h 104965"/>
                    <a:gd name="connsiteX8" fmla="*/ 28384 w 105203"/>
                    <a:gd name="connsiteY8" fmla="*/ 0 h 104965"/>
                    <a:gd name="connsiteX9" fmla="*/ 28384 w 105203"/>
                    <a:gd name="connsiteY9" fmla="*/ 0 h 104965"/>
                    <a:gd name="connsiteX10" fmla="*/ 80867 w 105203"/>
                    <a:gd name="connsiteY10" fmla="*/ 18336 h 104965"/>
                    <a:gd name="connsiteX11" fmla="*/ 80867 w 105203"/>
                    <a:gd name="connsiteY11" fmla="*/ 18336 h 104965"/>
                    <a:gd name="connsiteX12" fmla="*/ 86916 w 105203"/>
                    <a:gd name="connsiteY12" fmla="*/ 24384 h 104965"/>
                    <a:gd name="connsiteX13" fmla="*/ 86916 w 105203"/>
                    <a:gd name="connsiteY13" fmla="*/ 24384 h 104965"/>
                    <a:gd name="connsiteX14" fmla="*/ 80867 w 105203"/>
                    <a:gd name="connsiteY14" fmla="*/ 30432 h 104965"/>
                    <a:gd name="connsiteX15" fmla="*/ 80867 w 105203"/>
                    <a:gd name="connsiteY15" fmla="*/ 30432 h 104965"/>
                    <a:gd name="connsiteX16" fmla="*/ 74819 w 105203"/>
                    <a:gd name="connsiteY16" fmla="*/ 24384 h 104965"/>
                    <a:gd name="connsiteX17" fmla="*/ 74819 w 105203"/>
                    <a:gd name="connsiteY17" fmla="*/ 24384 h 104965"/>
                    <a:gd name="connsiteX18" fmla="*/ 80867 w 105203"/>
                    <a:gd name="connsiteY18" fmla="*/ 18336 h 104965"/>
                    <a:gd name="connsiteX19" fmla="*/ 80867 w 105203"/>
                    <a:gd name="connsiteY19" fmla="*/ 18336 h 104965"/>
                    <a:gd name="connsiteX20" fmla="*/ 52483 w 105203"/>
                    <a:gd name="connsiteY20" fmla="*/ 23860 h 104965"/>
                    <a:gd name="connsiteX21" fmla="*/ 52721 w 105203"/>
                    <a:gd name="connsiteY21" fmla="*/ 23860 h 104965"/>
                    <a:gd name="connsiteX22" fmla="*/ 81343 w 105203"/>
                    <a:gd name="connsiteY22" fmla="*/ 52483 h 104965"/>
                    <a:gd name="connsiteX23" fmla="*/ 81343 w 105203"/>
                    <a:gd name="connsiteY23" fmla="*/ 52483 h 104965"/>
                    <a:gd name="connsiteX24" fmla="*/ 52721 w 105203"/>
                    <a:gd name="connsiteY24" fmla="*/ 81105 h 104965"/>
                    <a:gd name="connsiteX25" fmla="*/ 52483 w 105203"/>
                    <a:gd name="connsiteY25" fmla="*/ 81105 h 104965"/>
                    <a:gd name="connsiteX26" fmla="*/ 24098 w 105203"/>
                    <a:gd name="connsiteY26" fmla="*/ 52483 h 104965"/>
                    <a:gd name="connsiteX27" fmla="*/ 24098 w 105203"/>
                    <a:gd name="connsiteY27" fmla="*/ 52483 h 104965"/>
                    <a:gd name="connsiteX28" fmla="*/ 52483 w 105203"/>
                    <a:gd name="connsiteY28" fmla="*/ 23860 h 104965"/>
                    <a:gd name="connsiteX29" fmla="*/ 52483 w 105203"/>
                    <a:gd name="connsiteY29" fmla="*/ 23860 h 104965"/>
                    <a:gd name="connsiteX30" fmla="*/ 52483 w 105203"/>
                    <a:gd name="connsiteY30" fmla="*/ 33623 h 104965"/>
                    <a:gd name="connsiteX31" fmla="*/ 52721 w 105203"/>
                    <a:gd name="connsiteY31" fmla="*/ 33623 h 104965"/>
                    <a:gd name="connsiteX32" fmla="*/ 71533 w 105203"/>
                    <a:gd name="connsiteY32" fmla="*/ 52435 h 104965"/>
                    <a:gd name="connsiteX33" fmla="*/ 71533 w 105203"/>
                    <a:gd name="connsiteY33" fmla="*/ 52435 h 104965"/>
                    <a:gd name="connsiteX34" fmla="*/ 52721 w 105203"/>
                    <a:gd name="connsiteY34" fmla="*/ 71533 h 104965"/>
                    <a:gd name="connsiteX35" fmla="*/ 52483 w 105203"/>
                    <a:gd name="connsiteY35" fmla="*/ 71533 h 104965"/>
                    <a:gd name="connsiteX36" fmla="*/ 33671 w 105203"/>
                    <a:gd name="connsiteY36" fmla="*/ 52435 h 104965"/>
                    <a:gd name="connsiteX37" fmla="*/ 33671 w 105203"/>
                    <a:gd name="connsiteY37" fmla="*/ 52435 h 104965"/>
                    <a:gd name="connsiteX38" fmla="*/ 52483 w 105203"/>
                    <a:gd name="connsiteY38" fmla="*/ 33623 h 104965"/>
                    <a:gd name="connsiteX39" fmla="*/ 52483 w 105203"/>
                    <a:gd name="connsiteY39" fmla="*/ 33623 h 104965"/>
                    <a:gd name="connsiteX40" fmla="*/ 28623 w 105203"/>
                    <a:gd name="connsiteY40" fmla="*/ 9049 h 104965"/>
                    <a:gd name="connsiteX41" fmla="*/ 76581 w 105203"/>
                    <a:gd name="connsiteY41" fmla="*/ 9049 h 104965"/>
                    <a:gd name="connsiteX42" fmla="*/ 96155 w 105203"/>
                    <a:gd name="connsiteY42" fmla="*/ 28623 h 104965"/>
                    <a:gd name="connsiteX43" fmla="*/ 96155 w 105203"/>
                    <a:gd name="connsiteY43" fmla="*/ 76343 h 104965"/>
                    <a:gd name="connsiteX44" fmla="*/ 76581 w 105203"/>
                    <a:gd name="connsiteY44" fmla="*/ 95917 h 104965"/>
                    <a:gd name="connsiteX45" fmla="*/ 28623 w 105203"/>
                    <a:gd name="connsiteY45" fmla="*/ 95917 h 104965"/>
                    <a:gd name="connsiteX46" fmla="*/ 9049 w 105203"/>
                    <a:gd name="connsiteY46" fmla="*/ 76343 h 104965"/>
                    <a:gd name="connsiteX47" fmla="*/ 9049 w 105203"/>
                    <a:gd name="connsiteY47" fmla="*/ 28623 h 104965"/>
                    <a:gd name="connsiteX48" fmla="*/ 28623 w 105203"/>
                    <a:gd name="connsiteY48" fmla="*/ 9049 h 104965"/>
                    <a:gd name="connsiteX49" fmla="*/ 28623 w 105203"/>
                    <a:gd name="connsiteY49" fmla="*/ 9049 h 104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05203" h="104965">
                      <a:moveTo>
                        <a:pt x="28384" y="0"/>
                      </a:moveTo>
                      <a:lnTo>
                        <a:pt x="76819" y="0"/>
                      </a:lnTo>
                      <a:cubicBezTo>
                        <a:pt x="92392" y="0"/>
                        <a:pt x="105204" y="12811"/>
                        <a:pt x="105204" y="28385"/>
                      </a:cubicBezTo>
                      <a:lnTo>
                        <a:pt x="105204" y="76581"/>
                      </a:lnTo>
                      <a:cubicBezTo>
                        <a:pt x="105204" y="92154"/>
                        <a:pt x="92392" y="104966"/>
                        <a:pt x="76819" y="104966"/>
                      </a:cubicBezTo>
                      <a:lnTo>
                        <a:pt x="28384" y="104966"/>
                      </a:lnTo>
                      <a:cubicBezTo>
                        <a:pt x="12811" y="104966"/>
                        <a:pt x="0" y="92154"/>
                        <a:pt x="0" y="76581"/>
                      </a:cubicBezTo>
                      <a:lnTo>
                        <a:pt x="0" y="28385"/>
                      </a:lnTo>
                      <a:cubicBezTo>
                        <a:pt x="0" y="12811"/>
                        <a:pt x="12811" y="0"/>
                        <a:pt x="28384" y="0"/>
                      </a:cubicBezTo>
                      <a:lnTo>
                        <a:pt x="28384" y="0"/>
                      </a:lnTo>
                      <a:close/>
                      <a:moveTo>
                        <a:pt x="80867" y="18336"/>
                      </a:moveTo>
                      <a:lnTo>
                        <a:pt x="80867" y="18336"/>
                      </a:lnTo>
                      <a:cubicBezTo>
                        <a:pt x="84153" y="18336"/>
                        <a:pt x="86916" y="21098"/>
                        <a:pt x="86916" y="24384"/>
                      </a:cubicBezTo>
                      <a:lnTo>
                        <a:pt x="86916" y="24384"/>
                      </a:lnTo>
                      <a:cubicBezTo>
                        <a:pt x="86916" y="27670"/>
                        <a:pt x="84153" y="30432"/>
                        <a:pt x="80867" y="30432"/>
                      </a:cubicBezTo>
                      <a:lnTo>
                        <a:pt x="80867" y="30432"/>
                      </a:lnTo>
                      <a:cubicBezTo>
                        <a:pt x="77343" y="30432"/>
                        <a:pt x="74819" y="27670"/>
                        <a:pt x="74819" y="24384"/>
                      </a:cubicBezTo>
                      <a:lnTo>
                        <a:pt x="74819" y="24384"/>
                      </a:lnTo>
                      <a:cubicBezTo>
                        <a:pt x="74819" y="21098"/>
                        <a:pt x="77343" y="18336"/>
                        <a:pt x="80867" y="18336"/>
                      </a:cubicBezTo>
                      <a:lnTo>
                        <a:pt x="80867" y="18336"/>
                      </a:lnTo>
                      <a:close/>
                      <a:moveTo>
                        <a:pt x="52483" y="23860"/>
                      </a:moveTo>
                      <a:lnTo>
                        <a:pt x="52721" y="23860"/>
                      </a:lnTo>
                      <a:cubicBezTo>
                        <a:pt x="68294" y="23860"/>
                        <a:pt x="81343" y="36909"/>
                        <a:pt x="81343" y="52483"/>
                      </a:cubicBezTo>
                      <a:lnTo>
                        <a:pt x="81343" y="52483"/>
                      </a:lnTo>
                      <a:cubicBezTo>
                        <a:pt x="81343" y="68294"/>
                        <a:pt x="68294" y="81105"/>
                        <a:pt x="52721" y="81105"/>
                      </a:cubicBezTo>
                      <a:lnTo>
                        <a:pt x="52483" y="81105"/>
                      </a:lnTo>
                      <a:cubicBezTo>
                        <a:pt x="36909" y="81105"/>
                        <a:pt x="24098" y="68294"/>
                        <a:pt x="24098" y="52483"/>
                      </a:cubicBezTo>
                      <a:lnTo>
                        <a:pt x="24098" y="52483"/>
                      </a:lnTo>
                      <a:cubicBezTo>
                        <a:pt x="24098" y="36909"/>
                        <a:pt x="36909" y="23860"/>
                        <a:pt x="52483" y="23860"/>
                      </a:cubicBezTo>
                      <a:lnTo>
                        <a:pt x="52483" y="23860"/>
                      </a:lnTo>
                      <a:close/>
                      <a:moveTo>
                        <a:pt x="52483" y="33623"/>
                      </a:moveTo>
                      <a:lnTo>
                        <a:pt x="52721" y="33623"/>
                      </a:lnTo>
                      <a:cubicBezTo>
                        <a:pt x="63008" y="33623"/>
                        <a:pt x="71533" y="42148"/>
                        <a:pt x="71533" y="52435"/>
                      </a:cubicBezTo>
                      <a:lnTo>
                        <a:pt x="71533" y="52435"/>
                      </a:lnTo>
                      <a:cubicBezTo>
                        <a:pt x="71533" y="62960"/>
                        <a:pt x="63008" y="71533"/>
                        <a:pt x="52721" y="71533"/>
                      </a:cubicBezTo>
                      <a:lnTo>
                        <a:pt x="52483" y="71533"/>
                      </a:lnTo>
                      <a:cubicBezTo>
                        <a:pt x="42196" y="71533"/>
                        <a:pt x="33671" y="63008"/>
                        <a:pt x="33671" y="52435"/>
                      </a:cubicBezTo>
                      <a:lnTo>
                        <a:pt x="33671" y="52435"/>
                      </a:lnTo>
                      <a:cubicBezTo>
                        <a:pt x="33671" y="42148"/>
                        <a:pt x="42196" y="33623"/>
                        <a:pt x="52483" y="33623"/>
                      </a:cubicBezTo>
                      <a:lnTo>
                        <a:pt x="52483" y="33623"/>
                      </a:lnTo>
                      <a:close/>
                      <a:moveTo>
                        <a:pt x="28623" y="9049"/>
                      </a:moveTo>
                      <a:lnTo>
                        <a:pt x="76581" y="9049"/>
                      </a:lnTo>
                      <a:cubicBezTo>
                        <a:pt x="87392" y="9049"/>
                        <a:pt x="96155" y="17812"/>
                        <a:pt x="96155" y="28623"/>
                      </a:cubicBezTo>
                      <a:lnTo>
                        <a:pt x="96155" y="76343"/>
                      </a:lnTo>
                      <a:cubicBezTo>
                        <a:pt x="96155" y="87154"/>
                        <a:pt x="87392" y="95917"/>
                        <a:pt x="76581" y="95917"/>
                      </a:cubicBezTo>
                      <a:lnTo>
                        <a:pt x="28623" y="95917"/>
                      </a:lnTo>
                      <a:cubicBezTo>
                        <a:pt x="17812" y="95917"/>
                        <a:pt x="9049" y="87154"/>
                        <a:pt x="9049" y="76343"/>
                      </a:cubicBezTo>
                      <a:lnTo>
                        <a:pt x="9049" y="28623"/>
                      </a:lnTo>
                      <a:cubicBezTo>
                        <a:pt x="9049" y="17812"/>
                        <a:pt x="17812" y="9049"/>
                        <a:pt x="28623" y="9049"/>
                      </a:cubicBezTo>
                      <a:lnTo>
                        <a:pt x="28623" y="9049"/>
                      </a:lnTo>
                      <a:close/>
                    </a:path>
                  </a:pathLst>
                </a:custGeom>
                <a:solidFill>
                  <a:srgbClr val="FFFFFF"/>
                </a:solidFill>
                <a:ln w="4763" cap="flat">
                  <a:noFill/>
                  <a:prstDash val="solid"/>
                  <a:miter/>
                </a:ln>
              </p:spPr>
              <p:txBody>
                <a:bodyPr rtlCol="0" anchor="ctr"/>
                <a:lstStyle/>
                <a:p>
                  <a:endParaRPr lang="en-AU"/>
                </a:p>
              </p:txBody>
            </p:sp>
          </p:grpSp>
          <p:grpSp>
            <p:nvGrpSpPr>
              <p:cNvPr id="24" name="Graphic 3">
                <a:extLst>
                  <a:ext uri="{FF2B5EF4-FFF2-40B4-BE49-F238E27FC236}">
                    <a16:creationId xmlns:a16="http://schemas.microsoft.com/office/drawing/2014/main" id="{1E38CE80-668F-33FD-4068-4CE84CB701AD}"/>
                  </a:ext>
                </a:extLst>
              </p:cNvPr>
              <p:cNvGrpSpPr/>
              <p:nvPr/>
            </p:nvGrpSpPr>
            <p:grpSpPr>
              <a:xfrm>
                <a:off x="217360" y="4600908"/>
                <a:ext cx="171354" cy="171354"/>
                <a:chOff x="217360" y="4600908"/>
                <a:chExt cx="171354" cy="171354"/>
              </a:xfrm>
              <a:solidFill>
                <a:srgbClr val="FFFFFF"/>
              </a:solidFill>
            </p:grpSpPr>
            <p:sp>
              <p:nvSpPr>
                <p:cNvPr id="25" name="Freeform: Shape 24">
                  <a:extLst>
                    <a:ext uri="{FF2B5EF4-FFF2-40B4-BE49-F238E27FC236}">
                      <a16:creationId xmlns:a16="http://schemas.microsoft.com/office/drawing/2014/main" id="{DC5C4339-27F3-3A60-4691-313A45B4636F}"/>
                    </a:ext>
                  </a:extLst>
                </p:cNvPr>
                <p:cNvSpPr/>
                <p:nvPr/>
              </p:nvSpPr>
              <p:spPr>
                <a:xfrm>
                  <a:off x="217360" y="4600908"/>
                  <a:ext cx="171354" cy="171354"/>
                </a:xfrm>
                <a:custGeom>
                  <a:avLst/>
                  <a:gdLst>
                    <a:gd name="connsiteX0" fmla="*/ 85677 w 171354"/>
                    <a:gd name="connsiteY0" fmla="*/ 171355 h 171354"/>
                    <a:gd name="connsiteX1" fmla="*/ 0 w 171354"/>
                    <a:gd name="connsiteY1" fmla="*/ 85677 h 171354"/>
                    <a:gd name="connsiteX2" fmla="*/ 85677 w 171354"/>
                    <a:gd name="connsiteY2" fmla="*/ 0 h 171354"/>
                    <a:gd name="connsiteX3" fmla="*/ 171355 w 171354"/>
                    <a:gd name="connsiteY3" fmla="*/ 85677 h 171354"/>
                    <a:gd name="connsiteX4" fmla="*/ 85677 w 171354"/>
                    <a:gd name="connsiteY4" fmla="*/ 171355 h 171354"/>
                    <a:gd name="connsiteX5" fmla="*/ 85677 w 171354"/>
                    <a:gd name="connsiteY5" fmla="*/ 6620 h 171354"/>
                    <a:gd name="connsiteX6" fmla="*/ 6620 w 171354"/>
                    <a:gd name="connsiteY6" fmla="*/ 85677 h 171354"/>
                    <a:gd name="connsiteX7" fmla="*/ 85677 w 171354"/>
                    <a:gd name="connsiteY7" fmla="*/ 164735 h 171354"/>
                    <a:gd name="connsiteX8" fmla="*/ 164735 w 171354"/>
                    <a:gd name="connsiteY8" fmla="*/ 85677 h 171354"/>
                    <a:gd name="connsiteX9" fmla="*/ 85677 w 171354"/>
                    <a:gd name="connsiteY9" fmla="*/ 6620 h 171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54" h="171354">
                      <a:moveTo>
                        <a:pt x="85677" y="171355"/>
                      </a:moveTo>
                      <a:cubicBezTo>
                        <a:pt x="38433" y="171355"/>
                        <a:pt x="0" y="132921"/>
                        <a:pt x="0" y="85677"/>
                      </a:cubicBezTo>
                      <a:cubicBezTo>
                        <a:pt x="0" y="38433"/>
                        <a:pt x="38433" y="0"/>
                        <a:pt x="85677" y="0"/>
                      </a:cubicBezTo>
                      <a:cubicBezTo>
                        <a:pt x="132921" y="0"/>
                        <a:pt x="171355" y="38433"/>
                        <a:pt x="171355" y="85677"/>
                      </a:cubicBezTo>
                      <a:cubicBezTo>
                        <a:pt x="171355" y="132921"/>
                        <a:pt x="132921" y="171355"/>
                        <a:pt x="85677" y="171355"/>
                      </a:cubicBezTo>
                      <a:close/>
                      <a:moveTo>
                        <a:pt x="85677" y="6620"/>
                      </a:moveTo>
                      <a:cubicBezTo>
                        <a:pt x="42101" y="6620"/>
                        <a:pt x="6620" y="42101"/>
                        <a:pt x="6620" y="85677"/>
                      </a:cubicBezTo>
                      <a:cubicBezTo>
                        <a:pt x="6620" y="129254"/>
                        <a:pt x="42101" y="164735"/>
                        <a:pt x="85677" y="164735"/>
                      </a:cubicBezTo>
                      <a:cubicBezTo>
                        <a:pt x="129254" y="164735"/>
                        <a:pt x="164735" y="129254"/>
                        <a:pt x="164735" y="85677"/>
                      </a:cubicBezTo>
                      <a:cubicBezTo>
                        <a:pt x="164735" y="42101"/>
                        <a:pt x="129254" y="6620"/>
                        <a:pt x="85677" y="6620"/>
                      </a:cubicBezTo>
                      <a:close/>
                    </a:path>
                  </a:pathLst>
                </a:custGeom>
                <a:solidFill>
                  <a:srgbClr val="FFFFFF"/>
                </a:solidFill>
                <a:ln w="4763" cap="flat">
                  <a:noFill/>
                  <a:prstDash val="solid"/>
                  <a:miter/>
                </a:ln>
              </p:spPr>
              <p:txBody>
                <a:bodyPr rtlCol="0" anchor="ctr"/>
                <a:lstStyle/>
                <a:p>
                  <a:endParaRPr lang="en-AU"/>
                </a:p>
              </p:txBody>
            </p:sp>
            <p:sp>
              <p:nvSpPr>
                <p:cNvPr id="26" name="Freeform: Shape 25">
                  <a:extLst>
                    <a:ext uri="{FF2B5EF4-FFF2-40B4-BE49-F238E27FC236}">
                      <a16:creationId xmlns:a16="http://schemas.microsoft.com/office/drawing/2014/main" id="{4E0AF755-8025-9045-AFC0-345262DD6301}"/>
                    </a:ext>
                  </a:extLst>
                </p:cNvPr>
                <p:cNvSpPr/>
                <p:nvPr/>
              </p:nvSpPr>
              <p:spPr>
                <a:xfrm>
                  <a:off x="265223" y="4643008"/>
                  <a:ext cx="75580" cy="76009"/>
                </a:xfrm>
                <a:custGeom>
                  <a:avLst/>
                  <a:gdLst>
                    <a:gd name="connsiteX0" fmla="*/ 1524 w 75580"/>
                    <a:gd name="connsiteY0" fmla="*/ 25527 h 76009"/>
                    <a:gd name="connsiteX1" fmla="*/ 16526 w 75580"/>
                    <a:gd name="connsiteY1" fmla="*/ 25527 h 76009"/>
                    <a:gd name="connsiteX2" fmla="*/ 16526 w 75580"/>
                    <a:gd name="connsiteY2" fmla="*/ 75914 h 76009"/>
                    <a:gd name="connsiteX3" fmla="*/ 1524 w 75580"/>
                    <a:gd name="connsiteY3" fmla="*/ 75914 h 76009"/>
                    <a:gd name="connsiteX4" fmla="*/ 1524 w 75580"/>
                    <a:gd name="connsiteY4" fmla="*/ 25527 h 76009"/>
                    <a:gd name="connsiteX5" fmla="*/ 8906 w 75580"/>
                    <a:gd name="connsiteY5" fmla="*/ 0 h 76009"/>
                    <a:gd name="connsiteX6" fmla="*/ 18002 w 75580"/>
                    <a:gd name="connsiteY6" fmla="*/ 9096 h 76009"/>
                    <a:gd name="connsiteX7" fmla="*/ 8906 w 75580"/>
                    <a:gd name="connsiteY7" fmla="*/ 18193 h 76009"/>
                    <a:gd name="connsiteX8" fmla="*/ 0 w 75580"/>
                    <a:gd name="connsiteY8" fmla="*/ 9096 h 76009"/>
                    <a:gd name="connsiteX9" fmla="*/ 8906 w 75580"/>
                    <a:gd name="connsiteY9" fmla="*/ 0 h 76009"/>
                    <a:gd name="connsiteX10" fmla="*/ 8906 w 75580"/>
                    <a:gd name="connsiteY10" fmla="*/ 0 h 76009"/>
                    <a:gd name="connsiteX11" fmla="*/ 25384 w 75580"/>
                    <a:gd name="connsiteY11" fmla="*/ 25527 h 76009"/>
                    <a:gd name="connsiteX12" fmla="*/ 40195 w 75580"/>
                    <a:gd name="connsiteY12" fmla="*/ 25527 h 76009"/>
                    <a:gd name="connsiteX13" fmla="*/ 40195 w 75580"/>
                    <a:gd name="connsiteY13" fmla="*/ 32575 h 76009"/>
                    <a:gd name="connsiteX14" fmla="*/ 54435 w 75580"/>
                    <a:gd name="connsiteY14" fmla="*/ 25003 h 76009"/>
                    <a:gd name="connsiteX15" fmla="*/ 58531 w 75580"/>
                    <a:gd name="connsiteY15" fmla="*/ 25003 h 76009"/>
                    <a:gd name="connsiteX16" fmla="*/ 75581 w 75580"/>
                    <a:gd name="connsiteY16" fmla="*/ 42053 h 76009"/>
                    <a:gd name="connsiteX17" fmla="*/ 75581 w 75580"/>
                    <a:gd name="connsiteY17" fmla="*/ 75962 h 76009"/>
                    <a:gd name="connsiteX18" fmla="*/ 60769 w 75580"/>
                    <a:gd name="connsiteY18" fmla="*/ 75962 h 76009"/>
                    <a:gd name="connsiteX19" fmla="*/ 60769 w 75580"/>
                    <a:gd name="connsiteY19" fmla="*/ 71342 h 76009"/>
                    <a:gd name="connsiteX20" fmla="*/ 60769 w 75580"/>
                    <a:gd name="connsiteY20" fmla="*/ 71342 h 76009"/>
                    <a:gd name="connsiteX21" fmla="*/ 60769 w 75580"/>
                    <a:gd name="connsiteY21" fmla="*/ 48768 h 76009"/>
                    <a:gd name="connsiteX22" fmla="*/ 60769 w 75580"/>
                    <a:gd name="connsiteY22" fmla="*/ 48768 h 76009"/>
                    <a:gd name="connsiteX23" fmla="*/ 50959 w 75580"/>
                    <a:gd name="connsiteY23" fmla="*/ 38576 h 76009"/>
                    <a:gd name="connsiteX24" fmla="*/ 50959 w 75580"/>
                    <a:gd name="connsiteY24" fmla="*/ 38576 h 76009"/>
                    <a:gd name="connsiteX25" fmla="*/ 40195 w 75580"/>
                    <a:gd name="connsiteY25" fmla="*/ 48768 h 76009"/>
                    <a:gd name="connsiteX26" fmla="*/ 40195 w 75580"/>
                    <a:gd name="connsiteY26" fmla="*/ 48768 h 76009"/>
                    <a:gd name="connsiteX27" fmla="*/ 40195 w 75580"/>
                    <a:gd name="connsiteY27" fmla="*/ 76009 h 76009"/>
                    <a:gd name="connsiteX28" fmla="*/ 25384 w 75580"/>
                    <a:gd name="connsiteY28" fmla="*/ 76009 h 76009"/>
                    <a:gd name="connsiteX29" fmla="*/ 25384 w 75580"/>
                    <a:gd name="connsiteY29" fmla="*/ 25622 h 76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75580" h="76009">
                      <a:moveTo>
                        <a:pt x="1524" y="25527"/>
                      </a:moveTo>
                      <a:lnTo>
                        <a:pt x="16526" y="25527"/>
                      </a:lnTo>
                      <a:lnTo>
                        <a:pt x="16526" y="75914"/>
                      </a:lnTo>
                      <a:lnTo>
                        <a:pt x="1524" y="75914"/>
                      </a:lnTo>
                      <a:lnTo>
                        <a:pt x="1524" y="25527"/>
                      </a:lnTo>
                      <a:close/>
                      <a:moveTo>
                        <a:pt x="8906" y="0"/>
                      </a:moveTo>
                      <a:cubicBezTo>
                        <a:pt x="13907" y="0"/>
                        <a:pt x="18002" y="4096"/>
                        <a:pt x="18002" y="9096"/>
                      </a:cubicBezTo>
                      <a:cubicBezTo>
                        <a:pt x="18002" y="14097"/>
                        <a:pt x="13907" y="18193"/>
                        <a:pt x="8906" y="18193"/>
                      </a:cubicBezTo>
                      <a:cubicBezTo>
                        <a:pt x="3905" y="18193"/>
                        <a:pt x="0" y="14097"/>
                        <a:pt x="0" y="9096"/>
                      </a:cubicBezTo>
                      <a:cubicBezTo>
                        <a:pt x="0" y="4096"/>
                        <a:pt x="3905" y="0"/>
                        <a:pt x="8906" y="0"/>
                      </a:cubicBezTo>
                      <a:lnTo>
                        <a:pt x="8906" y="0"/>
                      </a:lnTo>
                      <a:close/>
                      <a:moveTo>
                        <a:pt x="25384" y="25527"/>
                      </a:moveTo>
                      <a:lnTo>
                        <a:pt x="40195" y="25527"/>
                      </a:lnTo>
                      <a:lnTo>
                        <a:pt x="40195" y="32575"/>
                      </a:lnTo>
                      <a:cubicBezTo>
                        <a:pt x="43339" y="27956"/>
                        <a:pt x="48530" y="25003"/>
                        <a:pt x="54435" y="25003"/>
                      </a:cubicBezTo>
                      <a:lnTo>
                        <a:pt x="58531" y="25003"/>
                      </a:lnTo>
                      <a:cubicBezTo>
                        <a:pt x="67961" y="25003"/>
                        <a:pt x="75581" y="32766"/>
                        <a:pt x="75581" y="42053"/>
                      </a:cubicBezTo>
                      <a:lnTo>
                        <a:pt x="75581" y="75962"/>
                      </a:lnTo>
                      <a:lnTo>
                        <a:pt x="60769" y="75962"/>
                      </a:lnTo>
                      <a:lnTo>
                        <a:pt x="60769" y="71342"/>
                      </a:lnTo>
                      <a:lnTo>
                        <a:pt x="60769" y="71342"/>
                      </a:lnTo>
                      <a:lnTo>
                        <a:pt x="60769" y="48768"/>
                      </a:lnTo>
                      <a:lnTo>
                        <a:pt x="60769" y="48768"/>
                      </a:lnTo>
                      <a:cubicBezTo>
                        <a:pt x="60579" y="43005"/>
                        <a:pt x="56674" y="38576"/>
                        <a:pt x="50959" y="38576"/>
                      </a:cubicBezTo>
                      <a:lnTo>
                        <a:pt x="50959" y="38576"/>
                      </a:lnTo>
                      <a:cubicBezTo>
                        <a:pt x="45196" y="38576"/>
                        <a:pt x="40386" y="43005"/>
                        <a:pt x="40195" y="48768"/>
                      </a:cubicBezTo>
                      <a:lnTo>
                        <a:pt x="40195" y="48768"/>
                      </a:lnTo>
                      <a:lnTo>
                        <a:pt x="40195" y="76009"/>
                      </a:lnTo>
                      <a:lnTo>
                        <a:pt x="25384" y="76009"/>
                      </a:lnTo>
                      <a:lnTo>
                        <a:pt x="25384" y="25622"/>
                      </a:lnTo>
                      <a:close/>
                    </a:path>
                  </a:pathLst>
                </a:custGeom>
                <a:solidFill>
                  <a:srgbClr val="FFFFFF"/>
                </a:solidFill>
                <a:ln w="4763" cap="flat">
                  <a:noFill/>
                  <a:prstDash val="solid"/>
                  <a:miter/>
                </a:ln>
              </p:spPr>
              <p:txBody>
                <a:bodyPr rtlCol="0" anchor="ctr"/>
                <a:lstStyle/>
                <a:p>
                  <a:endParaRPr lang="en-AU"/>
                </a:p>
              </p:txBody>
            </p:sp>
          </p:grpSp>
          <p:grpSp>
            <p:nvGrpSpPr>
              <p:cNvPr id="27" name="Graphic 3">
                <a:extLst>
                  <a:ext uri="{FF2B5EF4-FFF2-40B4-BE49-F238E27FC236}">
                    <a16:creationId xmlns:a16="http://schemas.microsoft.com/office/drawing/2014/main" id="{4AF81122-B682-3D4F-1692-03A9A1D0D0D9}"/>
                  </a:ext>
                </a:extLst>
              </p:cNvPr>
              <p:cNvGrpSpPr/>
              <p:nvPr/>
            </p:nvGrpSpPr>
            <p:grpSpPr>
              <a:xfrm>
                <a:off x="991457" y="4600908"/>
                <a:ext cx="171354" cy="171354"/>
                <a:chOff x="991457" y="4600908"/>
                <a:chExt cx="171354" cy="171354"/>
              </a:xfrm>
              <a:solidFill>
                <a:srgbClr val="FFFFFF"/>
              </a:solidFill>
            </p:grpSpPr>
            <p:sp>
              <p:nvSpPr>
                <p:cNvPr id="28" name="Freeform: Shape 27">
                  <a:extLst>
                    <a:ext uri="{FF2B5EF4-FFF2-40B4-BE49-F238E27FC236}">
                      <a16:creationId xmlns:a16="http://schemas.microsoft.com/office/drawing/2014/main" id="{C107F021-466F-02E9-8D53-CF6B99842509}"/>
                    </a:ext>
                  </a:extLst>
                </p:cNvPr>
                <p:cNvSpPr/>
                <p:nvPr/>
              </p:nvSpPr>
              <p:spPr>
                <a:xfrm>
                  <a:off x="991457" y="4600908"/>
                  <a:ext cx="171354" cy="171354"/>
                </a:xfrm>
                <a:custGeom>
                  <a:avLst/>
                  <a:gdLst>
                    <a:gd name="connsiteX0" fmla="*/ 85677 w 171354"/>
                    <a:gd name="connsiteY0" fmla="*/ 171355 h 171354"/>
                    <a:gd name="connsiteX1" fmla="*/ 0 w 171354"/>
                    <a:gd name="connsiteY1" fmla="*/ 85677 h 171354"/>
                    <a:gd name="connsiteX2" fmla="*/ 85677 w 171354"/>
                    <a:gd name="connsiteY2" fmla="*/ 0 h 171354"/>
                    <a:gd name="connsiteX3" fmla="*/ 171355 w 171354"/>
                    <a:gd name="connsiteY3" fmla="*/ 85677 h 171354"/>
                    <a:gd name="connsiteX4" fmla="*/ 85677 w 171354"/>
                    <a:gd name="connsiteY4" fmla="*/ 171355 h 171354"/>
                    <a:gd name="connsiteX5" fmla="*/ 85677 w 171354"/>
                    <a:gd name="connsiteY5" fmla="*/ 6620 h 171354"/>
                    <a:gd name="connsiteX6" fmla="*/ 6620 w 171354"/>
                    <a:gd name="connsiteY6" fmla="*/ 85677 h 171354"/>
                    <a:gd name="connsiteX7" fmla="*/ 85677 w 171354"/>
                    <a:gd name="connsiteY7" fmla="*/ 164735 h 171354"/>
                    <a:gd name="connsiteX8" fmla="*/ 164735 w 171354"/>
                    <a:gd name="connsiteY8" fmla="*/ 85677 h 171354"/>
                    <a:gd name="connsiteX9" fmla="*/ 85677 w 171354"/>
                    <a:gd name="connsiteY9" fmla="*/ 6620 h 171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54" h="171354">
                      <a:moveTo>
                        <a:pt x="85677" y="171355"/>
                      </a:moveTo>
                      <a:cubicBezTo>
                        <a:pt x="38433" y="171355"/>
                        <a:pt x="0" y="132921"/>
                        <a:pt x="0" y="85677"/>
                      </a:cubicBezTo>
                      <a:cubicBezTo>
                        <a:pt x="0" y="38433"/>
                        <a:pt x="38433" y="0"/>
                        <a:pt x="85677" y="0"/>
                      </a:cubicBezTo>
                      <a:cubicBezTo>
                        <a:pt x="132921" y="0"/>
                        <a:pt x="171355" y="38433"/>
                        <a:pt x="171355" y="85677"/>
                      </a:cubicBezTo>
                      <a:cubicBezTo>
                        <a:pt x="171355" y="132921"/>
                        <a:pt x="132921" y="171355"/>
                        <a:pt x="85677" y="171355"/>
                      </a:cubicBezTo>
                      <a:close/>
                      <a:moveTo>
                        <a:pt x="85677" y="6620"/>
                      </a:moveTo>
                      <a:cubicBezTo>
                        <a:pt x="42101" y="6620"/>
                        <a:pt x="6620" y="42101"/>
                        <a:pt x="6620" y="85677"/>
                      </a:cubicBezTo>
                      <a:cubicBezTo>
                        <a:pt x="6620" y="129254"/>
                        <a:pt x="42101" y="164735"/>
                        <a:pt x="85677" y="164735"/>
                      </a:cubicBezTo>
                      <a:cubicBezTo>
                        <a:pt x="129254" y="164735"/>
                        <a:pt x="164735" y="129254"/>
                        <a:pt x="164735" y="85677"/>
                      </a:cubicBezTo>
                      <a:cubicBezTo>
                        <a:pt x="164735" y="42101"/>
                        <a:pt x="129254" y="6620"/>
                        <a:pt x="85677" y="6620"/>
                      </a:cubicBezTo>
                      <a:close/>
                    </a:path>
                  </a:pathLst>
                </a:custGeom>
                <a:solidFill>
                  <a:srgbClr val="FFFFFF"/>
                </a:solidFill>
                <a:ln w="4763" cap="flat">
                  <a:noFill/>
                  <a:prstDash val="solid"/>
                  <a:miter/>
                </a:ln>
              </p:spPr>
              <p:txBody>
                <a:bodyPr rtlCol="0" anchor="ctr"/>
                <a:lstStyle/>
                <a:p>
                  <a:endParaRPr lang="en-AU"/>
                </a:p>
              </p:txBody>
            </p:sp>
            <p:sp>
              <p:nvSpPr>
                <p:cNvPr id="29" name="Freeform: Shape 28">
                  <a:extLst>
                    <a:ext uri="{FF2B5EF4-FFF2-40B4-BE49-F238E27FC236}">
                      <a16:creationId xmlns:a16="http://schemas.microsoft.com/office/drawing/2014/main" id="{0A6EAA11-2208-EDD8-E640-9C795B4DAED8}"/>
                    </a:ext>
                  </a:extLst>
                </p:cNvPr>
                <p:cNvSpPr/>
                <p:nvPr/>
              </p:nvSpPr>
              <p:spPr>
                <a:xfrm>
                  <a:off x="1026509" y="4650581"/>
                  <a:ext cx="101441" cy="71723"/>
                </a:xfrm>
                <a:custGeom>
                  <a:avLst/>
                  <a:gdLst>
                    <a:gd name="connsiteX0" fmla="*/ 100251 w 101441"/>
                    <a:gd name="connsiteY0" fmla="*/ 15764 h 71723"/>
                    <a:gd name="connsiteX1" fmla="*/ 81105 w 101441"/>
                    <a:gd name="connsiteY1" fmla="*/ 1191 h 71723"/>
                    <a:gd name="connsiteX2" fmla="*/ 50721 w 101441"/>
                    <a:gd name="connsiteY2" fmla="*/ 0 h 71723"/>
                    <a:gd name="connsiteX3" fmla="*/ 20336 w 101441"/>
                    <a:gd name="connsiteY3" fmla="*/ 1191 h 71723"/>
                    <a:gd name="connsiteX4" fmla="*/ 1000 w 101441"/>
                    <a:gd name="connsiteY4" fmla="*/ 15764 h 71723"/>
                    <a:gd name="connsiteX5" fmla="*/ 0 w 101441"/>
                    <a:gd name="connsiteY5" fmla="*/ 35862 h 71723"/>
                    <a:gd name="connsiteX6" fmla="*/ 1000 w 101441"/>
                    <a:gd name="connsiteY6" fmla="*/ 55959 h 71723"/>
                    <a:gd name="connsiteX7" fmla="*/ 20336 w 101441"/>
                    <a:gd name="connsiteY7" fmla="*/ 70533 h 71723"/>
                    <a:gd name="connsiteX8" fmla="*/ 50721 w 101441"/>
                    <a:gd name="connsiteY8" fmla="*/ 71723 h 71723"/>
                    <a:gd name="connsiteX9" fmla="*/ 81105 w 101441"/>
                    <a:gd name="connsiteY9" fmla="*/ 70533 h 71723"/>
                    <a:gd name="connsiteX10" fmla="*/ 100251 w 101441"/>
                    <a:gd name="connsiteY10" fmla="*/ 55959 h 71723"/>
                    <a:gd name="connsiteX11" fmla="*/ 101441 w 101441"/>
                    <a:gd name="connsiteY11" fmla="*/ 35862 h 71723"/>
                    <a:gd name="connsiteX12" fmla="*/ 100251 w 101441"/>
                    <a:gd name="connsiteY12" fmla="*/ 15764 h 71723"/>
                    <a:gd name="connsiteX13" fmla="*/ 40481 w 101441"/>
                    <a:gd name="connsiteY13" fmla="*/ 51292 h 71723"/>
                    <a:gd name="connsiteX14" fmla="*/ 40481 w 101441"/>
                    <a:gd name="connsiteY14" fmla="*/ 20717 h 71723"/>
                    <a:gd name="connsiteX15" fmla="*/ 66913 w 101441"/>
                    <a:gd name="connsiteY15" fmla="*/ 35909 h 71723"/>
                    <a:gd name="connsiteX16" fmla="*/ 40481 w 101441"/>
                    <a:gd name="connsiteY16" fmla="*/ 51292 h 71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1441" h="71723">
                      <a:moveTo>
                        <a:pt x="100251" y="15764"/>
                      </a:moveTo>
                      <a:cubicBezTo>
                        <a:pt x="98679" y="4143"/>
                        <a:pt x="92774" y="2143"/>
                        <a:pt x="81105" y="1191"/>
                      </a:cubicBezTo>
                      <a:cubicBezTo>
                        <a:pt x="71057" y="381"/>
                        <a:pt x="59627" y="0"/>
                        <a:pt x="50721" y="0"/>
                      </a:cubicBezTo>
                      <a:cubicBezTo>
                        <a:pt x="41815" y="0"/>
                        <a:pt x="30194" y="381"/>
                        <a:pt x="20336" y="1191"/>
                      </a:cubicBezTo>
                      <a:cubicBezTo>
                        <a:pt x="8715" y="2191"/>
                        <a:pt x="2572" y="4143"/>
                        <a:pt x="1000" y="15764"/>
                      </a:cubicBezTo>
                      <a:cubicBezTo>
                        <a:pt x="429" y="21098"/>
                        <a:pt x="0" y="28384"/>
                        <a:pt x="0" y="35862"/>
                      </a:cubicBezTo>
                      <a:cubicBezTo>
                        <a:pt x="0" y="43339"/>
                        <a:pt x="381" y="50864"/>
                        <a:pt x="1000" y="55959"/>
                      </a:cubicBezTo>
                      <a:cubicBezTo>
                        <a:pt x="2572" y="67818"/>
                        <a:pt x="8715" y="69580"/>
                        <a:pt x="20336" y="70533"/>
                      </a:cubicBezTo>
                      <a:cubicBezTo>
                        <a:pt x="30194" y="71533"/>
                        <a:pt x="41815" y="71723"/>
                        <a:pt x="50721" y="71723"/>
                      </a:cubicBezTo>
                      <a:cubicBezTo>
                        <a:pt x="59627" y="71723"/>
                        <a:pt x="71057" y="71533"/>
                        <a:pt x="81105" y="70533"/>
                      </a:cubicBezTo>
                      <a:cubicBezTo>
                        <a:pt x="92726" y="69532"/>
                        <a:pt x="98679" y="67770"/>
                        <a:pt x="100251" y="55959"/>
                      </a:cubicBezTo>
                      <a:cubicBezTo>
                        <a:pt x="101060" y="50816"/>
                        <a:pt x="101441" y="43339"/>
                        <a:pt x="101441" y="35862"/>
                      </a:cubicBezTo>
                      <a:cubicBezTo>
                        <a:pt x="101441" y="28384"/>
                        <a:pt x="101060" y="21050"/>
                        <a:pt x="100251" y="15764"/>
                      </a:cubicBezTo>
                      <a:close/>
                      <a:moveTo>
                        <a:pt x="40481" y="51292"/>
                      </a:moveTo>
                      <a:lnTo>
                        <a:pt x="40481" y="20717"/>
                      </a:lnTo>
                      <a:lnTo>
                        <a:pt x="66913" y="35909"/>
                      </a:lnTo>
                      <a:lnTo>
                        <a:pt x="40481" y="51292"/>
                      </a:lnTo>
                      <a:close/>
                    </a:path>
                  </a:pathLst>
                </a:custGeom>
                <a:solidFill>
                  <a:srgbClr val="FFFFFF"/>
                </a:solidFill>
                <a:ln w="4763" cap="flat">
                  <a:noFill/>
                  <a:prstDash val="solid"/>
                  <a:miter/>
                </a:ln>
              </p:spPr>
              <p:txBody>
                <a:bodyPr rtlCol="0" anchor="ctr"/>
                <a:lstStyle/>
                <a:p>
                  <a:endParaRPr lang="en-AU"/>
                </a:p>
              </p:txBody>
            </p:sp>
          </p:grpSp>
        </p:grpSp>
        <p:sp>
          <p:nvSpPr>
            <p:cNvPr id="30" name="TextBox 29">
              <a:extLst>
                <a:ext uri="{FF2B5EF4-FFF2-40B4-BE49-F238E27FC236}">
                  <a16:creationId xmlns:a16="http://schemas.microsoft.com/office/drawing/2014/main" id="{86AA1CEC-8694-F371-4526-F602B1F47D9A}"/>
                </a:ext>
              </a:extLst>
            </p:cNvPr>
            <p:cNvSpPr txBox="1"/>
            <p:nvPr userDrawn="1"/>
          </p:nvSpPr>
          <p:spPr>
            <a:xfrm>
              <a:off x="293584" y="4573623"/>
              <a:ext cx="2506765" cy="215444"/>
            </a:xfrm>
            <a:prstGeom prst="rect">
              <a:avLst/>
            </a:prstGeom>
            <a:noFill/>
          </p:spPr>
          <p:txBody>
            <a:bodyPr wrap="square" rtlCol="0">
              <a:spAutoFit/>
            </a:bodyPr>
            <a:lstStyle>
              <a:defPPr marR="0" lvl="0" algn="l" rtl="0">
                <a:lnSpc>
                  <a:spcPct val="100000"/>
                </a:lnSpc>
                <a:spcBef>
                  <a:spcPts val="0"/>
                </a:spcBef>
                <a:spcAft>
                  <a:spcPts val="0"/>
                </a:spcAft>
              </a:defPPr>
              <a:lvl1pPr>
                <a:defRPr sz="700">
                  <a:solidFill>
                    <a:schemeClr val="bg1"/>
                  </a:solidFill>
                  <a:effectLst/>
                  <a:latin typeface="Verdana" panose="020B0604030504040204" pitchFamily="34" charset="0"/>
                  <a:ea typeface="Verdana" panose="020B0604030504040204" pitchFamily="34" charset="0"/>
                </a:defRPr>
              </a:lvl1pPr>
            </a:lstStyle>
            <a:p>
              <a:pPr lvl="0"/>
              <a:r>
                <a:rPr lang="en-US" dirty="0"/>
                <a:t>Copyright © 2025 Ascendion. All rights reserved</a:t>
              </a:r>
            </a:p>
          </p:txBody>
        </p:sp>
        <p:sp>
          <p:nvSpPr>
            <p:cNvPr id="7" name="Freeform: Shape 6">
              <a:extLst>
                <a:ext uri="{FF2B5EF4-FFF2-40B4-BE49-F238E27FC236}">
                  <a16:creationId xmlns:a16="http://schemas.microsoft.com/office/drawing/2014/main" id="{062A0499-A8C5-48B9-4332-0E2E556AADE8}"/>
                </a:ext>
              </a:extLst>
            </p:cNvPr>
            <p:cNvSpPr/>
            <p:nvPr/>
          </p:nvSpPr>
          <p:spPr>
            <a:xfrm>
              <a:off x="7594568" y="3364420"/>
              <a:ext cx="1126807" cy="257746"/>
            </a:xfrm>
            <a:custGeom>
              <a:avLst/>
              <a:gdLst>
                <a:gd name="connsiteX0" fmla="*/ 649986 w 1126807"/>
                <a:gd name="connsiteY0" fmla="*/ 95 h 257746"/>
                <a:gd name="connsiteX1" fmla="*/ 695421 w 1126807"/>
                <a:gd name="connsiteY1" fmla="*/ 9715 h 257746"/>
                <a:gd name="connsiteX2" fmla="*/ 761524 w 1126807"/>
                <a:gd name="connsiteY2" fmla="*/ 85725 h 257746"/>
                <a:gd name="connsiteX3" fmla="*/ 695421 w 1126807"/>
                <a:gd name="connsiteY3" fmla="*/ 133731 h 257746"/>
                <a:gd name="connsiteX4" fmla="*/ 649986 w 1126807"/>
                <a:gd name="connsiteY4" fmla="*/ 124111 h 257746"/>
                <a:gd name="connsiteX5" fmla="*/ 649986 w 1126807"/>
                <a:gd name="connsiteY5" fmla="*/ 95 h 257746"/>
                <a:gd name="connsiteX6" fmla="*/ 695421 w 1126807"/>
                <a:gd name="connsiteY6" fmla="*/ 105537 h 257746"/>
                <a:gd name="connsiteX7" fmla="*/ 730949 w 1126807"/>
                <a:gd name="connsiteY7" fmla="*/ 79153 h 257746"/>
                <a:gd name="connsiteX8" fmla="*/ 695421 w 1126807"/>
                <a:gd name="connsiteY8" fmla="*/ 37624 h 257746"/>
                <a:gd name="connsiteX9" fmla="*/ 680656 w 1126807"/>
                <a:gd name="connsiteY9" fmla="*/ 34481 h 257746"/>
                <a:gd name="connsiteX10" fmla="*/ 680656 w 1126807"/>
                <a:gd name="connsiteY10" fmla="*/ 102394 h 257746"/>
                <a:gd name="connsiteX11" fmla="*/ 695421 w 1126807"/>
                <a:gd name="connsiteY11" fmla="*/ 105537 h 257746"/>
                <a:gd name="connsiteX12" fmla="*/ 856107 w 1126807"/>
                <a:gd name="connsiteY12" fmla="*/ 43910 h 257746"/>
                <a:gd name="connsiteX13" fmla="*/ 856107 w 1126807"/>
                <a:gd name="connsiteY13" fmla="*/ 71914 h 257746"/>
                <a:gd name="connsiteX14" fmla="*/ 829056 w 1126807"/>
                <a:gd name="connsiteY14" fmla="*/ 66199 h 257746"/>
                <a:gd name="connsiteX15" fmla="*/ 829056 w 1126807"/>
                <a:gd name="connsiteY15" fmla="*/ 134112 h 257746"/>
                <a:gd name="connsiteX16" fmla="*/ 856107 w 1126807"/>
                <a:gd name="connsiteY16" fmla="*/ 139827 h 257746"/>
                <a:gd name="connsiteX17" fmla="*/ 856107 w 1126807"/>
                <a:gd name="connsiteY17" fmla="*/ 168021 h 257746"/>
                <a:gd name="connsiteX18" fmla="*/ 771430 w 1126807"/>
                <a:gd name="connsiteY18" fmla="*/ 150019 h 257746"/>
                <a:gd name="connsiteX19" fmla="*/ 771430 w 1126807"/>
                <a:gd name="connsiteY19" fmla="*/ 121920 h 257746"/>
                <a:gd name="connsiteX20" fmla="*/ 798576 w 1126807"/>
                <a:gd name="connsiteY20" fmla="*/ 127635 h 257746"/>
                <a:gd name="connsiteX21" fmla="*/ 798576 w 1126807"/>
                <a:gd name="connsiteY21" fmla="*/ 59722 h 257746"/>
                <a:gd name="connsiteX22" fmla="*/ 771430 w 1126807"/>
                <a:gd name="connsiteY22" fmla="*/ 54007 h 257746"/>
                <a:gd name="connsiteX23" fmla="*/ 771430 w 1126807"/>
                <a:gd name="connsiteY23" fmla="*/ 26003 h 257746"/>
                <a:gd name="connsiteX24" fmla="*/ 856107 w 1126807"/>
                <a:gd name="connsiteY24" fmla="*/ 44006 h 257746"/>
                <a:gd name="connsiteX25" fmla="*/ 927830 w 1126807"/>
                <a:gd name="connsiteY25" fmla="*/ 56674 h 257746"/>
                <a:gd name="connsiteX26" fmla="*/ 989934 w 1126807"/>
                <a:gd name="connsiteY26" fmla="*/ 134207 h 257746"/>
                <a:gd name="connsiteX27" fmla="*/ 927830 w 1126807"/>
                <a:gd name="connsiteY27" fmla="*/ 185547 h 257746"/>
                <a:gd name="connsiteX28" fmla="*/ 865442 w 1126807"/>
                <a:gd name="connsiteY28" fmla="*/ 107728 h 257746"/>
                <a:gd name="connsiteX29" fmla="*/ 927830 w 1126807"/>
                <a:gd name="connsiteY29" fmla="*/ 56578 h 257746"/>
                <a:gd name="connsiteX30" fmla="*/ 927830 w 1126807"/>
                <a:gd name="connsiteY30" fmla="*/ 156591 h 257746"/>
                <a:gd name="connsiteX31" fmla="*/ 958406 w 1126807"/>
                <a:gd name="connsiteY31" fmla="*/ 127540 h 257746"/>
                <a:gd name="connsiteX32" fmla="*/ 927830 w 1126807"/>
                <a:gd name="connsiteY32" fmla="*/ 85630 h 257746"/>
                <a:gd name="connsiteX33" fmla="*/ 897065 w 1126807"/>
                <a:gd name="connsiteY33" fmla="*/ 114395 h 257746"/>
                <a:gd name="connsiteX34" fmla="*/ 927830 w 1126807"/>
                <a:gd name="connsiteY34" fmla="*/ 156496 h 257746"/>
                <a:gd name="connsiteX35" fmla="*/ 1005173 w 1126807"/>
                <a:gd name="connsiteY35" fmla="*/ 75533 h 257746"/>
                <a:gd name="connsiteX36" fmla="*/ 1062895 w 1126807"/>
                <a:gd name="connsiteY36" fmla="*/ 87821 h 257746"/>
                <a:gd name="connsiteX37" fmla="*/ 1096232 w 1126807"/>
                <a:gd name="connsiteY37" fmla="*/ 208693 h 257746"/>
                <a:gd name="connsiteX38" fmla="*/ 1096232 w 1126807"/>
                <a:gd name="connsiteY38" fmla="*/ 94869 h 257746"/>
                <a:gd name="connsiteX39" fmla="*/ 1126808 w 1126807"/>
                <a:gd name="connsiteY39" fmla="*/ 101346 h 257746"/>
                <a:gd name="connsiteX40" fmla="*/ 1126808 w 1126807"/>
                <a:gd name="connsiteY40" fmla="*/ 225362 h 257746"/>
                <a:gd name="connsiteX41" fmla="*/ 1069086 w 1126807"/>
                <a:gd name="connsiteY41" fmla="*/ 213074 h 257746"/>
                <a:gd name="connsiteX42" fmla="*/ 1035749 w 1126807"/>
                <a:gd name="connsiteY42" fmla="*/ 92202 h 257746"/>
                <a:gd name="connsiteX43" fmla="*/ 1035749 w 1126807"/>
                <a:gd name="connsiteY43" fmla="*/ 206026 h 257746"/>
                <a:gd name="connsiteX44" fmla="*/ 1005173 w 1126807"/>
                <a:gd name="connsiteY44" fmla="*/ 199549 h 257746"/>
                <a:gd name="connsiteX45" fmla="*/ 1005173 w 1126807"/>
                <a:gd name="connsiteY45" fmla="*/ 75533 h 257746"/>
                <a:gd name="connsiteX46" fmla="*/ 38005 w 1126807"/>
                <a:gd name="connsiteY46" fmla="*/ 125730 h 257746"/>
                <a:gd name="connsiteX47" fmla="*/ 94012 w 1126807"/>
                <a:gd name="connsiteY47" fmla="*/ 113824 h 257746"/>
                <a:gd name="connsiteX48" fmla="*/ 131921 w 1126807"/>
                <a:gd name="connsiteY48" fmla="*/ 229743 h 257746"/>
                <a:gd name="connsiteX49" fmla="*/ 99441 w 1126807"/>
                <a:gd name="connsiteY49" fmla="*/ 236601 h 257746"/>
                <a:gd name="connsiteX50" fmla="*/ 88297 w 1126807"/>
                <a:gd name="connsiteY50" fmla="*/ 201454 h 257746"/>
                <a:gd name="connsiteX51" fmla="*/ 43244 w 1126807"/>
                <a:gd name="connsiteY51" fmla="*/ 211074 h 257746"/>
                <a:gd name="connsiteX52" fmla="*/ 32099 w 1126807"/>
                <a:gd name="connsiteY52" fmla="*/ 250889 h 257746"/>
                <a:gd name="connsiteX53" fmla="*/ 0 w 1126807"/>
                <a:gd name="connsiteY53" fmla="*/ 257746 h 257746"/>
                <a:gd name="connsiteX54" fmla="*/ 38005 w 1126807"/>
                <a:gd name="connsiteY54" fmla="*/ 125635 h 257746"/>
                <a:gd name="connsiteX55" fmla="*/ 79915 w 1126807"/>
                <a:gd name="connsiteY55" fmla="*/ 175355 h 257746"/>
                <a:gd name="connsiteX56" fmla="*/ 65818 w 1126807"/>
                <a:gd name="connsiteY56" fmla="*/ 131064 h 257746"/>
                <a:gd name="connsiteX57" fmla="*/ 51721 w 1126807"/>
                <a:gd name="connsiteY57" fmla="*/ 181356 h 257746"/>
                <a:gd name="connsiteX58" fmla="*/ 80010 w 1126807"/>
                <a:gd name="connsiteY58" fmla="*/ 175355 h 257746"/>
                <a:gd name="connsiteX59" fmla="*/ 194025 w 1126807"/>
                <a:gd name="connsiteY59" fmla="*/ 218980 h 257746"/>
                <a:gd name="connsiteX60" fmla="*/ 134493 w 1126807"/>
                <a:gd name="connsiteY60" fmla="*/ 180785 h 257746"/>
                <a:gd name="connsiteX61" fmla="*/ 166116 w 1126807"/>
                <a:gd name="connsiteY61" fmla="*/ 174022 h 257746"/>
                <a:gd name="connsiteX62" fmla="*/ 194691 w 1126807"/>
                <a:gd name="connsiteY62" fmla="*/ 192024 h 257746"/>
                <a:gd name="connsiteX63" fmla="*/ 216027 w 1126807"/>
                <a:gd name="connsiteY63" fmla="*/ 176594 h 257746"/>
                <a:gd name="connsiteX64" fmla="*/ 205931 w 1126807"/>
                <a:gd name="connsiteY64" fmla="*/ 169259 h 257746"/>
                <a:gd name="connsiteX65" fmla="*/ 166211 w 1126807"/>
                <a:gd name="connsiteY65" fmla="*/ 166783 h 257746"/>
                <a:gd name="connsiteX66" fmla="*/ 139256 w 1126807"/>
                <a:gd name="connsiteY66" fmla="*/ 138589 h 257746"/>
                <a:gd name="connsiteX67" fmla="*/ 187547 w 1126807"/>
                <a:gd name="connsiteY67" fmla="*/ 91345 h 257746"/>
                <a:gd name="connsiteX68" fmla="*/ 242888 w 1126807"/>
                <a:gd name="connsiteY68" fmla="*/ 124777 h 257746"/>
                <a:gd name="connsiteX69" fmla="*/ 211455 w 1126807"/>
                <a:gd name="connsiteY69" fmla="*/ 131445 h 257746"/>
                <a:gd name="connsiteX70" fmla="*/ 188024 w 1126807"/>
                <a:gd name="connsiteY70" fmla="*/ 117443 h 257746"/>
                <a:gd name="connsiteX71" fmla="*/ 170879 w 1126807"/>
                <a:gd name="connsiteY71" fmla="*/ 131159 h 257746"/>
                <a:gd name="connsiteX72" fmla="*/ 180118 w 1126807"/>
                <a:gd name="connsiteY72" fmla="*/ 137827 h 257746"/>
                <a:gd name="connsiteX73" fmla="*/ 218694 w 1126807"/>
                <a:gd name="connsiteY73" fmla="*/ 139636 h 257746"/>
                <a:gd name="connsiteX74" fmla="*/ 247460 w 1126807"/>
                <a:gd name="connsiteY74" fmla="*/ 168497 h 257746"/>
                <a:gd name="connsiteX75" fmla="*/ 193929 w 1126807"/>
                <a:gd name="connsiteY75" fmla="*/ 218885 h 257746"/>
                <a:gd name="connsiteX76" fmla="*/ 256413 w 1126807"/>
                <a:gd name="connsiteY76" fmla="*/ 141161 h 257746"/>
                <a:gd name="connsiteX77" fmla="*/ 319373 w 1126807"/>
                <a:gd name="connsiteY77" fmla="*/ 63436 h 257746"/>
                <a:gd name="connsiteX78" fmla="*/ 379476 w 1126807"/>
                <a:gd name="connsiteY78" fmla="*/ 100965 h 257746"/>
                <a:gd name="connsiteX79" fmla="*/ 348044 w 1126807"/>
                <a:gd name="connsiteY79" fmla="*/ 107633 h 257746"/>
                <a:gd name="connsiteX80" fmla="*/ 319564 w 1126807"/>
                <a:gd name="connsiteY80" fmla="*/ 92393 h 257746"/>
                <a:gd name="connsiteX81" fmla="*/ 288131 w 1126807"/>
                <a:gd name="connsiteY81" fmla="*/ 134398 h 257746"/>
                <a:gd name="connsiteX82" fmla="*/ 319564 w 1126807"/>
                <a:gd name="connsiteY82" fmla="*/ 163259 h 257746"/>
                <a:gd name="connsiteX83" fmla="*/ 348044 w 1126807"/>
                <a:gd name="connsiteY83" fmla="*/ 135731 h 257746"/>
                <a:gd name="connsiteX84" fmla="*/ 379476 w 1126807"/>
                <a:gd name="connsiteY84" fmla="*/ 129064 h 257746"/>
                <a:gd name="connsiteX85" fmla="*/ 319373 w 1126807"/>
                <a:gd name="connsiteY85" fmla="*/ 192310 h 257746"/>
                <a:gd name="connsiteX86" fmla="*/ 256413 w 1126807"/>
                <a:gd name="connsiteY86" fmla="*/ 141161 h 257746"/>
                <a:gd name="connsiteX87" fmla="*/ 394430 w 1126807"/>
                <a:gd name="connsiteY87" fmla="*/ 49911 h 257746"/>
                <a:gd name="connsiteX88" fmla="*/ 488823 w 1126807"/>
                <a:gd name="connsiteY88" fmla="*/ 29813 h 257746"/>
                <a:gd name="connsiteX89" fmla="*/ 488823 w 1126807"/>
                <a:gd name="connsiteY89" fmla="*/ 57817 h 257746"/>
                <a:gd name="connsiteX90" fmla="*/ 425196 w 1126807"/>
                <a:gd name="connsiteY90" fmla="*/ 71342 h 257746"/>
                <a:gd name="connsiteX91" fmla="*/ 425196 w 1126807"/>
                <a:gd name="connsiteY91" fmla="*/ 92107 h 257746"/>
                <a:gd name="connsiteX92" fmla="*/ 480441 w 1126807"/>
                <a:gd name="connsiteY92" fmla="*/ 80391 h 257746"/>
                <a:gd name="connsiteX93" fmla="*/ 480441 w 1126807"/>
                <a:gd name="connsiteY93" fmla="*/ 106775 h 257746"/>
                <a:gd name="connsiteX94" fmla="*/ 425196 w 1126807"/>
                <a:gd name="connsiteY94" fmla="*/ 118491 h 257746"/>
                <a:gd name="connsiteX95" fmla="*/ 425196 w 1126807"/>
                <a:gd name="connsiteY95" fmla="*/ 139446 h 257746"/>
                <a:gd name="connsiteX96" fmla="*/ 488823 w 1126807"/>
                <a:gd name="connsiteY96" fmla="*/ 125921 h 257746"/>
                <a:gd name="connsiteX97" fmla="*/ 488823 w 1126807"/>
                <a:gd name="connsiteY97" fmla="*/ 153924 h 257746"/>
                <a:gd name="connsiteX98" fmla="*/ 394430 w 1126807"/>
                <a:gd name="connsiteY98" fmla="*/ 174022 h 257746"/>
                <a:gd name="connsiteX99" fmla="*/ 394430 w 1126807"/>
                <a:gd name="connsiteY99" fmla="*/ 50006 h 257746"/>
                <a:gd name="connsiteX100" fmla="*/ 507397 w 1126807"/>
                <a:gd name="connsiteY100" fmla="*/ 25908 h 257746"/>
                <a:gd name="connsiteX101" fmla="*/ 565118 w 1126807"/>
                <a:gd name="connsiteY101" fmla="*/ 13621 h 257746"/>
                <a:gd name="connsiteX102" fmla="*/ 598456 w 1126807"/>
                <a:gd name="connsiteY102" fmla="*/ 120301 h 257746"/>
                <a:gd name="connsiteX103" fmla="*/ 598456 w 1126807"/>
                <a:gd name="connsiteY103" fmla="*/ 6477 h 257746"/>
                <a:gd name="connsiteX104" fmla="*/ 629126 w 1126807"/>
                <a:gd name="connsiteY104" fmla="*/ 0 h 257746"/>
                <a:gd name="connsiteX105" fmla="*/ 629126 w 1126807"/>
                <a:gd name="connsiteY105" fmla="*/ 124015 h 257746"/>
                <a:gd name="connsiteX106" fmla="*/ 571405 w 1126807"/>
                <a:gd name="connsiteY106" fmla="*/ 136303 h 257746"/>
                <a:gd name="connsiteX107" fmla="*/ 538067 w 1126807"/>
                <a:gd name="connsiteY107" fmla="*/ 29623 h 257746"/>
                <a:gd name="connsiteX108" fmla="*/ 538067 w 1126807"/>
                <a:gd name="connsiteY108" fmla="*/ 143447 h 257746"/>
                <a:gd name="connsiteX109" fmla="*/ 507397 w 1126807"/>
                <a:gd name="connsiteY109" fmla="*/ 149923 h 257746"/>
                <a:gd name="connsiteX110" fmla="*/ 507397 w 1126807"/>
                <a:gd name="connsiteY110" fmla="*/ 25908 h 257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126807" h="257746">
                  <a:moveTo>
                    <a:pt x="649986" y="95"/>
                  </a:moveTo>
                  <a:lnTo>
                    <a:pt x="695421" y="9715"/>
                  </a:lnTo>
                  <a:cubicBezTo>
                    <a:pt x="727901" y="16573"/>
                    <a:pt x="761524" y="32385"/>
                    <a:pt x="761524" y="85725"/>
                  </a:cubicBezTo>
                  <a:cubicBezTo>
                    <a:pt x="761524" y="139160"/>
                    <a:pt x="727901" y="140684"/>
                    <a:pt x="695421" y="133731"/>
                  </a:cubicBezTo>
                  <a:lnTo>
                    <a:pt x="649986" y="124111"/>
                  </a:lnTo>
                  <a:lnTo>
                    <a:pt x="649986" y="95"/>
                  </a:lnTo>
                  <a:close/>
                  <a:moveTo>
                    <a:pt x="695421" y="105537"/>
                  </a:moveTo>
                  <a:cubicBezTo>
                    <a:pt x="715804" y="109823"/>
                    <a:pt x="730949" y="112395"/>
                    <a:pt x="730949" y="79153"/>
                  </a:cubicBezTo>
                  <a:cubicBezTo>
                    <a:pt x="730949" y="45911"/>
                    <a:pt x="715614" y="41910"/>
                    <a:pt x="695421" y="37624"/>
                  </a:cubicBezTo>
                  <a:lnTo>
                    <a:pt x="680656" y="34481"/>
                  </a:lnTo>
                  <a:lnTo>
                    <a:pt x="680656" y="102394"/>
                  </a:lnTo>
                  <a:cubicBezTo>
                    <a:pt x="680656" y="102394"/>
                    <a:pt x="695421" y="105537"/>
                    <a:pt x="695421" y="105537"/>
                  </a:cubicBezTo>
                  <a:close/>
                  <a:moveTo>
                    <a:pt x="856107" y="43910"/>
                  </a:moveTo>
                  <a:lnTo>
                    <a:pt x="856107" y="71914"/>
                  </a:lnTo>
                  <a:cubicBezTo>
                    <a:pt x="856107" y="71914"/>
                    <a:pt x="829056" y="66199"/>
                    <a:pt x="829056" y="66199"/>
                  </a:cubicBezTo>
                  <a:lnTo>
                    <a:pt x="829056" y="134112"/>
                  </a:lnTo>
                  <a:cubicBezTo>
                    <a:pt x="829056" y="134112"/>
                    <a:pt x="856107" y="139827"/>
                    <a:pt x="856107" y="139827"/>
                  </a:cubicBezTo>
                  <a:lnTo>
                    <a:pt x="856107" y="168021"/>
                  </a:lnTo>
                  <a:cubicBezTo>
                    <a:pt x="856107" y="168021"/>
                    <a:pt x="771430" y="150019"/>
                    <a:pt x="771430" y="150019"/>
                  </a:cubicBezTo>
                  <a:lnTo>
                    <a:pt x="771430" y="121920"/>
                  </a:lnTo>
                  <a:cubicBezTo>
                    <a:pt x="771430" y="121920"/>
                    <a:pt x="798576" y="127635"/>
                    <a:pt x="798576" y="127635"/>
                  </a:cubicBezTo>
                  <a:lnTo>
                    <a:pt x="798576" y="59722"/>
                  </a:lnTo>
                  <a:cubicBezTo>
                    <a:pt x="798576" y="59722"/>
                    <a:pt x="771430" y="54007"/>
                    <a:pt x="771430" y="54007"/>
                  </a:cubicBezTo>
                  <a:lnTo>
                    <a:pt x="771430" y="26003"/>
                  </a:lnTo>
                  <a:cubicBezTo>
                    <a:pt x="771430" y="26003"/>
                    <a:pt x="856107" y="44006"/>
                    <a:pt x="856107" y="44006"/>
                  </a:cubicBezTo>
                  <a:close/>
                  <a:moveTo>
                    <a:pt x="927830" y="56674"/>
                  </a:moveTo>
                  <a:cubicBezTo>
                    <a:pt x="966406" y="64865"/>
                    <a:pt x="989934" y="97631"/>
                    <a:pt x="989934" y="134207"/>
                  </a:cubicBezTo>
                  <a:cubicBezTo>
                    <a:pt x="989934" y="170974"/>
                    <a:pt x="966406" y="193739"/>
                    <a:pt x="927830" y="185547"/>
                  </a:cubicBezTo>
                  <a:cubicBezTo>
                    <a:pt x="889159" y="177356"/>
                    <a:pt x="865442" y="144494"/>
                    <a:pt x="865442" y="107728"/>
                  </a:cubicBezTo>
                  <a:cubicBezTo>
                    <a:pt x="865442" y="71152"/>
                    <a:pt x="889159" y="48387"/>
                    <a:pt x="927830" y="56578"/>
                  </a:cubicBezTo>
                  <a:moveTo>
                    <a:pt x="927830" y="156591"/>
                  </a:moveTo>
                  <a:cubicBezTo>
                    <a:pt x="948405" y="160973"/>
                    <a:pt x="958406" y="150114"/>
                    <a:pt x="958406" y="127540"/>
                  </a:cubicBezTo>
                  <a:cubicBezTo>
                    <a:pt x="958406" y="104965"/>
                    <a:pt x="948119" y="90011"/>
                    <a:pt x="927830" y="85630"/>
                  </a:cubicBezTo>
                  <a:cubicBezTo>
                    <a:pt x="907257" y="81248"/>
                    <a:pt x="897065" y="92107"/>
                    <a:pt x="897065" y="114395"/>
                  </a:cubicBezTo>
                  <a:cubicBezTo>
                    <a:pt x="897065" y="136684"/>
                    <a:pt x="907352" y="152114"/>
                    <a:pt x="927830" y="156496"/>
                  </a:cubicBezTo>
                  <a:moveTo>
                    <a:pt x="1005173" y="75533"/>
                  </a:moveTo>
                  <a:lnTo>
                    <a:pt x="1062895" y="87821"/>
                  </a:lnTo>
                  <a:lnTo>
                    <a:pt x="1096232" y="208693"/>
                  </a:lnTo>
                  <a:lnTo>
                    <a:pt x="1096232" y="94869"/>
                  </a:lnTo>
                  <a:cubicBezTo>
                    <a:pt x="1096232" y="94869"/>
                    <a:pt x="1126808" y="101346"/>
                    <a:pt x="1126808" y="101346"/>
                  </a:cubicBezTo>
                  <a:lnTo>
                    <a:pt x="1126808" y="225362"/>
                  </a:lnTo>
                  <a:cubicBezTo>
                    <a:pt x="1126808" y="225362"/>
                    <a:pt x="1069086" y="213074"/>
                    <a:pt x="1069086" y="213074"/>
                  </a:cubicBezTo>
                  <a:lnTo>
                    <a:pt x="1035749" y="92202"/>
                  </a:lnTo>
                  <a:lnTo>
                    <a:pt x="1035749" y="206026"/>
                  </a:lnTo>
                  <a:cubicBezTo>
                    <a:pt x="1035749" y="206026"/>
                    <a:pt x="1005173" y="199549"/>
                    <a:pt x="1005173" y="199549"/>
                  </a:cubicBezTo>
                  <a:lnTo>
                    <a:pt x="1005173" y="75533"/>
                  </a:lnTo>
                  <a:close/>
                  <a:moveTo>
                    <a:pt x="38005" y="125730"/>
                  </a:moveTo>
                  <a:lnTo>
                    <a:pt x="94012" y="113824"/>
                  </a:lnTo>
                  <a:lnTo>
                    <a:pt x="131921" y="229743"/>
                  </a:lnTo>
                  <a:lnTo>
                    <a:pt x="99441" y="236601"/>
                  </a:lnTo>
                  <a:lnTo>
                    <a:pt x="88297" y="201454"/>
                  </a:lnTo>
                  <a:lnTo>
                    <a:pt x="43244" y="211074"/>
                  </a:lnTo>
                  <a:lnTo>
                    <a:pt x="32099" y="250889"/>
                  </a:lnTo>
                  <a:lnTo>
                    <a:pt x="0" y="257746"/>
                  </a:lnTo>
                  <a:lnTo>
                    <a:pt x="38005" y="125635"/>
                  </a:lnTo>
                  <a:close/>
                  <a:moveTo>
                    <a:pt x="79915" y="175355"/>
                  </a:moveTo>
                  <a:lnTo>
                    <a:pt x="65818" y="131064"/>
                  </a:lnTo>
                  <a:lnTo>
                    <a:pt x="51721" y="181356"/>
                  </a:lnTo>
                  <a:lnTo>
                    <a:pt x="80010" y="175355"/>
                  </a:lnTo>
                  <a:close/>
                  <a:moveTo>
                    <a:pt x="194025" y="218980"/>
                  </a:moveTo>
                  <a:cubicBezTo>
                    <a:pt x="152114" y="227838"/>
                    <a:pt x="134493" y="212979"/>
                    <a:pt x="134493" y="180785"/>
                  </a:cubicBezTo>
                  <a:lnTo>
                    <a:pt x="166116" y="174022"/>
                  </a:lnTo>
                  <a:cubicBezTo>
                    <a:pt x="166116" y="191643"/>
                    <a:pt x="172688" y="196691"/>
                    <a:pt x="194691" y="192024"/>
                  </a:cubicBezTo>
                  <a:cubicBezTo>
                    <a:pt x="209645" y="188881"/>
                    <a:pt x="216027" y="184309"/>
                    <a:pt x="216027" y="176594"/>
                  </a:cubicBezTo>
                  <a:cubicBezTo>
                    <a:pt x="216027" y="172212"/>
                    <a:pt x="212693" y="169545"/>
                    <a:pt x="205931" y="169259"/>
                  </a:cubicBezTo>
                  <a:lnTo>
                    <a:pt x="166211" y="166783"/>
                  </a:lnTo>
                  <a:cubicBezTo>
                    <a:pt x="145637" y="165354"/>
                    <a:pt x="139256" y="154210"/>
                    <a:pt x="139256" y="138589"/>
                  </a:cubicBezTo>
                  <a:cubicBezTo>
                    <a:pt x="139256" y="114490"/>
                    <a:pt x="156401" y="98012"/>
                    <a:pt x="187547" y="91345"/>
                  </a:cubicBezTo>
                  <a:cubicBezTo>
                    <a:pt x="224600" y="83439"/>
                    <a:pt x="242888" y="97917"/>
                    <a:pt x="242888" y="124777"/>
                  </a:cubicBezTo>
                  <a:lnTo>
                    <a:pt x="211455" y="131445"/>
                  </a:lnTo>
                  <a:cubicBezTo>
                    <a:pt x="211455" y="118110"/>
                    <a:pt x="204216" y="114014"/>
                    <a:pt x="188024" y="117443"/>
                  </a:cubicBezTo>
                  <a:cubicBezTo>
                    <a:pt x="176784" y="119824"/>
                    <a:pt x="170879" y="124111"/>
                    <a:pt x="170879" y="131159"/>
                  </a:cubicBezTo>
                  <a:cubicBezTo>
                    <a:pt x="170879" y="134684"/>
                    <a:pt x="172688" y="137255"/>
                    <a:pt x="180118" y="137827"/>
                  </a:cubicBezTo>
                  <a:lnTo>
                    <a:pt x="218694" y="139636"/>
                  </a:lnTo>
                  <a:cubicBezTo>
                    <a:pt x="238411" y="140589"/>
                    <a:pt x="247460" y="150400"/>
                    <a:pt x="247460" y="168497"/>
                  </a:cubicBezTo>
                  <a:cubicBezTo>
                    <a:pt x="247460" y="192024"/>
                    <a:pt x="231934" y="210788"/>
                    <a:pt x="193929" y="218885"/>
                  </a:cubicBezTo>
                  <a:moveTo>
                    <a:pt x="256413" y="141161"/>
                  </a:moveTo>
                  <a:cubicBezTo>
                    <a:pt x="256413" y="104585"/>
                    <a:pt x="280511" y="71628"/>
                    <a:pt x="319373" y="63436"/>
                  </a:cubicBezTo>
                  <a:cubicBezTo>
                    <a:pt x="353378" y="56198"/>
                    <a:pt x="375952" y="70580"/>
                    <a:pt x="379476" y="100965"/>
                  </a:cubicBezTo>
                  <a:lnTo>
                    <a:pt x="348044" y="107633"/>
                  </a:lnTo>
                  <a:cubicBezTo>
                    <a:pt x="345472" y="94774"/>
                    <a:pt x="334613" y="89249"/>
                    <a:pt x="319564" y="92393"/>
                  </a:cubicBezTo>
                  <a:cubicBezTo>
                    <a:pt x="301181" y="96298"/>
                    <a:pt x="288131" y="110014"/>
                    <a:pt x="288131" y="134398"/>
                  </a:cubicBezTo>
                  <a:cubicBezTo>
                    <a:pt x="288131" y="159068"/>
                    <a:pt x="301276" y="167164"/>
                    <a:pt x="319564" y="163259"/>
                  </a:cubicBezTo>
                  <a:cubicBezTo>
                    <a:pt x="334518" y="160115"/>
                    <a:pt x="345472" y="149638"/>
                    <a:pt x="348044" y="135731"/>
                  </a:cubicBezTo>
                  <a:lnTo>
                    <a:pt x="379476" y="129064"/>
                  </a:lnTo>
                  <a:cubicBezTo>
                    <a:pt x="375952" y="161163"/>
                    <a:pt x="353378" y="185071"/>
                    <a:pt x="319373" y="192310"/>
                  </a:cubicBezTo>
                  <a:cubicBezTo>
                    <a:pt x="280511" y="200596"/>
                    <a:pt x="256413" y="177927"/>
                    <a:pt x="256413" y="141161"/>
                  </a:cubicBezTo>
                  <a:moveTo>
                    <a:pt x="394430" y="49911"/>
                  </a:moveTo>
                  <a:lnTo>
                    <a:pt x="488823" y="29813"/>
                  </a:lnTo>
                  <a:lnTo>
                    <a:pt x="488823" y="57817"/>
                  </a:lnTo>
                  <a:cubicBezTo>
                    <a:pt x="488823" y="57817"/>
                    <a:pt x="425196" y="71342"/>
                    <a:pt x="425196" y="71342"/>
                  </a:cubicBezTo>
                  <a:lnTo>
                    <a:pt x="425196" y="92107"/>
                  </a:lnTo>
                  <a:cubicBezTo>
                    <a:pt x="425196" y="92107"/>
                    <a:pt x="480441" y="80391"/>
                    <a:pt x="480441" y="80391"/>
                  </a:cubicBezTo>
                  <a:lnTo>
                    <a:pt x="480441" y="106775"/>
                  </a:lnTo>
                  <a:cubicBezTo>
                    <a:pt x="480441" y="106775"/>
                    <a:pt x="425196" y="118491"/>
                    <a:pt x="425196" y="118491"/>
                  </a:cubicBezTo>
                  <a:lnTo>
                    <a:pt x="425196" y="139446"/>
                  </a:lnTo>
                  <a:cubicBezTo>
                    <a:pt x="425196" y="139446"/>
                    <a:pt x="488823" y="125921"/>
                    <a:pt x="488823" y="125921"/>
                  </a:cubicBezTo>
                  <a:lnTo>
                    <a:pt x="488823" y="153924"/>
                  </a:lnTo>
                  <a:cubicBezTo>
                    <a:pt x="488823" y="153924"/>
                    <a:pt x="394430" y="174022"/>
                    <a:pt x="394430" y="174022"/>
                  </a:cubicBezTo>
                  <a:lnTo>
                    <a:pt x="394430" y="50006"/>
                  </a:lnTo>
                  <a:close/>
                  <a:moveTo>
                    <a:pt x="507397" y="25908"/>
                  </a:moveTo>
                  <a:lnTo>
                    <a:pt x="565118" y="13621"/>
                  </a:lnTo>
                  <a:lnTo>
                    <a:pt x="598456" y="120301"/>
                  </a:lnTo>
                  <a:lnTo>
                    <a:pt x="598456" y="6477"/>
                  </a:lnTo>
                  <a:cubicBezTo>
                    <a:pt x="598456" y="6477"/>
                    <a:pt x="629126" y="0"/>
                    <a:pt x="629126" y="0"/>
                  </a:cubicBezTo>
                  <a:lnTo>
                    <a:pt x="629126" y="124015"/>
                  </a:lnTo>
                  <a:cubicBezTo>
                    <a:pt x="629126" y="124015"/>
                    <a:pt x="571405" y="136303"/>
                    <a:pt x="571405" y="136303"/>
                  </a:cubicBezTo>
                  <a:lnTo>
                    <a:pt x="538067" y="29623"/>
                  </a:lnTo>
                  <a:lnTo>
                    <a:pt x="538067" y="143447"/>
                  </a:lnTo>
                  <a:cubicBezTo>
                    <a:pt x="538067" y="143447"/>
                    <a:pt x="507397" y="149923"/>
                    <a:pt x="507397" y="149923"/>
                  </a:cubicBezTo>
                  <a:lnTo>
                    <a:pt x="507397" y="25908"/>
                  </a:lnTo>
                  <a:close/>
                </a:path>
              </a:pathLst>
            </a:custGeom>
            <a:solidFill>
              <a:srgbClr val="FFFFFF"/>
            </a:solidFill>
            <a:ln w="9525" cap="flat">
              <a:noFill/>
              <a:prstDash val="solid"/>
              <a:miter/>
            </a:ln>
          </p:spPr>
          <p:txBody>
            <a:bodyPr rtlCol="0" anchor="ctr"/>
            <a:lstStyle/>
            <a:p>
              <a:endParaRPr lang="en-AU"/>
            </a:p>
          </p:txBody>
        </p:sp>
        <p:sp>
          <p:nvSpPr>
            <p:cNvPr id="9" name="TextBox 8">
              <a:extLst>
                <a:ext uri="{FF2B5EF4-FFF2-40B4-BE49-F238E27FC236}">
                  <a16:creationId xmlns:a16="http://schemas.microsoft.com/office/drawing/2014/main" id="{4C022F62-B967-ACD0-F1C1-4BCF678F8D51}"/>
                </a:ext>
              </a:extLst>
            </p:cNvPr>
            <p:cNvSpPr txBox="1"/>
            <p:nvPr userDrawn="1"/>
          </p:nvSpPr>
          <p:spPr>
            <a:xfrm>
              <a:off x="3544881" y="3521839"/>
              <a:ext cx="3398844" cy="1238096"/>
            </a:xfrm>
            <a:prstGeom prst="rect">
              <a:avLst/>
            </a:prstGeom>
            <a:noFill/>
          </p:spPr>
          <p:txBody>
            <a:bodyPr wrap="square">
              <a:spAutoFit/>
            </a:bodyPr>
            <a:lstStyle/>
            <a:p>
              <a:pPr>
                <a:lnSpc>
                  <a:spcPct val="120000"/>
                </a:lnSpc>
              </a:pPr>
              <a:r>
                <a:rPr lang="en-US" sz="900" dirty="0">
                  <a:solidFill>
                    <a:schemeClr val="bg1"/>
                  </a:solidFill>
                  <a:latin typeface="Verdana" panose="020B0604030504040204" pitchFamily="34" charset="0"/>
                  <a:ea typeface="Verdana" panose="020B0604030504040204" pitchFamily="34" charset="0"/>
                </a:rPr>
                <a:t>Ascendion provides digital engineering services that power growth and deliver captivating experiences to consumers and employees. Our applied AI, engineering, cloud, data, experience design, and talent transformation capabilities accelerate innovation for Global 2000 clients. Headquartered in New Jersey, our workforce delivers solutions from around the globe. </a:t>
              </a:r>
            </a:p>
          </p:txBody>
        </p:sp>
      </p:grpSp>
      <p:sp>
        <p:nvSpPr>
          <p:cNvPr id="33" name="Google Shape;10;p2">
            <a:extLst>
              <a:ext uri="{FF2B5EF4-FFF2-40B4-BE49-F238E27FC236}">
                <a16:creationId xmlns:a16="http://schemas.microsoft.com/office/drawing/2014/main" id="{D543CF40-CA6C-AB12-3735-CF8AC652A545}"/>
              </a:ext>
            </a:extLst>
          </p:cNvPr>
          <p:cNvSpPr txBox="1">
            <a:spLocks noGrp="1"/>
          </p:cNvSpPr>
          <p:nvPr>
            <p:ph type="ctrTitle" hasCustomPrompt="1"/>
          </p:nvPr>
        </p:nvSpPr>
        <p:spPr>
          <a:xfrm>
            <a:off x="311708" y="3502603"/>
            <a:ext cx="2812492" cy="516890"/>
          </a:xfrm>
          <a:prstGeom prst="rect">
            <a:avLst/>
          </a:prstGeom>
        </p:spPr>
        <p:txBody>
          <a:bodyPr spcFirstLastPara="1" wrap="square" lIns="90000" tIns="90000" rIns="90000" bIns="36000" anchor="b" anchorCtr="0">
            <a:noAutofit/>
          </a:bodyPr>
          <a:lstStyle>
            <a:lvl1pPr lvl="0" algn="l">
              <a:spcBef>
                <a:spcPts val="0"/>
              </a:spcBef>
              <a:spcAft>
                <a:spcPts val="0"/>
              </a:spcAft>
              <a:buSzPts val="5200"/>
              <a:buNone/>
              <a:defRPr sz="2800" b="1">
                <a:solidFill>
                  <a:schemeClr val="bg1"/>
                </a:solidFill>
                <a:latin typeface="PP Neue Machina Plain Ultrabold" pitchFamily="50" charset="0"/>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r>
              <a:rPr lang="en-IN" dirty="0"/>
              <a:t>Thank You</a:t>
            </a:r>
            <a:endParaRPr dirty="0"/>
          </a:p>
        </p:txBody>
      </p:sp>
      <p:sp>
        <p:nvSpPr>
          <p:cNvPr id="11" name="Picture Placeholder 2">
            <a:extLst>
              <a:ext uri="{FF2B5EF4-FFF2-40B4-BE49-F238E27FC236}">
                <a16:creationId xmlns:a16="http://schemas.microsoft.com/office/drawing/2014/main" id="{D2F337A4-198A-6BD9-9FCE-CF4ABECA365B}"/>
              </a:ext>
            </a:extLst>
          </p:cNvPr>
          <p:cNvSpPr>
            <a:spLocks noGrp="1"/>
          </p:cNvSpPr>
          <p:nvPr>
            <p:ph type="pic" sz="quarter" idx="13" hasCustomPrompt="1"/>
          </p:nvPr>
        </p:nvSpPr>
        <p:spPr>
          <a:xfrm>
            <a:off x="-7310" y="-1270"/>
            <a:ext cx="9152737" cy="3397458"/>
          </a:xfrm>
          <a:custGeom>
            <a:avLst/>
            <a:gdLst>
              <a:gd name="connsiteX0" fmla="*/ 0 w 9144000"/>
              <a:gd name="connsiteY0" fmla="*/ 0 h 4442826"/>
              <a:gd name="connsiteX1" fmla="*/ 9144000 w 9144000"/>
              <a:gd name="connsiteY1" fmla="*/ 0 h 4442826"/>
              <a:gd name="connsiteX2" fmla="*/ 9144000 w 9144000"/>
              <a:gd name="connsiteY2" fmla="*/ 4442826 h 4442826"/>
              <a:gd name="connsiteX3" fmla="*/ 0 w 9144000"/>
              <a:gd name="connsiteY3" fmla="*/ 4442826 h 4442826"/>
              <a:gd name="connsiteX4" fmla="*/ 0 w 9144000"/>
              <a:gd name="connsiteY4" fmla="*/ 0 h 4442826"/>
              <a:gd name="connsiteX0" fmla="*/ 0 w 9151620"/>
              <a:gd name="connsiteY0" fmla="*/ 0 h 4458066"/>
              <a:gd name="connsiteX1" fmla="*/ 9144000 w 9151620"/>
              <a:gd name="connsiteY1" fmla="*/ 0 h 4458066"/>
              <a:gd name="connsiteX2" fmla="*/ 9151620 w 9151620"/>
              <a:gd name="connsiteY2" fmla="*/ 4458066 h 4458066"/>
              <a:gd name="connsiteX3" fmla="*/ 0 w 9151620"/>
              <a:gd name="connsiteY3" fmla="*/ 4442826 h 4458066"/>
              <a:gd name="connsiteX4" fmla="*/ 0 w 9151620"/>
              <a:gd name="connsiteY4"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0 w 9151620"/>
              <a:gd name="connsiteY4" fmla="*/ 4442826 h 4458066"/>
              <a:gd name="connsiteX5" fmla="*/ 0 w 9151620"/>
              <a:gd name="connsiteY5"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7551420 w 9151620"/>
              <a:gd name="connsiteY4" fmla="*/ 4436111 h 4458066"/>
              <a:gd name="connsiteX5" fmla="*/ 0 w 9151620"/>
              <a:gd name="connsiteY5" fmla="*/ 4442826 h 4458066"/>
              <a:gd name="connsiteX6" fmla="*/ 0 w 9151620"/>
              <a:gd name="connsiteY6"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8282940 w 9151620"/>
              <a:gd name="connsiteY4" fmla="*/ 4436111 h 4458066"/>
              <a:gd name="connsiteX5" fmla="*/ 7551420 w 9151620"/>
              <a:gd name="connsiteY5" fmla="*/ 4436111 h 4458066"/>
              <a:gd name="connsiteX6" fmla="*/ 0 w 9151620"/>
              <a:gd name="connsiteY6" fmla="*/ 4442826 h 4458066"/>
              <a:gd name="connsiteX7" fmla="*/ 0 w 9151620"/>
              <a:gd name="connsiteY7"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8260080 w 9151620"/>
              <a:gd name="connsiteY4" fmla="*/ 4306571 h 4458066"/>
              <a:gd name="connsiteX5" fmla="*/ 7551420 w 9151620"/>
              <a:gd name="connsiteY5" fmla="*/ 4436111 h 4458066"/>
              <a:gd name="connsiteX6" fmla="*/ 0 w 9151620"/>
              <a:gd name="connsiteY6" fmla="*/ 4442826 h 4458066"/>
              <a:gd name="connsiteX7" fmla="*/ 0 w 9151620"/>
              <a:gd name="connsiteY7" fmla="*/ 0 h 4458066"/>
              <a:gd name="connsiteX0" fmla="*/ 0 w 9151620"/>
              <a:gd name="connsiteY0" fmla="*/ 0 h 4462781"/>
              <a:gd name="connsiteX1" fmla="*/ 9144000 w 9151620"/>
              <a:gd name="connsiteY1" fmla="*/ 0 h 4462781"/>
              <a:gd name="connsiteX2" fmla="*/ 9151620 w 9151620"/>
              <a:gd name="connsiteY2" fmla="*/ 4458066 h 4462781"/>
              <a:gd name="connsiteX3" fmla="*/ 8941594 w 9151620"/>
              <a:gd name="connsiteY3" fmla="*/ 4462781 h 4462781"/>
              <a:gd name="connsiteX4" fmla="*/ 8260080 w 9151620"/>
              <a:gd name="connsiteY4" fmla="*/ 4306571 h 4462781"/>
              <a:gd name="connsiteX5" fmla="*/ 7551420 w 9151620"/>
              <a:gd name="connsiteY5" fmla="*/ 4436111 h 4462781"/>
              <a:gd name="connsiteX6" fmla="*/ 0 w 9151620"/>
              <a:gd name="connsiteY6" fmla="*/ 4442826 h 4462781"/>
              <a:gd name="connsiteX7" fmla="*/ 0 w 9151620"/>
              <a:gd name="connsiteY7" fmla="*/ 0 h 4462781"/>
              <a:gd name="connsiteX0" fmla="*/ 0 w 9151620"/>
              <a:gd name="connsiteY0" fmla="*/ 0 h 4462781"/>
              <a:gd name="connsiteX1" fmla="*/ 9144000 w 9151620"/>
              <a:gd name="connsiteY1" fmla="*/ 0 h 4462781"/>
              <a:gd name="connsiteX2" fmla="*/ 9151620 w 9151620"/>
              <a:gd name="connsiteY2" fmla="*/ 4458066 h 4462781"/>
              <a:gd name="connsiteX3" fmla="*/ 8941594 w 9151620"/>
              <a:gd name="connsiteY3" fmla="*/ 4462781 h 4462781"/>
              <a:gd name="connsiteX4" fmla="*/ 8260080 w 9151620"/>
              <a:gd name="connsiteY4" fmla="*/ 4306571 h 4462781"/>
              <a:gd name="connsiteX5" fmla="*/ 7556182 w 9151620"/>
              <a:gd name="connsiteY5" fmla="*/ 4462304 h 4462781"/>
              <a:gd name="connsiteX6" fmla="*/ 0 w 9151620"/>
              <a:gd name="connsiteY6" fmla="*/ 4442826 h 4462781"/>
              <a:gd name="connsiteX7" fmla="*/ 0 w 9151620"/>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41594 w 9144476"/>
              <a:gd name="connsiteY3" fmla="*/ 4462781 h 4462781"/>
              <a:gd name="connsiteX4" fmla="*/ 8260080 w 9144476"/>
              <a:gd name="connsiteY4" fmla="*/ 4306571 h 4462781"/>
              <a:gd name="connsiteX5" fmla="*/ 7556182 w 9144476"/>
              <a:gd name="connsiteY5" fmla="*/ 4462304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41594 w 9144476"/>
              <a:gd name="connsiteY3" fmla="*/ 4462781 h 4462781"/>
              <a:gd name="connsiteX4" fmla="*/ 8260080 w 9144476"/>
              <a:gd name="connsiteY4" fmla="*/ 4306571 h 4462781"/>
              <a:gd name="connsiteX5" fmla="*/ 7541895 w 9144476"/>
              <a:gd name="connsiteY5" fmla="*/ 4452779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53500 w 9144476"/>
              <a:gd name="connsiteY3" fmla="*/ 4462781 h 4462781"/>
              <a:gd name="connsiteX4" fmla="*/ 8260080 w 9144476"/>
              <a:gd name="connsiteY4" fmla="*/ 4306571 h 4462781"/>
              <a:gd name="connsiteX5" fmla="*/ 7541895 w 9144476"/>
              <a:gd name="connsiteY5" fmla="*/ 4452779 h 4462781"/>
              <a:gd name="connsiteX6" fmla="*/ 0 w 9144476"/>
              <a:gd name="connsiteY6" fmla="*/ 4442826 h 4462781"/>
              <a:gd name="connsiteX7" fmla="*/ 0 w 9144476"/>
              <a:gd name="connsiteY7" fmla="*/ 0 h 4462781"/>
              <a:gd name="connsiteX0" fmla="*/ 0 w 9154001"/>
              <a:gd name="connsiteY0" fmla="*/ 0 h 4462781"/>
              <a:gd name="connsiteX1" fmla="*/ 9144000 w 9154001"/>
              <a:gd name="connsiteY1" fmla="*/ 0 h 4462781"/>
              <a:gd name="connsiteX2" fmla="*/ 9154001 w 9154001"/>
              <a:gd name="connsiteY2" fmla="*/ 3362691 h 4462781"/>
              <a:gd name="connsiteX3" fmla="*/ 8953500 w 9154001"/>
              <a:gd name="connsiteY3" fmla="*/ 4462781 h 4462781"/>
              <a:gd name="connsiteX4" fmla="*/ 8260080 w 9154001"/>
              <a:gd name="connsiteY4" fmla="*/ 4306571 h 4462781"/>
              <a:gd name="connsiteX5" fmla="*/ 7541895 w 9154001"/>
              <a:gd name="connsiteY5" fmla="*/ 4452779 h 4462781"/>
              <a:gd name="connsiteX6" fmla="*/ 0 w 9154001"/>
              <a:gd name="connsiteY6" fmla="*/ 4442826 h 4462781"/>
              <a:gd name="connsiteX7" fmla="*/ 0 w 9154001"/>
              <a:gd name="connsiteY7" fmla="*/ 0 h 4462781"/>
              <a:gd name="connsiteX0" fmla="*/ 0 w 9154001"/>
              <a:gd name="connsiteY0" fmla="*/ 0 h 4462781"/>
              <a:gd name="connsiteX1" fmla="*/ 9144000 w 9154001"/>
              <a:gd name="connsiteY1" fmla="*/ 0 h 4462781"/>
              <a:gd name="connsiteX2" fmla="*/ 9154001 w 9154001"/>
              <a:gd name="connsiteY2" fmla="*/ 3362691 h 4462781"/>
              <a:gd name="connsiteX3" fmla="*/ 8953500 w 9154001"/>
              <a:gd name="connsiteY3" fmla="*/ 4462781 h 4462781"/>
              <a:gd name="connsiteX4" fmla="*/ 8260080 w 9154001"/>
              <a:gd name="connsiteY4" fmla="*/ 4306571 h 4462781"/>
              <a:gd name="connsiteX5" fmla="*/ 7541895 w 9154001"/>
              <a:gd name="connsiteY5" fmla="*/ 4452779 h 4462781"/>
              <a:gd name="connsiteX6" fmla="*/ 9525 w 9154001"/>
              <a:gd name="connsiteY6" fmla="*/ 3376026 h 4462781"/>
              <a:gd name="connsiteX7" fmla="*/ 0 w 9154001"/>
              <a:gd name="connsiteY7" fmla="*/ 0 h 4462781"/>
              <a:gd name="connsiteX0" fmla="*/ 0 w 9154001"/>
              <a:gd name="connsiteY0" fmla="*/ 0 h 4452779"/>
              <a:gd name="connsiteX1" fmla="*/ 9144000 w 9154001"/>
              <a:gd name="connsiteY1" fmla="*/ 0 h 4452779"/>
              <a:gd name="connsiteX2" fmla="*/ 9154001 w 9154001"/>
              <a:gd name="connsiteY2" fmla="*/ 3362691 h 4452779"/>
              <a:gd name="connsiteX3" fmla="*/ 8858250 w 9154001"/>
              <a:gd name="connsiteY3" fmla="*/ 3395981 h 4452779"/>
              <a:gd name="connsiteX4" fmla="*/ 8260080 w 9154001"/>
              <a:gd name="connsiteY4" fmla="*/ 4306571 h 4452779"/>
              <a:gd name="connsiteX5" fmla="*/ 7541895 w 9154001"/>
              <a:gd name="connsiteY5" fmla="*/ 4452779 h 4452779"/>
              <a:gd name="connsiteX6" fmla="*/ 9525 w 9154001"/>
              <a:gd name="connsiteY6" fmla="*/ 3376026 h 4452779"/>
              <a:gd name="connsiteX7" fmla="*/ 0 w 9154001"/>
              <a:gd name="connsiteY7" fmla="*/ 0 h 4452779"/>
              <a:gd name="connsiteX0" fmla="*/ 0 w 9154001"/>
              <a:gd name="connsiteY0" fmla="*/ 0 h 4452779"/>
              <a:gd name="connsiteX1" fmla="*/ 9144000 w 9154001"/>
              <a:gd name="connsiteY1" fmla="*/ 0 h 4452779"/>
              <a:gd name="connsiteX2" fmla="*/ 9154001 w 9154001"/>
              <a:gd name="connsiteY2" fmla="*/ 3362691 h 4452779"/>
              <a:gd name="connsiteX3" fmla="*/ 8858250 w 9154001"/>
              <a:gd name="connsiteY3" fmla="*/ 3395981 h 4452779"/>
              <a:gd name="connsiteX4" fmla="*/ 8231505 w 9154001"/>
              <a:gd name="connsiteY4" fmla="*/ 3230246 h 4452779"/>
              <a:gd name="connsiteX5" fmla="*/ 7541895 w 9154001"/>
              <a:gd name="connsiteY5" fmla="*/ 4452779 h 4452779"/>
              <a:gd name="connsiteX6" fmla="*/ 9525 w 9154001"/>
              <a:gd name="connsiteY6" fmla="*/ 3376026 h 4452779"/>
              <a:gd name="connsiteX7" fmla="*/ 0 w 9154001"/>
              <a:gd name="connsiteY7" fmla="*/ 0 h 4452779"/>
              <a:gd name="connsiteX0" fmla="*/ 0 w 9154001"/>
              <a:gd name="connsiteY0" fmla="*/ 0 h 3395981"/>
              <a:gd name="connsiteX1" fmla="*/ 9144000 w 9154001"/>
              <a:gd name="connsiteY1" fmla="*/ 0 h 3395981"/>
              <a:gd name="connsiteX2" fmla="*/ 9154001 w 9154001"/>
              <a:gd name="connsiteY2" fmla="*/ 3362691 h 3395981"/>
              <a:gd name="connsiteX3" fmla="*/ 8858250 w 9154001"/>
              <a:gd name="connsiteY3" fmla="*/ 3395981 h 3395981"/>
              <a:gd name="connsiteX4" fmla="*/ 8231505 w 9154001"/>
              <a:gd name="connsiteY4" fmla="*/ 3230246 h 3395981"/>
              <a:gd name="connsiteX5" fmla="*/ 7627620 w 9154001"/>
              <a:gd name="connsiteY5" fmla="*/ 3366929 h 3395981"/>
              <a:gd name="connsiteX6" fmla="*/ 9525 w 9154001"/>
              <a:gd name="connsiteY6" fmla="*/ 3376026 h 3395981"/>
              <a:gd name="connsiteX7" fmla="*/ 0 w 9154001"/>
              <a:gd name="connsiteY7" fmla="*/ 0 h 3395981"/>
              <a:gd name="connsiteX0" fmla="*/ 0 w 9154001"/>
              <a:gd name="connsiteY0" fmla="*/ 0 h 3395981"/>
              <a:gd name="connsiteX1" fmla="*/ 9144000 w 9154001"/>
              <a:gd name="connsiteY1" fmla="*/ 0 h 3395981"/>
              <a:gd name="connsiteX2" fmla="*/ 9154001 w 9154001"/>
              <a:gd name="connsiteY2" fmla="*/ 3372216 h 3395981"/>
              <a:gd name="connsiteX3" fmla="*/ 8858250 w 9154001"/>
              <a:gd name="connsiteY3" fmla="*/ 3395981 h 3395981"/>
              <a:gd name="connsiteX4" fmla="*/ 8231505 w 9154001"/>
              <a:gd name="connsiteY4" fmla="*/ 3230246 h 3395981"/>
              <a:gd name="connsiteX5" fmla="*/ 7627620 w 9154001"/>
              <a:gd name="connsiteY5" fmla="*/ 3366929 h 3395981"/>
              <a:gd name="connsiteX6" fmla="*/ 9525 w 9154001"/>
              <a:gd name="connsiteY6" fmla="*/ 3376026 h 3395981"/>
              <a:gd name="connsiteX7" fmla="*/ 0 w 9154001"/>
              <a:gd name="connsiteY7" fmla="*/ 0 h 3395981"/>
              <a:gd name="connsiteX0" fmla="*/ 0 w 9144004"/>
              <a:gd name="connsiteY0" fmla="*/ 0 h 3395981"/>
              <a:gd name="connsiteX1" fmla="*/ 9144000 w 9144004"/>
              <a:gd name="connsiteY1" fmla="*/ 0 h 3395981"/>
              <a:gd name="connsiteX2" fmla="*/ 9139713 w 9144004"/>
              <a:gd name="connsiteY2" fmla="*/ 3372216 h 3395981"/>
              <a:gd name="connsiteX3" fmla="*/ 8858250 w 9144004"/>
              <a:gd name="connsiteY3" fmla="*/ 3395981 h 3395981"/>
              <a:gd name="connsiteX4" fmla="*/ 8231505 w 9144004"/>
              <a:gd name="connsiteY4" fmla="*/ 3230246 h 3395981"/>
              <a:gd name="connsiteX5" fmla="*/ 7627620 w 9144004"/>
              <a:gd name="connsiteY5" fmla="*/ 3366929 h 3395981"/>
              <a:gd name="connsiteX6" fmla="*/ 9525 w 9144004"/>
              <a:gd name="connsiteY6" fmla="*/ 3376026 h 3395981"/>
              <a:gd name="connsiteX7" fmla="*/ 0 w 9144004"/>
              <a:gd name="connsiteY7" fmla="*/ 0 h 3395981"/>
              <a:gd name="connsiteX0" fmla="*/ 0 w 9144004"/>
              <a:gd name="connsiteY0" fmla="*/ 0 h 3391219"/>
              <a:gd name="connsiteX1" fmla="*/ 9144000 w 9144004"/>
              <a:gd name="connsiteY1" fmla="*/ 0 h 3391219"/>
              <a:gd name="connsiteX2" fmla="*/ 9139713 w 9144004"/>
              <a:gd name="connsiteY2" fmla="*/ 3372216 h 3391219"/>
              <a:gd name="connsiteX3" fmla="*/ 8882062 w 9144004"/>
              <a:gd name="connsiteY3" fmla="*/ 3391219 h 3391219"/>
              <a:gd name="connsiteX4" fmla="*/ 8231505 w 9144004"/>
              <a:gd name="connsiteY4" fmla="*/ 3230246 h 3391219"/>
              <a:gd name="connsiteX5" fmla="*/ 7627620 w 9144004"/>
              <a:gd name="connsiteY5" fmla="*/ 3366929 h 3391219"/>
              <a:gd name="connsiteX6" fmla="*/ 9525 w 9144004"/>
              <a:gd name="connsiteY6" fmla="*/ 3376026 h 3391219"/>
              <a:gd name="connsiteX7" fmla="*/ 0 w 9144004"/>
              <a:gd name="connsiteY7" fmla="*/ 0 h 3391219"/>
              <a:gd name="connsiteX0" fmla="*/ 0 w 9144004"/>
              <a:gd name="connsiteY0" fmla="*/ 0 h 3395076"/>
              <a:gd name="connsiteX1" fmla="*/ 9144000 w 9144004"/>
              <a:gd name="connsiteY1" fmla="*/ 0 h 3395076"/>
              <a:gd name="connsiteX2" fmla="*/ 9139713 w 9144004"/>
              <a:gd name="connsiteY2" fmla="*/ 3372216 h 3395076"/>
              <a:gd name="connsiteX3" fmla="*/ 8882062 w 9144004"/>
              <a:gd name="connsiteY3" fmla="*/ 3391219 h 3395076"/>
              <a:gd name="connsiteX4" fmla="*/ 8231505 w 9144004"/>
              <a:gd name="connsiteY4" fmla="*/ 3230246 h 3395076"/>
              <a:gd name="connsiteX5" fmla="*/ 7627620 w 9144004"/>
              <a:gd name="connsiteY5" fmla="*/ 3366929 h 3395076"/>
              <a:gd name="connsiteX6" fmla="*/ 4763 w 9144004"/>
              <a:gd name="connsiteY6" fmla="*/ 3395076 h 3395076"/>
              <a:gd name="connsiteX7" fmla="*/ 0 w 9144004"/>
              <a:gd name="connsiteY7" fmla="*/ 0 h 3395076"/>
              <a:gd name="connsiteX0" fmla="*/ 0 w 9144004"/>
              <a:gd name="connsiteY0" fmla="*/ 0 h 3395504"/>
              <a:gd name="connsiteX1" fmla="*/ 9144000 w 9144004"/>
              <a:gd name="connsiteY1" fmla="*/ 0 h 3395504"/>
              <a:gd name="connsiteX2" fmla="*/ 9139713 w 9144004"/>
              <a:gd name="connsiteY2" fmla="*/ 3372216 h 3395504"/>
              <a:gd name="connsiteX3" fmla="*/ 8882062 w 9144004"/>
              <a:gd name="connsiteY3" fmla="*/ 3391219 h 3395504"/>
              <a:gd name="connsiteX4" fmla="*/ 8231505 w 9144004"/>
              <a:gd name="connsiteY4" fmla="*/ 3230246 h 3395504"/>
              <a:gd name="connsiteX5" fmla="*/ 7656195 w 9144004"/>
              <a:gd name="connsiteY5" fmla="*/ 3395504 h 3395504"/>
              <a:gd name="connsiteX6" fmla="*/ 4763 w 9144004"/>
              <a:gd name="connsiteY6" fmla="*/ 3395076 h 3395504"/>
              <a:gd name="connsiteX7" fmla="*/ 0 w 9144004"/>
              <a:gd name="connsiteY7" fmla="*/ 0 h 3395504"/>
              <a:gd name="connsiteX0" fmla="*/ 0 w 9144004"/>
              <a:gd name="connsiteY0" fmla="*/ 0 h 3395504"/>
              <a:gd name="connsiteX1" fmla="*/ 9144000 w 9144004"/>
              <a:gd name="connsiteY1" fmla="*/ 0 h 3395504"/>
              <a:gd name="connsiteX2" fmla="*/ 9139713 w 9144004"/>
              <a:gd name="connsiteY2" fmla="*/ 3372216 h 3395504"/>
              <a:gd name="connsiteX3" fmla="*/ 8882062 w 9144004"/>
              <a:gd name="connsiteY3" fmla="*/ 3391219 h 3395504"/>
              <a:gd name="connsiteX4" fmla="*/ 8233886 w 9144004"/>
              <a:gd name="connsiteY4" fmla="*/ 3239771 h 3395504"/>
              <a:gd name="connsiteX5" fmla="*/ 7656195 w 9144004"/>
              <a:gd name="connsiteY5" fmla="*/ 3395504 h 3395504"/>
              <a:gd name="connsiteX6" fmla="*/ 4763 w 9144004"/>
              <a:gd name="connsiteY6" fmla="*/ 3395076 h 3395504"/>
              <a:gd name="connsiteX7" fmla="*/ 0 w 9144004"/>
              <a:gd name="connsiteY7" fmla="*/ 0 h 3395504"/>
              <a:gd name="connsiteX0" fmla="*/ 7309 w 9151313"/>
              <a:gd name="connsiteY0" fmla="*/ 0 h 3397458"/>
              <a:gd name="connsiteX1" fmla="*/ 9151309 w 9151313"/>
              <a:gd name="connsiteY1" fmla="*/ 0 h 3397458"/>
              <a:gd name="connsiteX2" fmla="*/ 9147022 w 9151313"/>
              <a:gd name="connsiteY2" fmla="*/ 3372216 h 3397458"/>
              <a:gd name="connsiteX3" fmla="*/ 8889371 w 9151313"/>
              <a:gd name="connsiteY3" fmla="*/ 3391219 h 3397458"/>
              <a:gd name="connsiteX4" fmla="*/ 8241195 w 9151313"/>
              <a:gd name="connsiteY4" fmla="*/ 3239771 h 3397458"/>
              <a:gd name="connsiteX5" fmla="*/ 7663504 w 9151313"/>
              <a:gd name="connsiteY5" fmla="*/ 3395504 h 3397458"/>
              <a:gd name="connsiteX6" fmla="*/ 166 w 9151313"/>
              <a:gd name="connsiteY6" fmla="*/ 3397458 h 3397458"/>
              <a:gd name="connsiteX7" fmla="*/ 7309 w 9151313"/>
              <a:gd name="connsiteY7" fmla="*/ 0 h 3397458"/>
              <a:gd name="connsiteX0" fmla="*/ 7309 w 9152737"/>
              <a:gd name="connsiteY0" fmla="*/ 0 h 3397458"/>
              <a:gd name="connsiteX1" fmla="*/ 9151309 w 9152737"/>
              <a:gd name="connsiteY1" fmla="*/ 0 h 3397458"/>
              <a:gd name="connsiteX2" fmla="*/ 9152737 w 9152737"/>
              <a:gd name="connsiteY2" fmla="*/ 3377931 h 3397458"/>
              <a:gd name="connsiteX3" fmla="*/ 8889371 w 9152737"/>
              <a:gd name="connsiteY3" fmla="*/ 3391219 h 3397458"/>
              <a:gd name="connsiteX4" fmla="*/ 8241195 w 9152737"/>
              <a:gd name="connsiteY4" fmla="*/ 3239771 h 3397458"/>
              <a:gd name="connsiteX5" fmla="*/ 7663504 w 9152737"/>
              <a:gd name="connsiteY5" fmla="*/ 3395504 h 3397458"/>
              <a:gd name="connsiteX6" fmla="*/ 166 w 9152737"/>
              <a:gd name="connsiteY6" fmla="*/ 3397458 h 3397458"/>
              <a:gd name="connsiteX7" fmla="*/ 7309 w 9152737"/>
              <a:gd name="connsiteY7" fmla="*/ 0 h 3397458"/>
              <a:gd name="connsiteX0" fmla="*/ 7309 w 9152737"/>
              <a:gd name="connsiteY0" fmla="*/ 0 h 3397458"/>
              <a:gd name="connsiteX1" fmla="*/ 9151309 w 9152737"/>
              <a:gd name="connsiteY1" fmla="*/ 0 h 3397458"/>
              <a:gd name="connsiteX2" fmla="*/ 9152737 w 9152737"/>
              <a:gd name="connsiteY2" fmla="*/ 3377931 h 3397458"/>
              <a:gd name="connsiteX3" fmla="*/ 8883656 w 9152737"/>
              <a:gd name="connsiteY3" fmla="*/ 3385504 h 3397458"/>
              <a:gd name="connsiteX4" fmla="*/ 8241195 w 9152737"/>
              <a:gd name="connsiteY4" fmla="*/ 3239771 h 3397458"/>
              <a:gd name="connsiteX5" fmla="*/ 7663504 w 9152737"/>
              <a:gd name="connsiteY5" fmla="*/ 3395504 h 3397458"/>
              <a:gd name="connsiteX6" fmla="*/ 166 w 9152737"/>
              <a:gd name="connsiteY6" fmla="*/ 3397458 h 3397458"/>
              <a:gd name="connsiteX7" fmla="*/ 7309 w 9152737"/>
              <a:gd name="connsiteY7" fmla="*/ 0 h 3397458"/>
              <a:gd name="connsiteX0" fmla="*/ 7309 w 9152737"/>
              <a:gd name="connsiteY0" fmla="*/ 0 h 3397458"/>
              <a:gd name="connsiteX1" fmla="*/ 9151309 w 9152737"/>
              <a:gd name="connsiteY1" fmla="*/ 0 h 3397458"/>
              <a:gd name="connsiteX2" fmla="*/ 9152737 w 9152737"/>
              <a:gd name="connsiteY2" fmla="*/ 3377931 h 3397458"/>
              <a:gd name="connsiteX3" fmla="*/ 8883656 w 9152737"/>
              <a:gd name="connsiteY3" fmla="*/ 3385504 h 3397458"/>
              <a:gd name="connsiteX4" fmla="*/ 8241195 w 9152737"/>
              <a:gd name="connsiteY4" fmla="*/ 3239771 h 3397458"/>
              <a:gd name="connsiteX5" fmla="*/ 7610164 w 9152737"/>
              <a:gd name="connsiteY5" fmla="*/ 3387884 h 3397458"/>
              <a:gd name="connsiteX6" fmla="*/ 166 w 9152737"/>
              <a:gd name="connsiteY6" fmla="*/ 3397458 h 3397458"/>
              <a:gd name="connsiteX7" fmla="*/ 7309 w 9152737"/>
              <a:gd name="connsiteY7" fmla="*/ 0 h 3397458"/>
              <a:gd name="connsiteX0" fmla="*/ 7309 w 9152737"/>
              <a:gd name="connsiteY0" fmla="*/ 0 h 3397458"/>
              <a:gd name="connsiteX1" fmla="*/ 9151309 w 9152737"/>
              <a:gd name="connsiteY1" fmla="*/ 0 h 3397458"/>
              <a:gd name="connsiteX2" fmla="*/ 9152737 w 9152737"/>
              <a:gd name="connsiteY2" fmla="*/ 3377931 h 3397458"/>
              <a:gd name="connsiteX3" fmla="*/ 8883656 w 9152737"/>
              <a:gd name="connsiteY3" fmla="*/ 3385504 h 3397458"/>
              <a:gd name="connsiteX4" fmla="*/ 8237385 w 9152737"/>
              <a:gd name="connsiteY4" fmla="*/ 3245486 h 3397458"/>
              <a:gd name="connsiteX5" fmla="*/ 7610164 w 9152737"/>
              <a:gd name="connsiteY5" fmla="*/ 3387884 h 3397458"/>
              <a:gd name="connsiteX6" fmla="*/ 166 w 9152737"/>
              <a:gd name="connsiteY6" fmla="*/ 3397458 h 3397458"/>
              <a:gd name="connsiteX7" fmla="*/ 7309 w 9152737"/>
              <a:gd name="connsiteY7" fmla="*/ 0 h 3397458"/>
              <a:gd name="connsiteX0" fmla="*/ 7309 w 9152737"/>
              <a:gd name="connsiteY0" fmla="*/ 0 h 3397458"/>
              <a:gd name="connsiteX1" fmla="*/ 9151309 w 9152737"/>
              <a:gd name="connsiteY1" fmla="*/ 0 h 3397458"/>
              <a:gd name="connsiteX2" fmla="*/ 9152737 w 9152737"/>
              <a:gd name="connsiteY2" fmla="*/ 3377931 h 3397458"/>
              <a:gd name="connsiteX3" fmla="*/ 8883656 w 9152737"/>
              <a:gd name="connsiteY3" fmla="*/ 3385504 h 3397458"/>
              <a:gd name="connsiteX4" fmla="*/ 8237385 w 9152737"/>
              <a:gd name="connsiteY4" fmla="*/ 3245486 h 3397458"/>
              <a:gd name="connsiteX5" fmla="*/ 7602544 w 9152737"/>
              <a:gd name="connsiteY5" fmla="*/ 3378359 h 3397458"/>
              <a:gd name="connsiteX6" fmla="*/ 166 w 9152737"/>
              <a:gd name="connsiteY6" fmla="*/ 3397458 h 3397458"/>
              <a:gd name="connsiteX7" fmla="*/ 7309 w 9152737"/>
              <a:gd name="connsiteY7" fmla="*/ 0 h 3397458"/>
              <a:gd name="connsiteX0" fmla="*/ 7309 w 9152737"/>
              <a:gd name="connsiteY0" fmla="*/ 0 h 3397458"/>
              <a:gd name="connsiteX1" fmla="*/ 9151309 w 9152737"/>
              <a:gd name="connsiteY1" fmla="*/ 0 h 3397458"/>
              <a:gd name="connsiteX2" fmla="*/ 9152737 w 9152737"/>
              <a:gd name="connsiteY2" fmla="*/ 3377931 h 3397458"/>
              <a:gd name="connsiteX3" fmla="*/ 8883656 w 9152737"/>
              <a:gd name="connsiteY3" fmla="*/ 3385504 h 3397458"/>
              <a:gd name="connsiteX4" fmla="*/ 8237385 w 9152737"/>
              <a:gd name="connsiteY4" fmla="*/ 3245486 h 3397458"/>
              <a:gd name="connsiteX5" fmla="*/ 7608259 w 9152737"/>
              <a:gd name="connsiteY5" fmla="*/ 3384074 h 3397458"/>
              <a:gd name="connsiteX6" fmla="*/ 166 w 9152737"/>
              <a:gd name="connsiteY6" fmla="*/ 3397458 h 3397458"/>
              <a:gd name="connsiteX7" fmla="*/ 7309 w 9152737"/>
              <a:gd name="connsiteY7" fmla="*/ 0 h 3397458"/>
              <a:gd name="connsiteX0" fmla="*/ 7309 w 9152737"/>
              <a:gd name="connsiteY0" fmla="*/ 0 h 3397458"/>
              <a:gd name="connsiteX1" fmla="*/ 9151309 w 9152737"/>
              <a:gd name="connsiteY1" fmla="*/ 0 h 3397458"/>
              <a:gd name="connsiteX2" fmla="*/ 9152737 w 9152737"/>
              <a:gd name="connsiteY2" fmla="*/ 3377931 h 3397458"/>
              <a:gd name="connsiteX3" fmla="*/ 8883656 w 9152737"/>
              <a:gd name="connsiteY3" fmla="*/ 3385504 h 3397458"/>
              <a:gd name="connsiteX4" fmla="*/ 8237385 w 9152737"/>
              <a:gd name="connsiteY4" fmla="*/ 3245486 h 3397458"/>
              <a:gd name="connsiteX5" fmla="*/ 7602544 w 9152737"/>
              <a:gd name="connsiteY5" fmla="*/ 3378359 h 3397458"/>
              <a:gd name="connsiteX6" fmla="*/ 166 w 9152737"/>
              <a:gd name="connsiteY6" fmla="*/ 3397458 h 3397458"/>
              <a:gd name="connsiteX7" fmla="*/ 7309 w 9152737"/>
              <a:gd name="connsiteY7" fmla="*/ 0 h 3397458"/>
              <a:gd name="connsiteX0" fmla="*/ 7309 w 9152737"/>
              <a:gd name="connsiteY0" fmla="*/ 0 h 3397458"/>
              <a:gd name="connsiteX1" fmla="*/ 9151309 w 9152737"/>
              <a:gd name="connsiteY1" fmla="*/ 0 h 3397458"/>
              <a:gd name="connsiteX2" fmla="*/ 9152737 w 9152737"/>
              <a:gd name="connsiteY2" fmla="*/ 3377931 h 3397458"/>
              <a:gd name="connsiteX3" fmla="*/ 8883656 w 9152737"/>
              <a:gd name="connsiteY3" fmla="*/ 3385504 h 3397458"/>
              <a:gd name="connsiteX4" fmla="*/ 8237385 w 9152737"/>
              <a:gd name="connsiteY4" fmla="*/ 3245486 h 3397458"/>
              <a:gd name="connsiteX5" fmla="*/ 7606354 w 9152737"/>
              <a:gd name="connsiteY5" fmla="*/ 3385979 h 3397458"/>
              <a:gd name="connsiteX6" fmla="*/ 166 w 9152737"/>
              <a:gd name="connsiteY6" fmla="*/ 3397458 h 3397458"/>
              <a:gd name="connsiteX7" fmla="*/ 7309 w 9152737"/>
              <a:gd name="connsiteY7" fmla="*/ 0 h 3397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52737" h="3397458">
                <a:moveTo>
                  <a:pt x="7309" y="0"/>
                </a:moveTo>
                <a:lnTo>
                  <a:pt x="9151309" y="0"/>
                </a:lnTo>
                <a:cubicBezTo>
                  <a:pt x="9151468" y="1486022"/>
                  <a:pt x="9152578" y="1891909"/>
                  <a:pt x="9152737" y="3377931"/>
                </a:cubicBezTo>
                <a:lnTo>
                  <a:pt x="8883656" y="3385504"/>
                </a:lnTo>
                <a:lnTo>
                  <a:pt x="8237385" y="3245486"/>
                </a:lnTo>
                <a:lnTo>
                  <a:pt x="7606354" y="3385979"/>
                </a:lnTo>
                <a:lnTo>
                  <a:pt x="166" y="3397458"/>
                </a:lnTo>
                <a:cubicBezTo>
                  <a:pt x="-1422" y="2265766"/>
                  <a:pt x="8897" y="1131692"/>
                  <a:pt x="7309" y="0"/>
                </a:cubicBezTo>
                <a:close/>
              </a:path>
            </a:pathLst>
          </a:custGeom>
          <a:noFill/>
        </p:spPr>
        <p:txBody>
          <a:bodyPr anchor="ctr">
            <a:normAutofit/>
          </a:bodyPr>
          <a:lstStyle>
            <a:lvl1pPr marL="114300" indent="0" algn="ctr">
              <a:buNone/>
              <a:defRPr sz="1200"/>
            </a:lvl1pPr>
          </a:lstStyle>
          <a:p>
            <a:r>
              <a:rPr lang="en-US"/>
              <a:t>Click here to add image</a:t>
            </a:r>
            <a:endParaRPr lang="en-US" dirty="0"/>
          </a:p>
        </p:txBody>
      </p:sp>
    </p:spTree>
    <p:extLst>
      <p:ext uri="{BB962C8B-B14F-4D97-AF65-F5344CB8AC3E}">
        <p14:creationId xmlns:p14="http://schemas.microsoft.com/office/powerpoint/2010/main" val="4115597291"/>
      </p:ext>
    </p:extLst>
  </p:cSld>
  <p:clrMapOvr>
    <a:masterClrMapping/>
  </p:clrMapOvr>
  <p:extLst>
    <p:ext uri="{DCECCB84-F9BA-43D5-87BE-67443E8EF086}">
      <p15:sldGuideLst xmlns:p15="http://schemas.microsoft.com/office/powerpoint/2012/main">
        <p15:guide id="1" orient="horz" pos="2130" userDrawn="1">
          <p15:clr>
            <a:srgbClr val="FBAE40"/>
          </p15:clr>
        </p15:guide>
        <p15:guide id="2" pos="288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slide" preserve="1" userDrawn="1">
  <p:cSld name="1_Title slide">
    <p:bg>
      <p:bgPr>
        <a:solidFill>
          <a:schemeClr val="bg1"/>
        </a:solidFill>
        <a:effectLst/>
      </p:bgPr>
    </p:bg>
    <p:spTree>
      <p:nvGrpSpPr>
        <p:cNvPr id="1" name="Shape 9"/>
        <p:cNvGrpSpPr/>
        <p:nvPr/>
      </p:nvGrpSpPr>
      <p:grpSpPr>
        <a:xfrm>
          <a:off x="0" y="0"/>
          <a:ext cx="0" cy="0"/>
          <a:chOff x="0" y="0"/>
          <a:chExt cx="0" cy="0"/>
        </a:xfrm>
      </p:grpSpPr>
      <p:sp>
        <p:nvSpPr>
          <p:cNvPr id="3" name="Picture Placeholder 2">
            <a:extLst>
              <a:ext uri="{FF2B5EF4-FFF2-40B4-BE49-F238E27FC236}">
                <a16:creationId xmlns:a16="http://schemas.microsoft.com/office/drawing/2014/main" id="{8E170EA9-D2AF-9A09-EEFA-388294C307E3}"/>
              </a:ext>
            </a:extLst>
          </p:cNvPr>
          <p:cNvSpPr>
            <a:spLocks noGrp="1"/>
          </p:cNvSpPr>
          <p:nvPr>
            <p:ph type="pic" sz="quarter" idx="13" hasCustomPrompt="1"/>
          </p:nvPr>
        </p:nvSpPr>
        <p:spPr>
          <a:xfrm>
            <a:off x="0" y="703898"/>
            <a:ext cx="9146381" cy="2425381"/>
          </a:xfrm>
          <a:custGeom>
            <a:avLst/>
            <a:gdLst>
              <a:gd name="connsiteX0" fmla="*/ 0 w 9144000"/>
              <a:gd name="connsiteY0" fmla="*/ 0 h 2270297"/>
              <a:gd name="connsiteX1" fmla="*/ 9144000 w 9144000"/>
              <a:gd name="connsiteY1" fmla="*/ 0 h 2270297"/>
              <a:gd name="connsiteX2" fmla="*/ 9144000 w 9144000"/>
              <a:gd name="connsiteY2" fmla="*/ 2270297 h 2270297"/>
              <a:gd name="connsiteX3" fmla="*/ 0 w 9144000"/>
              <a:gd name="connsiteY3" fmla="*/ 2270297 h 2270297"/>
              <a:gd name="connsiteX4" fmla="*/ 0 w 9144000"/>
              <a:gd name="connsiteY4" fmla="*/ 0 h 2270297"/>
              <a:gd name="connsiteX0" fmla="*/ 0 w 9144000"/>
              <a:gd name="connsiteY0" fmla="*/ 5542 h 2275839"/>
              <a:gd name="connsiteX1" fmla="*/ 7642860 w 9144000"/>
              <a:gd name="connsiteY1" fmla="*/ 0 h 2275839"/>
              <a:gd name="connsiteX2" fmla="*/ 9144000 w 9144000"/>
              <a:gd name="connsiteY2" fmla="*/ 5542 h 2275839"/>
              <a:gd name="connsiteX3" fmla="*/ 9144000 w 9144000"/>
              <a:gd name="connsiteY3" fmla="*/ 2275839 h 2275839"/>
              <a:gd name="connsiteX4" fmla="*/ 0 w 9144000"/>
              <a:gd name="connsiteY4" fmla="*/ 2275839 h 2275839"/>
              <a:gd name="connsiteX5" fmla="*/ 0 w 9144000"/>
              <a:gd name="connsiteY5" fmla="*/ 5542 h 2275839"/>
              <a:gd name="connsiteX0" fmla="*/ 0 w 9144000"/>
              <a:gd name="connsiteY0" fmla="*/ 5542 h 2275839"/>
              <a:gd name="connsiteX1" fmla="*/ 7642860 w 9144000"/>
              <a:gd name="connsiteY1" fmla="*/ 0 h 2275839"/>
              <a:gd name="connsiteX2" fmla="*/ 8877300 w 9144000"/>
              <a:gd name="connsiteY2" fmla="*/ 0 h 2275839"/>
              <a:gd name="connsiteX3" fmla="*/ 9144000 w 9144000"/>
              <a:gd name="connsiteY3" fmla="*/ 5542 h 2275839"/>
              <a:gd name="connsiteX4" fmla="*/ 9144000 w 9144000"/>
              <a:gd name="connsiteY4" fmla="*/ 2275839 h 2275839"/>
              <a:gd name="connsiteX5" fmla="*/ 0 w 9144000"/>
              <a:gd name="connsiteY5" fmla="*/ 2275839 h 2275839"/>
              <a:gd name="connsiteX6" fmla="*/ 0 w 9144000"/>
              <a:gd name="connsiteY6" fmla="*/ 5542 h 2275839"/>
              <a:gd name="connsiteX0" fmla="*/ 0 w 9144000"/>
              <a:gd name="connsiteY0" fmla="*/ 13162 h 2283459"/>
              <a:gd name="connsiteX1" fmla="*/ 7642860 w 9144000"/>
              <a:gd name="connsiteY1" fmla="*/ 7620 h 2283459"/>
              <a:gd name="connsiteX2" fmla="*/ 8282940 w 9144000"/>
              <a:gd name="connsiteY2" fmla="*/ 0 h 2283459"/>
              <a:gd name="connsiteX3" fmla="*/ 8877300 w 9144000"/>
              <a:gd name="connsiteY3" fmla="*/ 7620 h 2283459"/>
              <a:gd name="connsiteX4" fmla="*/ 9144000 w 9144000"/>
              <a:gd name="connsiteY4" fmla="*/ 13162 h 2283459"/>
              <a:gd name="connsiteX5" fmla="*/ 9144000 w 9144000"/>
              <a:gd name="connsiteY5" fmla="*/ 2283459 h 2283459"/>
              <a:gd name="connsiteX6" fmla="*/ 0 w 9144000"/>
              <a:gd name="connsiteY6" fmla="*/ 2283459 h 2283459"/>
              <a:gd name="connsiteX7" fmla="*/ 0 w 9144000"/>
              <a:gd name="connsiteY7" fmla="*/ 13162 h 2283459"/>
              <a:gd name="connsiteX0" fmla="*/ 0 w 9144000"/>
              <a:gd name="connsiteY0" fmla="*/ 150322 h 2420619"/>
              <a:gd name="connsiteX1" fmla="*/ 7642860 w 9144000"/>
              <a:gd name="connsiteY1" fmla="*/ 144780 h 2420619"/>
              <a:gd name="connsiteX2" fmla="*/ 8260080 w 9144000"/>
              <a:gd name="connsiteY2" fmla="*/ 0 h 2420619"/>
              <a:gd name="connsiteX3" fmla="*/ 8877300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609523 w 9144000"/>
              <a:gd name="connsiteY1" fmla="*/ 140017 h 2420619"/>
              <a:gd name="connsiteX2" fmla="*/ 8260080 w 9144000"/>
              <a:gd name="connsiteY2" fmla="*/ 0 h 2420619"/>
              <a:gd name="connsiteX3" fmla="*/ 8877300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609523 w 9144000"/>
              <a:gd name="connsiteY1" fmla="*/ 140017 h 2420619"/>
              <a:gd name="connsiteX2" fmla="*/ 8260080 w 9144000"/>
              <a:gd name="connsiteY2" fmla="*/ 0 h 2420619"/>
              <a:gd name="connsiteX3" fmla="*/ 8893969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602379 w 9144000"/>
              <a:gd name="connsiteY1" fmla="*/ 147161 h 2420619"/>
              <a:gd name="connsiteX2" fmla="*/ 8260080 w 9144000"/>
              <a:gd name="connsiteY2" fmla="*/ 0 h 2420619"/>
              <a:gd name="connsiteX3" fmla="*/ 8893969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576185 w 9144000"/>
              <a:gd name="connsiteY1" fmla="*/ 144780 h 2420619"/>
              <a:gd name="connsiteX2" fmla="*/ 8260080 w 9144000"/>
              <a:gd name="connsiteY2" fmla="*/ 0 h 2420619"/>
              <a:gd name="connsiteX3" fmla="*/ 8893969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576185 w 9144000"/>
              <a:gd name="connsiteY1" fmla="*/ 144780 h 2420619"/>
              <a:gd name="connsiteX2" fmla="*/ 8260080 w 9144000"/>
              <a:gd name="connsiteY2" fmla="*/ 0 h 2420619"/>
              <a:gd name="connsiteX3" fmla="*/ 8893969 w 9144000"/>
              <a:gd name="connsiteY3" fmla="*/ 149543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576185 w 9144000"/>
              <a:gd name="connsiteY1" fmla="*/ 144780 h 2420619"/>
              <a:gd name="connsiteX2" fmla="*/ 8260080 w 9144000"/>
              <a:gd name="connsiteY2" fmla="*/ 0 h 2420619"/>
              <a:gd name="connsiteX3" fmla="*/ 8936831 w 9144000"/>
              <a:gd name="connsiteY3" fmla="*/ 151924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6381"/>
              <a:gd name="connsiteY0" fmla="*/ 150322 h 2420619"/>
              <a:gd name="connsiteX1" fmla="*/ 7576185 w 9146381"/>
              <a:gd name="connsiteY1" fmla="*/ 144780 h 2420619"/>
              <a:gd name="connsiteX2" fmla="*/ 8260080 w 9146381"/>
              <a:gd name="connsiteY2" fmla="*/ 0 h 2420619"/>
              <a:gd name="connsiteX3" fmla="*/ 8936831 w 9146381"/>
              <a:gd name="connsiteY3" fmla="*/ 151924 h 2420619"/>
              <a:gd name="connsiteX4" fmla="*/ 9146381 w 9146381"/>
              <a:gd name="connsiteY4" fmla="*/ 147941 h 2420619"/>
              <a:gd name="connsiteX5" fmla="*/ 9144000 w 9146381"/>
              <a:gd name="connsiteY5" fmla="*/ 2420619 h 2420619"/>
              <a:gd name="connsiteX6" fmla="*/ 0 w 9146381"/>
              <a:gd name="connsiteY6" fmla="*/ 2420619 h 2420619"/>
              <a:gd name="connsiteX7" fmla="*/ 0 w 9146381"/>
              <a:gd name="connsiteY7" fmla="*/ 150322 h 2420619"/>
              <a:gd name="connsiteX0" fmla="*/ 0 w 9146381"/>
              <a:gd name="connsiteY0" fmla="*/ 150322 h 2420619"/>
              <a:gd name="connsiteX1" fmla="*/ 7576185 w 9146381"/>
              <a:gd name="connsiteY1" fmla="*/ 144780 h 2420619"/>
              <a:gd name="connsiteX2" fmla="*/ 8260080 w 9146381"/>
              <a:gd name="connsiteY2" fmla="*/ 0 h 2420619"/>
              <a:gd name="connsiteX3" fmla="*/ 8936831 w 9146381"/>
              <a:gd name="connsiteY3" fmla="*/ 147162 h 2420619"/>
              <a:gd name="connsiteX4" fmla="*/ 9146381 w 9146381"/>
              <a:gd name="connsiteY4" fmla="*/ 147941 h 2420619"/>
              <a:gd name="connsiteX5" fmla="*/ 9144000 w 9146381"/>
              <a:gd name="connsiteY5" fmla="*/ 2420619 h 2420619"/>
              <a:gd name="connsiteX6" fmla="*/ 0 w 9146381"/>
              <a:gd name="connsiteY6" fmla="*/ 2420619 h 2420619"/>
              <a:gd name="connsiteX7" fmla="*/ 0 w 9146381"/>
              <a:gd name="connsiteY7" fmla="*/ 150322 h 2420619"/>
              <a:gd name="connsiteX0" fmla="*/ 0 w 9146381"/>
              <a:gd name="connsiteY0" fmla="*/ 150322 h 2420619"/>
              <a:gd name="connsiteX1" fmla="*/ 7566660 w 9146381"/>
              <a:gd name="connsiteY1" fmla="*/ 142399 h 2420619"/>
              <a:gd name="connsiteX2" fmla="*/ 8260080 w 9146381"/>
              <a:gd name="connsiteY2" fmla="*/ 0 h 2420619"/>
              <a:gd name="connsiteX3" fmla="*/ 8936831 w 9146381"/>
              <a:gd name="connsiteY3" fmla="*/ 147162 h 2420619"/>
              <a:gd name="connsiteX4" fmla="*/ 9146381 w 9146381"/>
              <a:gd name="connsiteY4" fmla="*/ 147941 h 2420619"/>
              <a:gd name="connsiteX5" fmla="*/ 9144000 w 9146381"/>
              <a:gd name="connsiteY5" fmla="*/ 2420619 h 2420619"/>
              <a:gd name="connsiteX6" fmla="*/ 0 w 9146381"/>
              <a:gd name="connsiteY6" fmla="*/ 2420619 h 2420619"/>
              <a:gd name="connsiteX7" fmla="*/ 0 w 9146381"/>
              <a:gd name="connsiteY7" fmla="*/ 150322 h 2420619"/>
              <a:gd name="connsiteX0" fmla="*/ 0 w 9146381"/>
              <a:gd name="connsiteY0" fmla="*/ 155084 h 2425381"/>
              <a:gd name="connsiteX1" fmla="*/ 7566660 w 9146381"/>
              <a:gd name="connsiteY1" fmla="*/ 147161 h 2425381"/>
              <a:gd name="connsiteX2" fmla="*/ 8250555 w 9146381"/>
              <a:gd name="connsiteY2" fmla="*/ 0 h 2425381"/>
              <a:gd name="connsiteX3" fmla="*/ 8936831 w 9146381"/>
              <a:gd name="connsiteY3" fmla="*/ 151924 h 2425381"/>
              <a:gd name="connsiteX4" fmla="*/ 9146381 w 9146381"/>
              <a:gd name="connsiteY4" fmla="*/ 152703 h 2425381"/>
              <a:gd name="connsiteX5" fmla="*/ 9144000 w 9146381"/>
              <a:gd name="connsiteY5" fmla="*/ 2425381 h 2425381"/>
              <a:gd name="connsiteX6" fmla="*/ 0 w 9146381"/>
              <a:gd name="connsiteY6" fmla="*/ 2425381 h 2425381"/>
              <a:gd name="connsiteX7" fmla="*/ 0 w 9146381"/>
              <a:gd name="connsiteY7" fmla="*/ 155084 h 2425381"/>
              <a:gd name="connsiteX0" fmla="*/ 0 w 9146381"/>
              <a:gd name="connsiteY0" fmla="*/ 142384 h 2425381"/>
              <a:gd name="connsiteX1" fmla="*/ 7566660 w 9146381"/>
              <a:gd name="connsiteY1" fmla="*/ 147161 h 2425381"/>
              <a:gd name="connsiteX2" fmla="*/ 8250555 w 9146381"/>
              <a:gd name="connsiteY2" fmla="*/ 0 h 2425381"/>
              <a:gd name="connsiteX3" fmla="*/ 8936831 w 9146381"/>
              <a:gd name="connsiteY3" fmla="*/ 151924 h 2425381"/>
              <a:gd name="connsiteX4" fmla="*/ 9146381 w 9146381"/>
              <a:gd name="connsiteY4" fmla="*/ 152703 h 2425381"/>
              <a:gd name="connsiteX5" fmla="*/ 9144000 w 9146381"/>
              <a:gd name="connsiteY5" fmla="*/ 2425381 h 2425381"/>
              <a:gd name="connsiteX6" fmla="*/ 0 w 9146381"/>
              <a:gd name="connsiteY6" fmla="*/ 2425381 h 2425381"/>
              <a:gd name="connsiteX7" fmla="*/ 0 w 9146381"/>
              <a:gd name="connsiteY7" fmla="*/ 142384 h 242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6381" h="2425381">
                <a:moveTo>
                  <a:pt x="0" y="142384"/>
                </a:moveTo>
                <a:lnTo>
                  <a:pt x="7566660" y="147161"/>
                </a:lnTo>
                <a:lnTo>
                  <a:pt x="8250555" y="0"/>
                </a:lnTo>
                <a:lnTo>
                  <a:pt x="8936831" y="151924"/>
                </a:lnTo>
                <a:lnTo>
                  <a:pt x="9146381" y="152703"/>
                </a:lnTo>
                <a:cubicBezTo>
                  <a:pt x="9145587" y="910262"/>
                  <a:pt x="9144794" y="1667822"/>
                  <a:pt x="9144000" y="2425381"/>
                </a:cubicBezTo>
                <a:lnTo>
                  <a:pt x="0" y="2425381"/>
                </a:lnTo>
                <a:lnTo>
                  <a:pt x="0" y="142384"/>
                </a:lnTo>
                <a:close/>
              </a:path>
            </a:pathLst>
          </a:custGeom>
          <a:noFill/>
        </p:spPr>
        <p:txBody>
          <a:bodyPr anchor="ctr">
            <a:normAutofit/>
          </a:bodyPr>
          <a:lstStyle>
            <a:lvl1pPr marL="114300" indent="0" algn="ctr">
              <a:buNone/>
              <a:defRPr sz="1200"/>
            </a:lvl1pPr>
          </a:lstStyle>
          <a:p>
            <a:r>
              <a:rPr lang="en-US"/>
              <a:t>Click here to add image</a:t>
            </a:r>
            <a:endParaRPr lang="en-US" dirty="0"/>
          </a:p>
        </p:txBody>
      </p:sp>
      <p:sp>
        <p:nvSpPr>
          <p:cNvPr id="5" name="Google Shape;10;p2">
            <a:extLst>
              <a:ext uri="{FF2B5EF4-FFF2-40B4-BE49-F238E27FC236}">
                <a16:creationId xmlns:a16="http://schemas.microsoft.com/office/drawing/2014/main" id="{7DE77569-CF12-8ADA-417E-A17EED745482}"/>
              </a:ext>
            </a:extLst>
          </p:cNvPr>
          <p:cNvSpPr txBox="1">
            <a:spLocks noGrp="1"/>
          </p:cNvSpPr>
          <p:nvPr>
            <p:ph type="ctrTitle" hasCustomPrompt="1"/>
          </p:nvPr>
        </p:nvSpPr>
        <p:spPr>
          <a:xfrm>
            <a:off x="311708" y="3257550"/>
            <a:ext cx="8520600" cy="1047749"/>
          </a:xfrm>
          <a:prstGeom prst="rect">
            <a:avLst/>
          </a:prstGeom>
        </p:spPr>
        <p:txBody>
          <a:bodyPr spcFirstLastPara="1" wrap="square" lIns="90000" tIns="90000" rIns="90000" bIns="36000" anchor="b" anchorCtr="0">
            <a:noAutofit/>
          </a:bodyPr>
          <a:lstStyle>
            <a:lvl1pPr lvl="0" algn="l">
              <a:spcBef>
                <a:spcPts val="0"/>
              </a:spcBef>
              <a:spcAft>
                <a:spcPts val="0"/>
              </a:spcAft>
              <a:buSzPts val="5200"/>
              <a:buNone/>
              <a:defRPr sz="2800" b="1">
                <a:latin typeface="PP Neue Machina Plain Ultrabold" pitchFamily="50" charset="0"/>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br>
              <a:rPr lang="en-IN" dirty="0"/>
            </a:br>
            <a:r>
              <a:rPr lang="en-IN" dirty="0"/>
              <a:t>Click here to </a:t>
            </a:r>
            <a:br>
              <a:rPr lang="en-IN" dirty="0"/>
            </a:br>
            <a:r>
              <a:rPr lang="en-IN" dirty="0"/>
              <a:t>add title</a:t>
            </a:r>
            <a:endParaRPr dirty="0"/>
          </a:p>
        </p:txBody>
      </p:sp>
      <p:sp>
        <p:nvSpPr>
          <p:cNvPr id="6" name="Google Shape;11;p2">
            <a:extLst>
              <a:ext uri="{FF2B5EF4-FFF2-40B4-BE49-F238E27FC236}">
                <a16:creationId xmlns:a16="http://schemas.microsoft.com/office/drawing/2014/main" id="{0C50BD5F-C55E-53AD-DB29-26F4E5A5E512}"/>
              </a:ext>
            </a:extLst>
          </p:cNvPr>
          <p:cNvSpPr txBox="1">
            <a:spLocks noGrp="1"/>
          </p:cNvSpPr>
          <p:nvPr>
            <p:ph type="subTitle" idx="1"/>
          </p:nvPr>
        </p:nvSpPr>
        <p:spPr>
          <a:xfrm>
            <a:off x="304800" y="4324350"/>
            <a:ext cx="8520600" cy="457200"/>
          </a:xfrm>
          <a:prstGeom prst="rect">
            <a:avLst/>
          </a:prstGeom>
        </p:spPr>
        <p:txBody>
          <a:bodyPr spcFirstLastPara="1" wrap="square" lIns="90000" tIns="90000" rIns="90000" bIns="90000" anchor="t" anchorCtr="0">
            <a:noAutofit/>
          </a:bodyPr>
          <a:lstStyle>
            <a:lvl1pPr marL="0" lvl="0" indent="0" algn="l">
              <a:lnSpc>
                <a:spcPct val="100000"/>
              </a:lnSpc>
              <a:spcBef>
                <a:spcPts val="0"/>
              </a:spcBef>
              <a:spcAft>
                <a:spcPts val="0"/>
              </a:spcAft>
              <a:buSzPts val="2800"/>
              <a:buNone/>
              <a:defRPr sz="1800">
                <a:solidFill>
                  <a:schemeClr val="accent4"/>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dirty="0"/>
          </a:p>
        </p:txBody>
      </p:sp>
      <p:sp>
        <p:nvSpPr>
          <p:cNvPr id="7" name="Freeform: Shape 6">
            <a:extLst>
              <a:ext uri="{FF2B5EF4-FFF2-40B4-BE49-F238E27FC236}">
                <a16:creationId xmlns:a16="http://schemas.microsoft.com/office/drawing/2014/main" id="{0D3A503B-41ED-0F57-6E5B-C32AB3654894}"/>
              </a:ext>
            </a:extLst>
          </p:cNvPr>
          <p:cNvSpPr/>
          <p:nvPr/>
        </p:nvSpPr>
        <p:spPr>
          <a:xfrm>
            <a:off x="0" y="0"/>
            <a:ext cx="9144000" cy="857250"/>
          </a:xfrm>
          <a:custGeom>
            <a:avLst/>
            <a:gdLst>
              <a:gd name="connsiteX0" fmla="*/ 0 w 9144000"/>
              <a:gd name="connsiteY0" fmla="*/ 0 h 857250"/>
              <a:gd name="connsiteX1" fmla="*/ 0 w 9144000"/>
              <a:gd name="connsiteY1" fmla="*/ 857250 h 857250"/>
              <a:gd name="connsiteX2" fmla="*/ 7540609 w 9144000"/>
              <a:gd name="connsiteY2" fmla="*/ 857250 h 857250"/>
              <a:gd name="connsiteX3" fmla="*/ 8245698 w 9144000"/>
              <a:gd name="connsiteY3" fmla="*/ 707422 h 857250"/>
              <a:gd name="connsiteX4" fmla="*/ 8933831 w 9144000"/>
              <a:gd name="connsiteY4" fmla="*/ 857250 h 857250"/>
              <a:gd name="connsiteX5" fmla="*/ 9144000 w 9144000"/>
              <a:gd name="connsiteY5" fmla="*/ 857250 h 857250"/>
              <a:gd name="connsiteX6" fmla="*/ 9144000 w 9144000"/>
              <a:gd name="connsiteY6" fmla="*/ 0 h 857250"/>
              <a:gd name="connsiteX7" fmla="*/ 0 w 9144000"/>
              <a:gd name="connsiteY7" fmla="*/ 0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0" h="857250">
                <a:moveTo>
                  <a:pt x="0" y="0"/>
                </a:moveTo>
                <a:lnTo>
                  <a:pt x="0" y="857250"/>
                </a:lnTo>
                <a:lnTo>
                  <a:pt x="7540609" y="857250"/>
                </a:lnTo>
                <a:lnTo>
                  <a:pt x="8245698" y="707422"/>
                </a:lnTo>
                <a:lnTo>
                  <a:pt x="8933831" y="857250"/>
                </a:lnTo>
                <a:lnTo>
                  <a:pt x="9144000" y="857250"/>
                </a:lnTo>
                <a:lnTo>
                  <a:pt x="9144000" y="0"/>
                </a:lnTo>
                <a:lnTo>
                  <a:pt x="0" y="0"/>
                </a:lnTo>
                <a:close/>
              </a:path>
            </a:pathLst>
          </a:custGeom>
          <a:gradFill>
            <a:gsLst>
              <a:gs pos="0">
                <a:srgbClr val="6164AD"/>
              </a:gs>
              <a:gs pos="50000">
                <a:srgbClr val="5C54A4"/>
              </a:gs>
              <a:gs pos="100000">
                <a:srgbClr val="58449B"/>
              </a:gs>
            </a:gsLst>
            <a:lin ang="0" scaled="1"/>
          </a:gradFill>
          <a:ln w="81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lvl="0" defTabSz="914400" eaLnBrk="1" latinLnBrk="0" hangingPunct="1"/>
            <a:endParaRPr lang="en-AU" sz="1800" kern="1200">
              <a:solidFill>
                <a:schemeClr val="tx1"/>
              </a:solidFill>
              <a:latin typeface="+mn-lt"/>
              <a:ea typeface="+mn-ea"/>
              <a:cs typeface="+mn-cs"/>
            </a:endParaRPr>
          </a:p>
        </p:txBody>
      </p:sp>
      <p:sp>
        <p:nvSpPr>
          <p:cNvPr id="8" name="Freeform: Shape 7">
            <a:extLst>
              <a:ext uri="{FF2B5EF4-FFF2-40B4-BE49-F238E27FC236}">
                <a16:creationId xmlns:a16="http://schemas.microsoft.com/office/drawing/2014/main" id="{724A0545-96A4-6133-84D7-70FD2D51A5CC}"/>
              </a:ext>
            </a:extLst>
          </p:cNvPr>
          <p:cNvSpPr/>
          <p:nvPr/>
        </p:nvSpPr>
        <p:spPr>
          <a:xfrm>
            <a:off x="7540608" y="437149"/>
            <a:ext cx="1246536" cy="285083"/>
          </a:xfrm>
          <a:custGeom>
            <a:avLst/>
            <a:gdLst>
              <a:gd name="connsiteX0" fmla="*/ 718995 w 1246536"/>
              <a:gd name="connsiteY0" fmla="*/ 0 h 285083"/>
              <a:gd name="connsiteX1" fmla="*/ 769239 w 1246536"/>
              <a:gd name="connsiteY1" fmla="*/ 10668 h 285083"/>
              <a:gd name="connsiteX2" fmla="*/ 842391 w 1246536"/>
              <a:gd name="connsiteY2" fmla="*/ 94726 h 285083"/>
              <a:gd name="connsiteX3" fmla="*/ 769239 w 1246536"/>
              <a:gd name="connsiteY3" fmla="*/ 147876 h 285083"/>
              <a:gd name="connsiteX4" fmla="*/ 718995 w 1246536"/>
              <a:gd name="connsiteY4" fmla="*/ 137208 h 285083"/>
              <a:gd name="connsiteX5" fmla="*/ 718995 w 1246536"/>
              <a:gd name="connsiteY5" fmla="*/ 48 h 285083"/>
              <a:gd name="connsiteX6" fmla="*/ 769239 w 1246536"/>
              <a:gd name="connsiteY6" fmla="*/ 116681 h 285083"/>
              <a:gd name="connsiteX7" fmla="*/ 808530 w 1246536"/>
              <a:gd name="connsiteY7" fmla="*/ 87487 h 285083"/>
              <a:gd name="connsiteX8" fmla="*/ 769239 w 1246536"/>
              <a:gd name="connsiteY8" fmla="*/ 41577 h 285083"/>
              <a:gd name="connsiteX9" fmla="*/ 752856 w 1246536"/>
              <a:gd name="connsiteY9" fmla="*/ 38100 h 285083"/>
              <a:gd name="connsiteX10" fmla="*/ 752856 w 1246536"/>
              <a:gd name="connsiteY10" fmla="*/ 113205 h 285083"/>
              <a:gd name="connsiteX11" fmla="*/ 769239 w 1246536"/>
              <a:gd name="connsiteY11" fmla="*/ 116681 h 285083"/>
              <a:gd name="connsiteX12" fmla="*/ 947024 w 1246536"/>
              <a:gd name="connsiteY12" fmla="*/ 48482 h 285083"/>
              <a:gd name="connsiteX13" fmla="*/ 947024 w 1246536"/>
              <a:gd name="connsiteY13" fmla="*/ 79391 h 285083"/>
              <a:gd name="connsiteX14" fmla="*/ 917067 w 1246536"/>
              <a:gd name="connsiteY14" fmla="*/ 73009 h 285083"/>
              <a:gd name="connsiteX15" fmla="*/ 917067 w 1246536"/>
              <a:gd name="connsiteY15" fmla="*/ 148114 h 285083"/>
              <a:gd name="connsiteX16" fmla="*/ 947024 w 1246536"/>
              <a:gd name="connsiteY16" fmla="*/ 154496 h 285083"/>
              <a:gd name="connsiteX17" fmla="*/ 947024 w 1246536"/>
              <a:gd name="connsiteY17" fmla="*/ 185642 h 285083"/>
              <a:gd name="connsiteX18" fmla="*/ 853393 w 1246536"/>
              <a:gd name="connsiteY18" fmla="*/ 165735 h 285083"/>
              <a:gd name="connsiteX19" fmla="*/ 853393 w 1246536"/>
              <a:gd name="connsiteY19" fmla="*/ 134588 h 285083"/>
              <a:gd name="connsiteX20" fmla="*/ 883349 w 1246536"/>
              <a:gd name="connsiteY20" fmla="*/ 140970 h 285083"/>
              <a:gd name="connsiteX21" fmla="*/ 883349 w 1246536"/>
              <a:gd name="connsiteY21" fmla="*/ 65865 h 285083"/>
              <a:gd name="connsiteX22" fmla="*/ 853393 w 1246536"/>
              <a:gd name="connsiteY22" fmla="*/ 59484 h 285083"/>
              <a:gd name="connsiteX23" fmla="*/ 853393 w 1246536"/>
              <a:gd name="connsiteY23" fmla="*/ 28575 h 285083"/>
              <a:gd name="connsiteX24" fmla="*/ 947024 w 1246536"/>
              <a:gd name="connsiteY24" fmla="*/ 48482 h 285083"/>
              <a:gd name="connsiteX25" fmla="*/ 1026319 w 1246536"/>
              <a:gd name="connsiteY25" fmla="*/ 62579 h 285083"/>
              <a:gd name="connsiteX26" fmla="*/ 1094994 w 1246536"/>
              <a:gd name="connsiteY26" fmla="*/ 148399 h 285083"/>
              <a:gd name="connsiteX27" fmla="*/ 1026319 w 1246536"/>
              <a:gd name="connsiteY27" fmla="*/ 205216 h 285083"/>
              <a:gd name="connsiteX28" fmla="*/ 957263 w 1246536"/>
              <a:gd name="connsiteY28" fmla="*/ 119158 h 285083"/>
              <a:gd name="connsiteX29" fmla="*/ 1026319 w 1246536"/>
              <a:gd name="connsiteY29" fmla="*/ 62627 h 285083"/>
              <a:gd name="connsiteX30" fmla="*/ 1026319 w 1246536"/>
              <a:gd name="connsiteY30" fmla="*/ 173117 h 285083"/>
              <a:gd name="connsiteX31" fmla="*/ 1060180 w 1246536"/>
              <a:gd name="connsiteY31" fmla="*/ 141018 h 285083"/>
              <a:gd name="connsiteX32" fmla="*/ 1026319 w 1246536"/>
              <a:gd name="connsiteY32" fmla="*/ 94726 h 285083"/>
              <a:gd name="connsiteX33" fmla="*/ 992267 w 1246536"/>
              <a:gd name="connsiteY33" fmla="*/ 126587 h 285083"/>
              <a:gd name="connsiteX34" fmla="*/ 1026319 w 1246536"/>
              <a:gd name="connsiteY34" fmla="*/ 173117 h 285083"/>
              <a:gd name="connsiteX35" fmla="*/ 1111949 w 1246536"/>
              <a:gd name="connsiteY35" fmla="*/ 83534 h 285083"/>
              <a:gd name="connsiteX36" fmla="*/ 1175814 w 1246536"/>
              <a:gd name="connsiteY36" fmla="*/ 97107 h 285083"/>
              <a:gd name="connsiteX37" fmla="*/ 1212675 w 1246536"/>
              <a:gd name="connsiteY37" fmla="*/ 230791 h 285083"/>
              <a:gd name="connsiteX38" fmla="*/ 1212675 w 1246536"/>
              <a:gd name="connsiteY38" fmla="*/ 104918 h 285083"/>
              <a:gd name="connsiteX39" fmla="*/ 1246537 w 1246536"/>
              <a:gd name="connsiteY39" fmla="*/ 112109 h 285083"/>
              <a:gd name="connsiteX40" fmla="*/ 1246537 w 1246536"/>
              <a:gd name="connsiteY40" fmla="*/ 249269 h 285083"/>
              <a:gd name="connsiteX41" fmla="*/ 1182672 w 1246536"/>
              <a:gd name="connsiteY41" fmla="*/ 235696 h 285083"/>
              <a:gd name="connsiteX42" fmla="*/ 1145810 w 1246536"/>
              <a:gd name="connsiteY42" fmla="*/ 102013 h 285083"/>
              <a:gd name="connsiteX43" fmla="*/ 1145810 w 1246536"/>
              <a:gd name="connsiteY43" fmla="*/ 227886 h 285083"/>
              <a:gd name="connsiteX44" fmla="*/ 1111949 w 1246536"/>
              <a:gd name="connsiteY44" fmla="*/ 220694 h 285083"/>
              <a:gd name="connsiteX45" fmla="*/ 1111949 w 1246536"/>
              <a:gd name="connsiteY45" fmla="*/ 83534 h 285083"/>
              <a:gd name="connsiteX46" fmla="*/ 42101 w 1246536"/>
              <a:gd name="connsiteY46" fmla="*/ 138970 h 285083"/>
              <a:gd name="connsiteX47" fmla="*/ 104108 w 1246536"/>
              <a:gd name="connsiteY47" fmla="*/ 125778 h 285083"/>
              <a:gd name="connsiteX48" fmla="*/ 145971 w 1246536"/>
              <a:gd name="connsiteY48" fmla="*/ 254032 h 285083"/>
              <a:gd name="connsiteX49" fmla="*/ 110061 w 1246536"/>
              <a:gd name="connsiteY49" fmla="*/ 261652 h 285083"/>
              <a:gd name="connsiteX50" fmla="*/ 97774 w 1246536"/>
              <a:gd name="connsiteY50" fmla="*/ 222837 h 285083"/>
              <a:gd name="connsiteX51" fmla="*/ 47863 w 1246536"/>
              <a:gd name="connsiteY51" fmla="*/ 233458 h 285083"/>
              <a:gd name="connsiteX52" fmla="*/ 35576 w 1246536"/>
              <a:gd name="connsiteY52" fmla="*/ 277511 h 285083"/>
              <a:gd name="connsiteX53" fmla="*/ 0 w 1246536"/>
              <a:gd name="connsiteY53" fmla="*/ 285083 h 285083"/>
              <a:gd name="connsiteX54" fmla="*/ 42053 w 1246536"/>
              <a:gd name="connsiteY54" fmla="*/ 138970 h 285083"/>
              <a:gd name="connsiteX55" fmla="*/ 88440 w 1246536"/>
              <a:gd name="connsiteY55" fmla="*/ 193881 h 285083"/>
              <a:gd name="connsiteX56" fmla="*/ 72819 w 1246536"/>
              <a:gd name="connsiteY56" fmla="*/ 144875 h 285083"/>
              <a:gd name="connsiteX57" fmla="*/ 57198 w 1246536"/>
              <a:gd name="connsiteY57" fmla="*/ 200549 h 285083"/>
              <a:gd name="connsiteX58" fmla="*/ 88488 w 1246536"/>
              <a:gd name="connsiteY58" fmla="*/ 193881 h 285083"/>
              <a:gd name="connsiteX59" fmla="*/ 214646 w 1246536"/>
              <a:gd name="connsiteY59" fmla="*/ 242173 h 285083"/>
              <a:gd name="connsiteX60" fmla="*/ 148733 w 1246536"/>
              <a:gd name="connsiteY60" fmla="*/ 199930 h 285083"/>
              <a:gd name="connsiteX61" fmla="*/ 183738 w 1246536"/>
              <a:gd name="connsiteY61" fmla="*/ 192500 h 285083"/>
              <a:gd name="connsiteX62" fmla="*/ 215408 w 1246536"/>
              <a:gd name="connsiteY62" fmla="*/ 212408 h 285083"/>
              <a:gd name="connsiteX63" fmla="*/ 239030 w 1246536"/>
              <a:gd name="connsiteY63" fmla="*/ 195310 h 285083"/>
              <a:gd name="connsiteX64" fmla="*/ 227886 w 1246536"/>
              <a:gd name="connsiteY64" fmla="*/ 187166 h 285083"/>
              <a:gd name="connsiteX65" fmla="*/ 183975 w 1246536"/>
              <a:gd name="connsiteY65" fmla="*/ 184452 h 285083"/>
              <a:gd name="connsiteX66" fmla="*/ 154210 w 1246536"/>
              <a:gd name="connsiteY66" fmla="*/ 153210 h 285083"/>
              <a:gd name="connsiteX67" fmla="*/ 207645 w 1246536"/>
              <a:gd name="connsiteY67" fmla="*/ 101013 h 285083"/>
              <a:gd name="connsiteX68" fmla="*/ 268891 w 1246536"/>
              <a:gd name="connsiteY68" fmla="*/ 138017 h 285083"/>
              <a:gd name="connsiteX69" fmla="*/ 234077 w 1246536"/>
              <a:gd name="connsiteY69" fmla="*/ 145399 h 285083"/>
              <a:gd name="connsiteX70" fmla="*/ 208217 w 1246536"/>
              <a:gd name="connsiteY70" fmla="*/ 129873 h 285083"/>
              <a:gd name="connsiteX71" fmla="*/ 189215 w 1246536"/>
              <a:gd name="connsiteY71" fmla="*/ 145018 h 285083"/>
              <a:gd name="connsiteX72" fmla="*/ 199454 w 1246536"/>
              <a:gd name="connsiteY72" fmla="*/ 152352 h 285083"/>
              <a:gd name="connsiteX73" fmla="*/ 242078 w 1246536"/>
              <a:gd name="connsiteY73" fmla="*/ 154400 h 285083"/>
              <a:gd name="connsiteX74" fmla="*/ 273891 w 1246536"/>
              <a:gd name="connsiteY74" fmla="*/ 186357 h 285083"/>
              <a:gd name="connsiteX75" fmla="*/ 214694 w 1246536"/>
              <a:gd name="connsiteY75" fmla="*/ 242126 h 285083"/>
              <a:gd name="connsiteX76" fmla="*/ 283702 w 1246536"/>
              <a:gd name="connsiteY76" fmla="*/ 156067 h 285083"/>
              <a:gd name="connsiteX77" fmla="*/ 353330 w 1246536"/>
              <a:gd name="connsiteY77" fmla="*/ 70056 h 285083"/>
              <a:gd name="connsiteX78" fmla="*/ 419767 w 1246536"/>
              <a:gd name="connsiteY78" fmla="*/ 111585 h 285083"/>
              <a:gd name="connsiteX79" fmla="*/ 384953 w 1246536"/>
              <a:gd name="connsiteY79" fmla="*/ 118967 h 285083"/>
              <a:gd name="connsiteX80" fmla="*/ 353473 w 1246536"/>
              <a:gd name="connsiteY80" fmla="*/ 102108 h 285083"/>
              <a:gd name="connsiteX81" fmla="*/ 318659 w 1246536"/>
              <a:gd name="connsiteY81" fmla="*/ 148590 h 285083"/>
              <a:gd name="connsiteX82" fmla="*/ 353473 w 1246536"/>
              <a:gd name="connsiteY82" fmla="*/ 180499 h 285083"/>
              <a:gd name="connsiteX83" fmla="*/ 384953 w 1246536"/>
              <a:gd name="connsiteY83" fmla="*/ 150066 h 285083"/>
              <a:gd name="connsiteX84" fmla="*/ 419767 w 1246536"/>
              <a:gd name="connsiteY84" fmla="*/ 142685 h 285083"/>
              <a:gd name="connsiteX85" fmla="*/ 353330 w 1246536"/>
              <a:gd name="connsiteY85" fmla="*/ 212646 h 285083"/>
              <a:gd name="connsiteX86" fmla="*/ 283702 w 1246536"/>
              <a:gd name="connsiteY86" fmla="*/ 156067 h 285083"/>
              <a:gd name="connsiteX87" fmla="*/ 436340 w 1246536"/>
              <a:gd name="connsiteY87" fmla="*/ 55150 h 285083"/>
              <a:gd name="connsiteX88" fmla="*/ 540782 w 1246536"/>
              <a:gd name="connsiteY88" fmla="*/ 32956 h 285083"/>
              <a:gd name="connsiteX89" fmla="*/ 540782 w 1246536"/>
              <a:gd name="connsiteY89" fmla="*/ 63865 h 285083"/>
              <a:gd name="connsiteX90" fmla="*/ 470440 w 1246536"/>
              <a:gd name="connsiteY90" fmla="*/ 78819 h 285083"/>
              <a:gd name="connsiteX91" fmla="*/ 470440 w 1246536"/>
              <a:gd name="connsiteY91" fmla="*/ 101775 h 285083"/>
              <a:gd name="connsiteX92" fmla="*/ 531495 w 1246536"/>
              <a:gd name="connsiteY92" fmla="*/ 88821 h 285083"/>
              <a:gd name="connsiteX93" fmla="*/ 531495 w 1246536"/>
              <a:gd name="connsiteY93" fmla="*/ 118015 h 285083"/>
              <a:gd name="connsiteX94" fmla="*/ 470440 w 1246536"/>
              <a:gd name="connsiteY94" fmla="*/ 131016 h 285083"/>
              <a:gd name="connsiteX95" fmla="*/ 470440 w 1246536"/>
              <a:gd name="connsiteY95" fmla="*/ 154162 h 285083"/>
              <a:gd name="connsiteX96" fmla="*/ 540782 w 1246536"/>
              <a:gd name="connsiteY96" fmla="*/ 139208 h 285083"/>
              <a:gd name="connsiteX97" fmla="*/ 540782 w 1246536"/>
              <a:gd name="connsiteY97" fmla="*/ 170117 h 285083"/>
              <a:gd name="connsiteX98" fmla="*/ 436340 w 1246536"/>
              <a:gd name="connsiteY98" fmla="*/ 192310 h 285083"/>
              <a:gd name="connsiteX99" fmla="*/ 436340 w 1246536"/>
              <a:gd name="connsiteY99" fmla="*/ 55150 h 285083"/>
              <a:gd name="connsiteX100" fmla="*/ 561308 w 1246536"/>
              <a:gd name="connsiteY100" fmla="*/ 28575 h 285083"/>
              <a:gd name="connsiteX101" fmla="*/ 625173 w 1246536"/>
              <a:gd name="connsiteY101" fmla="*/ 15002 h 285083"/>
              <a:gd name="connsiteX102" fmla="*/ 662035 w 1246536"/>
              <a:gd name="connsiteY102" fmla="*/ 133064 h 285083"/>
              <a:gd name="connsiteX103" fmla="*/ 662035 w 1246536"/>
              <a:gd name="connsiteY103" fmla="*/ 7191 h 285083"/>
              <a:gd name="connsiteX104" fmla="*/ 695897 w 1246536"/>
              <a:gd name="connsiteY104" fmla="*/ 0 h 285083"/>
              <a:gd name="connsiteX105" fmla="*/ 695897 w 1246536"/>
              <a:gd name="connsiteY105" fmla="*/ 137160 h 285083"/>
              <a:gd name="connsiteX106" fmla="*/ 632032 w 1246536"/>
              <a:gd name="connsiteY106" fmla="*/ 150733 h 285083"/>
              <a:gd name="connsiteX107" fmla="*/ 595170 w 1246536"/>
              <a:gd name="connsiteY107" fmla="*/ 32671 h 285083"/>
              <a:gd name="connsiteX108" fmla="*/ 595170 w 1246536"/>
              <a:gd name="connsiteY108" fmla="*/ 158544 h 285083"/>
              <a:gd name="connsiteX109" fmla="*/ 561308 w 1246536"/>
              <a:gd name="connsiteY109" fmla="*/ 165735 h 285083"/>
              <a:gd name="connsiteX110" fmla="*/ 561308 w 1246536"/>
              <a:gd name="connsiteY110" fmla="*/ 28575 h 285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246536" h="285083">
                <a:moveTo>
                  <a:pt x="718995" y="0"/>
                </a:moveTo>
                <a:lnTo>
                  <a:pt x="769239" y="10668"/>
                </a:lnTo>
                <a:cubicBezTo>
                  <a:pt x="805149" y="18288"/>
                  <a:pt x="842391" y="35766"/>
                  <a:pt x="842391" y="94726"/>
                </a:cubicBezTo>
                <a:cubicBezTo>
                  <a:pt x="842391" y="153876"/>
                  <a:pt x="805149" y="155496"/>
                  <a:pt x="769239" y="147876"/>
                </a:cubicBezTo>
                <a:lnTo>
                  <a:pt x="718995" y="137208"/>
                </a:lnTo>
                <a:lnTo>
                  <a:pt x="718995" y="48"/>
                </a:lnTo>
                <a:close/>
                <a:moveTo>
                  <a:pt x="769239" y="116681"/>
                </a:moveTo>
                <a:cubicBezTo>
                  <a:pt x="791766" y="121491"/>
                  <a:pt x="808530" y="124254"/>
                  <a:pt x="808530" y="87487"/>
                </a:cubicBezTo>
                <a:cubicBezTo>
                  <a:pt x="808530" y="50721"/>
                  <a:pt x="791623" y="46339"/>
                  <a:pt x="769239" y="41577"/>
                </a:cubicBezTo>
                <a:lnTo>
                  <a:pt x="752856" y="38100"/>
                </a:lnTo>
                <a:lnTo>
                  <a:pt x="752856" y="113205"/>
                </a:lnTo>
                <a:cubicBezTo>
                  <a:pt x="752856" y="113205"/>
                  <a:pt x="769239" y="116681"/>
                  <a:pt x="769239" y="116681"/>
                </a:cubicBezTo>
                <a:close/>
                <a:moveTo>
                  <a:pt x="947024" y="48482"/>
                </a:moveTo>
                <a:lnTo>
                  <a:pt x="947024" y="79391"/>
                </a:lnTo>
                <a:cubicBezTo>
                  <a:pt x="947024" y="79391"/>
                  <a:pt x="917067" y="73009"/>
                  <a:pt x="917067" y="73009"/>
                </a:cubicBezTo>
                <a:lnTo>
                  <a:pt x="917067" y="148114"/>
                </a:lnTo>
                <a:cubicBezTo>
                  <a:pt x="917067" y="148114"/>
                  <a:pt x="947024" y="154496"/>
                  <a:pt x="947024" y="154496"/>
                </a:cubicBezTo>
                <a:lnTo>
                  <a:pt x="947024" y="185642"/>
                </a:lnTo>
                <a:cubicBezTo>
                  <a:pt x="947024" y="185642"/>
                  <a:pt x="853393" y="165735"/>
                  <a:pt x="853393" y="165735"/>
                </a:cubicBezTo>
                <a:lnTo>
                  <a:pt x="853393" y="134588"/>
                </a:lnTo>
                <a:cubicBezTo>
                  <a:pt x="853393" y="134588"/>
                  <a:pt x="883349" y="140970"/>
                  <a:pt x="883349" y="140970"/>
                </a:cubicBezTo>
                <a:lnTo>
                  <a:pt x="883349" y="65865"/>
                </a:lnTo>
                <a:cubicBezTo>
                  <a:pt x="883349" y="65865"/>
                  <a:pt x="853393" y="59484"/>
                  <a:pt x="853393" y="59484"/>
                </a:cubicBezTo>
                <a:lnTo>
                  <a:pt x="853393" y="28575"/>
                </a:lnTo>
                <a:cubicBezTo>
                  <a:pt x="853393" y="28575"/>
                  <a:pt x="947024" y="48482"/>
                  <a:pt x="947024" y="48482"/>
                </a:cubicBezTo>
                <a:close/>
                <a:moveTo>
                  <a:pt x="1026319" y="62579"/>
                </a:moveTo>
                <a:cubicBezTo>
                  <a:pt x="1068944" y="71628"/>
                  <a:pt x="1094994" y="107918"/>
                  <a:pt x="1094994" y="148399"/>
                </a:cubicBezTo>
                <a:cubicBezTo>
                  <a:pt x="1094994" y="189071"/>
                  <a:pt x="1068944" y="214265"/>
                  <a:pt x="1026319" y="205216"/>
                </a:cubicBezTo>
                <a:cubicBezTo>
                  <a:pt x="983504" y="196120"/>
                  <a:pt x="957263" y="159782"/>
                  <a:pt x="957263" y="119158"/>
                </a:cubicBezTo>
                <a:cubicBezTo>
                  <a:pt x="957263" y="78676"/>
                  <a:pt x="983504" y="53530"/>
                  <a:pt x="1026319" y="62627"/>
                </a:cubicBezTo>
                <a:moveTo>
                  <a:pt x="1026319" y="173117"/>
                </a:moveTo>
                <a:cubicBezTo>
                  <a:pt x="1049036" y="177927"/>
                  <a:pt x="1060180" y="165925"/>
                  <a:pt x="1060180" y="141018"/>
                </a:cubicBezTo>
                <a:cubicBezTo>
                  <a:pt x="1060180" y="116110"/>
                  <a:pt x="1048846" y="99489"/>
                  <a:pt x="1026319" y="94726"/>
                </a:cubicBezTo>
                <a:cubicBezTo>
                  <a:pt x="1003602" y="89916"/>
                  <a:pt x="992267" y="101870"/>
                  <a:pt x="992267" y="126587"/>
                </a:cubicBezTo>
                <a:cubicBezTo>
                  <a:pt x="992267" y="151495"/>
                  <a:pt x="1003649" y="168307"/>
                  <a:pt x="1026319" y="173117"/>
                </a:cubicBezTo>
                <a:moveTo>
                  <a:pt x="1111949" y="83534"/>
                </a:moveTo>
                <a:lnTo>
                  <a:pt x="1175814" y="97107"/>
                </a:lnTo>
                <a:lnTo>
                  <a:pt x="1212675" y="230791"/>
                </a:lnTo>
                <a:lnTo>
                  <a:pt x="1212675" y="104918"/>
                </a:lnTo>
                <a:cubicBezTo>
                  <a:pt x="1212675" y="104918"/>
                  <a:pt x="1246537" y="112109"/>
                  <a:pt x="1246537" y="112109"/>
                </a:cubicBezTo>
                <a:lnTo>
                  <a:pt x="1246537" y="249269"/>
                </a:lnTo>
                <a:cubicBezTo>
                  <a:pt x="1246537" y="249269"/>
                  <a:pt x="1182672" y="235696"/>
                  <a:pt x="1182672" y="235696"/>
                </a:cubicBezTo>
                <a:lnTo>
                  <a:pt x="1145810" y="102013"/>
                </a:lnTo>
                <a:lnTo>
                  <a:pt x="1145810" y="227886"/>
                </a:lnTo>
                <a:cubicBezTo>
                  <a:pt x="1145810" y="227886"/>
                  <a:pt x="1111949" y="220694"/>
                  <a:pt x="1111949" y="220694"/>
                </a:cubicBezTo>
                <a:lnTo>
                  <a:pt x="1111949" y="83534"/>
                </a:lnTo>
                <a:close/>
                <a:moveTo>
                  <a:pt x="42101" y="138970"/>
                </a:moveTo>
                <a:lnTo>
                  <a:pt x="104108" y="125778"/>
                </a:lnTo>
                <a:lnTo>
                  <a:pt x="145971" y="254032"/>
                </a:lnTo>
                <a:lnTo>
                  <a:pt x="110061" y="261652"/>
                </a:lnTo>
                <a:lnTo>
                  <a:pt x="97774" y="222837"/>
                </a:lnTo>
                <a:lnTo>
                  <a:pt x="47863" y="233458"/>
                </a:lnTo>
                <a:lnTo>
                  <a:pt x="35576" y="277511"/>
                </a:lnTo>
                <a:lnTo>
                  <a:pt x="0" y="285083"/>
                </a:lnTo>
                <a:lnTo>
                  <a:pt x="42053" y="138970"/>
                </a:lnTo>
                <a:close/>
                <a:moveTo>
                  <a:pt x="88440" y="193881"/>
                </a:moveTo>
                <a:lnTo>
                  <a:pt x="72819" y="144875"/>
                </a:lnTo>
                <a:lnTo>
                  <a:pt x="57198" y="200549"/>
                </a:lnTo>
                <a:lnTo>
                  <a:pt x="88488" y="193881"/>
                </a:lnTo>
                <a:close/>
                <a:moveTo>
                  <a:pt x="214646" y="242173"/>
                </a:moveTo>
                <a:cubicBezTo>
                  <a:pt x="168307" y="252032"/>
                  <a:pt x="148733" y="235553"/>
                  <a:pt x="148733" y="199930"/>
                </a:cubicBezTo>
                <a:lnTo>
                  <a:pt x="183738" y="192500"/>
                </a:lnTo>
                <a:cubicBezTo>
                  <a:pt x="183738" y="211979"/>
                  <a:pt x="190977" y="217599"/>
                  <a:pt x="215408" y="212408"/>
                </a:cubicBezTo>
                <a:cubicBezTo>
                  <a:pt x="231982" y="208883"/>
                  <a:pt x="239030" y="203883"/>
                  <a:pt x="239030" y="195310"/>
                </a:cubicBezTo>
                <a:cubicBezTo>
                  <a:pt x="239030" y="190452"/>
                  <a:pt x="235315" y="187547"/>
                  <a:pt x="227886" y="187166"/>
                </a:cubicBezTo>
                <a:lnTo>
                  <a:pt x="183975" y="184452"/>
                </a:lnTo>
                <a:cubicBezTo>
                  <a:pt x="161258" y="182880"/>
                  <a:pt x="154210" y="170545"/>
                  <a:pt x="154210" y="153210"/>
                </a:cubicBezTo>
                <a:cubicBezTo>
                  <a:pt x="154210" y="126540"/>
                  <a:pt x="173212" y="108299"/>
                  <a:pt x="207645" y="101013"/>
                </a:cubicBezTo>
                <a:cubicBezTo>
                  <a:pt x="248603" y="92297"/>
                  <a:pt x="268891" y="108252"/>
                  <a:pt x="268891" y="138017"/>
                </a:cubicBezTo>
                <a:lnTo>
                  <a:pt x="234077" y="145399"/>
                </a:lnTo>
                <a:cubicBezTo>
                  <a:pt x="234077" y="130635"/>
                  <a:pt x="226076" y="126111"/>
                  <a:pt x="208217" y="129873"/>
                </a:cubicBezTo>
                <a:cubicBezTo>
                  <a:pt x="195739" y="132540"/>
                  <a:pt x="189215" y="137208"/>
                  <a:pt x="189215" y="145018"/>
                </a:cubicBezTo>
                <a:cubicBezTo>
                  <a:pt x="189215" y="148923"/>
                  <a:pt x="191262" y="151781"/>
                  <a:pt x="199454" y="152352"/>
                </a:cubicBezTo>
                <a:lnTo>
                  <a:pt x="242078" y="154400"/>
                </a:lnTo>
                <a:cubicBezTo>
                  <a:pt x="263843" y="155400"/>
                  <a:pt x="273891" y="166306"/>
                  <a:pt x="273891" y="186357"/>
                </a:cubicBezTo>
                <a:cubicBezTo>
                  <a:pt x="273891" y="212408"/>
                  <a:pt x="256747" y="233172"/>
                  <a:pt x="214694" y="242126"/>
                </a:cubicBezTo>
                <a:moveTo>
                  <a:pt x="283702" y="156067"/>
                </a:moveTo>
                <a:cubicBezTo>
                  <a:pt x="283702" y="115586"/>
                  <a:pt x="310325" y="79200"/>
                  <a:pt x="353330" y="70056"/>
                </a:cubicBezTo>
                <a:cubicBezTo>
                  <a:pt x="390906" y="62055"/>
                  <a:pt x="415862" y="77962"/>
                  <a:pt x="419767" y="111585"/>
                </a:cubicBezTo>
                <a:lnTo>
                  <a:pt x="384953" y="118967"/>
                </a:lnTo>
                <a:cubicBezTo>
                  <a:pt x="382143" y="104775"/>
                  <a:pt x="370047" y="98584"/>
                  <a:pt x="353473" y="102108"/>
                </a:cubicBezTo>
                <a:cubicBezTo>
                  <a:pt x="333185" y="106442"/>
                  <a:pt x="318659" y="121587"/>
                  <a:pt x="318659" y="148590"/>
                </a:cubicBezTo>
                <a:cubicBezTo>
                  <a:pt x="318659" y="175832"/>
                  <a:pt x="333185" y="184785"/>
                  <a:pt x="353473" y="180499"/>
                </a:cubicBezTo>
                <a:cubicBezTo>
                  <a:pt x="370047" y="176974"/>
                  <a:pt x="382143" y="165449"/>
                  <a:pt x="384953" y="150066"/>
                </a:cubicBezTo>
                <a:lnTo>
                  <a:pt x="419767" y="142685"/>
                </a:lnTo>
                <a:cubicBezTo>
                  <a:pt x="415862" y="178165"/>
                  <a:pt x="390906" y="204645"/>
                  <a:pt x="353330" y="212646"/>
                </a:cubicBezTo>
                <a:cubicBezTo>
                  <a:pt x="310325" y="221790"/>
                  <a:pt x="283702" y="196691"/>
                  <a:pt x="283702" y="156067"/>
                </a:cubicBezTo>
                <a:moveTo>
                  <a:pt x="436340" y="55150"/>
                </a:moveTo>
                <a:lnTo>
                  <a:pt x="540782" y="32956"/>
                </a:lnTo>
                <a:lnTo>
                  <a:pt x="540782" y="63865"/>
                </a:lnTo>
                <a:cubicBezTo>
                  <a:pt x="540782" y="63865"/>
                  <a:pt x="470440" y="78819"/>
                  <a:pt x="470440" y="78819"/>
                </a:cubicBezTo>
                <a:lnTo>
                  <a:pt x="470440" y="101775"/>
                </a:lnTo>
                <a:cubicBezTo>
                  <a:pt x="470440" y="101775"/>
                  <a:pt x="531495" y="88821"/>
                  <a:pt x="531495" y="88821"/>
                </a:cubicBezTo>
                <a:lnTo>
                  <a:pt x="531495" y="118015"/>
                </a:lnTo>
                <a:cubicBezTo>
                  <a:pt x="531495" y="118015"/>
                  <a:pt x="470440" y="131016"/>
                  <a:pt x="470440" y="131016"/>
                </a:cubicBezTo>
                <a:lnTo>
                  <a:pt x="470440" y="154162"/>
                </a:lnTo>
                <a:cubicBezTo>
                  <a:pt x="470440" y="154162"/>
                  <a:pt x="540782" y="139208"/>
                  <a:pt x="540782" y="139208"/>
                </a:cubicBezTo>
                <a:lnTo>
                  <a:pt x="540782" y="170117"/>
                </a:lnTo>
                <a:cubicBezTo>
                  <a:pt x="540782" y="170117"/>
                  <a:pt x="436340" y="192310"/>
                  <a:pt x="436340" y="192310"/>
                </a:cubicBezTo>
                <a:lnTo>
                  <a:pt x="436340" y="55150"/>
                </a:lnTo>
                <a:close/>
                <a:moveTo>
                  <a:pt x="561308" y="28575"/>
                </a:moveTo>
                <a:lnTo>
                  <a:pt x="625173" y="15002"/>
                </a:lnTo>
                <a:lnTo>
                  <a:pt x="662035" y="133064"/>
                </a:lnTo>
                <a:lnTo>
                  <a:pt x="662035" y="7191"/>
                </a:lnTo>
                <a:cubicBezTo>
                  <a:pt x="662035" y="7191"/>
                  <a:pt x="695897" y="0"/>
                  <a:pt x="695897" y="0"/>
                </a:cubicBezTo>
                <a:lnTo>
                  <a:pt x="695897" y="137160"/>
                </a:lnTo>
                <a:cubicBezTo>
                  <a:pt x="695897" y="137160"/>
                  <a:pt x="632032" y="150733"/>
                  <a:pt x="632032" y="150733"/>
                </a:cubicBezTo>
                <a:lnTo>
                  <a:pt x="595170" y="32671"/>
                </a:lnTo>
                <a:lnTo>
                  <a:pt x="595170" y="158544"/>
                </a:lnTo>
                <a:cubicBezTo>
                  <a:pt x="595170" y="158544"/>
                  <a:pt x="561308" y="165735"/>
                  <a:pt x="561308" y="165735"/>
                </a:cubicBezTo>
                <a:lnTo>
                  <a:pt x="561308" y="28575"/>
                </a:lnTo>
                <a:close/>
              </a:path>
            </a:pathLst>
          </a:custGeom>
          <a:solidFill>
            <a:srgbClr val="FFFFFF"/>
          </a:solidFill>
          <a:ln w="4763" cap="flat">
            <a:noFill/>
            <a:prstDash val="solid"/>
            <a:miter/>
          </a:ln>
        </p:spPr>
        <p:txBody>
          <a:bodyPr rtlCol="0" anchor="ctr"/>
          <a:lstStyle/>
          <a:p>
            <a:endParaRPr lang="en-AU"/>
          </a:p>
        </p:txBody>
      </p:sp>
      <p:grpSp>
        <p:nvGrpSpPr>
          <p:cNvPr id="9" name="Graphic 3">
            <a:extLst>
              <a:ext uri="{FF2B5EF4-FFF2-40B4-BE49-F238E27FC236}">
                <a16:creationId xmlns:a16="http://schemas.microsoft.com/office/drawing/2014/main" id="{0BED7D72-F319-F1C2-4594-48F3DF5E7D90}"/>
              </a:ext>
            </a:extLst>
          </p:cNvPr>
          <p:cNvGrpSpPr/>
          <p:nvPr/>
        </p:nvGrpSpPr>
        <p:grpSpPr>
          <a:xfrm>
            <a:off x="186213" y="648700"/>
            <a:ext cx="739282" cy="73485"/>
            <a:chOff x="186213" y="648700"/>
            <a:chExt cx="739282" cy="73485"/>
          </a:xfrm>
          <a:solidFill>
            <a:srgbClr val="FFFFFF"/>
          </a:solidFill>
        </p:grpSpPr>
        <p:sp>
          <p:nvSpPr>
            <p:cNvPr id="10" name="Freeform: Shape 9">
              <a:extLst>
                <a:ext uri="{FF2B5EF4-FFF2-40B4-BE49-F238E27FC236}">
                  <a16:creationId xmlns:a16="http://schemas.microsoft.com/office/drawing/2014/main" id="{61DBE3F1-69A0-C16B-C595-62E8A3885AC6}"/>
                </a:ext>
              </a:extLst>
            </p:cNvPr>
            <p:cNvSpPr/>
            <p:nvPr/>
          </p:nvSpPr>
          <p:spPr>
            <a:xfrm>
              <a:off x="186213" y="668274"/>
              <a:ext cx="46386" cy="53911"/>
            </a:xfrm>
            <a:custGeom>
              <a:avLst/>
              <a:gdLst>
                <a:gd name="connsiteX0" fmla="*/ 16574 w 46386"/>
                <a:gd name="connsiteY0" fmla="*/ 53864 h 53911"/>
                <a:gd name="connsiteX1" fmla="*/ 8334 w 46386"/>
                <a:gd name="connsiteY1" fmla="*/ 52197 h 53911"/>
                <a:gd name="connsiteX2" fmla="*/ 2286 w 46386"/>
                <a:gd name="connsiteY2" fmla="*/ 47101 h 53911"/>
                <a:gd name="connsiteX3" fmla="*/ 0 w 46386"/>
                <a:gd name="connsiteY3" fmla="*/ 38624 h 53911"/>
                <a:gd name="connsiteX4" fmla="*/ 4334 w 46386"/>
                <a:gd name="connsiteY4" fmla="*/ 27861 h 53911"/>
                <a:gd name="connsiteX5" fmla="*/ 16574 w 46386"/>
                <a:gd name="connsiteY5" fmla="*/ 22908 h 53911"/>
                <a:gd name="connsiteX6" fmla="*/ 35052 w 46386"/>
                <a:gd name="connsiteY6" fmla="*/ 21431 h 53911"/>
                <a:gd name="connsiteX7" fmla="*/ 35052 w 46386"/>
                <a:gd name="connsiteY7" fmla="*/ 18240 h 53911"/>
                <a:gd name="connsiteX8" fmla="*/ 32147 w 46386"/>
                <a:gd name="connsiteY8" fmla="*/ 10239 h 53911"/>
                <a:gd name="connsiteX9" fmla="*/ 24813 w 46386"/>
                <a:gd name="connsiteY9" fmla="*/ 8049 h 53911"/>
                <a:gd name="connsiteX10" fmla="*/ 16812 w 46386"/>
                <a:gd name="connsiteY10" fmla="*/ 10382 h 53911"/>
                <a:gd name="connsiteX11" fmla="*/ 13621 w 46386"/>
                <a:gd name="connsiteY11" fmla="*/ 17907 h 53911"/>
                <a:gd name="connsiteX12" fmla="*/ 2667 w 46386"/>
                <a:gd name="connsiteY12" fmla="*/ 17907 h 53911"/>
                <a:gd name="connsiteX13" fmla="*/ 5477 w 46386"/>
                <a:gd name="connsiteY13" fmla="*/ 7477 h 53911"/>
                <a:gd name="connsiteX14" fmla="*/ 13287 w 46386"/>
                <a:gd name="connsiteY14" fmla="*/ 1762 h 53911"/>
                <a:gd name="connsiteX15" fmla="*/ 24860 w 46386"/>
                <a:gd name="connsiteY15" fmla="*/ 0 h 53911"/>
                <a:gd name="connsiteX16" fmla="*/ 33195 w 46386"/>
                <a:gd name="connsiteY16" fmla="*/ 810 h 53911"/>
                <a:gd name="connsiteX17" fmla="*/ 40053 w 46386"/>
                <a:gd name="connsiteY17" fmla="*/ 3619 h 53911"/>
                <a:gd name="connsiteX18" fmla="*/ 44720 w 46386"/>
                <a:gd name="connsiteY18" fmla="*/ 9144 h 53911"/>
                <a:gd name="connsiteX19" fmla="*/ 46387 w 46386"/>
                <a:gd name="connsiteY19" fmla="*/ 18097 h 53911"/>
                <a:gd name="connsiteX20" fmla="*/ 46387 w 46386"/>
                <a:gd name="connsiteY20" fmla="*/ 53007 h 53911"/>
                <a:gd name="connsiteX21" fmla="*/ 35576 w 46386"/>
                <a:gd name="connsiteY21" fmla="*/ 53007 h 53911"/>
                <a:gd name="connsiteX22" fmla="*/ 35147 w 46386"/>
                <a:gd name="connsiteY22" fmla="*/ 45672 h 53911"/>
                <a:gd name="connsiteX23" fmla="*/ 27146 w 46386"/>
                <a:gd name="connsiteY23" fmla="*/ 51721 h 53911"/>
                <a:gd name="connsiteX24" fmla="*/ 16574 w 46386"/>
                <a:gd name="connsiteY24" fmla="*/ 53911 h 53911"/>
                <a:gd name="connsiteX25" fmla="*/ 20050 w 46386"/>
                <a:gd name="connsiteY25" fmla="*/ 45672 h 53911"/>
                <a:gd name="connsiteX26" fmla="*/ 28623 w 46386"/>
                <a:gd name="connsiteY26" fmla="*/ 43386 h 53911"/>
                <a:gd name="connsiteX27" fmla="*/ 34909 w 46386"/>
                <a:gd name="connsiteY27" fmla="*/ 37767 h 53911"/>
                <a:gd name="connsiteX28" fmla="*/ 34909 w 46386"/>
                <a:gd name="connsiteY28" fmla="*/ 28289 h 53911"/>
                <a:gd name="connsiteX29" fmla="*/ 16859 w 46386"/>
                <a:gd name="connsiteY29" fmla="*/ 30623 h 53911"/>
                <a:gd name="connsiteX30" fmla="*/ 11525 w 46386"/>
                <a:gd name="connsiteY30" fmla="*/ 38052 h 53911"/>
                <a:gd name="connsiteX31" fmla="*/ 13811 w 46386"/>
                <a:gd name="connsiteY31" fmla="*/ 43672 h 53911"/>
                <a:gd name="connsiteX32" fmla="*/ 20098 w 46386"/>
                <a:gd name="connsiteY32" fmla="*/ 45672 h 53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386" h="53911">
                  <a:moveTo>
                    <a:pt x="16574" y="53864"/>
                  </a:moveTo>
                  <a:cubicBezTo>
                    <a:pt x="13573" y="53864"/>
                    <a:pt x="10811" y="53292"/>
                    <a:pt x="8334" y="52197"/>
                  </a:cubicBezTo>
                  <a:cubicBezTo>
                    <a:pt x="5810" y="51054"/>
                    <a:pt x="3810" y="49387"/>
                    <a:pt x="2286" y="47101"/>
                  </a:cubicBezTo>
                  <a:cubicBezTo>
                    <a:pt x="762" y="44863"/>
                    <a:pt x="0" y="42005"/>
                    <a:pt x="0" y="38624"/>
                  </a:cubicBezTo>
                  <a:cubicBezTo>
                    <a:pt x="0" y="33861"/>
                    <a:pt x="1429" y="30289"/>
                    <a:pt x="4334" y="27861"/>
                  </a:cubicBezTo>
                  <a:cubicBezTo>
                    <a:pt x="7239" y="25432"/>
                    <a:pt x="11335" y="23765"/>
                    <a:pt x="16574" y="22908"/>
                  </a:cubicBezTo>
                  <a:cubicBezTo>
                    <a:pt x="21812" y="22050"/>
                    <a:pt x="28004" y="21526"/>
                    <a:pt x="35052" y="21431"/>
                  </a:cubicBezTo>
                  <a:lnTo>
                    <a:pt x="35052" y="18240"/>
                  </a:lnTo>
                  <a:cubicBezTo>
                    <a:pt x="35052" y="14335"/>
                    <a:pt x="34100" y="11668"/>
                    <a:pt x="32147" y="10239"/>
                  </a:cubicBezTo>
                  <a:cubicBezTo>
                    <a:pt x="30242" y="8763"/>
                    <a:pt x="27765" y="8049"/>
                    <a:pt x="24813" y="8049"/>
                  </a:cubicBezTo>
                  <a:cubicBezTo>
                    <a:pt x="21622" y="8049"/>
                    <a:pt x="18955" y="8811"/>
                    <a:pt x="16812" y="10382"/>
                  </a:cubicBezTo>
                  <a:cubicBezTo>
                    <a:pt x="14669" y="11954"/>
                    <a:pt x="13621" y="14478"/>
                    <a:pt x="13621" y="17907"/>
                  </a:cubicBezTo>
                  <a:lnTo>
                    <a:pt x="2667" y="17907"/>
                  </a:lnTo>
                  <a:cubicBezTo>
                    <a:pt x="2667" y="13573"/>
                    <a:pt x="3620" y="10096"/>
                    <a:pt x="5477" y="7477"/>
                  </a:cubicBezTo>
                  <a:cubicBezTo>
                    <a:pt x="7334" y="4858"/>
                    <a:pt x="9954" y="2953"/>
                    <a:pt x="13287" y="1762"/>
                  </a:cubicBezTo>
                  <a:cubicBezTo>
                    <a:pt x="16621" y="571"/>
                    <a:pt x="20479" y="0"/>
                    <a:pt x="24860" y="0"/>
                  </a:cubicBezTo>
                  <a:cubicBezTo>
                    <a:pt x="27813" y="0"/>
                    <a:pt x="30623" y="286"/>
                    <a:pt x="33195" y="810"/>
                  </a:cubicBezTo>
                  <a:cubicBezTo>
                    <a:pt x="35814" y="1333"/>
                    <a:pt x="38100" y="2286"/>
                    <a:pt x="40053" y="3619"/>
                  </a:cubicBezTo>
                  <a:cubicBezTo>
                    <a:pt x="42053" y="4953"/>
                    <a:pt x="43577" y="6810"/>
                    <a:pt x="44720" y="9144"/>
                  </a:cubicBezTo>
                  <a:cubicBezTo>
                    <a:pt x="45863" y="11478"/>
                    <a:pt x="46387" y="14478"/>
                    <a:pt x="46387" y="18097"/>
                  </a:cubicBezTo>
                  <a:lnTo>
                    <a:pt x="46387" y="53007"/>
                  </a:lnTo>
                  <a:lnTo>
                    <a:pt x="35576" y="53007"/>
                  </a:lnTo>
                  <a:lnTo>
                    <a:pt x="35147" y="45672"/>
                  </a:lnTo>
                  <a:cubicBezTo>
                    <a:pt x="32861" y="48244"/>
                    <a:pt x="30194" y="50244"/>
                    <a:pt x="27146" y="51721"/>
                  </a:cubicBezTo>
                  <a:cubicBezTo>
                    <a:pt x="24098" y="53197"/>
                    <a:pt x="20574" y="53911"/>
                    <a:pt x="16574" y="53911"/>
                  </a:cubicBezTo>
                  <a:close/>
                  <a:moveTo>
                    <a:pt x="20050" y="45672"/>
                  </a:moveTo>
                  <a:cubicBezTo>
                    <a:pt x="23193" y="45672"/>
                    <a:pt x="26051" y="44910"/>
                    <a:pt x="28623" y="43386"/>
                  </a:cubicBezTo>
                  <a:cubicBezTo>
                    <a:pt x="31194" y="41862"/>
                    <a:pt x="33290" y="40005"/>
                    <a:pt x="34909" y="37767"/>
                  </a:cubicBezTo>
                  <a:lnTo>
                    <a:pt x="34909" y="28289"/>
                  </a:lnTo>
                  <a:cubicBezTo>
                    <a:pt x="26432" y="28289"/>
                    <a:pt x="20384" y="29099"/>
                    <a:pt x="16859" y="30623"/>
                  </a:cubicBezTo>
                  <a:cubicBezTo>
                    <a:pt x="13287" y="32147"/>
                    <a:pt x="11525" y="34623"/>
                    <a:pt x="11525" y="38052"/>
                  </a:cubicBezTo>
                  <a:cubicBezTo>
                    <a:pt x="11525" y="40481"/>
                    <a:pt x="12287" y="42339"/>
                    <a:pt x="13811" y="43672"/>
                  </a:cubicBezTo>
                  <a:cubicBezTo>
                    <a:pt x="15335" y="45006"/>
                    <a:pt x="17431" y="45672"/>
                    <a:pt x="20098" y="45672"/>
                  </a:cubicBezTo>
                  <a:close/>
                </a:path>
              </a:pathLst>
            </a:custGeom>
            <a:solidFill>
              <a:srgbClr val="FFFFFF"/>
            </a:solidFill>
            <a:ln w="4763" cap="flat">
              <a:noFill/>
              <a:prstDash val="solid"/>
              <a:miter/>
            </a:ln>
          </p:spPr>
          <p:txBody>
            <a:bodyPr rtlCol="0" anchor="ctr"/>
            <a:lstStyle/>
            <a:p>
              <a:endParaRPr lang="en-AU"/>
            </a:p>
          </p:txBody>
        </p:sp>
        <p:sp>
          <p:nvSpPr>
            <p:cNvPr id="11" name="Freeform: Shape 10">
              <a:extLst>
                <a:ext uri="{FF2B5EF4-FFF2-40B4-BE49-F238E27FC236}">
                  <a16:creationId xmlns:a16="http://schemas.microsoft.com/office/drawing/2014/main" id="{CBDA428A-90C4-230A-0527-25514EA10CA3}"/>
                </a:ext>
              </a:extLst>
            </p:cNvPr>
            <p:cNvSpPr/>
            <p:nvPr/>
          </p:nvSpPr>
          <p:spPr>
            <a:xfrm>
              <a:off x="245459" y="668226"/>
              <a:ext cx="44195" cy="53959"/>
            </a:xfrm>
            <a:custGeom>
              <a:avLst/>
              <a:gdLst>
                <a:gd name="connsiteX0" fmla="*/ 22527 w 44195"/>
                <a:gd name="connsiteY0" fmla="*/ 53959 h 53959"/>
                <a:gd name="connsiteX1" fmla="*/ 14097 w 44195"/>
                <a:gd name="connsiteY1" fmla="*/ 53102 h 53959"/>
                <a:gd name="connsiteX2" fmla="*/ 6906 w 44195"/>
                <a:gd name="connsiteY2" fmla="*/ 50197 h 53959"/>
                <a:gd name="connsiteX3" fmla="*/ 1857 w 44195"/>
                <a:gd name="connsiteY3" fmla="*/ 44815 h 53959"/>
                <a:gd name="connsiteX4" fmla="*/ 0 w 44195"/>
                <a:gd name="connsiteY4" fmla="*/ 36528 h 53959"/>
                <a:gd name="connsiteX5" fmla="*/ 10906 w 44195"/>
                <a:gd name="connsiteY5" fmla="*/ 36528 h 53959"/>
                <a:gd name="connsiteX6" fmla="*/ 14335 w 44195"/>
                <a:gd name="connsiteY6" fmla="*/ 43863 h 53959"/>
                <a:gd name="connsiteX7" fmla="*/ 22622 w 44195"/>
                <a:gd name="connsiteY7" fmla="*/ 45958 h 53959"/>
                <a:gd name="connsiteX8" fmla="*/ 30004 w 44195"/>
                <a:gd name="connsiteY8" fmla="*/ 44339 h 53959"/>
                <a:gd name="connsiteX9" fmla="*/ 32766 w 44195"/>
                <a:gd name="connsiteY9" fmla="*/ 38910 h 53959"/>
                <a:gd name="connsiteX10" fmla="*/ 29956 w 44195"/>
                <a:gd name="connsiteY10" fmla="*/ 33861 h 53959"/>
                <a:gd name="connsiteX11" fmla="*/ 20050 w 44195"/>
                <a:gd name="connsiteY11" fmla="*/ 30623 h 53959"/>
                <a:gd name="connsiteX12" fmla="*/ 9954 w 44195"/>
                <a:gd name="connsiteY12" fmla="*/ 27289 h 53959"/>
                <a:gd name="connsiteX13" fmla="*/ 3429 w 44195"/>
                <a:gd name="connsiteY13" fmla="*/ 22336 h 53959"/>
                <a:gd name="connsiteX14" fmla="*/ 1143 w 44195"/>
                <a:gd name="connsiteY14" fmla="*/ 14430 h 53959"/>
                <a:gd name="connsiteX15" fmla="*/ 2810 w 44195"/>
                <a:gd name="connsiteY15" fmla="*/ 7953 h 53959"/>
                <a:gd name="connsiteX16" fmla="*/ 7382 w 44195"/>
                <a:gd name="connsiteY16" fmla="*/ 3477 h 53959"/>
                <a:gd name="connsiteX17" fmla="*/ 14002 w 44195"/>
                <a:gd name="connsiteY17" fmla="*/ 857 h 53959"/>
                <a:gd name="connsiteX18" fmla="*/ 21907 w 44195"/>
                <a:gd name="connsiteY18" fmla="*/ 0 h 53959"/>
                <a:gd name="connsiteX19" fmla="*/ 29670 w 44195"/>
                <a:gd name="connsiteY19" fmla="*/ 905 h 53959"/>
                <a:gd name="connsiteX20" fmla="*/ 36338 w 44195"/>
                <a:gd name="connsiteY20" fmla="*/ 3762 h 53959"/>
                <a:gd name="connsiteX21" fmla="*/ 41005 w 44195"/>
                <a:gd name="connsiteY21" fmla="*/ 8954 h 53959"/>
                <a:gd name="connsiteX22" fmla="*/ 42720 w 44195"/>
                <a:gd name="connsiteY22" fmla="*/ 16812 h 53959"/>
                <a:gd name="connsiteX23" fmla="*/ 31861 w 44195"/>
                <a:gd name="connsiteY23" fmla="*/ 16812 h 53959"/>
                <a:gd name="connsiteX24" fmla="*/ 28908 w 44195"/>
                <a:gd name="connsiteY24" fmla="*/ 10096 h 53959"/>
                <a:gd name="connsiteX25" fmla="*/ 21907 w 44195"/>
                <a:gd name="connsiteY25" fmla="*/ 8144 h 53959"/>
                <a:gd name="connsiteX26" fmla="*/ 15097 w 44195"/>
                <a:gd name="connsiteY26" fmla="*/ 9525 h 53959"/>
                <a:gd name="connsiteX27" fmla="*/ 12573 w 44195"/>
                <a:gd name="connsiteY27" fmla="*/ 14002 h 53959"/>
                <a:gd name="connsiteX28" fmla="*/ 13906 w 44195"/>
                <a:gd name="connsiteY28" fmla="*/ 17002 h 53959"/>
                <a:gd name="connsiteX29" fmla="*/ 18288 w 44195"/>
                <a:gd name="connsiteY29" fmla="*/ 19288 h 53959"/>
                <a:gd name="connsiteX30" fmla="*/ 26384 w 44195"/>
                <a:gd name="connsiteY30" fmla="*/ 21527 h 53959"/>
                <a:gd name="connsiteX31" fmla="*/ 35862 w 44195"/>
                <a:gd name="connsiteY31" fmla="*/ 24717 h 53959"/>
                <a:gd name="connsiteX32" fmla="*/ 42053 w 44195"/>
                <a:gd name="connsiteY32" fmla="*/ 29670 h 53959"/>
                <a:gd name="connsiteX33" fmla="*/ 44196 w 44195"/>
                <a:gd name="connsiteY33" fmla="*/ 37671 h 53959"/>
                <a:gd name="connsiteX34" fmla="*/ 42481 w 44195"/>
                <a:gd name="connsiteY34" fmla="*/ 45148 h 53959"/>
                <a:gd name="connsiteX35" fmla="*/ 37767 w 44195"/>
                <a:gd name="connsiteY35" fmla="*/ 50197 h 53959"/>
                <a:gd name="connsiteX36" fmla="*/ 30861 w 44195"/>
                <a:gd name="connsiteY36" fmla="*/ 53054 h 53959"/>
                <a:gd name="connsiteX37" fmla="*/ 22527 w 44195"/>
                <a:gd name="connsiteY37" fmla="*/ 53959 h 53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44195" h="53959">
                  <a:moveTo>
                    <a:pt x="22527" y="53959"/>
                  </a:moveTo>
                  <a:cubicBezTo>
                    <a:pt x="19621" y="53959"/>
                    <a:pt x="16812" y="53673"/>
                    <a:pt x="14097" y="53102"/>
                  </a:cubicBezTo>
                  <a:cubicBezTo>
                    <a:pt x="11430" y="52530"/>
                    <a:pt x="9001" y="51530"/>
                    <a:pt x="6906" y="50197"/>
                  </a:cubicBezTo>
                  <a:cubicBezTo>
                    <a:pt x="4810" y="48863"/>
                    <a:pt x="3096" y="47054"/>
                    <a:pt x="1857" y="44815"/>
                  </a:cubicBezTo>
                  <a:cubicBezTo>
                    <a:pt x="619" y="42577"/>
                    <a:pt x="0" y="39815"/>
                    <a:pt x="0" y="36528"/>
                  </a:cubicBezTo>
                  <a:lnTo>
                    <a:pt x="10906" y="36528"/>
                  </a:lnTo>
                  <a:cubicBezTo>
                    <a:pt x="10906" y="40005"/>
                    <a:pt x="12049" y="42481"/>
                    <a:pt x="14335" y="43863"/>
                  </a:cubicBezTo>
                  <a:cubicBezTo>
                    <a:pt x="16621" y="45244"/>
                    <a:pt x="19383" y="45958"/>
                    <a:pt x="22622" y="45958"/>
                  </a:cubicBezTo>
                  <a:cubicBezTo>
                    <a:pt x="25670" y="45958"/>
                    <a:pt x="28146" y="45434"/>
                    <a:pt x="30004" y="44339"/>
                  </a:cubicBezTo>
                  <a:cubicBezTo>
                    <a:pt x="31861" y="43244"/>
                    <a:pt x="32766" y="41434"/>
                    <a:pt x="32766" y="38910"/>
                  </a:cubicBezTo>
                  <a:cubicBezTo>
                    <a:pt x="32766" y="36671"/>
                    <a:pt x="31814" y="35004"/>
                    <a:pt x="29956" y="33861"/>
                  </a:cubicBezTo>
                  <a:cubicBezTo>
                    <a:pt x="28051" y="32766"/>
                    <a:pt x="24765" y="31671"/>
                    <a:pt x="20050" y="30623"/>
                  </a:cubicBezTo>
                  <a:cubicBezTo>
                    <a:pt x="16145" y="29670"/>
                    <a:pt x="12811" y="28575"/>
                    <a:pt x="9954" y="27289"/>
                  </a:cubicBezTo>
                  <a:cubicBezTo>
                    <a:pt x="7096" y="26003"/>
                    <a:pt x="4953" y="24384"/>
                    <a:pt x="3429" y="22336"/>
                  </a:cubicBezTo>
                  <a:cubicBezTo>
                    <a:pt x="1905" y="20288"/>
                    <a:pt x="1143" y="17669"/>
                    <a:pt x="1143" y="14430"/>
                  </a:cubicBezTo>
                  <a:cubicBezTo>
                    <a:pt x="1143" y="11954"/>
                    <a:pt x="1715" y="9763"/>
                    <a:pt x="2810" y="7953"/>
                  </a:cubicBezTo>
                  <a:cubicBezTo>
                    <a:pt x="3905" y="6144"/>
                    <a:pt x="5477" y="4620"/>
                    <a:pt x="7382" y="3477"/>
                  </a:cubicBezTo>
                  <a:cubicBezTo>
                    <a:pt x="9287" y="2286"/>
                    <a:pt x="11525" y="1429"/>
                    <a:pt x="14002" y="857"/>
                  </a:cubicBezTo>
                  <a:cubicBezTo>
                    <a:pt x="16478" y="286"/>
                    <a:pt x="19145" y="0"/>
                    <a:pt x="21907" y="0"/>
                  </a:cubicBezTo>
                  <a:cubicBezTo>
                    <a:pt x="24670" y="0"/>
                    <a:pt x="27146" y="286"/>
                    <a:pt x="29670" y="905"/>
                  </a:cubicBezTo>
                  <a:cubicBezTo>
                    <a:pt x="32147" y="1476"/>
                    <a:pt x="34385" y="2429"/>
                    <a:pt x="36338" y="3762"/>
                  </a:cubicBezTo>
                  <a:cubicBezTo>
                    <a:pt x="38291" y="5096"/>
                    <a:pt x="39862" y="6810"/>
                    <a:pt x="41005" y="8954"/>
                  </a:cubicBezTo>
                  <a:cubicBezTo>
                    <a:pt x="42148" y="11097"/>
                    <a:pt x="42720" y="13716"/>
                    <a:pt x="42720" y="16812"/>
                  </a:cubicBezTo>
                  <a:lnTo>
                    <a:pt x="31861" y="16812"/>
                  </a:lnTo>
                  <a:cubicBezTo>
                    <a:pt x="31861" y="13621"/>
                    <a:pt x="30861" y="11382"/>
                    <a:pt x="28908" y="10096"/>
                  </a:cubicBezTo>
                  <a:cubicBezTo>
                    <a:pt x="26956" y="8811"/>
                    <a:pt x="24622" y="8144"/>
                    <a:pt x="21907" y="8144"/>
                  </a:cubicBezTo>
                  <a:cubicBezTo>
                    <a:pt x="19050" y="8144"/>
                    <a:pt x="16764" y="8620"/>
                    <a:pt x="15097" y="9525"/>
                  </a:cubicBezTo>
                  <a:cubicBezTo>
                    <a:pt x="13430" y="10430"/>
                    <a:pt x="12573" y="11954"/>
                    <a:pt x="12573" y="14002"/>
                  </a:cubicBezTo>
                  <a:cubicBezTo>
                    <a:pt x="12573" y="15192"/>
                    <a:pt x="13002" y="16193"/>
                    <a:pt x="13906" y="17002"/>
                  </a:cubicBezTo>
                  <a:cubicBezTo>
                    <a:pt x="14811" y="17812"/>
                    <a:pt x="16240" y="18621"/>
                    <a:pt x="18288" y="19288"/>
                  </a:cubicBezTo>
                  <a:cubicBezTo>
                    <a:pt x="20288" y="20002"/>
                    <a:pt x="23003" y="20717"/>
                    <a:pt x="26384" y="21527"/>
                  </a:cubicBezTo>
                  <a:cubicBezTo>
                    <a:pt x="30004" y="22384"/>
                    <a:pt x="33195" y="23431"/>
                    <a:pt x="35862" y="24717"/>
                  </a:cubicBezTo>
                  <a:cubicBezTo>
                    <a:pt x="38529" y="26003"/>
                    <a:pt x="40577" y="27623"/>
                    <a:pt x="42053" y="29670"/>
                  </a:cubicBezTo>
                  <a:cubicBezTo>
                    <a:pt x="43529" y="31718"/>
                    <a:pt x="44196" y="34385"/>
                    <a:pt x="44196" y="37671"/>
                  </a:cubicBezTo>
                  <a:cubicBezTo>
                    <a:pt x="44196" y="40577"/>
                    <a:pt x="43625" y="43101"/>
                    <a:pt x="42481" y="45148"/>
                  </a:cubicBezTo>
                  <a:cubicBezTo>
                    <a:pt x="41339" y="47196"/>
                    <a:pt x="39767" y="48911"/>
                    <a:pt x="37767" y="50197"/>
                  </a:cubicBezTo>
                  <a:cubicBezTo>
                    <a:pt x="35766" y="51483"/>
                    <a:pt x="33480" y="52435"/>
                    <a:pt x="30861" y="53054"/>
                  </a:cubicBezTo>
                  <a:cubicBezTo>
                    <a:pt x="28242" y="53673"/>
                    <a:pt x="25479" y="53959"/>
                    <a:pt x="22527" y="53959"/>
                  </a:cubicBezTo>
                  <a:close/>
                </a:path>
              </a:pathLst>
            </a:custGeom>
            <a:solidFill>
              <a:srgbClr val="FFFFFF"/>
            </a:solidFill>
            <a:ln w="4763" cap="flat">
              <a:noFill/>
              <a:prstDash val="solid"/>
              <a:miter/>
            </a:ln>
          </p:spPr>
          <p:txBody>
            <a:bodyPr rtlCol="0" anchor="ctr"/>
            <a:lstStyle/>
            <a:p>
              <a:endParaRPr lang="en-AU"/>
            </a:p>
          </p:txBody>
        </p:sp>
        <p:sp>
          <p:nvSpPr>
            <p:cNvPr id="12" name="Freeform: Shape 11">
              <a:extLst>
                <a:ext uri="{FF2B5EF4-FFF2-40B4-BE49-F238E27FC236}">
                  <a16:creationId xmlns:a16="http://schemas.microsoft.com/office/drawing/2014/main" id="{9070D6DC-89E7-A430-3F70-7BAA6C390243}"/>
                </a:ext>
              </a:extLst>
            </p:cNvPr>
            <p:cNvSpPr/>
            <p:nvPr/>
          </p:nvSpPr>
          <p:spPr>
            <a:xfrm>
              <a:off x="299466" y="668274"/>
              <a:ext cx="48291" cy="53863"/>
            </a:xfrm>
            <a:custGeom>
              <a:avLst/>
              <a:gdLst>
                <a:gd name="connsiteX0" fmla="*/ 25146 w 48291"/>
                <a:gd name="connsiteY0" fmla="*/ 53769 h 53863"/>
                <a:gd name="connsiteX1" fmla="*/ 12240 w 48291"/>
                <a:gd name="connsiteY1" fmla="*/ 50911 h 53863"/>
                <a:gd name="connsiteX2" fmla="*/ 3286 w 48291"/>
                <a:gd name="connsiteY2" fmla="*/ 42100 h 53863"/>
                <a:gd name="connsiteX3" fmla="*/ 0 w 48291"/>
                <a:gd name="connsiteY3" fmla="*/ 27099 h 53863"/>
                <a:gd name="connsiteX4" fmla="*/ 3191 w 48291"/>
                <a:gd name="connsiteY4" fmla="*/ 11954 h 53863"/>
                <a:gd name="connsiteX5" fmla="*/ 12002 w 48291"/>
                <a:gd name="connsiteY5" fmla="*/ 2953 h 53863"/>
                <a:gd name="connsiteX6" fmla="*/ 25146 w 48291"/>
                <a:gd name="connsiteY6" fmla="*/ 0 h 53863"/>
                <a:gd name="connsiteX7" fmla="*/ 36528 w 48291"/>
                <a:gd name="connsiteY7" fmla="*/ 2095 h 53863"/>
                <a:gd name="connsiteX8" fmla="*/ 44625 w 48291"/>
                <a:gd name="connsiteY8" fmla="*/ 8334 h 53863"/>
                <a:gd name="connsiteX9" fmla="*/ 47815 w 48291"/>
                <a:gd name="connsiteY9" fmla="*/ 18859 h 53863"/>
                <a:gd name="connsiteX10" fmla="*/ 36528 w 48291"/>
                <a:gd name="connsiteY10" fmla="*/ 18859 h 53863"/>
                <a:gd name="connsiteX11" fmla="*/ 33337 w 48291"/>
                <a:gd name="connsiteY11" fmla="*/ 11716 h 53863"/>
                <a:gd name="connsiteX12" fmla="*/ 25241 w 48291"/>
                <a:gd name="connsiteY12" fmla="*/ 9096 h 53863"/>
                <a:gd name="connsiteX13" fmla="*/ 15097 w 48291"/>
                <a:gd name="connsiteY13" fmla="*/ 13811 h 53863"/>
                <a:gd name="connsiteX14" fmla="*/ 11859 w 48291"/>
                <a:gd name="connsiteY14" fmla="*/ 27099 h 53863"/>
                <a:gd name="connsiteX15" fmla="*/ 13287 w 48291"/>
                <a:gd name="connsiteY15" fmla="*/ 36624 h 53863"/>
                <a:gd name="connsiteX16" fmla="*/ 17716 w 48291"/>
                <a:gd name="connsiteY16" fmla="*/ 42672 h 53863"/>
                <a:gd name="connsiteX17" fmla="*/ 25289 w 48291"/>
                <a:gd name="connsiteY17" fmla="*/ 44767 h 53863"/>
                <a:gd name="connsiteX18" fmla="*/ 33671 w 48291"/>
                <a:gd name="connsiteY18" fmla="*/ 42005 h 53863"/>
                <a:gd name="connsiteX19" fmla="*/ 37005 w 48291"/>
                <a:gd name="connsiteY19" fmla="*/ 34004 h 53863"/>
                <a:gd name="connsiteX20" fmla="*/ 48292 w 48291"/>
                <a:gd name="connsiteY20" fmla="*/ 34004 h 53863"/>
                <a:gd name="connsiteX21" fmla="*/ 45101 w 48291"/>
                <a:gd name="connsiteY21" fmla="*/ 44958 h 53863"/>
                <a:gd name="connsiteX22" fmla="*/ 36909 w 48291"/>
                <a:gd name="connsiteY22" fmla="*/ 51625 h 53863"/>
                <a:gd name="connsiteX23" fmla="*/ 25241 w 48291"/>
                <a:gd name="connsiteY23" fmla="*/ 53864 h 53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8291" h="53863">
                  <a:moveTo>
                    <a:pt x="25146" y="53769"/>
                  </a:moveTo>
                  <a:cubicBezTo>
                    <a:pt x="20336" y="53769"/>
                    <a:pt x="16050" y="52816"/>
                    <a:pt x="12240" y="50911"/>
                  </a:cubicBezTo>
                  <a:cubicBezTo>
                    <a:pt x="8477" y="49006"/>
                    <a:pt x="5477" y="46053"/>
                    <a:pt x="3286" y="42100"/>
                  </a:cubicBezTo>
                  <a:cubicBezTo>
                    <a:pt x="1095" y="38148"/>
                    <a:pt x="0" y="33147"/>
                    <a:pt x="0" y="27099"/>
                  </a:cubicBezTo>
                  <a:cubicBezTo>
                    <a:pt x="0" y="21050"/>
                    <a:pt x="1048" y="15954"/>
                    <a:pt x="3191" y="11954"/>
                  </a:cubicBezTo>
                  <a:cubicBezTo>
                    <a:pt x="5334" y="7953"/>
                    <a:pt x="8239" y="4953"/>
                    <a:pt x="12002" y="2953"/>
                  </a:cubicBezTo>
                  <a:cubicBezTo>
                    <a:pt x="15764" y="952"/>
                    <a:pt x="20145" y="0"/>
                    <a:pt x="25146" y="0"/>
                  </a:cubicBezTo>
                  <a:cubicBezTo>
                    <a:pt x="29337" y="0"/>
                    <a:pt x="33147" y="714"/>
                    <a:pt x="36528" y="2095"/>
                  </a:cubicBezTo>
                  <a:cubicBezTo>
                    <a:pt x="39910" y="3477"/>
                    <a:pt x="42624" y="5572"/>
                    <a:pt x="44625" y="8334"/>
                  </a:cubicBezTo>
                  <a:cubicBezTo>
                    <a:pt x="46625" y="11097"/>
                    <a:pt x="47720" y="14621"/>
                    <a:pt x="47815" y="18859"/>
                  </a:cubicBezTo>
                  <a:lnTo>
                    <a:pt x="36528" y="18859"/>
                  </a:lnTo>
                  <a:cubicBezTo>
                    <a:pt x="36338" y="15811"/>
                    <a:pt x="35290" y="13430"/>
                    <a:pt x="33337" y="11716"/>
                  </a:cubicBezTo>
                  <a:cubicBezTo>
                    <a:pt x="31385" y="9954"/>
                    <a:pt x="28670" y="9096"/>
                    <a:pt x="25241" y="9096"/>
                  </a:cubicBezTo>
                  <a:cubicBezTo>
                    <a:pt x="20622" y="9096"/>
                    <a:pt x="17240" y="10668"/>
                    <a:pt x="15097" y="13811"/>
                  </a:cubicBezTo>
                  <a:cubicBezTo>
                    <a:pt x="12906" y="16954"/>
                    <a:pt x="11859" y="21384"/>
                    <a:pt x="11859" y="27099"/>
                  </a:cubicBezTo>
                  <a:cubicBezTo>
                    <a:pt x="11859" y="30813"/>
                    <a:pt x="12335" y="33957"/>
                    <a:pt x="13287" y="36624"/>
                  </a:cubicBezTo>
                  <a:cubicBezTo>
                    <a:pt x="14240" y="39243"/>
                    <a:pt x="15716" y="41291"/>
                    <a:pt x="17716" y="42672"/>
                  </a:cubicBezTo>
                  <a:cubicBezTo>
                    <a:pt x="19717" y="44053"/>
                    <a:pt x="22193" y="44767"/>
                    <a:pt x="25289" y="44767"/>
                  </a:cubicBezTo>
                  <a:cubicBezTo>
                    <a:pt x="28765" y="44767"/>
                    <a:pt x="31575" y="43863"/>
                    <a:pt x="33671" y="42005"/>
                  </a:cubicBezTo>
                  <a:cubicBezTo>
                    <a:pt x="35766" y="40148"/>
                    <a:pt x="36862" y="37481"/>
                    <a:pt x="37005" y="34004"/>
                  </a:cubicBezTo>
                  <a:lnTo>
                    <a:pt x="48292" y="34004"/>
                  </a:lnTo>
                  <a:cubicBezTo>
                    <a:pt x="48196" y="38338"/>
                    <a:pt x="47101" y="42005"/>
                    <a:pt x="45101" y="44958"/>
                  </a:cubicBezTo>
                  <a:cubicBezTo>
                    <a:pt x="43053" y="47911"/>
                    <a:pt x="40338" y="50149"/>
                    <a:pt x="36909" y="51625"/>
                  </a:cubicBezTo>
                  <a:cubicBezTo>
                    <a:pt x="33480" y="53102"/>
                    <a:pt x="29575" y="53864"/>
                    <a:pt x="25241" y="53864"/>
                  </a:cubicBezTo>
                  <a:close/>
                </a:path>
              </a:pathLst>
            </a:custGeom>
            <a:solidFill>
              <a:srgbClr val="FFFFFF"/>
            </a:solidFill>
            <a:ln w="4763" cap="flat">
              <a:noFill/>
              <a:prstDash val="solid"/>
              <a:miter/>
            </a:ln>
          </p:spPr>
          <p:txBody>
            <a:bodyPr rtlCol="0" anchor="ctr"/>
            <a:lstStyle/>
            <a:p>
              <a:endParaRPr lang="en-AU"/>
            </a:p>
          </p:txBody>
        </p:sp>
        <p:sp>
          <p:nvSpPr>
            <p:cNvPr id="13" name="Freeform: Shape 12">
              <a:extLst>
                <a:ext uri="{FF2B5EF4-FFF2-40B4-BE49-F238E27FC236}">
                  <a16:creationId xmlns:a16="http://schemas.microsoft.com/office/drawing/2014/main" id="{E6B751B1-5F98-5F8D-129A-77A108CEE46E}"/>
                </a:ext>
              </a:extLst>
            </p:cNvPr>
            <p:cNvSpPr/>
            <p:nvPr/>
          </p:nvSpPr>
          <p:spPr>
            <a:xfrm>
              <a:off x="358330" y="668274"/>
              <a:ext cx="48672" cy="53911"/>
            </a:xfrm>
            <a:custGeom>
              <a:avLst/>
              <a:gdLst>
                <a:gd name="connsiteX0" fmla="*/ 25575 w 48672"/>
                <a:gd name="connsiteY0" fmla="*/ 53911 h 53911"/>
                <a:gd name="connsiteX1" fmla="*/ 11335 w 48672"/>
                <a:gd name="connsiteY1" fmla="*/ 50530 h 53911"/>
                <a:gd name="connsiteX2" fmla="*/ 2810 w 48672"/>
                <a:gd name="connsiteY2" fmla="*/ 41005 h 53911"/>
                <a:gd name="connsiteX3" fmla="*/ 0 w 48672"/>
                <a:gd name="connsiteY3" fmla="*/ 26813 h 53911"/>
                <a:gd name="connsiteX4" fmla="*/ 2762 w 48672"/>
                <a:gd name="connsiteY4" fmla="*/ 12668 h 53911"/>
                <a:gd name="connsiteX5" fmla="*/ 11001 w 48672"/>
                <a:gd name="connsiteY5" fmla="*/ 3334 h 53911"/>
                <a:gd name="connsiteX6" fmla="*/ 24717 w 48672"/>
                <a:gd name="connsiteY6" fmla="*/ 0 h 53911"/>
                <a:gd name="connsiteX7" fmla="*/ 42243 w 48672"/>
                <a:gd name="connsiteY7" fmla="*/ 6620 h 53911"/>
                <a:gd name="connsiteX8" fmla="*/ 48673 w 48672"/>
                <a:gd name="connsiteY8" fmla="*/ 25527 h 53911"/>
                <a:gd name="connsiteX9" fmla="*/ 48578 w 48672"/>
                <a:gd name="connsiteY9" fmla="*/ 27384 h 53911"/>
                <a:gd name="connsiteX10" fmla="*/ 48387 w 48672"/>
                <a:gd name="connsiteY10" fmla="*/ 28956 h 53911"/>
                <a:gd name="connsiteX11" fmla="*/ 11573 w 48672"/>
                <a:gd name="connsiteY11" fmla="*/ 28956 h 53911"/>
                <a:gd name="connsiteX12" fmla="*/ 13049 w 48672"/>
                <a:gd name="connsiteY12" fmla="*/ 37100 h 53911"/>
                <a:gd name="connsiteX13" fmla="*/ 17574 w 48672"/>
                <a:gd name="connsiteY13" fmla="*/ 43053 h 53911"/>
                <a:gd name="connsiteX14" fmla="*/ 25670 w 48672"/>
                <a:gd name="connsiteY14" fmla="*/ 45291 h 53911"/>
                <a:gd name="connsiteX15" fmla="*/ 34052 w 48672"/>
                <a:gd name="connsiteY15" fmla="*/ 42910 h 53911"/>
                <a:gd name="connsiteX16" fmla="*/ 37243 w 48672"/>
                <a:gd name="connsiteY16" fmla="*/ 35862 h 53911"/>
                <a:gd name="connsiteX17" fmla="*/ 48625 w 48672"/>
                <a:gd name="connsiteY17" fmla="*/ 35862 h 53911"/>
                <a:gd name="connsiteX18" fmla="*/ 45482 w 48672"/>
                <a:gd name="connsiteY18" fmla="*/ 45672 h 53911"/>
                <a:gd name="connsiteX19" fmla="*/ 37576 w 48672"/>
                <a:gd name="connsiteY19" fmla="*/ 51816 h 53911"/>
                <a:gd name="connsiteX20" fmla="*/ 25622 w 48672"/>
                <a:gd name="connsiteY20" fmla="*/ 53911 h 53911"/>
                <a:gd name="connsiteX21" fmla="*/ 11621 w 48672"/>
                <a:gd name="connsiteY21" fmla="*/ 21241 h 53911"/>
                <a:gd name="connsiteX22" fmla="*/ 37100 w 48672"/>
                <a:gd name="connsiteY22" fmla="*/ 21241 h 53911"/>
                <a:gd name="connsiteX23" fmla="*/ 33576 w 48672"/>
                <a:gd name="connsiteY23" fmla="*/ 11668 h 53911"/>
                <a:gd name="connsiteX24" fmla="*/ 24622 w 48672"/>
                <a:gd name="connsiteY24" fmla="*/ 8382 h 53911"/>
                <a:gd name="connsiteX25" fmla="*/ 15478 w 48672"/>
                <a:gd name="connsiteY25" fmla="*/ 11716 h 53911"/>
                <a:gd name="connsiteX26" fmla="*/ 11621 w 48672"/>
                <a:gd name="connsiteY26" fmla="*/ 21288 h 53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8672" h="53911">
                  <a:moveTo>
                    <a:pt x="25575" y="53911"/>
                  </a:moveTo>
                  <a:cubicBezTo>
                    <a:pt x="19860" y="53911"/>
                    <a:pt x="15145" y="52768"/>
                    <a:pt x="11335" y="50530"/>
                  </a:cubicBezTo>
                  <a:cubicBezTo>
                    <a:pt x="7525" y="48244"/>
                    <a:pt x="4715" y="45101"/>
                    <a:pt x="2810" y="41005"/>
                  </a:cubicBezTo>
                  <a:cubicBezTo>
                    <a:pt x="905" y="36909"/>
                    <a:pt x="0" y="32194"/>
                    <a:pt x="0" y="26813"/>
                  </a:cubicBezTo>
                  <a:cubicBezTo>
                    <a:pt x="0" y="21431"/>
                    <a:pt x="905" y="16669"/>
                    <a:pt x="2762" y="12668"/>
                  </a:cubicBezTo>
                  <a:cubicBezTo>
                    <a:pt x="4620" y="8668"/>
                    <a:pt x="7334" y="5524"/>
                    <a:pt x="11001" y="3334"/>
                  </a:cubicBezTo>
                  <a:cubicBezTo>
                    <a:pt x="14669" y="1095"/>
                    <a:pt x="19241" y="0"/>
                    <a:pt x="24717" y="0"/>
                  </a:cubicBezTo>
                  <a:cubicBezTo>
                    <a:pt x="32147" y="0"/>
                    <a:pt x="37957" y="2191"/>
                    <a:pt x="42243" y="6620"/>
                  </a:cubicBezTo>
                  <a:cubicBezTo>
                    <a:pt x="46530" y="11049"/>
                    <a:pt x="48673" y="17335"/>
                    <a:pt x="48673" y="25527"/>
                  </a:cubicBezTo>
                  <a:cubicBezTo>
                    <a:pt x="48673" y="26003"/>
                    <a:pt x="48673" y="26622"/>
                    <a:pt x="48578" y="27384"/>
                  </a:cubicBezTo>
                  <a:cubicBezTo>
                    <a:pt x="48530" y="28099"/>
                    <a:pt x="48482" y="28623"/>
                    <a:pt x="48387" y="28956"/>
                  </a:cubicBezTo>
                  <a:lnTo>
                    <a:pt x="11573" y="28956"/>
                  </a:lnTo>
                  <a:cubicBezTo>
                    <a:pt x="11573" y="31909"/>
                    <a:pt x="12097" y="34623"/>
                    <a:pt x="13049" y="37100"/>
                  </a:cubicBezTo>
                  <a:cubicBezTo>
                    <a:pt x="14002" y="39576"/>
                    <a:pt x="15478" y="41577"/>
                    <a:pt x="17574" y="43053"/>
                  </a:cubicBezTo>
                  <a:cubicBezTo>
                    <a:pt x="19622" y="44529"/>
                    <a:pt x="22336" y="45291"/>
                    <a:pt x="25670" y="45291"/>
                  </a:cubicBezTo>
                  <a:cubicBezTo>
                    <a:pt x="29242" y="45291"/>
                    <a:pt x="32052" y="44482"/>
                    <a:pt x="34052" y="42910"/>
                  </a:cubicBezTo>
                  <a:cubicBezTo>
                    <a:pt x="36100" y="41338"/>
                    <a:pt x="37148" y="39005"/>
                    <a:pt x="37243" y="35862"/>
                  </a:cubicBezTo>
                  <a:lnTo>
                    <a:pt x="48625" y="35862"/>
                  </a:lnTo>
                  <a:cubicBezTo>
                    <a:pt x="48435" y="39719"/>
                    <a:pt x="47387" y="43005"/>
                    <a:pt x="45482" y="45672"/>
                  </a:cubicBezTo>
                  <a:cubicBezTo>
                    <a:pt x="43577" y="48387"/>
                    <a:pt x="40957" y="50387"/>
                    <a:pt x="37576" y="51816"/>
                  </a:cubicBezTo>
                  <a:cubicBezTo>
                    <a:pt x="34195" y="53245"/>
                    <a:pt x="30242" y="53911"/>
                    <a:pt x="25622" y="53911"/>
                  </a:cubicBezTo>
                  <a:close/>
                  <a:moveTo>
                    <a:pt x="11621" y="21241"/>
                  </a:moveTo>
                  <a:lnTo>
                    <a:pt x="37100" y="21241"/>
                  </a:lnTo>
                  <a:cubicBezTo>
                    <a:pt x="37005" y="17050"/>
                    <a:pt x="35814" y="13859"/>
                    <a:pt x="33576" y="11668"/>
                  </a:cubicBezTo>
                  <a:cubicBezTo>
                    <a:pt x="31337" y="9477"/>
                    <a:pt x="28384" y="8382"/>
                    <a:pt x="24622" y="8382"/>
                  </a:cubicBezTo>
                  <a:cubicBezTo>
                    <a:pt x="20860" y="8382"/>
                    <a:pt x="17717" y="9477"/>
                    <a:pt x="15478" y="11716"/>
                  </a:cubicBezTo>
                  <a:cubicBezTo>
                    <a:pt x="13192" y="13906"/>
                    <a:pt x="11906" y="17097"/>
                    <a:pt x="11621" y="21288"/>
                  </a:cubicBezTo>
                  <a:close/>
                </a:path>
              </a:pathLst>
            </a:custGeom>
            <a:solidFill>
              <a:srgbClr val="FFFFFF"/>
            </a:solidFill>
            <a:ln w="4763" cap="flat">
              <a:noFill/>
              <a:prstDash val="solid"/>
              <a:miter/>
            </a:ln>
          </p:spPr>
          <p:txBody>
            <a:bodyPr rtlCol="0" anchor="ctr"/>
            <a:lstStyle/>
            <a:p>
              <a:endParaRPr lang="en-AU"/>
            </a:p>
          </p:txBody>
        </p:sp>
        <p:sp>
          <p:nvSpPr>
            <p:cNvPr id="14" name="Freeform: Shape 13">
              <a:extLst>
                <a:ext uri="{FF2B5EF4-FFF2-40B4-BE49-F238E27FC236}">
                  <a16:creationId xmlns:a16="http://schemas.microsoft.com/office/drawing/2014/main" id="{EAAF1636-6086-5270-501E-CA1192ECC8FB}"/>
                </a:ext>
              </a:extLst>
            </p:cNvPr>
            <p:cNvSpPr/>
            <p:nvPr/>
          </p:nvSpPr>
          <p:spPr>
            <a:xfrm>
              <a:off x="420385" y="668369"/>
              <a:ext cx="46196" cy="52863"/>
            </a:xfrm>
            <a:custGeom>
              <a:avLst/>
              <a:gdLst>
                <a:gd name="connsiteX0" fmla="*/ 0 w 46196"/>
                <a:gd name="connsiteY0" fmla="*/ 52864 h 52863"/>
                <a:gd name="connsiteX1" fmla="*/ 0 w 46196"/>
                <a:gd name="connsiteY1" fmla="*/ 762 h 52863"/>
                <a:gd name="connsiteX2" fmla="*/ 11097 w 46196"/>
                <a:gd name="connsiteY2" fmla="*/ 762 h 52863"/>
                <a:gd name="connsiteX3" fmla="*/ 11382 w 46196"/>
                <a:gd name="connsiteY3" fmla="*/ 8668 h 52863"/>
                <a:gd name="connsiteX4" fmla="*/ 18336 w 46196"/>
                <a:gd name="connsiteY4" fmla="*/ 2715 h 52863"/>
                <a:gd name="connsiteX5" fmla="*/ 29623 w 46196"/>
                <a:gd name="connsiteY5" fmla="*/ 0 h 52863"/>
                <a:gd name="connsiteX6" fmla="*/ 42053 w 46196"/>
                <a:gd name="connsiteY6" fmla="*/ 4953 h 52863"/>
                <a:gd name="connsiteX7" fmla="*/ 46196 w 46196"/>
                <a:gd name="connsiteY7" fmla="*/ 19098 h 52863"/>
                <a:gd name="connsiteX8" fmla="*/ 46196 w 46196"/>
                <a:gd name="connsiteY8" fmla="*/ 52864 h 52863"/>
                <a:gd name="connsiteX9" fmla="*/ 34671 w 46196"/>
                <a:gd name="connsiteY9" fmla="*/ 52864 h 52863"/>
                <a:gd name="connsiteX10" fmla="*/ 34671 w 46196"/>
                <a:gd name="connsiteY10" fmla="*/ 20622 h 52863"/>
                <a:gd name="connsiteX11" fmla="*/ 33861 w 46196"/>
                <a:gd name="connsiteY11" fmla="*/ 14764 h 52863"/>
                <a:gd name="connsiteX12" fmla="*/ 31147 w 46196"/>
                <a:gd name="connsiteY12" fmla="*/ 10811 h 52863"/>
                <a:gd name="connsiteX13" fmla="*/ 25956 w 46196"/>
                <a:gd name="connsiteY13" fmla="*/ 9382 h 52863"/>
                <a:gd name="connsiteX14" fmla="*/ 17431 w 46196"/>
                <a:gd name="connsiteY14" fmla="*/ 11716 h 52863"/>
                <a:gd name="connsiteX15" fmla="*/ 11621 w 46196"/>
                <a:gd name="connsiteY15" fmla="*/ 17002 h 52863"/>
                <a:gd name="connsiteX16" fmla="*/ 11621 w 46196"/>
                <a:gd name="connsiteY16" fmla="*/ 52864 h 52863"/>
                <a:gd name="connsiteX17" fmla="*/ 48 w 46196"/>
                <a:gd name="connsiteY17" fmla="*/ 52864 h 52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6196" h="52863">
                  <a:moveTo>
                    <a:pt x="0" y="52864"/>
                  </a:moveTo>
                  <a:lnTo>
                    <a:pt x="0" y="762"/>
                  </a:lnTo>
                  <a:lnTo>
                    <a:pt x="11097" y="762"/>
                  </a:lnTo>
                  <a:lnTo>
                    <a:pt x="11382" y="8668"/>
                  </a:lnTo>
                  <a:cubicBezTo>
                    <a:pt x="13097" y="6477"/>
                    <a:pt x="15431" y="4524"/>
                    <a:pt x="18336" y="2715"/>
                  </a:cubicBezTo>
                  <a:cubicBezTo>
                    <a:pt x="21241" y="905"/>
                    <a:pt x="25003" y="0"/>
                    <a:pt x="29623" y="0"/>
                  </a:cubicBezTo>
                  <a:cubicBezTo>
                    <a:pt x="35147" y="0"/>
                    <a:pt x="39291" y="1667"/>
                    <a:pt x="42053" y="4953"/>
                  </a:cubicBezTo>
                  <a:cubicBezTo>
                    <a:pt x="44815" y="8239"/>
                    <a:pt x="46196" y="12954"/>
                    <a:pt x="46196" y="19098"/>
                  </a:cubicBezTo>
                  <a:lnTo>
                    <a:pt x="46196" y="52864"/>
                  </a:lnTo>
                  <a:lnTo>
                    <a:pt x="34671" y="52864"/>
                  </a:lnTo>
                  <a:lnTo>
                    <a:pt x="34671" y="20622"/>
                  </a:lnTo>
                  <a:cubicBezTo>
                    <a:pt x="34671" y="18431"/>
                    <a:pt x="34385" y="16478"/>
                    <a:pt x="33861" y="14764"/>
                  </a:cubicBezTo>
                  <a:cubicBezTo>
                    <a:pt x="33338" y="13049"/>
                    <a:pt x="32433" y="11763"/>
                    <a:pt x="31147" y="10811"/>
                  </a:cubicBezTo>
                  <a:cubicBezTo>
                    <a:pt x="29861" y="9858"/>
                    <a:pt x="28146" y="9382"/>
                    <a:pt x="25956" y="9382"/>
                  </a:cubicBezTo>
                  <a:cubicBezTo>
                    <a:pt x="22622" y="9382"/>
                    <a:pt x="19764" y="10144"/>
                    <a:pt x="17431" y="11716"/>
                  </a:cubicBezTo>
                  <a:cubicBezTo>
                    <a:pt x="15097" y="13287"/>
                    <a:pt x="13145" y="15002"/>
                    <a:pt x="11621" y="17002"/>
                  </a:cubicBezTo>
                  <a:lnTo>
                    <a:pt x="11621" y="52864"/>
                  </a:lnTo>
                  <a:lnTo>
                    <a:pt x="48" y="52864"/>
                  </a:lnTo>
                  <a:close/>
                </a:path>
              </a:pathLst>
            </a:custGeom>
            <a:solidFill>
              <a:srgbClr val="FFFFFF"/>
            </a:solidFill>
            <a:ln w="4763" cap="flat">
              <a:noFill/>
              <a:prstDash val="solid"/>
              <a:miter/>
            </a:ln>
          </p:spPr>
          <p:txBody>
            <a:bodyPr rtlCol="0" anchor="ctr"/>
            <a:lstStyle/>
            <a:p>
              <a:endParaRPr lang="en-AU"/>
            </a:p>
          </p:txBody>
        </p:sp>
        <p:sp>
          <p:nvSpPr>
            <p:cNvPr id="15" name="Freeform: Shape 14">
              <a:extLst>
                <a:ext uri="{FF2B5EF4-FFF2-40B4-BE49-F238E27FC236}">
                  <a16:creationId xmlns:a16="http://schemas.microsoft.com/office/drawing/2014/main" id="{BA3EC124-1E94-A3D2-0C2E-63F3ACD33906}"/>
                </a:ext>
              </a:extLst>
            </p:cNvPr>
            <p:cNvSpPr/>
            <p:nvPr/>
          </p:nvSpPr>
          <p:spPr>
            <a:xfrm>
              <a:off x="479440" y="649271"/>
              <a:ext cx="49434" cy="72866"/>
            </a:xfrm>
            <a:custGeom>
              <a:avLst/>
              <a:gdLst>
                <a:gd name="connsiteX0" fmla="*/ 20669 w 49434"/>
                <a:gd name="connsiteY0" fmla="*/ 72866 h 72866"/>
                <a:gd name="connsiteX1" fmla="*/ 9906 w 49434"/>
                <a:gd name="connsiteY1" fmla="*/ 69866 h 72866"/>
                <a:gd name="connsiteX2" fmla="*/ 2619 w 49434"/>
                <a:gd name="connsiteY2" fmla="*/ 60817 h 72866"/>
                <a:gd name="connsiteX3" fmla="*/ 0 w 49434"/>
                <a:gd name="connsiteY3" fmla="*/ 45672 h 72866"/>
                <a:gd name="connsiteX4" fmla="*/ 2810 w 49434"/>
                <a:gd name="connsiteY4" fmla="*/ 30766 h 72866"/>
                <a:gd name="connsiteX5" fmla="*/ 10573 w 49434"/>
                <a:gd name="connsiteY5" fmla="*/ 21907 h 72866"/>
                <a:gd name="connsiteX6" fmla="*/ 22003 w 49434"/>
                <a:gd name="connsiteY6" fmla="*/ 18955 h 72866"/>
                <a:gd name="connsiteX7" fmla="*/ 31480 w 49434"/>
                <a:gd name="connsiteY7" fmla="*/ 21288 h 72866"/>
                <a:gd name="connsiteX8" fmla="*/ 37909 w 49434"/>
                <a:gd name="connsiteY8" fmla="*/ 27527 h 72866"/>
                <a:gd name="connsiteX9" fmla="*/ 37909 w 49434"/>
                <a:gd name="connsiteY9" fmla="*/ 0 h 72866"/>
                <a:gd name="connsiteX10" fmla="*/ 49435 w 49434"/>
                <a:gd name="connsiteY10" fmla="*/ 0 h 72866"/>
                <a:gd name="connsiteX11" fmla="*/ 49435 w 49434"/>
                <a:gd name="connsiteY11" fmla="*/ 71961 h 72866"/>
                <a:gd name="connsiteX12" fmla="*/ 38481 w 49434"/>
                <a:gd name="connsiteY12" fmla="*/ 71961 h 72866"/>
                <a:gd name="connsiteX13" fmla="*/ 37909 w 49434"/>
                <a:gd name="connsiteY13" fmla="*/ 64484 h 72866"/>
                <a:gd name="connsiteX14" fmla="*/ 30909 w 49434"/>
                <a:gd name="connsiteY14" fmla="*/ 70580 h 72866"/>
                <a:gd name="connsiteX15" fmla="*/ 20765 w 49434"/>
                <a:gd name="connsiteY15" fmla="*/ 72866 h 72866"/>
                <a:gd name="connsiteX16" fmla="*/ 23670 w 49434"/>
                <a:gd name="connsiteY16" fmla="*/ 63865 h 72866"/>
                <a:gd name="connsiteX17" fmla="*/ 32337 w 49434"/>
                <a:gd name="connsiteY17" fmla="*/ 61293 h 72866"/>
                <a:gd name="connsiteX18" fmla="*/ 37862 w 49434"/>
                <a:gd name="connsiteY18" fmla="*/ 55102 h 72866"/>
                <a:gd name="connsiteX19" fmla="*/ 37862 w 49434"/>
                <a:gd name="connsiteY19" fmla="*/ 37433 h 72866"/>
                <a:gd name="connsiteX20" fmla="*/ 32718 w 49434"/>
                <a:gd name="connsiteY20" fmla="*/ 30766 h 72866"/>
                <a:gd name="connsiteX21" fmla="*/ 24575 w 49434"/>
                <a:gd name="connsiteY21" fmla="*/ 28004 h 72866"/>
                <a:gd name="connsiteX22" fmla="*/ 15097 w 49434"/>
                <a:gd name="connsiteY22" fmla="*/ 32575 h 72866"/>
                <a:gd name="connsiteX23" fmla="*/ 11859 w 49434"/>
                <a:gd name="connsiteY23" fmla="*/ 45625 h 72866"/>
                <a:gd name="connsiteX24" fmla="*/ 14954 w 49434"/>
                <a:gd name="connsiteY24" fmla="*/ 59293 h 72866"/>
                <a:gd name="connsiteX25" fmla="*/ 23765 w 49434"/>
                <a:gd name="connsiteY25" fmla="*/ 63865 h 72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9434" h="72866">
                  <a:moveTo>
                    <a:pt x="20669" y="72866"/>
                  </a:moveTo>
                  <a:cubicBezTo>
                    <a:pt x="16621" y="72866"/>
                    <a:pt x="13002" y="71866"/>
                    <a:pt x="9906" y="69866"/>
                  </a:cubicBezTo>
                  <a:cubicBezTo>
                    <a:pt x="6763" y="67866"/>
                    <a:pt x="4334" y="64865"/>
                    <a:pt x="2619" y="60817"/>
                  </a:cubicBezTo>
                  <a:cubicBezTo>
                    <a:pt x="857" y="56769"/>
                    <a:pt x="0" y="51721"/>
                    <a:pt x="0" y="45672"/>
                  </a:cubicBezTo>
                  <a:cubicBezTo>
                    <a:pt x="0" y="39624"/>
                    <a:pt x="953" y="34719"/>
                    <a:pt x="2810" y="30766"/>
                  </a:cubicBezTo>
                  <a:cubicBezTo>
                    <a:pt x="4667" y="26813"/>
                    <a:pt x="7287" y="23860"/>
                    <a:pt x="10573" y="21907"/>
                  </a:cubicBezTo>
                  <a:cubicBezTo>
                    <a:pt x="13859" y="19907"/>
                    <a:pt x="17669" y="18955"/>
                    <a:pt x="22003" y="18955"/>
                  </a:cubicBezTo>
                  <a:cubicBezTo>
                    <a:pt x="25622" y="18955"/>
                    <a:pt x="28766" y="19764"/>
                    <a:pt x="31480" y="21288"/>
                  </a:cubicBezTo>
                  <a:cubicBezTo>
                    <a:pt x="34147" y="22860"/>
                    <a:pt x="36290" y="24956"/>
                    <a:pt x="37909" y="27527"/>
                  </a:cubicBezTo>
                  <a:lnTo>
                    <a:pt x="37909" y="0"/>
                  </a:lnTo>
                  <a:lnTo>
                    <a:pt x="49435" y="0"/>
                  </a:lnTo>
                  <a:lnTo>
                    <a:pt x="49435" y="71961"/>
                  </a:lnTo>
                  <a:lnTo>
                    <a:pt x="38481" y="71961"/>
                  </a:lnTo>
                  <a:lnTo>
                    <a:pt x="37909" y="64484"/>
                  </a:lnTo>
                  <a:cubicBezTo>
                    <a:pt x="36052" y="67008"/>
                    <a:pt x="33719" y="69056"/>
                    <a:pt x="30909" y="70580"/>
                  </a:cubicBezTo>
                  <a:cubicBezTo>
                    <a:pt x="28099" y="72104"/>
                    <a:pt x="24717" y="72866"/>
                    <a:pt x="20765" y="72866"/>
                  </a:cubicBezTo>
                  <a:close/>
                  <a:moveTo>
                    <a:pt x="23670" y="63865"/>
                  </a:moveTo>
                  <a:cubicBezTo>
                    <a:pt x="27099" y="63865"/>
                    <a:pt x="29956" y="63008"/>
                    <a:pt x="32337" y="61293"/>
                  </a:cubicBezTo>
                  <a:cubicBezTo>
                    <a:pt x="34671" y="59579"/>
                    <a:pt x="36528" y="57531"/>
                    <a:pt x="37862" y="55102"/>
                  </a:cubicBezTo>
                  <a:lnTo>
                    <a:pt x="37862" y="37433"/>
                  </a:lnTo>
                  <a:cubicBezTo>
                    <a:pt x="36624" y="34814"/>
                    <a:pt x="34909" y="32623"/>
                    <a:pt x="32718" y="30766"/>
                  </a:cubicBezTo>
                  <a:cubicBezTo>
                    <a:pt x="30528" y="28908"/>
                    <a:pt x="27813" y="28004"/>
                    <a:pt x="24575" y="28004"/>
                  </a:cubicBezTo>
                  <a:cubicBezTo>
                    <a:pt x="20431" y="28004"/>
                    <a:pt x="17288" y="29527"/>
                    <a:pt x="15097" y="32575"/>
                  </a:cubicBezTo>
                  <a:cubicBezTo>
                    <a:pt x="12906" y="35623"/>
                    <a:pt x="11859" y="39957"/>
                    <a:pt x="11859" y="45625"/>
                  </a:cubicBezTo>
                  <a:cubicBezTo>
                    <a:pt x="11859" y="51673"/>
                    <a:pt x="12906" y="56245"/>
                    <a:pt x="14954" y="59293"/>
                  </a:cubicBezTo>
                  <a:cubicBezTo>
                    <a:pt x="17002" y="62341"/>
                    <a:pt x="19955" y="63865"/>
                    <a:pt x="23765" y="63865"/>
                  </a:cubicBezTo>
                  <a:close/>
                </a:path>
              </a:pathLst>
            </a:custGeom>
            <a:solidFill>
              <a:srgbClr val="FFFFFF"/>
            </a:solidFill>
            <a:ln w="4763" cap="flat">
              <a:noFill/>
              <a:prstDash val="solid"/>
              <a:miter/>
            </a:ln>
          </p:spPr>
          <p:txBody>
            <a:bodyPr rtlCol="0" anchor="ctr"/>
            <a:lstStyle/>
            <a:p>
              <a:endParaRPr lang="en-AU"/>
            </a:p>
          </p:txBody>
        </p:sp>
        <p:sp>
          <p:nvSpPr>
            <p:cNvPr id="16" name="Freeform: Shape 15">
              <a:extLst>
                <a:ext uri="{FF2B5EF4-FFF2-40B4-BE49-F238E27FC236}">
                  <a16:creationId xmlns:a16="http://schemas.microsoft.com/office/drawing/2014/main" id="{98637934-1C2C-3E9E-3659-3A5E6B44817F}"/>
                </a:ext>
              </a:extLst>
            </p:cNvPr>
            <p:cNvSpPr/>
            <p:nvPr/>
          </p:nvSpPr>
          <p:spPr>
            <a:xfrm>
              <a:off x="543972" y="648700"/>
              <a:ext cx="13620" cy="72532"/>
            </a:xfrm>
            <a:custGeom>
              <a:avLst/>
              <a:gdLst>
                <a:gd name="connsiteX0" fmla="*/ 6810 w 13620"/>
                <a:gd name="connsiteY0" fmla="*/ 12097 h 72532"/>
                <a:gd name="connsiteX1" fmla="*/ 1762 w 13620"/>
                <a:gd name="connsiteY1" fmla="*/ 10382 h 72532"/>
                <a:gd name="connsiteX2" fmla="*/ 0 w 13620"/>
                <a:gd name="connsiteY2" fmla="*/ 6096 h 72532"/>
                <a:gd name="connsiteX3" fmla="*/ 1762 w 13620"/>
                <a:gd name="connsiteY3" fmla="*/ 1715 h 72532"/>
                <a:gd name="connsiteX4" fmla="*/ 6810 w 13620"/>
                <a:gd name="connsiteY4" fmla="*/ 0 h 72532"/>
                <a:gd name="connsiteX5" fmla="*/ 11811 w 13620"/>
                <a:gd name="connsiteY5" fmla="*/ 1715 h 72532"/>
                <a:gd name="connsiteX6" fmla="*/ 13621 w 13620"/>
                <a:gd name="connsiteY6" fmla="*/ 6048 h 72532"/>
                <a:gd name="connsiteX7" fmla="*/ 11811 w 13620"/>
                <a:gd name="connsiteY7" fmla="*/ 10382 h 72532"/>
                <a:gd name="connsiteX8" fmla="*/ 6810 w 13620"/>
                <a:gd name="connsiteY8" fmla="*/ 12097 h 72532"/>
                <a:gd name="connsiteX9" fmla="*/ 1000 w 13620"/>
                <a:gd name="connsiteY9" fmla="*/ 72533 h 72532"/>
                <a:gd name="connsiteX10" fmla="*/ 1000 w 13620"/>
                <a:gd name="connsiteY10" fmla="*/ 20431 h 72532"/>
                <a:gd name="connsiteX11" fmla="*/ 12573 w 13620"/>
                <a:gd name="connsiteY11" fmla="*/ 20431 h 72532"/>
                <a:gd name="connsiteX12" fmla="*/ 12573 w 13620"/>
                <a:gd name="connsiteY12" fmla="*/ 72533 h 72532"/>
                <a:gd name="connsiteX13" fmla="*/ 1000 w 13620"/>
                <a:gd name="connsiteY13" fmla="*/ 72533 h 72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620" h="72532">
                  <a:moveTo>
                    <a:pt x="6810" y="12097"/>
                  </a:moveTo>
                  <a:cubicBezTo>
                    <a:pt x="4620" y="12097"/>
                    <a:pt x="2953" y="11525"/>
                    <a:pt x="1762" y="10382"/>
                  </a:cubicBezTo>
                  <a:cubicBezTo>
                    <a:pt x="571" y="9239"/>
                    <a:pt x="0" y="7810"/>
                    <a:pt x="0" y="6096"/>
                  </a:cubicBezTo>
                  <a:cubicBezTo>
                    <a:pt x="0" y="4381"/>
                    <a:pt x="571" y="2857"/>
                    <a:pt x="1762" y="1715"/>
                  </a:cubicBezTo>
                  <a:cubicBezTo>
                    <a:pt x="2953" y="571"/>
                    <a:pt x="4620" y="0"/>
                    <a:pt x="6810" y="0"/>
                  </a:cubicBezTo>
                  <a:cubicBezTo>
                    <a:pt x="9001" y="0"/>
                    <a:pt x="10620" y="571"/>
                    <a:pt x="11811" y="1715"/>
                  </a:cubicBezTo>
                  <a:cubicBezTo>
                    <a:pt x="13002" y="2857"/>
                    <a:pt x="13621" y="4286"/>
                    <a:pt x="13621" y="6048"/>
                  </a:cubicBezTo>
                  <a:cubicBezTo>
                    <a:pt x="13621" y="7810"/>
                    <a:pt x="13002" y="9239"/>
                    <a:pt x="11811" y="10382"/>
                  </a:cubicBezTo>
                  <a:cubicBezTo>
                    <a:pt x="10620" y="11525"/>
                    <a:pt x="8953" y="12097"/>
                    <a:pt x="6810" y="12097"/>
                  </a:cubicBezTo>
                  <a:close/>
                  <a:moveTo>
                    <a:pt x="1000" y="72533"/>
                  </a:moveTo>
                  <a:lnTo>
                    <a:pt x="1000" y="20431"/>
                  </a:lnTo>
                  <a:lnTo>
                    <a:pt x="12573" y="20431"/>
                  </a:lnTo>
                  <a:lnTo>
                    <a:pt x="12573" y="72533"/>
                  </a:lnTo>
                  <a:lnTo>
                    <a:pt x="1000" y="72533"/>
                  </a:lnTo>
                  <a:close/>
                </a:path>
              </a:pathLst>
            </a:custGeom>
            <a:solidFill>
              <a:srgbClr val="FFFFFF"/>
            </a:solidFill>
            <a:ln w="4763" cap="flat">
              <a:noFill/>
              <a:prstDash val="solid"/>
              <a:miter/>
            </a:ln>
          </p:spPr>
          <p:txBody>
            <a:bodyPr rtlCol="0" anchor="ctr"/>
            <a:lstStyle/>
            <a:p>
              <a:endParaRPr lang="en-AU"/>
            </a:p>
          </p:txBody>
        </p:sp>
        <p:sp>
          <p:nvSpPr>
            <p:cNvPr id="17" name="Freeform: Shape 16">
              <a:extLst>
                <a:ext uri="{FF2B5EF4-FFF2-40B4-BE49-F238E27FC236}">
                  <a16:creationId xmlns:a16="http://schemas.microsoft.com/office/drawing/2014/main" id="{ED86CCD6-5F36-6E2C-8909-2048ECD5B368}"/>
                </a:ext>
              </a:extLst>
            </p:cNvPr>
            <p:cNvSpPr/>
            <p:nvPr/>
          </p:nvSpPr>
          <p:spPr>
            <a:xfrm>
              <a:off x="569928" y="668131"/>
              <a:ext cx="51006" cy="53959"/>
            </a:xfrm>
            <a:custGeom>
              <a:avLst/>
              <a:gdLst>
                <a:gd name="connsiteX0" fmla="*/ 25289 w 51006"/>
                <a:gd name="connsiteY0" fmla="*/ 53959 h 53959"/>
                <a:gd name="connsiteX1" fmla="*/ 11859 w 51006"/>
                <a:gd name="connsiteY1" fmla="*/ 50768 h 53959"/>
                <a:gd name="connsiteX2" fmla="*/ 3096 w 51006"/>
                <a:gd name="connsiteY2" fmla="*/ 41577 h 53959"/>
                <a:gd name="connsiteX3" fmla="*/ 0 w 51006"/>
                <a:gd name="connsiteY3" fmla="*/ 27146 h 53959"/>
                <a:gd name="connsiteX4" fmla="*/ 3096 w 51006"/>
                <a:gd name="connsiteY4" fmla="*/ 12478 h 53959"/>
                <a:gd name="connsiteX5" fmla="*/ 11859 w 51006"/>
                <a:gd name="connsiteY5" fmla="*/ 3191 h 53959"/>
                <a:gd name="connsiteX6" fmla="*/ 25289 w 51006"/>
                <a:gd name="connsiteY6" fmla="*/ 0 h 53959"/>
                <a:gd name="connsiteX7" fmla="*/ 39005 w 51006"/>
                <a:gd name="connsiteY7" fmla="*/ 3191 h 53959"/>
                <a:gd name="connsiteX8" fmla="*/ 47863 w 51006"/>
                <a:gd name="connsiteY8" fmla="*/ 12478 h 53959"/>
                <a:gd name="connsiteX9" fmla="*/ 51006 w 51006"/>
                <a:gd name="connsiteY9" fmla="*/ 27146 h 53959"/>
                <a:gd name="connsiteX10" fmla="*/ 47863 w 51006"/>
                <a:gd name="connsiteY10" fmla="*/ 41577 h 53959"/>
                <a:gd name="connsiteX11" fmla="*/ 39005 w 51006"/>
                <a:gd name="connsiteY11" fmla="*/ 50768 h 53959"/>
                <a:gd name="connsiteX12" fmla="*/ 25289 w 51006"/>
                <a:gd name="connsiteY12" fmla="*/ 53959 h 53959"/>
                <a:gd name="connsiteX13" fmla="*/ 25289 w 51006"/>
                <a:gd name="connsiteY13" fmla="*/ 45006 h 53959"/>
                <a:gd name="connsiteX14" fmla="*/ 33576 w 51006"/>
                <a:gd name="connsiteY14" fmla="*/ 42672 h 53959"/>
                <a:gd name="connsiteX15" fmla="*/ 37909 w 51006"/>
                <a:gd name="connsiteY15" fmla="*/ 36290 h 53959"/>
                <a:gd name="connsiteX16" fmla="*/ 39195 w 51006"/>
                <a:gd name="connsiteY16" fmla="*/ 27242 h 53959"/>
                <a:gd name="connsiteX17" fmla="*/ 37909 w 51006"/>
                <a:gd name="connsiteY17" fmla="*/ 18002 h 53959"/>
                <a:gd name="connsiteX18" fmla="*/ 33576 w 51006"/>
                <a:gd name="connsiteY18" fmla="*/ 11525 h 53959"/>
                <a:gd name="connsiteX19" fmla="*/ 25289 w 51006"/>
                <a:gd name="connsiteY19" fmla="*/ 9144 h 53959"/>
                <a:gd name="connsiteX20" fmla="*/ 17335 w 51006"/>
                <a:gd name="connsiteY20" fmla="*/ 11525 h 53959"/>
                <a:gd name="connsiteX21" fmla="*/ 13097 w 51006"/>
                <a:gd name="connsiteY21" fmla="*/ 18002 h 53959"/>
                <a:gd name="connsiteX22" fmla="*/ 11811 w 51006"/>
                <a:gd name="connsiteY22" fmla="*/ 27242 h 53959"/>
                <a:gd name="connsiteX23" fmla="*/ 13097 w 51006"/>
                <a:gd name="connsiteY23" fmla="*/ 36290 h 53959"/>
                <a:gd name="connsiteX24" fmla="*/ 17335 w 51006"/>
                <a:gd name="connsiteY24" fmla="*/ 42672 h 53959"/>
                <a:gd name="connsiteX25" fmla="*/ 25289 w 51006"/>
                <a:gd name="connsiteY25" fmla="*/ 45006 h 53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006" h="53959">
                  <a:moveTo>
                    <a:pt x="25289" y="53959"/>
                  </a:moveTo>
                  <a:cubicBezTo>
                    <a:pt x="20145" y="53959"/>
                    <a:pt x="15621" y="52911"/>
                    <a:pt x="11859" y="50768"/>
                  </a:cubicBezTo>
                  <a:cubicBezTo>
                    <a:pt x="8049" y="48673"/>
                    <a:pt x="5144" y="45577"/>
                    <a:pt x="3096" y="41577"/>
                  </a:cubicBezTo>
                  <a:cubicBezTo>
                    <a:pt x="1048" y="37576"/>
                    <a:pt x="0" y="32766"/>
                    <a:pt x="0" y="27146"/>
                  </a:cubicBezTo>
                  <a:cubicBezTo>
                    <a:pt x="0" y="21527"/>
                    <a:pt x="1048" y="16574"/>
                    <a:pt x="3096" y="12478"/>
                  </a:cubicBezTo>
                  <a:cubicBezTo>
                    <a:pt x="5144" y="8382"/>
                    <a:pt x="8049" y="5334"/>
                    <a:pt x="11859" y="3191"/>
                  </a:cubicBezTo>
                  <a:cubicBezTo>
                    <a:pt x="15669" y="1048"/>
                    <a:pt x="20145" y="0"/>
                    <a:pt x="25289" y="0"/>
                  </a:cubicBezTo>
                  <a:cubicBezTo>
                    <a:pt x="30432" y="0"/>
                    <a:pt x="35147" y="1048"/>
                    <a:pt x="39005" y="3191"/>
                  </a:cubicBezTo>
                  <a:cubicBezTo>
                    <a:pt x="42863" y="5334"/>
                    <a:pt x="45815" y="8430"/>
                    <a:pt x="47863" y="12478"/>
                  </a:cubicBezTo>
                  <a:cubicBezTo>
                    <a:pt x="49959" y="16526"/>
                    <a:pt x="51006" y="21431"/>
                    <a:pt x="51006" y="27146"/>
                  </a:cubicBezTo>
                  <a:cubicBezTo>
                    <a:pt x="51006" y="32861"/>
                    <a:pt x="49959" y="37529"/>
                    <a:pt x="47863" y="41577"/>
                  </a:cubicBezTo>
                  <a:cubicBezTo>
                    <a:pt x="45768" y="45577"/>
                    <a:pt x="42815" y="48673"/>
                    <a:pt x="39005" y="50768"/>
                  </a:cubicBezTo>
                  <a:cubicBezTo>
                    <a:pt x="35195" y="52911"/>
                    <a:pt x="30623" y="53959"/>
                    <a:pt x="25289" y="53959"/>
                  </a:cubicBezTo>
                  <a:close/>
                  <a:moveTo>
                    <a:pt x="25289" y="45006"/>
                  </a:moveTo>
                  <a:cubicBezTo>
                    <a:pt x="28766" y="45006"/>
                    <a:pt x="31528" y="44244"/>
                    <a:pt x="33576" y="42672"/>
                  </a:cubicBezTo>
                  <a:cubicBezTo>
                    <a:pt x="35624" y="41100"/>
                    <a:pt x="37052" y="38957"/>
                    <a:pt x="37909" y="36290"/>
                  </a:cubicBezTo>
                  <a:cubicBezTo>
                    <a:pt x="38767" y="33576"/>
                    <a:pt x="39195" y="30575"/>
                    <a:pt x="39195" y="27242"/>
                  </a:cubicBezTo>
                  <a:cubicBezTo>
                    <a:pt x="39195" y="23908"/>
                    <a:pt x="38767" y="20717"/>
                    <a:pt x="37909" y="18002"/>
                  </a:cubicBezTo>
                  <a:cubicBezTo>
                    <a:pt x="37052" y="15288"/>
                    <a:pt x="35624" y="13097"/>
                    <a:pt x="33576" y="11525"/>
                  </a:cubicBezTo>
                  <a:cubicBezTo>
                    <a:pt x="31528" y="9954"/>
                    <a:pt x="28766" y="9144"/>
                    <a:pt x="25289" y="9144"/>
                  </a:cubicBezTo>
                  <a:cubicBezTo>
                    <a:pt x="21812" y="9144"/>
                    <a:pt x="19288" y="9954"/>
                    <a:pt x="17335" y="11525"/>
                  </a:cubicBezTo>
                  <a:cubicBezTo>
                    <a:pt x="15383" y="13097"/>
                    <a:pt x="13954" y="15288"/>
                    <a:pt x="13097" y="18002"/>
                  </a:cubicBezTo>
                  <a:cubicBezTo>
                    <a:pt x="12240" y="20717"/>
                    <a:pt x="11811" y="23813"/>
                    <a:pt x="11811" y="27242"/>
                  </a:cubicBezTo>
                  <a:cubicBezTo>
                    <a:pt x="11811" y="30671"/>
                    <a:pt x="12240" y="33623"/>
                    <a:pt x="13097" y="36290"/>
                  </a:cubicBezTo>
                  <a:cubicBezTo>
                    <a:pt x="13954" y="38957"/>
                    <a:pt x="15383" y="41100"/>
                    <a:pt x="17335" y="42672"/>
                  </a:cubicBezTo>
                  <a:cubicBezTo>
                    <a:pt x="19288" y="44244"/>
                    <a:pt x="21955" y="45006"/>
                    <a:pt x="25289" y="45006"/>
                  </a:cubicBezTo>
                  <a:close/>
                </a:path>
              </a:pathLst>
            </a:custGeom>
            <a:solidFill>
              <a:srgbClr val="FFFFFF"/>
            </a:solidFill>
            <a:ln w="4763" cap="flat">
              <a:noFill/>
              <a:prstDash val="solid"/>
              <a:miter/>
            </a:ln>
          </p:spPr>
          <p:txBody>
            <a:bodyPr rtlCol="0" anchor="ctr"/>
            <a:lstStyle/>
            <a:p>
              <a:endParaRPr lang="en-AU"/>
            </a:p>
          </p:txBody>
        </p:sp>
        <p:sp>
          <p:nvSpPr>
            <p:cNvPr id="18" name="Freeform: Shape 17">
              <a:extLst>
                <a:ext uri="{FF2B5EF4-FFF2-40B4-BE49-F238E27FC236}">
                  <a16:creationId xmlns:a16="http://schemas.microsoft.com/office/drawing/2014/main" id="{D0E5E1B0-3F79-0302-6AD3-2CA9F3FAE265}"/>
                </a:ext>
              </a:extLst>
            </p:cNvPr>
            <p:cNvSpPr/>
            <p:nvPr/>
          </p:nvSpPr>
          <p:spPr>
            <a:xfrm>
              <a:off x="634317" y="668369"/>
              <a:ext cx="46196" cy="52863"/>
            </a:xfrm>
            <a:custGeom>
              <a:avLst/>
              <a:gdLst>
                <a:gd name="connsiteX0" fmla="*/ 0 w 46196"/>
                <a:gd name="connsiteY0" fmla="*/ 52864 h 52863"/>
                <a:gd name="connsiteX1" fmla="*/ 0 w 46196"/>
                <a:gd name="connsiteY1" fmla="*/ 762 h 52863"/>
                <a:gd name="connsiteX2" fmla="*/ 11097 w 46196"/>
                <a:gd name="connsiteY2" fmla="*/ 762 h 52863"/>
                <a:gd name="connsiteX3" fmla="*/ 11382 w 46196"/>
                <a:gd name="connsiteY3" fmla="*/ 8668 h 52863"/>
                <a:gd name="connsiteX4" fmla="*/ 18336 w 46196"/>
                <a:gd name="connsiteY4" fmla="*/ 2715 h 52863"/>
                <a:gd name="connsiteX5" fmla="*/ 29623 w 46196"/>
                <a:gd name="connsiteY5" fmla="*/ 0 h 52863"/>
                <a:gd name="connsiteX6" fmla="*/ 42053 w 46196"/>
                <a:gd name="connsiteY6" fmla="*/ 4953 h 52863"/>
                <a:gd name="connsiteX7" fmla="*/ 46196 w 46196"/>
                <a:gd name="connsiteY7" fmla="*/ 19098 h 52863"/>
                <a:gd name="connsiteX8" fmla="*/ 46196 w 46196"/>
                <a:gd name="connsiteY8" fmla="*/ 52864 h 52863"/>
                <a:gd name="connsiteX9" fmla="*/ 34671 w 46196"/>
                <a:gd name="connsiteY9" fmla="*/ 52864 h 52863"/>
                <a:gd name="connsiteX10" fmla="*/ 34671 w 46196"/>
                <a:gd name="connsiteY10" fmla="*/ 20622 h 52863"/>
                <a:gd name="connsiteX11" fmla="*/ 33861 w 46196"/>
                <a:gd name="connsiteY11" fmla="*/ 14764 h 52863"/>
                <a:gd name="connsiteX12" fmla="*/ 31147 w 46196"/>
                <a:gd name="connsiteY12" fmla="*/ 10811 h 52863"/>
                <a:gd name="connsiteX13" fmla="*/ 25956 w 46196"/>
                <a:gd name="connsiteY13" fmla="*/ 9382 h 52863"/>
                <a:gd name="connsiteX14" fmla="*/ 17431 w 46196"/>
                <a:gd name="connsiteY14" fmla="*/ 11716 h 52863"/>
                <a:gd name="connsiteX15" fmla="*/ 11621 w 46196"/>
                <a:gd name="connsiteY15" fmla="*/ 17002 h 52863"/>
                <a:gd name="connsiteX16" fmla="*/ 11621 w 46196"/>
                <a:gd name="connsiteY16" fmla="*/ 52864 h 52863"/>
                <a:gd name="connsiteX17" fmla="*/ 48 w 46196"/>
                <a:gd name="connsiteY17" fmla="*/ 52864 h 52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6196" h="52863">
                  <a:moveTo>
                    <a:pt x="0" y="52864"/>
                  </a:moveTo>
                  <a:lnTo>
                    <a:pt x="0" y="762"/>
                  </a:lnTo>
                  <a:lnTo>
                    <a:pt x="11097" y="762"/>
                  </a:lnTo>
                  <a:lnTo>
                    <a:pt x="11382" y="8668"/>
                  </a:lnTo>
                  <a:cubicBezTo>
                    <a:pt x="13097" y="6477"/>
                    <a:pt x="15430" y="4524"/>
                    <a:pt x="18336" y="2715"/>
                  </a:cubicBezTo>
                  <a:cubicBezTo>
                    <a:pt x="21241" y="905"/>
                    <a:pt x="25003" y="0"/>
                    <a:pt x="29623" y="0"/>
                  </a:cubicBezTo>
                  <a:cubicBezTo>
                    <a:pt x="35147" y="0"/>
                    <a:pt x="39291" y="1667"/>
                    <a:pt x="42053" y="4953"/>
                  </a:cubicBezTo>
                  <a:cubicBezTo>
                    <a:pt x="44815" y="8239"/>
                    <a:pt x="46196" y="12954"/>
                    <a:pt x="46196" y="19098"/>
                  </a:cubicBezTo>
                  <a:lnTo>
                    <a:pt x="46196" y="52864"/>
                  </a:lnTo>
                  <a:lnTo>
                    <a:pt x="34671" y="52864"/>
                  </a:lnTo>
                  <a:lnTo>
                    <a:pt x="34671" y="20622"/>
                  </a:lnTo>
                  <a:cubicBezTo>
                    <a:pt x="34671" y="18431"/>
                    <a:pt x="34385" y="16478"/>
                    <a:pt x="33861" y="14764"/>
                  </a:cubicBezTo>
                  <a:cubicBezTo>
                    <a:pt x="33338" y="13049"/>
                    <a:pt x="32433" y="11763"/>
                    <a:pt x="31147" y="10811"/>
                  </a:cubicBezTo>
                  <a:cubicBezTo>
                    <a:pt x="29861" y="9858"/>
                    <a:pt x="28146" y="9382"/>
                    <a:pt x="25956" y="9382"/>
                  </a:cubicBezTo>
                  <a:cubicBezTo>
                    <a:pt x="22622" y="9382"/>
                    <a:pt x="19764" y="10144"/>
                    <a:pt x="17431" y="11716"/>
                  </a:cubicBezTo>
                  <a:cubicBezTo>
                    <a:pt x="15097" y="13287"/>
                    <a:pt x="13144" y="15002"/>
                    <a:pt x="11621" y="17002"/>
                  </a:cubicBezTo>
                  <a:lnTo>
                    <a:pt x="11621" y="52864"/>
                  </a:lnTo>
                  <a:lnTo>
                    <a:pt x="48" y="52864"/>
                  </a:lnTo>
                  <a:close/>
                </a:path>
              </a:pathLst>
            </a:custGeom>
            <a:solidFill>
              <a:srgbClr val="FFFFFF"/>
            </a:solidFill>
            <a:ln w="4763" cap="flat">
              <a:noFill/>
              <a:prstDash val="solid"/>
              <a:miter/>
            </a:ln>
          </p:spPr>
          <p:txBody>
            <a:bodyPr rtlCol="0" anchor="ctr"/>
            <a:lstStyle/>
            <a:p>
              <a:endParaRPr lang="en-AU"/>
            </a:p>
          </p:txBody>
        </p:sp>
        <p:sp>
          <p:nvSpPr>
            <p:cNvPr id="19" name="Freeform: Shape 18">
              <a:extLst>
                <a:ext uri="{FF2B5EF4-FFF2-40B4-BE49-F238E27FC236}">
                  <a16:creationId xmlns:a16="http://schemas.microsoft.com/office/drawing/2014/main" id="{9D1F6C53-19DF-DA68-2635-899F969539CA}"/>
                </a:ext>
              </a:extLst>
            </p:cNvPr>
            <p:cNvSpPr/>
            <p:nvPr/>
          </p:nvSpPr>
          <p:spPr>
            <a:xfrm>
              <a:off x="696134" y="706421"/>
              <a:ext cx="15906" cy="15478"/>
            </a:xfrm>
            <a:custGeom>
              <a:avLst/>
              <a:gdLst>
                <a:gd name="connsiteX0" fmla="*/ 8001 w 15906"/>
                <a:gd name="connsiteY0" fmla="*/ 15478 h 15478"/>
                <a:gd name="connsiteX1" fmla="*/ 2238 w 15906"/>
                <a:gd name="connsiteY1" fmla="*/ 13240 h 15478"/>
                <a:gd name="connsiteX2" fmla="*/ 0 w 15906"/>
                <a:gd name="connsiteY2" fmla="*/ 7715 h 15478"/>
                <a:gd name="connsiteX3" fmla="*/ 2238 w 15906"/>
                <a:gd name="connsiteY3" fmla="*/ 2143 h 15478"/>
                <a:gd name="connsiteX4" fmla="*/ 8001 w 15906"/>
                <a:gd name="connsiteY4" fmla="*/ 0 h 15478"/>
                <a:gd name="connsiteX5" fmla="*/ 13716 w 15906"/>
                <a:gd name="connsiteY5" fmla="*/ 2143 h 15478"/>
                <a:gd name="connsiteX6" fmla="*/ 15907 w 15906"/>
                <a:gd name="connsiteY6" fmla="*/ 7715 h 15478"/>
                <a:gd name="connsiteX7" fmla="*/ 13716 w 15906"/>
                <a:gd name="connsiteY7" fmla="*/ 13240 h 15478"/>
                <a:gd name="connsiteX8" fmla="*/ 8001 w 15906"/>
                <a:gd name="connsiteY8" fmla="*/ 15478 h 1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906" h="15478">
                  <a:moveTo>
                    <a:pt x="8001" y="15478"/>
                  </a:moveTo>
                  <a:cubicBezTo>
                    <a:pt x="5667" y="15478"/>
                    <a:pt x="3715" y="14716"/>
                    <a:pt x="2238" y="13240"/>
                  </a:cubicBezTo>
                  <a:cubicBezTo>
                    <a:pt x="762" y="11763"/>
                    <a:pt x="0" y="9906"/>
                    <a:pt x="0" y="7715"/>
                  </a:cubicBezTo>
                  <a:cubicBezTo>
                    <a:pt x="0" y="5429"/>
                    <a:pt x="762" y="3572"/>
                    <a:pt x="2238" y="2143"/>
                  </a:cubicBezTo>
                  <a:cubicBezTo>
                    <a:pt x="3715" y="714"/>
                    <a:pt x="5667" y="0"/>
                    <a:pt x="8001" y="0"/>
                  </a:cubicBezTo>
                  <a:cubicBezTo>
                    <a:pt x="10335" y="0"/>
                    <a:pt x="12240" y="714"/>
                    <a:pt x="13716" y="2143"/>
                  </a:cubicBezTo>
                  <a:cubicBezTo>
                    <a:pt x="15192" y="3572"/>
                    <a:pt x="15907" y="5429"/>
                    <a:pt x="15907" y="7715"/>
                  </a:cubicBezTo>
                  <a:cubicBezTo>
                    <a:pt x="15907" y="10001"/>
                    <a:pt x="15192" y="11716"/>
                    <a:pt x="13716" y="13240"/>
                  </a:cubicBezTo>
                  <a:cubicBezTo>
                    <a:pt x="12240" y="14716"/>
                    <a:pt x="10335" y="15478"/>
                    <a:pt x="8001" y="15478"/>
                  </a:cubicBezTo>
                  <a:close/>
                </a:path>
              </a:pathLst>
            </a:custGeom>
            <a:solidFill>
              <a:srgbClr val="FFFFFF"/>
            </a:solidFill>
            <a:ln w="4763" cap="flat">
              <a:noFill/>
              <a:prstDash val="solid"/>
              <a:miter/>
            </a:ln>
          </p:spPr>
          <p:txBody>
            <a:bodyPr rtlCol="0" anchor="ctr"/>
            <a:lstStyle/>
            <a:p>
              <a:endParaRPr lang="en-AU"/>
            </a:p>
          </p:txBody>
        </p:sp>
        <p:sp>
          <p:nvSpPr>
            <p:cNvPr id="20" name="Freeform: Shape 19">
              <a:extLst>
                <a:ext uri="{FF2B5EF4-FFF2-40B4-BE49-F238E27FC236}">
                  <a16:creationId xmlns:a16="http://schemas.microsoft.com/office/drawing/2014/main" id="{96B53F1D-A22F-80E1-8B95-6514DD879F3A}"/>
                </a:ext>
              </a:extLst>
            </p:cNvPr>
            <p:cNvSpPr/>
            <p:nvPr/>
          </p:nvSpPr>
          <p:spPr>
            <a:xfrm>
              <a:off x="722614" y="668274"/>
              <a:ext cx="48291" cy="53863"/>
            </a:xfrm>
            <a:custGeom>
              <a:avLst/>
              <a:gdLst>
                <a:gd name="connsiteX0" fmla="*/ 25146 w 48291"/>
                <a:gd name="connsiteY0" fmla="*/ 53769 h 53863"/>
                <a:gd name="connsiteX1" fmla="*/ 12240 w 48291"/>
                <a:gd name="connsiteY1" fmla="*/ 50911 h 53863"/>
                <a:gd name="connsiteX2" fmla="*/ 3286 w 48291"/>
                <a:gd name="connsiteY2" fmla="*/ 42100 h 53863"/>
                <a:gd name="connsiteX3" fmla="*/ 0 w 48291"/>
                <a:gd name="connsiteY3" fmla="*/ 27099 h 53863"/>
                <a:gd name="connsiteX4" fmla="*/ 3191 w 48291"/>
                <a:gd name="connsiteY4" fmla="*/ 11954 h 53863"/>
                <a:gd name="connsiteX5" fmla="*/ 12002 w 48291"/>
                <a:gd name="connsiteY5" fmla="*/ 2953 h 53863"/>
                <a:gd name="connsiteX6" fmla="*/ 25146 w 48291"/>
                <a:gd name="connsiteY6" fmla="*/ 0 h 53863"/>
                <a:gd name="connsiteX7" fmla="*/ 36528 w 48291"/>
                <a:gd name="connsiteY7" fmla="*/ 2095 h 53863"/>
                <a:gd name="connsiteX8" fmla="*/ 44625 w 48291"/>
                <a:gd name="connsiteY8" fmla="*/ 8334 h 53863"/>
                <a:gd name="connsiteX9" fmla="*/ 47816 w 48291"/>
                <a:gd name="connsiteY9" fmla="*/ 18859 h 53863"/>
                <a:gd name="connsiteX10" fmla="*/ 36528 w 48291"/>
                <a:gd name="connsiteY10" fmla="*/ 18859 h 53863"/>
                <a:gd name="connsiteX11" fmla="*/ 33338 w 48291"/>
                <a:gd name="connsiteY11" fmla="*/ 11716 h 53863"/>
                <a:gd name="connsiteX12" fmla="*/ 25241 w 48291"/>
                <a:gd name="connsiteY12" fmla="*/ 9096 h 53863"/>
                <a:gd name="connsiteX13" fmla="*/ 15097 w 48291"/>
                <a:gd name="connsiteY13" fmla="*/ 13811 h 53863"/>
                <a:gd name="connsiteX14" fmla="*/ 11859 w 48291"/>
                <a:gd name="connsiteY14" fmla="*/ 27099 h 53863"/>
                <a:gd name="connsiteX15" fmla="*/ 13287 w 48291"/>
                <a:gd name="connsiteY15" fmla="*/ 36624 h 53863"/>
                <a:gd name="connsiteX16" fmla="*/ 17717 w 48291"/>
                <a:gd name="connsiteY16" fmla="*/ 42672 h 53863"/>
                <a:gd name="connsiteX17" fmla="*/ 25289 w 48291"/>
                <a:gd name="connsiteY17" fmla="*/ 44767 h 53863"/>
                <a:gd name="connsiteX18" fmla="*/ 33671 w 48291"/>
                <a:gd name="connsiteY18" fmla="*/ 42005 h 53863"/>
                <a:gd name="connsiteX19" fmla="*/ 37005 w 48291"/>
                <a:gd name="connsiteY19" fmla="*/ 34004 h 53863"/>
                <a:gd name="connsiteX20" fmla="*/ 48292 w 48291"/>
                <a:gd name="connsiteY20" fmla="*/ 34004 h 53863"/>
                <a:gd name="connsiteX21" fmla="*/ 45101 w 48291"/>
                <a:gd name="connsiteY21" fmla="*/ 44958 h 53863"/>
                <a:gd name="connsiteX22" fmla="*/ 36909 w 48291"/>
                <a:gd name="connsiteY22" fmla="*/ 51625 h 53863"/>
                <a:gd name="connsiteX23" fmla="*/ 25241 w 48291"/>
                <a:gd name="connsiteY23" fmla="*/ 53864 h 53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8291" h="53863">
                  <a:moveTo>
                    <a:pt x="25146" y="53769"/>
                  </a:moveTo>
                  <a:cubicBezTo>
                    <a:pt x="20336" y="53769"/>
                    <a:pt x="16050" y="52816"/>
                    <a:pt x="12240" y="50911"/>
                  </a:cubicBezTo>
                  <a:cubicBezTo>
                    <a:pt x="8477" y="49006"/>
                    <a:pt x="5477" y="46053"/>
                    <a:pt x="3286" y="42100"/>
                  </a:cubicBezTo>
                  <a:cubicBezTo>
                    <a:pt x="1095" y="38148"/>
                    <a:pt x="0" y="33147"/>
                    <a:pt x="0" y="27099"/>
                  </a:cubicBezTo>
                  <a:cubicBezTo>
                    <a:pt x="0" y="21050"/>
                    <a:pt x="1048" y="15954"/>
                    <a:pt x="3191" y="11954"/>
                  </a:cubicBezTo>
                  <a:cubicBezTo>
                    <a:pt x="5334" y="7953"/>
                    <a:pt x="8239" y="4953"/>
                    <a:pt x="12002" y="2953"/>
                  </a:cubicBezTo>
                  <a:cubicBezTo>
                    <a:pt x="15764" y="952"/>
                    <a:pt x="20145" y="0"/>
                    <a:pt x="25146" y="0"/>
                  </a:cubicBezTo>
                  <a:cubicBezTo>
                    <a:pt x="29337" y="0"/>
                    <a:pt x="33147" y="714"/>
                    <a:pt x="36528" y="2095"/>
                  </a:cubicBezTo>
                  <a:cubicBezTo>
                    <a:pt x="39910" y="3477"/>
                    <a:pt x="42624" y="5572"/>
                    <a:pt x="44625" y="8334"/>
                  </a:cubicBezTo>
                  <a:cubicBezTo>
                    <a:pt x="46625" y="11097"/>
                    <a:pt x="47720" y="14621"/>
                    <a:pt x="47816" y="18859"/>
                  </a:cubicBezTo>
                  <a:lnTo>
                    <a:pt x="36528" y="18859"/>
                  </a:lnTo>
                  <a:cubicBezTo>
                    <a:pt x="36338" y="15811"/>
                    <a:pt x="35290" y="13430"/>
                    <a:pt x="33338" y="11716"/>
                  </a:cubicBezTo>
                  <a:cubicBezTo>
                    <a:pt x="31385" y="9954"/>
                    <a:pt x="28670" y="9096"/>
                    <a:pt x="25241" y="9096"/>
                  </a:cubicBezTo>
                  <a:cubicBezTo>
                    <a:pt x="20622" y="9096"/>
                    <a:pt x="17240" y="10668"/>
                    <a:pt x="15097" y="13811"/>
                  </a:cubicBezTo>
                  <a:cubicBezTo>
                    <a:pt x="12906" y="16954"/>
                    <a:pt x="11859" y="21384"/>
                    <a:pt x="11859" y="27099"/>
                  </a:cubicBezTo>
                  <a:cubicBezTo>
                    <a:pt x="11859" y="30813"/>
                    <a:pt x="12335" y="33957"/>
                    <a:pt x="13287" y="36624"/>
                  </a:cubicBezTo>
                  <a:cubicBezTo>
                    <a:pt x="14240" y="39243"/>
                    <a:pt x="15716" y="41291"/>
                    <a:pt x="17717" y="42672"/>
                  </a:cubicBezTo>
                  <a:cubicBezTo>
                    <a:pt x="19717" y="44053"/>
                    <a:pt x="22193" y="44767"/>
                    <a:pt x="25289" y="44767"/>
                  </a:cubicBezTo>
                  <a:cubicBezTo>
                    <a:pt x="28766" y="44767"/>
                    <a:pt x="31575" y="43863"/>
                    <a:pt x="33671" y="42005"/>
                  </a:cubicBezTo>
                  <a:cubicBezTo>
                    <a:pt x="35766" y="40148"/>
                    <a:pt x="36862" y="37481"/>
                    <a:pt x="37005" y="34004"/>
                  </a:cubicBezTo>
                  <a:lnTo>
                    <a:pt x="48292" y="34004"/>
                  </a:lnTo>
                  <a:cubicBezTo>
                    <a:pt x="48197" y="38338"/>
                    <a:pt x="47101" y="42005"/>
                    <a:pt x="45101" y="44958"/>
                  </a:cubicBezTo>
                  <a:cubicBezTo>
                    <a:pt x="43053" y="47911"/>
                    <a:pt x="40338" y="50149"/>
                    <a:pt x="36909" y="51625"/>
                  </a:cubicBezTo>
                  <a:cubicBezTo>
                    <a:pt x="33480" y="53102"/>
                    <a:pt x="29575" y="53864"/>
                    <a:pt x="25241" y="53864"/>
                  </a:cubicBezTo>
                  <a:close/>
                </a:path>
              </a:pathLst>
            </a:custGeom>
            <a:solidFill>
              <a:srgbClr val="FFFFFF"/>
            </a:solidFill>
            <a:ln w="4763" cap="flat">
              <a:noFill/>
              <a:prstDash val="solid"/>
              <a:miter/>
            </a:ln>
          </p:spPr>
          <p:txBody>
            <a:bodyPr rtlCol="0" anchor="ctr"/>
            <a:lstStyle/>
            <a:p>
              <a:endParaRPr lang="en-AU"/>
            </a:p>
          </p:txBody>
        </p:sp>
        <p:sp>
          <p:nvSpPr>
            <p:cNvPr id="21" name="Freeform: Shape 20">
              <a:extLst>
                <a:ext uri="{FF2B5EF4-FFF2-40B4-BE49-F238E27FC236}">
                  <a16:creationId xmlns:a16="http://schemas.microsoft.com/office/drawing/2014/main" id="{5F8A84AA-B10B-F29D-95AF-9526B3CDE28D}"/>
                </a:ext>
              </a:extLst>
            </p:cNvPr>
            <p:cNvSpPr/>
            <p:nvPr/>
          </p:nvSpPr>
          <p:spPr>
            <a:xfrm>
              <a:off x="781431" y="668131"/>
              <a:ext cx="51006" cy="53959"/>
            </a:xfrm>
            <a:custGeom>
              <a:avLst/>
              <a:gdLst>
                <a:gd name="connsiteX0" fmla="*/ 25289 w 51006"/>
                <a:gd name="connsiteY0" fmla="*/ 53959 h 53959"/>
                <a:gd name="connsiteX1" fmla="*/ 11859 w 51006"/>
                <a:gd name="connsiteY1" fmla="*/ 50768 h 53959"/>
                <a:gd name="connsiteX2" fmla="*/ 3096 w 51006"/>
                <a:gd name="connsiteY2" fmla="*/ 41577 h 53959"/>
                <a:gd name="connsiteX3" fmla="*/ 0 w 51006"/>
                <a:gd name="connsiteY3" fmla="*/ 27146 h 53959"/>
                <a:gd name="connsiteX4" fmla="*/ 3096 w 51006"/>
                <a:gd name="connsiteY4" fmla="*/ 12478 h 53959"/>
                <a:gd name="connsiteX5" fmla="*/ 11859 w 51006"/>
                <a:gd name="connsiteY5" fmla="*/ 3191 h 53959"/>
                <a:gd name="connsiteX6" fmla="*/ 25289 w 51006"/>
                <a:gd name="connsiteY6" fmla="*/ 0 h 53959"/>
                <a:gd name="connsiteX7" fmla="*/ 39005 w 51006"/>
                <a:gd name="connsiteY7" fmla="*/ 3191 h 53959"/>
                <a:gd name="connsiteX8" fmla="*/ 47863 w 51006"/>
                <a:gd name="connsiteY8" fmla="*/ 12478 h 53959"/>
                <a:gd name="connsiteX9" fmla="*/ 51006 w 51006"/>
                <a:gd name="connsiteY9" fmla="*/ 27146 h 53959"/>
                <a:gd name="connsiteX10" fmla="*/ 47863 w 51006"/>
                <a:gd name="connsiteY10" fmla="*/ 41577 h 53959"/>
                <a:gd name="connsiteX11" fmla="*/ 39005 w 51006"/>
                <a:gd name="connsiteY11" fmla="*/ 50768 h 53959"/>
                <a:gd name="connsiteX12" fmla="*/ 25289 w 51006"/>
                <a:gd name="connsiteY12" fmla="*/ 53959 h 53959"/>
                <a:gd name="connsiteX13" fmla="*/ 25289 w 51006"/>
                <a:gd name="connsiteY13" fmla="*/ 45006 h 53959"/>
                <a:gd name="connsiteX14" fmla="*/ 33576 w 51006"/>
                <a:gd name="connsiteY14" fmla="*/ 42672 h 53959"/>
                <a:gd name="connsiteX15" fmla="*/ 37909 w 51006"/>
                <a:gd name="connsiteY15" fmla="*/ 36290 h 53959"/>
                <a:gd name="connsiteX16" fmla="*/ 39195 w 51006"/>
                <a:gd name="connsiteY16" fmla="*/ 27242 h 53959"/>
                <a:gd name="connsiteX17" fmla="*/ 37909 w 51006"/>
                <a:gd name="connsiteY17" fmla="*/ 18002 h 53959"/>
                <a:gd name="connsiteX18" fmla="*/ 33576 w 51006"/>
                <a:gd name="connsiteY18" fmla="*/ 11525 h 53959"/>
                <a:gd name="connsiteX19" fmla="*/ 25289 w 51006"/>
                <a:gd name="connsiteY19" fmla="*/ 9144 h 53959"/>
                <a:gd name="connsiteX20" fmla="*/ 17335 w 51006"/>
                <a:gd name="connsiteY20" fmla="*/ 11525 h 53959"/>
                <a:gd name="connsiteX21" fmla="*/ 13097 w 51006"/>
                <a:gd name="connsiteY21" fmla="*/ 18002 h 53959"/>
                <a:gd name="connsiteX22" fmla="*/ 11811 w 51006"/>
                <a:gd name="connsiteY22" fmla="*/ 27242 h 53959"/>
                <a:gd name="connsiteX23" fmla="*/ 13097 w 51006"/>
                <a:gd name="connsiteY23" fmla="*/ 36290 h 53959"/>
                <a:gd name="connsiteX24" fmla="*/ 17335 w 51006"/>
                <a:gd name="connsiteY24" fmla="*/ 42672 h 53959"/>
                <a:gd name="connsiteX25" fmla="*/ 25289 w 51006"/>
                <a:gd name="connsiteY25" fmla="*/ 45006 h 53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006" h="53959">
                  <a:moveTo>
                    <a:pt x="25289" y="53959"/>
                  </a:moveTo>
                  <a:cubicBezTo>
                    <a:pt x="20145" y="53959"/>
                    <a:pt x="15621" y="52911"/>
                    <a:pt x="11859" y="50768"/>
                  </a:cubicBezTo>
                  <a:cubicBezTo>
                    <a:pt x="8049" y="48673"/>
                    <a:pt x="5144" y="45577"/>
                    <a:pt x="3096" y="41577"/>
                  </a:cubicBezTo>
                  <a:cubicBezTo>
                    <a:pt x="1048" y="37576"/>
                    <a:pt x="0" y="32766"/>
                    <a:pt x="0" y="27146"/>
                  </a:cubicBezTo>
                  <a:cubicBezTo>
                    <a:pt x="0" y="21527"/>
                    <a:pt x="1048" y="16574"/>
                    <a:pt x="3096" y="12478"/>
                  </a:cubicBezTo>
                  <a:cubicBezTo>
                    <a:pt x="5144" y="8382"/>
                    <a:pt x="8049" y="5334"/>
                    <a:pt x="11859" y="3191"/>
                  </a:cubicBezTo>
                  <a:cubicBezTo>
                    <a:pt x="15669" y="1048"/>
                    <a:pt x="20145" y="0"/>
                    <a:pt x="25289" y="0"/>
                  </a:cubicBezTo>
                  <a:cubicBezTo>
                    <a:pt x="30432" y="0"/>
                    <a:pt x="35147" y="1048"/>
                    <a:pt x="39005" y="3191"/>
                  </a:cubicBezTo>
                  <a:cubicBezTo>
                    <a:pt x="42863" y="5334"/>
                    <a:pt x="45815" y="8430"/>
                    <a:pt x="47863" y="12478"/>
                  </a:cubicBezTo>
                  <a:cubicBezTo>
                    <a:pt x="49959" y="16526"/>
                    <a:pt x="51006" y="21431"/>
                    <a:pt x="51006" y="27146"/>
                  </a:cubicBezTo>
                  <a:cubicBezTo>
                    <a:pt x="51006" y="32861"/>
                    <a:pt x="49959" y="37529"/>
                    <a:pt x="47863" y="41577"/>
                  </a:cubicBezTo>
                  <a:cubicBezTo>
                    <a:pt x="45768" y="45577"/>
                    <a:pt x="42815" y="48673"/>
                    <a:pt x="39005" y="50768"/>
                  </a:cubicBezTo>
                  <a:cubicBezTo>
                    <a:pt x="35195" y="52911"/>
                    <a:pt x="30623" y="53959"/>
                    <a:pt x="25289" y="53959"/>
                  </a:cubicBezTo>
                  <a:close/>
                  <a:moveTo>
                    <a:pt x="25289" y="45006"/>
                  </a:moveTo>
                  <a:cubicBezTo>
                    <a:pt x="28765" y="45006"/>
                    <a:pt x="31528" y="44244"/>
                    <a:pt x="33576" y="42672"/>
                  </a:cubicBezTo>
                  <a:cubicBezTo>
                    <a:pt x="35623" y="41100"/>
                    <a:pt x="37052" y="38957"/>
                    <a:pt x="37909" y="36290"/>
                  </a:cubicBezTo>
                  <a:cubicBezTo>
                    <a:pt x="38767" y="33576"/>
                    <a:pt x="39195" y="30575"/>
                    <a:pt x="39195" y="27242"/>
                  </a:cubicBezTo>
                  <a:cubicBezTo>
                    <a:pt x="39195" y="23908"/>
                    <a:pt x="38767" y="20717"/>
                    <a:pt x="37909" y="18002"/>
                  </a:cubicBezTo>
                  <a:cubicBezTo>
                    <a:pt x="37052" y="15288"/>
                    <a:pt x="35623" y="13097"/>
                    <a:pt x="33576" y="11525"/>
                  </a:cubicBezTo>
                  <a:cubicBezTo>
                    <a:pt x="31528" y="9954"/>
                    <a:pt x="28765" y="9144"/>
                    <a:pt x="25289" y="9144"/>
                  </a:cubicBezTo>
                  <a:cubicBezTo>
                    <a:pt x="21812" y="9144"/>
                    <a:pt x="19288" y="9954"/>
                    <a:pt x="17335" y="11525"/>
                  </a:cubicBezTo>
                  <a:cubicBezTo>
                    <a:pt x="15383" y="13097"/>
                    <a:pt x="13954" y="15288"/>
                    <a:pt x="13097" y="18002"/>
                  </a:cubicBezTo>
                  <a:cubicBezTo>
                    <a:pt x="12240" y="20717"/>
                    <a:pt x="11811" y="23813"/>
                    <a:pt x="11811" y="27242"/>
                  </a:cubicBezTo>
                  <a:cubicBezTo>
                    <a:pt x="11811" y="30671"/>
                    <a:pt x="12240" y="33623"/>
                    <a:pt x="13097" y="36290"/>
                  </a:cubicBezTo>
                  <a:cubicBezTo>
                    <a:pt x="13954" y="38957"/>
                    <a:pt x="15383" y="41100"/>
                    <a:pt x="17335" y="42672"/>
                  </a:cubicBezTo>
                  <a:cubicBezTo>
                    <a:pt x="19288" y="44244"/>
                    <a:pt x="21955" y="45006"/>
                    <a:pt x="25289" y="45006"/>
                  </a:cubicBezTo>
                  <a:close/>
                </a:path>
              </a:pathLst>
            </a:custGeom>
            <a:solidFill>
              <a:srgbClr val="FFFFFF"/>
            </a:solidFill>
            <a:ln w="4763" cap="flat">
              <a:noFill/>
              <a:prstDash val="solid"/>
              <a:miter/>
            </a:ln>
          </p:spPr>
          <p:txBody>
            <a:bodyPr rtlCol="0" anchor="ctr"/>
            <a:lstStyle/>
            <a:p>
              <a:endParaRPr lang="en-AU"/>
            </a:p>
          </p:txBody>
        </p:sp>
        <p:sp>
          <p:nvSpPr>
            <p:cNvPr id="22" name="Freeform: Shape 21">
              <a:extLst>
                <a:ext uri="{FF2B5EF4-FFF2-40B4-BE49-F238E27FC236}">
                  <a16:creationId xmlns:a16="http://schemas.microsoft.com/office/drawing/2014/main" id="{FAAE04F8-E0A4-E41B-99C3-D94500EC54D9}"/>
                </a:ext>
              </a:extLst>
            </p:cNvPr>
            <p:cNvSpPr/>
            <p:nvPr/>
          </p:nvSpPr>
          <p:spPr>
            <a:xfrm>
              <a:off x="845772" y="668321"/>
              <a:ext cx="79724" cy="52911"/>
            </a:xfrm>
            <a:custGeom>
              <a:avLst/>
              <a:gdLst>
                <a:gd name="connsiteX0" fmla="*/ 48 w 79724"/>
                <a:gd name="connsiteY0" fmla="*/ 52911 h 52911"/>
                <a:gd name="connsiteX1" fmla="*/ 48 w 79724"/>
                <a:gd name="connsiteY1" fmla="*/ 810 h 52911"/>
                <a:gd name="connsiteX2" fmla="*/ 11144 w 79724"/>
                <a:gd name="connsiteY2" fmla="*/ 810 h 52911"/>
                <a:gd name="connsiteX3" fmla="*/ 11430 w 79724"/>
                <a:gd name="connsiteY3" fmla="*/ 8715 h 52911"/>
                <a:gd name="connsiteX4" fmla="*/ 18336 w 79724"/>
                <a:gd name="connsiteY4" fmla="*/ 2762 h 52911"/>
                <a:gd name="connsiteX5" fmla="*/ 29432 w 79724"/>
                <a:gd name="connsiteY5" fmla="*/ 48 h 52911"/>
                <a:gd name="connsiteX6" fmla="*/ 41720 w 79724"/>
                <a:gd name="connsiteY6" fmla="*/ 5048 h 52911"/>
                <a:gd name="connsiteX7" fmla="*/ 45720 w 79724"/>
                <a:gd name="connsiteY7" fmla="*/ 19098 h 52911"/>
                <a:gd name="connsiteX8" fmla="*/ 45720 w 79724"/>
                <a:gd name="connsiteY8" fmla="*/ 52864 h 52911"/>
                <a:gd name="connsiteX9" fmla="*/ 34100 w 79724"/>
                <a:gd name="connsiteY9" fmla="*/ 52864 h 52911"/>
                <a:gd name="connsiteX10" fmla="*/ 34100 w 79724"/>
                <a:gd name="connsiteY10" fmla="*/ 20622 h 52911"/>
                <a:gd name="connsiteX11" fmla="*/ 33338 w 79724"/>
                <a:gd name="connsiteY11" fmla="*/ 14764 h 52911"/>
                <a:gd name="connsiteX12" fmla="*/ 30671 w 79724"/>
                <a:gd name="connsiteY12" fmla="*/ 10811 h 52911"/>
                <a:gd name="connsiteX13" fmla="*/ 25384 w 79724"/>
                <a:gd name="connsiteY13" fmla="*/ 9382 h 52911"/>
                <a:gd name="connsiteX14" fmla="*/ 17193 w 79724"/>
                <a:gd name="connsiteY14" fmla="*/ 11716 h 52911"/>
                <a:gd name="connsiteX15" fmla="*/ 11573 w 79724"/>
                <a:gd name="connsiteY15" fmla="*/ 17002 h 52911"/>
                <a:gd name="connsiteX16" fmla="*/ 11573 w 79724"/>
                <a:gd name="connsiteY16" fmla="*/ 52864 h 52911"/>
                <a:gd name="connsiteX17" fmla="*/ 0 w 79724"/>
                <a:gd name="connsiteY17" fmla="*/ 52864 h 52911"/>
                <a:gd name="connsiteX18" fmla="*/ 68199 w 79724"/>
                <a:gd name="connsiteY18" fmla="*/ 52911 h 52911"/>
                <a:gd name="connsiteX19" fmla="*/ 68199 w 79724"/>
                <a:gd name="connsiteY19" fmla="*/ 20669 h 52911"/>
                <a:gd name="connsiteX20" fmla="*/ 67437 w 79724"/>
                <a:gd name="connsiteY20" fmla="*/ 14811 h 52911"/>
                <a:gd name="connsiteX21" fmla="*/ 64770 w 79724"/>
                <a:gd name="connsiteY21" fmla="*/ 10858 h 52911"/>
                <a:gd name="connsiteX22" fmla="*/ 59484 w 79724"/>
                <a:gd name="connsiteY22" fmla="*/ 9430 h 52911"/>
                <a:gd name="connsiteX23" fmla="*/ 51292 w 79724"/>
                <a:gd name="connsiteY23" fmla="*/ 11668 h 52911"/>
                <a:gd name="connsiteX24" fmla="*/ 45529 w 79724"/>
                <a:gd name="connsiteY24" fmla="*/ 16812 h 52911"/>
                <a:gd name="connsiteX25" fmla="*/ 43958 w 79724"/>
                <a:gd name="connsiteY25" fmla="*/ 9096 h 52911"/>
                <a:gd name="connsiteX26" fmla="*/ 52006 w 79724"/>
                <a:gd name="connsiteY26" fmla="*/ 2810 h 52911"/>
                <a:gd name="connsiteX27" fmla="*/ 63484 w 79724"/>
                <a:gd name="connsiteY27" fmla="*/ 0 h 52911"/>
                <a:gd name="connsiteX28" fmla="*/ 75724 w 79724"/>
                <a:gd name="connsiteY28" fmla="*/ 5001 h 52911"/>
                <a:gd name="connsiteX29" fmla="*/ 79724 w 79724"/>
                <a:gd name="connsiteY29" fmla="*/ 19050 h 52911"/>
                <a:gd name="connsiteX30" fmla="*/ 79724 w 79724"/>
                <a:gd name="connsiteY30" fmla="*/ 52816 h 52911"/>
                <a:gd name="connsiteX31" fmla="*/ 68199 w 79724"/>
                <a:gd name="connsiteY31" fmla="*/ 52816 h 52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79724" h="52911">
                  <a:moveTo>
                    <a:pt x="48" y="52911"/>
                  </a:moveTo>
                  <a:lnTo>
                    <a:pt x="48" y="810"/>
                  </a:lnTo>
                  <a:lnTo>
                    <a:pt x="11144" y="810"/>
                  </a:lnTo>
                  <a:lnTo>
                    <a:pt x="11430" y="8715"/>
                  </a:lnTo>
                  <a:cubicBezTo>
                    <a:pt x="13049" y="6525"/>
                    <a:pt x="15383" y="4572"/>
                    <a:pt x="18336" y="2762"/>
                  </a:cubicBezTo>
                  <a:cubicBezTo>
                    <a:pt x="21288" y="952"/>
                    <a:pt x="25003" y="48"/>
                    <a:pt x="29432" y="48"/>
                  </a:cubicBezTo>
                  <a:cubicBezTo>
                    <a:pt x="34957" y="48"/>
                    <a:pt x="39052" y="1715"/>
                    <a:pt x="41720" y="5048"/>
                  </a:cubicBezTo>
                  <a:cubicBezTo>
                    <a:pt x="44387" y="8382"/>
                    <a:pt x="45720" y="13097"/>
                    <a:pt x="45720" y="19098"/>
                  </a:cubicBezTo>
                  <a:lnTo>
                    <a:pt x="45720" y="52864"/>
                  </a:lnTo>
                  <a:lnTo>
                    <a:pt x="34100" y="52864"/>
                  </a:lnTo>
                  <a:lnTo>
                    <a:pt x="34100" y="20622"/>
                  </a:lnTo>
                  <a:cubicBezTo>
                    <a:pt x="34100" y="18431"/>
                    <a:pt x="33861" y="16478"/>
                    <a:pt x="33338" y="14764"/>
                  </a:cubicBezTo>
                  <a:cubicBezTo>
                    <a:pt x="32814" y="13049"/>
                    <a:pt x="31909" y="11763"/>
                    <a:pt x="30671" y="10811"/>
                  </a:cubicBezTo>
                  <a:cubicBezTo>
                    <a:pt x="29385" y="9858"/>
                    <a:pt x="27670" y="9382"/>
                    <a:pt x="25384" y="9382"/>
                  </a:cubicBezTo>
                  <a:cubicBezTo>
                    <a:pt x="22193" y="9382"/>
                    <a:pt x="19431" y="10144"/>
                    <a:pt x="17193" y="11716"/>
                  </a:cubicBezTo>
                  <a:cubicBezTo>
                    <a:pt x="14954" y="13287"/>
                    <a:pt x="13097" y="15002"/>
                    <a:pt x="11573" y="17002"/>
                  </a:cubicBezTo>
                  <a:lnTo>
                    <a:pt x="11573" y="52864"/>
                  </a:lnTo>
                  <a:lnTo>
                    <a:pt x="0" y="52864"/>
                  </a:lnTo>
                  <a:close/>
                  <a:moveTo>
                    <a:pt x="68199" y="52911"/>
                  </a:moveTo>
                  <a:lnTo>
                    <a:pt x="68199" y="20669"/>
                  </a:lnTo>
                  <a:cubicBezTo>
                    <a:pt x="68199" y="18479"/>
                    <a:pt x="67961" y="16526"/>
                    <a:pt x="67437" y="14811"/>
                  </a:cubicBezTo>
                  <a:cubicBezTo>
                    <a:pt x="66913" y="13097"/>
                    <a:pt x="66008" y="11811"/>
                    <a:pt x="64770" y="10858"/>
                  </a:cubicBezTo>
                  <a:cubicBezTo>
                    <a:pt x="63484" y="9906"/>
                    <a:pt x="61770" y="9430"/>
                    <a:pt x="59484" y="9430"/>
                  </a:cubicBezTo>
                  <a:cubicBezTo>
                    <a:pt x="56293" y="9430"/>
                    <a:pt x="53531" y="10144"/>
                    <a:pt x="51292" y="11668"/>
                  </a:cubicBezTo>
                  <a:cubicBezTo>
                    <a:pt x="49054" y="13144"/>
                    <a:pt x="47101" y="14859"/>
                    <a:pt x="45529" y="16812"/>
                  </a:cubicBezTo>
                  <a:lnTo>
                    <a:pt x="43958" y="9096"/>
                  </a:lnTo>
                  <a:cubicBezTo>
                    <a:pt x="46101" y="6763"/>
                    <a:pt x="48768" y="4667"/>
                    <a:pt x="52006" y="2810"/>
                  </a:cubicBezTo>
                  <a:cubicBezTo>
                    <a:pt x="55245" y="952"/>
                    <a:pt x="59055" y="0"/>
                    <a:pt x="63484" y="0"/>
                  </a:cubicBezTo>
                  <a:cubicBezTo>
                    <a:pt x="68961" y="0"/>
                    <a:pt x="73057" y="1667"/>
                    <a:pt x="75724" y="5001"/>
                  </a:cubicBezTo>
                  <a:cubicBezTo>
                    <a:pt x="78391" y="8334"/>
                    <a:pt x="79724" y="13049"/>
                    <a:pt x="79724" y="19050"/>
                  </a:cubicBezTo>
                  <a:lnTo>
                    <a:pt x="79724" y="52816"/>
                  </a:lnTo>
                  <a:lnTo>
                    <a:pt x="68199" y="52816"/>
                  </a:lnTo>
                  <a:close/>
                </a:path>
              </a:pathLst>
            </a:custGeom>
            <a:solidFill>
              <a:srgbClr val="FFFFFF"/>
            </a:solidFill>
            <a:ln w="4763" cap="flat">
              <a:noFill/>
              <a:prstDash val="solid"/>
              <a:miter/>
            </a:ln>
          </p:spPr>
          <p:txBody>
            <a:bodyPr rtlCol="0" anchor="ctr"/>
            <a:lstStyle/>
            <a:p>
              <a:endParaRPr lang="en-AU"/>
            </a:p>
          </p:txBody>
        </p:sp>
      </p:grpSp>
    </p:spTree>
    <p:extLst>
      <p:ext uri="{BB962C8B-B14F-4D97-AF65-F5344CB8AC3E}">
        <p14:creationId xmlns:p14="http://schemas.microsoft.com/office/powerpoint/2010/main" val="222273605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slide" preserve="1" userDrawn="1">
  <p:cSld name="1_Title slide">
    <p:bg>
      <p:bgPr>
        <a:solidFill>
          <a:schemeClr val="tx1"/>
        </a:solidFill>
        <a:effectLst/>
      </p:bgPr>
    </p:bg>
    <p:spTree>
      <p:nvGrpSpPr>
        <p:cNvPr id="1" name="Shape 9"/>
        <p:cNvGrpSpPr/>
        <p:nvPr/>
      </p:nvGrpSpPr>
      <p:grpSpPr>
        <a:xfrm>
          <a:off x="0" y="0"/>
          <a:ext cx="0" cy="0"/>
          <a:chOff x="0" y="0"/>
          <a:chExt cx="0" cy="0"/>
        </a:xfrm>
      </p:grpSpPr>
      <p:sp>
        <p:nvSpPr>
          <p:cNvPr id="5" name="Google Shape;10;p2">
            <a:extLst>
              <a:ext uri="{FF2B5EF4-FFF2-40B4-BE49-F238E27FC236}">
                <a16:creationId xmlns:a16="http://schemas.microsoft.com/office/drawing/2014/main" id="{7DE77569-CF12-8ADA-417E-A17EED745482}"/>
              </a:ext>
            </a:extLst>
          </p:cNvPr>
          <p:cNvSpPr txBox="1">
            <a:spLocks noGrp="1"/>
          </p:cNvSpPr>
          <p:nvPr>
            <p:ph type="ctrTitle" hasCustomPrompt="1"/>
          </p:nvPr>
        </p:nvSpPr>
        <p:spPr>
          <a:xfrm>
            <a:off x="311708" y="3257550"/>
            <a:ext cx="8520600" cy="1047749"/>
          </a:xfrm>
          <a:prstGeom prst="rect">
            <a:avLst/>
          </a:prstGeom>
        </p:spPr>
        <p:txBody>
          <a:bodyPr spcFirstLastPara="1" wrap="square" lIns="90000" tIns="90000" rIns="90000" bIns="36000" anchor="b" anchorCtr="0">
            <a:noAutofit/>
          </a:bodyPr>
          <a:lstStyle>
            <a:lvl1pPr lvl="0" algn="l">
              <a:spcBef>
                <a:spcPts val="0"/>
              </a:spcBef>
              <a:spcAft>
                <a:spcPts val="0"/>
              </a:spcAft>
              <a:buSzPts val="5200"/>
              <a:buNone/>
              <a:defRPr sz="2800" b="1">
                <a:solidFill>
                  <a:schemeClr val="bg1"/>
                </a:solidFill>
                <a:latin typeface="PP Neue Machina Plain Ultrabold" pitchFamily="50" charset="0"/>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br>
              <a:rPr lang="en-IN" dirty="0"/>
            </a:br>
            <a:r>
              <a:rPr lang="en-IN" dirty="0"/>
              <a:t>Click here to </a:t>
            </a:r>
            <a:br>
              <a:rPr lang="en-IN" dirty="0"/>
            </a:br>
            <a:r>
              <a:rPr lang="en-IN" dirty="0"/>
              <a:t>add title</a:t>
            </a:r>
            <a:endParaRPr dirty="0"/>
          </a:p>
        </p:txBody>
      </p:sp>
      <p:sp>
        <p:nvSpPr>
          <p:cNvPr id="6" name="Google Shape;11;p2">
            <a:extLst>
              <a:ext uri="{FF2B5EF4-FFF2-40B4-BE49-F238E27FC236}">
                <a16:creationId xmlns:a16="http://schemas.microsoft.com/office/drawing/2014/main" id="{0C50BD5F-C55E-53AD-DB29-26F4E5A5E512}"/>
              </a:ext>
            </a:extLst>
          </p:cNvPr>
          <p:cNvSpPr txBox="1">
            <a:spLocks noGrp="1"/>
          </p:cNvSpPr>
          <p:nvPr>
            <p:ph type="subTitle" idx="1"/>
          </p:nvPr>
        </p:nvSpPr>
        <p:spPr>
          <a:xfrm>
            <a:off x="304800" y="4324350"/>
            <a:ext cx="8520600" cy="457200"/>
          </a:xfrm>
          <a:prstGeom prst="rect">
            <a:avLst/>
          </a:prstGeom>
        </p:spPr>
        <p:txBody>
          <a:bodyPr spcFirstLastPara="1" wrap="square" lIns="90000" tIns="90000" rIns="90000" bIns="90000" anchor="t" anchorCtr="0">
            <a:noAutofit/>
          </a:bodyPr>
          <a:lstStyle>
            <a:lvl1pPr marL="0" lvl="0" indent="0" algn="l">
              <a:lnSpc>
                <a:spcPct val="100000"/>
              </a:lnSpc>
              <a:spcBef>
                <a:spcPts val="0"/>
              </a:spcBef>
              <a:spcAft>
                <a:spcPts val="0"/>
              </a:spcAft>
              <a:buSzPts val="2800"/>
              <a:buNone/>
              <a:defRPr sz="1800">
                <a:solidFill>
                  <a:schemeClr val="accent4"/>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dirty="0"/>
          </a:p>
        </p:txBody>
      </p:sp>
      <p:sp>
        <p:nvSpPr>
          <p:cNvPr id="9" name="Freeform: Shape 8">
            <a:extLst>
              <a:ext uri="{FF2B5EF4-FFF2-40B4-BE49-F238E27FC236}">
                <a16:creationId xmlns:a16="http://schemas.microsoft.com/office/drawing/2014/main" id="{92934341-19CE-7349-296A-322626C7B138}"/>
              </a:ext>
            </a:extLst>
          </p:cNvPr>
          <p:cNvSpPr/>
          <p:nvPr/>
        </p:nvSpPr>
        <p:spPr>
          <a:xfrm>
            <a:off x="0" y="0"/>
            <a:ext cx="9144000" cy="857250"/>
          </a:xfrm>
          <a:custGeom>
            <a:avLst/>
            <a:gdLst>
              <a:gd name="connsiteX0" fmla="*/ 0 w 9144000"/>
              <a:gd name="connsiteY0" fmla="*/ 0 h 857250"/>
              <a:gd name="connsiteX1" fmla="*/ 0 w 9144000"/>
              <a:gd name="connsiteY1" fmla="*/ 857250 h 857250"/>
              <a:gd name="connsiteX2" fmla="*/ 7540609 w 9144000"/>
              <a:gd name="connsiteY2" fmla="*/ 857250 h 857250"/>
              <a:gd name="connsiteX3" fmla="*/ 8245698 w 9144000"/>
              <a:gd name="connsiteY3" fmla="*/ 707422 h 857250"/>
              <a:gd name="connsiteX4" fmla="*/ 8933831 w 9144000"/>
              <a:gd name="connsiteY4" fmla="*/ 857250 h 857250"/>
              <a:gd name="connsiteX5" fmla="*/ 9144000 w 9144000"/>
              <a:gd name="connsiteY5" fmla="*/ 857250 h 857250"/>
              <a:gd name="connsiteX6" fmla="*/ 9144000 w 9144000"/>
              <a:gd name="connsiteY6" fmla="*/ 0 h 857250"/>
              <a:gd name="connsiteX7" fmla="*/ 0 w 9144000"/>
              <a:gd name="connsiteY7" fmla="*/ 0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0" h="857250">
                <a:moveTo>
                  <a:pt x="0" y="0"/>
                </a:moveTo>
                <a:lnTo>
                  <a:pt x="0" y="857250"/>
                </a:lnTo>
                <a:lnTo>
                  <a:pt x="7540609" y="857250"/>
                </a:lnTo>
                <a:lnTo>
                  <a:pt x="8245698" y="707422"/>
                </a:lnTo>
                <a:lnTo>
                  <a:pt x="8933831" y="857250"/>
                </a:lnTo>
                <a:lnTo>
                  <a:pt x="9144000" y="857250"/>
                </a:lnTo>
                <a:lnTo>
                  <a:pt x="9144000" y="0"/>
                </a:lnTo>
                <a:lnTo>
                  <a:pt x="0" y="0"/>
                </a:lnTo>
                <a:close/>
              </a:path>
            </a:pathLst>
          </a:custGeom>
          <a:gradFill>
            <a:gsLst>
              <a:gs pos="0">
                <a:srgbClr val="6164AD"/>
              </a:gs>
              <a:gs pos="50000">
                <a:srgbClr val="5C54A4"/>
              </a:gs>
              <a:gs pos="100000">
                <a:srgbClr val="58449B"/>
              </a:gs>
            </a:gsLst>
            <a:lin ang="0" scaled="1"/>
          </a:gradFill>
          <a:ln w="81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lvl="0" defTabSz="914400" eaLnBrk="1" latinLnBrk="0" hangingPunct="1"/>
            <a:endParaRPr lang="en-AU" sz="1800" kern="1200">
              <a:solidFill>
                <a:schemeClr val="tx1"/>
              </a:solidFill>
              <a:latin typeface="+mn-lt"/>
              <a:ea typeface="+mn-ea"/>
              <a:cs typeface="+mn-cs"/>
            </a:endParaRPr>
          </a:p>
        </p:txBody>
      </p:sp>
      <p:sp>
        <p:nvSpPr>
          <p:cNvPr id="10" name="Freeform: Shape 9">
            <a:extLst>
              <a:ext uri="{FF2B5EF4-FFF2-40B4-BE49-F238E27FC236}">
                <a16:creationId xmlns:a16="http://schemas.microsoft.com/office/drawing/2014/main" id="{39DA85C7-A401-0B1C-EBA4-467E24D78BC2}"/>
              </a:ext>
            </a:extLst>
          </p:cNvPr>
          <p:cNvSpPr/>
          <p:nvPr/>
        </p:nvSpPr>
        <p:spPr>
          <a:xfrm>
            <a:off x="7540608" y="437149"/>
            <a:ext cx="1246536" cy="285083"/>
          </a:xfrm>
          <a:custGeom>
            <a:avLst/>
            <a:gdLst>
              <a:gd name="connsiteX0" fmla="*/ 718995 w 1246536"/>
              <a:gd name="connsiteY0" fmla="*/ 0 h 285083"/>
              <a:gd name="connsiteX1" fmla="*/ 769239 w 1246536"/>
              <a:gd name="connsiteY1" fmla="*/ 10668 h 285083"/>
              <a:gd name="connsiteX2" fmla="*/ 842391 w 1246536"/>
              <a:gd name="connsiteY2" fmla="*/ 94726 h 285083"/>
              <a:gd name="connsiteX3" fmla="*/ 769239 w 1246536"/>
              <a:gd name="connsiteY3" fmla="*/ 147876 h 285083"/>
              <a:gd name="connsiteX4" fmla="*/ 718995 w 1246536"/>
              <a:gd name="connsiteY4" fmla="*/ 137208 h 285083"/>
              <a:gd name="connsiteX5" fmla="*/ 718995 w 1246536"/>
              <a:gd name="connsiteY5" fmla="*/ 48 h 285083"/>
              <a:gd name="connsiteX6" fmla="*/ 769239 w 1246536"/>
              <a:gd name="connsiteY6" fmla="*/ 116681 h 285083"/>
              <a:gd name="connsiteX7" fmla="*/ 808530 w 1246536"/>
              <a:gd name="connsiteY7" fmla="*/ 87487 h 285083"/>
              <a:gd name="connsiteX8" fmla="*/ 769239 w 1246536"/>
              <a:gd name="connsiteY8" fmla="*/ 41577 h 285083"/>
              <a:gd name="connsiteX9" fmla="*/ 752856 w 1246536"/>
              <a:gd name="connsiteY9" fmla="*/ 38100 h 285083"/>
              <a:gd name="connsiteX10" fmla="*/ 752856 w 1246536"/>
              <a:gd name="connsiteY10" fmla="*/ 113205 h 285083"/>
              <a:gd name="connsiteX11" fmla="*/ 769239 w 1246536"/>
              <a:gd name="connsiteY11" fmla="*/ 116681 h 285083"/>
              <a:gd name="connsiteX12" fmla="*/ 947024 w 1246536"/>
              <a:gd name="connsiteY12" fmla="*/ 48482 h 285083"/>
              <a:gd name="connsiteX13" fmla="*/ 947024 w 1246536"/>
              <a:gd name="connsiteY13" fmla="*/ 79391 h 285083"/>
              <a:gd name="connsiteX14" fmla="*/ 917067 w 1246536"/>
              <a:gd name="connsiteY14" fmla="*/ 73009 h 285083"/>
              <a:gd name="connsiteX15" fmla="*/ 917067 w 1246536"/>
              <a:gd name="connsiteY15" fmla="*/ 148114 h 285083"/>
              <a:gd name="connsiteX16" fmla="*/ 947024 w 1246536"/>
              <a:gd name="connsiteY16" fmla="*/ 154496 h 285083"/>
              <a:gd name="connsiteX17" fmla="*/ 947024 w 1246536"/>
              <a:gd name="connsiteY17" fmla="*/ 185642 h 285083"/>
              <a:gd name="connsiteX18" fmla="*/ 853393 w 1246536"/>
              <a:gd name="connsiteY18" fmla="*/ 165735 h 285083"/>
              <a:gd name="connsiteX19" fmla="*/ 853393 w 1246536"/>
              <a:gd name="connsiteY19" fmla="*/ 134588 h 285083"/>
              <a:gd name="connsiteX20" fmla="*/ 883349 w 1246536"/>
              <a:gd name="connsiteY20" fmla="*/ 140970 h 285083"/>
              <a:gd name="connsiteX21" fmla="*/ 883349 w 1246536"/>
              <a:gd name="connsiteY21" fmla="*/ 65865 h 285083"/>
              <a:gd name="connsiteX22" fmla="*/ 853393 w 1246536"/>
              <a:gd name="connsiteY22" fmla="*/ 59484 h 285083"/>
              <a:gd name="connsiteX23" fmla="*/ 853393 w 1246536"/>
              <a:gd name="connsiteY23" fmla="*/ 28575 h 285083"/>
              <a:gd name="connsiteX24" fmla="*/ 947024 w 1246536"/>
              <a:gd name="connsiteY24" fmla="*/ 48482 h 285083"/>
              <a:gd name="connsiteX25" fmla="*/ 1026319 w 1246536"/>
              <a:gd name="connsiteY25" fmla="*/ 62579 h 285083"/>
              <a:gd name="connsiteX26" fmla="*/ 1094994 w 1246536"/>
              <a:gd name="connsiteY26" fmla="*/ 148399 h 285083"/>
              <a:gd name="connsiteX27" fmla="*/ 1026319 w 1246536"/>
              <a:gd name="connsiteY27" fmla="*/ 205216 h 285083"/>
              <a:gd name="connsiteX28" fmla="*/ 957263 w 1246536"/>
              <a:gd name="connsiteY28" fmla="*/ 119158 h 285083"/>
              <a:gd name="connsiteX29" fmla="*/ 1026319 w 1246536"/>
              <a:gd name="connsiteY29" fmla="*/ 62627 h 285083"/>
              <a:gd name="connsiteX30" fmla="*/ 1026319 w 1246536"/>
              <a:gd name="connsiteY30" fmla="*/ 173117 h 285083"/>
              <a:gd name="connsiteX31" fmla="*/ 1060180 w 1246536"/>
              <a:gd name="connsiteY31" fmla="*/ 141018 h 285083"/>
              <a:gd name="connsiteX32" fmla="*/ 1026319 w 1246536"/>
              <a:gd name="connsiteY32" fmla="*/ 94726 h 285083"/>
              <a:gd name="connsiteX33" fmla="*/ 992267 w 1246536"/>
              <a:gd name="connsiteY33" fmla="*/ 126587 h 285083"/>
              <a:gd name="connsiteX34" fmla="*/ 1026319 w 1246536"/>
              <a:gd name="connsiteY34" fmla="*/ 173117 h 285083"/>
              <a:gd name="connsiteX35" fmla="*/ 1111949 w 1246536"/>
              <a:gd name="connsiteY35" fmla="*/ 83534 h 285083"/>
              <a:gd name="connsiteX36" fmla="*/ 1175814 w 1246536"/>
              <a:gd name="connsiteY36" fmla="*/ 97107 h 285083"/>
              <a:gd name="connsiteX37" fmla="*/ 1212675 w 1246536"/>
              <a:gd name="connsiteY37" fmla="*/ 230791 h 285083"/>
              <a:gd name="connsiteX38" fmla="*/ 1212675 w 1246536"/>
              <a:gd name="connsiteY38" fmla="*/ 104918 h 285083"/>
              <a:gd name="connsiteX39" fmla="*/ 1246537 w 1246536"/>
              <a:gd name="connsiteY39" fmla="*/ 112109 h 285083"/>
              <a:gd name="connsiteX40" fmla="*/ 1246537 w 1246536"/>
              <a:gd name="connsiteY40" fmla="*/ 249269 h 285083"/>
              <a:gd name="connsiteX41" fmla="*/ 1182672 w 1246536"/>
              <a:gd name="connsiteY41" fmla="*/ 235696 h 285083"/>
              <a:gd name="connsiteX42" fmla="*/ 1145810 w 1246536"/>
              <a:gd name="connsiteY42" fmla="*/ 102013 h 285083"/>
              <a:gd name="connsiteX43" fmla="*/ 1145810 w 1246536"/>
              <a:gd name="connsiteY43" fmla="*/ 227886 h 285083"/>
              <a:gd name="connsiteX44" fmla="*/ 1111949 w 1246536"/>
              <a:gd name="connsiteY44" fmla="*/ 220694 h 285083"/>
              <a:gd name="connsiteX45" fmla="*/ 1111949 w 1246536"/>
              <a:gd name="connsiteY45" fmla="*/ 83534 h 285083"/>
              <a:gd name="connsiteX46" fmla="*/ 42101 w 1246536"/>
              <a:gd name="connsiteY46" fmla="*/ 138970 h 285083"/>
              <a:gd name="connsiteX47" fmla="*/ 104108 w 1246536"/>
              <a:gd name="connsiteY47" fmla="*/ 125778 h 285083"/>
              <a:gd name="connsiteX48" fmla="*/ 145971 w 1246536"/>
              <a:gd name="connsiteY48" fmla="*/ 254032 h 285083"/>
              <a:gd name="connsiteX49" fmla="*/ 110061 w 1246536"/>
              <a:gd name="connsiteY49" fmla="*/ 261652 h 285083"/>
              <a:gd name="connsiteX50" fmla="*/ 97774 w 1246536"/>
              <a:gd name="connsiteY50" fmla="*/ 222837 h 285083"/>
              <a:gd name="connsiteX51" fmla="*/ 47863 w 1246536"/>
              <a:gd name="connsiteY51" fmla="*/ 233458 h 285083"/>
              <a:gd name="connsiteX52" fmla="*/ 35576 w 1246536"/>
              <a:gd name="connsiteY52" fmla="*/ 277511 h 285083"/>
              <a:gd name="connsiteX53" fmla="*/ 0 w 1246536"/>
              <a:gd name="connsiteY53" fmla="*/ 285083 h 285083"/>
              <a:gd name="connsiteX54" fmla="*/ 42053 w 1246536"/>
              <a:gd name="connsiteY54" fmla="*/ 138970 h 285083"/>
              <a:gd name="connsiteX55" fmla="*/ 88440 w 1246536"/>
              <a:gd name="connsiteY55" fmla="*/ 193881 h 285083"/>
              <a:gd name="connsiteX56" fmla="*/ 72819 w 1246536"/>
              <a:gd name="connsiteY56" fmla="*/ 144875 h 285083"/>
              <a:gd name="connsiteX57" fmla="*/ 57198 w 1246536"/>
              <a:gd name="connsiteY57" fmla="*/ 200549 h 285083"/>
              <a:gd name="connsiteX58" fmla="*/ 88488 w 1246536"/>
              <a:gd name="connsiteY58" fmla="*/ 193881 h 285083"/>
              <a:gd name="connsiteX59" fmla="*/ 214646 w 1246536"/>
              <a:gd name="connsiteY59" fmla="*/ 242173 h 285083"/>
              <a:gd name="connsiteX60" fmla="*/ 148733 w 1246536"/>
              <a:gd name="connsiteY60" fmla="*/ 199930 h 285083"/>
              <a:gd name="connsiteX61" fmla="*/ 183738 w 1246536"/>
              <a:gd name="connsiteY61" fmla="*/ 192500 h 285083"/>
              <a:gd name="connsiteX62" fmla="*/ 215408 w 1246536"/>
              <a:gd name="connsiteY62" fmla="*/ 212408 h 285083"/>
              <a:gd name="connsiteX63" fmla="*/ 239030 w 1246536"/>
              <a:gd name="connsiteY63" fmla="*/ 195310 h 285083"/>
              <a:gd name="connsiteX64" fmla="*/ 227886 w 1246536"/>
              <a:gd name="connsiteY64" fmla="*/ 187166 h 285083"/>
              <a:gd name="connsiteX65" fmla="*/ 183975 w 1246536"/>
              <a:gd name="connsiteY65" fmla="*/ 184452 h 285083"/>
              <a:gd name="connsiteX66" fmla="*/ 154210 w 1246536"/>
              <a:gd name="connsiteY66" fmla="*/ 153210 h 285083"/>
              <a:gd name="connsiteX67" fmla="*/ 207645 w 1246536"/>
              <a:gd name="connsiteY67" fmla="*/ 101013 h 285083"/>
              <a:gd name="connsiteX68" fmla="*/ 268891 w 1246536"/>
              <a:gd name="connsiteY68" fmla="*/ 138017 h 285083"/>
              <a:gd name="connsiteX69" fmla="*/ 234077 w 1246536"/>
              <a:gd name="connsiteY69" fmla="*/ 145399 h 285083"/>
              <a:gd name="connsiteX70" fmla="*/ 208217 w 1246536"/>
              <a:gd name="connsiteY70" fmla="*/ 129873 h 285083"/>
              <a:gd name="connsiteX71" fmla="*/ 189215 w 1246536"/>
              <a:gd name="connsiteY71" fmla="*/ 145018 h 285083"/>
              <a:gd name="connsiteX72" fmla="*/ 199454 w 1246536"/>
              <a:gd name="connsiteY72" fmla="*/ 152352 h 285083"/>
              <a:gd name="connsiteX73" fmla="*/ 242078 w 1246536"/>
              <a:gd name="connsiteY73" fmla="*/ 154400 h 285083"/>
              <a:gd name="connsiteX74" fmla="*/ 273891 w 1246536"/>
              <a:gd name="connsiteY74" fmla="*/ 186357 h 285083"/>
              <a:gd name="connsiteX75" fmla="*/ 214694 w 1246536"/>
              <a:gd name="connsiteY75" fmla="*/ 242126 h 285083"/>
              <a:gd name="connsiteX76" fmla="*/ 283702 w 1246536"/>
              <a:gd name="connsiteY76" fmla="*/ 156067 h 285083"/>
              <a:gd name="connsiteX77" fmla="*/ 353330 w 1246536"/>
              <a:gd name="connsiteY77" fmla="*/ 70056 h 285083"/>
              <a:gd name="connsiteX78" fmla="*/ 419767 w 1246536"/>
              <a:gd name="connsiteY78" fmla="*/ 111585 h 285083"/>
              <a:gd name="connsiteX79" fmla="*/ 384953 w 1246536"/>
              <a:gd name="connsiteY79" fmla="*/ 118967 h 285083"/>
              <a:gd name="connsiteX80" fmla="*/ 353473 w 1246536"/>
              <a:gd name="connsiteY80" fmla="*/ 102108 h 285083"/>
              <a:gd name="connsiteX81" fmla="*/ 318659 w 1246536"/>
              <a:gd name="connsiteY81" fmla="*/ 148590 h 285083"/>
              <a:gd name="connsiteX82" fmla="*/ 353473 w 1246536"/>
              <a:gd name="connsiteY82" fmla="*/ 180499 h 285083"/>
              <a:gd name="connsiteX83" fmla="*/ 384953 w 1246536"/>
              <a:gd name="connsiteY83" fmla="*/ 150066 h 285083"/>
              <a:gd name="connsiteX84" fmla="*/ 419767 w 1246536"/>
              <a:gd name="connsiteY84" fmla="*/ 142685 h 285083"/>
              <a:gd name="connsiteX85" fmla="*/ 353330 w 1246536"/>
              <a:gd name="connsiteY85" fmla="*/ 212646 h 285083"/>
              <a:gd name="connsiteX86" fmla="*/ 283702 w 1246536"/>
              <a:gd name="connsiteY86" fmla="*/ 156067 h 285083"/>
              <a:gd name="connsiteX87" fmla="*/ 436340 w 1246536"/>
              <a:gd name="connsiteY87" fmla="*/ 55150 h 285083"/>
              <a:gd name="connsiteX88" fmla="*/ 540782 w 1246536"/>
              <a:gd name="connsiteY88" fmla="*/ 32956 h 285083"/>
              <a:gd name="connsiteX89" fmla="*/ 540782 w 1246536"/>
              <a:gd name="connsiteY89" fmla="*/ 63865 h 285083"/>
              <a:gd name="connsiteX90" fmla="*/ 470440 w 1246536"/>
              <a:gd name="connsiteY90" fmla="*/ 78819 h 285083"/>
              <a:gd name="connsiteX91" fmla="*/ 470440 w 1246536"/>
              <a:gd name="connsiteY91" fmla="*/ 101775 h 285083"/>
              <a:gd name="connsiteX92" fmla="*/ 531495 w 1246536"/>
              <a:gd name="connsiteY92" fmla="*/ 88821 h 285083"/>
              <a:gd name="connsiteX93" fmla="*/ 531495 w 1246536"/>
              <a:gd name="connsiteY93" fmla="*/ 118015 h 285083"/>
              <a:gd name="connsiteX94" fmla="*/ 470440 w 1246536"/>
              <a:gd name="connsiteY94" fmla="*/ 131016 h 285083"/>
              <a:gd name="connsiteX95" fmla="*/ 470440 w 1246536"/>
              <a:gd name="connsiteY95" fmla="*/ 154162 h 285083"/>
              <a:gd name="connsiteX96" fmla="*/ 540782 w 1246536"/>
              <a:gd name="connsiteY96" fmla="*/ 139208 h 285083"/>
              <a:gd name="connsiteX97" fmla="*/ 540782 w 1246536"/>
              <a:gd name="connsiteY97" fmla="*/ 170117 h 285083"/>
              <a:gd name="connsiteX98" fmla="*/ 436340 w 1246536"/>
              <a:gd name="connsiteY98" fmla="*/ 192310 h 285083"/>
              <a:gd name="connsiteX99" fmla="*/ 436340 w 1246536"/>
              <a:gd name="connsiteY99" fmla="*/ 55150 h 285083"/>
              <a:gd name="connsiteX100" fmla="*/ 561308 w 1246536"/>
              <a:gd name="connsiteY100" fmla="*/ 28575 h 285083"/>
              <a:gd name="connsiteX101" fmla="*/ 625173 w 1246536"/>
              <a:gd name="connsiteY101" fmla="*/ 15002 h 285083"/>
              <a:gd name="connsiteX102" fmla="*/ 662035 w 1246536"/>
              <a:gd name="connsiteY102" fmla="*/ 133064 h 285083"/>
              <a:gd name="connsiteX103" fmla="*/ 662035 w 1246536"/>
              <a:gd name="connsiteY103" fmla="*/ 7191 h 285083"/>
              <a:gd name="connsiteX104" fmla="*/ 695897 w 1246536"/>
              <a:gd name="connsiteY104" fmla="*/ 0 h 285083"/>
              <a:gd name="connsiteX105" fmla="*/ 695897 w 1246536"/>
              <a:gd name="connsiteY105" fmla="*/ 137160 h 285083"/>
              <a:gd name="connsiteX106" fmla="*/ 632032 w 1246536"/>
              <a:gd name="connsiteY106" fmla="*/ 150733 h 285083"/>
              <a:gd name="connsiteX107" fmla="*/ 595170 w 1246536"/>
              <a:gd name="connsiteY107" fmla="*/ 32671 h 285083"/>
              <a:gd name="connsiteX108" fmla="*/ 595170 w 1246536"/>
              <a:gd name="connsiteY108" fmla="*/ 158544 h 285083"/>
              <a:gd name="connsiteX109" fmla="*/ 561308 w 1246536"/>
              <a:gd name="connsiteY109" fmla="*/ 165735 h 285083"/>
              <a:gd name="connsiteX110" fmla="*/ 561308 w 1246536"/>
              <a:gd name="connsiteY110" fmla="*/ 28575 h 285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246536" h="285083">
                <a:moveTo>
                  <a:pt x="718995" y="0"/>
                </a:moveTo>
                <a:lnTo>
                  <a:pt x="769239" y="10668"/>
                </a:lnTo>
                <a:cubicBezTo>
                  <a:pt x="805149" y="18288"/>
                  <a:pt x="842391" y="35766"/>
                  <a:pt x="842391" y="94726"/>
                </a:cubicBezTo>
                <a:cubicBezTo>
                  <a:pt x="842391" y="153876"/>
                  <a:pt x="805149" y="155496"/>
                  <a:pt x="769239" y="147876"/>
                </a:cubicBezTo>
                <a:lnTo>
                  <a:pt x="718995" y="137208"/>
                </a:lnTo>
                <a:lnTo>
                  <a:pt x="718995" y="48"/>
                </a:lnTo>
                <a:close/>
                <a:moveTo>
                  <a:pt x="769239" y="116681"/>
                </a:moveTo>
                <a:cubicBezTo>
                  <a:pt x="791766" y="121491"/>
                  <a:pt x="808530" y="124254"/>
                  <a:pt x="808530" y="87487"/>
                </a:cubicBezTo>
                <a:cubicBezTo>
                  <a:pt x="808530" y="50721"/>
                  <a:pt x="791623" y="46339"/>
                  <a:pt x="769239" y="41577"/>
                </a:cubicBezTo>
                <a:lnTo>
                  <a:pt x="752856" y="38100"/>
                </a:lnTo>
                <a:lnTo>
                  <a:pt x="752856" y="113205"/>
                </a:lnTo>
                <a:cubicBezTo>
                  <a:pt x="752856" y="113205"/>
                  <a:pt x="769239" y="116681"/>
                  <a:pt x="769239" y="116681"/>
                </a:cubicBezTo>
                <a:close/>
                <a:moveTo>
                  <a:pt x="947024" y="48482"/>
                </a:moveTo>
                <a:lnTo>
                  <a:pt x="947024" y="79391"/>
                </a:lnTo>
                <a:cubicBezTo>
                  <a:pt x="947024" y="79391"/>
                  <a:pt x="917067" y="73009"/>
                  <a:pt x="917067" y="73009"/>
                </a:cubicBezTo>
                <a:lnTo>
                  <a:pt x="917067" y="148114"/>
                </a:lnTo>
                <a:cubicBezTo>
                  <a:pt x="917067" y="148114"/>
                  <a:pt x="947024" y="154496"/>
                  <a:pt x="947024" y="154496"/>
                </a:cubicBezTo>
                <a:lnTo>
                  <a:pt x="947024" y="185642"/>
                </a:lnTo>
                <a:cubicBezTo>
                  <a:pt x="947024" y="185642"/>
                  <a:pt x="853393" y="165735"/>
                  <a:pt x="853393" y="165735"/>
                </a:cubicBezTo>
                <a:lnTo>
                  <a:pt x="853393" y="134588"/>
                </a:lnTo>
                <a:cubicBezTo>
                  <a:pt x="853393" y="134588"/>
                  <a:pt x="883349" y="140970"/>
                  <a:pt x="883349" y="140970"/>
                </a:cubicBezTo>
                <a:lnTo>
                  <a:pt x="883349" y="65865"/>
                </a:lnTo>
                <a:cubicBezTo>
                  <a:pt x="883349" y="65865"/>
                  <a:pt x="853393" y="59484"/>
                  <a:pt x="853393" y="59484"/>
                </a:cubicBezTo>
                <a:lnTo>
                  <a:pt x="853393" y="28575"/>
                </a:lnTo>
                <a:cubicBezTo>
                  <a:pt x="853393" y="28575"/>
                  <a:pt x="947024" y="48482"/>
                  <a:pt x="947024" y="48482"/>
                </a:cubicBezTo>
                <a:close/>
                <a:moveTo>
                  <a:pt x="1026319" y="62579"/>
                </a:moveTo>
                <a:cubicBezTo>
                  <a:pt x="1068944" y="71628"/>
                  <a:pt x="1094994" y="107918"/>
                  <a:pt x="1094994" y="148399"/>
                </a:cubicBezTo>
                <a:cubicBezTo>
                  <a:pt x="1094994" y="189071"/>
                  <a:pt x="1068944" y="214265"/>
                  <a:pt x="1026319" y="205216"/>
                </a:cubicBezTo>
                <a:cubicBezTo>
                  <a:pt x="983504" y="196120"/>
                  <a:pt x="957263" y="159782"/>
                  <a:pt x="957263" y="119158"/>
                </a:cubicBezTo>
                <a:cubicBezTo>
                  <a:pt x="957263" y="78676"/>
                  <a:pt x="983504" y="53530"/>
                  <a:pt x="1026319" y="62627"/>
                </a:cubicBezTo>
                <a:moveTo>
                  <a:pt x="1026319" y="173117"/>
                </a:moveTo>
                <a:cubicBezTo>
                  <a:pt x="1049036" y="177927"/>
                  <a:pt x="1060180" y="165925"/>
                  <a:pt x="1060180" y="141018"/>
                </a:cubicBezTo>
                <a:cubicBezTo>
                  <a:pt x="1060180" y="116110"/>
                  <a:pt x="1048846" y="99489"/>
                  <a:pt x="1026319" y="94726"/>
                </a:cubicBezTo>
                <a:cubicBezTo>
                  <a:pt x="1003602" y="89916"/>
                  <a:pt x="992267" y="101870"/>
                  <a:pt x="992267" y="126587"/>
                </a:cubicBezTo>
                <a:cubicBezTo>
                  <a:pt x="992267" y="151495"/>
                  <a:pt x="1003649" y="168307"/>
                  <a:pt x="1026319" y="173117"/>
                </a:cubicBezTo>
                <a:moveTo>
                  <a:pt x="1111949" y="83534"/>
                </a:moveTo>
                <a:lnTo>
                  <a:pt x="1175814" y="97107"/>
                </a:lnTo>
                <a:lnTo>
                  <a:pt x="1212675" y="230791"/>
                </a:lnTo>
                <a:lnTo>
                  <a:pt x="1212675" y="104918"/>
                </a:lnTo>
                <a:cubicBezTo>
                  <a:pt x="1212675" y="104918"/>
                  <a:pt x="1246537" y="112109"/>
                  <a:pt x="1246537" y="112109"/>
                </a:cubicBezTo>
                <a:lnTo>
                  <a:pt x="1246537" y="249269"/>
                </a:lnTo>
                <a:cubicBezTo>
                  <a:pt x="1246537" y="249269"/>
                  <a:pt x="1182672" y="235696"/>
                  <a:pt x="1182672" y="235696"/>
                </a:cubicBezTo>
                <a:lnTo>
                  <a:pt x="1145810" y="102013"/>
                </a:lnTo>
                <a:lnTo>
                  <a:pt x="1145810" y="227886"/>
                </a:lnTo>
                <a:cubicBezTo>
                  <a:pt x="1145810" y="227886"/>
                  <a:pt x="1111949" y="220694"/>
                  <a:pt x="1111949" y="220694"/>
                </a:cubicBezTo>
                <a:lnTo>
                  <a:pt x="1111949" y="83534"/>
                </a:lnTo>
                <a:close/>
                <a:moveTo>
                  <a:pt x="42101" y="138970"/>
                </a:moveTo>
                <a:lnTo>
                  <a:pt x="104108" y="125778"/>
                </a:lnTo>
                <a:lnTo>
                  <a:pt x="145971" y="254032"/>
                </a:lnTo>
                <a:lnTo>
                  <a:pt x="110061" y="261652"/>
                </a:lnTo>
                <a:lnTo>
                  <a:pt x="97774" y="222837"/>
                </a:lnTo>
                <a:lnTo>
                  <a:pt x="47863" y="233458"/>
                </a:lnTo>
                <a:lnTo>
                  <a:pt x="35576" y="277511"/>
                </a:lnTo>
                <a:lnTo>
                  <a:pt x="0" y="285083"/>
                </a:lnTo>
                <a:lnTo>
                  <a:pt x="42053" y="138970"/>
                </a:lnTo>
                <a:close/>
                <a:moveTo>
                  <a:pt x="88440" y="193881"/>
                </a:moveTo>
                <a:lnTo>
                  <a:pt x="72819" y="144875"/>
                </a:lnTo>
                <a:lnTo>
                  <a:pt x="57198" y="200549"/>
                </a:lnTo>
                <a:lnTo>
                  <a:pt x="88488" y="193881"/>
                </a:lnTo>
                <a:close/>
                <a:moveTo>
                  <a:pt x="214646" y="242173"/>
                </a:moveTo>
                <a:cubicBezTo>
                  <a:pt x="168307" y="252032"/>
                  <a:pt x="148733" y="235553"/>
                  <a:pt x="148733" y="199930"/>
                </a:cubicBezTo>
                <a:lnTo>
                  <a:pt x="183738" y="192500"/>
                </a:lnTo>
                <a:cubicBezTo>
                  <a:pt x="183738" y="211979"/>
                  <a:pt x="190977" y="217599"/>
                  <a:pt x="215408" y="212408"/>
                </a:cubicBezTo>
                <a:cubicBezTo>
                  <a:pt x="231982" y="208883"/>
                  <a:pt x="239030" y="203883"/>
                  <a:pt x="239030" y="195310"/>
                </a:cubicBezTo>
                <a:cubicBezTo>
                  <a:pt x="239030" y="190452"/>
                  <a:pt x="235315" y="187547"/>
                  <a:pt x="227886" y="187166"/>
                </a:cubicBezTo>
                <a:lnTo>
                  <a:pt x="183975" y="184452"/>
                </a:lnTo>
                <a:cubicBezTo>
                  <a:pt x="161258" y="182880"/>
                  <a:pt x="154210" y="170545"/>
                  <a:pt x="154210" y="153210"/>
                </a:cubicBezTo>
                <a:cubicBezTo>
                  <a:pt x="154210" y="126540"/>
                  <a:pt x="173212" y="108299"/>
                  <a:pt x="207645" y="101013"/>
                </a:cubicBezTo>
                <a:cubicBezTo>
                  <a:pt x="248603" y="92297"/>
                  <a:pt x="268891" y="108252"/>
                  <a:pt x="268891" y="138017"/>
                </a:cubicBezTo>
                <a:lnTo>
                  <a:pt x="234077" y="145399"/>
                </a:lnTo>
                <a:cubicBezTo>
                  <a:pt x="234077" y="130635"/>
                  <a:pt x="226076" y="126111"/>
                  <a:pt x="208217" y="129873"/>
                </a:cubicBezTo>
                <a:cubicBezTo>
                  <a:pt x="195739" y="132540"/>
                  <a:pt x="189215" y="137208"/>
                  <a:pt x="189215" y="145018"/>
                </a:cubicBezTo>
                <a:cubicBezTo>
                  <a:pt x="189215" y="148923"/>
                  <a:pt x="191262" y="151781"/>
                  <a:pt x="199454" y="152352"/>
                </a:cubicBezTo>
                <a:lnTo>
                  <a:pt x="242078" y="154400"/>
                </a:lnTo>
                <a:cubicBezTo>
                  <a:pt x="263843" y="155400"/>
                  <a:pt x="273891" y="166306"/>
                  <a:pt x="273891" y="186357"/>
                </a:cubicBezTo>
                <a:cubicBezTo>
                  <a:pt x="273891" y="212408"/>
                  <a:pt x="256747" y="233172"/>
                  <a:pt x="214694" y="242126"/>
                </a:cubicBezTo>
                <a:moveTo>
                  <a:pt x="283702" y="156067"/>
                </a:moveTo>
                <a:cubicBezTo>
                  <a:pt x="283702" y="115586"/>
                  <a:pt x="310325" y="79200"/>
                  <a:pt x="353330" y="70056"/>
                </a:cubicBezTo>
                <a:cubicBezTo>
                  <a:pt x="390906" y="62055"/>
                  <a:pt x="415862" y="77962"/>
                  <a:pt x="419767" y="111585"/>
                </a:cubicBezTo>
                <a:lnTo>
                  <a:pt x="384953" y="118967"/>
                </a:lnTo>
                <a:cubicBezTo>
                  <a:pt x="382143" y="104775"/>
                  <a:pt x="370047" y="98584"/>
                  <a:pt x="353473" y="102108"/>
                </a:cubicBezTo>
                <a:cubicBezTo>
                  <a:pt x="333185" y="106442"/>
                  <a:pt x="318659" y="121587"/>
                  <a:pt x="318659" y="148590"/>
                </a:cubicBezTo>
                <a:cubicBezTo>
                  <a:pt x="318659" y="175832"/>
                  <a:pt x="333185" y="184785"/>
                  <a:pt x="353473" y="180499"/>
                </a:cubicBezTo>
                <a:cubicBezTo>
                  <a:pt x="370047" y="176974"/>
                  <a:pt x="382143" y="165449"/>
                  <a:pt x="384953" y="150066"/>
                </a:cubicBezTo>
                <a:lnTo>
                  <a:pt x="419767" y="142685"/>
                </a:lnTo>
                <a:cubicBezTo>
                  <a:pt x="415862" y="178165"/>
                  <a:pt x="390906" y="204645"/>
                  <a:pt x="353330" y="212646"/>
                </a:cubicBezTo>
                <a:cubicBezTo>
                  <a:pt x="310325" y="221790"/>
                  <a:pt x="283702" y="196691"/>
                  <a:pt x="283702" y="156067"/>
                </a:cubicBezTo>
                <a:moveTo>
                  <a:pt x="436340" y="55150"/>
                </a:moveTo>
                <a:lnTo>
                  <a:pt x="540782" y="32956"/>
                </a:lnTo>
                <a:lnTo>
                  <a:pt x="540782" y="63865"/>
                </a:lnTo>
                <a:cubicBezTo>
                  <a:pt x="540782" y="63865"/>
                  <a:pt x="470440" y="78819"/>
                  <a:pt x="470440" y="78819"/>
                </a:cubicBezTo>
                <a:lnTo>
                  <a:pt x="470440" y="101775"/>
                </a:lnTo>
                <a:cubicBezTo>
                  <a:pt x="470440" y="101775"/>
                  <a:pt x="531495" y="88821"/>
                  <a:pt x="531495" y="88821"/>
                </a:cubicBezTo>
                <a:lnTo>
                  <a:pt x="531495" y="118015"/>
                </a:lnTo>
                <a:cubicBezTo>
                  <a:pt x="531495" y="118015"/>
                  <a:pt x="470440" y="131016"/>
                  <a:pt x="470440" y="131016"/>
                </a:cubicBezTo>
                <a:lnTo>
                  <a:pt x="470440" y="154162"/>
                </a:lnTo>
                <a:cubicBezTo>
                  <a:pt x="470440" y="154162"/>
                  <a:pt x="540782" y="139208"/>
                  <a:pt x="540782" y="139208"/>
                </a:cubicBezTo>
                <a:lnTo>
                  <a:pt x="540782" y="170117"/>
                </a:lnTo>
                <a:cubicBezTo>
                  <a:pt x="540782" y="170117"/>
                  <a:pt x="436340" y="192310"/>
                  <a:pt x="436340" y="192310"/>
                </a:cubicBezTo>
                <a:lnTo>
                  <a:pt x="436340" y="55150"/>
                </a:lnTo>
                <a:close/>
                <a:moveTo>
                  <a:pt x="561308" y="28575"/>
                </a:moveTo>
                <a:lnTo>
                  <a:pt x="625173" y="15002"/>
                </a:lnTo>
                <a:lnTo>
                  <a:pt x="662035" y="133064"/>
                </a:lnTo>
                <a:lnTo>
                  <a:pt x="662035" y="7191"/>
                </a:lnTo>
                <a:cubicBezTo>
                  <a:pt x="662035" y="7191"/>
                  <a:pt x="695897" y="0"/>
                  <a:pt x="695897" y="0"/>
                </a:cubicBezTo>
                <a:lnTo>
                  <a:pt x="695897" y="137160"/>
                </a:lnTo>
                <a:cubicBezTo>
                  <a:pt x="695897" y="137160"/>
                  <a:pt x="632032" y="150733"/>
                  <a:pt x="632032" y="150733"/>
                </a:cubicBezTo>
                <a:lnTo>
                  <a:pt x="595170" y="32671"/>
                </a:lnTo>
                <a:lnTo>
                  <a:pt x="595170" y="158544"/>
                </a:lnTo>
                <a:cubicBezTo>
                  <a:pt x="595170" y="158544"/>
                  <a:pt x="561308" y="165735"/>
                  <a:pt x="561308" y="165735"/>
                </a:cubicBezTo>
                <a:lnTo>
                  <a:pt x="561308" y="28575"/>
                </a:lnTo>
                <a:close/>
              </a:path>
            </a:pathLst>
          </a:custGeom>
          <a:solidFill>
            <a:srgbClr val="FFFFFF"/>
          </a:solidFill>
          <a:ln w="4763" cap="flat">
            <a:noFill/>
            <a:prstDash val="solid"/>
            <a:miter/>
          </a:ln>
        </p:spPr>
        <p:txBody>
          <a:bodyPr rtlCol="0" anchor="ctr"/>
          <a:lstStyle/>
          <a:p>
            <a:endParaRPr lang="en-AU"/>
          </a:p>
        </p:txBody>
      </p:sp>
      <p:grpSp>
        <p:nvGrpSpPr>
          <p:cNvPr id="11" name="Graphic 3">
            <a:extLst>
              <a:ext uri="{FF2B5EF4-FFF2-40B4-BE49-F238E27FC236}">
                <a16:creationId xmlns:a16="http://schemas.microsoft.com/office/drawing/2014/main" id="{0D5456D4-1FAF-2B65-34DA-A3664C77D0D3}"/>
              </a:ext>
            </a:extLst>
          </p:cNvPr>
          <p:cNvGrpSpPr/>
          <p:nvPr/>
        </p:nvGrpSpPr>
        <p:grpSpPr>
          <a:xfrm>
            <a:off x="186213" y="648700"/>
            <a:ext cx="739282" cy="73485"/>
            <a:chOff x="186213" y="648700"/>
            <a:chExt cx="739282" cy="73485"/>
          </a:xfrm>
          <a:solidFill>
            <a:srgbClr val="FFFFFF"/>
          </a:solidFill>
        </p:grpSpPr>
        <p:sp>
          <p:nvSpPr>
            <p:cNvPr id="12" name="Freeform: Shape 11">
              <a:extLst>
                <a:ext uri="{FF2B5EF4-FFF2-40B4-BE49-F238E27FC236}">
                  <a16:creationId xmlns:a16="http://schemas.microsoft.com/office/drawing/2014/main" id="{EFA66A5B-6EC8-EC25-2FBA-D859AE9B964F}"/>
                </a:ext>
              </a:extLst>
            </p:cNvPr>
            <p:cNvSpPr/>
            <p:nvPr/>
          </p:nvSpPr>
          <p:spPr>
            <a:xfrm>
              <a:off x="186213" y="668274"/>
              <a:ext cx="46386" cy="53911"/>
            </a:xfrm>
            <a:custGeom>
              <a:avLst/>
              <a:gdLst>
                <a:gd name="connsiteX0" fmla="*/ 16574 w 46386"/>
                <a:gd name="connsiteY0" fmla="*/ 53864 h 53911"/>
                <a:gd name="connsiteX1" fmla="*/ 8334 w 46386"/>
                <a:gd name="connsiteY1" fmla="*/ 52197 h 53911"/>
                <a:gd name="connsiteX2" fmla="*/ 2286 w 46386"/>
                <a:gd name="connsiteY2" fmla="*/ 47101 h 53911"/>
                <a:gd name="connsiteX3" fmla="*/ 0 w 46386"/>
                <a:gd name="connsiteY3" fmla="*/ 38624 h 53911"/>
                <a:gd name="connsiteX4" fmla="*/ 4334 w 46386"/>
                <a:gd name="connsiteY4" fmla="*/ 27861 h 53911"/>
                <a:gd name="connsiteX5" fmla="*/ 16574 w 46386"/>
                <a:gd name="connsiteY5" fmla="*/ 22908 h 53911"/>
                <a:gd name="connsiteX6" fmla="*/ 35052 w 46386"/>
                <a:gd name="connsiteY6" fmla="*/ 21431 h 53911"/>
                <a:gd name="connsiteX7" fmla="*/ 35052 w 46386"/>
                <a:gd name="connsiteY7" fmla="*/ 18240 h 53911"/>
                <a:gd name="connsiteX8" fmla="*/ 32147 w 46386"/>
                <a:gd name="connsiteY8" fmla="*/ 10239 h 53911"/>
                <a:gd name="connsiteX9" fmla="*/ 24813 w 46386"/>
                <a:gd name="connsiteY9" fmla="*/ 8049 h 53911"/>
                <a:gd name="connsiteX10" fmla="*/ 16812 w 46386"/>
                <a:gd name="connsiteY10" fmla="*/ 10382 h 53911"/>
                <a:gd name="connsiteX11" fmla="*/ 13621 w 46386"/>
                <a:gd name="connsiteY11" fmla="*/ 17907 h 53911"/>
                <a:gd name="connsiteX12" fmla="*/ 2667 w 46386"/>
                <a:gd name="connsiteY12" fmla="*/ 17907 h 53911"/>
                <a:gd name="connsiteX13" fmla="*/ 5477 w 46386"/>
                <a:gd name="connsiteY13" fmla="*/ 7477 h 53911"/>
                <a:gd name="connsiteX14" fmla="*/ 13287 w 46386"/>
                <a:gd name="connsiteY14" fmla="*/ 1762 h 53911"/>
                <a:gd name="connsiteX15" fmla="*/ 24860 w 46386"/>
                <a:gd name="connsiteY15" fmla="*/ 0 h 53911"/>
                <a:gd name="connsiteX16" fmla="*/ 33195 w 46386"/>
                <a:gd name="connsiteY16" fmla="*/ 810 h 53911"/>
                <a:gd name="connsiteX17" fmla="*/ 40053 w 46386"/>
                <a:gd name="connsiteY17" fmla="*/ 3619 h 53911"/>
                <a:gd name="connsiteX18" fmla="*/ 44720 w 46386"/>
                <a:gd name="connsiteY18" fmla="*/ 9144 h 53911"/>
                <a:gd name="connsiteX19" fmla="*/ 46387 w 46386"/>
                <a:gd name="connsiteY19" fmla="*/ 18097 h 53911"/>
                <a:gd name="connsiteX20" fmla="*/ 46387 w 46386"/>
                <a:gd name="connsiteY20" fmla="*/ 53007 h 53911"/>
                <a:gd name="connsiteX21" fmla="*/ 35576 w 46386"/>
                <a:gd name="connsiteY21" fmla="*/ 53007 h 53911"/>
                <a:gd name="connsiteX22" fmla="*/ 35147 w 46386"/>
                <a:gd name="connsiteY22" fmla="*/ 45672 h 53911"/>
                <a:gd name="connsiteX23" fmla="*/ 27146 w 46386"/>
                <a:gd name="connsiteY23" fmla="*/ 51721 h 53911"/>
                <a:gd name="connsiteX24" fmla="*/ 16574 w 46386"/>
                <a:gd name="connsiteY24" fmla="*/ 53911 h 53911"/>
                <a:gd name="connsiteX25" fmla="*/ 20050 w 46386"/>
                <a:gd name="connsiteY25" fmla="*/ 45672 h 53911"/>
                <a:gd name="connsiteX26" fmla="*/ 28623 w 46386"/>
                <a:gd name="connsiteY26" fmla="*/ 43386 h 53911"/>
                <a:gd name="connsiteX27" fmla="*/ 34909 w 46386"/>
                <a:gd name="connsiteY27" fmla="*/ 37767 h 53911"/>
                <a:gd name="connsiteX28" fmla="*/ 34909 w 46386"/>
                <a:gd name="connsiteY28" fmla="*/ 28289 h 53911"/>
                <a:gd name="connsiteX29" fmla="*/ 16859 w 46386"/>
                <a:gd name="connsiteY29" fmla="*/ 30623 h 53911"/>
                <a:gd name="connsiteX30" fmla="*/ 11525 w 46386"/>
                <a:gd name="connsiteY30" fmla="*/ 38052 h 53911"/>
                <a:gd name="connsiteX31" fmla="*/ 13811 w 46386"/>
                <a:gd name="connsiteY31" fmla="*/ 43672 h 53911"/>
                <a:gd name="connsiteX32" fmla="*/ 20098 w 46386"/>
                <a:gd name="connsiteY32" fmla="*/ 45672 h 53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386" h="53911">
                  <a:moveTo>
                    <a:pt x="16574" y="53864"/>
                  </a:moveTo>
                  <a:cubicBezTo>
                    <a:pt x="13573" y="53864"/>
                    <a:pt x="10811" y="53292"/>
                    <a:pt x="8334" y="52197"/>
                  </a:cubicBezTo>
                  <a:cubicBezTo>
                    <a:pt x="5810" y="51054"/>
                    <a:pt x="3810" y="49387"/>
                    <a:pt x="2286" y="47101"/>
                  </a:cubicBezTo>
                  <a:cubicBezTo>
                    <a:pt x="762" y="44863"/>
                    <a:pt x="0" y="42005"/>
                    <a:pt x="0" y="38624"/>
                  </a:cubicBezTo>
                  <a:cubicBezTo>
                    <a:pt x="0" y="33861"/>
                    <a:pt x="1429" y="30289"/>
                    <a:pt x="4334" y="27861"/>
                  </a:cubicBezTo>
                  <a:cubicBezTo>
                    <a:pt x="7239" y="25432"/>
                    <a:pt x="11335" y="23765"/>
                    <a:pt x="16574" y="22908"/>
                  </a:cubicBezTo>
                  <a:cubicBezTo>
                    <a:pt x="21812" y="22050"/>
                    <a:pt x="28004" y="21526"/>
                    <a:pt x="35052" y="21431"/>
                  </a:cubicBezTo>
                  <a:lnTo>
                    <a:pt x="35052" y="18240"/>
                  </a:lnTo>
                  <a:cubicBezTo>
                    <a:pt x="35052" y="14335"/>
                    <a:pt x="34100" y="11668"/>
                    <a:pt x="32147" y="10239"/>
                  </a:cubicBezTo>
                  <a:cubicBezTo>
                    <a:pt x="30242" y="8763"/>
                    <a:pt x="27765" y="8049"/>
                    <a:pt x="24813" y="8049"/>
                  </a:cubicBezTo>
                  <a:cubicBezTo>
                    <a:pt x="21622" y="8049"/>
                    <a:pt x="18955" y="8811"/>
                    <a:pt x="16812" y="10382"/>
                  </a:cubicBezTo>
                  <a:cubicBezTo>
                    <a:pt x="14669" y="11954"/>
                    <a:pt x="13621" y="14478"/>
                    <a:pt x="13621" y="17907"/>
                  </a:cubicBezTo>
                  <a:lnTo>
                    <a:pt x="2667" y="17907"/>
                  </a:lnTo>
                  <a:cubicBezTo>
                    <a:pt x="2667" y="13573"/>
                    <a:pt x="3620" y="10096"/>
                    <a:pt x="5477" y="7477"/>
                  </a:cubicBezTo>
                  <a:cubicBezTo>
                    <a:pt x="7334" y="4858"/>
                    <a:pt x="9954" y="2953"/>
                    <a:pt x="13287" y="1762"/>
                  </a:cubicBezTo>
                  <a:cubicBezTo>
                    <a:pt x="16621" y="571"/>
                    <a:pt x="20479" y="0"/>
                    <a:pt x="24860" y="0"/>
                  </a:cubicBezTo>
                  <a:cubicBezTo>
                    <a:pt x="27813" y="0"/>
                    <a:pt x="30623" y="286"/>
                    <a:pt x="33195" y="810"/>
                  </a:cubicBezTo>
                  <a:cubicBezTo>
                    <a:pt x="35814" y="1333"/>
                    <a:pt x="38100" y="2286"/>
                    <a:pt x="40053" y="3619"/>
                  </a:cubicBezTo>
                  <a:cubicBezTo>
                    <a:pt x="42053" y="4953"/>
                    <a:pt x="43577" y="6810"/>
                    <a:pt x="44720" y="9144"/>
                  </a:cubicBezTo>
                  <a:cubicBezTo>
                    <a:pt x="45863" y="11478"/>
                    <a:pt x="46387" y="14478"/>
                    <a:pt x="46387" y="18097"/>
                  </a:cubicBezTo>
                  <a:lnTo>
                    <a:pt x="46387" y="53007"/>
                  </a:lnTo>
                  <a:lnTo>
                    <a:pt x="35576" y="53007"/>
                  </a:lnTo>
                  <a:lnTo>
                    <a:pt x="35147" y="45672"/>
                  </a:lnTo>
                  <a:cubicBezTo>
                    <a:pt x="32861" y="48244"/>
                    <a:pt x="30194" y="50244"/>
                    <a:pt x="27146" y="51721"/>
                  </a:cubicBezTo>
                  <a:cubicBezTo>
                    <a:pt x="24098" y="53197"/>
                    <a:pt x="20574" y="53911"/>
                    <a:pt x="16574" y="53911"/>
                  </a:cubicBezTo>
                  <a:close/>
                  <a:moveTo>
                    <a:pt x="20050" y="45672"/>
                  </a:moveTo>
                  <a:cubicBezTo>
                    <a:pt x="23193" y="45672"/>
                    <a:pt x="26051" y="44910"/>
                    <a:pt x="28623" y="43386"/>
                  </a:cubicBezTo>
                  <a:cubicBezTo>
                    <a:pt x="31194" y="41862"/>
                    <a:pt x="33290" y="40005"/>
                    <a:pt x="34909" y="37767"/>
                  </a:cubicBezTo>
                  <a:lnTo>
                    <a:pt x="34909" y="28289"/>
                  </a:lnTo>
                  <a:cubicBezTo>
                    <a:pt x="26432" y="28289"/>
                    <a:pt x="20384" y="29099"/>
                    <a:pt x="16859" y="30623"/>
                  </a:cubicBezTo>
                  <a:cubicBezTo>
                    <a:pt x="13287" y="32147"/>
                    <a:pt x="11525" y="34623"/>
                    <a:pt x="11525" y="38052"/>
                  </a:cubicBezTo>
                  <a:cubicBezTo>
                    <a:pt x="11525" y="40481"/>
                    <a:pt x="12287" y="42339"/>
                    <a:pt x="13811" y="43672"/>
                  </a:cubicBezTo>
                  <a:cubicBezTo>
                    <a:pt x="15335" y="45006"/>
                    <a:pt x="17431" y="45672"/>
                    <a:pt x="20098" y="45672"/>
                  </a:cubicBezTo>
                  <a:close/>
                </a:path>
              </a:pathLst>
            </a:custGeom>
            <a:solidFill>
              <a:srgbClr val="FFFFFF"/>
            </a:solidFill>
            <a:ln w="4763" cap="flat">
              <a:noFill/>
              <a:prstDash val="solid"/>
              <a:miter/>
            </a:ln>
          </p:spPr>
          <p:txBody>
            <a:bodyPr rtlCol="0" anchor="ctr"/>
            <a:lstStyle/>
            <a:p>
              <a:endParaRPr lang="en-AU"/>
            </a:p>
          </p:txBody>
        </p:sp>
        <p:sp>
          <p:nvSpPr>
            <p:cNvPr id="13" name="Freeform: Shape 12">
              <a:extLst>
                <a:ext uri="{FF2B5EF4-FFF2-40B4-BE49-F238E27FC236}">
                  <a16:creationId xmlns:a16="http://schemas.microsoft.com/office/drawing/2014/main" id="{037570A3-8125-640C-E03B-2800E0584242}"/>
                </a:ext>
              </a:extLst>
            </p:cNvPr>
            <p:cNvSpPr/>
            <p:nvPr/>
          </p:nvSpPr>
          <p:spPr>
            <a:xfrm>
              <a:off x="245459" y="668226"/>
              <a:ext cx="44195" cy="53959"/>
            </a:xfrm>
            <a:custGeom>
              <a:avLst/>
              <a:gdLst>
                <a:gd name="connsiteX0" fmla="*/ 22527 w 44195"/>
                <a:gd name="connsiteY0" fmla="*/ 53959 h 53959"/>
                <a:gd name="connsiteX1" fmla="*/ 14097 w 44195"/>
                <a:gd name="connsiteY1" fmla="*/ 53102 h 53959"/>
                <a:gd name="connsiteX2" fmla="*/ 6906 w 44195"/>
                <a:gd name="connsiteY2" fmla="*/ 50197 h 53959"/>
                <a:gd name="connsiteX3" fmla="*/ 1857 w 44195"/>
                <a:gd name="connsiteY3" fmla="*/ 44815 h 53959"/>
                <a:gd name="connsiteX4" fmla="*/ 0 w 44195"/>
                <a:gd name="connsiteY4" fmla="*/ 36528 h 53959"/>
                <a:gd name="connsiteX5" fmla="*/ 10906 w 44195"/>
                <a:gd name="connsiteY5" fmla="*/ 36528 h 53959"/>
                <a:gd name="connsiteX6" fmla="*/ 14335 w 44195"/>
                <a:gd name="connsiteY6" fmla="*/ 43863 h 53959"/>
                <a:gd name="connsiteX7" fmla="*/ 22622 w 44195"/>
                <a:gd name="connsiteY7" fmla="*/ 45958 h 53959"/>
                <a:gd name="connsiteX8" fmla="*/ 30004 w 44195"/>
                <a:gd name="connsiteY8" fmla="*/ 44339 h 53959"/>
                <a:gd name="connsiteX9" fmla="*/ 32766 w 44195"/>
                <a:gd name="connsiteY9" fmla="*/ 38910 h 53959"/>
                <a:gd name="connsiteX10" fmla="*/ 29956 w 44195"/>
                <a:gd name="connsiteY10" fmla="*/ 33861 h 53959"/>
                <a:gd name="connsiteX11" fmla="*/ 20050 w 44195"/>
                <a:gd name="connsiteY11" fmla="*/ 30623 h 53959"/>
                <a:gd name="connsiteX12" fmla="*/ 9954 w 44195"/>
                <a:gd name="connsiteY12" fmla="*/ 27289 h 53959"/>
                <a:gd name="connsiteX13" fmla="*/ 3429 w 44195"/>
                <a:gd name="connsiteY13" fmla="*/ 22336 h 53959"/>
                <a:gd name="connsiteX14" fmla="*/ 1143 w 44195"/>
                <a:gd name="connsiteY14" fmla="*/ 14430 h 53959"/>
                <a:gd name="connsiteX15" fmla="*/ 2810 w 44195"/>
                <a:gd name="connsiteY15" fmla="*/ 7953 h 53959"/>
                <a:gd name="connsiteX16" fmla="*/ 7382 w 44195"/>
                <a:gd name="connsiteY16" fmla="*/ 3477 h 53959"/>
                <a:gd name="connsiteX17" fmla="*/ 14002 w 44195"/>
                <a:gd name="connsiteY17" fmla="*/ 857 h 53959"/>
                <a:gd name="connsiteX18" fmla="*/ 21907 w 44195"/>
                <a:gd name="connsiteY18" fmla="*/ 0 h 53959"/>
                <a:gd name="connsiteX19" fmla="*/ 29670 w 44195"/>
                <a:gd name="connsiteY19" fmla="*/ 905 h 53959"/>
                <a:gd name="connsiteX20" fmla="*/ 36338 w 44195"/>
                <a:gd name="connsiteY20" fmla="*/ 3762 h 53959"/>
                <a:gd name="connsiteX21" fmla="*/ 41005 w 44195"/>
                <a:gd name="connsiteY21" fmla="*/ 8954 h 53959"/>
                <a:gd name="connsiteX22" fmla="*/ 42720 w 44195"/>
                <a:gd name="connsiteY22" fmla="*/ 16812 h 53959"/>
                <a:gd name="connsiteX23" fmla="*/ 31861 w 44195"/>
                <a:gd name="connsiteY23" fmla="*/ 16812 h 53959"/>
                <a:gd name="connsiteX24" fmla="*/ 28908 w 44195"/>
                <a:gd name="connsiteY24" fmla="*/ 10096 h 53959"/>
                <a:gd name="connsiteX25" fmla="*/ 21907 w 44195"/>
                <a:gd name="connsiteY25" fmla="*/ 8144 h 53959"/>
                <a:gd name="connsiteX26" fmla="*/ 15097 w 44195"/>
                <a:gd name="connsiteY26" fmla="*/ 9525 h 53959"/>
                <a:gd name="connsiteX27" fmla="*/ 12573 w 44195"/>
                <a:gd name="connsiteY27" fmla="*/ 14002 h 53959"/>
                <a:gd name="connsiteX28" fmla="*/ 13906 w 44195"/>
                <a:gd name="connsiteY28" fmla="*/ 17002 h 53959"/>
                <a:gd name="connsiteX29" fmla="*/ 18288 w 44195"/>
                <a:gd name="connsiteY29" fmla="*/ 19288 h 53959"/>
                <a:gd name="connsiteX30" fmla="*/ 26384 w 44195"/>
                <a:gd name="connsiteY30" fmla="*/ 21527 h 53959"/>
                <a:gd name="connsiteX31" fmla="*/ 35862 w 44195"/>
                <a:gd name="connsiteY31" fmla="*/ 24717 h 53959"/>
                <a:gd name="connsiteX32" fmla="*/ 42053 w 44195"/>
                <a:gd name="connsiteY32" fmla="*/ 29670 h 53959"/>
                <a:gd name="connsiteX33" fmla="*/ 44196 w 44195"/>
                <a:gd name="connsiteY33" fmla="*/ 37671 h 53959"/>
                <a:gd name="connsiteX34" fmla="*/ 42481 w 44195"/>
                <a:gd name="connsiteY34" fmla="*/ 45148 h 53959"/>
                <a:gd name="connsiteX35" fmla="*/ 37767 w 44195"/>
                <a:gd name="connsiteY35" fmla="*/ 50197 h 53959"/>
                <a:gd name="connsiteX36" fmla="*/ 30861 w 44195"/>
                <a:gd name="connsiteY36" fmla="*/ 53054 h 53959"/>
                <a:gd name="connsiteX37" fmla="*/ 22527 w 44195"/>
                <a:gd name="connsiteY37" fmla="*/ 53959 h 53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44195" h="53959">
                  <a:moveTo>
                    <a:pt x="22527" y="53959"/>
                  </a:moveTo>
                  <a:cubicBezTo>
                    <a:pt x="19621" y="53959"/>
                    <a:pt x="16812" y="53673"/>
                    <a:pt x="14097" y="53102"/>
                  </a:cubicBezTo>
                  <a:cubicBezTo>
                    <a:pt x="11430" y="52530"/>
                    <a:pt x="9001" y="51530"/>
                    <a:pt x="6906" y="50197"/>
                  </a:cubicBezTo>
                  <a:cubicBezTo>
                    <a:pt x="4810" y="48863"/>
                    <a:pt x="3096" y="47054"/>
                    <a:pt x="1857" y="44815"/>
                  </a:cubicBezTo>
                  <a:cubicBezTo>
                    <a:pt x="619" y="42577"/>
                    <a:pt x="0" y="39815"/>
                    <a:pt x="0" y="36528"/>
                  </a:cubicBezTo>
                  <a:lnTo>
                    <a:pt x="10906" y="36528"/>
                  </a:lnTo>
                  <a:cubicBezTo>
                    <a:pt x="10906" y="40005"/>
                    <a:pt x="12049" y="42481"/>
                    <a:pt x="14335" y="43863"/>
                  </a:cubicBezTo>
                  <a:cubicBezTo>
                    <a:pt x="16621" y="45244"/>
                    <a:pt x="19383" y="45958"/>
                    <a:pt x="22622" y="45958"/>
                  </a:cubicBezTo>
                  <a:cubicBezTo>
                    <a:pt x="25670" y="45958"/>
                    <a:pt x="28146" y="45434"/>
                    <a:pt x="30004" y="44339"/>
                  </a:cubicBezTo>
                  <a:cubicBezTo>
                    <a:pt x="31861" y="43244"/>
                    <a:pt x="32766" y="41434"/>
                    <a:pt x="32766" y="38910"/>
                  </a:cubicBezTo>
                  <a:cubicBezTo>
                    <a:pt x="32766" y="36671"/>
                    <a:pt x="31814" y="35004"/>
                    <a:pt x="29956" y="33861"/>
                  </a:cubicBezTo>
                  <a:cubicBezTo>
                    <a:pt x="28051" y="32766"/>
                    <a:pt x="24765" y="31671"/>
                    <a:pt x="20050" y="30623"/>
                  </a:cubicBezTo>
                  <a:cubicBezTo>
                    <a:pt x="16145" y="29670"/>
                    <a:pt x="12811" y="28575"/>
                    <a:pt x="9954" y="27289"/>
                  </a:cubicBezTo>
                  <a:cubicBezTo>
                    <a:pt x="7096" y="26003"/>
                    <a:pt x="4953" y="24384"/>
                    <a:pt x="3429" y="22336"/>
                  </a:cubicBezTo>
                  <a:cubicBezTo>
                    <a:pt x="1905" y="20288"/>
                    <a:pt x="1143" y="17669"/>
                    <a:pt x="1143" y="14430"/>
                  </a:cubicBezTo>
                  <a:cubicBezTo>
                    <a:pt x="1143" y="11954"/>
                    <a:pt x="1715" y="9763"/>
                    <a:pt x="2810" y="7953"/>
                  </a:cubicBezTo>
                  <a:cubicBezTo>
                    <a:pt x="3905" y="6144"/>
                    <a:pt x="5477" y="4620"/>
                    <a:pt x="7382" y="3477"/>
                  </a:cubicBezTo>
                  <a:cubicBezTo>
                    <a:pt x="9287" y="2286"/>
                    <a:pt x="11525" y="1429"/>
                    <a:pt x="14002" y="857"/>
                  </a:cubicBezTo>
                  <a:cubicBezTo>
                    <a:pt x="16478" y="286"/>
                    <a:pt x="19145" y="0"/>
                    <a:pt x="21907" y="0"/>
                  </a:cubicBezTo>
                  <a:cubicBezTo>
                    <a:pt x="24670" y="0"/>
                    <a:pt x="27146" y="286"/>
                    <a:pt x="29670" y="905"/>
                  </a:cubicBezTo>
                  <a:cubicBezTo>
                    <a:pt x="32147" y="1476"/>
                    <a:pt x="34385" y="2429"/>
                    <a:pt x="36338" y="3762"/>
                  </a:cubicBezTo>
                  <a:cubicBezTo>
                    <a:pt x="38291" y="5096"/>
                    <a:pt x="39862" y="6810"/>
                    <a:pt x="41005" y="8954"/>
                  </a:cubicBezTo>
                  <a:cubicBezTo>
                    <a:pt x="42148" y="11097"/>
                    <a:pt x="42720" y="13716"/>
                    <a:pt x="42720" y="16812"/>
                  </a:cubicBezTo>
                  <a:lnTo>
                    <a:pt x="31861" y="16812"/>
                  </a:lnTo>
                  <a:cubicBezTo>
                    <a:pt x="31861" y="13621"/>
                    <a:pt x="30861" y="11382"/>
                    <a:pt x="28908" y="10096"/>
                  </a:cubicBezTo>
                  <a:cubicBezTo>
                    <a:pt x="26956" y="8811"/>
                    <a:pt x="24622" y="8144"/>
                    <a:pt x="21907" y="8144"/>
                  </a:cubicBezTo>
                  <a:cubicBezTo>
                    <a:pt x="19050" y="8144"/>
                    <a:pt x="16764" y="8620"/>
                    <a:pt x="15097" y="9525"/>
                  </a:cubicBezTo>
                  <a:cubicBezTo>
                    <a:pt x="13430" y="10430"/>
                    <a:pt x="12573" y="11954"/>
                    <a:pt x="12573" y="14002"/>
                  </a:cubicBezTo>
                  <a:cubicBezTo>
                    <a:pt x="12573" y="15192"/>
                    <a:pt x="13002" y="16193"/>
                    <a:pt x="13906" y="17002"/>
                  </a:cubicBezTo>
                  <a:cubicBezTo>
                    <a:pt x="14811" y="17812"/>
                    <a:pt x="16240" y="18621"/>
                    <a:pt x="18288" y="19288"/>
                  </a:cubicBezTo>
                  <a:cubicBezTo>
                    <a:pt x="20288" y="20002"/>
                    <a:pt x="23003" y="20717"/>
                    <a:pt x="26384" y="21527"/>
                  </a:cubicBezTo>
                  <a:cubicBezTo>
                    <a:pt x="30004" y="22384"/>
                    <a:pt x="33195" y="23431"/>
                    <a:pt x="35862" y="24717"/>
                  </a:cubicBezTo>
                  <a:cubicBezTo>
                    <a:pt x="38529" y="26003"/>
                    <a:pt x="40577" y="27623"/>
                    <a:pt x="42053" y="29670"/>
                  </a:cubicBezTo>
                  <a:cubicBezTo>
                    <a:pt x="43529" y="31718"/>
                    <a:pt x="44196" y="34385"/>
                    <a:pt x="44196" y="37671"/>
                  </a:cubicBezTo>
                  <a:cubicBezTo>
                    <a:pt x="44196" y="40577"/>
                    <a:pt x="43625" y="43101"/>
                    <a:pt x="42481" y="45148"/>
                  </a:cubicBezTo>
                  <a:cubicBezTo>
                    <a:pt x="41339" y="47196"/>
                    <a:pt x="39767" y="48911"/>
                    <a:pt x="37767" y="50197"/>
                  </a:cubicBezTo>
                  <a:cubicBezTo>
                    <a:pt x="35766" y="51483"/>
                    <a:pt x="33480" y="52435"/>
                    <a:pt x="30861" y="53054"/>
                  </a:cubicBezTo>
                  <a:cubicBezTo>
                    <a:pt x="28242" y="53673"/>
                    <a:pt x="25479" y="53959"/>
                    <a:pt x="22527" y="53959"/>
                  </a:cubicBezTo>
                  <a:close/>
                </a:path>
              </a:pathLst>
            </a:custGeom>
            <a:solidFill>
              <a:srgbClr val="FFFFFF"/>
            </a:solidFill>
            <a:ln w="4763" cap="flat">
              <a:noFill/>
              <a:prstDash val="solid"/>
              <a:miter/>
            </a:ln>
          </p:spPr>
          <p:txBody>
            <a:bodyPr rtlCol="0" anchor="ctr"/>
            <a:lstStyle/>
            <a:p>
              <a:endParaRPr lang="en-AU"/>
            </a:p>
          </p:txBody>
        </p:sp>
        <p:sp>
          <p:nvSpPr>
            <p:cNvPr id="14" name="Freeform: Shape 13">
              <a:extLst>
                <a:ext uri="{FF2B5EF4-FFF2-40B4-BE49-F238E27FC236}">
                  <a16:creationId xmlns:a16="http://schemas.microsoft.com/office/drawing/2014/main" id="{86F9B0C8-E67E-0AFE-ED45-4DD070C3ABE3}"/>
                </a:ext>
              </a:extLst>
            </p:cNvPr>
            <p:cNvSpPr/>
            <p:nvPr/>
          </p:nvSpPr>
          <p:spPr>
            <a:xfrm>
              <a:off x="299466" y="668274"/>
              <a:ext cx="48291" cy="53863"/>
            </a:xfrm>
            <a:custGeom>
              <a:avLst/>
              <a:gdLst>
                <a:gd name="connsiteX0" fmla="*/ 25146 w 48291"/>
                <a:gd name="connsiteY0" fmla="*/ 53769 h 53863"/>
                <a:gd name="connsiteX1" fmla="*/ 12240 w 48291"/>
                <a:gd name="connsiteY1" fmla="*/ 50911 h 53863"/>
                <a:gd name="connsiteX2" fmla="*/ 3286 w 48291"/>
                <a:gd name="connsiteY2" fmla="*/ 42100 h 53863"/>
                <a:gd name="connsiteX3" fmla="*/ 0 w 48291"/>
                <a:gd name="connsiteY3" fmla="*/ 27099 h 53863"/>
                <a:gd name="connsiteX4" fmla="*/ 3191 w 48291"/>
                <a:gd name="connsiteY4" fmla="*/ 11954 h 53863"/>
                <a:gd name="connsiteX5" fmla="*/ 12002 w 48291"/>
                <a:gd name="connsiteY5" fmla="*/ 2953 h 53863"/>
                <a:gd name="connsiteX6" fmla="*/ 25146 w 48291"/>
                <a:gd name="connsiteY6" fmla="*/ 0 h 53863"/>
                <a:gd name="connsiteX7" fmla="*/ 36528 w 48291"/>
                <a:gd name="connsiteY7" fmla="*/ 2095 h 53863"/>
                <a:gd name="connsiteX8" fmla="*/ 44625 w 48291"/>
                <a:gd name="connsiteY8" fmla="*/ 8334 h 53863"/>
                <a:gd name="connsiteX9" fmla="*/ 47815 w 48291"/>
                <a:gd name="connsiteY9" fmla="*/ 18859 h 53863"/>
                <a:gd name="connsiteX10" fmla="*/ 36528 w 48291"/>
                <a:gd name="connsiteY10" fmla="*/ 18859 h 53863"/>
                <a:gd name="connsiteX11" fmla="*/ 33337 w 48291"/>
                <a:gd name="connsiteY11" fmla="*/ 11716 h 53863"/>
                <a:gd name="connsiteX12" fmla="*/ 25241 w 48291"/>
                <a:gd name="connsiteY12" fmla="*/ 9096 h 53863"/>
                <a:gd name="connsiteX13" fmla="*/ 15097 w 48291"/>
                <a:gd name="connsiteY13" fmla="*/ 13811 h 53863"/>
                <a:gd name="connsiteX14" fmla="*/ 11859 w 48291"/>
                <a:gd name="connsiteY14" fmla="*/ 27099 h 53863"/>
                <a:gd name="connsiteX15" fmla="*/ 13287 w 48291"/>
                <a:gd name="connsiteY15" fmla="*/ 36624 h 53863"/>
                <a:gd name="connsiteX16" fmla="*/ 17716 w 48291"/>
                <a:gd name="connsiteY16" fmla="*/ 42672 h 53863"/>
                <a:gd name="connsiteX17" fmla="*/ 25289 w 48291"/>
                <a:gd name="connsiteY17" fmla="*/ 44767 h 53863"/>
                <a:gd name="connsiteX18" fmla="*/ 33671 w 48291"/>
                <a:gd name="connsiteY18" fmla="*/ 42005 h 53863"/>
                <a:gd name="connsiteX19" fmla="*/ 37005 w 48291"/>
                <a:gd name="connsiteY19" fmla="*/ 34004 h 53863"/>
                <a:gd name="connsiteX20" fmla="*/ 48292 w 48291"/>
                <a:gd name="connsiteY20" fmla="*/ 34004 h 53863"/>
                <a:gd name="connsiteX21" fmla="*/ 45101 w 48291"/>
                <a:gd name="connsiteY21" fmla="*/ 44958 h 53863"/>
                <a:gd name="connsiteX22" fmla="*/ 36909 w 48291"/>
                <a:gd name="connsiteY22" fmla="*/ 51625 h 53863"/>
                <a:gd name="connsiteX23" fmla="*/ 25241 w 48291"/>
                <a:gd name="connsiteY23" fmla="*/ 53864 h 53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8291" h="53863">
                  <a:moveTo>
                    <a:pt x="25146" y="53769"/>
                  </a:moveTo>
                  <a:cubicBezTo>
                    <a:pt x="20336" y="53769"/>
                    <a:pt x="16050" y="52816"/>
                    <a:pt x="12240" y="50911"/>
                  </a:cubicBezTo>
                  <a:cubicBezTo>
                    <a:pt x="8477" y="49006"/>
                    <a:pt x="5477" y="46053"/>
                    <a:pt x="3286" y="42100"/>
                  </a:cubicBezTo>
                  <a:cubicBezTo>
                    <a:pt x="1095" y="38148"/>
                    <a:pt x="0" y="33147"/>
                    <a:pt x="0" y="27099"/>
                  </a:cubicBezTo>
                  <a:cubicBezTo>
                    <a:pt x="0" y="21050"/>
                    <a:pt x="1048" y="15954"/>
                    <a:pt x="3191" y="11954"/>
                  </a:cubicBezTo>
                  <a:cubicBezTo>
                    <a:pt x="5334" y="7953"/>
                    <a:pt x="8239" y="4953"/>
                    <a:pt x="12002" y="2953"/>
                  </a:cubicBezTo>
                  <a:cubicBezTo>
                    <a:pt x="15764" y="952"/>
                    <a:pt x="20145" y="0"/>
                    <a:pt x="25146" y="0"/>
                  </a:cubicBezTo>
                  <a:cubicBezTo>
                    <a:pt x="29337" y="0"/>
                    <a:pt x="33147" y="714"/>
                    <a:pt x="36528" y="2095"/>
                  </a:cubicBezTo>
                  <a:cubicBezTo>
                    <a:pt x="39910" y="3477"/>
                    <a:pt x="42624" y="5572"/>
                    <a:pt x="44625" y="8334"/>
                  </a:cubicBezTo>
                  <a:cubicBezTo>
                    <a:pt x="46625" y="11097"/>
                    <a:pt x="47720" y="14621"/>
                    <a:pt x="47815" y="18859"/>
                  </a:cubicBezTo>
                  <a:lnTo>
                    <a:pt x="36528" y="18859"/>
                  </a:lnTo>
                  <a:cubicBezTo>
                    <a:pt x="36338" y="15811"/>
                    <a:pt x="35290" y="13430"/>
                    <a:pt x="33337" y="11716"/>
                  </a:cubicBezTo>
                  <a:cubicBezTo>
                    <a:pt x="31385" y="9954"/>
                    <a:pt x="28670" y="9096"/>
                    <a:pt x="25241" y="9096"/>
                  </a:cubicBezTo>
                  <a:cubicBezTo>
                    <a:pt x="20622" y="9096"/>
                    <a:pt x="17240" y="10668"/>
                    <a:pt x="15097" y="13811"/>
                  </a:cubicBezTo>
                  <a:cubicBezTo>
                    <a:pt x="12906" y="16954"/>
                    <a:pt x="11859" y="21384"/>
                    <a:pt x="11859" y="27099"/>
                  </a:cubicBezTo>
                  <a:cubicBezTo>
                    <a:pt x="11859" y="30813"/>
                    <a:pt x="12335" y="33957"/>
                    <a:pt x="13287" y="36624"/>
                  </a:cubicBezTo>
                  <a:cubicBezTo>
                    <a:pt x="14240" y="39243"/>
                    <a:pt x="15716" y="41291"/>
                    <a:pt x="17716" y="42672"/>
                  </a:cubicBezTo>
                  <a:cubicBezTo>
                    <a:pt x="19717" y="44053"/>
                    <a:pt x="22193" y="44767"/>
                    <a:pt x="25289" y="44767"/>
                  </a:cubicBezTo>
                  <a:cubicBezTo>
                    <a:pt x="28765" y="44767"/>
                    <a:pt x="31575" y="43863"/>
                    <a:pt x="33671" y="42005"/>
                  </a:cubicBezTo>
                  <a:cubicBezTo>
                    <a:pt x="35766" y="40148"/>
                    <a:pt x="36862" y="37481"/>
                    <a:pt x="37005" y="34004"/>
                  </a:cubicBezTo>
                  <a:lnTo>
                    <a:pt x="48292" y="34004"/>
                  </a:lnTo>
                  <a:cubicBezTo>
                    <a:pt x="48196" y="38338"/>
                    <a:pt x="47101" y="42005"/>
                    <a:pt x="45101" y="44958"/>
                  </a:cubicBezTo>
                  <a:cubicBezTo>
                    <a:pt x="43053" y="47911"/>
                    <a:pt x="40338" y="50149"/>
                    <a:pt x="36909" y="51625"/>
                  </a:cubicBezTo>
                  <a:cubicBezTo>
                    <a:pt x="33480" y="53102"/>
                    <a:pt x="29575" y="53864"/>
                    <a:pt x="25241" y="53864"/>
                  </a:cubicBezTo>
                  <a:close/>
                </a:path>
              </a:pathLst>
            </a:custGeom>
            <a:solidFill>
              <a:srgbClr val="FFFFFF"/>
            </a:solidFill>
            <a:ln w="4763" cap="flat">
              <a:noFill/>
              <a:prstDash val="solid"/>
              <a:miter/>
            </a:ln>
          </p:spPr>
          <p:txBody>
            <a:bodyPr rtlCol="0" anchor="ctr"/>
            <a:lstStyle/>
            <a:p>
              <a:endParaRPr lang="en-AU"/>
            </a:p>
          </p:txBody>
        </p:sp>
        <p:sp>
          <p:nvSpPr>
            <p:cNvPr id="15" name="Freeform: Shape 14">
              <a:extLst>
                <a:ext uri="{FF2B5EF4-FFF2-40B4-BE49-F238E27FC236}">
                  <a16:creationId xmlns:a16="http://schemas.microsoft.com/office/drawing/2014/main" id="{33E21144-1D81-891C-15A9-31BD1524C8B7}"/>
                </a:ext>
              </a:extLst>
            </p:cNvPr>
            <p:cNvSpPr/>
            <p:nvPr/>
          </p:nvSpPr>
          <p:spPr>
            <a:xfrm>
              <a:off x="358330" y="668274"/>
              <a:ext cx="48672" cy="53911"/>
            </a:xfrm>
            <a:custGeom>
              <a:avLst/>
              <a:gdLst>
                <a:gd name="connsiteX0" fmla="*/ 25575 w 48672"/>
                <a:gd name="connsiteY0" fmla="*/ 53911 h 53911"/>
                <a:gd name="connsiteX1" fmla="*/ 11335 w 48672"/>
                <a:gd name="connsiteY1" fmla="*/ 50530 h 53911"/>
                <a:gd name="connsiteX2" fmla="*/ 2810 w 48672"/>
                <a:gd name="connsiteY2" fmla="*/ 41005 h 53911"/>
                <a:gd name="connsiteX3" fmla="*/ 0 w 48672"/>
                <a:gd name="connsiteY3" fmla="*/ 26813 h 53911"/>
                <a:gd name="connsiteX4" fmla="*/ 2762 w 48672"/>
                <a:gd name="connsiteY4" fmla="*/ 12668 h 53911"/>
                <a:gd name="connsiteX5" fmla="*/ 11001 w 48672"/>
                <a:gd name="connsiteY5" fmla="*/ 3334 h 53911"/>
                <a:gd name="connsiteX6" fmla="*/ 24717 w 48672"/>
                <a:gd name="connsiteY6" fmla="*/ 0 h 53911"/>
                <a:gd name="connsiteX7" fmla="*/ 42243 w 48672"/>
                <a:gd name="connsiteY7" fmla="*/ 6620 h 53911"/>
                <a:gd name="connsiteX8" fmla="*/ 48673 w 48672"/>
                <a:gd name="connsiteY8" fmla="*/ 25527 h 53911"/>
                <a:gd name="connsiteX9" fmla="*/ 48578 w 48672"/>
                <a:gd name="connsiteY9" fmla="*/ 27384 h 53911"/>
                <a:gd name="connsiteX10" fmla="*/ 48387 w 48672"/>
                <a:gd name="connsiteY10" fmla="*/ 28956 h 53911"/>
                <a:gd name="connsiteX11" fmla="*/ 11573 w 48672"/>
                <a:gd name="connsiteY11" fmla="*/ 28956 h 53911"/>
                <a:gd name="connsiteX12" fmla="*/ 13049 w 48672"/>
                <a:gd name="connsiteY12" fmla="*/ 37100 h 53911"/>
                <a:gd name="connsiteX13" fmla="*/ 17574 w 48672"/>
                <a:gd name="connsiteY13" fmla="*/ 43053 h 53911"/>
                <a:gd name="connsiteX14" fmla="*/ 25670 w 48672"/>
                <a:gd name="connsiteY14" fmla="*/ 45291 h 53911"/>
                <a:gd name="connsiteX15" fmla="*/ 34052 w 48672"/>
                <a:gd name="connsiteY15" fmla="*/ 42910 h 53911"/>
                <a:gd name="connsiteX16" fmla="*/ 37243 w 48672"/>
                <a:gd name="connsiteY16" fmla="*/ 35862 h 53911"/>
                <a:gd name="connsiteX17" fmla="*/ 48625 w 48672"/>
                <a:gd name="connsiteY17" fmla="*/ 35862 h 53911"/>
                <a:gd name="connsiteX18" fmla="*/ 45482 w 48672"/>
                <a:gd name="connsiteY18" fmla="*/ 45672 h 53911"/>
                <a:gd name="connsiteX19" fmla="*/ 37576 w 48672"/>
                <a:gd name="connsiteY19" fmla="*/ 51816 h 53911"/>
                <a:gd name="connsiteX20" fmla="*/ 25622 w 48672"/>
                <a:gd name="connsiteY20" fmla="*/ 53911 h 53911"/>
                <a:gd name="connsiteX21" fmla="*/ 11621 w 48672"/>
                <a:gd name="connsiteY21" fmla="*/ 21241 h 53911"/>
                <a:gd name="connsiteX22" fmla="*/ 37100 w 48672"/>
                <a:gd name="connsiteY22" fmla="*/ 21241 h 53911"/>
                <a:gd name="connsiteX23" fmla="*/ 33576 w 48672"/>
                <a:gd name="connsiteY23" fmla="*/ 11668 h 53911"/>
                <a:gd name="connsiteX24" fmla="*/ 24622 w 48672"/>
                <a:gd name="connsiteY24" fmla="*/ 8382 h 53911"/>
                <a:gd name="connsiteX25" fmla="*/ 15478 w 48672"/>
                <a:gd name="connsiteY25" fmla="*/ 11716 h 53911"/>
                <a:gd name="connsiteX26" fmla="*/ 11621 w 48672"/>
                <a:gd name="connsiteY26" fmla="*/ 21288 h 53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8672" h="53911">
                  <a:moveTo>
                    <a:pt x="25575" y="53911"/>
                  </a:moveTo>
                  <a:cubicBezTo>
                    <a:pt x="19860" y="53911"/>
                    <a:pt x="15145" y="52768"/>
                    <a:pt x="11335" y="50530"/>
                  </a:cubicBezTo>
                  <a:cubicBezTo>
                    <a:pt x="7525" y="48244"/>
                    <a:pt x="4715" y="45101"/>
                    <a:pt x="2810" y="41005"/>
                  </a:cubicBezTo>
                  <a:cubicBezTo>
                    <a:pt x="905" y="36909"/>
                    <a:pt x="0" y="32194"/>
                    <a:pt x="0" y="26813"/>
                  </a:cubicBezTo>
                  <a:cubicBezTo>
                    <a:pt x="0" y="21431"/>
                    <a:pt x="905" y="16669"/>
                    <a:pt x="2762" y="12668"/>
                  </a:cubicBezTo>
                  <a:cubicBezTo>
                    <a:pt x="4620" y="8668"/>
                    <a:pt x="7334" y="5524"/>
                    <a:pt x="11001" y="3334"/>
                  </a:cubicBezTo>
                  <a:cubicBezTo>
                    <a:pt x="14669" y="1095"/>
                    <a:pt x="19241" y="0"/>
                    <a:pt x="24717" y="0"/>
                  </a:cubicBezTo>
                  <a:cubicBezTo>
                    <a:pt x="32147" y="0"/>
                    <a:pt x="37957" y="2191"/>
                    <a:pt x="42243" y="6620"/>
                  </a:cubicBezTo>
                  <a:cubicBezTo>
                    <a:pt x="46530" y="11049"/>
                    <a:pt x="48673" y="17335"/>
                    <a:pt x="48673" y="25527"/>
                  </a:cubicBezTo>
                  <a:cubicBezTo>
                    <a:pt x="48673" y="26003"/>
                    <a:pt x="48673" y="26622"/>
                    <a:pt x="48578" y="27384"/>
                  </a:cubicBezTo>
                  <a:cubicBezTo>
                    <a:pt x="48530" y="28099"/>
                    <a:pt x="48482" y="28623"/>
                    <a:pt x="48387" y="28956"/>
                  </a:cubicBezTo>
                  <a:lnTo>
                    <a:pt x="11573" y="28956"/>
                  </a:lnTo>
                  <a:cubicBezTo>
                    <a:pt x="11573" y="31909"/>
                    <a:pt x="12097" y="34623"/>
                    <a:pt x="13049" y="37100"/>
                  </a:cubicBezTo>
                  <a:cubicBezTo>
                    <a:pt x="14002" y="39576"/>
                    <a:pt x="15478" y="41577"/>
                    <a:pt x="17574" y="43053"/>
                  </a:cubicBezTo>
                  <a:cubicBezTo>
                    <a:pt x="19622" y="44529"/>
                    <a:pt x="22336" y="45291"/>
                    <a:pt x="25670" y="45291"/>
                  </a:cubicBezTo>
                  <a:cubicBezTo>
                    <a:pt x="29242" y="45291"/>
                    <a:pt x="32052" y="44482"/>
                    <a:pt x="34052" y="42910"/>
                  </a:cubicBezTo>
                  <a:cubicBezTo>
                    <a:pt x="36100" y="41338"/>
                    <a:pt x="37148" y="39005"/>
                    <a:pt x="37243" y="35862"/>
                  </a:cubicBezTo>
                  <a:lnTo>
                    <a:pt x="48625" y="35862"/>
                  </a:lnTo>
                  <a:cubicBezTo>
                    <a:pt x="48435" y="39719"/>
                    <a:pt x="47387" y="43005"/>
                    <a:pt x="45482" y="45672"/>
                  </a:cubicBezTo>
                  <a:cubicBezTo>
                    <a:pt x="43577" y="48387"/>
                    <a:pt x="40957" y="50387"/>
                    <a:pt x="37576" y="51816"/>
                  </a:cubicBezTo>
                  <a:cubicBezTo>
                    <a:pt x="34195" y="53245"/>
                    <a:pt x="30242" y="53911"/>
                    <a:pt x="25622" y="53911"/>
                  </a:cubicBezTo>
                  <a:close/>
                  <a:moveTo>
                    <a:pt x="11621" y="21241"/>
                  </a:moveTo>
                  <a:lnTo>
                    <a:pt x="37100" y="21241"/>
                  </a:lnTo>
                  <a:cubicBezTo>
                    <a:pt x="37005" y="17050"/>
                    <a:pt x="35814" y="13859"/>
                    <a:pt x="33576" y="11668"/>
                  </a:cubicBezTo>
                  <a:cubicBezTo>
                    <a:pt x="31337" y="9477"/>
                    <a:pt x="28384" y="8382"/>
                    <a:pt x="24622" y="8382"/>
                  </a:cubicBezTo>
                  <a:cubicBezTo>
                    <a:pt x="20860" y="8382"/>
                    <a:pt x="17717" y="9477"/>
                    <a:pt x="15478" y="11716"/>
                  </a:cubicBezTo>
                  <a:cubicBezTo>
                    <a:pt x="13192" y="13906"/>
                    <a:pt x="11906" y="17097"/>
                    <a:pt x="11621" y="21288"/>
                  </a:cubicBezTo>
                  <a:close/>
                </a:path>
              </a:pathLst>
            </a:custGeom>
            <a:solidFill>
              <a:srgbClr val="FFFFFF"/>
            </a:solidFill>
            <a:ln w="4763" cap="flat">
              <a:noFill/>
              <a:prstDash val="solid"/>
              <a:miter/>
            </a:ln>
          </p:spPr>
          <p:txBody>
            <a:bodyPr rtlCol="0" anchor="ctr"/>
            <a:lstStyle/>
            <a:p>
              <a:endParaRPr lang="en-AU"/>
            </a:p>
          </p:txBody>
        </p:sp>
        <p:sp>
          <p:nvSpPr>
            <p:cNvPr id="16" name="Freeform: Shape 15">
              <a:extLst>
                <a:ext uri="{FF2B5EF4-FFF2-40B4-BE49-F238E27FC236}">
                  <a16:creationId xmlns:a16="http://schemas.microsoft.com/office/drawing/2014/main" id="{75EB467E-14D3-8E12-113C-119164EAE5E9}"/>
                </a:ext>
              </a:extLst>
            </p:cNvPr>
            <p:cNvSpPr/>
            <p:nvPr/>
          </p:nvSpPr>
          <p:spPr>
            <a:xfrm>
              <a:off x="420385" y="668369"/>
              <a:ext cx="46196" cy="52863"/>
            </a:xfrm>
            <a:custGeom>
              <a:avLst/>
              <a:gdLst>
                <a:gd name="connsiteX0" fmla="*/ 0 w 46196"/>
                <a:gd name="connsiteY0" fmla="*/ 52864 h 52863"/>
                <a:gd name="connsiteX1" fmla="*/ 0 w 46196"/>
                <a:gd name="connsiteY1" fmla="*/ 762 h 52863"/>
                <a:gd name="connsiteX2" fmla="*/ 11097 w 46196"/>
                <a:gd name="connsiteY2" fmla="*/ 762 h 52863"/>
                <a:gd name="connsiteX3" fmla="*/ 11382 w 46196"/>
                <a:gd name="connsiteY3" fmla="*/ 8668 h 52863"/>
                <a:gd name="connsiteX4" fmla="*/ 18336 w 46196"/>
                <a:gd name="connsiteY4" fmla="*/ 2715 h 52863"/>
                <a:gd name="connsiteX5" fmla="*/ 29623 w 46196"/>
                <a:gd name="connsiteY5" fmla="*/ 0 h 52863"/>
                <a:gd name="connsiteX6" fmla="*/ 42053 w 46196"/>
                <a:gd name="connsiteY6" fmla="*/ 4953 h 52863"/>
                <a:gd name="connsiteX7" fmla="*/ 46196 w 46196"/>
                <a:gd name="connsiteY7" fmla="*/ 19098 h 52863"/>
                <a:gd name="connsiteX8" fmla="*/ 46196 w 46196"/>
                <a:gd name="connsiteY8" fmla="*/ 52864 h 52863"/>
                <a:gd name="connsiteX9" fmla="*/ 34671 w 46196"/>
                <a:gd name="connsiteY9" fmla="*/ 52864 h 52863"/>
                <a:gd name="connsiteX10" fmla="*/ 34671 w 46196"/>
                <a:gd name="connsiteY10" fmla="*/ 20622 h 52863"/>
                <a:gd name="connsiteX11" fmla="*/ 33861 w 46196"/>
                <a:gd name="connsiteY11" fmla="*/ 14764 h 52863"/>
                <a:gd name="connsiteX12" fmla="*/ 31147 w 46196"/>
                <a:gd name="connsiteY12" fmla="*/ 10811 h 52863"/>
                <a:gd name="connsiteX13" fmla="*/ 25956 w 46196"/>
                <a:gd name="connsiteY13" fmla="*/ 9382 h 52863"/>
                <a:gd name="connsiteX14" fmla="*/ 17431 w 46196"/>
                <a:gd name="connsiteY14" fmla="*/ 11716 h 52863"/>
                <a:gd name="connsiteX15" fmla="*/ 11621 w 46196"/>
                <a:gd name="connsiteY15" fmla="*/ 17002 h 52863"/>
                <a:gd name="connsiteX16" fmla="*/ 11621 w 46196"/>
                <a:gd name="connsiteY16" fmla="*/ 52864 h 52863"/>
                <a:gd name="connsiteX17" fmla="*/ 48 w 46196"/>
                <a:gd name="connsiteY17" fmla="*/ 52864 h 52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6196" h="52863">
                  <a:moveTo>
                    <a:pt x="0" y="52864"/>
                  </a:moveTo>
                  <a:lnTo>
                    <a:pt x="0" y="762"/>
                  </a:lnTo>
                  <a:lnTo>
                    <a:pt x="11097" y="762"/>
                  </a:lnTo>
                  <a:lnTo>
                    <a:pt x="11382" y="8668"/>
                  </a:lnTo>
                  <a:cubicBezTo>
                    <a:pt x="13097" y="6477"/>
                    <a:pt x="15431" y="4524"/>
                    <a:pt x="18336" y="2715"/>
                  </a:cubicBezTo>
                  <a:cubicBezTo>
                    <a:pt x="21241" y="905"/>
                    <a:pt x="25003" y="0"/>
                    <a:pt x="29623" y="0"/>
                  </a:cubicBezTo>
                  <a:cubicBezTo>
                    <a:pt x="35147" y="0"/>
                    <a:pt x="39291" y="1667"/>
                    <a:pt x="42053" y="4953"/>
                  </a:cubicBezTo>
                  <a:cubicBezTo>
                    <a:pt x="44815" y="8239"/>
                    <a:pt x="46196" y="12954"/>
                    <a:pt x="46196" y="19098"/>
                  </a:cubicBezTo>
                  <a:lnTo>
                    <a:pt x="46196" y="52864"/>
                  </a:lnTo>
                  <a:lnTo>
                    <a:pt x="34671" y="52864"/>
                  </a:lnTo>
                  <a:lnTo>
                    <a:pt x="34671" y="20622"/>
                  </a:lnTo>
                  <a:cubicBezTo>
                    <a:pt x="34671" y="18431"/>
                    <a:pt x="34385" y="16478"/>
                    <a:pt x="33861" y="14764"/>
                  </a:cubicBezTo>
                  <a:cubicBezTo>
                    <a:pt x="33338" y="13049"/>
                    <a:pt x="32433" y="11763"/>
                    <a:pt x="31147" y="10811"/>
                  </a:cubicBezTo>
                  <a:cubicBezTo>
                    <a:pt x="29861" y="9858"/>
                    <a:pt x="28146" y="9382"/>
                    <a:pt x="25956" y="9382"/>
                  </a:cubicBezTo>
                  <a:cubicBezTo>
                    <a:pt x="22622" y="9382"/>
                    <a:pt x="19764" y="10144"/>
                    <a:pt x="17431" y="11716"/>
                  </a:cubicBezTo>
                  <a:cubicBezTo>
                    <a:pt x="15097" y="13287"/>
                    <a:pt x="13145" y="15002"/>
                    <a:pt x="11621" y="17002"/>
                  </a:cubicBezTo>
                  <a:lnTo>
                    <a:pt x="11621" y="52864"/>
                  </a:lnTo>
                  <a:lnTo>
                    <a:pt x="48" y="52864"/>
                  </a:lnTo>
                  <a:close/>
                </a:path>
              </a:pathLst>
            </a:custGeom>
            <a:solidFill>
              <a:srgbClr val="FFFFFF"/>
            </a:solidFill>
            <a:ln w="4763" cap="flat">
              <a:noFill/>
              <a:prstDash val="solid"/>
              <a:miter/>
            </a:ln>
          </p:spPr>
          <p:txBody>
            <a:bodyPr rtlCol="0" anchor="ctr"/>
            <a:lstStyle/>
            <a:p>
              <a:endParaRPr lang="en-AU"/>
            </a:p>
          </p:txBody>
        </p:sp>
        <p:sp>
          <p:nvSpPr>
            <p:cNvPr id="17" name="Freeform: Shape 16">
              <a:extLst>
                <a:ext uri="{FF2B5EF4-FFF2-40B4-BE49-F238E27FC236}">
                  <a16:creationId xmlns:a16="http://schemas.microsoft.com/office/drawing/2014/main" id="{0CA87D27-0BD5-CFE1-E6B6-42E25D28B2A9}"/>
                </a:ext>
              </a:extLst>
            </p:cNvPr>
            <p:cNvSpPr/>
            <p:nvPr/>
          </p:nvSpPr>
          <p:spPr>
            <a:xfrm>
              <a:off x="479440" y="649271"/>
              <a:ext cx="49434" cy="72866"/>
            </a:xfrm>
            <a:custGeom>
              <a:avLst/>
              <a:gdLst>
                <a:gd name="connsiteX0" fmla="*/ 20669 w 49434"/>
                <a:gd name="connsiteY0" fmla="*/ 72866 h 72866"/>
                <a:gd name="connsiteX1" fmla="*/ 9906 w 49434"/>
                <a:gd name="connsiteY1" fmla="*/ 69866 h 72866"/>
                <a:gd name="connsiteX2" fmla="*/ 2619 w 49434"/>
                <a:gd name="connsiteY2" fmla="*/ 60817 h 72866"/>
                <a:gd name="connsiteX3" fmla="*/ 0 w 49434"/>
                <a:gd name="connsiteY3" fmla="*/ 45672 h 72866"/>
                <a:gd name="connsiteX4" fmla="*/ 2810 w 49434"/>
                <a:gd name="connsiteY4" fmla="*/ 30766 h 72866"/>
                <a:gd name="connsiteX5" fmla="*/ 10573 w 49434"/>
                <a:gd name="connsiteY5" fmla="*/ 21907 h 72866"/>
                <a:gd name="connsiteX6" fmla="*/ 22003 w 49434"/>
                <a:gd name="connsiteY6" fmla="*/ 18955 h 72866"/>
                <a:gd name="connsiteX7" fmla="*/ 31480 w 49434"/>
                <a:gd name="connsiteY7" fmla="*/ 21288 h 72866"/>
                <a:gd name="connsiteX8" fmla="*/ 37909 w 49434"/>
                <a:gd name="connsiteY8" fmla="*/ 27527 h 72866"/>
                <a:gd name="connsiteX9" fmla="*/ 37909 w 49434"/>
                <a:gd name="connsiteY9" fmla="*/ 0 h 72866"/>
                <a:gd name="connsiteX10" fmla="*/ 49435 w 49434"/>
                <a:gd name="connsiteY10" fmla="*/ 0 h 72866"/>
                <a:gd name="connsiteX11" fmla="*/ 49435 w 49434"/>
                <a:gd name="connsiteY11" fmla="*/ 71961 h 72866"/>
                <a:gd name="connsiteX12" fmla="*/ 38481 w 49434"/>
                <a:gd name="connsiteY12" fmla="*/ 71961 h 72866"/>
                <a:gd name="connsiteX13" fmla="*/ 37909 w 49434"/>
                <a:gd name="connsiteY13" fmla="*/ 64484 h 72866"/>
                <a:gd name="connsiteX14" fmla="*/ 30909 w 49434"/>
                <a:gd name="connsiteY14" fmla="*/ 70580 h 72866"/>
                <a:gd name="connsiteX15" fmla="*/ 20765 w 49434"/>
                <a:gd name="connsiteY15" fmla="*/ 72866 h 72866"/>
                <a:gd name="connsiteX16" fmla="*/ 23670 w 49434"/>
                <a:gd name="connsiteY16" fmla="*/ 63865 h 72866"/>
                <a:gd name="connsiteX17" fmla="*/ 32337 w 49434"/>
                <a:gd name="connsiteY17" fmla="*/ 61293 h 72866"/>
                <a:gd name="connsiteX18" fmla="*/ 37862 w 49434"/>
                <a:gd name="connsiteY18" fmla="*/ 55102 h 72866"/>
                <a:gd name="connsiteX19" fmla="*/ 37862 w 49434"/>
                <a:gd name="connsiteY19" fmla="*/ 37433 h 72866"/>
                <a:gd name="connsiteX20" fmla="*/ 32718 w 49434"/>
                <a:gd name="connsiteY20" fmla="*/ 30766 h 72866"/>
                <a:gd name="connsiteX21" fmla="*/ 24575 w 49434"/>
                <a:gd name="connsiteY21" fmla="*/ 28004 h 72866"/>
                <a:gd name="connsiteX22" fmla="*/ 15097 w 49434"/>
                <a:gd name="connsiteY22" fmla="*/ 32575 h 72866"/>
                <a:gd name="connsiteX23" fmla="*/ 11859 w 49434"/>
                <a:gd name="connsiteY23" fmla="*/ 45625 h 72866"/>
                <a:gd name="connsiteX24" fmla="*/ 14954 w 49434"/>
                <a:gd name="connsiteY24" fmla="*/ 59293 h 72866"/>
                <a:gd name="connsiteX25" fmla="*/ 23765 w 49434"/>
                <a:gd name="connsiteY25" fmla="*/ 63865 h 72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9434" h="72866">
                  <a:moveTo>
                    <a:pt x="20669" y="72866"/>
                  </a:moveTo>
                  <a:cubicBezTo>
                    <a:pt x="16621" y="72866"/>
                    <a:pt x="13002" y="71866"/>
                    <a:pt x="9906" y="69866"/>
                  </a:cubicBezTo>
                  <a:cubicBezTo>
                    <a:pt x="6763" y="67866"/>
                    <a:pt x="4334" y="64865"/>
                    <a:pt x="2619" y="60817"/>
                  </a:cubicBezTo>
                  <a:cubicBezTo>
                    <a:pt x="857" y="56769"/>
                    <a:pt x="0" y="51721"/>
                    <a:pt x="0" y="45672"/>
                  </a:cubicBezTo>
                  <a:cubicBezTo>
                    <a:pt x="0" y="39624"/>
                    <a:pt x="953" y="34719"/>
                    <a:pt x="2810" y="30766"/>
                  </a:cubicBezTo>
                  <a:cubicBezTo>
                    <a:pt x="4667" y="26813"/>
                    <a:pt x="7287" y="23860"/>
                    <a:pt x="10573" y="21907"/>
                  </a:cubicBezTo>
                  <a:cubicBezTo>
                    <a:pt x="13859" y="19907"/>
                    <a:pt x="17669" y="18955"/>
                    <a:pt x="22003" y="18955"/>
                  </a:cubicBezTo>
                  <a:cubicBezTo>
                    <a:pt x="25622" y="18955"/>
                    <a:pt x="28766" y="19764"/>
                    <a:pt x="31480" y="21288"/>
                  </a:cubicBezTo>
                  <a:cubicBezTo>
                    <a:pt x="34147" y="22860"/>
                    <a:pt x="36290" y="24956"/>
                    <a:pt x="37909" y="27527"/>
                  </a:cubicBezTo>
                  <a:lnTo>
                    <a:pt x="37909" y="0"/>
                  </a:lnTo>
                  <a:lnTo>
                    <a:pt x="49435" y="0"/>
                  </a:lnTo>
                  <a:lnTo>
                    <a:pt x="49435" y="71961"/>
                  </a:lnTo>
                  <a:lnTo>
                    <a:pt x="38481" y="71961"/>
                  </a:lnTo>
                  <a:lnTo>
                    <a:pt x="37909" y="64484"/>
                  </a:lnTo>
                  <a:cubicBezTo>
                    <a:pt x="36052" y="67008"/>
                    <a:pt x="33719" y="69056"/>
                    <a:pt x="30909" y="70580"/>
                  </a:cubicBezTo>
                  <a:cubicBezTo>
                    <a:pt x="28099" y="72104"/>
                    <a:pt x="24717" y="72866"/>
                    <a:pt x="20765" y="72866"/>
                  </a:cubicBezTo>
                  <a:close/>
                  <a:moveTo>
                    <a:pt x="23670" y="63865"/>
                  </a:moveTo>
                  <a:cubicBezTo>
                    <a:pt x="27099" y="63865"/>
                    <a:pt x="29956" y="63008"/>
                    <a:pt x="32337" y="61293"/>
                  </a:cubicBezTo>
                  <a:cubicBezTo>
                    <a:pt x="34671" y="59579"/>
                    <a:pt x="36528" y="57531"/>
                    <a:pt x="37862" y="55102"/>
                  </a:cubicBezTo>
                  <a:lnTo>
                    <a:pt x="37862" y="37433"/>
                  </a:lnTo>
                  <a:cubicBezTo>
                    <a:pt x="36624" y="34814"/>
                    <a:pt x="34909" y="32623"/>
                    <a:pt x="32718" y="30766"/>
                  </a:cubicBezTo>
                  <a:cubicBezTo>
                    <a:pt x="30528" y="28908"/>
                    <a:pt x="27813" y="28004"/>
                    <a:pt x="24575" y="28004"/>
                  </a:cubicBezTo>
                  <a:cubicBezTo>
                    <a:pt x="20431" y="28004"/>
                    <a:pt x="17288" y="29527"/>
                    <a:pt x="15097" y="32575"/>
                  </a:cubicBezTo>
                  <a:cubicBezTo>
                    <a:pt x="12906" y="35623"/>
                    <a:pt x="11859" y="39957"/>
                    <a:pt x="11859" y="45625"/>
                  </a:cubicBezTo>
                  <a:cubicBezTo>
                    <a:pt x="11859" y="51673"/>
                    <a:pt x="12906" y="56245"/>
                    <a:pt x="14954" y="59293"/>
                  </a:cubicBezTo>
                  <a:cubicBezTo>
                    <a:pt x="17002" y="62341"/>
                    <a:pt x="19955" y="63865"/>
                    <a:pt x="23765" y="63865"/>
                  </a:cubicBezTo>
                  <a:close/>
                </a:path>
              </a:pathLst>
            </a:custGeom>
            <a:solidFill>
              <a:srgbClr val="FFFFFF"/>
            </a:solidFill>
            <a:ln w="4763" cap="flat">
              <a:noFill/>
              <a:prstDash val="solid"/>
              <a:miter/>
            </a:ln>
          </p:spPr>
          <p:txBody>
            <a:bodyPr rtlCol="0" anchor="ctr"/>
            <a:lstStyle/>
            <a:p>
              <a:endParaRPr lang="en-AU"/>
            </a:p>
          </p:txBody>
        </p:sp>
        <p:sp>
          <p:nvSpPr>
            <p:cNvPr id="18" name="Freeform: Shape 17">
              <a:extLst>
                <a:ext uri="{FF2B5EF4-FFF2-40B4-BE49-F238E27FC236}">
                  <a16:creationId xmlns:a16="http://schemas.microsoft.com/office/drawing/2014/main" id="{F4EB1141-0A7E-6878-6B51-8455AEF499B8}"/>
                </a:ext>
              </a:extLst>
            </p:cNvPr>
            <p:cNvSpPr/>
            <p:nvPr/>
          </p:nvSpPr>
          <p:spPr>
            <a:xfrm>
              <a:off x="543972" y="648700"/>
              <a:ext cx="13620" cy="72532"/>
            </a:xfrm>
            <a:custGeom>
              <a:avLst/>
              <a:gdLst>
                <a:gd name="connsiteX0" fmla="*/ 6810 w 13620"/>
                <a:gd name="connsiteY0" fmla="*/ 12097 h 72532"/>
                <a:gd name="connsiteX1" fmla="*/ 1762 w 13620"/>
                <a:gd name="connsiteY1" fmla="*/ 10382 h 72532"/>
                <a:gd name="connsiteX2" fmla="*/ 0 w 13620"/>
                <a:gd name="connsiteY2" fmla="*/ 6096 h 72532"/>
                <a:gd name="connsiteX3" fmla="*/ 1762 w 13620"/>
                <a:gd name="connsiteY3" fmla="*/ 1715 h 72532"/>
                <a:gd name="connsiteX4" fmla="*/ 6810 w 13620"/>
                <a:gd name="connsiteY4" fmla="*/ 0 h 72532"/>
                <a:gd name="connsiteX5" fmla="*/ 11811 w 13620"/>
                <a:gd name="connsiteY5" fmla="*/ 1715 h 72532"/>
                <a:gd name="connsiteX6" fmla="*/ 13621 w 13620"/>
                <a:gd name="connsiteY6" fmla="*/ 6048 h 72532"/>
                <a:gd name="connsiteX7" fmla="*/ 11811 w 13620"/>
                <a:gd name="connsiteY7" fmla="*/ 10382 h 72532"/>
                <a:gd name="connsiteX8" fmla="*/ 6810 w 13620"/>
                <a:gd name="connsiteY8" fmla="*/ 12097 h 72532"/>
                <a:gd name="connsiteX9" fmla="*/ 1000 w 13620"/>
                <a:gd name="connsiteY9" fmla="*/ 72533 h 72532"/>
                <a:gd name="connsiteX10" fmla="*/ 1000 w 13620"/>
                <a:gd name="connsiteY10" fmla="*/ 20431 h 72532"/>
                <a:gd name="connsiteX11" fmla="*/ 12573 w 13620"/>
                <a:gd name="connsiteY11" fmla="*/ 20431 h 72532"/>
                <a:gd name="connsiteX12" fmla="*/ 12573 w 13620"/>
                <a:gd name="connsiteY12" fmla="*/ 72533 h 72532"/>
                <a:gd name="connsiteX13" fmla="*/ 1000 w 13620"/>
                <a:gd name="connsiteY13" fmla="*/ 72533 h 72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620" h="72532">
                  <a:moveTo>
                    <a:pt x="6810" y="12097"/>
                  </a:moveTo>
                  <a:cubicBezTo>
                    <a:pt x="4620" y="12097"/>
                    <a:pt x="2953" y="11525"/>
                    <a:pt x="1762" y="10382"/>
                  </a:cubicBezTo>
                  <a:cubicBezTo>
                    <a:pt x="571" y="9239"/>
                    <a:pt x="0" y="7810"/>
                    <a:pt x="0" y="6096"/>
                  </a:cubicBezTo>
                  <a:cubicBezTo>
                    <a:pt x="0" y="4381"/>
                    <a:pt x="571" y="2857"/>
                    <a:pt x="1762" y="1715"/>
                  </a:cubicBezTo>
                  <a:cubicBezTo>
                    <a:pt x="2953" y="571"/>
                    <a:pt x="4620" y="0"/>
                    <a:pt x="6810" y="0"/>
                  </a:cubicBezTo>
                  <a:cubicBezTo>
                    <a:pt x="9001" y="0"/>
                    <a:pt x="10620" y="571"/>
                    <a:pt x="11811" y="1715"/>
                  </a:cubicBezTo>
                  <a:cubicBezTo>
                    <a:pt x="13002" y="2857"/>
                    <a:pt x="13621" y="4286"/>
                    <a:pt x="13621" y="6048"/>
                  </a:cubicBezTo>
                  <a:cubicBezTo>
                    <a:pt x="13621" y="7810"/>
                    <a:pt x="13002" y="9239"/>
                    <a:pt x="11811" y="10382"/>
                  </a:cubicBezTo>
                  <a:cubicBezTo>
                    <a:pt x="10620" y="11525"/>
                    <a:pt x="8953" y="12097"/>
                    <a:pt x="6810" y="12097"/>
                  </a:cubicBezTo>
                  <a:close/>
                  <a:moveTo>
                    <a:pt x="1000" y="72533"/>
                  </a:moveTo>
                  <a:lnTo>
                    <a:pt x="1000" y="20431"/>
                  </a:lnTo>
                  <a:lnTo>
                    <a:pt x="12573" y="20431"/>
                  </a:lnTo>
                  <a:lnTo>
                    <a:pt x="12573" y="72533"/>
                  </a:lnTo>
                  <a:lnTo>
                    <a:pt x="1000" y="72533"/>
                  </a:lnTo>
                  <a:close/>
                </a:path>
              </a:pathLst>
            </a:custGeom>
            <a:solidFill>
              <a:srgbClr val="FFFFFF"/>
            </a:solidFill>
            <a:ln w="4763" cap="flat">
              <a:noFill/>
              <a:prstDash val="solid"/>
              <a:miter/>
            </a:ln>
          </p:spPr>
          <p:txBody>
            <a:bodyPr rtlCol="0" anchor="ctr"/>
            <a:lstStyle/>
            <a:p>
              <a:endParaRPr lang="en-AU"/>
            </a:p>
          </p:txBody>
        </p:sp>
        <p:sp>
          <p:nvSpPr>
            <p:cNvPr id="19" name="Freeform: Shape 18">
              <a:extLst>
                <a:ext uri="{FF2B5EF4-FFF2-40B4-BE49-F238E27FC236}">
                  <a16:creationId xmlns:a16="http://schemas.microsoft.com/office/drawing/2014/main" id="{26AE87E3-AA7F-C601-4C0A-D40C139475E3}"/>
                </a:ext>
              </a:extLst>
            </p:cNvPr>
            <p:cNvSpPr/>
            <p:nvPr/>
          </p:nvSpPr>
          <p:spPr>
            <a:xfrm>
              <a:off x="569928" y="668131"/>
              <a:ext cx="51006" cy="53959"/>
            </a:xfrm>
            <a:custGeom>
              <a:avLst/>
              <a:gdLst>
                <a:gd name="connsiteX0" fmla="*/ 25289 w 51006"/>
                <a:gd name="connsiteY0" fmla="*/ 53959 h 53959"/>
                <a:gd name="connsiteX1" fmla="*/ 11859 w 51006"/>
                <a:gd name="connsiteY1" fmla="*/ 50768 h 53959"/>
                <a:gd name="connsiteX2" fmla="*/ 3096 w 51006"/>
                <a:gd name="connsiteY2" fmla="*/ 41577 h 53959"/>
                <a:gd name="connsiteX3" fmla="*/ 0 w 51006"/>
                <a:gd name="connsiteY3" fmla="*/ 27146 h 53959"/>
                <a:gd name="connsiteX4" fmla="*/ 3096 w 51006"/>
                <a:gd name="connsiteY4" fmla="*/ 12478 h 53959"/>
                <a:gd name="connsiteX5" fmla="*/ 11859 w 51006"/>
                <a:gd name="connsiteY5" fmla="*/ 3191 h 53959"/>
                <a:gd name="connsiteX6" fmla="*/ 25289 w 51006"/>
                <a:gd name="connsiteY6" fmla="*/ 0 h 53959"/>
                <a:gd name="connsiteX7" fmla="*/ 39005 w 51006"/>
                <a:gd name="connsiteY7" fmla="*/ 3191 h 53959"/>
                <a:gd name="connsiteX8" fmla="*/ 47863 w 51006"/>
                <a:gd name="connsiteY8" fmla="*/ 12478 h 53959"/>
                <a:gd name="connsiteX9" fmla="*/ 51006 w 51006"/>
                <a:gd name="connsiteY9" fmla="*/ 27146 h 53959"/>
                <a:gd name="connsiteX10" fmla="*/ 47863 w 51006"/>
                <a:gd name="connsiteY10" fmla="*/ 41577 h 53959"/>
                <a:gd name="connsiteX11" fmla="*/ 39005 w 51006"/>
                <a:gd name="connsiteY11" fmla="*/ 50768 h 53959"/>
                <a:gd name="connsiteX12" fmla="*/ 25289 w 51006"/>
                <a:gd name="connsiteY12" fmla="*/ 53959 h 53959"/>
                <a:gd name="connsiteX13" fmla="*/ 25289 w 51006"/>
                <a:gd name="connsiteY13" fmla="*/ 45006 h 53959"/>
                <a:gd name="connsiteX14" fmla="*/ 33576 w 51006"/>
                <a:gd name="connsiteY14" fmla="*/ 42672 h 53959"/>
                <a:gd name="connsiteX15" fmla="*/ 37909 w 51006"/>
                <a:gd name="connsiteY15" fmla="*/ 36290 h 53959"/>
                <a:gd name="connsiteX16" fmla="*/ 39195 w 51006"/>
                <a:gd name="connsiteY16" fmla="*/ 27242 h 53959"/>
                <a:gd name="connsiteX17" fmla="*/ 37909 w 51006"/>
                <a:gd name="connsiteY17" fmla="*/ 18002 h 53959"/>
                <a:gd name="connsiteX18" fmla="*/ 33576 w 51006"/>
                <a:gd name="connsiteY18" fmla="*/ 11525 h 53959"/>
                <a:gd name="connsiteX19" fmla="*/ 25289 w 51006"/>
                <a:gd name="connsiteY19" fmla="*/ 9144 h 53959"/>
                <a:gd name="connsiteX20" fmla="*/ 17335 w 51006"/>
                <a:gd name="connsiteY20" fmla="*/ 11525 h 53959"/>
                <a:gd name="connsiteX21" fmla="*/ 13097 w 51006"/>
                <a:gd name="connsiteY21" fmla="*/ 18002 h 53959"/>
                <a:gd name="connsiteX22" fmla="*/ 11811 w 51006"/>
                <a:gd name="connsiteY22" fmla="*/ 27242 h 53959"/>
                <a:gd name="connsiteX23" fmla="*/ 13097 w 51006"/>
                <a:gd name="connsiteY23" fmla="*/ 36290 h 53959"/>
                <a:gd name="connsiteX24" fmla="*/ 17335 w 51006"/>
                <a:gd name="connsiteY24" fmla="*/ 42672 h 53959"/>
                <a:gd name="connsiteX25" fmla="*/ 25289 w 51006"/>
                <a:gd name="connsiteY25" fmla="*/ 45006 h 53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006" h="53959">
                  <a:moveTo>
                    <a:pt x="25289" y="53959"/>
                  </a:moveTo>
                  <a:cubicBezTo>
                    <a:pt x="20145" y="53959"/>
                    <a:pt x="15621" y="52911"/>
                    <a:pt x="11859" y="50768"/>
                  </a:cubicBezTo>
                  <a:cubicBezTo>
                    <a:pt x="8049" y="48673"/>
                    <a:pt x="5144" y="45577"/>
                    <a:pt x="3096" y="41577"/>
                  </a:cubicBezTo>
                  <a:cubicBezTo>
                    <a:pt x="1048" y="37576"/>
                    <a:pt x="0" y="32766"/>
                    <a:pt x="0" y="27146"/>
                  </a:cubicBezTo>
                  <a:cubicBezTo>
                    <a:pt x="0" y="21527"/>
                    <a:pt x="1048" y="16574"/>
                    <a:pt x="3096" y="12478"/>
                  </a:cubicBezTo>
                  <a:cubicBezTo>
                    <a:pt x="5144" y="8382"/>
                    <a:pt x="8049" y="5334"/>
                    <a:pt x="11859" y="3191"/>
                  </a:cubicBezTo>
                  <a:cubicBezTo>
                    <a:pt x="15669" y="1048"/>
                    <a:pt x="20145" y="0"/>
                    <a:pt x="25289" y="0"/>
                  </a:cubicBezTo>
                  <a:cubicBezTo>
                    <a:pt x="30432" y="0"/>
                    <a:pt x="35147" y="1048"/>
                    <a:pt x="39005" y="3191"/>
                  </a:cubicBezTo>
                  <a:cubicBezTo>
                    <a:pt x="42863" y="5334"/>
                    <a:pt x="45815" y="8430"/>
                    <a:pt x="47863" y="12478"/>
                  </a:cubicBezTo>
                  <a:cubicBezTo>
                    <a:pt x="49959" y="16526"/>
                    <a:pt x="51006" y="21431"/>
                    <a:pt x="51006" y="27146"/>
                  </a:cubicBezTo>
                  <a:cubicBezTo>
                    <a:pt x="51006" y="32861"/>
                    <a:pt x="49959" y="37529"/>
                    <a:pt x="47863" y="41577"/>
                  </a:cubicBezTo>
                  <a:cubicBezTo>
                    <a:pt x="45768" y="45577"/>
                    <a:pt x="42815" y="48673"/>
                    <a:pt x="39005" y="50768"/>
                  </a:cubicBezTo>
                  <a:cubicBezTo>
                    <a:pt x="35195" y="52911"/>
                    <a:pt x="30623" y="53959"/>
                    <a:pt x="25289" y="53959"/>
                  </a:cubicBezTo>
                  <a:close/>
                  <a:moveTo>
                    <a:pt x="25289" y="45006"/>
                  </a:moveTo>
                  <a:cubicBezTo>
                    <a:pt x="28766" y="45006"/>
                    <a:pt x="31528" y="44244"/>
                    <a:pt x="33576" y="42672"/>
                  </a:cubicBezTo>
                  <a:cubicBezTo>
                    <a:pt x="35624" y="41100"/>
                    <a:pt x="37052" y="38957"/>
                    <a:pt x="37909" y="36290"/>
                  </a:cubicBezTo>
                  <a:cubicBezTo>
                    <a:pt x="38767" y="33576"/>
                    <a:pt x="39195" y="30575"/>
                    <a:pt x="39195" y="27242"/>
                  </a:cubicBezTo>
                  <a:cubicBezTo>
                    <a:pt x="39195" y="23908"/>
                    <a:pt x="38767" y="20717"/>
                    <a:pt x="37909" y="18002"/>
                  </a:cubicBezTo>
                  <a:cubicBezTo>
                    <a:pt x="37052" y="15288"/>
                    <a:pt x="35624" y="13097"/>
                    <a:pt x="33576" y="11525"/>
                  </a:cubicBezTo>
                  <a:cubicBezTo>
                    <a:pt x="31528" y="9954"/>
                    <a:pt x="28766" y="9144"/>
                    <a:pt x="25289" y="9144"/>
                  </a:cubicBezTo>
                  <a:cubicBezTo>
                    <a:pt x="21812" y="9144"/>
                    <a:pt x="19288" y="9954"/>
                    <a:pt x="17335" y="11525"/>
                  </a:cubicBezTo>
                  <a:cubicBezTo>
                    <a:pt x="15383" y="13097"/>
                    <a:pt x="13954" y="15288"/>
                    <a:pt x="13097" y="18002"/>
                  </a:cubicBezTo>
                  <a:cubicBezTo>
                    <a:pt x="12240" y="20717"/>
                    <a:pt x="11811" y="23813"/>
                    <a:pt x="11811" y="27242"/>
                  </a:cubicBezTo>
                  <a:cubicBezTo>
                    <a:pt x="11811" y="30671"/>
                    <a:pt x="12240" y="33623"/>
                    <a:pt x="13097" y="36290"/>
                  </a:cubicBezTo>
                  <a:cubicBezTo>
                    <a:pt x="13954" y="38957"/>
                    <a:pt x="15383" y="41100"/>
                    <a:pt x="17335" y="42672"/>
                  </a:cubicBezTo>
                  <a:cubicBezTo>
                    <a:pt x="19288" y="44244"/>
                    <a:pt x="21955" y="45006"/>
                    <a:pt x="25289" y="45006"/>
                  </a:cubicBezTo>
                  <a:close/>
                </a:path>
              </a:pathLst>
            </a:custGeom>
            <a:solidFill>
              <a:srgbClr val="FFFFFF"/>
            </a:solidFill>
            <a:ln w="4763" cap="flat">
              <a:noFill/>
              <a:prstDash val="solid"/>
              <a:miter/>
            </a:ln>
          </p:spPr>
          <p:txBody>
            <a:bodyPr rtlCol="0" anchor="ctr"/>
            <a:lstStyle/>
            <a:p>
              <a:endParaRPr lang="en-AU"/>
            </a:p>
          </p:txBody>
        </p:sp>
        <p:sp>
          <p:nvSpPr>
            <p:cNvPr id="20" name="Freeform: Shape 19">
              <a:extLst>
                <a:ext uri="{FF2B5EF4-FFF2-40B4-BE49-F238E27FC236}">
                  <a16:creationId xmlns:a16="http://schemas.microsoft.com/office/drawing/2014/main" id="{6FD67EF6-095C-418A-8CA2-EFA0A9CAB789}"/>
                </a:ext>
              </a:extLst>
            </p:cNvPr>
            <p:cNvSpPr/>
            <p:nvPr/>
          </p:nvSpPr>
          <p:spPr>
            <a:xfrm>
              <a:off x="634317" y="668369"/>
              <a:ext cx="46196" cy="52863"/>
            </a:xfrm>
            <a:custGeom>
              <a:avLst/>
              <a:gdLst>
                <a:gd name="connsiteX0" fmla="*/ 0 w 46196"/>
                <a:gd name="connsiteY0" fmla="*/ 52864 h 52863"/>
                <a:gd name="connsiteX1" fmla="*/ 0 w 46196"/>
                <a:gd name="connsiteY1" fmla="*/ 762 h 52863"/>
                <a:gd name="connsiteX2" fmla="*/ 11097 w 46196"/>
                <a:gd name="connsiteY2" fmla="*/ 762 h 52863"/>
                <a:gd name="connsiteX3" fmla="*/ 11382 w 46196"/>
                <a:gd name="connsiteY3" fmla="*/ 8668 h 52863"/>
                <a:gd name="connsiteX4" fmla="*/ 18336 w 46196"/>
                <a:gd name="connsiteY4" fmla="*/ 2715 h 52863"/>
                <a:gd name="connsiteX5" fmla="*/ 29623 w 46196"/>
                <a:gd name="connsiteY5" fmla="*/ 0 h 52863"/>
                <a:gd name="connsiteX6" fmla="*/ 42053 w 46196"/>
                <a:gd name="connsiteY6" fmla="*/ 4953 h 52863"/>
                <a:gd name="connsiteX7" fmla="*/ 46196 w 46196"/>
                <a:gd name="connsiteY7" fmla="*/ 19098 h 52863"/>
                <a:gd name="connsiteX8" fmla="*/ 46196 w 46196"/>
                <a:gd name="connsiteY8" fmla="*/ 52864 h 52863"/>
                <a:gd name="connsiteX9" fmla="*/ 34671 w 46196"/>
                <a:gd name="connsiteY9" fmla="*/ 52864 h 52863"/>
                <a:gd name="connsiteX10" fmla="*/ 34671 w 46196"/>
                <a:gd name="connsiteY10" fmla="*/ 20622 h 52863"/>
                <a:gd name="connsiteX11" fmla="*/ 33861 w 46196"/>
                <a:gd name="connsiteY11" fmla="*/ 14764 h 52863"/>
                <a:gd name="connsiteX12" fmla="*/ 31147 w 46196"/>
                <a:gd name="connsiteY12" fmla="*/ 10811 h 52863"/>
                <a:gd name="connsiteX13" fmla="*/ 25956 w 46196"/>
                <a:gd name="connsiteY13" fmla="*/ 9382 h 52863"/>
                <a:gd name="connsiteX14" fmla="*/ 17431 w 46196"/>
                <a:gd name="connsiteY14" fmla="*/ 11716 h 52863"/>
                <a:gd name="connsiteX15" fmla="*/ 11621 w 46196"/>
                <a:gd name="connsiteY15" fmla="*/ 17002 h 52863"/>
                <a:gd name="connsiteX16" fmla="*/ 11621 w 46196"/>
                <a:gd name="connsiteY16" fmla="*/ 52864 h 52863"/>
                <a:gd name="connsiteX17" fmla="*/ 48 w 46196"/>
                <a:gd name="connsiteY17" fmla="*/ 52864 h 52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6196" h="52863">
                  <a:moveTo>
                    <a:pt x="0" y="52864"/>
                  </a:moveTo>
                  <a:lnTo>
                    <a:pt x="0" y="762"/>
                  </a:lnTo>
                  <a:lnTo>
                    <a:pt x="11097" y="762"/>
                  </a:lnTo>
                  <a:lnTo>
                    <a:pt x="11382" y="8668"/>
                  </a:lnTo>
                  <a:cubicBezTo>
                    <a:pt x="13097" y="6477"/>
                    <a:pt x="15430" y="4524"/>
                    <a:pt x="18336" y="2715"/>
                  </a:cubicBezTo>
                  <a:cubicBezTo>
                    <a:pt x="21241" y="905"/>
                    <a:pt x="25003" y="0"/>
                    <a:pt x="29623" y="0"/>
                  </a:cubicBezTo>
                  <a:cubicBezTo>
                    <a:pt x="35147" y="0"/>
                    <a:pt x="39291" y="1667"/>
                    <a:pt x="42053" y="4953"/>
                  </a:cubicBezTo>
                  <a:cubicBezTo>
                    <a:pt x="44815" y="8239"/>
                    <a:pt x="46196" y="12954"/>
                    <a:pt x="46196" y="19098"/>
                  </a:cubicBezTo>
                  <a:lnTo>
                    <a:pt x="46196" y="52864"/>
                  </a:lnTo>
                  <a:lnTo>
                    <a:pt x="34671" y="52864"/>
                  </a:lnTo>
                  <a:lnTo>
                    <a:pt x="34671" y="20622"/>
                  </a:lnTo>
                  <a:cubicBezTo>
                    <a:pt x="34671" y="18431"/>
                    <a:pt x="34385" y="16478"/>
                    <a:pt x="33861" y="14764"/>
                  </a:cubicBezTo>
                  <a:cubicBezTo>
                    <a:pt x="33338" y="13049"/>
                    <a:pt x="32433" y="11763"/>
                    <a:pt x="31147" y="10811"/>
                  </a:cubicBezTo>
                  <a:cubicBezTo>
                    <a:pt x="29861" y="9858"/>
                    <a:pt x="28146" y="9382"/>
                    <a:pt x="25956" y="9382"/>
                  </a:cubicBezTo>
                  <a:cubicBezTo>
                    <a:pt x="22622" y="9382"/>
                    <a:pt x="19764" y="10144"/>
                    <a:pt x="17431" y="11716"/>
                  </a:cubicBezTo>
                  <a:cubicBezTo>
                    <a:pt x="15097" y="13287"/>
                    <a:pt x="13144" y="15002"/>
                    <a:pt x="11621" y="17002"/>
                  </a:cubicBezTo>
                  <a:lnTo>
                    <a:pt x="11621" y="52864"/>
                  </a:lnTo>
                  <a:lnTo>
                    <a:pt x="48" y="52864"/>
                  </a:lnTo>
                  <a:close/>
                </a:path>
              </a:pathLst>
            </a:custGeom>
            <a:solidFill>
              <a:srgbClr val="FFFFFF"/>
            </a:solidFill>
            <a:ln w="4763" cap="flat">
              <a:noFill/>
              <a:prstDash val="solid"/>
              <a:miter/>
            </a:ln>
          </p:spPr>
          <p:txBody>
            <a:bodyPr rtlCol="0" anchor="ctr"/>
            <a:lstStyle/>
            <a:p>
              <a:endParaRPr lang="en-AU"/>
            </a:p>
          </p:txBody>
        </p:sp>
        <p:sp>
          <p:nvSpPr>
            <p:cNvPr id="21" name="Freeform: Shape 20">
              <a:extLst>
                <a:ext uri="{FF2B5EF4-FFF2-40B4-BE49-F238E27FC236}">
                  <a16:creationId xmlns:a16="http://schemas.microsoft.com/office/drawing/2014/main" id="{60C0C849-3AB0-DFEF-88ED-131DCB83505D}"/>
                </a:ext>
              </a:extLst>
            </p:cNvPr>
            <p:cNvSpPr/>
            <p:nvPr/>
          </p:nvSpPr>
          <p:spPr>
            <a:xfrm>
              <a:off x="696134" y="706421"/>
              <a:ext cx="15906" cy="15478"/>
            </a:xfrm>
            <a:custGeom>
              <a:avLst/>
              <a:gdLst>
                <a:gd name="connsiteX0" fmla="*/ 8001 w 15906"/>
                <a:gd name="connsiteY0" fmla="*/ 15478 h 15478"/>
                <a:gd name="connsiteX1" fmla="*/ 2238 w 15906"/>
                <a:gd name="connsiteY1" fmla="*/ 13240 h 15478"/>
                <a:gd name="connsiteX2" fmla="*/ 0 w 15906"/>
                <a:gd name="connsiteY2" fmla="*/ 7715 h 15478"/>
                <a:gd name="connsiteX3" fmla="*/ 2238 w 15906"/>
                <a:gd name="connsiteY3" fmla="*/ 2143 h 15478"/>
                <a:gd name="connsiteX4" fmla="*/ 8001 w 15906"/>
                <a:gd name="connsiteY4" fmla="*/ 0 h 15478"/>
                <a:gd name="connsiteX5" fmla="*/ 13716 w 15906"/>
                <a:gd name="connsiteY5" fmla="*/ 2143 h 15478"/>
                <a:gd name="connsiteX6" fmla="*/ 15907 w 15906"/>
                <a:gd name="connsiteY6" fmla="*/ 7715 h 15478"/>
                <a:gd name="connsiteX7" fmla="*/ 13716 w 15906"/>
                <a:gd name="connsiteY7" fmla="*/ 13240 h 15478"/>
                <a:gd name="connsiteX8" fmla="*/ 8001 w 15906"/>
                <a:gd name="connsiteY8" fmla="*/ 15478 h 1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906" h="15478">
                  <a:moveTo>
                    <a:pt x="8001" y="15478"/>
                  </a:moveTo>
                  <a:cubicBezTo>
                    <a:pt x="5667" y="15478"/>
                    <a:pt x="3715" y="14716"/>
                    <a:pt x="2238" y="13240"/>
                  </a:cubicBezTo>
                  <a:cubicBezTo>
                    <a:pt x="762" y="11763"/>
                    <a:pt x="0" y="9906"/>
                    <a:pt x="0" y="7715"/>
                  </a:cubicBezTo>
                  <a:cubicBezTo>
                    <a:pt x="0" y="5429"/>
                    <a:pt x="762" y="3572"/>
                    <a:pt x="2238" y="2143"/>
                  </a:cubicBezTo>
                  <a:cubicBezTo>
                    <a:pt x="3715" y="714"/>
                    <a:pt x="5667" y="0"/>
                    <a:pt x="8001" y="0"/>
                  </a:cubicBezTo>
                  <a:cubicBezTo>
                    <a:pt x="10335" y="0"/>
                    <a:pt x="12240" y="714"/>
                    <a:pt x="13716" y="2143"/>
                  </a:cubicBezTo>
                  <a:cubicBezTo>
                    <a:pt x="15192" y="3572"/>
                    <a:pt x="15907" y="5429"/>
                    <a:pt x="15907" y="7715"/>
                  </a:cubicBezTo>
                  <a:cubicBezTo>
                    <a:pt x="15907" y="10001"/>
                    <a:pt x="15192" y="11716"/>
                    <a:pt x="13716" y="13240"/>
                  </a:cubicBezTo>
                  <a:cubicBezTo>
                    <a:pt x="12240" y="14716"/>
                    <a:pt x="10335" y="15478"/>
                    <a:pt x="8001" y="15478"/>
                  </a:cubicBezTo>
                  <a:close/>
                </a:path>
              </a:pathLst>
            </a:custGeom>
            <a:solidFill>
              <a:srgbClr val="FFFFFF"/>
            </a:solidFill>
            <a:ln w="4763" cap="flat">
              <a:noFill/>
              <a:prstDash val="solid"/>
              <a:miter/>
            </a:ln>
          </p:spPr>
          <p:txBody>
            <a:bodyPr rtlCol="0" anchor="ctr"/>
            <a:lstStyle/>
            <a:p>
              <a:endParaRPr lang="en-AU"/>
            </a:p>
          </p:txBody>
        </p:sp>
        <p:sp>
          <p:nvSpPr>
            <p:cNvPr id="22" name="Freeform: Shape 21">
              <a:extLst>
                <a:ext uri="{FF2B5EF4-FFF2-40B4-BE49-F238E27FC236}">
                  <a16:creationId xmlns:a16="http://schemas.microsoft.com/office/drawing/2014/main" id="{F41F03DC-AFBA-31F8-CED5-5D622E27F9C6}"/>
                </a:ext>
              </a:extLst>
            </p:cNvPr>
            <p:cNvSpPr/>
            <p:nvPr/>
          </p:nvSpPr>
          <p:spPr>
            <a:xfrm>
              <a:off x="722614" y="668274"/>
              <a:ext cx="48291" cy="53863"/>
            </a:xfrm>
            <a:custGeom>
              <a:avLst/>
              <a:gdLst>
                <a:gd name="connsiteX0" fmla="*/ 25146 w 48291"/>
                <a:gd name="connsiteY0" fmla="*/ 53769 h 53863"/>
                <a:gd name="connsiteX1" fmla="*/ 12240 w 48291"/>
                <a:gd name="connsiteY1" fmla="*/ 50911 h 53863"/>
                <a:gd name="connsiteX2" fmla="*/ 3286 w 48291"/>
                <a:gd name="connsiteY2" fmla="*/ 42100 h 53863"/>
                <a:gd name="connsiteX3" fmla="*/ 0 w 48291"/>
                <a:gd name="connsiteY3" fmla="*/ 27099 h 53863"/>
                <a:gd name="connsiteX4" fmla="*/ 3191 w 48291"/>
                <a:gd name="connsiteY4" fmla="*/ 11954 h 53863"/>
                <a:gd name="connsiteX5" fmla="*/ 12002 w 48291"/>
                <a:gd name="connsiteY5" fmla="*/ 2953 h 53863"/>
                <a:gd name="connsiteX6" fmla="*/ 25146 w 48291"/>
                <a:gd name="connsiteY6" fmla="*/ 0 h 53863"/>
                <a:gd name="connsiteX7" fmla="*/ 36528 w 48291"/>
                <a:gd name="connsiteY7" fmla="*/ 2095 h 53863"/>
                <a:gd name="connsiteX8" fmla="*/ 44625 w 48291"/>
                <a:gd name="connsiteY8" fmla="*/ 8334 h 53863"/>
                <a:gd name="connsiteX9" fmla="*/ 47816 w 48291"/>
                <a:gd name="connsiteY9" fmla="*/ 18859 h 53863"/>
                <a:gd name="connsiteX10" fmla="*/ 36528 w 48291"/>
                <a:gd name="connsiteY10" fmla="*/ 18859 h 53863"/>
                <a:gd name="connsiteX11" fmla="*/ 33338 w 48291"/>
                <a:gd name="connsiteY11" fmla="*/ 11716 h 53863"/>
                <a:gd name="connsiteX12" fmla="*/ 25241 w 48291"/>
                <a:gd name="connsiteY12" fmla="*/ 9096 h 53863"/>
                <a:gd name="connsiteX13" fmla="*/ 15097 w 48291"/>
                <a:gd name="connsiteY13" fmla="*/ 13811 h 53863"/>
                <a:gd name="connsiteX14" fmla="*/ 11859 w 48291"/>
                <a:gd name="connsiteY14" fmla="*/ 27099 h 53863"/>
                <a:gd name="connsiteX15" fmla="*/ 13287 w 48291"/>
                <a:gd name="connsiteY15" fmla="*/ 36624 h 53863"/>
                <a:gd name="connsiteX16" fmla="*/ 17717 w 48291"/>
                <a:gd name="connsiteY16" fmla="*/ 42672 h 53863"/>
                <a:gd name="connsiteX17" fmla="*/ 25289 w 48291"/>
                <a:gd name="connsiteY17" fmla="*/ 44767 h 53863"/>
                <a:gd name="connsiteX18" fmla="*/ 33671 w 48291"/>
                <a:gd name="connsiteY18" fmla="*/ 42005 h 53863"/>
                <a:gd name="connsiteX19" fmla="*/ 37005 w 48291"/>
                <a:gd name="connsiteY19" fmla="*/ 34004 h 53863"/>
                <a:gd name="connsiteX20" fmla="*/ 48292 w 48291"/>
                <a:gd name="connsiteY20" fmla="*/ 34004 h 53863"/>
                <a:gd name="connsiteX21" fmla="*/ 45101 w 48291"/>
                <a:gd name="connsiteY21" fmla="*/ 44958 h 53863"/>
                <a:gd name="connsiteX22" fmla="*/ 36909 w 48291"/>
                <a:gd name="connsiteY22" fmla="*/ 51625 h 53863"/>
                <a:gd name="connsiteX23" fmla="*/ 25241 w 48291"/>
                <a:gd name="connsiteY23" fmla="*/ 53864 h 53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8291" h="53863">
                  <a:moveTo>
                    <a:pt x="25146" y="53769"/>
                  </a:moveTo>
                  <a:cubicBezTo>
                    <a:pt x="20336" y="53769"/>
                    <a:pt x="16050" y="52816"/>
                    <a:pt x="12240" y="50911"/>
                  </a:cubicBezTo>
                  <a:cubicBezTo>
                    <a:pt x="8477" y="49006"/>
                    <a:pt x="5477" y="46053"/>
                    <a:pt x="3286" y="42100"/>
                  </a:cubicBezTo>
                  <a:cubicBezTo>
                    <a:pt x="1095" y="38148"/>
                    <a:pt x="0" y="33147"/>
                    <a:pt x="0" y="27099"/>
                  </a:cubicBezTo>
                  <a:cubicBezTo>
                    <a:pt x="0" y="21050"/>
                    <a:pt x="1048" y="15954"/>
                    <a:pt x="3191" y="11954"/>
                  </a:cubicBezTo>
                  <a:cubicBezTo>
                    <a:pt x="5334" y="7953"/>
                    <a:pt x="8239" y="4953"/>
                    <a:pt x="12002" y="2953"/>
                  </a:cubicBezTo>
                  <a:cubicBezTo>
                    <a:pt x="15764" y="952"/>
                    <a:pt x="20145" y="0"/>
                    <a:pt x="25146" y="0"/>
                  </a:cubicBezTo>
                  <a:cubicBezTo>
                    <a:pt x="29337" y="0"/>
                    <a:pt x="33147" y="714"/>
                    <a:pt x="36528" y="2095"/>
                  </a:cubicBezTo>
                  <a:cubicBezTo>
                    <a:pt x="39910" y="3477"/>
                    <a:pt x="42624" y="5572"/>
                    <a:pt x="44625" y="8334"/>
                  </a:cubicBezTo>
                  <a:cubicBezTo>
                    <a:pt x="46625" y="11097"/>
                    <a:pt x="47720" y="14621"/>
                    <a:pt x="47816" y="18859"/>
                  </a:cubicBezTo>
                  <a:lnTo>
                    <a:pt x="36528" y="18859"/>
                  </a:lnTo>
                  <a:cubicBezTo>
                    <a:pt x="36338" y="15811"/>
                    <a:pt x="35290" y="13430"/>
                    <a:pt x="33338" y="11716"/>
                  </a:cubicBezTo>
                  <a:cubicBezTo>
                    <a:pt x="31385" y="9954"/>
                    <a:pt x="28670" y="9096"/>
                    <a:pt x="25241" y="9096"/>
                  </a:cubicBezTo>
                  <a:cubicBezTo>
                    <a:pt x="20622" y="9096"/>
                    <a:pt x="17240" y="10668"/>
                    <a:pt x="15097" y="13811"/>
                  </a:cubicBezTo>
                  <a:cubicBezTo>
                    <a:pt x="12906" y="16954"/>
                    <a:pt x="11859" y="21384"/>
                    <a:pt x="11859" y="27099"/>
                  </a:cubicBezTo>
                  <a:cubicBezTo>
                    <a:pt x="11859" y="30813"/>
                    <a:pt x="12335" y="33957"/>
                    <a:pt x="13287" y="36624"/>
                  </a:cubicBezTo>
                  <a:cubicBezTo>
                    <a:pt x="14240" y="39243"/>
                    <a:pt x="15716" y="41291"/>
                    <a:pt x="17717" y="42672"/>
                  </a:cubicBezTo>
                  <a:cubicBezTo>
                    <a:pt x="19717" y="44053"/>
                    <a:pt x="22193" y="44767"/>
                    <a:pt x="25289" y="44767"/>
                  </a:cubicBezTo>
                  <a:cubicBezTo>
                    <a:pt x="28766" y="44767"/>
                    <a:pt x="31575" y="43863"/>
                    <a:pt x="33671" y="42005"/>
                  </a:cubicBezTo>
                  <a:cubicBezTo>
                    <a:pt x="35766" y="40148"/>
                    <a:pt x="36862" y="37481"/>
                    <a:pt x="37005" y="34004"/>
                  </a:cubicBezTo>
                  <a:lnTo>
                    <a:pt x="48292" y="34004"/>
                  </a:lnTo>
                  <a:cubicBezTo>
                    <a:pt x="48197" y="38338"/>
                    <a:pt x="47101" y="42005"/>
                    <a:pt x="45101" y="44958"/>
                  </a:cubicBezTo>
                  <a:cubicBezTo>
                    <a:pt x="43053" y="47911"/>
                    <a:pt x="40338" y="50149"/>
                    <a:pt x="36909" y="51625"/>
                  </a:cubicBezTo>
                  <a:cubicBezTo>
                    <a:pt x="33480" y="53102"/>
                    <a:pt x="29575" y="53864"/>
                    <a:pt x="25241" y="53864"/>
                  </a:cubicBezTo>
                  <a:close/>
                </a:path>
              </a:pathLst>
            </a:custGeom>
            <a:solidFill>
              <a:srgbClr val="FFFFFF"/>
            </a:solidFill>
            <a:ln w="4763" cap="flat">
              <a:noFill/>
              <a:prstDash val="solid"/>
              <a:miter/>
            </a:ln>
          </p:spPr>
          <p:txBody>
            <a:bodyPr rtlCol="0" anchor="ctr"/>
            <a:lstStyle/>
            <a:p>
              <a:endParaRPr lang="en-AU"/>
            </a:p>
          </p:txBody>
        </p:sp>
        <p:sp>
          <p:nvSpPr>
            <p:cNvPr id="23" name="Freeform: Shape 22">
              <a:extLst>
                <a:ext uri="{FF2B5EF4-FFF2-40B4-BE49-F238E27FC236}">
                  <a16:creationId xmlns:a16="http://schemas.microsoft.com/office/drawing/2014/main" id="{7E6C5C18-C08B-AF75-0EF0-852F27B1AAE5}"/>
                </a:ext>
              </a:extLst>
            </p:cNvPr>
            <p:cNvSpPr/>
            <p:nvPr/>
          </p:nvSpPr>
          <p:spPr>
            <a:xfrm>
              <a:off x="781431" y="668131"/>
              <a:ext cx="51006" cy="53959"/>
            </a:xfrm>
            <a:custGeom>
              <a:avLst/>
              <a:gdLst>
                <a:gd name="connsiteX0" fmla="*/ 25289 w 51006"/>
                <a:gd name="connsiteY0" fmla="*/ 53959 h 53959"/>
                <a:gd name="connsiteX1" fmla="*/ 11859 w 51006"/>
                <a:gd name="connsiteY1" fmla="*/ 50768 h 53959"/>
                <a:gd name="connsiteX2" fmla="*/ 3096 w 51006"/>
                <a:gd name="connsiteY2" fmla="*/ 41577 h 53959"/>
                <a:gd name="connsiteX3" fmla="*/ 0 w 51006"/>
                <a:gd name="connsiteY3" fmla="*/ 27146 h 53959"/>
                <a:gd name="connsiteX4" fmla="*/ 3096 w 51006"/>
                <a:gd name="connsiteY4" fmla="*/ 12478 h 53959"/>
                <a:gd name="connsiteX5" fmla="*/ 11859 w 51006"/>
                <a:gd name="connsiteY5" fmla="*/ 3191 h 53959"/>
                <a:gd name="connsiteX6" fmla="*/ 25289 w 51006"/>
                <a:gd name="connsiteY6" fmla="*/ 0 h 53959"/>
                <a:gd name="connsiteX7" fmla="*/ 39005 w 51006"/>
                <a:gd name="connsiteY7" fmla="*/ 3191 h 53959"/>
                <a:gd name="connsiteX8" fmla="*/ 47863 w 51006"/>
                <a:gd name="connsiteY8" fmla="*/ 12478 h 53959"/>
                <a:gd name="connsiteX9" fmla="*/ 51006 w 51006"/>
                <a:gd name="connsiteY9" fmla="*/ 27146 h 53959"/>
                <a:gd name="connsiteX10" fmla="*/ 47863 w 51006"/>
                <a:gd name="connsiteY10" fmla="*/ 41577 h 53959"/>
                <a:gd name="connsiteX11" fmla="*/ 39005 w 51006"/>
                <a:gd name="connsiteY11" fmla="*/ 50768 h 53959"/>
                <a:gd name="connsiteX12" fmla="*/ 25289 w 51006"/>
                <a:gd name="connsiteY12" fmla="*/ 53959 h 53959"/>
                <a:gd name="connsiteX13" fmla="*/ 25289 w 51006"/>
                <a:gd name="connsiteY13" fmla="*/ 45006 h 53959"/>
                <a:gd name="connsiteX14" fmla="*/ 33576 w 51006"/>
                <a:gd name="connsiteY14" fmla="*/ 42672 h 53959"/>
                <a:gd name="connsiteX15" fmla="*/ 37909 w 51006"/>
                <a:gd name="connsiteY15" fmla="*/ 36290 h 53959"/>
                <a:gd name="connsiteX16" fmla="*/ 39195 w 51006"/>
                <a:gd name="connsiteY16" fmla="*/ 27242 h 53959"/>
                <a:gd name="connsiteX17" fmla="*/ 37909 w 51006"/>
                <a:gd name="connsiteY17" fmla="*/ 18002 h 53959"/>
                <a:gd name="connsiteX18" fmla="*/ 33576 w 51006"/>
                <a:gd name="connsiteY18" fmla="*/ 11525 h 53959"/>
                <a:gd name="connsiteX19" fmla="*/ 25289 w 51006"/>
                <a:gd name="connsiteY19" fmla="*/ 9144 h 53959"/>
                <a:gd name="connsiteX20" fmla="*/ 17335 w 51006"/>
                <a:gd name="connsiteY20" fmla="*/ 11525 h 53959"/>
                <a:gd name="connsiteX21" fmla="*/ 13097 w 51006"/>
                <a:gd name="connsiteY21" fmla="*/ 18002 h 53959"/>
                <a:gd name="connsiteX22" fmla="*/ 11811 w 51006"/>
                <a:gd name="connsiteY22" fmla="*/ 27242 h 53959"/>
                <a:gd name="connsiteX23" fmla="*/ 13097 w 51006"/>
                <a:gd name="connsiteY23" fmla="*/ 36290 h 53959"/>
                <a:gd name="connsiteX24" fmla="*/ 17335 w 51006"/>
                <a:gd name="connsiteY24" fmla="*/ 42672 h 53959"/>
                <a:gd name="connsiteX25" fmla="*/ 25289 w 51006"/>
                <a:gd name="connsiteY25" fmla="*/ 45006 h 53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006" h="53959">
                  <a:moveTo>
                    <a:pt x="25289" y="53959"/>
                  </a:moveTo>
                  <a:cubicBezTo>
                    <a:pt x="20145" y="53959"/>
                    <a:pt x="15621" y="52911"/>
                    <a:pt x="11859" y="50768"/>
                  </a:cubicBezTo>
                  <a:cubicBezTo>
                    <a:pt x="8049" y="48673"/>
                    <a:pt x="5144" y="45577"/>
                    <a:pt x="3096" y="41577"/>
                  </a:cubicBezTo>
                  <a:cubicBezTo>
                    <a:pt x="1048" y="37576"/>
                    <a:pt x="0" y="32766"/>
                    <a:pt x="0" y="27146"/>
                  </a:cubicBezTo>
                  <a:cubicBezTo>
                    <a:pt x="0" y="21527"/>
                    <a:pt x="1048" y="16574"/>
                    <a:pt x="3096" y="12478"/>
                  </a:cubicBezTo>
                  <a:cubicBezTo>
                    <a:pt x="5144" y="8382"/>
                    <a:pt x="8049" y="5334"/>
                    <a:pt x="11859" y="3191"/>
                  </a:cubicBezTo>
                  <a:cubicBezTo>
                    <a:pt x="15669" y="1048"/>
                    <a:pt x="20145" y="0"/>
                    <a:pt x="25289" y="0"/>
                  </a:cubicBezTo>
                  <a:cubicBezTo>
                    <a:pt x="30432" y="0"/>
                    <a:pt x="35147" y="1048"/>
                    <a:pt x="39005" y="3191"/>
                  </a:cubicBezTo>
                  <a:cubicBezTo>
                    <a:pt x="42863" y="5334"/>
                    <a:pt x="45815" y="8430"/>
                    <a:pt x="47863" y="12478"/>
                  </a:cubicBezTo>
                  <a:cubicBezTo>
                    <a:pt x="49959" y="16526"/>
                    <a:pt x="51006" y="21431"/>
                    <a:pt x="51006" y="27146"/>
                  </a:cubicBezTo>
                  <a:cubicBezTo>
                    <a:pt x="51006" y="32861"/>
                    <a:pt x="49959" y="37529"/>
                    <a:pt x="47863" y="41577"/>
                  </a:cubicBezTo>
                  <a:cubicBezTo>
                    <a:pt x="45768" y="45577"/>
                    <a:pt x="42815" y="48673"/>
                    <a:pt x="39005" y="50768"/>
                  </a:cubicBezTo>
                  <a:cubicBezTo>
                    <a:pt x="35195" y="52911"/>
                    <a:pt x="30623" y="53959"/>
                    <a:pt x="25289" y="53959"/>
                  </a:cubicBezTo>
                  <a:close/>
                  <a:moveTo>
                    <a:pt x="25289" y="45006"/>
                  </a:moveTo>
                  <a:cubicBezTo>
                    <a:pt x="28765" y="45006"/>
                    <a:pt x="31528" y="44244"/>
                    <a:pt x="33576" y="42672"/>
                  </a:cubicBezTo>
                  <a:cubicBezTo>
                    <a:pt x="35623" y="41100"/>
                    <a:pt x="37052" y="38957"/>
                    <a:pt x="37909" y="36290"/>
                  </a:cubicBezTo>
                  <a:cubicBezTo>
                    <a:pt x="38767" y="33576"/>
                    <a:pt x="39195" y="30575"/>
                    <a:pt x="39195" y="27242"/>
                  </a:cubicBezTo>
                  <a:cubicBezTo>
                    <a:pt x="39195" y="23908"/>
                    <a:pt x="38767" y="20717"/>
                    <a:pt x="37909" y="18002"/>
                  </a:cubicBezTo>
                  <a:cubicBezTo>
                    <a:pt x="37052" y="15288"/>
                    <a:pt x="35623" y="13097"/>
                    <a:pt x="33576" y="11525"/>
                  </a:cubicBezTo>
                  <a:cubicBezTo>
                    <a:pt x="31528" y="9954"/>
                    <a:pt x="28765" y="9144"/>
                    <a:pt x="25289" y="9144"/>
                  </a:cubicBezTo>
                  <a:cubicBezTo>
                    <a:pt x="21812" y="9144"/>
                    <a:pt x="19288" y="9954"/>
                    <a:pt x="17335" y="11525"/>
                  </a:cubicBezTo>
                  <a:cubicBezTo>
                    <a:pt x="15383" y="13097"/>
                    <a:pt x="13954" y="15288"/>
                    <a:pt x="13097" y="18002"/>
                  </a:cubicBezTo>
                  <a:cubicBezTo>
                    <a:pt x="12240" y="20717"/>
                    <a:pt x="11811" y="23813"/>
                    <a:pt x="11811" y="27242"/>
                  </a:cubicBezTo>
                  <a:cubicBezTo>
                    <a:pt x="11811" y="30671"/>
                    <a:pt x="12240" y="33623"/>
                    <a:pt x="13097" y="36290"/>
                  </a:cubicBezTo>
                  <a:cubicBezTo>
                    <a:pt x="13954" y="38957"/>
                    <a:pt x="15383" y="41100"/>
                    <a:pt x="17335" y="42672"/>
                  </a:cubicBezTo>
                  <a:cubicBezTo>
                    <a:pt x="19288" y="44244"/>
                    <a:pt x="21955" y="45006"/>
                    <a:pt x="25289" y="45006"/>
                  </a:cubicBezTo>
                  <a:close/>
                </a:path>
              </a:pathLst>
            </a:custGeom>
            <a:solidFill>
              <a:srgbClr val="FFFFFF"/>
            </a:solidFill>
            <a:ln w="4763" cap="flat">
              <a:noFill/>
              <a:prstDash val="solid"/>
              <a:miter/>
            </a:ln>
          </p:spPr>
          <p:txBody>
            <a:bodyPr rtlCol="0" anchor="ctr"/>
            <a:lstStyle/>
            <a:p>
              <a:endParaRPr lang="en-AU"/>
            </a:p>
          </p:txBody>
        </p:sp>
        <p:sp>
          <p:nvSpPr>
            <p:cNvPr id="24" name="Freeform: Shape 23">
              <a:extLst>
                <a:ext uri="{FF2B5EF4-FFF2-40B4-BE49-F238E27FC236}">
                  <a16:creationId xmlns:a16="http://schemas.microsoft.com/office/drawing/2014/main" id="{E9E97FA4-7B0A-520A-3883-2A8D0D9FE99D}"/>
                </a:ext>
              </a:extLst>
            </p:cNvPr>
            <p:cNvSpPr/>
            <p:nvPr/>
          </p:nvSpPr>
          <p:spPr>
            <a:xfrm>
              <a:off x="845772" y="668321"/>
              <a:ext cx="79724" cy="52911"/>
            </a:xfrm>
            <a:custGeom>
              <a:avLst/>
              <a:gdLst>
                <a:gd name="connsiteX0" fmla="*/ 48 w 79724"/>
                <a:gd name="connsiteY0" fmla="*/ 52911 h 52911"/>
                <a:gd name="connsiteX1" fmla="*/ 48 w 79724"/>
                <a:gd name="connsiteY1" fmla="*/ 810 h 52911"/>
                <a:gd name="connsiteX2" fmla="*/ 11144 w 79724"/>
                <a:gd name="connsiteY2" fmla="*/ 810 h 52911"/>
                <a:gd name="connsiteX3" fmla="*/ 11430 w 79724"/>
                <a:gd name="connsiteY3" fmla="*/ 8715 h 52911"/>
                <a:gd name="connsiteX4" fmla="*/ 18336 w 79724"/>
                <a:gd name="connsiteY4" fmla="*/ 2762 h 52911"/>
                <a:gd name="connsiteX5" fmla="*/ 29432 w 79724"/>
                <a:gd name="connsiteY5" fmla="*/ 48 h 52911"/>
                <a:gd name="connsiteX6" fmla="*/ 41720 w 79724"/>
                <a:gd name="connsiteY6" fmla="*/ 5048 h 52911"/>
                <a:gd name="connsiteX7" fmla="*/ 45720 w 79724"/>
                <a:gd name="connsiteY7" fmla="*/ 19098 h 52911"/>
                <a:gd name="connsiteX8" fmla="*/ 45720 w 79724"/>
                <a:gd name="connsiteY8" fmla="*/ 52864 h 52911"/>
                <a:gd name="connsiteX9" fmla="*/ 34100 w 79724"/>
                <a:gd name="connsiteY9" fmla="*/ 52864 h 52911"/>
                <a:gd name="connsiteX10" fmla="*/ 34100 w 79724"/>
                <a:gd name="connsiteY10" fmla="*/ 20622 h 52911"/>
                <a:gd name="connsiteX11" fmla="*/ 33338 w 79724"/>
                <a:gd name="connsiteY11" fmla="*/ 14764 h 52911"/>
                <a:gd name="connsiteX12" fmla="*/ 30671 w 79724"/>
                <a:gd name="connsiteY12" fmla="*/ 10811 h 52911"/>
                <a:gd name="connsiteX13" fmla="*/ 25384 w 79724"/>
                <a:gd name="connsiteY13" fmla="*/ 9382 h 52911"/>
                <a:gd name="connsiteX14" fmla="*/ 17193 w 79724"/>
                <a:gd name="connsiteY14" fmla="*/ 11716 h 52911"/>
                <a:gd name="connsiteX15" fmla="*/ 11573 w 79724"/>
                <a:gd name="connsiteY15" fmla="*/ 17002 h 52911"/>
                <a:gd name="connsiteX16" fmla="*/ 11573 w 79724"/>
                <a:gd name="connsiteY16" fmla="*/ 52864 h 52911"/>
                <a:gd name="connsiteX17" fmla="*/ 0 w 79724"/>
                <a:gd name="connsiteY17" fmla="*/ 52864 h 52911"/>
                <a:gd name="connsiteX18" fmla="*/ 68199 w 79724"/>
                <a:gd name="connsiteY18" fmla="*/ 52911 h 52911"/>
                <a:gd name="connsiteX19" fmla="*/ 68199 w 79724"/>
                <a:gd name="connsiteY19" fmla="*/ 20669 h 52911"/>
                <a:gd name="connsiteX20" fmla="*/ 67437 w 79724"/>
                <a:gd name="connsiteY20" fmla="*/ 14811 h 52911"/>
                <a:gd name="connsiteX21" fmla="*/ 64770 w 79724"/>
                <a:gd name="connsiteY21" fmla="*/ 10858 h 52911"/>
                <a:gd name="connsiteX22" fmla="*/ 59484 w 79724"/>
                <a:gd name="connsiteY22" fmla="*/ 9430 h 52911"/>
                <a:gd name="connsiteX23" fmla="*/ 51292 w 79724"/>
                <a:gd name="connsiteY23" fmla="*/ 11668 h 52911"/>
                <a:gd name="connsiteX24" fmla="*/ 45529 w 79724"/>
                <a:gd name="connsiteY24" fmla="*/ 16812 h 52911"/>
                <a:gd name="connsiteX25" fmla="*/ 43958 w 79724"/>
                <a:gd name="connsiteY25" fmla="*/ 9096 h 52911"/>
                <a:gd name="connsiteX26" fmla="*/ 52006 w 79724"/>
                <a:gd name="connsiteY26" fmla="*/ 2810 h 52911"/>
                <a:gd name="connsiteX27" fmla="*/ 63484 w 79724"/>
                <a:gd name="connsiteY27" fmla="*/ 0 h 52911"/>
                <a:gd name="connsiteX28" fmla="*/ 75724 w 79724"/>
                <a:gd name="connsiteY28" fmla="*/ 5001 h 52911"/>
                <a:gd name="connsiteX29" fmla="*/ 79724 w 79724"/>
                <a:gd name="connsiteY29" fmla="*/ 19050 h 52911"/>
                <a:gd name="connsiteX30" fmla="*/ 79724 w 79724"/>
                <a:gd name="connsiteY30" fmla="*/ 52816 h 52911"/>
                <a:gd name="connsiteX31" fmla="*/ 68199 w 79724"/>
                <a:gd name="connsiteY31" fmla="*/ 52816 h 52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79724" h="52911">
                  <a:moveTo>
                    <a:pt x="48" y="52911"/>
                  </a:moveTo>
                  <a:lnTo>
                    <a:pt x="48" y="810"/>
                  </a:lnTo>
                  <a:lnTo>
                    <a:pt x="11144" y="810"/>
                  </a:lnTo>
                  <a:lnTo>
                    <a:pt x="11430" y="8715"/>
                  </a:lnTo>
                  <a:cubicBezTo>
                    <a:pt x="13049" y="6525"/>
                    <a:pt x="15383" y="4572"/>
                    <a:pt x="18336" y="2762"/>
                  </a:cubicBezTo>
                  <a:cubicBezTo>
                    <a:pt x="21288" y="952"/>
                    <a:pt x="25003" y="48"/>
                    <a:pt x="29432" y="48"/>
                  </a:cubicBezTo>
                  <a:cubicBezTo>
                    <a:pt x="34957" y="48"/>
                    <a:pt x="39052" y="1715"/>
                    <a:pt x="41720" y="5048"/>
                  </a:cubicBezTo>
                  <a:cubicBezTo>
                    <a:pt x="44387" y="8382"/>
                    <a:pt x="45720" y="13097"/>
                    <a:pt x="45720" y="19098"/>
                  </a:cubicBezTo>
                  <a:lnTo>
                    <a:pt x="45720" y="52864"/>
                  </a:lnTo>
                  <a:lnTo>
                    <a:pt x="34100" y="52864"/>
                  </a:lnTo>
                  <a:lnTo>
                    <a:pt x="34100" y="20622"/>
                  </a:lnTo>
                  <a:cubicBezTo>
                    <a:pt x="34100" y="18431"/>
                    <a:pt x="33861" y="16478"/>
                    <a:pt x="33338" y="14764"/>
                  </a:cubicBezTo>
                  <a:cubicBezTo>
                    <a:pt x="32814" y="13049"/>
                    <a:pt x="31909" y="11763"/>
                    <a:pt x="30671" y="10811"/>
                  </a:cubicBezTo>
                  <a:cubicBezTo>
                    <a:pt x="29385" y="9858"/>
                    <a:pt x="27670" y="9382"/>
                    <a:pt x="25384" y="9382"/>
                  </a:cubicBezTo>
                  <a:cubicBezTo>
                    <a:pt x="22193" y="9382"/>
                    <a:pt x="19431" y="10144"/>
                    <a:pt x="17193" y="11716"/>
                  </a:cubicBezTo>
                  <a:cubicBezTo>
                    <a:pt x="14954" y="13287"/>
                    <a:pt x="13097" y="15002"/>
                    <a:pt x="11573" y="17002"/>
                  </a:cubicBezTo>
                  <a:lnTo>
                    <a:pt x="11573" y="52864"/>
                  </a:lnTo>
                  <a:lnTo>
                    <a:pt x="0" y="52864"/>
                  </a:lnTo>
                  <a:close/>
                  <a:moveTo>
                    <a:pt x="68199" y="52911"/>
                  </a:moveTo>
                  <a:lnTo>
                    <a:pt x="68199" y="20669"/>
                  </a:lnTo>
                  <a:cubicBezTo>
                    <a:pt x="68199" y="18479"/>
                    <a:pt x="67961" y="16526"/>
                    <a:pt x="67437" y="14811"/>
                  </a:cubicBezTo>
                  <a:cubicBezTo>
                    <a:pt x="66913" y="13097"/>
                    <a:pt x="66008" y="11811"/>
                    <a:pt x="64770" y="10858"/>
                  </a:cubicBezTo>
                  <a:cubicBezTo>
                    <a:pt x="63484" y="9906"/>
                    <a:pt x="61770" y="9430"/>
                    <a:pt x="59484" y="9430"/>
                  </a:cubicBezTo>
                  <a:cubicBezTo>
                    <a:pt x="56293" y="9430"/>
                    <a:pt x="53531" y="10144"/>
                    <a:pt x="51292" y="11668"/>
                  </a:cubicBezTo>
                  <a:cubicBezTo>
                    <a:pt x="49054" y="13144"/>
                    <a:pt x="47101" y="14859"/>
                    <a:pt x="45529" y="16812"/>
                  </a:cubicBezTo>
                  <a:lnTo>
                    <a:pt x="43958" y="9096"/>
                  </a:lnTo>
                  <a:cubicBezTo>
                    <a:pt x="46101" y="6763"/>
                    <a:pt x="48768" y="4667"/>
                    <a:pt x="52006" y="2810"/>
                  </a:cubicBezTo>
                  <a:cubicBezTo>
                    <a:pt x="55245" y="952"/>
                    <a:pt x="59055" y="0"/>
                    <a:pt x="63484" y="0"/>
                  </a:cubicBezTo>
                  <a:cubicBezTo>
                    <a:pt x="68961" y="0"/>
                    <a:pt x="73057" y="1667"/>
                    <a:pt x="75724" y="5001"/>
                  </a:cubicBezTo>
                  <a:cubicBezTo>
                    <a:pt x="78391" y="8334"/>
                    <a:pt x="79724" y="13049"/>
                    <a:pt x="79724" y="19050"/>
                  </a:cubicBezTo>
                  <a:lnTo>
                    <a:pt x="79724" y="52816"/>
                  </a:lnTo>
                  <a:lnTo>
                    <a:pt x="68199" y="52816"/>
                  </a:lnTo>
                  <a:close/>
                </a:path>
              </a:pathLst>
            </a:custGeom>
            <a:solidFill>
              <a:srgbClr val="FFFFFF"/>
            </a:solidFill>
            <a:ln w="4763" cap="flat">
              <a:noFill/>
              <a:prstDash val="solid"/>
              <a:miter/>
            </a:ln>
          </p:spPr>
          <p:txBody>
            <a:bodyPr rtlCol="0" anchor="ctr"/>
            <a:lstStyle/>
            <a:p>
              <a:endParaRPr lang="en-AU"/>
            </a:p>
          </p:txBody>
        </p:sp>
      </p:grpSp>
      <p:sp>
        <p:nvSpPr>
          <p:cNvPr id="2" name="Picture Placeholder 2">
            <a:extLst>
              <a:ext uri="{FF2B5EF4-FFF2-40B4-BE49-F238E27FC236}">
                <a16:creationId xmlns:a16="http://schemas.microsoft.com/office/drawing/2014/main" id="{D07A1701-83C6-A242-DE7B-9EF421E79474}"/>
              </a:ext>
            </a:extLst>
          </p:cNvPr>
          <p:cNvSpPr>
            <a:spLocks noGrp="1"/>
          </p:cNvSpPr>
          <p:nvPr>
            <p:ph type="pic" sz="quarter" idx="13" hasCustomPrompt="1"/>
          </p:nvPr>
        </p:nvSpPr>
        <p:spPr>
          <a:xfrm>
            <a:off x="0" y="703898"/>
            <a:ext cx="9146381" cy="2425381"/>
          </a:xfrm>
          <a:custGeom>
            <a:avLst/>
            <a:gdLst>
              <a:gd name="connsiteX0" fmla="*/ 0 w 9144000"/>
              <a:gd name="connsiteY0" fmla="*/ 0 h 2270297"/>
              <a:gd name="connsiteX1" fmla="*/ 9144000 w 9144000"/>
              <a:gd name="connsiteY1" fmla="*/ 0 h 2270297"/>
              <a:gd name="connsiteX2" fmla="*/ 9144000 w 9144000"/>
              <a:gd name="connsiteY2" fmla="*/ 2270297 h 2270297"/>
              <a:gd name="connsiteX3" fmla="*/ 0 w 9144000"/>
              <a:gd name="connsiteY3" fmla="*/ 2270297 h 2270297"/>
              <a:gd name="connsiteX4" fmla="*/ 0 w 9144000"/>
              <a:gd name="connsiteY4" fmla="*/ 0 h 2270297"/>
              <a:gd name="connsiteX0" fmla="*/ 0 w 9144000"/>
              <a:gd name="connsiteY0" fmla="*/ 5542 h 2275839"/>
              <a:gd name="connsiteX1" fmla="*/ 7642860 w 9144000"/>
              <a:gd name="connsiteY1" fmla="*/ 0 h 2275839"/>
              <a:gd name="connsiteX2" fmla="*/ 9144000 w 9144000"/>
              <a:gd name="connsiteY2" fmla="*/ 5542 h 2275839"/>
              <a:gd name="connsiteX3" fmla="*/ 9144000 w 9144000"/>
              <a:gd name="connsiteY3" fmla="*/ 2275839 h 2275839"/>
              <a:gd name="connsiteX4" fmla="*/ 0 w 9144000"/>
              <a:gd name="connsiteY4" fmla="*/ 2275839 h 2275839"/>
              <a:gd name="connsiteX5" fmla="*/ 0 w 9144000"/>
              <a:gd name="connsiteY5" fmla="*/ 5542 h 2275839"/>
              <a:gd name="connsiteX0" fmla="*/ 0 w 9144000"/>
              <a:gd name="connsiteY0" fmla="*/ 5542 h 2275839"/>
              <a:gd name="connsiteX1" fmla="*/ 7642860 w 9144000"/>
              <a:gd name="connsiteY1" fmla="*/ 0 h 2275839"/>
              <a:gd name="connsiteX2" fmla="*/ 8877300 w 9144000"/>
              <a:gd name="connsiteY2" fmla="*/ 0 h 2275839"/>
              <a:gd name="connsiteX3" fmla="*/ 9144000 w 9144000"/>
              <a:gd name="connsiteY3" fmla="*/ 5542 h 2275839"/>
              <a:gd name="connsiteX4" fmla="*/ 9144000 w 9144000"/>
              <a:gd name="connsiteY4" fmla="*/ 2275839 h 2275839"/>
              <a:gd name="connsiteX5" fmla="*/ 0 w 9144000"/>
              <a:gd name="connsiteY5" fmla="*/ 2275839 h 2275839"/>
              <a:gd name="connsiteX6" fmla="*/ 0 w 9144000"/>
              <a:gd name="connsiteY6" fmla="*/ 5542 h 2275839"/>
              <a:gd name="connsiteX0" fmla="*/ 0 w 9144000"/>
              <a:gd name="connsiteY0" fmla="*/ 13162 h 2283459"/>
              <a:gd name="connsiteX1" fmla="*/ 7642860 w 9144000"/>
              <a:gd name="connsiteY1" fmla="*/ 7620 h 2283459"/>
              <a:gd name="connsiteX2" fmla="*/ 8282940 w 9144000"/>
              <a:gd name="connsiteY2" fmla="*/ 0 h 2283459"/>
              <a:gd name="connsiteX3" fmla="*/ 8877300 w 9144000"/>
              <a:gd name="connsiteY3" fmla="*/ 7620 h 2283459"/>
              <a:gd name="connsiteX4" fmla="*/ 9144000 w 9144000"/>
              <a:gd name="connsiteY4" fmla="*/ 13162 h 2283459"/>
              <a:gd name="connsiteX5" fmla="*/ 9144000 w 9144000"/>
              <a:gd name="connsiteY5" fmla="*/ 2283459 h 2283459"/>
              <a:gd name="connsiteX6" fmla="*/ 0 w 9144000"/>
              <a:gd name="connsiteY6" fmla="*/ 2283459 h 2283459"/>
              <a:gd name="connsiteX7" fmla="*/ 0 w 9144000"/>
              <a:gd name="connsiteY7" fmla="*/ 13162 h 2283459"/>
              <a:gd name="connsiteX0" fmla="*/ 0 w 9144000"/>
              <a:gd name="connsiteY0" fmla="*/ 150322 h 2420619"/>
              <a:gd name="connsiteX1" fmla="*/ 7642860 w 9144000"/>
              <a:gd name="connsiteY1" fmla="*/ 144780 h 2420619"/>
              <a:gd name="connsiteX2" fmla="*/ 8260080 w 9144000"/>
              <a:gd name="connsiteY2" fmla="*/ 0 h 2420619"/>
              <a:gd name="connsiteX3" fmla="*/ 8877300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609523 w 9144000"/>
              <a:gd name="connsiteY1" fmla="*/ 140017 h 2420619"/>
              <a:gd name="connsiteX2" fmla="*/ 8260080 w 9144000"/>
              <a:gd name="connsiteY2" fmla="*/ 0 h 2420619"/>
              <a:gd name="connsiteX3" fmla="*/ 8877300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609523 w 9144000"/>
              <a:gd name="connsiteY1" fmla="*/ 140017 h 2420619"/>
              <a:gd name="connsiteX2" fmla="*/ 8260080 w 9144000"/>
              <a:gd name="connsiteY2" fmla="*/ 0 h 2420619"/>
              <a:gd name="connsiteX3" fmla="*/ 8893969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602379 w 9144000"/>
              <a:gd name="connsiteY1" fmla="*/ 147161 h 2420619"/>
              <a:gd name="connsiteX2" fmla="*/ 8260080 w 9144000"/>
              <a:gd name="connsiteY2" fmla="*/ 0 h 2420619"/>
              <a:gd name="connsiteX3" fmla="*/ 8893969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576185 w 9144000"/>
              <a:gd name="connsiteY1" fmla="*/ 144780 h 2420619"/>
              <a:gd name="connsiteX2" fmla="*/ 8260080 w 9144000"/>
              <a:gd name="connsiteY2" fmla="*/ 0 h 2420619"/>
              <a:gd name="connsiteX3" fmla="*/ 8893969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576185 w 9144000"/>
              <a:gd name="connsiteY1" fmla="*/ 144780 h 2420619"/>
              <a:gd name="connsiteX2" fmla="*/ 8260080 w 9144000"/>
              <a:gd name="connsiteY2" fmla="*/ 0 h 2420619"/>
              <a:gd name="connsiteX3" fmla="*/ 8893969 w 9144000"/>
              <a:gd name="connsiteY3" fmla="*/ 149543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576185 w 9144000"/>
              <a:gd name="connsiteY1" fmla="*/ 144780 h 2420619"/>
              <a:gd name="connsiteX2" fmla="*/ 8260080 w 9144000"/>
              <a:gd name="connsiteY2" fmla="*/ 0 h 2420619"/>
              <a:gd name="connsiteX3" fmla="*/ 8936831 w 9144000"/>
              <a:gd name="connsiteY3" fmla="*/ 151924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6381"/>
              <a:gd name="connsiteY0" fmla="*/ 150322 h 2420619"/>
              <a:gd name="connsiteX1" fmla="*/ 7576185 w 9146381"/>
              <a:gd name="connsiteY1" fmla="*/ 144780 h 2420619"/>
              <a:gd name="connsiteX2" fmla="*/ 8260080 w 9146381"/>
              <a:gd name="connsiteY2" fmla="*/ 0 h 2420619"/>
              <a:gd name="connsiteX3" fmla="*/ 8936831 w 9146381"/>
              <a:gd name="connsiteY3" fmla="*/ 151924 h 2420619"/>
              <a:gd name="connsiteX4" fmla="*/ 9146381 w 9146381"/>
              <a:gd name="connsiteY4" fmla="*/ 147941 h 2420619"/>
              <a:gd name="connsiteX5" fmla="*/ 9144000 w 9146381"/>
              <a:gd name="connsiteY5" fmla="*/ 2420619 h 2420619"/>
              <a:gd name="connsiteX6" fmla="*/ 0 w 9146381"/>
              <a:gd name="connsiteY6" fmla="*/ 2420619 h 2420619"/>
              <a:gd name="connsiteX7" fmla="*/ 0 w 9146381"/>
              <a:gd name="connsiteY7" fmla="*/ 150322 h 2420619"/>
              <a:gd name="connsiteX0" fmla="*/ 0 w 9146381"/>
              <a:gd name="connsiteY0" fmla="*/ 150322 h 2420619"/>
              <a:gd name="connsiteX1" fmla="*/ 7576185 w 9146381"/>
              <a:gd name="connsiteY1" fmla="*/ 144780 h 2420619"/>
              <a:gd name="connsiteX2" fmla="*/ 8260080 w 9146381"/>
              <a:gd name="connsiteY2" fmla="*/ 0 h 2420619"/>
              <a:gd name="connsiteX3" fmla="*/ 8936831 w 9146381"/>
              <a:gd name="connsiteY3" fmla="*/ 147162 h 2420619"/>
              <a:gd name="connsiteX4" fmla="*/ 9146381 w 9146381"/>
              <a:gd name="connsiteY4" fmla="*/ 147941 h 2420619"/>
              <a:gd name="connsiteX5" fmla="*/ 9144000 w 9146381"/>
              <a:gd name="connsiteY5" fmla="*/ 2420619 h 2420619"/>
              <a:gd name="connsiteX6" fmla="*/ 0 w 9146381"/>
              <a:gd name="connsiteY6" fmla="*/ 2420619 h 2420619"/>
              <a:gd name="connsiteX7" fmla="*/ 0 w 9146381"/>
              <a:gd name="connsiteY7" fmla="*/ 150322 h 2420619"/>
              <a:gd name="connsiteX0" fmla="*/ 0 w 9146381"/>
              <a:gd name="connsiteY0" fmla="*/ 150322 h 2420619"/>
              <a:gd name="connsiteX1" fmla="*/ 7566660 w 9146381"/>
              <a:gd name="connsiteY1" fmla="*/ 142399 h 2420619"/>
              <a:gd name="connsiteX2" fmla="*/ 8260080 w 9146381"/>
              <a:gd name="connsiteY2" fmla="*/ 0 h 2420619"/>
              <a:gd name="connsiteX3" fmla="*/ 8936831 w 9146381"/>
              <a:gd name="connsiteY3" fmla="*/ 147162 h 2420619"/>
              <a:gd name="connsiteX4" fmla="*/ 9146381 w 9146381"/>
              <a:gd name="connsiteY4" fmla="*/ 147941 h 2420619"/>
              <a:gd name="connsiteX5" fmla="*/ 9144000 w 9146381"/>
              <a:gd name="connsiteY5" fmla="*/ 2420619 h 2420619"/>
              <a:gd name="connsiteX6" fmla="*/ 0 w 9146381"/>
              <a:gd name="connsiteY6" fmla="*/ 2420619 h 2420619"/>
              <a:gd name="connsiteX7" fmla="*/ 0 w 9146381"/>
              <a:gd name="connsiteY7" fmla="*/ 150322 h 2420619"/>
              <a:gd name="connsiteX0" fmla="*/ 0 w 9146381"/>
              <a:gd name="connsiteY0" fmla="*/ 155084 h 2425381"/>
              <a:gd name="connsiteX1" fmla="*/ 7566660 w 9146381"/>
              <a:gd name="connsiteY1" fmla="*/ 147161 h 2425381"/>
              <a:gd name="connsiteX2" fmla="*/ 8250555 w 9146381"/>
              <a:gd name="connsiteY2" fmla="*/ 0 h 2425381"/>
              <a:gd name="connsiteX3" fmla="*/ 8936831 w 9146381"/>
              <a:gd name="connsiteY3" fmla="*/ 151924 h 2425381"/>
              <a:gd name="connsiteX4" fmla="*/ 9146381 w 9146381"/>
              <a:gd name="connsiteY4" fmla="*/ 152703 h 2425381"/>
              <a:gd name="connsiteX5" fmla="*/ 9144000 w 9146381"/>
              <a:gd name="connsiteY5" fmla="*/ 2425381 h 2425381"/>
              <a:gd name="connsiteX6" fmla="*/ 0 w 9146381"/>
              <a:gd name="connsiteY6" fmla="*/ 2425381 h 2425381"/>
              <a:gd name="connsiteX7" fmla="*/ 0 w 9146381"/>
              <a:gd name="connsiteY7" fmla="*/ 155084 h 2425381"/>
              <a:gd name="connsiteX0" fmla="*/ 0 w 9146381"/>
              <a:gd name="connsiteY0" fmla="*/ 142384 h 2425381"/>
              <a:gd name="connsiteX1" fmla="*/ 7566660 w 9146381"/>
              <a:gd name="connsiteY1" fmla="*/ 147161 h 2425381"/>
              <a:gd name="connsiteX2" fmla="*/ 8250555 w 9146381"/>
              <a:gd name="connsiteY2" fmla="*/ 0 h 2425381"/>
              <a:gd name="connsiteX3" fmla="*/ 8936831 w 9146381"/>
              <a:gd name="connsiteY3" fmla="*/ 151924 h 2425381"/>
              <a:gd name="connsiteX4" fmla="*/ 9146381 w 9146381"/>
              <a:gd name="connsiteY4" fmla="*/ 152703 h 2425381"/>
              <a:gd name="connsiteX5" fmla="*/ 9144000 w 9146381"/>
              <a:gd name="connsiteY5" fmla="*/ 2425381 h 2425381"/>
              <a:gd name="connsiteX6" fmla="*/ 0 w 9146381"/>
              <a:gd name="connsiteY6" fmla="*/ 2425381 h 2425381"/>
              <a:gd name="connsiteX7" fmla="*/ 0 w 9146381"/>
              <a:gd name="connsiteY7" fmla="*/ 142384 h 242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6381" h="2425381">
                <a:moveTo>
                  <a:pt x="0" y="142384"/>
                </a:moveTo>
                <a:lnTo>
                  <a:pt x="7566660" y="147161"/>
                </a:lnTo>
                <a:lnTo>
                  <a:pt x="8250555" y="0"/>
                </a:lnTo>
                <a:lnTo>
                  <a:pt x="8936831" y="151924"/>
                </a:lnTo>
                <a:lnTo>
                  <a:pt x="9146381" y="152703"/>
                </a:lnTo>
                <a:cubicBezTo>
                  <a:pt x="9145587" y="910262"/>
                  <a:pt x="9144794" y="1667822"/>
                  <a:pt x="9144000" y="2425381"/>
                </a:cubicBezTo>
                <a:lnTo>
                  <a:pt x="0" y="2425381"/>
                </a:lnTo>
                <a:lnTo>
                  <a:pt x="0" y="142384"/>
                </a:lnTo>
                <a:close/>
              </a:path>
            </a:pathLst>
          </a:custGeom>
          <a:noFill/>
        </p:spPr>
        <p:txBody>
          <a:bodyPr anchor="ctr">
            <a:normAutofit/>
          </a:bodyPr>
          <a:lstStyle>
            <a:lvl1pPr marL="114300" indent="0" algn="ctr">
              <a:buNone/>
              <a:defRPr sz="1200">
                <a:solidFill>
                  <a:schemeClr val="bg1"/>
                </a:solidFill>
              </a:defRPr>
            </a:lvl1pPr>
          </a:lstStyle>
          <a:p>
            <a:r>
              <a:rPr lang="en-US"/>
              <a:t>Click here to add image</a:t>
            </a:r>
            <a:endParaRPr lang="en-US" dirty="0"/>
          </a:p>
        </p:txBody>
      </p:sp>
    </p:spTree>
    <p:extLst>
      <p:ext uri="{BB962C8B-B14F-4D97-AF65-F5344CB8AC3E}">
        <p14:creationId xmlns:p14="http://schemas.microsoft.com/office/powerpoint/2010/main" val="393312483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slide" preserve="1" userDrawn="1">
  <p:cSld name="1_Title slide">
    <p:bg>
      <p:bgPr>
        <a:solidFill>
          <a:schemeClr val="bg1"/>
        </a:solidFill>
        <a:effectLst/>
      </p:bgPr>
    </p:bg>
    <p:spTree>
      <p:nvGrpSpPr>
        <p:cNvPr id="1" name="Shape 9"/>
        <p:cNvGrpSpPr/>
        <p:nvPr/>
      </p:nvGrpSpPr>
      <p:grpSpPr>
        <a:xfrm>
          <a:off x="0" y="0"/>
          <a:ext cx="0" cy="0"/>
          <a:chOff x="0" y="0"/>
          <a:chExt cx="0" cy="0"/>
        </a:xfrm>
      </p:grpSpPr>
      <p:sp>
        <p:nvSpPr>
          <p:cNvPr id="3" name="Picture Placeholder 2">
            <a:extLst>
              <a:ext uri="{FF2B5EF4-FFF2-40B4-BE49-F238E27FC236}">
                <a16:creationId xmlns:a16="http://schemas.microsoft.com/office/drawing/2014/main" id="{8E170EA9-D2AF-9A09-EEFA-388294C307E3}"/>
              </a:ext>
            </a:extLst>
          </p:cNvPr>
          <p:cNvSpPr>
            <a:spLocks noGrp="1"/>
          </p:cNvSpPr>
          <p:nvPr>
            <p:ph type="pic" sz="quarter" idx="13" hasCustomPrompt="1"/>
          </p:nvPr>
        </p:nvSpPr>
        <p:spPr>
          <a:xfrm>
            <a:off x="0" y="703898"/>
            <a:ext cx="9146381" cy="4439602"/>
          </a:xfrm>
          <a:custGeom>
            <a:avLst/>
            <a:gdLst>
              <a:gd name="connsiteX0" fmla="*/ 0 w 9144000"/>
              <a:gd name="connsiteY0" fmla="*/ 0 h 2270297"/>
              <a:gd name="connsiteX1" fmla="*/ 9144000 w 9144000"/>
              <a:gd name="connsiteY1" fmla="*/ 0 h 2270297"/>
              <a:gd name="connsiteX2" fmla="*/ 9144000 w 9144000"/>
              <a:gd name="connsiteY2" fmla="*/ 2270297 h 2270297"/>
              <a:gd name="connsiteX3" fmla="*/ 0 w 9144000"/>
              <a:gd name="connsiteY3" fmla="*/ 2270297 h 2270297"/>
              <a:gd name="connsiteX4" fmla="*/ 0 w 9144000"/>
              <a:gd name="connsiteY4" fmla="*/ 0 h 2270297"/>
              <a:gd name="connsiteX0" fmla="*/ 0 w 9144000"/>
              <a:gd name="connsiteY0" fmla="*/ 5542 h 2275839"/>
              <a:gd name="connsiteX1" fmla="*/ 7642860 w 9144000"/>
              <a:gd name="connsiteY1" fmla="*/ 0 h 2275839"/>
              <a:gd name="connsiteX2" fmla="*/ 9144000 w 9144000"/>
              <a:gd name="connsiteY2" fmla="*/ 5542 h 2275839"/>
              <a:gd name="connsiteX3" fmla="*/ 9144000 w 9144000"/>
              <a:gd name="connsiteY3" fmla="*/ 2275839 h 2275839"/>
              <a:gd name="connsiteX4" fmla="*/ 0 w 9144000"/>
              <a:gd name="connsiteY4" fmla="*/ 2275839 h 2275839"/>
              <a:gd name="connsiteX5" fmla="*/ 0 w 9144000"/>
              <a:gd name="connsiteY5" fmla="*/ 5542 h 2275839"/>
              <a:gd name="connsiteX0" fmla="*/ 0 w 9144000"/>
              <a:gd name="connsiteY0" fmla="*/ 5542 h 2275839"/>
              <a:gd name="connsiteX1" fmla="*/ 7642860 w 9144000"/>
              <a:gd name="connsiteY1" fmla="*/ 0 h 2275839"/>
              <a:gd name="connsiteX2" fmla="*/ 8877300 w 9144000"/>
              <a:gd name="connsiteY2" fmla="*/ 0 h 2275839"/>
              <a:gd name="connsiteX3" fmla="*/ 9144000 w 9144000"/>
              <a:gd name="connsiteY3" fmla="*/ 5542 h 2275839"/>
              <a:gd name="connsiteX4" fmla="*/ 9144000 w 9144000"/>
              <a:gd name="connsiteY4" fmla="*/ 2275839 h 2275839"/>
              <a:gd name="connsiteX5" fmla="*/ 0 w 9144000"/>
              <a:gd name="connsiteY5" fmla="*/ 2275839 h 2275839"/>
              <a:gd name="connsiteX6" fmla="*/ 0 w 9144000"/>
              <a:gd name="connsiteY6" fmla="*/ 5542 h 2275839"/>
              <a:gd name="connsiteX0" fmla="*/ 0 w 9144000"/>
              <a:gd name="connsiteY0" fmla="*/ 13162 h 2283459"/>
              <a:gd name="connsiteX1" fmla="*/ 7642860 w 9144000"/>
              <a:gd name="connsiteY1" fmla="*/ 7620 h 2283459"/>
              <a:gd name="connsiteX2" fmla="*/ 8282940 w 9144000"/>
              <a:gd name="connsiteY2" fmla="*/ 0 h 2283459"/>
              <a:gd name="connsiteX3" fmla="*/ 8877300 w 9144000"/>
              <a:gd name="connsiteY3" fmla="*/ 7620 h 2283459"/>
              <a:gd name="connsiteX4" fmla="*/ 9144000 w 9144000"/>
              <a:gd name="connsiteY4" fmla="*/ 13162 h 2283459"/>
              <a:gd name="connsiteX5" fmla="*/ 9144000 w 9144000"/>
              <a:gd name="connsiteY5" fmla="*/ 2283459 h 2283459"/>
              <a:gd name="connsiteX6" fmla="*/ 0 w 9144000"/>
              <a:gd name="connsiteY6" fmla="*/ 2283459 h 2283459"/>
              <a:gd name="connsiteX7" fmla="*/ 0 w 9144000"/>
              <a:gd name="connsiteY7" fmla="*/ 13162 h 2283459"/>
              <a:gd name="connsiteX0" fmla="*/ 0 w 9144000"/>
              <a:gd name="connsiteY0" fmla="*/ 150322 h 2420619"/>
              <a:gd name="connsiteX1" fmla="*/ 7642860 w 9144000"/>
              <a:gd name="connsiteY1" fmla="*/ 144780 h 2420619"/>
              <a:gd name="connsiteX2" fmla="*/ 8260080 w 9144000"/>
              <a:gd name="connsiteY2" fmla="*/ 0 h 2420619"/>
              <a:gd name="connsiteX3" fmla="*/ 8877300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609523 w 9144000"/>
              <a:gd name="connsiteY1" fmla="*/ 140017 h 2420619"/>
              <a:gd name="connsiteX2" fmla="*/ 8260080 w 9144000"/>
              <a:gd name="connsiteY2" fmla="*/ 0 h 2420619"/>
              <a:gd name="connsiteX3" fmla="*/ 8877300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609523 w 9144000"/>
              <a:gd name="connsiteY1" fmla="*/ 140017 h 2420619"/>
              <a:gd name="connsiteX2" fmla="*/ 8260080 w 9144000"/>
              <a:gd name="connsiteY2" fmla="*/ 0 h 2420619"/>
              <a:gd name="connsiteX3" fmla="*/ 8893969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602379 w 9144000"/>
              <a:gd name="connsiteY1" fmla="*/ 147161 h 2420619"/>
              <a:gd name="connsiteX2" fmla="*/ 8260080 w 9144000"/>
              <a:gd name="connsiteY2" fmla="*/ 0 h 2420619"/>
              <a:gd name="connsiteX3" fmla="*/ 8893969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576185 w 9144000"/>
              <a:gd name="connsiteY1" fmla="*/ 144780 h 2420619"/>
              <a:gd name="connsiteX2" fmla="*/ 8260080 w 9144000"/>
              <a:gd name="connsiteY2" fmla="*/ 0 h 2420619"/>
              <a:gd name="connsiteX3" fmla="*/ 8893969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576185 w 9144000"/>
              <a:gd name="connsiteY1" fmla="*/ 144780 h 2420619"/>
              <a:gd name="connsiteX2" fmla="*/ 8260080 w 9144000"/>
              <a:gd name="connsiteY2" fmla="*/ 0 h 2420619"/>
              <a:gd name="connsiteX3" fmla="*/ 8893969 w 9144000"/>
              <a:gd name="connsiteY3" fmla="*/ 149543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576185 w 9144000"/>
              <a:gd name="connsiteY1" fmla="*/ 144780 h 2420619"/>
              <a:gd name="connsiteX2" fmla="*/ 8260080 w 9144000"/>
              <a:gd name="connsiteY2" fmla="*/ 0 h 2420619"/>
              <a:gd name="connsiteX3" fmla="*/ 8936831 w 9144000"/>
              <a:gd name="connsiteY3" fmla="*/ 151924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6381"/>
              <a:gd name="connsiteY0" fmla="*/ 150322 h 2420619"/>
              <a:gd name="connsiteX1" fmla="*/ 7576185 w 9146381"/>
              <a:gd name="connsiteY1" fmla="*/ 144780 h 2420619"/>
              <a:gd name="connsiteX2" fmla="*/ 8260080 w 9146381"/>
              <a:gd name="connsiteY2" fmla="*/ 0 h 2420619"/>
              <a:gd name="connsiteX3" fmla="*/ 8936831 w 9146381"/>
              <a:gd name="connsiteY3" fmla="*/ 151924 h 2420619"/>
              <a:gd name="connsiteX4" fmla="*/ 9146381 w 9146381"/>
              <a:gd name="connsiteY4" fmla="*/ 147941 h 2420619"/>
              <a:gd name="connsiteX5" fmla="*/ 9144000 w 9146381"/>
              <a:gd name="connsiteY5" fmla="*/ 2420619 h 2420619"/>
              <a:gd name="connsiteX6" fmla="*/ 0 w 9146381"/>
              <a:gd name="connsiteY6" fmla="*/ 2420619 h 2420619"/>
              <a:gd name="connsiteX7" fmla="*/ 0 w 9146381"/>
              <a:gd name="connsiteY7" fmla="*/ 150322 h 2420619"/>
              <a:gd name="connsiteX0" fmla="*/ 0 w 9146381"/>
              <a:gd name="connsiteY0" fmla="*/ 150322 h 2420619"/>
              <a:gd name="connsiteX1" fmla="*/ 7576185 w 9146381"/>
              <a:gd name="connsiteY1" fmla="*/ 144780 h 2420619"/>
              <a:gd name="connsiteX2" fmla="*/ 8260080 w 9146381"/>
              <a:gd name="connsiteY2" fmla="*/ 0 h 2420619"/>
              <a:gd name="connsiteX3" fmla="*/ 8936831 w 9146381"/>
              <a:gd name="connsiteY3" fmla="*/ 147162 h 2420619"/>
              <a:gd name="connsiteX4" fmla="*/ 9146381 w 9146381"/>
              <a:gd name="connsiteY4" fmla="*/ 147941 h 2420619"/>
              <a:gd name="connsiteX5" fmla="*/ 9144000 w 9146381"/>
              <a:gd name="connsiteY5" fmla="*/ 2420619 h 2420619"/>
              <a:gd name="connsiteX6" fmla="*/ 0 w 9146381"/>
              <a:gd name="connsiteY6" fmla="*/ 2420619 h 2420619"/>
              <a:gd name="connsiteX7" fmla="*/ 0 w 9146381"/>
              <a:gd name="connsiteY7" fmla="*/ 150322 h 2420619"/>
              <a:gd name="connsiteX0" fmla="*/ 0 w 9146381"/>
              <a:gd name="connsiteY0" fmla="*/ 150322 h 2420619"/>
              <a:gd name="connsiteX1" fmla="*/ 7566660 w 9146381"/>
              <a:gd name="connsiteY1" fmla="*/ 142399 h 2420619"/>
              <a:gd name="connsiteX2" fmla="*/ 8260080 w 9146381"/>
              <a:gd name="connsiteY2" fmla="*/ 0 h 2420619"/>
              <a:gd name="connsiteX3" fmla="*/ 8936831 w 9146381"/>
              <a:gd name="connsiteY3" fmla="*/ 147162 h 2420619"/>
              <a:gd name="connsiteX4" fmla="*/ 9146381 w 9146381"/>
              <a:gd name="connsiteY4" fmla="*/ 147941 h 2420619"/>
              <a:gd name="connsiteX5" fmla="*/ 9144000 w 9146381"/>
              <a:gd name="connsiteY5" fmla="*/ 2420619 h 2420619"/>
              <a:gd name="connsiteX6" fmla="*/ 0 w 9146381"/>
              <a:gd name="connsiteY6" fmla="*/ 2420619 h 2420619"/>
              <a:gd name="connsiteX7" fmla="*/ 0 w 9146381"/>
              <a:gd name="connsiteY7" fmla="*/ 150322 h 2420619"/>
              <a:gd name="connsiteX0" fmla="*/ 0 w 9146381"/>
              <a:gd name="connsiteY0" fmla="*/ 155084 h 2425381"/>
              <a:gd name="connsiteX1" fmla="*/ 7566660 w 9146381"/>
              <a:gd name="connsiteY1" fmla="*/ 147161 h 2425381"/>
              <a:gd name="connsiteX2" fmla="*/ 8250555 w 9146381"/>
              <a:gd name="connsiteY2" fmla="*/ 0 h 2425381"/>
              <a:gd name="connsiteX3" fmla="*/ 8936831 w 9146381"/>
              <a:gd name="connsiteY3" fmla="*/ 151924 h 2425381"/>
              <a:gd name="connsiteX4" fmla="*/ 9146381 w 9146381"/>
              <a:gd name="connsiteY4" fmla="*/ 152703 h 2425381"/>
              <a:gd name="connsiteX5" fmla="*/ 9144000 w 9146381"/>
              <a:gd name="connsiteY5" fmla="*/ 2425381 h 2425381"/>
              <a:gd name="connsiteX6" fmla="*/ 0 w 9146381"/>
              <a:gd name="connsiteY6" fmla="*/ 2425381 h 2425381"/>
              <a:gd name="connsiteX7" fmla="*/ 0 w 9146381"/>
              <a:gd name="connsiteY7" fmla="*/ 155084 h 2425381"/>
              <a:gd name="connsiteX0" fmla="*/ 0 w 9146381"/>
              <a:gd name="connsiteY0" fmla="*/ 82234 h 2425381"/>
              <a:gd name="connsiteX1" fmla="*/ 7566660 w 9146381"/>
              <a:gd name="connsiteY1" fmla="*/ 147161 h 2425381"/>
              <a:gd name="connsiteX2" fmla="*/ 8250555 w 9146381"/>
              <a:gd name="connsiteY2" fmla="*/ 0 h 2425381"/>
              <a:gd name="connsiteX3" fmla="*/ 8936831 w 9146381"/>
              <a:gd name="connsiteY3" fmla="*/ 151924 h 2425381"/>
              <a:gd name="connsiteX4" fmla="*/ 9146381 w 9146381"/>
              <a:gd name="connsiteY4" fmla="*/ 152703 h 2425381"/>
              <a:gd name="connsiteX5" fmla="*/ 9144000 w 9146381"/>
              <a:gd name="connsiteY5" fmla="*/ 2425381 h 2425381"/>
              <a:gd name="connsiteX6" fmla="*/ 0 w 9146381"/>
              <a:gd name="connsiteY6" fmla="*/ 2425381 h 2425381"/>
              <a:gd name="connsiteX7" fmla="*/ 0 w 9146381"/>
              <a:gd name="connsiteY7" fmla="*/ 82234 h 2425381"/>
              <a:gd name="connsiteX0" fmla="*/ 0 w 9146381"/>
              <a:gd name="connsiteY0" fmla="*/ 82234 h 2425381"/>
              <a:gd name="connsiteX1" fmla="*/ 7566660 w 9146381"/>
              <a:gd name="connsiteY1" fmla="*/ 147161 h 2425381"/>
              <a:gd name="connsiteX2" fmla="*/ 8250555 w 9146381"/>
              <a:gd name="connsiteY2" fmla="*/ 0 h 2425381"/>
              <a:gd name="connsiteX3" fmla="*/ 8936831 w 9146381"/>
              <a:gd name="connsiteY3" fmla="*/ 151924 h 2425381"/>
              <a:gd name="connsiteX4" fmla="*/ 9146381 w 9146381"/>
              <a:gd name="connsiteY4" fmla="*/ 79853 h 2425381"/>
              <a:gd name="connsiteX5" fmla="*/ 9144000 w 9146381"/>
              <a:gd name="connsiteY5" fmla="*/ 2425381 h 2425381"/>
              <a:gd name="connsiteX6" fmla="*/ 0 w 9146381"/>
              <a:gd name="connsiteY6" fmla="*/ 2425381 h 2425381"/>
              <a:gd name="connsiteX7" fmla="*/ 0 w 9146381"/>
              <a:gd name="connsiteY7" fmla="*/ 82234 h 2425381"/>
              <a:gd name="connsiteX0" fmla="*/ 0 w 9146381"/>
              <a:gd name="connsiteY0" fmla="*/ 82234 h 2425381"/>
              <a:gd name="connsiteX1" fmla="*/ 7566660 w 9146381"/>
              <a:gd name="connsiteY1" fmla="*/ 147161 h 2425381"/>
              <a:gd name="connsiteX2" fmla="*/ 8250555 w 9146381"/>
              <a:gd name="connsiteY2" fmla="*/ 0 h 2425381"/>
              <a:gd name="connsiteX3" fmla="*/ 8924131 w 9146381"/>
              <a:gd name="connsiteY3" fmla="*/ 86012 h 2425381"/>
              <a:gd name="connsiteX4" fmla="*/ 9146381 w 9146381"/>
              <a:gd name="connsiteY4" fmla="*/ 79853 h 2425381"/>
              <a:gd name="connsiteX5" fmla="*/ 9144000 w 9146381"/>
              <a:gd name="connsiteY5" fmla="*/ 2425381 h 2425381"/>
              <a:gd name="connsiteX6" fmla="*/ 0 w 9146381"/>
              <a:gd name="connsiteY6" fmla="*/ 2425381 h 2425381"/>
              <a:gd name="connsiteX7" fmla="*/ 0 w 9146381"/>
              <a:gd name="connsiteY7" fmla="*/ 82234 h 2425381"/>
              <a:gd name="connsiteX0" fmla="*/ 0 w 9146381"/>
              <a:gd name="connsiteY0" fmla="*/ 82234 h 2425381"/>
              <a:gd name="connsiteX1" fmla="*/ 7566660 w 9146381"/>
              <a:gd name="connsiteY1" fmla="*/ 74311 h 2425381"/>
              <a:gd name="connsiteX2" fmla="*/ 8250555 w 9146381"/>
              <a:gd name="connsiteY2" fmla="*/ 0 h 2425381"/>
              <a:gd name="connsiteX3" fmla="*/ 8924131 w 9146381"/>
              <a:gd name="connsiteY3" fmla="*/ 86012 h 2425381"/>
              <a:gd name="connsiteX4" fmla="*/ 9146381 w 9146381"/>
              <a:gd name="connsiteY4" fmla="*/ 79853 h 2425381"/>
              <a:gd name="connsiteX5" fmla="*/ 9144000 w 9146381"/>
              <a:gd name="connsiteY5" fmla="*/ 2425381 h 2425381"/>
              <a:gd name="connsiteX6" fmla="*/ 0 w 9146381"/>
              <a:gd name="connsiteY6" fmla="*/ 2425381 h 2425381"/>
              <a:gd name="connsiteX7" fmla="*/ 0 w 9146381"/>
              <a:gd name="connsiteY7" fmla="*/ 82234 h 2425381"/>
              <a:gd name="connsiteX0" fmla="*/ 0 w 9146381"/>
              <a:gd name="connsiteY0" fmla="*/ 82234 h 2425381"/>
              <a:gd name="connsiteX1" fmla="*/ 7566660 w 9146381"/>
              <a:gd name="connsiteY1" fmla="*/ 74311 h 2425381"/>
              <a:gd name="connsiteX2" fmla="*/ 8250555 w 9146381"/>
              <a:gd name="connsiteY2" fmla="*/ 0 h 2425381"/>
              <a:gd name="connsiteX3" fmla="*/ 8927306 w 9146381"/>
              <a:gd name="connsiteY3" fmla="*/ 80808 h 2425381"/>
              <a:gd name="connsiteX4" fmla="*/ 9146381 w 9146381"/>
              <a:gd name="connsiteY4" fmla="*/ 79853 h 2425381"/>
              <a:gd name="connsiteX5" fmla="*/ 9144000 w 9146381"/>
              <a:gd name="connsiteY5" fmla="*/ 2425381 h 2425381"/>
              <a:gd name="connsiteX6" fmla="*/ 0 w 9146381"/>
              <a:gd name="connsiteY6" fmla="*/ 2425381 h 2425381"/>
              <a:gd name="connsiteX7" fmla="*/ 0 w 9146381"/>
              <a:gd name="connsiteY7" fmla="*/ 82234 h 2425381"/>
              <a:gd name="connsiteX0" fmla="*/ 0 w 9146381"/>
              <a:gd name="connsiteY0" fmla="*/ 82234 h 2425381"/>
              <a:gd name="connsiteX1" fmla="*/ 7566660 w 9146381"/>
              <a:gd name="connsiteY1" fmla="*/ 74311 h 2425381"/>
              <a:gd name="connsiteX2" fmla="*/ 8250555 w 9146381"/>
              <a:gd name="connsiteY2" fmla="*/ 0 h 2425381"/>
              <a:gd name="connsiteX3" fmla="*/ 8927306 w 9146381"/>
              <a:gd name="connsiteY3" fmla="*/ 80808 h 2425381"/>
              <a:gd name="connsiteX4" fmla="*/ 9146381 w 9146381"/>
              <a:gd name="connsiteY4" fmla="*/ 85057 h 2425381"/>
              <a:gd name="connsiteX5" fmla="*/ 9144000 w 9146381"/>
              <a:gd name="connsiteY5" fmla="*/ 2425381 h 2425381"/>
              <a:gd name="connsiteX6" fmla="*/ 0 w 9146381"/>
              <a:gd name="connsiteY6" fmla="*/ 2425381 h 2425381"/>
              <a:gd name="connsiteX7" fmla="*/ 0 w 9146381"/>
              <a:gd name="connsiteY7" fmla="*/ 82234 h 2425381"/>
              <a:gd name="connsiteX0" fmla="*/ 0 w 9146381"/>
              <a:gd name="connsiteY0" fmla="*/ 82234 h 2425381"/>
              <a:gd name="connsiteX1" fmla="*/ 7566660 w 9146381"/>
              <a:gd name="connsiteY1" fmla="*/ 74311 h 2425381"/>
              <a:gd name="connsiteX2" fmla="*/ 8250555 w 9146381"/>
              <a:gd name="connsiteY2" fmla="*/ 0 h 2425381"/>
              <a:gd name="connsiteX3" fmla="*/ 8927306 w 9146381"/>
              <a:gd name="connsiteY3" fmla="*/ 80808 h 2425381"/>
              <a:gd name="connsiteX4" fmla="*/ 9146381 w 9146381"/>
              <a:gd name="connsiteY4" fmla="*/ 79854 h 2425381"/>
              <a:gd name="connsiteX5" fmla="*/ 9144000 w 9146381"/>
              <a:gd name="connsiteY5" fmla="*/ 2425381 h 2425381"/>
              <a:gd name="connsiteX6" fmla="*/ 0 w 9146381"/>
              <a:gd name="connsiteY6" fmla="*/ 2425381 h 2425381"/>
              <a:gd name="connsiteX7" fmla="*/ 0 w 9146381"/>
              <a:gd name="connsiteY7" fmla="*/ 82234 h 2425381"/>
              <a:gd name="connsiteX0" fmla="*/ 0 w 9146381"/>
              <a:gd name="connsiteY0" fmla="*/ 82234 h 2425381"/>
              <a:gd name="connsiteX1" fmla="*/ 7541895 w 9146381"/>
              <a:gd name="connsiteY1" fmla="*/ 79515 h 2425381"/>
              <a:gd name="connsiteX2" fmla="*/ 8250555 w 9146381"/>
              <a:gd name="connsiteY2" fmla="*/ 0 h 2425381"/>
              <a:gd name="connsiteX3" fmla="*/ 8927306 w 9146381"/>
              <a:gd name="connsiteY3" fmla="*/ 80808 h 2425381"/>
              <a:gd name="connsiteX4" fmla="*/ 9146381 w 9146381"/>
              <a:gd name="connsiteY4" fmla="*/ 79854 h 2425381"/>
              <a:gd name="connsiteX5" fmla="*/ 9144000 w 9146381"/>
              <a:gd name="connsiteY5" fmla="*/ 2425381 h 2425381"/>
              <a:gd name="connsiteX6" fmla="*/ 0 w 9146381"/>
              <a:gd name="connsiteY6" fmla="*/ 2425381 h 2425381"/>
              <a:gd name="connsiteX7" fmla="*/ 0 w 9146381"/>
              <a:gd name="connsiteY7" fmla="*/ 82234 h 2425381"/>
              <a:gd name="connsiteX0" fmla="*/ 0 w 9146381"/>
              <a:gd name="connsiteY0" fmla="*/ 82234 h 2425381"/>
              <a:gd name="connsiteX1" fmla="*/ 7541895 w 9146381"/>
              <a:gd name="connsiteY1" fmla="*/ 80556 h 2425381"/>
              <a:gd name="connsiteX2" fmla="*/ 8250555 w 9146381"/>
              <a:gd name="connsiteY2" fmla="*/ 0 h 2425381"/>
              <a:gd name="connsiteX3" fmla="*/ 8927306 w 9146381"/>
              <a:gd name="connsiteY3" fmla="*/ 80808 h 2425381"/>
              <a:gd name="connsiteX4" fmla="*/ 9146381 w 9146381"/>
              <a:gd name="connsiteY4" fmla="*/ 79854 h 2425381"/>
              <a:gd name="connsiteX5" fmla="*/ 9144000 w 9146381"/>
              <a:gd name="connsiteY5" fmla="*/ 2425381 h 2425381"/>
              <a:gd name="connsiteX6" fmla="*/ 0 w 9146381"/>
              <a:gd name="connsiteY6" fmla="*/ 2425381 h 2425381"/>
              <a:gd name="connsiteX7" fmla="*/ 0 w 9146381"/>
              <a:gd name="connsiteY7" fmla="*/ 82234 h 242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6381" h="2425381">
                <a:moveTo>
                  <a:pt x="0" y="82234"/>
                </a:moveTo>
                <a:lnTo>
                  <a:pt x="7541895" y="80556"/>
                </a:lnTo>
                <a:lnTo>
                  <a:pt x="8250555" y="0"/>
                </a:lnTo>
                <a:lnTo>
                  <a:pt x="8927306" y="80808"/>
                </a:lnTo>
                <a:lnTo>
                  <a:pt x="9146381" y="79854"/>
                </a:lnTo>
                <a:cubicBezTo>
                  <a:pt x="9145587" y="837413"/>
                  <a:pt x="9144794" y="1667822"/>
                  <a:pt x="9144000" y="2425381"/>
                </a:cubicBezTo>
                <a:lnTo>
                  <a:pt x="0" y="2425381"/>
                </a:lnTo>
                <a:lnTo>
                  <a:pt x="0" y="82234"/>
                </a:lnTo>
                <a:close/>
              </a:path>
            </a:pathLst>
          </a:custGeom>
          <a:noFill/>
        </p:spPr>
        <p:txBody>
          <a:bodyPr/>
          <a:lstStyle>
            <a:lvl1pPr marL="114300" indent="0">
              <a:buNone/>
              <a:defRPr/>
            </a:lvl1pPr>
          </a:lstStyle>
          <a:p>
            <a:r>
              <a:rPr lang="en-IN" dirty="0"/>
              <a:t> </a:t>
            </a:r>
            <a:endParaRPr lang="en-AU" dirty="0"/>
          </a:p>
        </p:txBody>
      </p:sp>
      <p:sp>
        <p:nvSpPr>
          <p:cNvPr id="5" name="Google Shape;10;p2">
            <a:extLst>
              <a:ext uri="{FF2B5EF4-FFF2-40B4-BE49-F238E27FC236}">
                <a16:creationId xmlns:a16="http://schemas.microsoft.com/office/drawing/2014/main" id="{7DE77569-CF12-8ADA-417E-A17EED745482}"/>
              </a:ext>
            </a:extLst>
          </p:cNvPr>
          <p:cNvSpPr txBox="1">
            <a:spLocks noGrp="1"/>
          </p:cNvSpPr>
          <p:nvPr>
            <p:ph type="ctrTitle" hasCustomPrompt="1"/>
          </p:nvPr>
        </p:nvSpPr>
        <p:spPr>
          <a:xfrm>
            <a:off x="311708" y="1927513"/>
            <a:ext cx="4260292" cy="1047749"/>
          </a:xfrm>
          <a:prstGeom prst="rect">
            <a:avLst/>
          </a:prstGeom>
        </p:spPr>
        <p:txBody>
          <a:bodyPr spcFirstLastPara="1" wrap="square" lIns="90000" tIns="90000" rIns="90000" bIns="36000" anchor="b" anchorCtr="0">
            <a:noAutofit/>
          </a:bodyPr>
          <a:lstStyle>
            <a:lvl1pPr lvl="0" algn="l">
              <a:spcBef>
                <a:spcPts val="0"/>
              </a:spcBef>
              <a:spcAft>
                <a:spcPts val="0"/>
              </a:spcAft>
              <a:buSzPts val="5200"/>
              <a:buNone/>
              <a:defRPr sz="2800" b="1">
                <a:solidFill>
                  <a:schemeClr val="tx1"/>
                </a:solidFill>
                <a:latin typeface="PP Neue Machina Plain Ultrabold" pitchFamily="50" charset="0"/>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br>
              <a:rPr lang="en-IN" dirty="0"/>
            </a:br>
            <a:r>
              <a:rPr lang="en-IN" dirty="0"/>
              <a:t>Click here to </a:t>
            </a:r>
            <a:br>
              <a:rPr lang="en-IN" dirty="0"/>
            </a:br>
            <a:r>
              <a:rPr lang="en-IN" dirty="0"/>
              <a:t>add title</a:t>
            </a:r>
            <a:endParaRPr dirty="0"/>
          </a:p>
        </p:txBody>
      </p:sp>
      <p:sp>
        <p:nvSpPr>
          <p:cNvPr id="6" name="Google Shape;11;p2">
            <a:extLst>
              <a:ext uri="{FF2B5EF4-FFF2-40B4-BE49-F238E27FC236}">
                <a16:creationId xmlns:a16="http://schemas.microsoft.com/office/drawing/2014/main" id="{0C50BD5F-C55E-53AD-DB29-26F4E5A5E512}"/>
              </a:ext>
            </a:extLst>
          </p:cNvPr>
          <p:cNvSpPr txBox="1">
            <a:spLocks noGrp="1"/>
          </p:cNvSpPr>
          <p:nvPr>
            <p:ph type="subTitle" idx="1"/>
          </p:nvPr>
        </p:nvSpPr>
        <p:spPr>
          <a:xfrm>
            <a:off x="304800" y="2994313"/>
            <a:ext cx="4260292" cy="457200"/>
          </a:xfrm>
          <a:prstGeom prst="rect">
            <a:avLst/>
          </a:prstGeom>
        </p:spPr>
        <p:txBody>
          <a:bodyPr spcFirstLastPara="1" wrap="square" lIns="90000" tIns="90000" rIns="90000" bIns="90000" anchor="t" anchorCtr="0">
            <a:noAutofit/>
          </a:bodyPr>
          <a:lstStyle>
            <a:lvl1pPr marL="0" lvl="0" indent="0" algn="l">
              <a:lnSpc>
                <a:spcPct val="100000"/>
              </a:lnSpc>
              <a:spcBef>
                <a:spcPts val="0"/>
              </a:spcBef>
              <a:spcAft>
                <a:spcPts val="0"/>
              </a:spcAft>
              <a:buSzPts val="2800"/>
              <a:buNone/>
              <a:defRPr sz="1800">
                <a:solidFill>
                  <a:schemeClr val="accent4"/>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dirty="0"/>
          </a:p>
        </p:txBody>
      </p:sp>
      <p:sp>
        <p:nvSpPr>
          <p:cNvPr id="7" name="Freeform: Shape 6">
            <a:extLst>
              <a:ext uri="{FF2B5EF4-FFF2-40B4-BE49-F238E27FC236}">
                <a16:creationId xmlns:a16="http://schemas.microsoft.com/office/drawing/2014/main" id="{809891C3-701D-E83E-C330-2FF6C40C1E62}"/>
              </a:ext>
            </a:extLst>
          </p:cNvPr>
          <p:cNvSpPr/>
          <p:nvPr/>
        </p:nvSpPr>
        <p:spPr>
          <a:xfrm>
            <a:off x="0" y="0"/>
            <a:ext cx="9144000" cy="857250"/>
          </a:xfrm>
          <a:custGeom>
            <a:avLst/>
            <a:gdLst>
              <a:gd name="connsiteX0" fmla="*/ 0 w 9144000"/>
              <a:gd name="connsiteY0" fmla="*/ 0 h 857250"/>
              <a:gd name="connsiteX1" fmla="*/ 0 w 9144000"/>
              <a:gd name="connsiteY1" fmla="*/ 857250 h 857250"/>
              <a:gd name="connsiteX2" fmla="*/ 7540609 w 9144000"/>
              <a:gd name="connsiteY2" fmla="*/ 857250 h 857250"/>
              <a:gd name="connsiteX3" fmla="*/ 8245698 w 9144000"/>
              <a:gd name="connsiteY3" fmla="*/ 707422 h 857250"/>
              <a:gd name="connsiteX4" fmla="*/ 8933831 w 9144000"/>
              <a:gd name="connsiteY4" fmla="*/ 857250 h 857250"/>
              <a:gd name="connsiteX5" fmla="*/ 9144000 w 9144000"/>
              <a:gd name="connsiteY5" fmla="*/ 857250 h 857250"/>
              <a:gd name="connsiteX6" fmla="*/ 9144000 w 9144000"/>
              <a:gd name="connsiteY6" fmla="*/ 0 h 857250"/>
              <a:gd name="connsiteX7" fmla="*/ 0 w 9144000"/>
              <a:gd name="connsiteY7" fmla="*/ 0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0" h="857250">
                <a:moveTo>
                  <a:pt x="0" y="0"/>
                </a:moveTo>
                <a:lnTo>
                  <a:pt x="0" y="857250"/>
                </a:lnTo>
                <a:lnTo>
                  <a:pt x="7540609" y="857250"/>
                </a:lnTo>
                <a:lnTo>
                  <a:pt x="8245698" y="707422"/>
                </a:lnTo>
                <a:lnTo>
                  <a:pt x="8933831" y="857250"/>
                </a:lnTo>
                <a:lnTo>
                  <a:pt x="9144000" y="857250"/>
                </a:lnTo>
                <a:lnTo>
                  <a:pt x="9144000" y="0"/>
                </a:lnTo>
                <a:lnTo>
                  <a:pt x="0" y="0"/>
                </a:lnTo>
                <a:close/>
              </a:path>
            </a:pathLst>
          </a:custGeom>
          <a:gradFill>
            <a:gsLst>
              <a:gs pos="0">
                <a:srgbClr val="6164AD"/>
              </a:gs>
              <a:gs pos="50000">
                <a:srgbClr val="5C54A4"/>
              </a:gs>
              <a:gs pos="100000">
                <a:srgbClr val="58449B"/>
              </a:gs>
            </a:gsLst>
            <a:lin ang="0" scaled="1"/>
          </a:gradFill>
          <a:ln w="81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lvl="0" defTabSz="914400" eaLnBrk="1" latinLnBrk="0" hangingPunct="1"/>
            <a:endParaRPr lang="en-AU" sz="1800" kern="1200">
              <a:solidFill>
                <a:schemeClr val="tx1"/>
              </a:solidFill>
              <a:latin typeface="+mn-lt"/>
              <a:ea typeface="+mn-ea"/>
              <a:cs typeface="+mn-cs"/>
            </a:endParaRPr>
          </a:p>
        </p:txBody>
      </p:sp>
      <p:sp>
        <p:nvSpPr>
          <p:cNvPr id="8" name="Freeform: Shape 7">
            <a:extLst>
              <a:ext uri="{FF2B5EF4-FFF2-40B4-BE49-F238E27FC236}">
                <a16:creationId xmlns:a16="http://schemas.microsoft.com/office/drawing/2014/main" id="{DA258AEC-2E45-E11A-26EF-45595D0532FE}"/>
              </a:ext>
            </a:extLst>
          </p:cNvPr>
          <p:cNvSpPr/>
          <p:nvPr/>
        </p:nvSpPr>
        <p:spPr>
          <a:xfrm>
            <a:off x="7540608" y="437149"/>
            <a:ext cx="1246536" cy="285083"/>
          </a:xfrm>
          <a:custGeom>
            <a:avLst/>
            <a:gdLst>
              <a:gd name="connsiteX0" fmla="*/ 718995 w 1246536"/>
              <a:gd name="connsiteY0" fmla="*/ 0 h 285083"/>
              <a:gd name="connsiteX1" fmla="*/ 769239 w 1246536"/>
              <a:gd name="connsiteY1" fmla="*/ 10668 h 285083"/>
              <a:gd name="connsiteX2" fmla="*/ 842391 w 1246536"/>
              <a:gd name="connsiteY2" fmla="*/ 94726 h 285083"/>
              <a:gd name="connsiteX3" fmla="*/ 769239 w 1246536"/>
              <a:gd name="connsiteY3" fmla="*/ 147876 h 285083"/>
              <a:gd name="connsiteX4" fmla="*/ 718995 w 1246536"/>
              <a:gd name="connsiteY4" fmla="*/ 137208 h 285083"/>
              <a:gd name="connsiteX5" fmla="*/ 718995 w 1246536"/>
              <a:gd name="connsiteY5" fmla="*/ 48 h 285083"/>
              <a:gd name="connsiteX6" fmla="*/ 769239 w 1246536"/>
              <a:gd name="connsiteY6" fmla="*/ 116681 h 285083"/>
              <a:gd name="connsiteX7" fmla="*/ 808530 w 1246536"/>
              <a:gd name="connsiteY7" fmla="*/ 87487 h 285083"/>
              <a:gd name="connsiteX8" fmla="*/ 769239 w 1246536"/>
              <a:gd name="connsiteY8" fmla="*/ 41577 h 285083"/>
              <a:gd name="connsiteX9" fmla="*/ 752856 w 1246536"/>
              <a:gd name="connsiteY9" fmla="*/ 38100 h 285083"/>
              <a:gd name="connsiteX10" fmla="*/ 752856 w 1246536"/>
              <a:gd name="connsiteY10" fmla="*/ 113205 h 285083"/>
              <a:gd name="connsiteX11" fmla="*/ 769239 w 1246536"/>
              <a:gd name="connsiteY11" fmla="*/ 116681 h 285083"/>
              <a:gd name="connsiteX12" fmla="*/ 947024 w 1246536"/>
              <a:gd name="connsiteY12" fmla="*/ 48482 h 285083"/>
              <a:gd name="connsiteX13" fmla="*/ 947024 w 1246536"/>
              <a:gd name="connsiteY13" fmla="*/ 79391 h 285083"/>
              <a:gd name="connsiteX14" fmla="*/ 917067 w 1246536"/>
              <a:gd name="connsiteY14" fmla="*/ 73009 h 285083"/>
              <a:gd name="connsiteX15" fmla="*/ 917067 w 1246536"/>
              <a:gd name="connsiteY15" fmla="*/ 148114 h 285083"/>
              <a:gd name="connsiteX16" fmla="*/ 947024 w 1246536"/>
              <a:gd name="connsiteY16" fmla="*/ 154496 h 285083"/>
              <a:gd name="connsiteX17" fmla="*/ 947024 w 1246536"/>
              <a:gd name="connsiteY17" fmla="*/ 185642 h 285083"/>
              <a:gd name="connsiteX18" fmla="*/ 853393 w 1246536"/>
              <a:gd name="connsiteY18" fmla="*/ 165735 h 285083"/>
              <a:gd name="connsiteX19" fmla="*/ 853393 w 1246536"/>
              <a:gd name="connsiteY19" fmla="*/ 134588 h 285083"/>
              <a:gd name="connsiteX20" fmla="*/ 883349 w 1246536"/>
              <a:gd name="connsiteY20" fmla="*/ 140970 h 285083"/>
              <a:gd name="connsiteX21" fmla="*/ 883349 w 1246536"/>
              <a:gd name="connsiteY21" fmla="*/ 65865 h 285083"/>
              <a:gd name="connsiteX22" fmla="*/ 853393 w 1246536"/>
              <a:gd name="connsiteY22" fmla="*/ 59484 h 285083"/>
              <a:gd name="connsiteX23" fmla="*/ 853393 w 1246536"/>
              <a:gd name="connsiteY23" fmla="*/ 28575 h 285083"/>
              <a:gd name="connsiteX24" fmla="*/ 947024 w 1246536"/>
              <a:gd name="connsiteY24" fmla="*/ 48482 h 285083"/>
              <a:gd name="connsiteX25" fmla="*/ 1026319 w 1246536"/>
              <a:gd name="connsiteY25" fmla="*/ 62579 h 285083"/>
              <a:gd name="connsiteX26" fmla="*/ 1094994 w 1246536"/>
              <a:gd name="connsiteY26" fmla="*/ 148399 h 285083"/>
              <a:gd name="connsiteX27" fmla="*/ 1026319 w 1246536"/>
              <a:gd name="connsiteY27" fmla="*/ 205216 h 285083"/>
              <a:gd name="connsiteX28" fmla="*/ 957263 w 1246536"/>
              <a:gd name="connsiteY28" fmla="*/ 119158 h 285083"/>
              <a:gd name="connsiteX29" fmla="*/ 1026319 w 1246536"/>
              <a:gd name="connsiteY29" fmla="*/ 62627 h 285083"/>
              <a:gd name="connsiteX30" fmla="*/ 1026319 w 1246536"/>
              <a:gd name="connsiteY30" fmla="*/ 173117 h 285083"/>
              <a:gd name="connsiteX31" fmla="*/ 1060180 w 1246536"/>
              <a:gd name="connsiteY31" fmla="*/ 141018 h 285083"/>
              <a:gd name="connsiteX32" fmla="*/ 1026319 w 1246536"/>
              <a:gd name="connsiteY32" fmla="*/ 94726 h 285083"/>
              <a:gd name="connsiteX33" fmla="*/ 992267 w 1246536"/>
              <a:gd name="connsiteY33" fmla="*/ 126587 h 285083"/>
              <a:gd name="connsiteX34" fmla="*/ 1026319 w 1246536"/>
              <a:gd name="connsiteY34" fmla="*/ 173117 h 285083"/>
              <a:gd name="connsiteX35" fmla="*/ 1111949 w 1246536"/>
              <a:gd name="connsiteY35" fmla="*/ 83534 h 285083"/>
              <a:gd name="connsiteX36" fmla="*/ 1175814 w 1246536"/>
              <a:gd name="connsiteY36" fmla="*/ 97107 h 285083"/>
              <a:gd name="connsiteX37" fmla="*/ 1212675 w 1246536"/>
              <a:gd name="connsiteY37" fmla="*/ 230791 h 285083"/>
              <a:gd name="connsiteX38" fmla="*/ 1212675 w 1246536"/>
              <a:gd name="connsiteY38" fmla="*/ 104918 h 285083"/>
              <a:gd name="connsiteX39" fmla="*/ 1246537 w 1246536"/>
              <a:gd name="connsiteY39" fmla="*/ 112109 h 285083"/>
              <a:gd name="connsiteX40" fmla="*/ 1246537 w 1246536"/>
              <a:gd name="connsiteY40" fmla="*/ 249269 h 285083"/>
              <a:gd name="connsiteX41" fmla="*/ 1182672 w 1246536"/>
              <a:gd name="connsiteY41" fmla="*/ 235696 h 285083"/>
              <a:gd name="connsiteX42" fmla="*/ 1145810 w 1246536"/>
              <a:gd name="connsiteY42" fmla="*/ 102013 h 285083"/>
              <a:gd name="connsiteX43" fmla="*/ 1145810 w 1246536"/>
              <a:gd name="connsiteY43" fmla="*/ 227886 h 285083"/>
              <a:gd name="connsiteX44" fmla="*/ 1111949 w 1246536"/>
              <a:gd name="connsiteY44" fmla="*/ 220694 h 285083"/>
              <a:gd name="connsiteX45" fmla="*/ 1111949 w 1246536"/>
              <a:gd name="connsiteY45" fmla="*/ 83534 h 285083"/>
              <a:gd name="connsiteX46" fmla="*/ 42101 w 1246536"/>
              <a:gd name="connsiteY46" fmla="*/ 138970 h 285083"/>
              <a:gd name="connsiteX47" fmla="*/ 104108 w 1246536"/>
              <a:gd name="connsiteY47" fmla="*/ 125778 h 285083"/>
              <a:gd name="connsiteX48" fmla="*/ 145971 w 1246536"/>
              <a:gd name="connsiteY48" fmla="*/ 254032 h 285083"/>
              <a:gd name="connsiteX49" fmla="*/ 110061 w 1246536"/>
              <a:gd name="connsiteY49" fmla="*/ 261652 h 285083"/>
              <a:gd name="connsiteX50" fmla="*/ 97774 w 1246536"/>
              <a:gd name="connsiteY50" fmla="*/ 222837 h 285083"/>
              <a:gd name="connsiteX51" fmla="*/ 47863 w 1246536"/>
              <a:gd name="connsiteY51" fmla="*/ 233458 h 285083"/>
              <a:gd name="connsiteX52" fmla="*/ 35576 w 1246536"/>
              <a:gd name="connsiteY52" fmla="*/ 277511 h 285083"/>
              <a:gd name="connsiteX53" fmla="*/ 0 w 1246536"/>
              <a:gd name="connsiteY53" fmla="*/ 285083 h 285083"/>
              <a:gd name="connsiteX54" fmla="*/ 42053 w 1246536"/>
              <a:gd name="connsiteY54" fmla="*/ 138970 h 285083"/>
              <a:gd name="connsiteX55" fmla="*/ 88440 w 1246536"/>
              <a:gd name="connsiteY55" fmla="*/ 193881 h 285083"/>
              <a:gd name="connsiteX56" fmla="*/ 72819 w 1246536"/>
              <a:gd name="connsiteY56" fmla="*/ 144875 h 285083"/>
              <a:gd name="connsiteX57" fmla="*/ 57198 w 1246536"/>
              <a:gd name="connsiteY57" fmla="*/ 200549 h 285083"/>
              <a:gd name="connsiteX58" fmla="*/ 88488 w 1246536"/>
              <a:gd name="connsiteY58" fmla="*/ 193881 h 285083"/>
              <a:gd name="connsiteX59" fmla="*/ 214646 w 1246536"/>
              <a:gd name="connsiteY59" fmla="*/ 242173 h 285083"/>
              <a:gd name="connsiteX60" fmla="*/ 148733 w 1246536"/>
              <a:gd name="connsiteY60" fmla="*/ 199930 h 285083"/>
              <a:gd name="connsiteX61" fmla="*/ 183738 w 1246536"/>
              <a:gd name="connsiteY61" fmla="*/ 192500 h 285083"/>
              <a:gd name="connsiteX62" fmla="*/ 215408 w 1246536"/>
              <a:gd name="connsiteY62" fmla="*/ 212408 h 285083"/>
              <a:gd name="connsiteX63" fmla="*/ 239030 w 1246536"/>
              <a:gd name="connsiteY63" fmla="*/ 195310 h 285083"/>
              <a:gd name="connsiteX64" fmla="*/ 227886 w 1246536"/>
              <a:gd name="connsiteY64" fmla="*/ 187166 h 285083"/>
              <a:gd name="connsiteX65" fmla="*/ 183975 w 1246536"/>
              <a:gd name="connsiteY65" fmla="*/ 184452 h 285083"/>
              <a:gd name="connsiteX66" fmla="*/ 154210 w 1246536"/>
              <a:gd name="connsiteY66" fmla="*/ 153210 h 285083"/>
              <a:gd name="connsiteX67" fmla="*/ 207645 w 1246536"/>
              <a:gd name="connsiteY67" fmla="*/ 101013 h 285083"/>
              <a:gd name="connsiteX68" fmla="*/ 268891 w 1246536"/>
              <a:gd name="connsiteY68" fmla="*/ 138017 h 285083"/>
              <a:gd name="connsiteX69" fmla="*/ 234077 w 1246536"/>
              <a:gd name="connsiteY69" fmla="*/ 145399 h 285083"/>
              <a:gd name="connsiteX70" fmla="*/ 208217 w 1246536"/>
              <a:gd name="connsiteY70" fmla="*/ 129873 h 285083"/>
              <a:gd name="connsiteX71" fmla="*/ 189215 w 1246536"/>
              <a:gd name="connsiteY71" fmla="*/ 145018 h 285083"/>
              <a:gd name="connsiteX72" fmla="*/ 199454 w 1246536"/>
              <a:gd name="connsiteY72" fmla="*/ 152352 h 285083"/>
              <a:gd name="connsiteX73" fmla="*/ 242078 w 1246536"/>
              <a:gd name="connsiteY73" fmla="*/ 154400 h 285083"/>
              <a:gd name="connsiteX74" fmla="*/ 273891 w 1246536"/>
              <a:gd name="connsiteY74" fmla="*/ 186357 h 285083"/>
              <a:gd name="connsiteX75" fmla="*/ 214694 w 1246536"/>
              <a:gd name="connsiteY75" fmla="*/ 242126 h 285083"/>
              <a:gd name="connsiteX76" fmla="*/ 283702 w 1246536"/>
              <a:gd name="connsiteY76" fmla="*/ 156067 h 285083"/>
              <a:gd name="connsiteX77" fmla="*/ 353330 w 1246536"/>
              <a:gd name="connsiteY77" fmla="*/ 70056 h 285083"/>
              <a:gd name="connsiteX78" fmla="*/ 419767 w 1246536"/>
              <a:gd name="connsiteY78" fmla="*/ 111585 h 285083"/>
              <a:gd name="connsiteX79" fmla="*/ 384953 w 1246536"/>
              <a:gd name="connsiteY79" fmla="*/ 118967 h 285083"/>
              <a:gd name="connsiteX80" fmla="*/ 353473 w 1246536"/>
              <a:gd name="connsiteY80" fmla="*/ 102108 h 285083"/>
              <a:gd name="connsiteX81" fmla="*/ 318659 w 1246536"/>
              <a:gd name="connsiteY81" fmla="*/ 148590 h 285083"/>
              <a:gd name="connsiteX82" fmla="*/ 353473 w 1246536"/>
              <a:gd name="connsiteY82" fmla="*/ 180499 h 285083"/>
              <a:gd name="connsiteX83" fmla="*/ 384953 w 1246536"/>
              <a:gd name="connsiteY83" fmla="*/ 150066 h 285083"/>
              <a:gd name="connsiteX84" fmla="*/ 419767 w 1246536"/>
              <a:gd name="connsiteY84" fmla="*/ 142685 h 285083"/>
              <a:gd name="connsiteX85" fmla="*/ 353330 w 1246536"/>
              <a:gd name="connsiteY85" fmla="*/ 212646 h 285083"/>
              <a:gd name="connsiteX86" fmla="*/ 283702 w 1246536"/>
              <a:gd name="connsiteY86" fmla="*/ 156067 h 285083"/>
              <a:gd name="connsiteX87" fmla="*/ 436340 w 1246536"/>
              <a:gd name="connsiteY87" fmla="*/ 55150 h 285083"/>
              <a:gd name="connsiteX88" fmla="*/ 540782 w 1246536"/>
              <a:gd name="connsiteY88" fmla="*/ 32956 h 285083"/>
              <a:gd name="connsiteX89" fmla="*/ 540782 w 1246536"/>
              <a:gd name="connsiteY89" fmla="*/ 63865 h 285083"/>
              <a:gd name="connsiteX90" fmla="*/ 470440 w 1246536"/>
              <a:gd name="connsiteY90" fmla="*/ 78819 h 285083"/>
              <a:gd name="connsiteX91" fmla="*/ 470440 w 1246536"/>
              <a:gd name="connsiteY91" fmla="*/ 101775 h 285083"/>
              <a:gd name="connsiteX92" fmla="*/ 531495 w 1246536"/>
              <a:gd name="connsiteY92" fmla="*/ 88821 h 285083"/>
              <a:gd name="connsiteX93" fmla="*/ 531495 w 1246536"/>
              <a:gd name="connsiteY93" fmla="*/ 118015 h 285083"/>
              <a:gd name="connsiteX94" fmla="*/ 470440 w 1246536"/>
              <a:gd name="connsiteY94" fmla="*/ 131016 h 285083"/>
              <a:gd name="connsiteX95" fmla="*/ 470440 w 1246536"/>
              <a:gd name="connsiteY95" fmla="*/ 154162 h 285083"/>
              <a:gd name="connsiteX96" fmla="*/ 540782 w 1246536"/>
              <a:gd name="connsiteY96" fmla="*/ 139208 h 285083"/>
              <a:gd name="connsiteX97" fmla="*/ 540782 w 1246536"/>
              <a:gd name="connsiteY97" fmla="*/ 170117 h 285083"/>
              <a:gd name="connsiteX98" fmla="*/ 436340 w 1246536"/>
              <a:gd name="connsiteY98" fmla="*/ 192310 h 285083"/>
              <a:gd name="connsiteX99" fmla="*/ 436340 w 1246536"/>
              <a:gd name="connsiteY99" fmla="*/ 55150 h 285083"/>
              <a:gd name="connsiteX100" fmla="*/ 561308 w 1246536"/>
              <a:gd name="connsiteY100" fmla="*/ 28575 h 285083"/>
              <a:gd name="connsiteX101" fmla="*/ 625173 w 1246536"/>
              <a:gd name="connsiteY101" fmla="*/ 15002 h 285083"/>
              <a:gd name="connsiteX102" fmla="*/ 662035 w 1246536"/>
              <a:gd name="connsiteY102" fmla="*/ 133064 h 285083"/>
              <a:gd name="connsiteX103" fmla="*/ 662035 w 1246536"/>
              <a:gd name="connsiteY103" fmla="*/ 7191 h 285083"/>
              <a:gd name="connsiteX104" fmla="*/ 695897 w 1246536"/>
              <a:gd name="connsiteY104" fmla="*/ 0 h 285083"/>
              <a:gd name="connsiteX105" fmla="*/ 695897 w 1246536"/>
              <a:gd name="connsiteY105" fmla="*/ 137160 h 285083"/>
              <a:gd name="connsiteX106" fmla="*/ 632032 w 1246536"/>
              <a:gd name="connsiteY106" fmla="*/ 150733 h 285083"/>
              <a:gd name="connsiteX107" fmla="*/ 595170 w 1246536"/>
              <a:gd name="connsiteY107" fmla="*/ 32671 h 285083"/>
              <a:gd name="connsiteX108" fmla="*/ 595170 w 1246536"/>
              <a:gd name="connsiteY108" fmla="*/ 158544 h 285083"/>
              <a:gd name="connsiteX109" fmla="*/ 561308 w 1246536"/>
              <a:gd name="connsiteY109" fmla="*/ 165735 h 285083"/>
              <a:gd name="connsiteX110" fmla="*/ 561308 w 1246536"/>
              <a:gd name="connsiteY110" fmla="*/ 28575 h 285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246536" h="285083">
                <a:moveTo>
                  <a:pt x="718995" y="0"/>
                </a:moveTo>
                <a:lnTo>
                  <a:pt x="769239" y="10668"/>
                </a:lnTo>
                <a:cubicBezTo>
                  <a:pt x="805149" y="18288"/>
                  <a:pt x="842391" y="35766"/>
                  <a:pt x="842391" y="94726"/>
                </a:cubicBezTo>
                <a:cubicBezTo>
                  <a:pt x="842391" y="153876"/>
                  <a:pt x="805149" y="155496"/>
                  <a:pt x="769239" y="147876"/>
                </a:cubicBezTo>
                <a:lnTo>
                  <a:pt x="718995" y="137208"/>
                </a:lnTo>
                <a:lnTo>
                  <a:pt x="718995" y="48"/>
                </a:lnTo>
                <a:close/>
                <a:moveTo>
                  <a:pt x="769239" y="116681"/>
                </a:moveTo>
                <a:cubicBezTo>
                  <a:pt x="791766" y="121491"/>
                  <a:pt x="808530" y="124254"/>
                  <a:pt x="808530" y="87487"/>
                </a:cubicBezTo>
                <a:cubicBezTo>
                  <a:pt x="808530" y="50721"/>
                  <a:pt x="791623" y="46339"/>
                  <a:pt x="769239" y="41577"/>
                </a:cubicBezTo>
                <a:lnTo>
                  <a:pt x="752856" y="38100"/>
                </a:lnTo>
                <a:lnTo>
                  <a:pt x="752856" y="113205"/>
                </a:lnTo>
                <a:cubicBezTo>
                  <a:pt x="752856" y="113205"/>
                  <a:pt x="769239" y="116681"/>
                  <a:pt x="769239" y="116681"/>
                </a:cubicBezTo>
                <a:close/>
                <a:moveTo>
                  <a:pt x="947024" y="48482"/>
                </a:moveTo>
                <a:lnTo>
                  <a:pt x="947024" y="79391"/>
                </a:lnTo>
                <a:cubicBezTo>
                  <a:pt x="947024" y="79391"/>
                  <a:pt x="917067" y="73009"/>
                  <a:pt x="917067" y="73009"/>
                </a:cubicBezTo>
                <a:lnTo>
                  <a:pt x="917067" y="148114"/>
                </a:lnTo>
                <a:cubicBezTo>
                  <a:pt x="917067" y="148114"/>
                  <a:pt x="947024" y="154496"/>
                  <a:pt x="947024" y="154496"/>
                </a:cubicBezTo>
                <a:lnTo>
                  <a:pt x="947024" y="185642"/>
                </a:lnTo>
                <a:cubicBezTo>
                  <a:pt x="947024" y="185642"/>
                  <a:pt x="853393" y="165735"/>
                  <a:pt x="853393" y="165735"/>
                </a:cubicBezTo>
                <a:lnTo>
                  <a:pt x="853393" y="134588"/>
                </a:lnTo>
                <a:cubicBezTo>
                  <a:pt x="853393" y="134588"/>
                  <a:pt x="883349" y="140970"/>
                  <a:pt x="883349" y="140970"/>
                </a:cubicBezTo>
                <a:lnTo>
                  <a:pt x="883349" y="65865"/>
                </a:lnTo>
                <a:cubicBezTo>
                  <a:pt x="883349" y="65865"/>
                  <a:pt x="853393" y="59484"/>
                  <a:pt x="853393" y="59484"/>
                </a:cubicBezTo>
                <a:lnTo>
                  <a:pt x="853393" y="28575"/>
                </a:lnTo>
                <a:cubicBezTo>
                  <a:pt x="853393" y="28575"/>
                  <a:pt x="947024" y="48482"/>
                  <a:pt x="947024" y="48482"/>
                </a:cubicBezTo>
                <a:close/>
                <a:moveTo>
                  <a:pt x="1026319" y="62579"/>
                </a:moveTo>
                <a:cubicBezTo>
                  <a:pt x="1068944" y="71628"/>
                  <a:pt x="1094994" y="107918"/>
                  <a:pt x="1094994" y="148399"/>
                </a:cubicBezTo>
                <a:cubicBezTo>
                  <a:pt x="1094994" y="189071"/>
                  <a:pt x="1068944" y="214265"/>
                  <a:pt x="1026319" y="205216"/>
                </a:cubicBezTo>
                <a:cubicBezTo>
                  <a:pt x="983504" y="196120"/>
                  <a:pt x="957263" y="159782"/>
                  <a:pt x="957263" y="119158"/>
                </a:cubicBezTo>
                <a:cubicBezTo>
                  <a:pt x="957263" y="78676"/>
                  <a:pt x="983504" y="53530"/>
                  <a:pt x="1026319" y="62627"/>
                </a:cubicBezTo>
                <a:moveTo>
                  <a:pt x="1026319" y="173117"/>
                </a:moveTo>
                <a:cubicBezTo>
                  <a:pt x="1049036" y="177927"/>
                  <a:pt x="1060180" y="165925"/>
                  <a:pt x="1060180" y="141018"/>
                </a:cubicBezTo>
                <a:cubicBezTo>
                  <a:pt x="1060180" y="116110"/>
                  <a:pt x="1048846" y="99489"/>
                  <a:pt x="1026319" y="94726"/>
                </a:cubicBezTo>
                <a:cubicBezTo>
                  <a:pt x="1003602" y="89916"/>
                  <a:pt x="992267" y="101870"/>
                  <a:pt x="992267" y="126587"/>
                </a:cubicBezTo>
                <a:cubicBezTo>
                  <a:pt x="992267" y="151495"/>
                  <a:pt x="1003649" y="168307"/>
                  <a:pt x="1026319" y="173117"/>
                </a:cubicBezTo>
                <a:moveTo>
                  <a:pt x="1111949" y="83534"/>
                </a:moveTo>
                <a:lnTo>
                  <a:pt x="1175814" y="97107"/>
                </a:lnTo>
                <a:lnTo>
                  <a:pt x="1212675" y="230791"/>
                </a:lnTo>
                <a:lnTo>
                  <a:pt x="1212675" y="104918"/>
                </a:lnTo>
                <a:cubicBezTo>
                  <a:pt x="1212675" y="104918"/>
                  <a:pt x="1246537" y="112109"/>
                  <a:pt x="1246537" y="112109"/>
                </a:cubicBezTo>
                <a:lnTo>
                  <a:pt x="1246537" y="249269"/>
                </a:lnTo>
                <a:cubicBezTo>
                  <a:pt x="1246537" y="249269"/>
                  <a:pt x="1182672" y="235696"/>
                  <a:pt x="1182672" y="235696"/>
                </a:cubicBezTo>
                <a:lnTo>
                  <a:pt x="1145810" y="102013"/>
                </a:lnTo>
                <a:lnTo>
                  <a:pt x="1145810" y="227886"/>
                </a:lnTo>
                <a:cubicBezTo>
                  <a:pt x="1145810" y="227886"/>
                  <a:pt x="1111949" y="220694"/>
                  <a:pt x="1111949" y="220694"/>
                </a:cubicBezTo>
                <a:lnTo>
                  <a:pt x="1111949" y="83534"/>
                </a:lnTo>
                <a:close/>
                <a:moveTo>
                  <a:pt x="42101" y="138970"/>
                </a:moveTo>
                <a:lnTo>
                  <a:pt x="104108" y="125778"/>
                </a:lnTo>
                <a:lnTo>
                  <a:pt x="145971" y="254032"/>
                </a:lnTo>
                <a:lnTo>
                  <a:pt x="110061" y="261652"/>
                </a:lnTo>
                <a:lnTo>
                  <a:pt x="97774" y="222837"/>
                </a:lnTo>
                <a:lnTo>
                  <a:pt x="47863" y="233458"/>
                </a:lnTo>
                <a:lnTo>
                  <a:pt x="35576" y="277511"/>
                </a:lnTo>
                <a:lnTo>
                  <a:pt x="0" y="285083"/>
                </a:lnTo>
                <a:lnTo>
                  <a:pt x="42053" y="138970"/>
                </a:lnTo>
                <a:close/>
                <a:moveTo>
                  <a:pt x="88440" y="193881"/>
                </a:moveTo>
                <a:lnTo>
                  <a:pt x="72819" y="144875"/>
                </a:lnTo>
                <a:lnTo>
                  <a:pt x="57198" y="200549"/>
                </a:lnTo>
                <a:lnTo>
                  <a:pt x="88488" y="193881"/>
                </a:lnTo>
                <a:close/>
                <a:moveTo>
                  <a:pt x="214646" y="242173"/>
                </a:moveTo>
                <a:cubicBezTo>
                  <a:pt x="168307" y="252032"/>
                  <a:pt x="148733" y="235553"/>
                  <a:pt x="148733" y="199930"/>
                </a:cubicBezTo>
                <a:lnTo>
                  <a:pt x="183738" y="192500"/>
                </a:lnTo>
                <a:cubicBezTo>
                  <a:pt x="183738" y="211979"/>
                  <a:pt x="190977" y="217599"/>
                  <a:pt x="215408" y="212408"/>
                </a:cubicBezTo>
                <a:cubicBezTo>
                  <a:pt x="231982" y="208883"/>
                  <a:pt x="239030" y="203883"/>
                  <a:pt x="239030" y="195310"/>
                </a:cubicBezTo>
                <a:cubicBezTo>
                  <a:pt x="239030" y="190452"/>
                  <a:pt x="235315" y="187547"/>
                  <a:pt x="227886" y="187166"/>
                </a:cubicBezTo>
                <a:lnTo>
                  <a:pt x="183975" y="184452"/>
                </a:lnTo>
                <a:cubicBezTo>
                  <a:pt x="161258" y="182880"/>
                  <a:pt x="154210" y="170545"/>
                  <a:pt x="154210" y="153210"/>
                </a:cubicBezTo>
                <a:cubicBezTo>
                  <a:pt x="154210" y="126540"/>
                  <a:pt x="173212" y="108299"/>
                  <a:pt x="207645" y="101013"/>
                </a:cubicBezTo>
                <a:cubicBezTo>
                  <a:pt x="248603" y="92297"/>
                  <a:pt x="268891" y="108252"/>
                  <a:pt x="268891" y="138017"/>
                </a:cubicBezTo>
                <a:lnTo>
                  <a:pt x="234077" y="145399"/>
                </a:lnTo>
                <a:cubicBezTo>
                  <a:pt x="234077" y="130635"/>
                  <a:pt x="226076" y="126111"/>
                  <a:pt x="208217" y="129873"/>
                </a:cubicBezTo>
                <a:cubicBezTo>
                  <a:pt x="195739" y="132540"/>
                  <a:pt x="189215" y="137208"/>
                  <a:pt x="189215" y="145018"/>
                </a:cubicBezTo>
                <a:cubicBezTo>
                  <a:pt x="189215" y="148923"/>
                  <a:pt x="191262" y="151781"/>
                  <a:pt x="199454" y="152352"/>
                </a:cubicBezTo>
                <a:lnTo>
                  <a:pt x="242078" y="154400"/>
                </a:lnTo>
                <a:cubicBezTo>
                  <a:pt x="263843" y="155400"/>
                  <a:pt x="273891" y="166306"/>
                  <a:pt x="273891" y="186357"/>
                </a:cubicBezTo>
                <a:cubicBezTo>
                  <a:pt x="273891" y="212408"/>
                  <a:pt x="256747" y="233172"/>
                  <a:pt x="214694" y="242126"/>
                </a:cubicBezTo>
                <a:moveTo>
                  <a:pt x="283702" y="156067"/>
                </a:moveTo>
                <a:cubicBezTo>
                  <a:pt x="283702" y="115586"/>
                  <a:pt x="310325" y="79200"/>
                  <a:pt x="353330" y="70056"/>
                </a:cubicBezTo>
                <a:cubicBezTo>
                  <a:pt x="390906" y="62055"/>
                  <a:pt x="415862" y="77962"/>
                  <a:pt x="419767" y="111585"/>
                </a:cubicBezTo>
                <a:lnTo>
                  <a:pt x="384953" y="118967"/>
                </a:lnTo>
                <a:cubicBezTo>
                  <a:pt x="382143" y="104775"/>
                  <a:pt x="370047" y="98584"/>
                  <a:pt x="353473" y="102108"/>
                </a:cubicBezTo>
                <a:cubicBezTo>
                  <a:pt x="333185" y="106442"/>
                  <a:pt x="318659" y="121587"/>
                  <a:pt x="318659" y="148590"/>
                </a:cubicBezTo>
                <a:cubicBezTo>
                  <a:pt x="318659" y="175832"/>
                  <a:pt x="333185" y="184785"/>
                  <a:pt x="353473" y="180499"/>
                </a:cubicBezTo>
                <a:cubicBezTo>
                  <a:pt x="370047" y="176974"/>
                  <a:pt x="382143" y="165449"/>
                  <a:pt x="384953" y="150066"/>
                </a:cubicBezTo>
                <a:lnTo>
                  <a:pt x="419767" y="142685"/>
                </a:lnTo>
                <a:cubicBezTo>
                  <a:pt x="415862" y="178165"/>
                  <a:pt x="390906" y="204645"/>
                  <a:pt x="353330" y="212646"/>
                </a:cubicBezTo>
                <a:cubicBezTo>
                  <a:pt x="310325" y="221790"/>
                  <a:pt x="283702" y="196691"/>
                  <a:pt x="283702" y="156067"/>
                </a:cubicBezTo>
                <a:moveTo>
                  <a:pt x="436340" y="55150"/>
                </a:moveTo>
                <a:lnTo>
                  <a:pt x="540782" y="32956"/>
                </a:lnTo>
                <a:lnTo>
                  <a:pt x="540782" y="63865"/>
                </a:lnTo>
                <a:cubicBezTo>
                  <a:pt x="540782" y="63865"/>
                  <a:pt x="470440" y="78819"/>
                  <a:pt x="470440" y="78819"/>
                </a:cubicBezTo>
                <a:lnTo>
                  <a:pt x="470440" y="101775"/>
                </a:lnTo>
                <a:cubicBezTo>
                  <a:pt x="470440" y="101775"/>
                  <a:pt x="531495" y="88821"/>
                  <a:pt x="531495" y="88821"/>
                </a:cubicBezTo>
                <a:lnTo>
                  <a:pt x="531495" y="118015"/>
                </a:lnTo>
                <a:cubicBezTo>
                  <a:pt x="531495" y="118015"/>
                  <a:pt x="470440" y="131016"/>
                  <a:pt x="470440" y="131016"/>
                </a:cubicBezTo>
                <a:lnTo>
                  <a:pt x="470440" y="154162"/>
                </a:lnTo>
                <a:cubicBezTo>
                  <a:pt x="470440" y="154162"/>
                  <a:pt x="540782" y="139208"/>
                  <a:pt x="540782" y="139208"/>
                </a:cubicBezTo>
                <a:lnTo>
                  <a:pt x="540782" y="170117"/>
                </a:lnTo>
                <a:cubicBezTo>
                  <a:pt x="540782" y="170117"/>
                  <a:pt x="436340" y="192310"/>
                  <a:pt x="436340" y="192310"/>
                </a:cubicBezTo>
                <a:lnTo>
                  <a:pt x="436340" y="55150"/>
                </a:lnTo>
                <a:close/>
                <a:moveTo>
                  <a:pt x="561308" y="28575"/>
                </a:moveTo>
                <a:lnTo>
                  <a:pt x="625173" y="15002"/>
                </a:lnTo>
                <a:lnTo>
                  <a:pt x="662035" y="133064"/>
                </a:lnTo>
                <a:lnTo>
                  <a:pt x="662035" y="7191"/>
                </a:lnTo>
                <a:cubicBezTo>
                  <a:pt x="662035" y="7191"/>
                  <a:pt x="695897" y="0"/>
                  <a:pt x="695897" y="0"/>
                </a:cubicBezTo>
                <a:lnTo>
                  <a:pt x="695897" y="137160"/>
                </a:lnTo>
                <a:cubicBezTo>
                  <a:pt x="695897" y="137160"/>
                  <a:pt x="632032" y="150733"/>
                  <a:pt x="632032" y="150733"/>
                </a:cubicBezTo>
                <a:lnTo>
                  <a:pt x="595170" y="32671"/>
                </a:lnTo>
                <a:lnTo>
                  <a:pt x="595170" y="158544"/>
                </a:lnTo>
                <a:cubicBezTo>
                  <a:pt x="595170" y="158544"/>
                  <a:pt x="561308" y="165735"/>
                  <a:pt x="561308" y="165735"/>
                </a:cubicBezTo>
                <a:lnTo>
                  <a:pt x="561308" y="28575"/>
                </a:lnTo>
                <a:close/>
              </a:path>
            </a:pathLst>
          </a:custGeom>
          <a:solidFill>
            <a:srgbClr val="FFFFFF"/>
          </a:solidFill>
          <a:ln w="4763" cap="flat">
            <a:noFill/>
            <a:prstDash val="solid"/>
            <a:miter/>
          </a:ln>
        </p:spPr>
        <p:txBody>
          <a:bodyPr rtlCol="0" anchor="ctr"/>
          <a:lstStyle/>
          <a:p>
            <a:endParaRPr lang="en-AU"/>
          </a:p>
        </p:txBody>
      </p:sp>
      <p:grpSp>
        <p:nvGrpSpPr>
          <p:cNvPr id="9" name="Graphic 3">
            <a:extLst>
              <a:ext uri="{FF2B5EF4-FFF2-40B4-BE49-F238E27FC236}">
                <a16:creationId xmlns:a16="http://schemas.microsoft.com/office/drawing/2014/main" id="{C131A2F5-C9CC-0D2D-7381-C29F6CE6AAAA}"/>
              </a:ext>
            </a:extLst>
          </p:cNvPr>
          <p:cNvGrpSpPr/>
          <p:nvPr/>
        </p:nvGrpSpPr>
        <p:grpSpPr>
          <a:xfrm>
            <a:off x="186213" y="648700"/>
            <a:ext cx="739282" cy="73485"/>
            <a:chOff x="186213" y="648700"/>
            <a:chExt cx="739282" cy="73485"/>
          </a:xfrm>
          <a:solidFill>
            <a:srgbClr val="FFFFFF"/>
          </a:solidFill>
        </p:grpSpPr>
        <p:sp>
          <p:nvSpPr>
            <p:cNvPr id="10" name="Freeform: Shape 9">
              <a:extLst>
                <a:ext uri="{FF2B5EF4-FFF2-40B4-BE49-F238E27FC236}">
                  <a16:creationId xmlns:a16="http://schemas.microsoft.com/office/drawing/2014/main" id="{6CE1E40E-8CD1-8C11-0C19-93375CBB7D7A}"/>
                </a:ext>
              </a:extLst>
            </p:cNvPr>
            <p:cNvSpPr/>
            <p:nvPr/>
          </p:nvSpPr>
          <p:spPr>
            <a:xfrm>
              <a:off x="186213" y="668274"/>
              <a:ext cx="46386" cy="53911"/>
            </a:xfrm>
            <a:custGeom>
              <a:avLst/>
              <a:gdLst>
                <a:gd name="connsiteX0" fmla="*/ 16574 w 46386"/>
                <a:gd name="connsiteY0" fmla="*/ 53864 h 53911"/>
                <a:gd name="connsiteX1" fmla="*/ 8334 w 46386"/>
                <a:gd name="connsiteY1" fmla="*/ 52197 h 53911"/>
                <a:gd name="connsiteX2" fmla="*/ 2286 w 46386"/>
                <a:gd name="connsiteY2" fmla="*/ 47101 h 53911"/>
                <a:gd name="connsiteX3" fmla="*/ 0 w 46386"/>
                <a:gd name="connsiteY3" fmla="*/ 38624 h 53911"/>
                <a:gd name="connsiteX4" fmla="*/ 4334 w 46386"/>
                <a:gd name="connsiteY4" fmla="*/ 27861 h 53911"/>
                <a:gd name="connsiteX5" fmla="*/ 16574 w 46386"/>
                <a:gd name="connsiteY5" fmla="*/ 22908 h 53911"/>
                <a:gd name="connsiteX6" fmla="*/ 35052 w 46386"/>
                <a:gd name="connsiteY6" fmla="*/ 21431 h 53911"/>
                <a:gd name="connsiteX7" fmla="*/ 35052 w 46386"/>
                <a:gd name="connsiteY7" fmla="*/ 18240 h 53911"/>
                <a:gd name="connsiteX8" fmla="*/ 32147 w 46386"/>
                <a:gd name="connsiteY8" fmla="*/ 10239 h 53911"/>
                <a:gd name="connsiteX9" fmla="*/ 24813 w 46386"/>
                <a:gd name="connsiteY9" fmla="*/ 8049 h 53911"/>
                <a:gd name="connsiteX10" fmla="*/ 16812 w 46386"/>
                <a:gd name="connsiteY10" fmla="*/ 10382 h 53911"/>
                <a:gd name="connsiteX11" fmla="*/ 13621 w 46386"/>
                <a:gd name="connsiteY11" fmla="*/ 17907 h 53911"/>
                <a:gd name="connsiteX12" fmla="*/ 2667 w 46386"/>
                <a:gd name="connsiteY12" fmla="*/ 17907 h 53911"/>
                <a:gd name="connsiteX13" fmla="*/ 5477 w 46386"/>
                <a:gd name="connsiteY13" fmla="*/ 7477 h 53911"/>
                <a:gd name="connsiteX14" fmla="*/ 13287 w 46386"/>
                <a:gd name="connsiteY14" fmla="*/ 1762 h 53911"/>
                <a:gd name="connsiteX15" fmla="*/ 24860 w 46386"/>
                <a:gd name="connsiteY15" fmla="*/ 0 h 53911"/>
                <a:gd name="connsiteX16" fmla="*/ 33195 w 46386"/>
                <a:gd name="connsiteY16" fmla="*/ 810 h 53911"/>
                <a:gd name="connsiteX17" fmla="*/ 40053 w 46386"/>
                <a:gd name="connsiteY17" fmla="*/ 3619 h 53911"/>
                <a:gd name="connsiteX18" fmla="*/ 44720 w 46386"/>
                <a:gd name="connsiteY18" fmla="*/ 9144 h 53911"/>
                <a:gd name="connsiteX19" fmla="*/ 46387 w 46386"/>
                <a:gd name="connsiteY19" fmla="*/ 18097 h 53911"/>
                <a:gd name="connsiteX20" fmla="*/ 46387 w 46386"/>
                <a:gd name="connsiteY20" fmla="*/ 53007 h 53911"/>
                <a:gd name="connsiteX21" fmla="*/ 35576 w 46386"/>
                <a:gd name="connsiteY21" fmla="*/ 53007 h 53911"/>
                <a:gd name="connsiteX22" fmla="*/ 35147 w 46386"/>
                <a:gd name="connsiteY22" fmla="*/ 45672 h 53911"/>
                <a:gd name="connsiteX23" fmla="*/ 27146 w 46386"/>
                <a:gd name="connsiteY23" fmla="*/ 51721 h 53911"/>
                <a:gd name="connsiteX24" fmla="*/ 16574 w 46386"/>
                <a:gd name="connsiteY24" fmla="*/ 53911 h 53911"/>
                <a:gd name="connsiteX25" fmla="*/ 20050 w 46386"/>
                <a:gd name="connsiteY25" fmla="*/ 45672 h 53911"/>
                <a:gd name="connsiteX26" fmla="*/ 28623 w 46386"/>
                <a:gd name="connsiteY26" fmla="*/ 43386 h 53911"/>
                <a:gd name="connsiteX27" fmla="*/ 34909 w 46386"/>
                <a:gd name="connsiteY27" fmla="*/ 37767 h 53911"/>
                <a:gd name="connsiteX28" fmla="*/ 34909 w 46386"/>
                <a:gd name="connsiteY28" fmla="*/ 28289 h 53911"/>
                <a:gd name="connsiteX29" fmla="*/ 16859 w 46386"/>
                <a:gd name="connsiteY29" fmla="*/ 30623 h 53911"/>
                <a:gd name="connsiteX30" fmla="*/ 11525 w 46386"/>
                <a:gd name="connsiteY30" fmla="*/ 38052 h 53911"/>
                <a:gd name="connsiteX31" fmla="*/ 13811 w 46386"/>
                <a:gd name="connsiteY31" fmla="*/ 43672 h 53911"/>
                <a:gd name="connsiteX32" fmla="*/ 20098 w 46386"/>
                <a:gd name="connsiteY32" fmla="*/ 45672 h 53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386" h="53911">
                  <a:moveTo>
                    <a:pt x="16574" y="53864"/>
                  </a:moveTo>
                  <a:cubicBezTo>
                    <a:pt x="13573" y="53864"/>
                    <a:pt x="10811" y="53292"/>
                    <a:pt x="8334" y="52197"/>
                  </a:cubicBezTo>
                  <a:cubicBezTo>
                    <a:pt x="5810" y="51054"/>
                    <a:pt x="3810" y="49387"/>
                    <a:pt x="2286" y="47101"/>
                  </a:cubicBezTo>
                  <a:cubicBezTo>
                    <a:pt x="762" y="44863"/>
                    <a:pt x="0" y="42005"/>
                    <a:pt x="0" y="38624"/>
                  </a:cubicBezTo>
                  <a:cubicBezTo>
                    <a:pt x="0" y="33861"/>
                    <a:pt x="1429" y="30289"/>
                    <a:pt x="4334" y="27861"/>
                  </a:cubicBezTo>
                  <a:cubicBezTo>
                    <a:pt x="7239" y="25432"/>
                    <a:pt x="11335" y="23765"/>
                    <a:pt x="16574" y="22908"/>
                  </a:cubicBezTo>
                  <a:cubicBezTo>
                    <a:pt x="21812" y="22050"/>
                    <a:pt x="28004" y="21526"/>
                    <a:pt x="35052" y="21431"/>
                  </a:cubicBezTo>
                  <a:lnTo>
                    <a:pt x="35052" y="18240"/>
                  </a:lnTo>
                  <a:cubicBezTo>
                    <a:pt x="35052" y="14335"/>
                    <a:pt x="34100" y="11668"/>
                    <a:pt x="32147" y="10239"/>
                  </a:cubicBezTo>
                  <a:cubicBezTo>
                    <a:pt x="30242" y="8763"/>
                    <a:pt x="27765" y="8049"/>
                    <a:pt x="24813" y="8049"/>
                  </a:cubicBezTo>
                  <a:cubicBezTo>
                    <a:pt x="21622" y="8049"/>
                    <a:pt x="18955" y="8811"/>
                    <a:pt x="16812" y="10382"/>
                  </a:cubicBezTo>
                  <a:cubicBezTo>
                    <a:pt x="14669" y="11954"/>
                    <a:pt x="13621" y="14478"/>
                    <a:pt x="13621" y="17907"/>
                  </a:cubicBezTo>
                  <a:lnTo>
                    <a:pt x="2667" y="17907"/>
                  </a:lnTo>
                  <a:cubicBezTo>
                    <a:pt x="2667" y="13573"/>
                    <a:pt x="3620" y="10096"/>
                    <a:pt x="5477" y="7477"/>
                  </a:cubicBezTo>
                  <a:cubicBezTo>
                    <a:pt x="7334" y="4858"/>
                    <a:pt x="9954" y="2953"/>
                    <a:pt x="13287" y="1762"/>
                  </a:cubicBezTo>
                  <a:cubicBezTo>
                    <a:pt x="16621" y="571"/>
                    <a:pt x="20479" y="0"/>
                    <a:pt x="24860" y="0"/>
                  </a:cubicBezTo>
                  <a:cubicBezTo>
                    <a:pt x="27813" y="0"/>
                    <a:pt x="30623" y="286"/>
                    <a:pt x="33195" y="810"/>
                  </a:cubicBezTo>
                  <a:cubicBezTo>
                    <a:pt x="35814" y="1333"/>
                    <a:pt x="38100" y="2286"/>
                    <a:pt x="40053" y="3619"/>
                  </a:cubicBezTo>
                  <a:cubicBezTo>
                    <a:pt x="42053" y="4953"/>
                    <a:pt x="43577" y="6810"/>
                    <a:pt x="44720" y="9144"/>
                  </a:cubicBezTo>
                  <a:cubicBezTo>
                    <a:pt x="45863" y="11478"/>
                    <a:pt x="46387" y="14478"/>
                    <a:pt x="46387" y="18097"/>
                  </a:cubicBezTo>
                  <a:lnTo>
                    <a:pt x="46387" y="53007"/>
                  </a:lnTo>
                  <a:lnTo>
                    <a:pt x="35576" y="53007"/>
                  </a:lnTo>
                  <a:lnTo>
                    <a:pt x="35147" y="45672"/>
                  </a:lnTo>
                  <a:cubicBezTo>
                    <a:pt x="32861" y="48244"/>
                    <a:pt x="30194" y="50244"/>
                    <a:pt x="27146" y="51721"/>
                  </a:cubicBezTo>
                  <a:cubicBezTo>
                    <a:pt x="24098" y="53197"/>
                    <a:pt x="20574" y="53911"/>
                    <a:pt x="16574" y="53911"/>
                  </a:cubicBezTo>
                  <a:close/>
                  <a:moveTo>
                    <a:pt x="20050" y="45672"/>
                  </a:moveTo>
                  <a:cubicBezTo>
                    <a:pt x="23193" y="45672"/>
                    <a:pt x="26051" y="44910"/>
                    <a:pt x="28623" y="43386"/>
                  </a:cubicBezTo>
                  <a:cubicBezTo>
                    <a:pt x="31194" y="41862"/>
                    <a:pt x="33290" y="40005"/>
                    <a:pt x="34909" y="37767"/>
                  </a:cubicBezTo>
                  <a:lnTo>
                    <a:pt x="34909" y="28289"/>
                  </a:lnTo>
                  <a:cubicBezTo>
                    <a:pt x="26432" y="28289"/>
                    <a:pt x="20384" y="29099"/>
                    <a:pt x="16859" y="30623"/>
                  </a:cubicBezTo>
                  <a:cubicBezTo>
                    <a:pt x="13287" y="32147"/>
                    <a:pt x="11525" y="34623"/>
                    <a:pt x="11525" y="38052"/>
                  </a:cubicBezTo>
                  <a:cubicBezTo>
                    <a:pt x="11525" y="40481"/>
                    <a:pt x="12287" y="42339"/>
                    <a:pt x="13811" y="43672"/>
                  </a:cubicBezTo>
                  <a:cubicBezTo>
                    <a:pt x="15335" y="45006"/>
                    <a:pt x="17431" y="45672"/>
                    <a:pt x="20098" y="45672"/>
                  </a:cubicBezTo>
                  <a:close/>
                </a:path>
              </a:pathLst>
            </a:custGeom>
            <a:solidFill>
              <a:srgbClr val="FFFFFF"/>
            </a:solidFill>
            <a:ln w="4763" cap="flat">
              <a:noFill/>
              <a:prstDash val="solid"/>
              <a:miter/>
            </a:ln>
          </p:spPr>
          <p:txBody>
            <a:bodyPr rtlCol="0" anchor="ctr"/>
            <a:lstStyle/>
            <a:p>
              <a:endParaRPr lang="en-AU"/>
            </a:p>
          </p:txBody>
        </p:sp>
        <p:sp>
          <p:nvSpPr>
            <p:cNvPr id="11" name="Freeform: Shape 10">
              <a:extLst>
                <a:ext uri="{FF2B5EF4-FFF2-40B4-BE49-F238E27FC236}">
                  <a16:creationId xmlns:a16="http://schemas.microsoft.com/office/drawing/2014/main" id="{7CF981CF-1213-E141-4DE4-256DCAEA2971}"/>
                </a:ext>
              </a:extLst>
            </p:cNvPr>
            <p:cNvSpPr/>
            <p:nvPr/>
          </p:nvSpPr>
          <p:spPr>
            <a:xfrm>
              <a:off x="245459" y="668226"/>
              <a:ext cx="44195" cy="53959"/>
            </a:xfrm>
            <a:custGeom>
              <a:avLst/>
              <a:gdLst>
                <a:gd name="connsiteX0" fmla="*/ 22527 w 44195"/>
                <a:gd name="connsiteY0" fmla="*/ 53959 h 53959"/>
                <a:gd name="connsiteX1" fmla="*/ 14097 w 44195"/>
                <a:gd name="connsiteY1" fmla="*/ 53102 h 53959"/>
                <a:gd name="connsiteX2" fmla="*/ 6906 w 44195"/>
                <a:gd name="connsiteY2" fmla="*/ 50197 h 53959"/>
                <a:gd name="connsiteX3" fmla="*/ 1857 w 44195"/>
                <a:gd name="connsiteY3" fmla="*/ 44815 h 53959"/>
                <a:gd name="connsiteX4" fmla="*/ 0 w 44195"/>
                <a:gd name="connsiteY4" fmla="*/ 36528 h 53959"/>
                <a:gd name="connsiteX5" fmla="*/ 10906 w 44195"/>
                <a:gd name="connsiteY5" fmla="*/ 36528 h 53959"/>
                <a:gd name="connsiteX6" fmla="*/ 14335 w 44195"/>
                <a:gd name="connsiteY6" fmla="*/ 43863 h 53959"/>
                <a:gd name="connsiteX7" fmla="*/ 22622 w 44195"/>
                <a:gd name="connsiteY7" fmla="*/ 45958 h 53959"/>
                <a:gd name="connsiteX8" fmla="*/ 30004 w 44195"/>
                <a:gd name="connsiteY8" fmla="*/ 44339 h 53959"/>
                <a:gd name="connsiteX9" fmla="*/ 32766 w 44195"/>
                <a:gd name="connsiteY9" fmla="*/ 38910 h 53959"/>
                <a:gd name="connsiteX10" fmla="*/ 29956 w 44195"/>
                <a:gd name="connsiteY10" fmla="*/ 33861 h 53959"/>
                <a:gd name="connsiteX11" fmla="*/ 20050 w 44195"/>
                <a:gd name="connsiteY11" fmla="*/ 30623 h 53959"/>
                <a:gd name="connsiteX12" fmla="*/ 9954 w 44195"/>
                <a:gd name="connsiteY12" fmla="*/ 27289 h 53959"/>
                <a:gd name="connsiteX13" fmla="*/ 3429 w 44195"/>
                <a:gd name="connsiteY13" fmla="*/ 22336 h 53959"/>
                <a:gd name="connsiteX14" fmla="*/ 1143 w 44195"/>
                <a:gd name="connsiteY14" fmla="*/ 14430 h 53959"/>
                <a:gd name="connsiteX15" fmla="*/ 2810 w 44195"/>
                <a:gd name="connsiteY15" fmla="*/ 7953 h 53959"/>
                <a:gd name="connsiteX16" fmla="*/ 7382 w 44195"/>
                <a:gd name="connsiteY16" fmla="*/ 3477 h 53959"/>
                <a:gd name="connsiteX17" fmla="*/ 14002 w 44195"/>
                <a:gd name="connsiteY17" fmla="*/ 857 h 53959"/>
                <a:gd name="connsiteX18" fmla="*/ 21907 w 44195"/>
                <a:gd name="connsiteY18" fmla="*/ 0 h 53959"/>
                <a:gd name="connsiteX19" fmla="*/ 29670 w 44195"/>
                <a:gd name="connsiteY19" fmla="*/ 905 h 53959"/>
                <a:gd name="connsiteX20" fmla="*/ 36338 w 44195"/>
                <a:gd name="connsiteY20" fmla="*/ 3762 h 53959"/>
                <a:gd name="connsiteX21" fmla="*/ 41005 w 44195"/>
                <a:gd name="connsiteY21" fmla="*/ 8954 h 53959"/>
                <a:gd name="connsiteX22" fmla="*/ 42720 w 44195"/>
                <a:gd name="connsiteY22" fmla="*/ 16812 h 53959"/>
                <a:gd name="connsiteX23" fmla="*/ 31861 w 44195"/>
                <a:gd name="connsiteY23" fmla="*/ 16812 h 53959"/>
                <a:gd name="connsiteX24" fmla="*/ 28908 w 44195"/>
                <a:gd name="connsiteY24" fmla="*/ 10096 h 53959"/>
                <a:gd name="connsiteX25" fmla="*/ 21907 w 44195"/>
                <a:gd name="connsiteY25" fmla="*/ 8144 h 53959"/>
                <a:gd name="connsiteX26" fmla="*/ 15097 w 44195"/>
                <a:gd name="connsiteY26" fmla="*/ 9525 h 53959"/>
                <a:gd name="connsiteX27" fmla="*/ 12573 w 44195"/>
                <a:gd name="connsiteY27" fmla="*/ 14002 h 53959"/>
                <a:gd name="connsiteX28" fmla="*/ 13906 w 44195"/>
                <a:gd name="connsiteY28" fmla="*/ 17002 h 53959"/>
                <a:gd name="connsiteX29" fmla="*/ 18288 w 44195"/>
                <a:gd name="connsiteY29" fmla="*/ 19288 h 53959"/>
                <a:gd name="connsiteX30" fmla="*/ 26384 w 44195"/>
                <a:gd name="connsiteY30" fmla="*/ 21527 h 53959"/>
                <a:gd name="connsiteX31" fmla="*/ 35862 w 44195"/>
                <a:gd name="connsiteY31" fmla="*/ 24717 h 53959"/>
                <a:gd name="connsiteX32" fmla="*/ 42053 w 44195"/>
                <a:gd name="connsiteY32" fmla="*/ 29670 h 53959"/>
                <a:gd name="connsiteX33" fmla="*/ 44196 w 44195"/>
                <a:gd name="connsiteY33" fmla="*/ 37671 h 53959"/>
                <a:gd name="connsiteX34" fmla="*/ 42481 w 44195"/>
                <a:gd name="connsiteY34" fmla="*/ 45148 h 53959"/>
                <a:gd name="connsiteX35" fmla="*/ 37767 w 44195"/>
                <a:gd name="connsiteY35" fmla="*/ 50197 h 53959"/>
                <a:gd name="connsiteX36" fmla="*/ 30861 w 44195"/>
                <a:gd name="connsiteY36" fmla="*/ 53054 h 53959"/>
                <a:gd name="connsiteX37" fmla="*/ 22527 w 44195"/>
                <a:gd name="connsiteY37" fmla="*/ 53959 h 53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44195" h="53959">
                  <a:moveTo>
                    <a:pt x="22527" y="53959"/>
                  </a:moveTo>
                  <a:cubicBezTo>
                    <a:pt x="19621" y="53959"/>
                    <a:pt x="16812" y="53673"/>
                    <a:pt x="14097" y="53102"/>
                  </a:cubicBezTo>
                  <a:cubicBezTo>
                    <a:pt x="11430" y="52530"/>
                    <a:pt x="9001" y="51530"/>
                    <a:pt x="6906" y="50197"/>
                  </a:cubicBezTo>
                  <a:cubicBezTo>
                    <a:pt x="4810" y="48863"/>
                    <a:pt x="3096" y="47054"/>
                    <a:pt x="1857" y="44815"/>
                  </a:cubicBezTo>
                  <a:cubicBezTo>
                    <a:pt x="619" y="42577"/>
                    <a:pt x="0" y="39815"/>
                    <a:pt x="0" y="36528"/>
                  </a:cubicBezTo>
                  <a:lnTo>
                    <a:pt x="10906" y="36528"/>
                  </a:lnTo>
                  <a:cubicBezTo>
                    <a:pt x="10906" y="40005"/>
                    <a:pt x="12049" y="42481"/>
                    <a:pt x="14335" y="43863"/>
                  </a:cubicBezTo>
                  <a:cubicBezTo>
                    <a:pt x="16621" y="45244"/>
                    <a:pt x="19383" y="45958"/>
                    <a:pt x="22622" y="45958"/>
                  </a:cubicBezTo>
                  <a:cubicBezTo>
                    <a:pt x="25670" y="45958"/>
                    <a:pt x="28146" y="45434"/>
                    <a:pt x="30004" y="44339"/>
                  </a:cubicBezTo>
                  <a:cubicBezTo>
                    <a:pt x="31861" y="43244"/>
                    <a:pt x="32766" y="41434"/>
                    <a:pt x="32766" y="38910"/>
                  </a:cubicBezTo>
                  <a:cubicBezTo>
                    <a:pt x="32766" y="36671"/>
                    <a:pt x="31814" y="35004"/>
                    <a:pt x="29956" y="33861"/>
                  </a:cubicBezTo>
                  <a:cubicBezTo>
                    <a:pt x="28051" y="32766"/>
                    <a:pt x="24765" y="31671"/>
                    <a:pt x="20050" y="30623"/>
                  </a:cubicBezTo>
                  <a:cubicBezTo>
                    <a:pt x="16145" y="29670"/>
                    <a:pt x="12811" y="28575"/>
                    <a:pt x="9954" y="27289"/>
                  </a:cubicBezTo>
                  <a:cubicBezTo>
                    <a:pt x="7096" y="26003"/>
                    <a:pt x="4953" y="24384"/>
                    <a:pt x="3429" y="22336"/>
                  </a:cubicBezTo>
                  <a:cubicBezTo>
                    <a:pt x="1905" y="20288"/>
                    <a:pt x="1143" y="17669"/>
                    <a:pt x="1143" y="14430"/>
                  </a:cubicBezTo>
                  <a:cubicBezTo>
                    <a:pt x="1143" y="11954"/>
                    <a:pt x="1715" y="9763"/>
                    <a:pt x="2810" y="7953"/>
                  </a:cubicBezTo>
                  <a:cubicBezTo>
                    <a:pt x="3905" y="6144"/>
                    <a:pt x="5477" y="4620"/>
                    <a:pt x="7382" y="3477"/>
                  </a:cubicBezTo>
                  <a:cubicBezTo>
                    <a:pt x="9287" y="2286"/>
                    <a:pt x="11525" y="1429"/>
                    <a:pt x="14002" y="857"/>
                  </a:cubicBezTo>
                  <a:cubicBezTo>
                    <a:pt x="16478" y="286"/>
                    <a:pt x="19145" y="0"/>
                    <a:pt x="21907" y="0"/>
                  </a:cubicBezTo>
                  <a:cubicBezTo>
                    <a:pt x="24670" y="0"/>
                    <a:pt x="27146" y="286"/>
                    <a:pt x="29670" y="905"/>
                  </a:cubicBezTo>
                  <a:cubicBezTo>
                    <a:pt x="32147" y="1476"/>
                    <a:pt x="34385" y="2429"/>
                    <a:pt x="36338" y="3762"/>
                  </a:cubicBezTo>
                  <a:cubicBezTo>
                    <a:pt x="38291" y="5096"/>
                    <a:pt x="39862" y="6810"/>
                    <a:pt x="41005" y="8954"/>
                  </a:cubicBezTo>
                  <a:cubicBezTo>
                    <a:pt x="42148" y="11097"/>
                    <a:pt x="42720" y="13716"/>
                    <a:pt x="42720" y="16812"/>
                  </a:cubicBezTo>
                  <a:lnTo>
                    <a:pt x="31861" y="16812"/>
                  </a:lnTo>
                  <a:cubicBezTo>
                    <a:pt x="31861" y="13621"/>
                    <a:pt x="30861" y="11382"/>
                    <a:pt x="28908" y="10096"/>
                  </a:cubicBezTo>
                  <a:cubicBezTo>
                    <a:pt x="26956" y="8811"/>
                    <a:pt x="24622" y="8144"/>
                    <a:pt x="21907" y="8144"/>
                  </a:cubicBezTo>
                  <a:cubicBezTo>
                    <a:pt x="19050" y="8144"/>
                    <a:pt x="16764" y="8620"/>
                    <a:pt x="15097" y="9525"/>
                  </a:cubicBezTo>
                  <a:cubicBezTo>
                    <a:pt x="13430" y="10430"/>
                    <a:pt x="12573" y="11954"/>
                    <a:pt x="12573" y="14002"/>
                  </a:cubicBezTo>
                  <a:cubicBezTo>
                    <a:pt x="12573" y="15192"/>
                    <a:pt x="13002" y="16193"/>
                    <a:pt x="13906" y="17002"/>
                  </a:cubicBezTo>
                  <a:cubicBezTo>
                    <a:pt x="14811" y="17812"/>
                    <a:pt x="16240" y="18621"/>
                    <a:pt x="18288" y="19288"/>
                  </a:cubicBezTo>
                  <a:cubicBezTo>
                    <a:pt x="20288" y="20002"/>
                    <a:pt x="23003" y="20717"/>
                    <a:pt x="26384" y="21527"/>
                  </a:cubicBezTo>
                  <a:cubicBezTo>
                    <a:pt x="30004" y="22384"/>
                    <a:pt x="33195" y="23431"/>
                    <a:pt x="35862" y="24717"/>
                  </a:cubicBezTo>
                  <a:cubicBezTo>
                    <a:pt x="38529" y="26003"/>
                    <a:pt x="40577" y="27623"/>
                    <a:pt x="42053" y="29670"/>
                  </a:cubicBezTo>
                  <a:cubicBezTo>
                    <a:pt x="43529" y="31718"/>
                    <a:pt x="44196" y="34385"/>
                    <a:pt x="44196" y="37671"/>
                  </a:cubicBezTo>
                  <a:cubicBezTo>
                    <a:pt x="44196" y="40577"/>
                    <a:pt x="43625" y="43101"/>
                    <a:pt x="42481" y="45148"/>
                  </a:cubicBezTo>
                  <a:cubicBezTo>
                    <a:pt x="41339" y="47196"/>
                    <a:pt x="39767" y="48911"/>
                    <a:pt x="37767" y="50197"/>
                  </a:cubicBezTo>
                  <a:cubicBezTo>
                    <a:pt x="35766" y="51483"/>
                    <a:pt x="33480" y="52435"/>
                    <a:pt x="30861" y="53054"/>
                  </a:cubicBezTo>
                  <a:cubicBezTo>
                    <a:pt x="28242" y="53673"/>
                    <a:pt x="25479" y="53959"/>
                    <a:pt x="22527" y="53959"/>
                  </a:cubicBezTo>
                  <a:close/>
                </a:path>
              </a:pathLst>
            </a:custGeom>
            <a:solidFill>
              <a:srgbClr val="FFFFFF"/>
            </a:solidFill>
            <a:ln w="4763" cap="flat">
              <a:noFill/>
              <a:prstDash val="solid"/>
              <a:miter/>
            </a:ln>
          </p:spPr>
          <p:txBody>
            <a:bodyPr rtlCol="0" anchor="ctr"/>
            <a:lstStyle/>
            <a:p>
              <a:endParaRPr lang="en-AU"/>
            </a:p>
          </p:txBody>
        </p:sp>
        <p:sp>
          <p:nvSpPr>
            <p:cNvPr id="12" name="Freeform: Shape 11">
              <a:extLst>
                <a:ext uri="{FF2B5EF4-FFF2-40B4-BE49-F238E27FC236}">
                  <a16:creationId xmlns:a16="http://schemas.microsoft.com/office/drawing/2014/main" id="{8628DDFB-3137-2E43-2BB6-F90F429DE246}"/>
                </a:ext>
              </a:extLst>
            </p:cNvPr>
            <p:cNvSpPr/>
            <p:nvPr/>
          </p:nvSpPr>
          <p:spPr>
            <a:xfrm>
              <a:off x="299466" y="668274"/>
              <a:ext cx="48291" cy="53863"/>
            </a:xfrm>
            <a:custGeom>
              <a:avLst/>
              <a:gdLst>
                <a:gd name="connsiteX0" fmla="*/ 25146 w 48291"/>
                <a:gd name="connsiteY0" fmla="*/ 53769 h 53863"/>
                <a:gd name="connsiteX1" fmla="*/ 12240 w 48291"/>
                <a:gd name="connsiteY1" fmla="*/ 50911 h 53863"/>
                <a:gd name="connsiteX2" fmla="*/ 3286 w 48291"/>
                <a:gd name="connsiteY2" fmla="*/ 42100 h 53863"/>
                <a:gd name="connsiteX3" fmla="*/ 0 w 48291"/>
                <a:gd name="connsiteY3" fmla="*/ 27099 h 53863"/>
                <a:gd name="connsiteX4" fmla="*/ 3191 w 48291"/>
                <a:gd name="connsiteY4" fmla="*/ 11954 h 53863"/>
                <a:gd name="connsiteX5" fmla="*/ 12002 w 48291"/>
                <a:gd name="connsiteY5" fmla="*/ 2953 h 53863"/>
                <a:gd name="connsiteX6" fmla="*/ 25146 w 48291"/>
                <a:gd name="connsiteY6" fmla="*/ 0 h 53863"/>
                <a:gd name="connsiteX7" fmla="*/ 36528 w 48291"/>
                <a:gd name="connsiteY7" fmla="*/ 2095 h 53863"/>
                <a:gd name="connsiteX8" fmla="*/ 44625 w 48291"/>
                <a:gd name="connsiteY8" fmla="*/ 8334 h 53863"/>
                <a:gd name="connsiteX9" fmla="*/ 47815 w 48291"/>
                <a:gd name="connsiteY9" fmla="*/ 18859 h 53863"/>
                <a:gd name="connsiteX10" fmla="*/ 36528 w 48291"/>
                <a:gd name="connsiteY10" fmla="*/ 18859 h 53863"/>
                <a:gd name="connsiteX11" fmla="*/ 33337 w 48291"/>
                <a:gd name="connsiteY11" fmla="*/ 11716 h 53863"/>
                <a:gd name="connsiteX12" fmla="*/ 25241 w 48291"/>
                <a:gd name="connsiteY12" fmla="*/ 9096 h 53863"/>
                <a:gd name="connsiteX13" fmla="*/ 15097 w 48291"/>
                <a:gd name="connsiteY13" fmla="*/ 13811 h 53863"/>
                <a:gd name="connsiteX14" fmla="*/ 11859 w 48291"/>
                <a:gd name="connsiteY14" fmla="*/ 27099 h 53863"/>
                <a:gd name="connsiteX15" fmla="*/ 13287 w 48291"/>
                <a:gd name="connsiteY15" fmla="*/ 36624 h 53863"/>
                <a:gd name="connsiteX16" fmla="*/ 17716 w 48291"/>
                <a:gd name="connsiteY16" fmla="*/ 42672 h 53863"/>
                <a:gd name="connsiteX17" fmla="*/ 25289 w 48291"/>
                <a:gd name="connsiteY17" fmla="*/ 44767 h 53863"/>
                <a:gd name="connsiteX18" fmla="*/ 33671 w 48291"/>
                <a:gd name="connsiteY18" fmla="*/ 42005 h 53863"/>
                <a:gd name="connsiteX19" fmla="*/ 37005 w 48291"/>
                <a:gd name="connsiteY19" fmla="*/ 34004 h 53863"/>
                <a:gd name="connsiteX20" fmla="*/ 48292 w 48291"/>
                <a:gd name="connsiteY20" fmla="*/ 34004 h 53863"/>
                <a:gd name="connsiteX21" fmla="*/ 45101 w 48291"/>
                <a:gd name="connsiteY21" fmla="*/ 44958 h 53863"/>
                <a:gd name="connsiteX22" fmla="*/ 36909 w 48291"/>
                <a:gd name="connsiteY22" fmla="*/ 51625 h 53863"/>
                <a:gd name="connsiteX23" fmla="*/ 25241 w 48291"/>
                <a:gd name="connsiteY23" fmla="*/ 53864 h 53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8291" h="53863">
                  <a:moveTo>
                    <a:pt x="25146" y="53769"/>
                  </a:moveTo>
                  <a:cubicBezTo>
                    <a:pt x="20336" y="53769"/>
                    <a:pt x="16050" y="52816"/>
                    <a:pt x="12240" y="50911"/>
                  </a:cubicBezTo>
                  <a:cubicBezTo>
                    <a:pt x="8477" y="49006"/>
                    <a:pt x="5477" y="46053"/>
                    <a:pt x="3286" y="42100"/>
                  </a:cubicBezTo>
                  <a:cubicBezTo>
                    <a:pt x="1095" y="38148"/>
                    <a:pt x="0" y="33147"/>
                    <a:pt x="0" y="27099"/>
                  </a:cubicBezTo>
                  <a:cubicBezTo>
                    <a:pt x="0" y="21050"/>
                    <a:pt x="1048" y="15954"/>
                    <a:pt x="3191" y="11954"/>
                  </a:cubicBezTo>
                  <a:cubicBezTo>
                    <a:pt x="5334" y="7953"/>
                    <a:pt x="8239" y="4953"/>
                    <a:pt x="12002" y="2953"/>
                  </a:cubicBezTo>
                  <a:cubicBezTo>
                    <a:pt x="15764" y="952"/>
                    <a:pt x="20145" y="0"/>
                    <a:pt x="25146" y="0"/>
                  </a:cubicBezTo>
                  <a:cubicBezTo>
                    <a:pt x="29337" y="0"/>
                    <a:pt x="33147" y="714"/>
                    <a:pt x="36528" y="2095"/>
                  </a:cubicBezTo>
                  <a:cubicBezTo>
                    <a:pt x="39910" y="3477"/>
                    <a:pt x="42624" y="5572"/>
                    <a:pt x="44625" y="8334"/>
                  </a:cubicBezTo>
                  <a:cubicBezTo>
                    <a:pt x="46625" y="11097"/>
                    <a:pt x="47720" y="14621"/>
                    <a:pt x="47815" y="18859"/>
                  </a:cubicBezTo>
                  <a:lnTo>
                    <a:pt x="36528" y="18859"/>
                  </a:lnTo>
                  <a:cubicBezTo>
                    <a:pt x="36338" y="15811"/>
                    <a:pt x="35290" y="13430"/>
                    <a:pt x="33337" y="11716"/>
                  </a:cubicBezTo>
                  <a:cubicBezTo>
                    <a:pt x="31385" y="9954"/>
                    <a:pt x="28670" y="9096"/>
                    <a:pt x="25241" y="9096"/>
                  </a:cubicBezTo>
                  <a:cubicBezTo>
                    <a:pt x="20622" y="9096"/>
                    <a:pt x="17240" y="10668"/>
                    <a:pt x="15097" y="13811"/>
                  </a:cubicBezTo>
                  <a:cubicBezTo>
                    <a:pt x="12906" y="16954"/>
                    <a:pt x="11859" y="21384"/>
                    <a:pt x="11859" y="27099"/>
                  </a:cubicBezTo>
                  <a:cubicBezTo>
                    <a:pt x="11859" y="30813"/>
                    <a:pt x="12335" y="33957"/>
                    <a:pt x="13287" y="36624"/>
                  </a:cubicBezTo>
                  <a:cubicBezTo>
                    <a:pt x="14240" y="39243"/>
                    <a:pt x="15716" y="41291"/>
                    <a:pt x="17716" y="42672"/>
                  </a:cubicBezTo>
                  <a:cubicBezTo>
                    <a:pt x="19717" y="44053"/>
                    <a:pt x="22193" y="44767"/>
                    <a:pt x="25289" y="44767"/>
                  </a:cubicBezTo>
                  <a:cubicBezTo>
                    <a:pt x="28765" y="44767"/>
                    <a:pt x="31575" y="43863"/>
                    <a:pt x="33671" y="42005"/>
                  </a:cubicBezTo>
                  <a:cubicBezTo>
                    <a:pt x="35766" y="40148"/>
                    <a:pt x="36862" y="37481"/>
                    <a:pt x="37005" y="34004"/>
                  </a:cubicBezTo>
                  <a:lnTo>
                    <a:pt x="48292" y="34004"/>
                  </a:lnTo>
                  <a:cubicBezTo>
                    <a:pt x="48196" y="38338"/>
                    <a:pt x="47101" y="42005"/>
                    <a:pt x="45101" y="44958"/>
                  </a:cubicBezTo>
                  <a:cubicBezTo>
                    <a:pt x="43053" y="47911"/>
                    <a:pt x="40338" y="50149"/>
                    <a:pt x="36909" y="51625"/>
                  </a:cubicBezTo>
                  <a:cubicBezTo>
                    <a:pt x="33480" y="53102"/>
                    <a:pt x="29575" y="53864"/>
                    <a:pt x="25241" y="53864"/>
                  </a:cubicBezTo>
                  <a:close/>
                </a:path>
              </a:pathLst>
            </a:custGeom>
            <a:solidFill>
              <a:srgbClr val="FFFFFF"/>
            </a:solidFill>
            <a:ln w="4763" cap="flat">
              <a:noFill/>
              <a:prstDash val="solid"/>
              <a:miter/>
            </a:ln>
          </p:spPr>
          <p:txBody>
            <a:bodyPr rtlCol="0" anchor="ctr"/>
            <a:lstStyle/>
            <a:p>
              <a:endParaRPr lang="en-AU"/>
            </a:p>
          </p:txBody>
        </p:sp>
        <p:sp>
          <p:nvSpPr>
            <p:cNvPr id="13" name="Freeform: Shape 12">
              <a:extLst>
                <a:ext uri="{FF2B5EF4-FFF2-40B4-BE49-F238E27FC236}">
                  <a16:creationId xmlns:a16="http://schemas.microsoft.com/office/drawing/2014/main" id="{6568211E-F406-E89A-6C72-3F81BE0CAEAE}"/>
                </a:ext>
              </a:extLst>
            </p:cNvPr>
            <p:cNvSpPr/>
            <p:nvPr/>
          </p:nvSpPr>
          <p:spPr>
            <a:xfrm>
              <a:off x="358330" y="668274"/>
              <a:ext cx="48672" cy="53911"/>
            </a:xfrm>
            <a:custGeom>
              <a:avLst/>
              <a:gdLst>
                <a:gd name="connsiteX0" fmla="*/ 25575 w 48672"/>
                <a:gd name="connsiteY0" fmla="*/ 53911 h 53911"/>
                <a:gd name="connsiteX1" fmla="*/ 11335 w 48672"/>
                <a:gd name="connsiteY1" fmla="*/ 50530 h 53911"/>
                <a:gd name="connsiteX2" fmla="*/ 2810 w 48672"/>
                <a:gd name="connsiteY2" fmla="*/ 41005 h 53911"/>
                <a:gd name="connsiteX3" fmla="*/ 0 w 48672"/>
                <a:gd name="connsiteY3" fmla="*/ 26813 h 53911"/>
                <a:gd name="connsiteX4" fmla="*/ 2762 w 48672"/>
                <a:gd name="connsiteY4" fmla="*/ 12668 h 53911"/>
                <a:gd name="connsiteX5" fmla="*/ 11001 w 48672"/>
                <a:gd name="connsiteY5" fmla="*/ 3334 h 53911"/>
                <a:gd name="connsiteX6" fmla="*/ 24717 w 48672"/>
                <a:gd name="connsiteY6" fmla="*/ 0 h 53911"/>
                <a:gd name="connsiteX7" fmla="*/ 42243 w 48672"/>
                <a:gd name="connsiteY7" fmla="*/ 6620 h 53911"/>
                <a:gd name="connsiteX8" fmla="*/ 48673 w 48672"/>
                <a:gd name="connsiteY8" fmla="*/ 25527 h 53911"/>
                <a:gd name="connsiteX9" fmla="*/ 48578 w 48672"/>
                <a:gd name="connsiteY9" fmla="*/ 27384 h 53911"/>
                <a:gd name="connsiteX10" fmla="*/ 48387 w 48672"/>
                <a:gd name="connsiteY10" fmla="*/ 28956 h 53911"/>
                <a:gd name="connsiteX11" fmla="*/ 11573 w 48672"/>
                <a:gd name="connsiteY11" fmla="*/ 28956 h 53911"/>
                <a:gd name="connsiteX12" fmla="*/ 13049 w 48672"/>
                <a:gd name="connsiteY12" fmla="*/ 37100 h 53911"/>
                <a:gd name="connsiteX13" fmla="*/ 17574 w 48672"/>
                <a:gd name="connsiteY13" fmla="*/ 43053 h 53911"/>
                <a:gd name="connsiteX14" fmla="*/ 25670 w 48672"/>
                <a:gd name="connsiteY14" fmla="*/ 45291 h 53911"/>
                <a:gd name="connsiteX15" fmla="*/ 34052 w 48672"/>
                <a:gd name="connsiteY15" fmla="*/ 42910 h 53911"/>
                <a:gd name="connsiteX16" fmla="*/ 37243 w 48672"/>
                <a:gd name="connsiteY16" fmla="*/ 35862 h 53911"/>
                <a:gd name="connsiteX17" fmla="*/ 48625 w 48672"/>
                <a:gd name="connsiteY17" fmla="*/ 35862 h 53911"/>
                <a:gd name="connsiteX18" fmla="*/ 45482 w 48672"/>
                <a:gd name="connsiteY18" fmla="*/ 45672 h 53911"/>
                <a:gd name="connsiteX19" fmla="*/ 37576 w 48672"/>
                <a:gd name="connsiteY19" fmla="*/ 51816 h 53911"/>
                <a:gd name="connsiteX20" fmla="*/ 25622 w 48672"/>
                <a:gd name="connsiteY20" fmla="*/ 53911 h 53911"/>
                <a:gd name="connsiteX21" fmla="*/ 11621 w 48672"/>
                <a:gd name="connsiteY21" fmla="*/ 21241 h 53911"/>
                <a:gd name="connsiteX22" fmla="*/ 37100 w 48672"/>
                <a:gd name="connsiteY22" fmla="*/ 21241 h 53911"/>
                <a:gd name="connsiteX23" fmla="*/ 33576 w 48672"/>
                <a:gd name="connsiteY23" fmla="*/ 11668 h 53911"/>
                <a:gd name="connsiteX24" fmla="*/ 24622 w 48672"/>
                <a:gd name="connsiteY24" fmla="*/ 8382 h 53911"/>
                <a:gd name="connsiteX25" fmla="*/ 15478 w 48672"/>
                <a:gd name="connsiteY25" fmla="*/ 11716 h 53911"/>
                <a:gd name="connsiteX26" fmla="*/ 11621 w 48672"/>
                <a:gd name="connsiteY26" fmla="*/ 21288 h 53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8672" h="53911">
                  <a:moveTo>
                    <a:pt x="25575" y="53911"/>
                  </a:moveTo>
                  <a:cubicBezTo>
                    <a:pt x="19860" y="53911"/>
                    <a:pt x="15145" y="52768"/>
                    <a:pt x="11335" y="50530"/>
                  </a:cubicBezTo>
                  <a:cubicBezTo>
                    <a:pt x="7525" y="48244"/>
                    <a:pt x="4715" y="45101"/>
                    <a:pt x="2810" y="41005"/>
                  </a:cubicBezTo>
                  <a:cubicBezTo>
                    <a:pt x="905" y="36909"/>
                    <a:pt x="0" y="32194"/>
                    <a:pt x="0" y="26813"/>
                  </a:cubicBezTo>
                  <a:cubicBezTo>
                    <a:pt x="0" y="21431"/>
                    <a:pt x="905" y="16669"/>
                    <a:pt x="2762" y="12668"/>
                  </a:cubicBezTo>
                  <a:cubicBezTo>
                    <a:pt x="4620" y="8668"/>
                    <a:pt x="7334" y="5524"/>
                    <a:pt x="11001" y="3334"/>
                  </a:cubicBezTo>
                  <a:cubicBezTo>
                    <a:pt x="14669" y="1095"/>
                    <a:pt x="19241" y="0"/>
                    <a:pt x="24717" y="0"/>
                  </a:cubicBezTo>
                  <a:cubicBezTo>
                    <a:pt x="32147" y="0"/>
                    <a:pt x="37957" y="2191"/>
                    <a:pt x="42243" y="6620"/>
                  </a:cubicBezTo>
                  <a:cubicBezTo>
                    <a:pt x="46530" y="11049"/>
                    <a:pt x="48673" y="17335"/>
                    <a:pt x="48673" y="25527"/>
                  </a:cubicBezTo>
                  <a:cubicBezTo>
                    <a:pt x="48673" y="26003"/>
                    <a:pt x="48673" y="26622"/>
                    <a:pt x="48578" y="27384"/>
                  </a:cubicBezTo>
                  <a:cubicBezTo>
                    <a:pt x="48530" y="28099"/>
                    <a:pt x="48482" y="28623"/>
                    <a:pt x="48387" y="28956"/>
                  </a:cubicBezTo>
                  <a:lnTo>
                    <a:pt x="11573" y="28956"/>
                  </a:lnTo>
                  <a:cubicBezTo>
                    <a:pt x="11573" y="31909"/>
                    <a:pt x="12097" y="34623"/>
                    <a:pt x="13049" y="37100"/>
                  </a:cubicBezTo>
                  <a:cubicBezTo>
                    <a:pt x="14002" y="39576"/>
                    <a:pt x="15478" y="41577"/>
                    <a:pt x="17574" y="43053"/>
                  </a:cubicBezTo>
                  <a:cubicBezTo>
                    <a:pt x="19622" y="44529"/>
                    <a:pt x="22336" y="45291"/>
                    <a:pt x="25670" y="45291"/>
                  </a:cubicBezTo>
                  <a:cubicBezTo>
                    <a:pt x="29242" y="45291"/>
                    <a:pt x="32052" y="44482"/>
                    <a:pt x="34052" y="42910"/>
                  </a:cubicBezTo>
                  <a:cubicBezTo>
                    <a:pt x="36100" y="41338"/>
                    <a:pt x="37148" y="39005"/>
                    <a:pt x="37243" y="35862"/>
                  </a:cubicBezTo>
                  <a:lnTo>
                    <a:pt x="48625" y="35862"/>
                  </a:lnTo>
                  <a:cubicBezTo>
                    <a:pt x="48435" y="39719"/>
                    <a:pt x="47387" y="43005"/>
                    <a:pt x="45482" y="45672"/>
                  </a:cubicBezTo>
                  <a:cubicBezTo>
                    <a:pt x="43577" y="48387"/>
                    <a:pt x="40957" y="50387"/>
                    <a:pt x="37576" y="51816"/>
                  </a:cubicBezTo>
                  <a:cubicBezTo>
                    <a:pt x="34195" y="53245"/>
                    <a:pt x="30242" y="53911"/>
                    <a:pt x="25622" y="53911"/>
                  </a:cubicBezTo>
                  <a:close/>
                  <a:moveTo>
                    <a:pt x="11621" y="21241"/>
                  </a:moveTo>
                  <a:lnTo>
                    <a:pt x="37100" y="21241"/>
                  </a:lnTo>
                  <a:cubicBezTo>
                    <a:pt x="37005" y="17050"/>
                    <a:pt x="35814" y="13859"/>
                    <a:pt x="33576" y="11668"/>
                  </a:cubicBezTo>
                  <a:cubicBezTo>
                    <a:pt x="31337" y="9477"/>
                    <a:pt x="28384" y="8382"/>
                    <a:pt x="24622" y="8382"/>
                  </a:cubicBezTo>
                  <a:cubicBezTo>
                    <a:pt x="20860" y="8382"/>
                    <a:pt x="17717" y="9477"/>
                    <a:pt x="15478" y="11716"/>
                  </a:cubicBezTo>
                  <a:cubicBezTo>
                    <a:pt x="13192" y="13906"/>
                    <a:pt x="11906" y="17097"/>
                    <a:pt x="11621" y="21288"/>
                  </a:cubicBezTo>
                  <a:close/>
                </a:path>
              </a:pathLst>
            </a:custGeom>
            <a:solidFill>
              <a:srgbClr val="FFFFFF"/>
            </a:solidFill>
            <a:ln w="4763" cap="flat">
              <a:noFill/>
              <a:prstDash val="solid"/>
              <a:miter/>
            </a:ln>
          </p:spPr>
          <p:txBody>
            <a:bodyPr rtlCol="0" anchor="ctr"/>
            <a:lstStyle/>
            <a:p>
              <a:endParaRPr lang="en-AU"/>
            </a:p>
          </p:txBody>
        </p:sp>
        <p:sp>
          <p:nvSpPr>
            <p:cNvPr id="14" name="Freeform: Shape 13">
              <a:extLst>
                <a:ext uri="{FF2B5EF4-FFF2-40B4-BE49-F238E27FC236}">
                  <a16:creationId xmlns:a16="http://schemas.microsoft.com/office/drawing/2014/main" id="{D8F38885-24DD-CF7F-C52D-F71266C0C1E0}"/>
                </a:ext>
              </a:extLst>
            </p:cNvPr>
            <p:cNvSpPr/>
            <p:nvPr/>
          </p:nvSpPr>
          <p:spPr>
            <a:xfrm>
              <a:off x="420385" y="668369"/>
              <a:ext cx="46196" cy="52863"/>
            </a:xfrm>
            <a:custGeom>
              <a:avLst/>
              <a:gdLst>
                <a:gd name="connsiteX0" fmla="*/ 0 w 46196"/>
                <a:gd name="connsiteY0" fmla="*/ 52864 h 52863"/>
                <a:gd name="connsiteX1" fmla="*/ 0 w 46196"/>
                <a:gd name="connsiteY1" fmla="*/ 762 h 52863"/>
                <a:gd name="connsiteX2" fmla="*/ 11097 w 46196"/>
                <a:gd name="connsiteY2" fmla="*/ 762 h 52863"/>
                <a:gd name="connsiteX3" fmla="*/ 11382 w 46196"/>
                <a:gd name="connsiteY3" fmla="*/ 8668 h 52863"/>
                <a:gd name="connsiteX4" fmla="*/ 18336 w 46196"/>
                <a:gd name="connsiteY4" fmla="*/ 2715 h 52863"/>
                <a:gd name="connsiteX5" fmla="*/ 29623 w 46196"/>
                <a:gd name="connsiteY5" fmla="*/ 0 h 52863"/>
                <a:gd name="connsiteX6" fmla="*/ 42053 w 46196"/>
                <a:gd name="connsiteY6" fmla="*/ 4953 h 52863"/>
                <a:gd name="connsiteX7" fmla="*/ 46196 w 46196"/>
                <a:gd name="connsiteY7" fmla="*/ 19098 h 52863"/>
                <a:gd name="connsiteX8" fmla="*/ 46196 w 46196"/>
                <a:gd name="connsiteY8" fmla="*/ 52864 h 52863"/>
                <a:gd name="connsiteX9" fmla="*/ 34671 w 46196"/>
                <a:gd name="connsiteY9" fmla="*/ 52864 h 52863"/>
                <a:gd name="connsiteX10" fmla="*/ 34671 w 46196"/>
                <a:gd name="connsiteY10" fmla="*/ 20622 h 52863"/>
                <a:gd name="connsiteX11" fmla="*/ 33861 w 46196"/>
                <a:gd name="connsiteY11" fmla="*/ 14764 h 52863"/>
                <a:gd name="connsiteX12" fmla="*/ 31147 w 46196"/>
                <a:gd name="connsiteY12" fmla="*/ 10811 h 52863"/>
                <a:gd name="connsiteX13" fmla="*/ 25956 w 46196"/>
                <a:gd name="connsiteY13" fmla="*/ 9382 h 52863"/>
                <a:gd name="connsiteX14" fmla="*/ 17431 w 46196"/>
                <a:gd name="connsiteY14" fmla="*/ 11716 h 52863"/>
                <a:gd name="connsiteX15" fmla="*/ 11621 w 46196"/>
                <a:gd name="connsiteY15" fmla="*/ 17002 h 52863"/>
                <a:gd name="connsiteX16" fmla="*/ 11621 w 46196"/>
                <a:gd name="connsiteY16" fmla="*/ 52864 h 52863"/>
                <a:gd name="connsiteX17" fmla="*/ 48 w 46196"/>
                <a:gd name="connsiteY17" fmla="*/ 52864 h 52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6196" h="52863">
                  <a:moveTo>
                    <a:pt x="0" y="52864"/>
                  </a:moveTo>
                  <a:lnTo>
                    <a:pt x="0" y="762"/>
                  </a:lnTo>
                  <a:lnTo>
                    <a:pt x="11097" y="762"/>
                  </a:lnTo>
                  <a:lnTo>
                    <a:pt x="11382" y="8668"/>
                  </a:lnTo>
                  <a:cubicBezTo>
                    <a:pt x="13097" y="6477"/>
                    <a:pt x="15431" y="4524"/>
                    <a:pt x="18336" y="2715"/>
                  </a:cubicBezTo>
                  <a:cubicBezTo>
                    <a:pt x="21241" y="905"/>
                    <a:pt x="25003" y="0"/>
                    <a:pt x="29623" y="0"/>
                  </a:cubicBezTo>
                  <a:cubicBezTo>
                    <a:pt x="35147" y="0"/>
                    <a:pt x="39291" y="1667"/>
                    <a:pt x="42053" y="4953"/>
                  </a:cubicBezTo>
                  <a:cubicBezTo>
                    <a:pt x="44815" y="8239"/>
                    <a:pt x="46196" y="12954"/>
                    <a:pt x="46196" y="19098"/>
                  </a:cubicBezTo>
                  <a:lnTo>
                    <a:pt x="46196" y="52864"/>
                  </a:lnTo>
                  <a:lnTo>
                    <a:pt x="34671" y="52864"/>
                  </a:lnTo>
                  <a:lnTo>
                    <a:pt x="34671" y="20622"/>
                  </a:lnTo>
                  <a:cubicBezTo>
                    <a:pt x="34671" y="18431"/>
                    <a:pt x="34385" y="16478"/>
                    <a:pt x="33861" y="14764"/>
                  </a:cubicBezTo>
                  <a:cubicBezTo>
                    <a:pt x="33338" y="13049"/>
                    <a:pt x="32433" y="11763"/>
                    <a:pt x="31147" y="10811"/>
                  </a:cubicBezTo>
                  <a:cubicBezTo>
                    <a:pt x="29861" y="9858"/>
                    <a:pt x="28146" y="9382"/>
                    <a:pt x="25956" y="9382"/>
                  </a:cubicBezTo>
                  <a:cubicBezTo>
                    <a:pt x="22622" y="9382"/>
                    <a:pt x="19764" y="10144"/>
                    <a:pt x="17431" y="11716"/>
                  </a:cubicBezTo>
                  <a:cubicBezTo>
                    <a:pt x="15097" y="13287"/>
                    <a:pt x="13145" y="15002"/>
                    <a:pt x="11621" y="17002"/>
                  </a:cubicBezTo>
                  <a:lnTo>
                    <a:pt x="11621" y="52864"/>
                  </a:lnTo>
                  <a:lnTo>
                    <a:pt x="48" y="52864"/>
                  </a:lnTo>
                  <a:close/>
                </a:path>
              </a:pathLst>
            </a:custGeom>
            <a:solidFill>
              <a:srgbClr val="FFFFFF"/>
            </a:solidFill>
            <a:ln w="4763" cap="flat">
              <a:noFill/>
              <a:prstDash val="solid"/>
              <a:miter/>
            </a:ln>
          </p:spPr>
          <p:txBody>
            <a:bodyPr rtlCol="0" anchor="ctr"/>
            <a:lstStyle/>
            <a:p>
              <a:endParaRPr lang="en-AU"/>
            </a:p>
          </p:txBody>
        </p:sp>
        <p:sp>
          <p:nvSpPr>
            <p:cNvPr id="15" name="Freeform: Shape 14">
              <a:extLst>
                <a:ext uri="{FF2B5EF4-FFF2-40B4-BE49-F238E27FC236}">
                  <a16:creationId xmlns:a16="http://schemas.microsoft.com/office/drawing/2014/main" id="{95A316F7-D278-4BB7-100F-EC654A265B4D}"/>
                </a:ext>
              </a:extLst>
            </p:cNvPr>
            <p:cNvSpPr/>
            <p:nvPr/>
          </p:nvSpPr>
          <p:spPr>
            <a:xfrm>
              <a:off x="479440" y="649271"/>
              <a:ext cx="49434" cy="72866"/>
            </a:xfrm>
            <a:custGeom>
              <a:avLst/>
              <a:gdLst>
                <a:gd name="connsiteX0" fmla="*/ 20669 w 49434"/>
                <a:gd name="connsiteY0" fmla="*/ 72866 h 72866"/>
                <a:gd name="connsiteX1" fmla="*/ 9906 w 49434"/>
                <a:gd name="connsiteY1" fmla="*/ 69866 h 72866"/>
                <a:gd name="connsiteX2" fmla="*/ 2619 w 49434"/>
                <a:gd name="connsiteY2" fmla="*/ 60817 h 72866"/>
                <a:gd name="connsiteX3" fmla="*/ 0 w 49434"/>
                <a:gd name="connsiteY3" fmla="*/ 45672 h 72866"/>
                <a:gd name="connsiteX4" fmla="*/ 2810 w 49434"/>
                <a:gd name="connsiteY4" fmla="*/ 30766 h 72866"/>
                <a:gd name="connsiteX5" fmla="*/ 10573 w 49434"/>
                <a:gd name="connsiteY5" fmla="*/ 21907 h 72866"/>
                <a:gd name="connsiteX6" fmla="*/ 22003 w 49434"/>
                <a:gd name="connsiteY6" fmla="*/ 18955 h 72866"/>
                <a:gd name="connsiteX7" fmla="*/ 31480 w 49434"/>
                <a:gd name="connsiteY7" fmla="*/ 21288 h 72866"/>
                <a:gd name="connsiteX8" fmla="*/ 37909 w 49434"/>
                <a:gd name="connsiteY8" fmla="*/ 27527 h 72866"/>
                <a:gd name="connsiteX9" fmla="*/ 37909 w 49434"/>
                <a:gd name="connsiteY9" fmla="*/ 0 h 72866"/>
                <a:gd name="connsiteX10" fmla="*/ 49435 w 49434"/>
                <a:gd name="connsiteY10" fmla="*/ 0 h 72866"/>
                <a:gd name="connsiteX11" fmla="*/ 49435 w 49434"/>
                <a:gd name="connsiteY11" fmla="*/ 71961 h 72866"/>
                <a:gd name="connsiteX12" fmla="*/ 38481 w 49434"/>
                <a:gd name="connsiteY12" fmla="*/ 71961 h 72866"/>
                <a:gd name="connsiteX13" fmla="*/ 37909 w 49434"/>
                <a:gd name="connsiteY13" fmla="*/ 64484 h 72866"/>
                <a:gd name="connsiteX14" fmla="*/ 30909 w 49434"/>
                <a:gd name="connsiteY14" fmla="*/ 70580 h 72866"/>
                <a:gd name="connsiteX15" fmla="*/ 20765 w 49434"/>
                <a:gd name="connsiteY15" fmla="*/ 72866 h 72866"/>
                <a:gd name="connsiteX16" fmla="*/ 23670 w 49434"/>
                <a:gd name="connsiteY16" fmla="*/ 63865 h 72866"/>
                <a:gd name="connsiteX17" fmla="*/ 32337 w 49434"/>
                <a:gd name="connsiteY17" fmla="*/ 61293 h 72866"/>
                <a:gd name="connsiteX18" fmla="*/ 37862 w 49434"/>
                <a:gd name="connsiteY18" fmla="*/ 55102 h 72866"/>
                <a:gd name="connsiteX19" fmla="*/ 37862 w 49434"/>
                <a:gd name="connsiteY19" fmla="*/ 37433 h 72866"/>
                <a:gd name="connsiteX20" fmla="*/ 32718 w 49434"/>
                <a:gd name="connsiteY20" fmla="*/ 30766 h 72866"/>
                <a:gd name="connsiteX21" fmla="*/ 24575 w 49434"/>
                <a:gd name="connsiteY21" fmla="*/ 28004 h 72866"/>
                <a:gd name="connsiteX22" fmla="*/ 15097 w 49434"/>
                <a:gd name="connsiteY22" fmla="*/ 32575 h 72866"/>
                <a:gd name="connsiteX23" fmla="*/ 11859 w 49434"/>
                <a:gd name="connsiteY23" fmla="*/ 45625 h 72866"/>
                <a:gd name="connsiteX24" fmla="*/ 14954 w 49434"/>
                <a:gd name="connsiteY24" fmla="*/ 59293 h 72866"/>
                <a:gd name="connsiteX25" fmla="*/ 23765 w 49434"/>
                <a:gd name="connsiteY25" fmla="*/ 63865 h 72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9434" h="72866">
                  <a:moveTo>
                    <a:pt x="20669" y="72866"/>
                  </a:moveTo>
                  <a:cubicBezTo>
                    <a:pt x="16621" y="72866"/>
                    <a:pt x="13002" y="71866"/>
                    <a:pt x="9906" y="69866"/>
                  </a:cubicBezTo>
                  <a:cubicBezTo>
                    <a:pt x="6763" y="67866"/>
                    <a:pt x="4334" y="64865"/>
                    <a:pt x="2619" y="60817"/>
                  </a:cubicBezTo>
                  <a:cubicBezTo>
                    <a:pt x="857" y="56769"/>
                    <a:pt x="0" y="51721"/>
                    <a:pt x="0" y="45672"/>
                  </a:cubicBezTo>
                  <a:cubicBezTo>
                    <a:pt x="0" y="39624"/>
                    <a:pt x="953" y="34719"/>
                    <a:pt x="2810" y="30766"/>
                  </a:cubicBezTo>
                  <a:cubicBezTo>
                    <a:pt x="4667" y="26813"/>
                    <a:pt x="7287" y="23860"/>
                    <a:pt x="10573" y="21907"/>
                  </a:cubicBezTo>
                  <a:cubicBezTo>
                    <a:pt x="13859" y="19907"/>
                    <a:pt x="17669" y="18955"/>
                    <a:pt x="22003" y="18955"/>
                  </a:cubicBezTo>
                  <a:cubicBezTo>
                    <a:pt x="25622" y="18955"/>
                    <a:pt x="28766" y="19764"/>
                    <a:pt x="31480" y="21288"/>
                  </a:cubicBezTo>
                  <a:cubicBezTo>
                    <a:pt x="34147" y="22860"/>
                    <a:pt x="36290" y="24956"/>
                    <a:pt x="37909" y="27527"/>
                  </a:cubicBezTo>
                  <a:lnTo>
                    <a:pt x="37909" y="0"/>
                  </a:lnTo>
                  <a:lnTo>
                    <a:pt x="49435" y="0"/>
                  </a:lnTo>
                  <a:lnTo>
                    <a:pt x="49435" y="71961"/>
                  </a:lnTo>
                  <a:lnTo>
                    <a:pt x="38481" y="71961"/>
                  </a:lnTo>
                  <a:lnTo>
                    <a:pt x="37909" y="64484"/>
                  </a:lnTo>
                  <a:cubicBezTo>
                    <a:pt x="36052" y="67008"/>
                    <a:pt x="33719" y="69056"/>
                    <a:pt x="30909" y="70580"/>
                  </a:cubicBezTo>
                  <a:cubicBezTo>
                    <a:pt x="28099" y="72104"/>
                    <a:pt x="24717" y="72866"/>
                    <a:pt x="20765" y="72866"/>
                  </a:cubicBezTo>
                  <a:close/>
                  <a:moveTo>
                    <a:pt x="23670" y="63865"/>
                  </a:moveTo>
                  <a:cubicBezTo>
                    <a:pt x="27099" y="63865"/>
                    <a:pt x="29956" y="63008"/>
                    <a:pt x="32337" y="61293"/>
                  </a:cubicBezTo>
                  <a:cubicBezTo>
                    <a:pt x="34671" y="59579"/>
                    <a:pt x="36528" y="57531"/>
                    <a:pt x="37862" y="55102"/>
                  </a:cubicBezTo>
                  <a:lnTo>
                    <a:pt x="37862" y="37433"/>
                  </a:lnTo>
                  <a:cubicBezTo>
                    <a:pt x="36624" y="34814"/>
                    <a:pt x="34909" y="32623"/>
                    <a:pt x="32718" y="30766"/>
                  </a:cubicBezTo>
                  <a:cubicBezTo>
                    <a:pt x="30528" y="28908"/>
                    <a:pt x="27813" y="28004"/>
                    <a:pt x="24575" y="28004"/>
                  </a:cubicBezTo>
                  <a:cubicBezTo>
                    <a:pt x="20431" y="28004"/>
                    <a:pt x="17288" y="29527"/>
                    <a:pt x="15097" y="32575"/>
                  </a:cubicBezTo>
                  <a:cubicBezTo>
                    <a:pt x="12906" y="35623"/>
                    <a:pt x="11859" y="39957"/>
                    <a:pt x="11859" y="45625"/>
                  </a:cubicBezTo>
                  <a:cubicBezTo>
                    <a:pt x="11859" y="51673"/>
                    <a:pt x="12906" y="56245"/>
                    <a:pt x="14954" y="59293"/>
                  </a:cubicBezTo>
                  <a:cubicBezTo>
                    <a:pt x="17002" y="62341"/>
                    <a:pt x="19955" y="63865"/>
                    <a:pt x="23765" y="63865"/>
                  </a:cubicBezTo>
                  <a:close/>
                </a:path>
              </a:pathLst>
            </a:custGeom>
            <a:solidFill>
              <a:srgbClr val="FFFFFF"/>
            </a:solidFill>
            <a:ln w="4763" cap="flat">
              <a:noFill/>
              <a:prstDash val="solid"/>
              <a:miter/>
            </a:ln>
          </p:spPr>
          <p:txBody>
            <a:bodyPr rtlCol="0" anchor="ctr"/>
            <a:lstStyle/>
            <a:p>
              <a:endParaRPr lang="en-AU"/>
            </a:p>
          </p:txBody>
        </p:sp>
        <p:sp>
          <p:nvSpPr>
            <p:cNvPr id="16" name="Freeform: Shape 15">
              <a:extLst>
                <a:ext uri="{FF2B5EF4-FFF2-40B4-BE49-F238E27FC236}">
                  <a16:creationId xmlns:a16="http://schemas.microsoft.com/office/drawing/2014/main" id="{69EC3119-E563-663A-5036-D1D719AD7643}"/>
                </a:ext>
              </a:extLst>
            </p:cNvPr>
            <p:cNvSpPr/>
            <p:nvPr/>
          </p:nvSpPr>
          <p:spPr>
            <a:xfrm>
              <a:off x="543972" y="648700"/>
              <a:ext cx="13620" cy="72532"/>
            </a:xfrm>
            <a:custGeom>
              <a:avLst/>
              <a:gdLst>
                <a:gd name="connsiteX0" fmla="*/ 6810 w 13620"/>
                <a:gd name="connsiteY0" fmla="*/ 12097 h 72532"/>
                <a:gd name="connsiteX1" fmla="*/ 1762 w 13620"/>
                <a:gd name="connsiteY1" fmla="*/ 10382 h 72532"/>
                <a:gd name="connsiteX2" fmla="*/ 0 w 13620"/>
                <a:gd name="connsiteY2" fmla="*/ 6096 h 72532"/>
                <a:gd name="connsiteX3" fmla="*/ 1762 w 13620"/>
                <a:gd name="connsiteY3" fmla="*/ 1715 h 72532"/>
                <a:gd name="connsiteX4" fmla="*/ 6810 w 13620"/>
                <a:gd name="connsiteY4" fmla="*/ 0 h 72532"/>
                <a:gd name="connsiteX5" fmla="*/ 11811 w 13620"/>
                <a:gd name="connsiteY5" fmla="*/ 1715 h 72532"/>
                <a:gd name="connsiteX6" fmla="*/ 13621 w 13620"/>
                <a:gd name="connsiteY6" fmla="*/ 6048 h 72532"/>
                <a:gd name="connsiteX7" fmla="*/ 11811 w 13620"/>
                <a:gd name="connsiteY7" fmla="*/ 10382 h 72532"/>
                <a:gd name="connsiteX8" fmla="*/ 6810 w 13620"/>
                <a:gd name="connsiteY8" fmla="*/ 12097 h 72532"/>
                <a:gd name="connsiteX9" fmla="*/ 1000 w 13620"/>
                <a:gd name="connsiteY9" fmla="*/ 72533 h 72532"/>
                <a:gd name="connsiteX10" fmla="*/ 1000 w 13620"/>
                <a:gd name="connsiteY10" fmla="*/ 20431 h 72532"/>
                <a:gd name="connsiteX11" fmla="*/ 12573 w 13620"/>
                <a:gd name="connsiteY11" fmla="*/ 20431 h 72532"/>
                <a:gd name="connsiteX12" fmla="*/ 12573 w 13620"/>
                <a:gd name="connsiteY12" fmla="*/ 72533 h 72532"/>
                <a:gd name="connsiteX13" fmla="*/ 1000 w 13620"/>
                <a:gd name="connsiteY13" fmla="*/ 72533 h 72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620" h="72532">
                  <a:moveTo>
                    <a:pt x="6810" y="12097"/>
                  </a:moveTo>
                  <a:cubicBezTo>
                    <a:pt x="4620" y="12097"/>
                    <a:pt x="2953" y="11525"/>
                    <a:pt x="1762" y="10382"/>
                  </a:cubicBezTo>
                  <a:cubicBezTo>
                    <a:pt x="571" y="9239"/>
                    <a:pt x="0" y="7810"/>
                    <a:pt x="0" y="6096"/>
                  </a:cubicBezTo>
                  <a:cubicBezTo>
                    <a:pt x="0" y="4381"/>
                    <a:pt x="571" y="2857"/>
                    <a:pt x="1762" y="1715"/>
                  </a:cubicBezTo>
                  <a:cubicBezTo>
                    <a:pt x="2953" y="571"/>
                    <a:pt x="4620" y="0"/>
                    <a:pt x="6810" y="0"/>
                  </a:cubicBezTo>
                  <a:cubicBezTo>
                    <a:pt x="9001" y="0"/>
                    <a:pt x="10620" y="571"/>
                    <a:pt x="11811" y="1715"/>
                  </a:cubicBezTo>
                  <a:cubicBezTo>
                    <a:pt x="13002" y="2857"/>
                    <a:pt x="13621" y="4286"/>
                    <a:pt x="13621" y="6048"/>
                  </a:cubicBezTo>
                  <a:cubicBezTo>
                    <a:pt x="13621" y="7810"/>
                    <a:pt x="13002" y="9239"/>
                    <a:pt x="11811" y="10382"/>
                  </a:cubicBezTo>
                  <a:cubicBezTo>
                    <a:pt x="10620" y="11525"/>
                    <a:pt x="8953" y="12097"/>
                    <a:pt x="6810" y="12097"/>
                  </a:cubicBezTo>
                  <a:close/>
                  <a:moveTo>
                    <a:pt x="1000" y="72533"/>
                  </a:moveTo>
                  <a:lnTo>
                    <a:pt x="1000" y="20431"/>
                  </a:lnTo>
                  <a:lnTo>
                    <a:pt x="12573" y="20431"/>
                  </a:lnTo>
                  <a:lnTo>
                    <a:pt x="12573" y="72533"/>
                  </a:lnTo>
                  <a:lnTo>
                    <a:pt x="1000" y="72533"/>
                  </a:lnTo>
                  <a:close/>
                </a:path>
              </a:pathLst>
            </a:custGeom>
            <a:solidFill>
              <a:srgbClr val="FFFFFF"/>
            </a:solidFill>
            <a:ln w="4763" cap="flat">
              <a:noFill/>
              <a:prstDash val="solid"/>
              <a:miter/>
            </a:ln>
          </p:spPr>
          <p:txBody>
            <a:bodyPr rtlCol="0" anchor="ctr"/>
            <a:lstStyle/>
            <a:p>
              <a:endParaRPr lang="en-AU"/>
            </a:p>
          </p:txBody>
        </p:sp>
        <p:sp>
          <p:nvSpPr>
            <p:cNvPr id="17" name="Freeform: Shape 16">
              <a:extLst>
                <a:ext uri="{FF2B5EF4-FFF2-40B4-BE49-F238E27FC236}">
                  <a16:creationId xmlns:a16="http://schemas.microsoft.com/office/drawing/2014/main" id="{CCBC75E7-CF29-C6C4-008D-0BC574CFC762}"/>
                </a:ext>
              </a:extLst>
            </p:cNvPr>
            <p:cNvSpPr/>
            <p:nvPr/>
          </p:nvSpPr>
          <p:spPr>
            <a:xfrm>
              <a:off x="569928" y="668131"/>
              <a:ext cx="51006" cy="53959"/>
            </a:xfrm>
            <a:custGeom>
              <a:avLst/>
              <a:gdLst>
                <a:gd name="connsiteX0" fmla="*/ 25289 w 51006"/>
                <a:gd name="connsiteY0" fmla="*/ 53959 h 53959"/>
                <a:gd name="connsiteX1" fmla="*/ 11859 w 51006"/>
                <a:gd name="connsiteY1" fmla="*/ 50768 h 53959"/>
                <a:gd name="connsiteX2" fmla="*/ 3096 w 51006"/>
                <a:gd name="connsiteY2" fmla="*/ 41577 h 53959"/>
                <a:gd name="connsiteX3" fmla="*/ 0 w 51006"/>
                <a:gd name="connsiteY3" fmla="*/ 27146 h 53959"/>
                <a:gd name="connsiteX4" fmla="*/ 3096 w 51006"/>
                <a:gd name="connsiteY4" fmla="*/ 12478 h 53959"/>
                <a:gd name="connsiteX5" fmla="*/ 11859 w 51006"/>
                <a:gd name="connsiteY5" fmla="*/ 3191 h 53959"/>
                <a:gd name="connsiteX6" fmla="*/ 25289 w 51006"/>
                <a:gd name="connsiteY6" fmla="*/ 0 h 53959"/>
                <a:gd name="connsiteX7" fmla="*/ 39005 w 51006"/>
                <a:gd name="connsiteY7" fmla="*/ 3191 h 53959"/>
                <a:gd name="connsiteX8" fmla="*/ 47863 w 51006"/>
                <a:gd name="connsiteY8" fmla="*/ 12478 h 53959"/>
                <a:gd name="connsiteX9" fmla="*/ 51006 w 51006"/>
                <a:gd name="connsiteY9" fmla="*/ 27146 h 53959"/>
                <a:gd name="connsiteX10" fmla="*/ 47863 w 51006"/>
                <a:gd name="connsiteY10" fmla="*/ 41577 h 53959"/>
                <a:gd name="connsiteX11" fmla="*/ 39005 w 51006"/>
                <a:gd name="connsiteY11" fmla="*/ 50768 h 53959"/>
                <a:gd name="connsiteX12" fmla="*/ 25289 w 51006"/>
                <a:gd name="connsiteY12" fmla="*/ 53959 h 53959"/>
                <a:gd name="connsiteX13" fmla="*/ 25289 w 51006"/>
                <a:gd name="connsiteY13" fmla="*/ 45006 h 53959"/>
                <a:gd name="connsiteX14" fmla="*/ 33576 w 51006"/>
                <a:gd name="connsiteY14" fmla="*/ 42672 h 53959"/>
                <a:gd name="connsiteX15" fmla="*/ 37909 w 51006"/>
                <a:gd name="connsiteY15" fmla="*/ 36290 h 53959"/>
                <a:gd name="connsiteX16" fmla="*/ 39195 w 51006"/>
                <a:gd name="connsiteY16" fmla="*/ 27242 h 53959"/>
                <a:gd name="connsiteX17" fmla="*/ 37909 w 51006"/>
                <a:gd name="connsiteY17" fmla="*/ 18002 h 53959"/>
                <a:gd name="connsiteX18" fmla="*/ 33576 w 51006"/>
                <a:gd name="connsiteY18" fmla="*/ 11525 h 53959"/>
                <a:gd name="connsiteX19" fmla="*/ 25289 w 51006"/>
                <a:gd name="connsiteY19" fmla="*/ 9144 h 53959"/>
                <a:gd name="connsiteX20" fmla="*/ 17335 w 51006"/>
                <a:gd name="connsiteY20" fmla="*/ 11525 h 53959"/>
                <a:gd name="connsiteX21" fmla="*/ 13097 w 51006"/>
                <a:gd name="connsiteY21" fmla="*/ 18002 h 53959"/>
                <a:gd name="connsiteX22" fmla="*/ 11811 w 51006"/>
                <a:gd name="connsiteY22" fmla="*/ 27242 h 53959"/>
                <a:gd name="connsiteX23" fmla="*/ 13097 w 51006"/>
                <a:gd name="connsiteY23" fmla="*/ 36290 h 53959"/>
                <a:gd name="connsiteX24" fmla="*/ 17335 w 51006"/>
                <a:gd name="connsiteY24" fmla="*/ 42672 h 53959"/>
                <a:gd name="connsiteX25" fmla="*/ 25289 w 51006"/>
                <a:gd name="connsiteY25" fmla="*/ 45006 h 53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006" h="53959">
                  <a:moveTo>
                    <a:pt x="25289" y="53959"/>
                  </a:moveTo>
                  <a:cubicBezTo>
                    <a:pt x="20145" y="53959"/>
                    <a:pt x="15621" y="52911"/>
                    <a:pt x="11859" y="50768"/>
                  </a:cubicBezTo>
                  <a:cubicBezTo>
                    <a:pt x="8049" y="48673"/>
                    <a:pt x="5144" y="45577"/>
                    <a:pt x="3096" y="41577"/>
                  </a:cubicBezTo>
                  <a:cubicBezTo>
                    <a:pt x="1048" y="37576"/>
                    <a:pt x="0" y="32766"/>
                    <a:pt x="0" y="27146"/>
                  </a:cubicBezTo>
                  <a:cubicBezTo>
                    <a:pt x="0" y="21527"/>
                    <a:pt x="1048" y="16574"/>
                    <a:pt x="3096" y="12478"/>
                  </a:cubicBezTo>
                  <a:cubicBezTo>
                    <a:pt x="5144" y="8382"/>
                    <a:pt x="8049" y="5334"/>
                    <a:pt x="11859" y="3191"/>
                  </a:cubicBezTo>
                  <a:cubicBezTo>
                    <a:pt x="15669" y="1048"/>
                    <a:pt x="20145" y="0"/>
                    <a:pt x="25289" y="0"/>
                  </a:cubicBezTo>
                  <a:cubicBezTo>
                    <a:pt x="30432" y="0"/>
                    <a:pt x="35147" y="1048"/>
                    <a:pt x="39005" y="3191"/>
                  </a:cubicBezTo>
                  <a:cubicBezTo>
                    <a:pt x="42863" y="5334"/>
                    <a:pt x="45815" y="8430"/>
                    <a:pt x="47863" y="12478"/>
                  </a:cubicBezTo>
                  <a:cubicBezTo>
                    <a:pt x="49959" y="16526"/>
                    <a:pt x="51006" y="21431"/>
                    <a:pt x="51006" y="27146"/>
                  </a:cubicBezTo>
                  <a:cubicBezTo>
                    <a:pt x="51006" y="32861"/>
                    <a:pt x="49959" y="37529"/>
                    <a:pt x="47863" y="41577"/>
                  </a:cubicBezTo>
                  <a:cubicBezTo>
                    <a:pt x="45768" y="45577"/>
                    <a:pt x="42815" y="48673"/>
                    <a:pt x="39005" y="50768"/>
                  </a:cubicBezTo>
                  <a:cubicBezTo>
                    <a:pt x="35195" y="52911"/>
                    <a:pt x="30623" y="53959"/>
                    <a:pt x="25289" y="53959"/>
                  </a:cubicBezTo>
                  <a:close/>
                  <a:moveTo>
                    <a:pt x="25289" y="45006"/>
                  </a:moveTo>
                  <a:cubicBezTo>
                    <a:pt x="28766" y="45006"/>
                    <a:pt x="31528" y="44244"/>
                    <a:pt x="33576" y="42672"/>
                  </a:cubicBezTo>
                  <a:cubicBezTo>
                    <a:pt x="35624" y="41100"/>
                    <a:pt x="37052" y="38957"/>
                    <a:pt x="37909" y="36290"/>
                  </a:cubicBezTo>
                  <a:cubicBezTo>
                    <a:pt x="38767" y="33576"/>
                    <a:pt x="39195" y="30575"/>
                    <a:pt x="39195" y="27242"/>
                  </a:cubicBezTo>
                  <a:cubicBezTo>
                    <a:pt x="39195" y="23908"/>
                    <a:pt x="38767" y="20717"/>
                    <a:pt x="37909" y="18002"/>
                  </a:cubicBezTo>
                  <a:cubicBezTo>
                    <a:pt x="37052" y="15288"/>
                    <a:pt x="35624" y="13097"/>
                    <a:pt x="33576" y="11525"/>
                  </a:cubicBezTo>
                  <a:cubicBezTo>
                    <a:pt x="31528" y="9954"/>
                    <a:pt x="28766" y="9144"/>
                    <a:pt x="25289" y="9144"/>
                  </a:cubicBezTo>
                  <a:cubicBezTo>
                    <a:pt x="21812" y="9144"/>
                    <a:pt x="19288" y="9954"/>
                    <a:pt x="17335" y="11525"/>
                  </a:cubicBezTo>
                  <a:cubicBezTo>
                    <a:pt x="15383" y="13097"/>
                    <a:pt x="13954" y="15288"/>
                    <a:pt x="13097" y="18002"/>
                  </a:cubicBezTo>
                  <a:cubicBezTo>
                    <a:pt x="12240" y="20717"/>
                    <a:pt x="11811" y="23813"/>
                    <a:pt x="11811" y="27242"/>
                  </a:cubicBezTo>
                  <a:cubicBezTo>
                    <a:pt x="11811" y="30671"/>
                    <a:pt x="12240" y="33623"/>
                    <a:pt x="13097" y="36290"/>
                  </a:cubicBezTo>
                  <a:cubicBezTo>
                    <a:pt x="13954" y="38957"/>
                    <a:pt x="15383" y="41100"/>
                    <a:pt x="17335" y="42672"/>
                  </a:cubicBezTo>
                  <a:cubicBezTo>
                    <a:pt x="19288" y="44244"/>
                    <a:pt x="21955" y="45006"/>
                    <a:pt x="25289" y="45006"/>
                  </a:cubicBezTo>
                  <a:close/>
                </a:path>
              </a:pathLst>
            </a:custGeom>
            <a:solidFill>
              <a:srgbClr val="FFFFFF"/>
            </a:solidFill>
            <a:ln w="4763" cap="flat">
              <a:noFill/>
              <a:prstDash val="solid"/>
              <a:miter/>
            </a:ln>
          </p:spPr>
          <p:txBody>
            <a:bodyPr rtlCol="0" anchor="ctr"/>
            <a:lstStyle/>
            <a:p>
              <a:endParaRPr lang="en-AU"/>
            </a:p>
          </p:txBody>
        </p:sp>
        <p:sp>
          <p:nvSpPr>
            <p:cNvPr id="18" name="Freeform: Shape 17">
              <a:extLst>
                <a:ext uri="{FF2B5EF4-FFF2-40B4-BE49-F238E27FC236}">
                  <a16:creationId xmlns:a16="http://schemas.microsoft.com/office/drawing/2014/main" id="{5E27F734-96CC-1D43-A119-EBFAA488ED94}"/>
                </a:ext>
              </a:extLst>
            </p:cNvPr>
            <p:cNvSpPr/>
            <p:nvPr/>
          </p:nvSpPr>
          <p:spPr>
            <a:xfrm>
              <a:off x="634317" y="668369"/>
              <a:ext cx="46196" cy="52863"/>
            </a:xfrm>
            <a:custGeom>
              <a:avLst/>
              <a:gdLst>
                <a:gd name="connsiteX0" fmla="*/ 0 w 46196"/>
                <a:gd name="connsiteY0" fmla="*/ 52864 h 52863"/>
                <a:gd name="connsiteX1" fmla="*/ 0 w 46196"/>
                <a:gd name="connsiteY1" fmla="*/ 762 h 52863"/>
                <a:gd name="connsiteX2" fmla="*/ 11097 w 46196"/>
                <a:gd name="connsiteY2" fmla="*/ 762 h 52863"/>
                <a:gd name="connsiteX3" fmla="*/ 11382 w 46196"/>
                <a:gd name="connsiteY3" fmla="*/ 8668 h 52863"/>
                <a:gd name="connsiteX4" fmla="*/ 18336 w 46196"/>
                <a:gd name="connsiteY4" fmla="*/ 2715 h 52863"/>
                <a:gd name="connsiteX5" fmla="*/ 29623 w 46196"/>
                <a:gd name="connsiteY5" fmla="*/ 0 h 52863"/>
                <a:gd name="connsiteX6" fmla="*/ 42053 w 46196"/>
                <a:gd name="connsiteY6" fmla="*/ 4953 h 52863"/>
                <a:gd name="connsiteX7" fmla="*/ 46196 w 46196"/>
                <a:gd name="connsiteY7" fmla="*/ 19098 h 52863"/>
                <a:gd name="connsiteX8" fmla="*/ 46196 w 46196"/>
                <a:gd name="connsiteY8" fmla="*/ 52864 h 52863"/>
                <a:gd name="connsiteX9" fmla="*/ 34671 w 46196"/>
                <a:gd name="connsiteY9" fmla="*/ 52864 h 52863"/>
                <a:gd name="connsiteX10" fmla="*/ 34671 w 46196"/>
                <a:gd name="connsiteY10" fmla="*/ 20622 h 52863"/>
                <a:gd name="connsiteX11" fmla="*/ 33861 w 46196"/>
                <a:gd name="connsiteY11" fmla="*/ 14764 h 52863"/>
                <a:gd name="connsiteX12" fmla="*/ 31147 w 46196"/>
                <a:gd name="connsiteY12" fmla="*/ 10811 h 52863"/>
                <a:gd name="connsiteX13" fmla="*/ 25956 w 46196"/>
                <a:gd name="connsiteY13" fmla="*/ 9382 h 52863"/>
                <a:gd name="connsiteX14" fmla="*/ 17431 w 46196"/>
                <a:gd name="connsiteY14" fmla="*/ 11716 h 52863"/>
                <a:gd name="connsiteX15" fmla="*/ 11621 w 46196"/>
                <a:gd name="connsiteY15" fmla="*/ 17002 h 52863"/>
                <a:gd name="connsiteX16" fmla="*/ 11621 w 46196"/>
                <a:gd name="connsiteY16" fmla="*/ 52864 h 52863"/>
                <a:gd name="connsiteX17" fmla="*/ 48 w 46196"/>
                <a:gd name="connsiteY17" fmla="*/ 52864 h 52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6196" h="52863">
                  <a:moveTo>
                    <a:pt x="0" y="52864"/>
                  </a:moveTo>
                  <a:lnTo>
                    <a:pt x="0" y="762"/>
                  </a:lnTo>
                  <a:lnTo>
                    <a:pt x="11097" y="762"/>
                  </a:lnTo>
                  <a:lnTo>
                    <a:pt x="11382" y="8668"/>
                  </a:lnTo>
                  <a:cubicBezTo>
                    <a:pt x="13097" y="6477"/>
                    <a:pt x="15430" y="4524"/>
                    <a:pt x="18336" y="2715"/>
                  </a:cubicBezTo>
                  <a:cubicBezTo>
                    <a:pt x="21241" y="905"/>
                    <a:pt x="25003" y="0"/>
                    <a:pt x="29623" y="0"/>
                  </a:cubicBezTo>
                  <a:cubicBezTo>
                    <a:pt x="35147" y="0"/>
                    <a:pt x="39291" y="1667"/>
                    <a:pt x="42053" y="4953"/>
                  </a:cubicBezTo>
                  <a:cubicBezTo>
                    <a:pt x="44815" y="8239"/>
                    <a:pt x="46196" y="12954"/>
                    <a:pt x="46196" y="19098"/>
                  </a:cubicBezTo>
                  <a:lnTo>
                    <a:pt x="46196" y="52864"/>
                  </a:lnTo>
                  <a:lnTo>
                    <a:pt x="34671" y="52864"/>
                  </a:lnTo>
                  <a:lnTo>
                    <a:pt x="34671" y="20622"/>
                  </a:lnTo>
                  <a:cubicBezTo>
                    <a:pt x="34671" y="18431"/>
                    <a:pt x="34385" y="16478"/>
                    <a:pt x="33861" y="14764"/>
                  </a:cubicBezTo>
                  <a:cubicBezTo>
                    <a:pt x="33338" y="13049"/>
                    <a:pt x="32433" y="11763"/>
                    <a:pt x="31147" y="10811"/>
                  </a:cubicBezTo>
                  <a:cubicBezTo>
                    <a:pt x="29861" y="9858"/>
                    <a:pt x="28146" y="9382"/>
                    <a:pt x="25956" y="9382"/>
                  </a:cubicBezTo>
                  <a:cubicBezTo>
                    <a:pt x="22622" y="9382"/>
                    <a:pt x="19764" y="10144"/>
                    <a:pt x="17431" y="11716"/>
                  </a:cubicBezTo>
                  <a:cubicBezTo>
                    <a:pt x="15097" y="13287"/>
                    <a:pt x="13144" y="15002"/>
                    <a:pt x="11621" y="17002"/>
                  </a:cubicBezTo>
                  <a:lnTo>
                    <a:pt x="11621" y="52864"/>
                  </a:lnTo>
                  <a:lnTo>
                    <a:pt x="48" y="52864"/>
                  </a:lnTo>
                  <a:close/>
                </a:path>
              </a:pathLst>
            </a:custGeom>
            <a:solidFill>
              <a:srgbClr val="FFFFFF"/>
            </a:solidFill>
            <a:ln w="4763" cap="flat">
              <a:noFill/>
              <a:prstDash val="solid"/>
              <a:miter/>
            </a:ln>
          </p:spPr>
          <p:txBody>
            <a:bodyPr rtlCol="0" anchor="ctr"/>
            <a:lstStyle/>
            <a:p>
              <a:endParaRPr lang="en-AU"/>
            </a:p>
          </p:txBody>
        </p:sp>
        <p:sp>
          <p:nvSpPr>
            <p:cNvPr id="19" name="Freeform: Shape 18">
              <a:extLst>
                <a:ext uri="{FF2B5EF4-FFF2-40B4-BE49-F238E27FC236}">
                  <a16:creationId xmlns:a16="http://schemas.microsoft.com/office/drawing/2014/main" id="{FA9A7665-7DE6-0307-FFE6-AAB303F744E7}"/>
                </a:ext>
              </a:extLst>
            </p:cNvPr>
            <p:cNvSpPr/>
            <p:nvPr/>
          </p:nvSpPr>
          <p:spPr>
            <a:xfrm>
              <a:off x="696134" y="706421"/>
              <a:ext cx="15906" cy="15478"/>
            </a:xfrm>
            <a:custGeom>
              <a:avLst/>
              <a:gdLst>
                <a:gd name="connsiteX0" fmla="*/ 8001 w 15906"/>
                <a:gd name="connsiteY0" fmla="*/ 15478 h 15478"/>
                <a:gd name="connsiteX1" fmla="*/ 2238 w 15906"/>
                <a:gd name="connsiteY1" fmla="*/ 13240 h 15478"/>
                <a:gd name="connsiteX2" fmla="*/ 0 w 15906"/>
                <a:gd name="connsiteY2" fmla="*/ 7715 h 15478"/>
                <a:gd name="connsiteX3" fmla="*/ 2238 w 15906"/>
                <a:gd name="connsiteY3" fmla="*/ 2143 h 15478"/>
                <a:gd name="connsiteX4" fmla="*/ 8001 w 15906"/>
                <a:gd name="connsiteY4" fmla="*/ 0 h 15478"/>
                <a:gd name="connsiteX5" fmla="*/ 13716 w 15906"/>
                <a:gd name="connsiteY5" fmla="*/ 2143 h 15478"/>
                <a:gd name="connsiteX6" fmla="*/ 15907 w 15906"/>
                <a:gd name="connsiteY6" fmla="*/ 7715 h 15478"/>
                <a:gd name="connsiteX7" fmla="*/ 13716 w 15906"/>
                <a:gd name="connsiteY7" fmla="*/ 13240 h 15478"/>
                <a:gd name="connsiteX8" fmla="*/ 8001 w 15906"/>
                <a:gd name="connsiteY8" fmla="*/ 15478 h 1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906" h="15478">
                  <a:moveTo>
                    <a:pt x="8001" y="15478"/>
                  </a:moveTo>
                  <a:cubicBezTo>
                    <a:pt x="5667" y="15478"/>
                    <a:pt x="3715" y="14716"/>
                    <a:pt x="2238" y="13240"/>
                  </a:cubicBezTo>
                  <a:cubicBezTo>
                    <a:pt x="762" y="11763"/>
                    <a:pt x="0" y="9906"/>
                    <a:pt x="0" y="7715"/>
                  </a:cubicBezTo>
                  <a:cubicBezTo>
                    <a:pt x="0" y="5429"/>
                    <a:pt x="762" y="3572"/>
                    <a:pt x="2238" y="2143"/>
                  </a:cubicBezTo>
                  <a:cubicBezTo>
                    <a:pt x="3715" y="714"/>
                    <a:pt x="5667" y="0"/>
                    <a:pt x="8001" y="0"/>
                  </a:cubicBezTo>
                  <a:cubicBezTo>
                    <a:pt x="10335" y="0"/>
                    <a:pt x="12240" y="714"/>
                    <a:pt x="13716" y="2143"/>
                  </a:cubicBezTo>
                  <a:cubicBezTo>
                    <a:pt x="15192" y="3572"/>
                    <a:pt x="15907" y="5429"/>
                    <a:pt x="15907" y="7715"/>
                  </a:cubicBezTo>
                  <a:cubicBezTo>
                    <a:pt x="15907" y="10001"/>
                    <a:pt x="15192" y="11716"/>
                    <a:pt x="13716" y="13240"/>
                  </a:cubicBezTo>
                  <a:cubicBezTo>
                    <a:pt x="12240" y="14716"/>
                    <a:pt x="10335" y="15478"/>
                    <a:pt x="8001" y="15478"/>
                  </a:cubicBezTo>
                  <a:close/>
                </a:path>
              </a:pathLst>
            </a:custGeom>
            <a:solidFill>
              <a:srgbClr val="FFFFFF"/>
            </a:solidFill>
            <a:ln w="4763" cap="flat">
              <a:noFill/>
              <a:prstDash val="solid"/>
              <a:miter/>
            </a:ln>
          </p:spPr>
          <p:txBody>
            <a:bodyPr rtlCol="0" anchor="ctr"/>
            <a:lstStyle/>
            <a:p>
              <a:endParaRPr lang="en-AU"/>
            </a:p>
          </p:txBody>
        </p:sp>
        <p:sp>
          <p:nvSpPr>
            <p:cNvPr id="20" name="Freeform: Shape 19">
              <a:extLst>
                <a:ext uri="{FF2B5EF4-FFF2-40B4-BE49-F238E27FC236}">
                  <a16:creationId xmlns:a16="http://schemas.microsoft.com/office/drawing/2014/main" id="{16592611-8CE9-2C0E-6B91-3B9963E7579F}"/>
                </a:ext>
              </a:extLst>
            </p:cNvPr>
            <p:cNvSpPr/>
            <p:nvPr/>
          </p:nvSpPr>
          <p:spPr>
            <a:xfrm>
              <a:off x="722614" y="668274"/>
              <a:ext cx="48291" cy="53863"/>
            </a:xfrm>
            <a:custGeom>
              <a:avLst/>
              <a:gdLst>
                <a:gd name="connsiteX0" fmla="*/ 25146 w 48291"/>
                <a:gd name="connsiteY0" fmla="*/ 53769 h 53863"/>
                <a:gd name="connsiteX1" fmla="*/ 12240 w 48291"/>
                <a:gd name="connsiteY1" fmla="*/ 50911 h 53863"/>
                <a:gd name="connsiteX2" fmla="*/ 3286 w 48291"/>
                <a:gd name="connsiteY2" fmla="*/ 42100 h 53863"/>
                <a:gd name="connsiteX3" fmla="*/ 0 w 48291"/>
                <a:gd name="connsiteY3" fmla="*/ 27099 h 53863"/>
                <a:gd name="connsiteX4" fmla="*/ 3191 w 48291"/>
                <a:gd name="connsiteY4" fmla="*/ 11954 h 53863"/>
                <a:gd name="connsiteX5" fmla="*/ 12002 w 48291"/>
                <a:gd name="connsiteY5" fmla="*/ 2953 h 53863"/>
                <a:gd name="connsiteX6" fmla="*/ 25146 w 48291"/>
                <a:gd name="connsiteY6" fmla="*/ 0 h 53863"/>
                <a:gd name="connsiteX7" fmla="*/ 36528 w 48291"/>
                <a:gd name="connsiteY7" fmla="*/ 2095 h 53863"/>
                <a:gd name="connsiteX8" fmla="*/ 44625 w 48291"/>
                <a:gd name="connsiteY8" fmla="*/ 8334 h 53863"/>
                <a:gd name="connsiteX9" fmla="*/ 47816 w 48291"/>
                <a:gd name="connsiteY9" fmla="*/ 18859 h 53863"/>
                <a:gd name="connsiteX10" fmla="*/ 36528 w 48291"/>
                <a:gd name="connsiteY10" fmla="*/ 18859 h 53863"/>
                <a:gd name="connsiteX11" fmla="*/ 33338 w 48291"/>
                <a:gd name="connsiteY11" fmla="*/ 11716 h 53863"/>
                <a:gd name="connsiteX12" fmla="*/ 25241 w 48291"/>
                <a:gd name="connsiteY12" fmla="*/ 9096 h 53863"/>
                <a:gd name="connsiteX13" fmla="*/ 15097 w 48291"/>
                <a:gd name="connsiteY13" fmla="*/ 13811 h 53863"/>
                <a:gd name="connsiteX14" fmla="*/ 11859 w 48291"/>
                <a:gd name="connsiteY14" fmla="*/ 27099 h 53863"/>
                <a:gd name="connsiteX15" fmla="*/ 13287 w 48291"/>
                <a:gd name="connsiteY15" fmla="*/ 36624 h 53863"/>
                <a:gd name="connsiteX16" fmla="*/ 17717 w 48291"/>
                <a:gd name="connsiteY16" fmla="*/ 42672 h 53863"/>
                <a:gd name="connsiteX17" fmla="*/ 25289 w 48291"/>
                <a:gd name="connsiteY17" fmla="*/ 44767 h 53863"/>
                <a:gd name="connsiteX18" fmla="*/ 33671 w 48291"/>
                <a:gd name="connsiteY18" fmla="*/ 42005 h 53863"/>
                <a:gd name="connsiteX19" fmla="*/ 37005 w 48291"/>
                <a:gd name="connsiteY19" fmla="*/ 34004 h 53863"/>
                <a:gd name="connsiteX20" fmla="*/ 48292 w 48291"/>
                <a:gd name="connsiteY20" fmla="*/ 34004 h 53863"/>
                <a:gd name="connsiteX21" fmla="*/ 45101 w 48291"/>
                <a:gd name="connsiteY21" fmla="*/ 44958 h 53863"/>
                <a:gd name="connsiteX22" fmla="*/ 36909 w 48291"/>
                <a:gd name="connsiteY22" fmla="*/ 51625 h 53863"/>
                <a:gd name="connsiteX23" fmla="*/ 25241 w 48291"/>
                <a:gd name="connsiteY23" fmla="*/ 53864 h 53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8291" h="53863">
                  <a:moveTo>
                    <a:pt x="25146" y="53769"/>
                  </a:moveTo>
                  <a:cubicBezTo>
                    <a:pt x="20336" y="53769"/>
                    <a:pt x="16050" y="52816"/>
                    <a:pt x="12240" y="50911"/>
                  </a:cubicBezTo>
                  <a:cubicBezTo>
                    <a:pt x="8477" y="49006"/>
                    <a:pt x="5477" y="46053"/>
                    <a:pt x="3286" y="42100"/>
                  </a:cubicBezTo>
                  <a:cubicBezTo>
                    <a:pt x="1095" y="38148"/>
                    <a:pt x="0" y="33147"/>
                    <a:pt x="0" y="27099"/>
                  </a:cubicBezTo>
                  <a:cubicBezTo>
                    <a:pt x="0" y="21050"/>
                    <a:pt x="1048" y="15954"/>
                    <a:pt x="3191" y="11954"/>
                  </a:cubicBezTo>
                  <a:cubicBezTo>
                    <a:pt x="5334" y="7953"/>
                    <a:pt x="8239" y="4953"/>
                    <a:pt x="12002" y="2953"/>
                  </a:cubicBezTo>
                  <a:cubicBezTo>
                    <a:pt x="15764" y="952"/>
                    <a:pt x="20145" y="0"/>
                    <a:pt x="25146" y="0"/>
                  </a:cubicBezTo>
                  <a:cubicBezTo>
                    <a:pt x="29337" y="0"/>
                    <a:pt x="33147" y="714"/>
                    <a:pt x="36528" y="2095"/>
                  </a:cubicBezTo>
                  <a:cubicBezTo>
                    <a:pt x="39910" y="3477"/>
                    <a:pt x="42624" y="5572"/>
                    <a:pt x="44625" y="8334"/>
                  </a:cubicBezTo>
                  <a:cubicBezTo>
                    <a:pt x="46625" y="11097"/>
                    <a:pt x="47720" y="14621"/>
                    <a:pt x="47816" y="18859"/>
                  </a:cubicBezTo>
                  <a:lnTo>
                    <a:pt x="36528" y="18859"/>
                  </a:lnTo>
                  <a:cubicBezTo>
                    <a:pt x="36338" y="15811"/>
                    <a:pt x="35290" y="13430"/>
                    <a:pt x="33338" y="11716"/>
                  </a:cubicBezTo>
                  <a:cubicBezTo>
                    <a:pt x="31385" y="9954"/>
                    <a:pt x="28670" y="9096"/>
                    <a:pt x="25241" y="9096"/>
                  </a:cubicBezTo>
                  <a:cubicBezTo>
                    <a:pt x="20622" y="9096"/>
                    <a:pt x="17240" y="10668"/>
                    <a:pt x="15097" y="13811"/>
                  </a:cubicBezTo>
                  <a:cubicBezTo>
                    <a:pt x="12906" y="16954"/>
                    <a:pt x="11859" y="21384"/>
                    <a:pt x="11859" y="27099"/>
                  </a:cubicBezTo>
                  <a:cubicBezTo>
                    <a:pt x="11859" y="30813"/>
                    <a:pt x="12335" y="33957"/>
                    <a:pt x="13287" y="36624"/>
                  </a:cubicBezTo>
                  <a:cubicBezTo>
                    <a:pt x="14240" y="39243"/>
                    <a:pt x="15716" y="41291"/>
                    <a:pt x="17717" y="42672"/>
                  </a:cubicBezTo>
                  <a:cubicBezTo>
                    <a:pt x="19717" y="44053"/>
                    <a:pt x="22193" y="44767"/>
                    <a:pt x="25289" y="44767"/>
                  </a:cubicBezTo>
                  <a:cubicBezTo>
                    <a:pt x="28766" y="44767"/>
                    <a:pt x="31575" y="43863"/>
                    <a:pt x="33671" y="42005"/>
                  </a:cubicBezTo>
                  <a:cubicBezTo>
                    <a:pt x="35766" y="40148"/>
                    <a:pt x="36862" y="37481"/>
                    <a:pt x="37005" y="34004"/>
                  </a:cubicBezTo>
                  <a:lnTo>
                    <a:pt x="48292" y="34004"/>
                  </a:lnTo>
                  <a:cubicBezTo>
                    <a:pt x="48197" y="38338"/>
                    <a:pt x="47101" y="42005"/>
                    <a:pt x="45101" y="44958"/>
                  </a:cubicBezTo>
                  <a:cubicBezTo>
                    <a:pt x="43053" y="47911"/>
                    <a:pt x="40338" y="50149"/>
                    <a:pt x="36909" y="51625"/>
                  </a:cubicBezTo>
                  <a:cubicBezTo>
                    <a:pt x="33480" y="53102"/>
                    <a:pt x="29575" y="53864"/>
                    <a:pt x="25241" y="53864"/>
                  </a:cubicBezTo>
                  <a:close/>
                </a:path>
              </a:pathLst>
            </a:custGeom>
            <a:solidFill>
              <a:srgbClr val="FFFFFF"/>
            </a:solidFill>
            <a:ln w="4763" cap="flat">
              <a:noFill/>
              <a:prstDash val="solid"/>
              <a:miter/>
            </a:ln>
          </p:spPr>
          <p:txBody>
            <a:bodyPr rtlCol="0" anchor="ctr"/>
            <a:lstStyle/>
            <a:p>
              <a:endParaRPr lang="en-AU"/>
            </a:p>
          </p:txBody>
        </p:sp>
        <p:sp>
          <p:nvSpPr>
            <p:cNvPr id="21" name="Freeform: Shape 20">
              <a:extLst>
                <a:ext uri="{FF2B5EF4-FFF2-40B4-BE49-F238E27FC236}">
                  <a16:creationId xmlns:a16="http://schemas.microsoft.com/office/drawing/2014/main" id="{ED13711F-8729-B0BE-FD66-F92CE291AD93}"/>
                </a:ext>
              </a:extLst>
            </p:cNvPr>
            <p:cNvSpPr/>
            <p:nvPr/>
          </p:nvSpPr>
          <p:spPr>
            <a:xfrm>
              <a:off x="781431" y="668131"/>
              <a:ext cx="51006" cy="53959"/>
            </a:xfrm>
            <a:custGeom>
              <a:avLst/>
              <a:gdLst>
                <a:gd name="connsiteX0" fmla="*/ 25289 w 51006"/>
                <a:gd name="connsiteY0" fmla="*/ 53959 h 53959"/>
                <a:gd name="connsiteX1" fmla="*/ 11859 w 51006"/>
                <a:gd name="connsiteY1" fmla="*/ 50768 h 53959"/>
                <a:gd name="connsiteX2" fmla="*/ 3096 w 51006"/>
                <a:gd name="connsiteY2" fmla="*/ 41577 h 53959"/>
                <a:gd name="connsiteX3" fmla="*/ 0 w 51006"/>
                <a:gd name="connsiteY3" fmla="*/ 27146 h 53959"/>
                <a:gd name="connsiteX4" fmla="*/ 3096 w 51006"/>
                <a:gd name="connsiteY4" fmla="*/ 12478 h 53959"/>
                <a:gd name="connsiteX5" fmla="*/ 11859 w 51006"/>
                <a:gd name="connsiteY5" fmla="*/ 3191 h 53959"/>
                <a:gd name="connsiteX6" fmla="*/ 25289 w 51006"/>
                <a:gd name="connsiteY6" fmla="*/ 0 h 53959"/>
                <a:gd name="connsiteX7" fmla="*/ 39005 w 51006"/>
                <a:gd name="connsiteY7" fmla="*/ 3191 h 53959"/>
                <a:gd name="connsiteX8" fmla="*/ 47863 w 51006"/>
                <a:gd name="connsiteY8" fmla="*/ 12478 h 53959"/>
                <a:gd name="connsiteX9" fmla="*/ 51006 w 51006"/>
                <a:gd name="connsiteY9" fmla="*/ 27146 h 53959"/>
                <a:gd name="connsiteX10" fmla="*/ 47863 w 51006"/>
                <a:gd name="connsiteY10" fmla="*/ 41577 h 53959"/>
                <a:gd name="connsiteX11" fmla="*/ 39005 w 51006"/>
                <a:gd name="connsiteY11" fmla="*/ 50768 h 53959"/>
                <a:gd name="connsiteX12" fmla="*/ 25289 w 51006"/>
                <a:gd name="connsiteY12" fmla="*/ 53959 h 53959"/>
                <a:gd name="connsiteX13" fmla="*/ 25289 w 51006"/>
                <a:gd name="connsiteY13" fmla="*/ 45006 h 53959"/>
                <a:gd name="connsiteX14" fmla="*/ 33576 w 51006"/>
                <a:gd name="connsiteY14" fmla="*/ 42672 h 53959"/>
                <a:gd name="connsiteX15" fmla="*/ 37909 w 51006"/>
                <a:gd name="connsiteY15" fmla="*/ 36290 h 53959"/>
                <a:gd name="connsiteX16" fmla="*/ 39195 w 51006"/>
                <a:gd name="connsiteY16" fmla="*/ 27242 h 53959"/>
                <a:gd name="connsiteX17" fmla="*/ 37909 w 51006"/>
                <a:gd name="connsiteY17" fmla="*/ 18002 h 53959"/>
                <a:gd name="connsiteX18" fmla="*/ 33576 w 51006"/>
                <a:gd name="connsiteY18" fmla="*/ 11525 h 53959"/>
                <a:gd name="connsiteX19" fmla="*/ 25289 w 51006"/>
                <a:gd name="connsiteY19" fmla="*/ 9144 h 53959"/>
                <a:gd name="connsiteX20" fmla="*/ 17335 w 51006"/>
                <a:gd name="connsiteY20" fmla="*/ 11525 h 53959"/>
                <a:gd name="connsiteX21" fmla="*/ 13097 w 51006"/>
                <a:gd name="connsiteY21" fmla="*/ 18002 h 53959"/>
                <a:gd name="connsiteX22" fmla="*/ 11811 w 51006"/>
                <a:gd name="connsiteY22" fmla="*/ 27242 h 53959"/>
                <a:gd name="connsiteX23" fmla="*/ 13097 w 51006"/>
                <a:gd name="connsiteY23" fmla="*/ 36290 h 53959"/>
                <a:gd name="connsiteX24" fmla="*/ 17335 w 51006"/>
                <a:gd name="connsiteY24" fmla="*/ 42672 h 53959"/>
                <a:gd name="connsiteX25" fmla="*/ 25289 w 51006"/>
                <a:gd name="connsiteY25" fmla="*/ 45006 h 53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006" h="53959">
                  <a:moveTo>
                    <a:pt x="25289" y="53959"/>
                  </a:moveTo>
                  <a:cubicBezTo>
                    <a:pt x="20145" y="53959"/>
                    <a:pt x="15621" y="52911"/>
                    <a:pt x="11859" y="50768"/>
                  </a:cubicBezTo>
                  <a:cubicBezTo>
                    <a:pt x="8049" y="48673"/>
                    <a:pt x="5144" y="45577"/>
                    <a:pt x="3096" y="41577"/>
                  </a:cubicBezTo>
                  <a:cubicBezTo>
                    <a:pt x="1048" y="37576"/>
                    <a:pt x="0" y="32766"/>
                    <a:pt x="0" y="27146"/>
                  </a:cubicBezTo>
                  <a:cubicBezTo>
                    <a:pt x="0" y="21527"/>
                    <a:pt x="1048" y="16574"/>
                    <a:pt x="3096" y="12478"/>
                  </a:cubicBezTo>
                  <a:cubicBezTo>
                    <a:pt x="5144" y="8382"/>
                    <a:pt x="8049" y="5334"/>
                    <a:pt x="11859" y="3191"/>
                  </a:cubicBezTo>
                  <a:cubicBezTo>
                    <a:pt x="15669" y="1048"/>
                    <a:pt x="20145" y="0"/>
                    <a:pt x="25289" y="0"/>
                  </a:cubicBezTo>
                  <a:cubicBezTo>
                    <a:pt x="30432" y="0"/>
                    <a:pt x="35147" y="1048"/>
                    <a:pt x="39005" y="3191"/>
                  </a:cubicBezTo>
                  <a:cubicBezTo>
                    <a:pt x="42863" y="5334"/>
                    <a:pt x="45815" y="8430"/>
                    <a:pt x="47863" y="12478"/>
                  </a:cubicBezTo>
                  <a:cubicBezTo>
                    <a:pt x="49959" y="16526"/>
                    <a:pt x="51006" y="21431"/>
                    <a:pt x="51006" y="27146"/>
                  </a:cubicBezTo>
                  <a:cubicBezTo>
                    <a:pt x="51006" y="32861"/>
                    <a:pt x="49959" y="37529"/>
                    <a:pt x="47863" y="41577"/>
                  </a:cubicBezTo>
                  <a:cubicBezTo>
                    <a:pt x="45768" y="45577"/>
                    <a:pt x="42815" y="48673"/>
                    <a:pt x="39005" y="50768"/>
                  </a:cubicBezTo>
                  <a:cubicBezTo>
                    <a:pt x="35195" y="52911"/>
                    <a:pt x="30623" y="53959"/>
                    <a:pt x="25289" y="53959"/>
                  </a:cubicBezTo>
                  <a:close/>
                  <a:moveTo>
                    <a:pt x="25289" y="45006"/>
                  </a:moveTo>
                  <a:cubicBezTo>
                    <a:pt x="28765" y="45006"/>
                    <a:pt x="31528" y="44244"/>
                    <a:pt x="33576" y="42672"/>
                  </a:cubicBezTo>
                  <a:cubicBezTo>
                    <a:pt x="35623" y="41100"/>
                    <a:pt x="37052" y="38957"/>
                    <a:pt x="37909" y="36290"/>
                  </a:cubicBezTo>
                  <a:cubicBezTo>
                    <a:pt x="38767" y="33576"/>
                    <a:pt x="39195" y="30575"/>
                    <a:pt x="39195" y="27242"/>
                  </a:cubicBezTo>
                  <a:cubicBezTo>
                    <a:pt x="39195" y="23908"/>
                    <a:pt x="38767" y="20717"/>
                    <a:pt x="37909" y="18002"/>
                  </a:cubicBezTo>
                  <a:cubicBezTo>
                    <a:pt x="37052" y="15288"/>
                    <a:pt x="35623" y="13097"/>
                    <a:pt x="33576" y="11525"/>
                  </a:cubicBezTo>
                  <a:cubicBezTo>
                    <a:pt x="31528" y="9954"/>
                    <a:pt x="28765" y="9144"/>
                    <a:pt x="25289" y="9144"/>
                  </a:cubicBezTo>
                  <a:cubicBezTo>
                    <a:pt x="21812" y="9144"/>
                    <a:pt x="19288" y="9954"/>
                    <a:pt x="17335" y="11525"/>
                  </a:cubicBezTo>
                  <a:cubicBezTo>
                    <a:pt x="15383" y="13097"/>
                    <a:pt x="13954" y="15288"/>
                    <a:pt x="13097" y="18002"/>
                  </a:cubicBezTo>
                  <a:cubicBezTo>
                    <a:pt x="12240" y="20717"/>
                    <a:pt x="11811" y="23813"/>
                    <a:pt x="11811" y="27242"/>
                  </a:cubicBezTo>
                  <a:cubicBezTo>
                    <a:pt x="11811" y="30671"/>
                    <a:pt x="12240" y="33623"/>
                    <a:pt x="13097" y="36290"/>
                  </a:cubicBezTo>
                  <a:cubicBezTo>
                    <a:pt x="13954" y="38957"/>
                    <a:pt x="15383" y="41100"/>
                    <a:pt x="17335" y="42672"/>
                  </a:cubicBezTo>
                  <a:cubicBezTo>
                    <a:pt x="19288" y="44244"/>
                    <a:pt x="21955" y="45006"/>
                    <a:pt x="25289" y="45006"/>
                  </a:cubicBezTo>
                  <a:close/>
                </a:path>
              </a:pathLst>
            </a:custGeom>
            <a:solidFill>
              <a:srgbClr val="FFFFFF"/>
            </a:solidFill>
            <a:ln w="4763" cap="flat">
              <a:noFill/>
              <a:prstDash val="solid"/>
              <a:miter/>
            </a:ln>
          </p:spPr>
          <p:txBody>
            <a:bodyPr rtlCol="0" anchor="ctr"/>
            <a:lstStyle/>
            <a:p>
              <a:endParaRPr lang="en-AU"/>
            </a:p>
          </p:txBody>
        </p:sp>
        <p:sp>
          <p:nvSpPr>
            <p:cNvPr id="22" name="Freeform: Shape 21">
              <a:extLst>
                <a:ext uri="{FF2B5EF4-FFF2-40B4-BE49-F238E27FC236}">
                  <a16:creationId xmlns:a16="http://schemas.microsoft.com/office/drawing/2014/main" id="{F5FED478-DB14-64BF-27A6-FA5890A09C28}"/>
                </a:ext>
              </a:extLst>
            </p:cNvPr>
            <p:cNvSpPr/>
            <p:nvPr/>
          </p:nvSpPr>
          <p:spPr>
            <a:xfrm>
              <a:off x="845772" y="668321"/>
              <a:ext cx="79724" cy="52911"/>
            </a:xfrm>
            <a:custGeom>
              <a:avLst/>
              <a:gdLst>
                <a:gd name="connsiteX0" fmla="*/ 48 w 79724"/>
                <a:gd name="connsiteY0" fmla="*/ 52911 h 52911"/>
                <a:gd name="connsiteX1" fmla="*/ 48 w 79724"/>
                <a:gd name="connsiteY1" fmla="*/ 810 h 52911"/>
                <a:gd name="connsiteX2" fmla="*/ 11144 w 79724"/>
                <a:gd name="connsiteY2" fmla="*/ 810 h 52911"/>
                <a:gd name="connsiteX3" fmla="*/ 11430 w 79724"/>
                <a:gd name="connsiteY3" fmla="*/ 8715 h 52911"/>
                <a:gd name="connsiteX4" fmla="*/ 18336 w 79724"/>
                <a:gd name="connsiteY4" fmla="*/ 2762 h 52911"/>
                <a:gd name="connsiteX5" fmla="*/ 29432 w 79724"/>
                <a:gd name="connsiteY5" fmla="*/ 48 h 52911"/>
                <a:gd name="connsiteX6" fmla="*/ 41720 w 79724"/>
                <a:gd name="connsiteY6" fmla="*/ 5048 h 52911"/>
                <a:gd name="connsiteX7" fmla="*/ 45720 w 79724"/>
                <a:gd name="connsiteY7" fmla="*/ 19098 h 52911"/>
                <a:gd name="connsiteX8" fmla="*/ 45720 w 79724"/>
                <a:gd name="connsiteY8" fmla="*/ 52864 h 52911"/>
                <a:gd name="connsiteX9" fmla="*/ 34100 w 79724"/>
                <a:gd name="connsiteY9" fmla="*/ 52864 h 52911"/>
                <a:gd name="connsiteX10" fmla="*/ 34100 w 79724"/>
                <a:gd name="connsiteY10" fmla="*/ 20622 h 52911"/>
                <a:gd name="connsiteX11" fmla="*/ 33338 w 79724"/>
                <a:gd name="connsiteY11" fmla="*/ 14764 h 52911"/>
                <a:gd name="connsiteX12" fmla="*/ 30671 w 79724"/>
                <a:gd name="connsiteY12" fmla="*/ 10811 h 52911"/>
                <a:gd name="connsiteX13" fmla="*/ 25384 w 79724"/>
                <a:gd name="connsiteY13" fmla="*/ 9382 h 52911"/>
                <a:gd name="connsiteX14" fmla="*/ 17193 w 79724"/>
                <a:gd name="connsiteY14" fmla="*/ 11716 h 52911"/>
                <a:gd name="connsiteX15" fmla="*/ 11573 w 79724"/>
                <a:gd name="connsiteY15" fmla="*/ 17002 h 52911"/>
                <a:gd name="connsiteX16" fmla="*/ 11573 w 79724"/>
                <a:gd name="connsiteY16" fmla="*/ 52864 h 52911"/>
                <a:gd name="connsiteX17" fmla="*/ 0 w 79724"/>
                <a:gd name="connsiteY17" fmla="*/ 52864 h 52911"/>
                <a:gd name="connsiteX18" fmla="*/ 68199 w 79724"/>
                <a:gd name="connsiteY18" fmla="*/ 52911 h 52911"/>
                <a:gd name="connsiteX19" fmla="*/ 68199 w 79724"/>
                <a:gd name="connsiteY19" fmla="*/ 20669 h 52911"/>
                <a:gd name="connsiteX20" fmla="*/ 67437 w 79724"/>
                <a:gd name="connsiteY20" fmla="*/ 14811 h 52911"/>
                <a:gd name="connsiteX21" fmla="*/ 64770 w 79724"/>
                <a:gd name="connsiteY21" fmla="*/ 10858 h 52911"/>
                <a:gd name="connsiteX22" fmla="*/ 59484 w 79724"/>
                <a:gd name="connsiteY22" fmla="*/ 9430 h 52911"/>
                <a:gd name="connsiteX23" fmla="*/ 51292 w 79724"/>
                <a:gd name="connsiteY23" fmla="*/ 11668 h 52911"/>
                <a:gd name="connsiteX24" fmla="*/ 45529 w 79724"/>
                <a:gd name="connsiteY24" fmla="*/ 16812 h 52911"/>
                <a:gd name="connsiteX25" fmla="*/ 43958 w 79724"/>
                <a:gd name="connsiteY25" fmla="*/ 9096 h 52911"/>
                <a:gd name="connsiteX26" fmla="*/ 52006 w 79724"/>
                <a:gd name="connsiteY26" fmla="*/ 2810 h 52911"/>
                <a:gd name="connsiteX27" fmla="*/ 63484 w 79724"/>
                <a:gd name="connsiteY27" fmla="*/ 0 h 52911"/>
                <a:gd name="connsiteX28" fmla="*/ 75724 w 79724"/>
                <a:gd name="connsiteY28" fmla="*/ 5001 h 52911"/>
                <a:gd name="connsiteX29" fmla="*/ 79724 w 79724"/>
                <a:gd name="connsiteY29" fmla="*/ 19050 h 52911"/>
                <a:gd name="connsiteX30" fmla="*/ 79724 w 79724"/>
                <a:gd name="connsiteY30" fmla="*/ 52816 h 52911"/>
                <a:gd name="connsiteX31" fmla="*/ 68199 w 79724"/>
                <a:gd name="connsiteY31" fmla="*/ 52816 h 52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79724" h="52911">
                  <a:moveTo>
                    <a:pt x="48" y="52911"/>
                  </a:moveTo>
                  <a:lnTo>
                    <a:pt x="48" y="810"/>
                  </a:lnTo>
                  <a:lnTo>
                    <a:pt x="11144" y="810"/>
                  </a:lnTo>
                  <a:lnTo>
                    <a:pt x="11430" y="8715"/>
                  </a:lnTo>
                  <a:cubicBezTo>
                    <a:pt x="13049" y="6525"/>
                    <a:pt x="15383" y="4572"/>
                    <a:pt x="18336" y="2762"/>
                  </a:cubicBezTo>
                  <a:cubicBezTo>
                    <a:pt x="21288" y="952"/>
                    <a:pt x="25003" y="48"/>
                    <a:pt x="29432" y="48"/>
                  </a:cubicBezTo>
                  <a:cubicBezTo>
                    <a:pt x="34957" y="48"/>
                    <a:pt x="39052" y="1715"/>
                    <a:pt x="41720" y="5048"/>
                  </a:cubicBezTo>
                  <a:cubicBezTo>
                    <a:pt x="44387" y="8382"/>
                    <a:pt x="45720" y="13097"/>
                    <a:pt x="45720" y="19098"/>
                  </a:cubicBezTo>
                  <a:lnTo>
                    <a:pt x="45720" y="52864"/>
                  </a:lnTo>
                  <a:lnTo>
                    <a:pt x="34100" y="52864"/>
                  </a:lnTo>
                  <a:lnTo>
                    <a:pt x="34100" y="20622"/>
                  </a:lnTo>
                  <a:cubicBezTo>
                    <a:pt x="34100" y="18431"/>
                    <a:pt x="33861" y="16478"/>
                    <a:pt x="33338" y="14764"/>
                  </a:cubicBezTo>
                  <a:cubicBezTo>
                    <a:pt x="32814" y="13049"/>
                    <a:pt x="31909" y="11763"/>
                    <a:pt x="30671" y="10811"/>
                  </a:cubicBezTo>
                  <a:cubicBezTo>
                    <a:pt x="29385" y="9858"/>
                    <a:pt x="27670" y="9382"/>
                    <a:pt x="25384" y="9382"/>
                  </a:cubicBezTo>
                  <a:cubicBezTo>
                    <a:pt x="22193" y="9382"/>
                    <a:pt x="19431" y="10144"/>
                    <a:pt x="17193" y="11716"/>
                  </a:cubicBezTo>
                  <a:cubicBezTo>
                    <a:pt x="14954" y="13287"/>
                    <a:pt x="13097" y="15002"/>
                    <a:pt x="11573" y="17002"/>
                  </a:cubicBezTo>
                  <a:lnTo>
                    <a:pt x="11573" y="52864"/>
                  </a:lnTo>
                  <a:lnTo>
                    <a:pt x="0" y="52864"/>
                  </a:lnTo>
                  <a:close/>
                  <a:moveTo>
                    <a:pt x="68199" y="52911"/>
                  </a:moveTo>
                  <a:lnTo>
                    <a:pt x="68199" y="20669"/>
                  </a:lnTo>
                  <a:cubicBezTo>
                    <a:pt x="68199" y="18479"/>
                    <a:pt x="67961" y="16526"/>
                    <a:pt x="67437" y="14811"/>
                  </a:cubicBezTo>
                  <a:cubicBezTo>
                    <a:pt x="66913" y="13097"/>
                    <a:pt x="66008" y="11811"/>
                    <a:pt x="64770" y="10858"/>
                  </a:cubicBezTo>
                  <a:cubicBezTo>
                    <a:pt x="63484" y="9906"/>
                    <a:pt x="61770" y="9430"/>
                    <a:pt x="59484" y="9430"/>
                  </a:cubicBezTo>
                  <a:cubicBezTo>
                    <a:pt x="56293" y="9430"/>
                    <a:pt x="53531" y="10144"/>
                    <a:pt x="51292" y="11668"/>
                  </a:cubicBezTo>
                  <a:cubicBezTo>
                    <a:pt x="49054" y="13144"/>
                    <a:pt x="47101" y="14859"/>
                    <a:pt x="45529" y="16812"/>
                  </a:cubicBezTo>
                  <a:lnTo>
                    <a:pt x="43958" y="9096"/>
                  </a:lnTo>
                  <a:cubicBezTo>
                    <a:pt x="46101" y="6763"/>
                    <a:pt x="48768" y="4667"/>
                    <a:pt x="52006" y="2810"/>
                  </a:cubicBezTo>
                  <a:cubicBezTo>
                    <a:pt x="55245" y="952"/>
                    <a:pt x="59055" y="0"/>
                    <a:pt x="63484" y="0"/>
                  </a:cubicBezTo>
                  <a:cubicBezTo>
                    <a:pt x="68961" y="0"/>
                    <a:pt x="73057" y="1667"/>
                    <a:pt x="75724" y="5001"/>
                  </a:cubicBezTo>
                  <a:cubicBezTo>
                    <a:pt x="78391" y="8334"/>
                    <a:pt x="79724" y="13049"/>
                    <a:pt x="79724" y="19050"/>
                  </a:cubicBezTo>
                  <a:lnTo>
                    <a:pt x="79724" y="52816"/>
                  </a:lnTo>
                  <a:lnTo>
                    <a:pt x="68199" y="52816"/>
                  </a:lnTo>
                  <a:close/>
                </a:path>
              </a:pathLst>
            </a:custGeom>
            <a:solidFill>
              <a:srgbClr val="FFFFFF"/>
            </a:solidFill>
            <a:ln w="4763" cap="flat">
              <a:noFill/>
              <a:prstDash val="solid"/>
              <a:miter/>
            </a:ln>
          </p:spPr>
          <p:txBody>
            <a:bodyPr rtlCol="0" anchor="ctr"/>
            <a:lstStyle/>
            <a:p>
              <a:endParaRPr lang="en-AU"/>
            </a:p>
          </p:txBody>
        </p:sp>
      </p:grpSp>
    </p:spTree>
    <p:extLst>
      <p:ext uri="{BB962C8B-B14F-4D97-AF65-F5344CB8AC3E}">
        <p14:creationId xmlns:p14="http://schemas.microsoft.com/office/powerpoint/2010/main" val="22433440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slide" preserve="1" userDrawn="1">
  <p:cSld name="1_Title slide">
    <p:bg>
      <p:bgPr>
        <a:solidFill>
          <a:schemeClr val="tx1"/>
        </a:solidFill>
        <a:effectLst/>
      </p:bgPr>
    </p:bg>
    <p:spTree>
      <p:nvGrpSpPr>
        <p:cNvPr id="1" name="Shape 9"/>
        <p:cNvGrpSpPr/>
        <p:nvPr/>
      </p:nvGrpSpPr>
      <p:grpSpPr>
        <a:xfrm>
          <a:off x="0" y="0"/>
          <a:ext cx="0" cy="0"/>
          <a:chOff x="0" y="0"/>
          <a:chExt cx="0" cy="0"/>
        </a:xfrm>
      </p:grpSpPr>
      <p:sp>
        <p:nvSpPr>
          <p:cNvPr id="2" name="Picture Placeholder 2">
            <a:extLst>
              <a:ext uri="{FF2B5EF4-FFF2-40B4-BE49-F238E27FC236}">
                <a16:creationId xmlns:a16="http://schemas.microsoft.com/office/drawing/2014/main" id="{79961376-B15F-ECBC-E77A-BAED3F222C3E}"/>
              </a:ext>
            </a:extLst>
          </p:cNvPr>
          <p:cNvSpPr>
            <a:spLocks noGrp="1"/>
          </p:cNvSpPr>
          <p:nvPr>
            <p:ph type="pic" sz="quarter" idx="13" hasCustomPrompt="1"/>
          </p:nvPr>
        </p:nvSpPr>
        <p:spPr>
          <a:xfrm>
            <a:off x="0" y="703898"/>
            <a:ext cx="9146381" cy="4439602"/>
          </a:xfrm>
          <a:custGeom>
            <a:avLst/>
            <a:gdLst>
              <a:gd name="connsiteX0" fmla="*/ 0 w 9144000"/>
              <a:gd name="connsiteY0" fmla="*/ 0 h 2270297"/>
              <a:gd name="connsiteX1" fmla="*/ 9144000 w 9144000"/>
              <a:gd name="connsiteY1" fmla="*/ 0 h 2270297"/>
              <a:gd name="connsiteX2" fmla="*/ 9144000 w 9144000"/>
              <a:gd name="connsiteY2" fmla="*/ 2270297 h 2270297"/>
              <a:gd name="connsiteX3" fmla="*/ 0 w 9144000"/>
              <a:gd name="connsiteY3" fmla="*/ 2270297 h 2270297"/>
              <a:gd name="connsiteX4" fmla="*/ 0 w 9144000"/>
              <a:gd name="connsiteY4" fmla="*/ 0 h 2270297"/>
              <a:gd name="connsiteX0" fmla="*/ 0 w 9144000"/>
              <a:gd name="connsiteY0" fmla="*/ 5542 h 2275839"/>
              <a:gd name="connsiteX1" fmla="*/ 7642860 w 9144000"/>
              <a:gd name="connsiteY1" fmla="*/ 0 h 2275839"/>
              <a:gd name="connsiteX2" fmla="*/ 9144000 w 9144000"/>
              <a:gd name="connsiteY2" fmla="*/ 5542 h 2275839"/>
              <a:gd name="connsiteX3" fmla="*/ 9144000 w 9144000"/>
              <a:gd name="connsiteY3" fmla="*/ 2275839 h 2275839"/>
              <a:gd name="connsiteX4" fmla="*/ 0 w 9144000"/>
              <a:gd name="connsiteY4" fmla="*/ 2275839 h 2275839"/>
              <a:gd name="connsiteX5" fmla="*/ 0 w 9144000"/>
              <a:gd name="connsiteY5" fmla="*/ 5542 h 2275839"/>
              <a:gd name="connsiteX0" fmla="*/ 0 w 9144000"/>
              <a:gd name="connsiteY0" fmla="*/ 5542 h 2275839"/>
              <a:gd name="connsiteX1" fmla="*/ 7642860 w 9144000"/>
              <a:gd name="connsiteY1" fmla="*/ 0 h 2275839"/>
              <a:gd name="connsiteX2" fmla="*/ 8877300 w 9144000"/>
              <a:gd name="connsiteY2" fmla="*/ 0 h 2275839"/>
              <a:gd name="connsiteX3" fmla="*/ 9144000 w 9144000"/>
              <a:gd name="connsiteY3" fmla="*/ 5542 h 2275839"/>
              <a:gd name="connsiteX4" fmla="*/ 9144000 w 9144000"/>
              <a:gd name="connsiteY4" fmla="*/ 2275839 h 2275839"/>
              <a:gd name="connsiteX5" fmla="*/ 0 w 9144000"/>
              <a:gd name="connsiteY5" fmla="*/ 2275839 h 2275839"/>
              <a:gd name="connsiteX6" fmla="*/ 0 w 9144000"/>
              <a:gd name="connsiteY6" fmla="*/ 5542 h 2275839"/>
              <a:gd name="connsiteX0" fmla="*/ 0 w 9144000"/>
              <a:gd name="connsiteY0" fmla="*/ 13162 h 2283459"/>
              <a:gd name="connsiteX1" fmla="*/ 7642860 w 9144000"/>
              <a:gd name="connsiteY1" fmla="*/ 7620 h 2283459"/>
              <a:gd name="connsiteX2" fmla="*/ 8282940 w 9144000"/>
              <a:gd name="connsiteY2" fmla="*/ 0 h 2283459"/>
              <a:gd name="connsiteX3" fmla="*/ 8877300 w 9144000"/>
              <a:gd name="connsiteY3" fmla="*/ 7620 h 2283459"/>
              <a:gd name="connsiteX4" fmla="*/ 9144000 w 9144000"/>
              <a:gd name="connsiteY4" fmla="*/ 13162 h 2283459"/>
              <a:gd name="connsiteX5" fmla="*/ 9144000 w 9144000"/>
              <a:gd name="connsiteY5" fmla="*/ 2283459 h 2283459"/>
              <a:gd name="connsiteX6" fmla="*/ 0 w 9144000"/>
              <a:gd name="connsiteY6" fmla="*/ 2283459 h 2283459"/>
              <a:gd name="connsiteX7" fmla="*/ 0 w 9144000"/>
              <a:gd name="connsiteY7" fmla="*/ 13162 h 2283459"/>
              <a:gd name="connsiteX0" fmla="*/ 0 w 9144000"/>
              <a:gd name="connsiteY0" fmla="*/ 150322 h 2420619"/>
              <a:gd name="connsiteX1" fmla="*/ 7642860 w 9144000"/>
              <a:gd name="connsiteY1" fmla="*/ 144780 h 2420619"/>
              <a:gd name="connsiteX2" fmla="*/ 8260080 w 9144000"/>
              <a:gd name="connsiteY2" fmla="*/ 0 h 2420619"/>
              <a:gd name="connsiteX3" fmla="*/ 8877300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609523 w 9144000"/>
              <a:gd name="connsiteY1" fmla="*/ 140017 h 2420619"/>
              <a:gd name="connsiteX2" fmla="*/ 8260080 w 9144000"/>
              <a:gd name="connsiteY2" fmla="*/ 0 h 2420619"/>
              <a:gd name="connsiteX3" fmla="*/ 8877300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609523 w 9144000"/>
              <a:gd name="connsiteY1" fmla="*/ 140017 h 2420619"/>
              <a:gd name="connsiteX2" fmla="*/ 8260080 w 9144000"/>
              <a:gd name="connsiteY2" fmla="*/ 0 h 2420619"/>
              <a:gd name="connsiteX3" fmla="*/ 8893969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602379 w 9144000"/>
              <a:gd name="connsiteY1" fmla="*/ 147161 h 2420619"/>
              <a:gd name="connsiteX2" fmla="*/ 8260080 w 9144000"/>
              <a:gd name="connsiteY2" fmla="*/ 0 h 2420619"/>
              <a:gd name="connsiteX3" fmla="*/ 8893969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576185 w 9144000"/>
              <a:gd name="connsiteY1" fmla="*/ 144780 h 2420619"/>
              <a:gd name="connsiteX2" fmla="*/ 8260080 w 9144000"/>
              <a:gd name="connsiteY2" fmla="*/ 0 h 2420619"/>
              <a:gd name="connsiteX3" fmla="*/ 8893969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576185 w 9144000"/>
              <a:gd name="connsiteY1" fmla="*/ 144780 h 2420619"/>
              <a:gd name="connsiteX2" fmla="*/ 8260080 w 9144000"/>
              <a:gd name="connsiteY2" fmla="*/ 0 h 2420619"/>
              <a:gd name="connsiteX3" fmla="*/ 8893969 w 9144000"/>
              <a:gd name="connsiteY3" fmla="*/ 149543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576185 w 9144000"/>
              <a:gd name="connsiteY1" fmla="*/ 144780 h 2420619"/>
              <a:gd name="connsiteX2" fmla="*/ 8260080 w 9144000"/>
              <a:gd name="connsiteY2" fmla="*/ 0 h 2420619"/>
              <a:gd name="connsiteX3" fmla="*/ 8936831 w 9144000"/>
              <a:gd name="connsiteY3" fmla="*/ 151924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6381"/>
              <a:gd name="connsiteY0" fmla="*/ 150322 h 2420619"/>
              <a:gd name="connsiteX1" fmla="*/ 7576185 w 9146381"/>
              <a:gd name="connsiteY1" fmla="*/ 144780 h 2420619"/>
              <a:gd name="connsiteX2" fmla="*/ 8260080 w 9146381"/>
              <a:gd name="connsiteY2" fmla="*/ 0 h 2420619"/>
              <a:gd name="connsiteX3" fmla="*/ 8936831 w 9146381"/>
              <a:gd name="connsiteY3" fmla="*/ 151924 h 2420619"/>
              <a:gd name="connsiteX4" fmla="*/ 9146381 w 9146381"/>
              <a:gd name="connsiteY4" fmla="*/ 147941 h 2420619"/>
              <a:gd name="connsiteX5" fmla="*/ 9144000 w 9146381"/>
              <a:gd name="connsiteY5" fmla="*/ 2420619 h 2420619"/>
              <a:gd name="connsiteX6" fmla="*/ 0 w 9146381"/>
              <a:gd name="connsiteY6" fmla="*/ 2420619 h 2420619"/>
              <a:gd name="connsiteX7" fmla="*/ 0 w 9146381"/>
              <a:gd name="connsiteY7" fmla="*/ 150322 h 2420619"/>
              <a:gd name="connsiteX0" fmla="*/ 0 w 9146381"/>
              <a:gd name="connsiteY0" fmla="*/ 150322 h 2420619"/>
              <a:gd name="connsiteX1" fmla="*/ 7576185 w 9146381"/>
              <a:gd name="connsiteY1" fmla="*/ 144780 h 2420619"/>
              <a:gd name="connsiteX2" fmla="*/ 8260080 w 9146381"/>
              <a:gd name="connsiteY2" fmla="*/ 0 h 2420619"/>
              <a:gd name="connsiteX3" fmla="*/ 8936831 w 9146381"/>
              <a:gd name="connsiteY3" fmla="*/ 147162 h 2420619"/>
              <a:gd name="connsiteX4" fmla="*/ 9146381 w 9146381"/>
              <a:gd name="connsiteY4" fmla="*/ 147941 h 2420619"/>
              <a:gd name="connsiteX5" fmla="*/ 9144000 w 9146381"/>
              <a:gd name="connsiteY5" fmla="*/ 2420619 h 2420619"/>
              <a:gd name="connsiteX6" fmla="*/ 0 w 9146381"/>
              <a:gd name="connsiteY6" fmla="*/ 2420619 h 2420619"/>
              <a:gd name="connsiteX7" fmla="*/ 0 w 9146381"/>
              <a:gd name="connsiteY7" fmla="*/ 150322 h 2420619"/>
              <a:gd name="connsiteX0" fmla="*/ 0 w 9146381"/>
              <a:gd name="connsiteY0" fmla="*/ 150322 h 2420619"/>
              <a:gd name="connsiteX1" fmla="*/ 7566660 w 9146381"/>
              <a:gd name="connsiteY1" fmla="*/ 142399 h 2420619"/>
              <a:gd name="connsiteX2" fmla="*/ 8260080 w 9146381"/>
              <a:gd name="connsiteY2" fmla="*/ 0 h 2420619"/>
              <a:gd name="connsiteX3" fmla="*/ 8936831 w 9146381"/>
              <a:gd name="connsiteY3" fmla="*/ 147162 h 2420619"/>
              <a:gd name="connsiteX4" fmla="*/ 9146381 w 9146381"/>
              <a:gd name="connsiteY4" fmla="*/ 147941 h 2420619"/>
              <a:gd name="connsiteX5" fmla="*/ 9144000 w 9146381"/>
              <a:gd name="connsiteY5" fmla="*/ 2420619 h 2420619"/>
              <a:gd name="connsiteX6" fmla="*/ 0 w 9146381"/>
              <a:gd name="connsiteY6" fmla="*/ 2420619 h 2420619"/>
              <a:gd name="connsiteX7" fmla="*/ 0 w 9146381"/>
              <a:gd name="connsiteY7" fmla="*/ 150322 h 2420619"/>
              <a:gd name="connsiteX0" fmla="*/ 0 w 9146381"/>
              <a:gd name="connsiteY0" fmla="*/ 155084 h 2425381"/>
              <a:gd name="connsiteX1" fmla="*/ 7566660 w 9146381"/>
              <a:gd name="connsiteY1" fmla="*/ 147161 h 2425381"/>
              <a:gd name="connsiteX2" fmla="*/ 8250555 w 9146381"/>
              <a:gd name="connsiteY2" fmla="*/ 0 h 2425381"/>
              <a:gd name="connsiteX3" fmla="*/ 8936831 w 9146381"/>
              <a:gd name="connsiteY3" fmla="*/ 151924 h 2425381"/>
              <a:gd name="connsiteX4" fmla="*/ 9146381 w 9146381"/>
              <a:gd name="connsiteY4" fmla="*/ 152703 h 2425381"/>
              <a:gd name="connsiteX5" fmla="*/ 9144000 w 9146381"/>
              <a:gd name="connsiteY5" fmla="*/ 2425381 h 2425381"/>
              <a:gd name="connsiteX6" fmla="*/ 0 w 9146381"/>
              <a:gd name="connsiteY6" fmla="*/ 2425381 h 2425381"/>
              <a:gd name="connsiteX7" fmla="*/ 0 w 9146381"/>
              <a:gd name="connsiteY7" fmla="*/ 155084 h 2425381"/>
              <a:gd name="connsiteX0" fmla="*/ 0 w 9146381"/>
              <a:gd name="connsiteY0" fmla="*/ 82234 h 2425381"/>
              <a:gd name="connsiteX1" fmla="*/ 7566660 w 9146381"/>
              <a:gd name="connsiteY1" fmla="*/ 147161 h 2425381"/>
              <a:gd name="connsiteX2" fmla="*/ 8250555 w 9146381"/>
              <a:gd name="connsiteY2" fmla="*/ 0 h 2425381"/>
              <a:gd name="connsiteX3" fmla="*/ 8936831 w 9146381"/>
              <a:gd name="connsiteY3" fmla="*/ 151924 h 2425381"/>
              <a:gd name="connsiteX4" fmla="*/ 9146381 w 9146381"/>
              <a:gd name="connsiteY4" fmla="*/ 152703 h 2425381"/>
              <a:gd name="connsiteX5" fmla="*/ 9144000 w 9146381"/>
              <a:gd name="connsiteY5" fmla="*/ 2425381 h 2425381"/>
              <a:gd name="connsiteX6" fmla="*/ 0 w 9146381"/>
              <a:gd name="connsiteY6" fmla="*/ 2425381 h 2425381"/>
              <a:gd name="connsiteX7" fmla="*/ 0 w 9146381"/>
              <a:gd name="connsiteY7" fmla="*/ 82234 h 2425381"/>
              <a:gd name="connsiteX0" fmla="*/ 0 w 9146381"/>
              <a:gd name="connsiteY0" fmla="*/ 82234 h 2425381"/>
              <a:gd name="connsiteX1" fmla="*/ 7566660 w 9146381"/>
              <a:gd name="connsiteY1" fmla="*/ 147161 h 2425381"/>
              <a:gd name="connsiteX2" fmla="*/ 8250555 w 9146381"/>
              <a:gd name="connsiteY2" fmla="*/ 0 h 2425381"/>
              <a:gd name="connsiteX3" fmla="*/ 8936831 w 9146381"/>
              <a:gd name="connsiteY3" fmla="*/ 151924 h 2425381"/>
              <a:gd name="connsiteX4" fmla="*/ 9146381 w 9146381"/>
              <a:gd name="connsiteY4" fmla="*/ 79853 h 2425381"/>
              <a:gd name="connsiteX5" fmla="*/ 9144000 w 9146381"/>
              <a:gd name="connsiteY5" fmla="*/ 2425381 h 2425381"/>
              <a:gd name="connsiteX6" fmla="*/ 0 w 9146381"/>
              <a:gd name="connsiteY6" fmla="*/ 2425381 h 2425381"/>
              <a:gd name="connsiteX7" fmla="*/ 0 w 9146381"/>
              <a:gd name="connsiteY7" fmla="*/ 82234 h 2425381"/>
              <a:gd name="connsiteX0" fmla="*/ 0 w 9146381"/>
              <a:gd name="connsiteY0" fmla="*/ 82234 h 2425381"/>
              <a:gd name="connsiteX1" fmla="*/ 7566660 w 9146381"/>
              <a:gd name="connsiteY1" fmla="*/ 147161 h 2425381"/>
              <a:gd name="connsiteX2" fmla="*/ 8250555 w 9146381"/>
              <a:gd name="connsiteY2" fmla="*/ 0 h 2425381"/>
              <a:gd name="connsiteX3" fmla="*/ 8924131 w 9146381"/>
              <a:gd name="connsiteY3" fmla="*/ 86012 h 2425381"/>
              <a:gd name="connsiteX4" fmla="*/ 9146381 w 9146381"/>
              <a:gd name="connsiteY4" fmla="*/ 79853 h 2425381"/>
              <a:gd name="connsiteX5" fmla="*/ 9144000 w 9146381"/>
              <a:gd name="connsiteY5" fmla="*/ 2425381 h 2425381"/>
              <a:gd name="connsiteX6" fmla="*/ 0 w 9146381"/>
              <a:gd name="connsiteY6" fmla="*/ 2425381 h 2425381"/>
              <a:gd name="connsiteX7" fmla="*/ 0 w 9146381"/>
              <a:gd name="connsiteY7" fmla="*/ 82234 h 2425381"/>
              <a:gd name="connsiteX0" fmla="*/ 0 w 9146381"/>
              <a:gd name="connsiteY0" fmla="*/ 82234 h 2425381"/>
              <a:gd name="connsiteX1" fmla="*/ 7566660 w 9146381"/>
              <a:gd name="connsiteY1" fmla="*/ 74311 h 2425381"/>
              <a:gd name="connsiteX2" fmla="*/ 8250555 w 9146381"/>
              <a:gd name="connsiteY2" fmla="*/ 0 h 2425381"/>
              <a:gd name="connsiteX3" fmla="*/ 8924131 w 9146381"/>
              <a:gd name="connsiteY3" fmla="*/ 86012 h 2425381"/>
              <a:gd name="connsiteX4" fmla="*/ 9146381 w 9146381"/>
              <a:gd name="connsiteY4" fmla="*/ 79853 h 2425381"/>
              <a:gd name="connsiteX5" fmla="*/ 9144000 w 9146381"/>
              <a:gd name="connsiteY5" fmla="*/ 2425381 h 2425381"/>
              <a:gd name="connsiteX6" fmla="*/ 0 w 9146381"/>
              <a:gd name="connsiteY6" fmla="*/ 2425381 h 2425381"/>
              <a:gd name="connsiteX7" fmla="*/ 0 w 9146381"/>
              <a:gd name="connsiteY7" fmla="*/ 82234 h 2425381"/>
              <a:gd name="connsiteX0" fmla="*/ 0 w 9146381"/>
              <a:gd name="connsiteY0" fmla="*/ 82234 h 2425381"/>
              <a:gd name="connsiteX1" fmla="*/ 7566660 w 9146381"/>
              <a:gd name="connsiteY1" fmla="*/ 74311 h 2425381"/>
              <a:gd name="connsiteX2" fmla="*/ 8250555 w 9146381"/>
              <a:gd name="connsiteY2" fmla="*/ 0 h 2425381"/>
              <a:gd name="connsiteX3" fmla="*/ 8927306 w 9146381"/>
              <a:gd name="connsiteY3" fmla="*/ 80808 h 2425381"/>
              <a:gd name="connsiteX4" fmla="*/ 9146381 w 9146381"/>
              <a:gd name="connsiteY4" fmla="*/ 79853 h 2425381"/>
              <a:gd name="connsiteX5" fmla="*/ 9144000 w 9146381"/>
              <a:gd name="connsiteY5" fmla="*/ 2425381 h 2425381"/>
              <a:gd name="connsiteX6" fmla="*/ 0 w 9146381"/>
              <a:gd name="connsiteY6" fmla="*/ 2425381 h 2425381"/>
              <a:gd name="connsiteX7" fmla="*/ 0 w 9146381"/>
              <a:gd name="connsiteY7" fmla="*/ 82234 h 2425381"/>
              <a:gd name="connsiteX0" fmla="*/ 0 w 9146381"/>
              <a:gd name="connsiteY0" fmla="*/ 82234 h 2425381"/>
              <a:gd name="connsiteX1" fmla="*/ 7566660 w 9146381"/>
              <a:gd name="connsiteY1" fmla="*/ 74311 h 2425381"/>
              <a:gd name="connsiteX2" fmla="*/ 8250555 w 9146381"/>
              <a:gd name="connsiteY2" fmla="*/ 0 h 2425381"/>
              <a:gd name="connsiteX3" fmla="*/ 8927306 w 9146381"/>
              <a:gd name="connsiteY3" fmla="*/ 80808 h 2425381"/>
              <a:gd name="connsiteX4" fmla="*/ 9146381 w 9146381"/>
              <a:gd name="connsiteY4" fmla="*/ 85057 h 2425381"/>
              <a:gd name="connsiteX5" fmla="*/ 9144000 w 9146381"/>
              <a:gd name="connsiteY5" fmla="*/ 2425381 h 2425381"/>
              <a:gd name="connsiteX6" fmla="*/ 0 w 9146381"/>
              <a:gd name="connsiteY6" fmla="*/ 2425381 h 2425381"/>
              <a:gd name="connsiteX7" fmla="*/ 0 w 9146381"/>
              <a:gd name="connsiteY7" fmla="*/ 82234 h 2425381"/>
              <a:gd name="connsiteX0" fmla="*/ 0 w 9146381"/>
              <a:gd name="connsiteY0" fmla="*/ 82234 h 2425381"/>
              <a:gd name="connsiteX1" fmla="*/ 7566660 w 9146381"/>
              <a:gd name="connsiteY1" fmla="*/ 74311 h 2425381"/>
              <a:gd name="connsiteX2" fmla="*/ 8250555 w 9146381"/>
              <a:gd name="connsiteY2" fmla="*/ 0 h 2425381"/>
              <a:gd name="connsiteX3" fmla="*/ 8927306 w 9146381"/>
              <a:gd name="connsiteY3" fmla="*/ 80808 h 2425381"/>
              <a:gd name="connsiteX4" fmla="*/ 9146381 w 9146381"/>
              <a:gd name="connsiteY4" fmla="*/ 79854 h 2425381"/>
              <a:gd name="connsiteX5" fmla="*/ 9144000 w 9146381"/>
              <a:gd name="connsiteY5" fmla="*/ 2425381 h 2425381"/>
              <a:gd name="connsiteX6" fmla="*/ 0 w 9146381"/>
              <a:gd name="connsiteY6" fmla="*/ 2425381 h 2425381"/>
              <a:gd name="connsiteX7" fmla="*/ 0 w 9146381"/>
              <a:gd name="connsiteY7" fmla="*/ 82234 h 2425381"/>
              <a:gd name="connsiteX0" fmla="*/ 0 w 9146381"/>
              <a:gd name="connsiteY0" fmla="*/ 82234 h 2425381"/>
              <a:gd name="connsiteX1" fmla="*/ 7541895 w 9146381"/>
              <a:gd name="connsiteY1" fmla="*/ 79515 h 2425381"/>
              <a:gd name="connsiteX2" fmla="*/ 8250555 w 9146381"/>
              <a:gd name="connsiteY2" fmla="*/ 0 h 2425381"/>
              <a:gd name="connsiteX3" fmla="*/ 8927306 w 9146381"/>
              <a:gd name="connsiteY3" fmla="*/ 80808 h 2425381"/>
              <a:gd name="connsiteX4" fmla="*/ 9146381 w 9146381"/>
              <a:gd name="connsiteY4" fmla="*/ 79854 h 2425381"/>
              <a:gd name="connsiteX5" fmla="*/ 9144000 w 9146381"/>
              <a:gd name="connsiteY5" fmla="*/ 2425381 h 2425381"/>
              <a:gd name="connsiteX6" fmla="*/ 0 w 9146381"/>
              <a:gd name="connsiteY6" fmla="*/ 2425381 h 2425381"/>
              <a:gd name="connsiteX7" fmla="*/ 0 w 9146381"/>
              <a:gd name="connsiteY7" fmla="*/ 82234 h 2425381"/>
              <a:gd name="connsiteX0" fmla="*/ 0 w 9146381"/>
              <a:gd name="connsiteY0" fmla="*/ 82234 h 2425381"/>
              <a:gd name="connsiteX1" fmla="*/ 7541895 w 9146381"/>
              <a:gd name="connsiteY1" fmla="*/ 80556 h 2425381"/>
              <a:gd name="connsiteX2" fmla="*/ 8250555 w 9146381"/>
              <a:gd name="connsiteY2" fmla="*/ 0 h 2425381"/>
              <a:gd name="connsiteX3" fmla="*/ 8927306 w 9146381"/>
              <a:gd name="connsiteY3" fmla="*/ 80808 h 2425381"/>
              <a:gd name="connsiteX4" fmla="*/ 9146381 w 9146381"/>
              <a:gd name="connsiteY4" fmla="*/ 79854 h 2425381"/>
              <a:gd name="connsiteX5" fmla="*/ 9144000 w 9146381"/>
              <a:gd name="connsiteY5" fmla="*/ 2425381 h 2425381"/>
              <a:gd name="connsiteX6" fmla="*/ 0 w 9146381"/>
              <a:gd name="connsiteY6" fmla="*/ 2425381 h 2425381"/>
              <a:gd name="connsiteX7" fmla="*/ 0 w 9146381"/>
              <a:gd name="connsiteY7" fmla="*/ 82234 h 242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6381" h="2425381">
                <a:moveTo>
                  <a:pt x="0" y="82234"/>
                </a:moveTo>
                <a:lnTo>
                  <a:pt x="7541895" y="80556"/>
                </a:lnTo>
                <a:lnTo>
                  <a:pt x="8250555" y="0"/>
                </a:lnTo>
                <a:lnTo>
                  <a:pt x="8927306" y="80808"/>
                </a:lnTo>
                <a:lnTo>
                  <a:pt x="9146381" y="79854"/>
                </a:lnTo>
                <a:cubicBezTo>
                  <a:pt x="9145587" y="837413"/>
                  <a:pt x="9144794" y="1667822"/>
                  <a:pt x="9144000" y="2425381"/>
                </a:cubicBezTo>
                <a:lnTo>
                  <a:pt x="0" y="2425381"/>
                </a:lnTo>
                <a:lnTo>
                  <a:pt x="0" y="82234"/>
                </a:lnTo>
                <a:close/>
              </a:path>
            </a:pathLst>
          </a:custGeom>
          <a:noFill/>
        </p:spPr>
        <p:txBody>
          <a:bodyPr/>
          <a:lstStyle>
            <a:lvl1pPr marL="114300" indent="0">
              <a:buNone/>
              <a:defRPr/>
            </a:lvl1pPr>
          </a:lstStyle>
          <a:p>
            <a:r>
              <a:rPr lang="en-IN" dirty="0"/>
              <a:t> </a:t>
            </a:r>
            <a:endParaRPr lang="en-AU" dirty="0"/>
          </a:p>
        </p:txBody>
      </p:sp>
      <p:sp>
        <p:nvSpPr>
          <p:cNvPr id="4" name="Freeform: Shape 3">
            <a:extLst>
              <a:ext uri="{FF2B5EF4-FFF2-40B4-BE49-F238E27FC236}">
                <a16:creationId xmlns:a16="http://schemas.microsoft.com/office/drawing/2014/main" id="{F6485786-CA23-20A3-7709-98661059EC97}"/>
              </a:ext>
            </a:extLst>
          </p:cNvPr>
          <p:cNvSpPr/>
          <p:nvPr userDrawn="1"/>
        </p:nvSpPr>
        <p:spPr>
          <a:xfrm>
            <a:off x="0" y="0"/>
            <a:ext cx="9144000" cy="857250"/>
          </a:xfrm>
          <a:custGeom>
            <a:avLst/>
            <a:gdLst>
              <a:gd name="connsiteX0" fmla="*/ 0 w 9144000"/>
              <a:gd name="connsiteY0" fmla="*/ 0 h 857250"/>
              <a:gd name="connsiteX1" fmla="*/ 0 w 9144000"/>
              <a:gd name="connsiteY1" fmla="*/ 857250 h 857250"/>
              <a:gd name="connsiteX2" fmla="*/ 7540609 w 9144000"/>
              <a:gd name="connsiteY2" fmla="*/ 857250 h 857250"/>
              <a:gd name="connsiteX3" fmla="*/ 8245698 w 9144000"/>
              <a:gd name="connsiteY3" fmla="*/ 707422 h 857250"/>
              <a:gd name="connsiteX4" fmla="*/ 8933831 w 9144000"/>
              <a:gd name="connsiteY4" fmla="*/ 857250 h 857250"/>
              <a:gd name="connsiteX5" fmla="*/ 9144000 w 9144000"/>
              <a:gd name="connsiteY5" fmla="*/ 857250 h 857250"/>
              <a:gd name="connsiteX6" fmla="*/ 9144000 w 9144000"/>
              <a:gd name="connsiteY6" fmla="*/ 0 h 857250"/>
              <a:gd name="connsiteX7" fmla="*/ 0 w 9144000"/>
              <a:gd name="connsiteY7" fmla="*/ 0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0" h="857250">
                <a:moveTo>
                  <a:pt x="0" y="0"/>
                </a:moveTo>
                <a:lnTo>
                  <a:pt x="0" y="857250"/>
                </a:lnTo>
                <a:lnTo>
                  <a:pt x="7540609" y="857250"/>
                </a:lnTo>
                <a:lnTo>
                  <a:pt x="8245698" y="707422"/>
                </a:lnTo>
                <a:lnTo>
                  <a:pt x="8933831" y="857250"/>
                </a:lnTo>
                <a:lnTo>
                  <a:pt x="9144000" y="857250"/>
                </a:lnTo>
                <a:lnTo>
                  <a:pt x="9144000" y="0"/>
                </a:lnTo>
                <a:lnTo>
                  <a:pt x="0" y="0"/>
                </a:lnTo>
                <a:close/>
              </a:path>
            </a:pathLst>
          </a:custGeom>
          <a:gradFill>
            <a:gsLst>
              <a:gs pos="0">
                <a:srgbClr val="6164AD"/>
              </a:gs>
              <a:gs pos="50000">
                <a:srgbClr val="5C54A4"/>
              </a:gs>
              <a:gs pos="100000">
                <a:srgbClr val="58449B"/>
              </a:gs>
            </a:gsLst>
            <a:lin ang="0" scaled="1"/>
          </a:gradFill>
          <a:ln w="81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lvl="0" defTabSz="914400" eaLnBrk="1" latinLnBrk="0" hangingPunct="1"/>
            <a:endParaRPr lang="en-AU" sz="1800" kern="1200">
              <a:solidFill>
                <a:schemeClr val="tx1"/>
              </a:solidFill>
              <a:latin typeface="+mn-lt"/>
              <a:ea typeface="+mn-ea"/>
              <a:cs typeface="+mn-cs"/>
            </a:endParaRPr>
          </a:p>
        </p:txBody>
      </p:sp>
      <p:sp>
        <p:nvSpPr>
          <p:cNvPr id="5" name="Google Shape;10;p2">
            <a:extLst>
              <a:ext uri="{FF2B5EF4-FFF2-40B4-BE49-F238E27FC236}">
                <a16:creationId xmlns:a16="http://schemas.microsoft.com/office/drawing/2014/main" id="{7DE77569-CF12-8ADA-417E-A17EED745482}"/>
              </a:ext>
            </a:extLst>
          </p:cNvPr>
          <p:cNvSpPr txBox="1">
            <a:spLocks noGrp="1"/>
          </p:cNvSpPr>
          <p:nvPr>
            <p:ph type="ctrTitle" hasCustomPrompt="1"/>
          </p:nvPr>
        </p:nvSpPr>
        <p:spPr>
          <a:xfrm>
            <a:off x="311708" y="1927513"/>
            <a:ext cx="4260292" cy="1047749"/>
          </a:xfrm>
          <a:prstGeom prst="rect">
            <a:avLst/>
          </a:prstGeom>
        </p:spPr>
        <p:txBody>
          <a:bodyPr spcFirstLastPara="1" wrap="square" lIns="90000" tIns="90000" rIns="90000" bIns="36000" anchor="b" anchorCtr="0">
            <a:noAutofit/>
          </a:bodyPr>
          <a:lstStyle>
            <a:lvl1pPr lvl="0" algn="l">
              <a:spcBef>
                <a:spcPts val="0"/>
              </a:spcBef>
              <a:spcAft>
                <a:spcPts val="0"/>
              </a:spcAft>
              <a:buSzPts val="5200"/>
              <a:buNone/>
              <a:defRPr sz="2800" b="1">
                <a:solidFill>
                  <a:schemeClr val="bg1"/>
                </a:solidFill>
                <a:latin typeface="PP Neue Machina Plain Ultrabold" pitchFamily="50" charset="0"/>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br>
              <a:rPr lang="en-IN" dirty="0"/>
            </a:br>
            <a:r>
              <a:rPr lang="en-IN" dirty="0"/>
              <a:t>Click here to </a:t>
            </a:r>
            <a:br>
              <a:rPr lang="en-IN" dirty="0"/>
            </a:br>
            <a:r>
              <a:rPr lang="en-IN" dirty="0"/>
              <a:t>add title</a:t>
            </a:r>
            <a:endParaRPr dirty="0"/>
          </a:p>
        </p:txBody>
      </p:sp>
      <p:sp>
        <p:nvSpPr>
          <p:cNvPr id="6" name="Google Shape;11;p2">
            <a:extLst>
              <a:ext uri="{FF2B5EF4-FFF2-40B4-BE49-F238E27FC236}">
                <a16:creationId xmlns:a16="http://schemas.microsoft.com/office/drawing/2014/main" id="{0C50BD5F-C55E-53AD-DB29-26F4E5A5E512}"/>
              </a:ext>
            </a:extLst>
          </p:cNvPr>
          <p:cNvSpPr txBox="1">
            <a:spLocks noGrp="1"/>
          </p:cNvSpPr>
          <p:nvPr>
            <p:ph type="subTitle" idx="1"/>
          </p:nvPr>
        </p:nvSpPr>
        <p:spPr>
          <a:xfrm>
            <a:off x="304800" y="2994313"/>
            <a:ext cx="4260292" cy="457200"/>
          </a:xfrm>
          <a:prstGeom prst="rect">
            <a:avLst/>
          </a:prstGeom>
        </p:spPr>
        <p:txBody>
          <a:bodyPr spcFirstLastPara="1" wrap="square" lIns="90000" tIns="90000" rIns="90000" bIns="90000" anchor="t" anchorCtr="0">
            <a:noAutofit/>
          </a:bodyPr>
          <a:lstStyle>
            <a:lvl1pPr marL="0" lvl="0" indent="0" algn="l">
              <a:lnSpc>
                <a:spcPct val="100000"/>
              </a:lnSpc>
              <a:spcBef>
                <a:spcPts val="0"/>
              </a:spcBef>
              <a:spcAft>
                <a:spcPts val="0"/>
              </a:spcAft>
              <a:buSzPts val="2800"/>
              <a:buNone/>
              <a:defRPr sz="1800">
                <a:solidFill>
                  <a:schemeClr val="accent4"/>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dirty="0"/>
          </a:p>
        </p:txBody>
      </p:sp>
      <p:sp>
        <p:nvSpPr>
          <p:cNvPr id="8" name="Freeform: Shape 7">
            <a:extLst>
              <a:ext uri="{FF2B5EF4-FFF2-40B4-BE49-F238E27FC236}">
                <a16:creationId xmlns:a16="http://schemas.microsoft.com/office/drawing/2014/main" id="{E5B9E805-69E9-0228-CA34-0CEE2328303F}"/>
              </a:ext>
            </a:extLst>
          </p:cNvPr>
          <p:cNvSpPr/>
          <p:nvPr/>
        </p:nvSpPr>
        <p:spPr>
          <a:xfrm>
            <a:off x="7540608" y="437149"/>
            <a:ext cx="1246536" cy="285083"/>
          </a:xfrm>
          <a:custGeom>
            <a:avLst/>
            <a:gdLst>
              <a:gd name="connsiteX0" fmla="*/ 718995 w 1246536"/>
              <a:gd name="connsiteY0" fmla="*/ 0 h 285083"/>
              <a:gd name="connsiteX1" fmla="*/ 769239 w 1246536"/>
              <a:gd name="connsiteY1" fmla="*/ 10668 h 285083"/>
              <a:gd name="connsiteX2" fmla="*/ 842391 w 1246536"/>
              <a:gd name="connsiteY2" fmla="*/ 94726 h 285083"/>
              <a:gd name="connsiteX3" fmla="*/ 769239 w 1246536"/>
              <a:gd name="connsiteY3" fmla="*/ 147876 h 285083"/>
              <a:gd name="connsiteX4" fmla="*/ 718995 w 1246536"/>
              <a:gd name="connsiteY4" fmla="*/ 137208 h 285083"/>
              <a:gd name="connsiteX5" fmla="*/ 718995 w 1246536"/>
              <a:gd name="connsiteY5" fmla="*/ 48 h 285083"/>
              <a:gd name="connsiteX6" fmla="*/ 769239 w 1246536"/>
              <a:gd name="connsiteY6" fmla="*/ 116681 h 285083"/>
              <a:gd name="connsiteX7" fmla="*/ 808530 w 1246536"/>
              <a:gd name="connsiteY7" fmla="*/ 87487 h 285083"/>
              <a:gd name="connsiteX8" fmla="*/ 769239 w 1246536"/>
              <a:gd name="connsiteY8" fmla="*/ 41577 h 285083"/>
              <a:gd name="connsiteX9" fmla="*/ 752856 w 1246536"/>
              <a:gd name="connsiteY9" fmla="*/ 38100 h 285083"/>
              <a:gd name="connsiteX10" fmla="*/ 752856 w 1246536"/>
              <a:gd name="connsiteY10" fmla="*/ 113205 h 285083"/>
              <a:gd name="connsiteX11" fmla="*/ 769239 w 1246536"/>
              <a:gd name="connsiteY11" fmla="*/ 116681 h 285083"/>
              <a:gd name="connsiteX12" fmla="*/ 947024 w 1246536"/>
              <a:gd name="connsiteY12" fmla="*/ 48482 h 285083"/>
              <a:gd name="connsiteX13" fmla="*/ 947024 w 1246536"/>
              <a:gd name="connsiteY13" fmla="*/ 79391 h 285083"/>
              <a:gd name="connsiteX14" fmla="*/ 917067 w 1246536"/>
              <a:gd name="connsiteY14" fmla="*/ 73009 h 285083"/>
              <a:gd name="connsiteX15" fmla="*/ 917067 w 1246536"/>
              <a:gd name="connsiteY15" fmla="*/ 148114 h 285083"/>
              <a:gd name="connsiteX16" fmla="*/ 947024 w 1246536"/>
              <a:gd name="connsiteY16" fmla="*/ 154496 h 285083"/>
              <a:gd name="connsiteX17" fmla="*/ 947024 w 1246536"/>
              <a:gd name="connsiteY17" fmla="*/ 185642 h 285083"/>
              <a:gd name="connsiteX18" fmla="*/ 853393 w 1246536"/>
              <a:gd name="connsiteY18" fmla="*/ 165735 h 285083"/>
              <a:gd name="connsiteX19" fmla="*/ 853393 w 1246536"/>
              <a:gd name="connsiteY19" fmla="*/ 134588 h 285083"/>
              <a:gd name="connsiteX20" fmla="*/ 883349 w 1246536"/>
              <a:gd name="connsiteY20" fmla="*/ 140970 h 285083"/>
              <a:gd name="connsiteX21" fmla="*/ 883349 w 1246536"/>
              <a:gd name="connsiteY21" fmla="*/ 65865 h 285083"/>
              <a:gd name="connsiteX22" fmla="*/ 853393 w 1246536"/>
              <a:gd name="connsiteY22" fmla="*/ 59484 h 285083"/>
              <a:gd name="connsiteX23" fmla="*/ 853393 w 1246536"/>
              <a:gd name="connsiteY23" fmla="*/ 28575 h 285083"/>
              <a:gd name="connsiteX24" fmla="*/ 947024 w 1246536"/>
              <a:gd name="connsiteY24" fmla="*/ 48482 h 285083"/>
              <a:gd name="connsiteX25" fmla="*/ 1026319 w 1246536"/>
              <a:gd name="connsiteY25" fmla="*/ 62579 h 285083"/>
              <a:gd name="connsiteX26" fmla="*/ 1094994 w 1246536"/>
              <a:gd name="connsiteY26" fmla="*/ 148399 h 285083"/>
              <a:gd name="connsiteX27" fmla="*/ 1026319 w 1246536"/>
              <a:gd name="connsiteY27" fmla="*/ 205216 h 285083"/>
              <a:gd name="connsiteX28" fmla="*/ 957263 w 1246536"/>
              <a:gd name="connsiteY28" fmla="*/ 119158 h 285083"/>
              <a:gd name="connsiteX29" fmla="*/ 1026319 w 1246536"/>
              <a:gd name="connsiteY29" fmla="*/ 62627 h 285083"/>
              <a:gd name="connsiteX30" fmla="*/ 1026319 w 1246536"/>
              <a:gd name="connsiteY30" fmla="*/ 173117 h 285083"/>
              <a:gd name="connsiteX31" fmla="*/ 1060180 w 1246536"/>
              <a:gd name="connsiteY31" fmla="*/ 141018 h 285083"/>
              <a:gd name="connsiteX32" fmla="*/ 1026319 w 1246536"/>
              <a:gd name="connsiteY32" fmla="*/ 94726 h 285083"/>
              <a:gd name="connsiteX33" fmla="*/ 992267 w 1246536"/>
              <a:gd name="connsiteY33" fmla="*/ 126587 h 285083"/>
              <a:gd name="connsiteX34" fmla="*/ 1026319 w 1246536"/>
              <a:gd name="connsiteY34" fmla="*/ 173117 h 285083"/>
              <a:gd name="connsiteX35" fmla="*/ 1111949 w 1246536"/>
              <a:gd name="connsiteY35" fmla="*/ 83534 h 285083"/>
              <a:gd name="connsiteX36" fmla="*/ 1175814 w 1246536"/>
              <a:gd name="connsiteY36" fmla="*/ 97107 h 285083"/>
              <a:gd name="connsiteX37" fmla="*/ 1212675 w 1246536"/>
              <a:gd name="connsiteY37" fmla="*/ 230791 h 285083"/>
              <a:gd name="connsiteX38" fmla="*/ 1212675 w 1246536"/>
              <a:gd name="connsiteY38" fmla="*/ 104918 h 285083"/>
              <a:gd name="connsiteX39" fmla="*/ 1246537 w 1246536"/>
              <a:gd name="connsiteY39" fmla="*/ 112109 h 285083"/>
              <a:gd name="connsiteX40" fmla="*/ 1246537 w 1246536"/>
              <a:gd name="connsiteY40" fmla="*/ 249269 h 285083"/>
              <a:gd name="connsiteX41" fmla="*/ 1182672 w 1246536"/>
              <a:gd name="connsiteY41" fmla="*/ 235696 h 285083"/>
              <a:gd name="connsiteX42" fmla="*/ 1145810 w 1246536"/>
              <a:gd name="connsiteY42" fmla="*/ 102013 h 285083"/>
              <a:gd name="connsiteX43" fmla="*/ 1145810 w 1246536"/>
              <a:gd name="connsiteY43" fmla="*/ 227886 h 285083"/>
              <a:gd name="connsiteX44" fmla="*/ 1111949 w 1246536"/>
              <a:gd name="connsiteY44" fmla="*/ 220694 h 285083"/>
              <a:gd name="connsiteX45" fmla="*/ 1111949 w 1246536"/>
              <a:gd name="connsiteY45" fmla="*/ 83534 h 285083"/>
              <a:gd name="connsiteX46" fmla="*/ 42101 w 1246536"/>
              <a:gd name="connsiteY46" fmla="*/ 138970 h 285083"/>
              <a:gd name="connsiteX47" fmla="*/ 104108 w 1246536"/>
              <a:gd name="connsiteY47" fmla="*/ 125778 h 285083"/>
              <a:gd name="connsiteX48" fmla="*/ 145971 w 1246536"/>
              <a:gd name="connsiteY48" fmla="*/ 254032 h 285083"/>
              <a:gd name="connsiteX49" fmla="*/ 110061 w 1246536"/>
              <a:gd name="connsiteY49" fmla="*/ 261652 h 285083"/>
              <a:gd name="connsiteX50" fmla="*/ 97774 w 1246536"/>
              <a:gd name="connsiteY50" fmla="*/ 222837 h 285083"/>
              <a:gd name="connsiteX51" fmla="*/ 47863 w 1246536"/>
              <a:gd name="connsiteY51" fmla="*/ 233458 h 285083"/>
              <a:gd name="connsiteX52" fmla="*/ 35576 w 1246536"/>
              <a:gd name="connsiteY52" fmla="*/ 277511 h 285083"/>
              <a:gd name="connsiteX53" fmla="*/ 0 w 1246536"/>
              <a:gd name="connsiteY53" fmla="*/ 285083 h 285083"/>
              <a:gd name="connsiteX54" fmla="*/ 42053 w 1246536"/>
              <a:gd name="connsiteY54" fmla="*/ 138970 h 285083"/>
              <a:gd name="connsiteX55" fmla="*/ 88440 w 1246536"/>
              <a:gd name="connsiteY55" fmla="*/ 193881 h 285083"/>
              <a:gd name="connsiteX56" fmla="*/ 72819 w 1246536"/>
              <a:gd name="connsiteY56" fmla="*/ 144875 h 285083"/>
              <a:gd name="connsiteX57" fmla="*/ 57198 w 1246536"/>
              <a:gd name="connsiteY57" fmla="*/ 200549 h 285083"/>
              <a:gd name="connsiteX58" fmla="*/ 88488 w 1246536"/>
              <a:gd name="connsiteY58" fmla="*/ 193881 h 285083"/>
              <a:gd name="connsiteX59" fmla="*/ 214646 w 1246536"/>
              <a:gd name="connsiteY59" fmla="*/ 242173 h 285083"/>
              <a:gd name="connsiteX60" fmla="*/ 148733 w 1246536"/>
              <a:gd name="connsiteY60" fmla="*/ 199930 h 285083"/>
              <a:gd name="connsiteX61" fmla="*/ 183738 w 1246536"/>
              <a:gd name="connsiteY61" fmla="*/ 192500 h 285083"/>
              <a:gd name="connsiteX62" fmla="*/ 215408 w 1246536"/>
              <a:gd name="connsiteY62" fmla="*/ 212408 h 285083"/>
              <a:gd name="connsiteX63" fmla="*/ 239030 w 1246536"/>
              <a:gd name="connsiteY63" fmla="*/ 195310 h 285083"/>
              <a:gd name="connsiteX64" fmla="*/ 227886 w 1246536"/>
              <a:gd name="connsiteY64" fmla="*/ 187166 h 285083"/>
              <a:gd name="connsiteX65" fmla="*/ 183975 w 1246536"/>
              <a:gd name="connsiteY65" fmla="*/ 184452 h 285083"/>
              <a:gd name="connsiteX66" fmla="*/ 154210 w 1246536"/>
              <a:gd name="connsiteY66" fmla="*/ 153210 h 285083"/>
              <a:gd name="connsiteX67" fmla="*/ 207645 w 1246536"/>
              <a:gd name="connsiteY67" fmla="*/ 101013 h 285083"/>
              <a:gd name="connsiteX68" fmla="*/ 268891 w 1246536"/>
              <a:gd name="connsiteY68" fmla="*/ 138017 h 285083"/>
              <a:gd name="connsiteX69" fmla="*/ 234077 w 1246536"/>
              <a:gd name="connsiteY69" fmla="*/ 145399 h 285083"/>
              <a:gd name="connsiteX70" fmla="*/ 208217 w 1246536"/>
              <a:gd name="connsiteY70" fmla="*/ 129873 h 285083"/>
              <a:gd name="connsiteX71" fmla="*/ 189215 w 1246536"/>
              <a:gd name="connsiteY71" fmla="*/ 145018 h 285083"/>
              <a:gd name="connsiteX72" fmla="*/ 199454 w 1246536"/>
              <a:gd name="connsiteY72" fmla="*/ 152352 h 285083"/>
              <a:gd name="connsiteX73" fmla="*/ 242078 w 1246536"/>
              <a:gd name="connsiteY73" fmla="*/ 154400 h 285083"/>
              <a:gd name="connsiteX74" fmla="*/ 273891 w 1246536"/>
              <a:gd name="connsiteY74" fmla="*/ 186357 h 285083"/>
              <a:gd name="connsiteX75" fmla="*/ 214694 w 1246536"/>
              <a:gd name="connsiteY75" fmla="*/ 242126 h 285083"/>
              <a:gd name="connsiteX76" fmla="*/ 283702 w 1246536"/>
              <a:gd name="connsiteY76" fmla="*/ 156067 h 285083"/>
              <a:gd name="connsiteX77" fmla="*/ 353330 w 1246536"/>
              <a:gd name="connsiteY77" fmla="*/ 70056 h 285083"/>
              <a:gd name="connsiteX78" fmla="*/ 419767 w 1246536"/>
              <a:gd name="connsiteY78" fmla="*/ 111585 h 285083"/>
              <a:gd name="connsiteX79" fmla="*/ 384953 w 1246536"/>
              <a:gd name="connsiteY79" fmla="*/ 118967 h 285083"/>
              <a:gd name="connsiteX80" fmla="*/ 353473 w 1246536"/>
              <a:gd name="connsiteY80" fmla="*/ 102108 h 285083"/>
              <a:gd name="connsiteX81" fmla="*/ 318659 w 1246536"/>
              <a:gd name="connsiteY81" fmla="*/ 148590 h 285083"/>
              <a:gd name="connsiteX82" fmla="*/ 353473 w 1246536"/>
              <a:gd name="connsiteY82" fmla="*/ 180499 h 285083"/>
              <a:gd name="connsiteX83" fmla="*/ 384953 w 1246536"/>
              <a:gd name="connsiteY83" fmla="*/ 150066 h 285083"/>
              <a:gd name="connsiteX84" fmla="*/ 419767 w 1246536"/>
              <a:gd name="connsiteY84" fmla="*/ 142685 h 285083"/>
              <a:gd name="connsiteX85" fmla="*/ 353330 w 1246536"/>
              <a:gd name="connsiteY85" fmla="*/ 212646 h 285083"/>
              <a:gd name="connsiteX86" fmla="*/ 283702 w 1246536"/>
              <a:gd name="connsiteY86" fmla="*/ 156067 h 285083"/>
              <a:gd name="connsiteX87" fmla="*/ 436340 w 1246536"/>
              <a:gd name="connsiteY87" fmla="*/ 55150 h 285083"/>
              <a:gd name="connsiteX88" fmla="*/ 540782 w 1246536"/>
              <a:gd name="connsiteY88" fmla="*/ 32956 h 285083"/>
              <a:gd name="connsiteX89" fmla="*/ 540782 w 1246536"/>
              <a:gd name="connsiteY89" fmla="*/ 63865 h 285083"/>
              <a:gd name="connsiteX90" fmla="*/ 470440 w 1246536"/>
              <a:gd name="connsiteY90" fmla="*/ 78819 h 285083"/>
              <a:gd name="connsiteX91" fmla="*/ 470440 w 1246536"/>
              <a:gd name="connsiteY91" fmla="*/ 101775 h 285083"/>
              <a:gd name="connsiteX92" fmla="*/ 531495 w 1246536"/>
              <a:gd name="connsiteY92" fmla="*/ 88821 h 285083"/>
              <a:gd name="connsiteX93" fmla="*/ 531495 w 1246536"/>
              <a:gd name="connsiteY93" fmla="*/ 118015 h 285083"/>
              <a:gd name="connsiteX94" fmla="*/ 470440 w 1246536"/>
              <a:gd name="connsiteY94" fmla="*/ 131016 h 285083"/>
              <a:gd name="connsiteX95" fmla="*/ 470440 w 1246536"/>
              <a:gd name="connsiteY95" fmla="*/ 154162 h 285083"/>
              <a:gd name="connsiteX96" fmla="*/ 540782 w 1246536"/>
              <a:gd name="connsiteY96" fmla="*/ 139208 h 285083"/>
              <a:gd name="connsiteX97" fmla="*/ 540782 w 1246536"/>
              <a:gd name="connsiteY97" fmla="*/ 170117 h 285083"/>
              <a:gd name="connsiteX98" fmla="*/ 436340 w 1246536"/>
              <a:gd name="connsiteY98" fmla="*/ 192310 h 285083"/>
              <a:gd name="connsiteX99" fmla="*/ 436340 w 1246536"/>
              <a:gd name="connsiteY99" fmla="*/ 55150 h 285083"/>
              <a:gd name="connsiteX100" fmla="*/ 561308 w 1246536"/>
              <a:gd name="connsiteY100" fmla="*/ 28575 h 285083"/>
              <a:gd name="connsiteX101" fmla="*/ 625173 w 1246536"/>
              <a:gd name="connsiteY101" fmla="*/ 15002 h 285083"/>
              <a:gd name="connsiteX102" fmla="*/ 662035 w 1246536"/>
              <a:gd name="connsiteY102" fmla="*/ 133064 h 285083"/>
              <a:gd name="connsiteX103" fmla="*/ 662035 w 1246536"/>
              <a:gd name="connsiteY103" fmla="*/ 7191 h 285083"/>
              <a:gd name="connsiteX104" fmla="*/ 695897 w 1246536"/>
              <a:gd name="connsiteY104" fmla="*/ 0 h 285083"/>
              <a:gd name="connsiteX105" fmla="*/ 695897 w 1246536"/>
              <a:gd name="connsiteY105" fmla="*/ 137160 h 285083"/>
              <a:gd name="connsiteX106" fmla="*/ 632032 w 1246536"/>
              <a:gd name="connsiteY106" fmla="*/ 150733 h 285083"/>
              <a:gd name="connsiteX107" fmla="*/ 595170 w 1246536"/>
              <a:gd name="connsiteY107" fmla="*/ 32671 h 285083"/>
              <a:gd name="connsiteX108" fmla="*/ 595170 w 1246536"/>
              <a:gd name="connsiteY108" fmla="*/ 158544 h 285083"/>
              <a:gd name="connsiteX109" fmla="*/ 561308 w 1246536"/>
              <a:gd name="connsiteY109" fmla="*/ 165735 h 285083"/>
              <a:gd name="connsiteX110" fmla="*/ 561308 w 1246536"/>
              <a:gd name="connsiteY110" fmla="*/ 28575 h 285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246536" h="285083">
                <a:moveTo>
                  <a:pt x="718995" y="0"/>
                </a:moveTo>
                <a:lnTo>
                  <a:pt x="769239" y="10668"/>
                </a:lnTo>
                <a:cubicBezTo>
                  <a:pt x="805149" y="18288"/>
                  <a:pt x="842391" y="35766"/>
                  <a:pt x="842391" y="94726"/>
                </a:cubicBezTo>
                <a:cubicBezTo>
                  <a:pt x="842391" y="153876"/>
                  <a:pt x="805149" y="155496"/>
                  <a:pt x="769239" y="147876"/>
                </a:cubicBezTo>
                <a:lnTo>
                  <a:pt x="718995" y="137208"/>
                </a:lnTo>
                <a:lnTo>
                  <a:pt x="718995" y="48"/>
                </a:lnTo>
                <a:close/>
                <a:moveTo>
                  <a:pt x="769239" y="116681"/>
                </a:moveTo>
                <a:cubicBezTo>
                  <a:pt x="791766" y="121491"/>
                  <a:pt x="808530" y="124254"/>
                  <a:pt x="808530" y="87487"/>
                </a:cubicBezTo>
                <a:cubicBezTo>
                  <a:pt x="808530" y="50721"/>
                  <a:pt x="791623" y="46339"/>
                  <a:pt x="769239" y="41577"/>
                </a:cubicBezTo>
                <a:lnTo>
                  <a:pt x="752856" y="38100"/>
                </a:lnTo>
                <a:lnTo>
                  <a:pt x="752856" y="113205"/>
                </a:lnTo>
                <a:cubicBezTo>
                  <a:pt x="752856" y="113205"/>
                  <a:pt x="769239" y="116681"/>
                  <a:pt x="769239" y="116681"/>
                </a:cubicBezTo>
                <a:close/>
                <a:moveTo>
                  <a:pt x="947024" y="48482"/>
                </a:moveTo>
                <a:lnTo>
                  <a:pt x="947024" y="79391"/>
                </a:lnTo>
                <a:cubicBezTo>
                  <a:pt x="947024" y="79391"/>
                  <a:pt x="917067" y="73009"/>
                  <a:pt x="917067" y="73009"/>
                </a:cubicBezTo>
                <a:lnTo>
                  <a:pt x="917067" y="148114"/>
                </a:lnTo>
                <a:cubicBezTo>
                  <a:pt x="917067" y="148114"/>
                  <a:pt x="947024" y="154496"/>
                  <a:pt x="947024" y="154496"/>
                </a:cubicBezTo>
                <a:lnTo>
                  <a:pt x="947024" y="185642"/>
                </a:lnTo>
                <a:cubicBezTo>
                  <a:pt x="947024" y="185642"/>
                  <a:pt x="853393" y="165735"/>
                  <a:pt x="853393" y="165735"/>
                </a:cubicBezTo>
                <a:lnTo>
                  <a:pt x="853393" y="134588"/>
                </a:lnTo>
                <a:cubicBezTo>
                  <a:pt x="853393" y="134588"/>
                  <a:pt x="883349" y="140970"/>
                  <a:pt x="883349" y="140970"/>
                </a:cubicBezTo>
                <a:lnTo>
                  <a:pt x="883349" y="65865"/>
                </a:lnTo>
                <a:cubicBezTo>
                  <a:pt x="883349" y="65865"/>
                  <a:pt x="853393" y="59484"/>
                  <a:pt x="853393" y="59484"/>
                </a:cubicBezTo>
                <a:lnTo>
                  <a:pt x="853393" y="28575"/>
                </a:lnTo>
                <a:cubicBezTo>
                  <a:pt x="853393" y="28575"/>
                  <a:pt x="947024" y="48482"/>
                  <a:pt x="947024" y="48482"/>
                </a:cubicBezTo>
                <a:close/>
                <a:moveTo>
                  <a:pt x="1026319" y="62579"/>
                </a:moveTo>
                <a:cubicBezTo>
                  <a:pt x="1068944" y="71628"/>
                  <a:pt x="1094994" y="107918"/>
                  <a:pt x="1094994" y="148399"/>
                </a:cubicBezTo>
                <a:cubicBezTo>
                  <a:pt x="1094994" y="189071"/>
                  <a:pt x="1068944" y="214265"/>
                  <a:pt x="1026319" y="205216"/>
                </a:cubicBezTo>
                <a:cubicBezTo>
                  <a:pt x="983504" y="196120"/>
                  <a:pt x="957263" y="159782"/>
                  <a:pt x="957263" y="119158"/>
                </a:cubicBezTo>
                <a:cubicBezTo>
                  <a:pt x="957263" y="78676"/>
                  <a:pt x="983504" y="53530"/>
                  <a:pt x="1026319" y="62627"/>
                </a:cubicBezTo>
                <a:moveTo>
                  <a:pt x="1026319" y="173117"/>
                </a:moveTo>
                <a:cubicBezTo>
                  <a:pt x="1049036" y="177927"/>
                  <a:pt x="1060180" y="165925"/>
                  <a:pt x="1060180" y="141018"/>
                </a:cubicBezTo>
                <a:cubicBezTo>
                  <a:pt x="1060180" y="116110"/>
                  <a:pt x="1048846" y="99489"/>
                  <a:pt x="1026319" y="94726"/>
                </a:cubicBezTo>
                <a:cubicBezTo>
                  <a:pt x="1003602" y="89916"/>
                  <a:pt x="992267" y="101870"/>
                  <a:pt x="992267" y="126587"/>
                </a:cubicBezTo>
                <a:cubicBezTo>
                  <a:pt x="992267" y="151495"/>
                  <a:pt x="1003649" y="168307"/>
                  <a:pt x="1026319" y="173117"/>
                </a:cubicBezTo>
                <a:moveTo>
                  <a:pt x="1111949" y="83534"/>
                </a:moveTo>
                <a:lnTo>
                  <a:pt x="1175814" y="97107"/>
                </a:lnTo>
                <a:lnTo>
                  <a:pt x="1212675" y="230791"/>
                </a:lnTo>
                <a:lnTo>
                  <a:pt x="1212675" y="104918"/>
                </a:lnTo>
                <a:cubicBezTo>
                  <a:pt x="1212675" y="104918"/>
                  <a:pt x="1246537" y="112109"/>
                  <a:pt x="1246537" y="112109"/>
                </a:cubicBezTo>
                <a:lnTo>
                  <a:pt x="1246537" y="249269"/>
                </a:lnTo>
                <a:cubicBezTo>
                  <a:pt x="1246537" y="249269"/>
                  <a:pt x="1182672" y="235696"/>
                  <a:pt x="1182672" y="235696"/>
                </a:cubicBezTo>
                <a:lnTo>
                  <a:pt x="1145810" y="102013"/>
                </a:lnTo>
                <a:lnTo>
                  <a:pt x="1145810" y="227886"/>
                </a:lnTo>
                <a:cubicBezTo>
                  <a:pt x="1145810" y="227886"/>
                  <a:pt x="1111949" y="220694"/>
                  <a:pt x="1111949" y="220694"/>
                </a:cubicBezTo>
                <a:lnTo>
                  <a:pt x="1111949" y="83534"/>
                </a:lnTo>
                <a:close/>
                <a:moveTo>
                  <a:pt x="42101" y="138970"/>
                </a:moveTo>
                <a:lnTo>
                  <a:pt x="104108" y="125778"/>
                </a:lnTo>
                <a:lnTo>
                  <a:pt x="145971" y="254032"/>
                </a:lnTo>
                <a:lnTo>
                  <a:pt x="110061" y="261652"/>
                </a:lnTo>
                <a:lnTo>
                  <a:pt x="97774" y="222837"/>
                </a:lnTo>
                <a:lnTo>
                  <a:pt x="47863" y="233458"/>
                </a:lnTo>
                <a:lnTo>
                  <a:pt x="35576" y="277511"/>
                </a:lnTo>
                <a:lnTo>
                  <a:pt x="0" y="285083"/>
                </a:lnTo>
                <a:lnTo>
                  <a:pt x="42053" y="138970"/>
                </a:lnTo>
                <a:close/>
                <a:moveTo>
                  <a:pt x="88440" y="193881"/>
                </a:moveTo>
                <a:lnTo>
                  <a:pt x="72819" y="144875"/>
                </a:lnTo>
                <a:lnTo>
                  <a:pt x="57198" y="200549"/>
                </a:lnTo>
                <a:lnTo>
                  <a:pt x="88488" y="193881"/>
                </a:lnTo>
                <a:close/>
                <a:moveTo>
                  <a:pt x="214646" y="242173"/>
                </a:moveTo>
                <a:cubicBezTo>
                  <a:pt x="168307" y="252032"/>
                  <a:pt x="148733" y="235553"/>
                  <a:pt x="148733" y="199930"/>
                </a:cubicBezTo>
                <a:lnTo>
                  <a:pt x="183738" y="192500"/>
                </a:lnTo>
                <a:cubicBezTo>
                  <a:pt x="183738" y="211979"/>
                  <a:pt x="190977" y="217599"/>
                  <a:pt x="215408" y="212408"/>
                </a:cubicBezTo>
                <a:cubicBezTo>
                  <a:pt x="231982" y="208883"/>
                  <a:pt x="239030" y="203883"/>
                  <a:pt x="239030" y="195310"/>
                </a:cubicBezTo>
                <a:cubicBezTo>
                  <a:pt x="239030" y="190452"/>
                  <a:pt x="235315" y="187547"/>
                  <a:pt x="227886" y="187166"/>
                </a:cubicBezTo>
                <a:lnTo>
                  <a:pt x="183975" y="184452"/>
                </a:lnTo>
                <a:cubicBezTo>
                  <a:pt x="161258" y="182880"/>
                  <a:pt x="154210" y="170545"/>
                  <a:pt x="154210" y="153210"/>
                </a:cubicBezTo>
                <a:cubicBezTo>
                  <a:pt x="154210" y="126540"/>
                  <a:pt x="173212" y="108299"/>
                  <a:pt x="207645" y="101013"/>
                </a:cubicBezTo>
                <a:cubicBezTo>
                  <a:pt x="248603" y="92297"/>
                  <a:pt x="268891" y="108252"/>
                  <a:pt x="268891" y="138017"/>
                </a:cubicBezTo>
                <a:lnTo>
                  <a:pt x="234077" y="145399"/>
                </a:lnTo>
                <a:cubicBezTo>
                  <a:pt x="234077" y="130635"/>
                  <a:pt x="226076" y="126111"/>
                  <a:pt x="208217" y="129873"/>
                </a:cubicBezTo>
                <a:cubicBezTo>
                  <a:pt x="195739" y="132540"/>
                  <a:pt x="189215" y="137208"/>
                  <a:pt x="189215" y="145018"/>
                </a:cubicBezTo>
                <a:cubicBezTo>
                  <a:pt x="189215" y="148923"/>
                  <a:pt x="191262" y="151781"/>
                  <a:pt x="199454" y="152352"/>
                </a:cubicBezTo>
                <a:lnTo>
                  <a:pt x="242078" y="154400"/>
                </a:lnTo>
                <a:cubicBezTo>
                  <a:pt x="263843" y="155400"/>
                  <a:pt x="273891" y="166306"/>
                  <a:pt x="273891" y="186357"/>
                </a:cubicBezTo>
                <a:cubicBezTo>
                  <a:pt x="273891" y="212408"/>
                  <a:pt x="256747" y="233172"/>
                  <a:pt x="214694" y="242126"/>
                </a:cubicBezTo>
                <a:moveTo>
                  <a:pt x="283702" y="156067"/>
                </a:moveTo>
                <a:cubicBezTo>
                  <a:pt x="283702" y="115586"/>
                  <a:pt x="310325" y="79200"/>
                  <a:pt x="353330" y="70056"/>
                </a:cubicBezTo>
                <a:cubicBezTo>
                  <a:pt x="390906" y="62055"/>
                  <a:pt x="415862" y="77962"/>
                  <a:pt x="419767" y="111585"/>
                </a:cubicBezTo>
                <a:lnTo>
                  <a:pt x="384953" y="118967"/>
                </a:lnTo>
                <a:cubicBezTo>
                  <a:pt x="382143" y="104775"/>
                  <a:pt x="370047" y="98584"/>
                  <a:pt x="353473" y="102108"/>
                </a:cubicBezTo>
                <a:cubicBezTo>
                  <a:pt x="333185" y="106442"/>
                  <a:pt x="318659" y="121587"/>
                  <a:pt x="318659" y="148590"/>
                </a:cubicBezTo>
                <a:cubicBezTo>
                  <a:pt x="318659" y="175832"/>
                  <a:pt x="333185" y="184785"/>
                  <a:pt x="353473" y="180499"/>
                </a:cubicBezTo>
                <a:cubicBezTo>
                  <a:pt x="370047" y="176974"/>
                  <a:pt x="382143" y="165449"/>
                  <a:pt x="384953" y="150066"/>
                </a:cubicBezTo>
                <a:lnTo>
                  <a:pt x="419767" y="142685"/>
                </a:lnTo>
                <a:cubicBezTo>
                  <a:pt x="415862" y="178165"/>
                  <a:pt x="390906" y="204645"/>
                  <a:pt x="353330" y="212646"/>
                </a:cubicBezTo>
                <a:cubicBezTo>
                  <a:pt x="310325" y="221790"/>
                  <a:pt x="283702" y="196691"/>
                  <a:pt x="283702" y="156067"/>
                </a:cubicBezTo>
                <a:moveTo>
                  <a:pt x="436340" y="55150"/>
                </a:moveTo>
                <a:lnTo>
                  <a:pt x="540782" y="32956"/>
                </a:lnTo>
                <a:lnTo>
                  <a:pt x="540782" y="63865"/>
                </a:lnTo>
                <a:cubicBezTo>
                  <a:pt x="540782" y="63865"/>
                  <a:pt x="470440" y="78819"/>
                  <a:pt x="470440" y="78819"/>
                </a:cubicBezTo>
                <a:lnTo>
                  <a:pt x="470440" y="101775"/>
                </a:lnTo>
                <a:cubicBezTo>
                  <a:pt x="470440" y="101775"/>
                  <a:pt x="531495" y="88821"/>
                  <a:pt x="531495" y="88821"/>
                </a:cubicBezTo>
                <a:lnTo>
                  <a:pt x="531495" y="118015"/>
                </a:lnTo>
                <a:cubicBezTo>
                  <a:pt x="531495" y="118015"/>
                  <a:pt x="470440" y="131016"/>
                  <a:pt x="470440" y="131016"/>
                </a:cubicBezTo>
                <a:lnTo>
                  <a:pt x="470440" y="154162"/>
                </a:lnTo>
                <a:cubicBezTo>
                  <a:pt x="470440" y="154162"/>
                  <a:pt x="540782" y="139208"/>
                  <a:pt x="540782" y="139208"/>
                </a:cubicBezTo>
                <a:lnTo>
                  <a:pt x="540782" y="170117"/>
                </a:lnTo>
                <a:cubicBezTo>
                  <a:pt x="540782" y="170117"/>
                  <a:pt x="436340" y="192310"/>
                  <a:pt x="436340" y="192310"/>
                </a:cubicBezTo>
                <a:lnTo>
                  <a:pt x="436340" y="55150"/>
                </a:lnTo>
                <a:close/>
                <a:moveTo>
                  <a:pt x="561308" y="28575"/>
                </a:moveTo>
                <a:lnTo>
                  <a:pt x="625173" y="15002"/>
                </a:lnTo>
                <a:lnTo>
                  <a:pt x="662035" y="133064"/>
                </a:lnTo>
                <a:lnTo>
                  <a:pt x="662035" y="7191"/>
                </a:lnTo>
                <a:cubicBezTo>
                  <a:pt x="662035" y="7191"/>
                  <a:pt x="695897" y="0"/>
                  <a:pt x="695897" y="0"/>
                </a:cubicBezTo>
                <a:lnTo>
                  <a:pt x="695897" y="137160"/>
                </a:lnTo>
                <a:cubicBezTo>
                  <a:pt x="695897" y="137160"/>
                  <a:pt x="632032" y="150733"/>
                  <a:pt x="632032" y="150733"/>
                </a:cubicBezTo>
                <a:lnTo>
                  <a:pt x="595170" y="32671"/>
                </a:lnTo>
                <a:lnTo>
                  <a:pt x="595170" y="158544"/>
                </a:lnTo>
                <a:cubicBezTo>
                  <a:pt x="595170" y="158544"/>
                  <a:pt x="561308" y="165735"/>
                  <a:pt x="561308" y="165735"/>
                </a:cubicBezTo>
                <a:lnTo>
                  <a:pt x="561308" y="28575"/>
                </a:lnTo>
                <a:close/>
              </a:path>
            </a:pathLst>
          </a:custGeom>
          <a:solidFill>
            <a:srgbClr val="FFFFFF"/>
          </a:solidFill>
          <a:ln w="4763" cap="flat">
            <a:noFill/>
            <a:prstDash val="solid"/>
            <a:miter/>
          </a:ln>
        </p:spPr>
        <p:txBody>
          <a:bodyPr rtlCol="0" anchor="ctr"/>
          <a:lstStyle/>
          <a:p>
            <a:endParaRPr lang="en-AU"/>
          </a:p>
        </p:txBody>
      </p:sp>
      <p:grpSp>
        <p:nvGrpSpPr>
          <p:cNvPr id="9" name="Graphic 3">
            <a:extLst>
              <a:ext uri="{FF2B5EF4-FFF2-40B4-BE49-F238E27FC236}">
                <a16:creationId xmlns:a16="http://schemas.microsoft.com/office/drawing/2014/main" id="{25454EBB-7085-CB43-39CE-D674AA4E5629}"/>
              </a:ext>
            </a:extLst>
          </p:cNvPr>
          <p:cNvGrpSpPr/>
          <p:nvPr/>
        </p:nvGrpSpPr>
        <p:grpSpPr>
          <a:xfrm>
            <a:off x="186213" y="648700"/>
            <a:ext cx="739282" cy="73485"/>
            <a:chOff x="186213" y="648700"/>
            <a:chExt cx="739282" cy="73485"/>
          </a:xfrm>
          <a:solidFill>
            <a:srgbClr val="FFFFFF"/>
          </a:solidFill>
        </p:grpSpPr>
        <p:sp>
          <p:nvSpPr>
            <p:cNvPr id="10" name="Freeform: Shape 9">
              <a:extLst>
                <a:ext uri="{FF2B5EF4-FFF2-40B4-BE49-F238E27FC236}">
                  <a16:creationId xmlns:a16="http://schemas.microsoft.com/office/drawing/2014/main" id="{197C9810-4943-29F7-705F-C0339B37A60B}"/>
                </a:ext>
              </a:extLst>
            </p:cNvPr>
            <p:cNvSpPr/>
            <p:nvPr/>
          </p:nvSpPr>
          <p:spPr>
            <a:xfrm>
              <a:off x="186213" y="668274"/>
              <a:ext cx="46386" cy="53911"/>
            </a:xfrm>
            <a:custGeom>
              <a:avLst/>
              <a:gdLst>
                <a:gd name="connsiteX0" fmla="*/ 16574 w 46386"/>
                <a:gd name="connsiteY0" fmla="*/ 53864 h 53911"/>
                <a:gd name="connsiteX1" fmla="*/ 8334 w 46386"/>
                <a:gd name="connsiteY1" fmla="*/ 52197 h 53911"/>
                <a:gd name="connsiteX2" fmla="*/ 2286 w 46386"/>
                <a:gd name="connsiteY2" fmla="*/ 47101 h 53911"/>
                <a:gd name="connsiteX3" fmla="*/ 0 w 46386"/>
                <a:gd name="connsiteY3" fmla="*/ 38624 h 53911"/>
                <a:gd name="connsiteX4" fmla="*/ 4334 w 46386"/>
                <a:gd name="connsiteY4" fmla="*/ 27861 h 53911"/>
                <a:gd name="connsiteX5" fmla="*/ 16574 w 46386"/>
                <a:gd name="connsiteY5" fmla="*/ 22908 h 53911"/>
                <a:gd name="connsiteX6" fmla="*/ 35052 w 46386"/>
                <a:gd name="connsiteY6" fmla="*/ 21431 h 53911"/>
                <a:gd name="connsiteX7" fmla="*/ 35052 w 46386"/>
                <a:gd name="connsiteY7" fmla="*/ 18240 h 53911"/>
                <a:gd name="connsiteX8" fmla="*/ 32147 w 46386"/>
                <a:gd name="connsiteY8" fmla="*/ 10239 h 53911"/>
                <a:gd name="connsiteX9" fmla="*/ 24813 w 46386"/>
                <a:gd name="connsiteY9" fmla="*/ 8049 h 53911"/>
                <a:gd name="connsiteX10" fmla="*/ 16812 w 46386"/>
                <a:gd name="connsiteY10" fmla="*/ 10382 h 53911"/>
                <a:gd name="connsiteX11" fmla="*/ 13621 w 46386"/>
                <a:gd name="connsiteY11" fmla="*/ 17907 h 53911"/>
                <a:gd name="connsiteX12" fmla="*/ 2667 w 46386"/>
                <a:gd name="connsiteY12" fmla="*/ 17907 h 53911"/>
                <a:gd name="connsiteX13" fmla="*/ 5477 w 46386"/>
                <a:gd name="connsiteY13" fmla="*/ 7477 h 53911"/>
                <a:gd name="connsiteX14" fmla="*/ 13287 w 46386"/>
                <a:gd name="connsiteY14" fmla="*/ 1762 h 53911"/>
                <a:gd name="connsiteX15" fmla="*/ 24860 w 46386"/>
                <a:gd name="connsiteY15" fmla="*/ 0 h 53911"/>
                <a:gd name="connsiteX16" fmla="*/ 33195 w 46386"/>
                <a:gd name="connsiteY16" fmla="*/ 810 h 53911"/>
                <a:gd name="connsiteX17" fmla="*/ 40053 w 46386"/>
                <a:gd name="connsiteY17" fmla="*/ 3619 h 53911"/>
                <a:gd name="connsiteX18" fmla="*/ 44720 w 46386"/>
                <a:gd name="connsiteY18" fmla="*/ 9144 h 53911"/>
                <a:gd name="connsiteX19" fmla="*/ 46387 w 46386"/>
                <a:gd name="connsiteY19" fmla="*/ 18097 h 53911"/>
                <a:gd name="connsiteX20" fmla="*/ 46387 w 46386"/>
                <a:gd name="connsiteY20" fmla="*/ 53007 h 53911"/>
                <a:gd name="connsiteX21" fmla="*/ 35576 w 46386"/>
                <a:gd name="connsiteY21" fmla="*/ 53007 h 53911"/>
                <a:gd name="connsiteX22" fmla="*/ 35147 w 46386"/>
                <a:gd name="connsiteY22" fmla="*/ 45672 h 53911"/>
                <a:gd name="connsiteX23" fmla="*/ 27146 w 46386"/>
                <a:gd name="connsiteY23" fmla="*/ 51721 h 53911"/>
                <a:gd name="connsiteX24" fmla="*/ 16574 w 46386"/>
                <a:gd name="connsiteY24" fmla="*/ 53911 h 53911"/>
                <a:gd name="connsiteX25" fmla="*/ 20050 w 46386"/>
                <a:gd name="connsiteY25" fmla="*/ 45672 h 53911"/>
                <a:gd name="connsiteX26" fmla="*/ 28623 w 46386"/>
                <a:gd name="connsiteY26" fmla="*/ 43386 h 53911"/>
                <a:gd name="connsiteX27" fmla="*/ 34909 w 46386"/>
                <a:gd name="connsiteY27" fmla="*/ 37767 h 53911"/>
                <a:gd name="connsiteX28" fmla="*/ 34909 w 46386"/>
                <a:gd name="connsiteY28" fmla="*/ 28289 h 53911"/>
                <a:gd name="connsiteX29" fmla="*/ 16859 w 46386"/>
                <a:gd name="connsiteY29" fmla="*/ 30623 h 53911"/>
                <a:gd name="connsiteX30" fmla="*/ 11525 w 46386"/>
                <a:gd name="connsiteY30" fmla="*/ 38052 h 53911"/>
                <a:gd name="connsiteX31" fmla="*/ 13811 w 46386"/>
                <a:gd name="connsiteY31" fmla="*/ 43672 h 53911"/>
                <a:gd name="connsiteX32" fmla="*/ 20098 w 46386"/>
                <a:gd name="connsiteY32" fmla="*/ 45672 h 53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386" h="53911">
                  <a:moveTo>
                    <a:pt x="16574" y="53864"/>
                  </a:moveTo>
                  <a:cubicBezTo>
                    <a:pt x="13573" y="53864"/>
                    <a:pt x="10811" y="53292"/>
                    <a:pt x="8334" y="52197"/>
                  </a:cubicBezTo>
                  <a:cubicBezTo>
                    <a:pt x="5810" y="51054"/>
                    <a:pt x="3810" y="49387"/>
                    <a:pt x="2286" y="47101"/>
                  </a:cubicBezTo>
                  <a:cubicBezTo>
                    <a:pt x="762" y="44863"/>
                    <a:pt x="0" y="42005"/>
                    <a:pt x="0" y="38624"/>
                  </a:cubicBezTo>
                  <a:cubicBezTo>
                    <a:pt x="0" y="33861"/>
                    <a:pt x="1429" y="30289"/>
                    <a:pt x="4334" y="27861"/>
                  </a:cubicBezTo>
                  <a:cubicBezTo>
                    <a:pt x="7239" y="25432"/>
                    <a:pt x="11335" y="23765"/>
                    <a:pt x="16574" y="22908"/>
                  </a:cubicBezTo>
                  <a:cubicBezTo>
                    <a:pt x="21812" y="22050"/>
                    <a:pt x="28004" y="21526"/>
                    <a:pt x="35052" y="21431"/>
                  </a:cubicBezTo>
                  <a:lnTo>
                    <a:pt x="35052" y="18240"/>
                  </a:lnTo>
                  <a:cubicBezTo>
                    <a:pt x="35052" y="14335"/>
                    <a:pt x="34100" y="11668"/>
                    <a:pt x="32147" y="10239"/>
                  </a:cubicBezTo>
                  <a:cubicBezTo>
                    <a:pt x="30242" y="8763"/>
                    <a:pt x="27765" y="8049"/>
                    <a:pt x="24813" y="8049"/>
                  </a:cubicBezTo>
                  <a:cubicBezTo>
                    <a:pt x="21622" y="8049"/>
                    <a:pt x="18955" y="8811"/>
                    <a:pt x="16812" y="10382"/>
                  </a:cubicBezTo>
                  <a:cubicBezTo>
                    <a:pt x="14669" y="11954"/>
                    <a:pt x="13621" y="14478"/>
                    <a:pt x="13621" y="17907"/>
                  </a:cubicBezTo>
                  <a:lnTo>
                    <a:pt x="2667" y="17907"/>
                  </a:lnTo>
                  <a:cubicBezTo>
                    <a:pt x="2667" y="13573"/>
                    <a:pt x="3620" y="10096"/>
                    <a:pt x="5477" y="7477"/>
                  </a:cubicBezTo>
                  <a:cubicBezTo>
                    <a:pt x="7334" y="4858"/>
                    <a:pt x="9954" y="2953"/>
                    <a:pt x="13287" y="1762"/>
                  </a:cubicBezTo>
                  <a:cubicBezTo>
                    <a:pt x="16621" y="571"/>
                    <a:pt x="20479" y="0"/>
                    <a:pt x="24860" y="0"/>
                  </a:cubicBezTo>
                  <a:cubicBezTo>
                    <a:pt x="27813" y="0"/>
                    <a:pt x="30623" y="286"/>
                    <a:pt x="33195" y="810"/>
                  </a:cubicBezTo>
                  <a:cubicBezTo>
                    <a:pt x="35814" y="1333"/>
                    <a:pt x="38100" y="2286"/>
                    <a:pt x="40053" y="3619"/>
                  </a:cubicBezTo>
                  <a:cubicBezTo>
                    <a:pt x="42053" y="4953"/>
                    <a:pt x="43577" y="6810"/>
                    <a:pt x="44720" y="9144"/>
                  </a:cubicBezTo>
                  <a:cubicBezTo>
                    <a:pt x="45863" y="11478"/>
                    <a:pt x="46387" y="14478"/>
                    <a:pt x="46387" y="18097"/>
                  </a:cubicBezTo>
                  <a:lnTo>
                    <a:pt x="46387" y="53007"/>
                  </a:lnTo>
                  <a:lnTo>
                    <a:pt x="35576" y="53007"/>
                  </a:lnTo>
                  <a:lnTo>
                    <a:pt x="35147" y="45672"/>
                  </a:lnTo>
                  <a:cubicBezTo>
                    <a:pt x="32861" y="48244"/>
                    <a:pt x="30194" y="50244"/>
                    <a:pt x="27146" y="51721"/>
                  </a:cubicBezTo>
                  <a:cubicBezTo>
                    <a:pt x="24098" y="53197"/>
                    <a:pt x="20574" y="53911"/>
                    <a:pt x="16574" y="53911"/>
                  </a:cubicBezTo>
                  <a:close/>
                  <a:moveTo>
                    <a:pt x="20050" y="45672"/>
                  </a:moveTo>
                  <a:cubicBezTo>
                    <a:pt x="23193" y="45672"/>
                    <a:pt x="26051" y="44910"/>
                    <a:pt x="28623" y="43386"/>
                  </a:cubicBezTo>
                  <a:cubicBezTo>
                    <a:pt x="31194" y="41862"/>
                    <a:pt x="33290" y="40005"/>
                    <a:pt x="34909" y="37767"/>
                  </a:cubicBezTo>
                  <a:lnTo>
                    <a:pt x="34909" y="28289"/>
                  </a:lnTo>
                  <a:cubicBezTo>
                    <a:pt x="26432" y="28289"/>
                    <a:pt x="20384" y="29099"/>
                    <a:pt x="16859" y="30623"/>
                  </a:cubicBezTo>
                  <a:cubicBezTo>
                    <a:pt x="13287" y="32147"/>
                    <a:pt x="11525" y="34623"/>
                    <a:pt x="11525" y="38052"/>
                  </a:cubicBezTo>
                  <a:cubicBezTo>
                    <a:pt x="11525" y="40481"/>
                    <a:pt x="12287" y="42339"/>
                    <a:pt x="13811" y="43672"/>
                  </a:cubicBezTo>
                  <a:cubicBezTo>
                    <a:pt x="15335" y="45006"/>
                    <a:pt x="17431" y="45672"/>
                    <a:pt x="20098" y="45672"/>
                  </a:cubicBezTo>
                  <a:close/>
                </a:path>
              </a:pathLst>
            </a:custGeom>
            <a:solidFill>
              <a:srgbClr val="FFFFFF"/>
            </a:solidFill>
            <a:ln w="4763" cap="flat">
              <a:noFill/>
              <a:prstDash val="solid"/>
              <a:miter/>
            </a:ln>
          </p:spPr>
          <p:txBody>
            <a:bodyPr rtlCol="0" anchor="ctr"/>
            <a:lstStyle/>
            <a:p>
              <a:endParaRPr lang="en-AU"/>
            </a:p>
          </p:txBody>
        </p:sp>
        <p:sp>
          <p:nvSpPr>
            <p:cNvPr id="11" name="Freeform: Shape 10">
              <a:extLst>
                <a:ext uri="{FF2B5EF4-FFF2-40B4-BE49-F238E27FC236}">
                  <a16:creationId xmlns:a16="http://schemas.microsoft.com/office/drawing/2014/main" id="{8E39AEE8-43FC-FCE4-10BD-CE45B0E1AB54}"/>
                </a:ext>
              </a:extLst>
            </p:cNvPr>
            <p:cNvSpPr/>
            <p:nvPr/>
          </p:nvSpPr>
          <p:spPr>
            <a:xfrm>
              <a:off x="245459" y="668226"/>
              <a:ext cx="44195" cy="53959"/>
            </a:xfrm>
            <a:custGeom>
              <a:avLst/>
              <a:gdLst>
                <a:gd name="connsiteX0" fmla="*/ 22527 w 44195"/>
                <a:gd name="connsiteY0" fmla="*/ 53959 h 53959"/>
                <a:gd name="connsiteX1" fmla="*/ 14097 w 44195"/>
                <a:gd name="connsiteY1" fmla="*/ 53102 h 53959"/>
                <a:gd name="connsiteX2" fmla="*/ 6906 w 44195"/>
                <a:gd name="connsiteY2" fmla="*/ 50197 h 53959"/>
                <a:gd name="connsiteX3" fmla="*/ 1857 w 44195"/>
                <a:gd name="connsiteY3" fmla="*/ 44815 h 53959"/>
                <a:gd name="connsiteX4" fmla="*/ 0 w 44195"/>
                <a:gd name="connsiteY4" fmla="*/ 36528 h 53959"/>
                <a:gd name="connsiteX5" fmla="*/ 10906 w 44195"/>
                <a:gd name="connsiteY5" fmla="*/ 36528 h 53959"/>
                <a:gd name="connsiteX6" fmla="*/ 14335 w 44195"/>
                <a:gd name="connsiteY6" fmla="*/ 43863 h 53959"/>
                <a:gd name="connsiteX7" fmla="*/ 22622 w 44195"/>
                <a:gd name="connsiteY7" fmla="*/ 45958 h 53959"/>
                <a:gd name="connsiteX8" fmla="*/ 30004 w 44195"/>
                <a:gd name="connsiteY8" fmla="*/ 44339 h 53959"/>
                <a:gd name="connsiteX9" fmla="*/ 32766 w 44195"/>
                <a:gd name="connsiteY9" fmla="*/ 38910 h 53959"/>
                <a:gd name="connsiteX10" fmla="*/ 29956 w 44195"/>
                <a:gd name="connsiteY10" fmla="*/ 33861 h 53959"/>
                <a:gd name="connsiteX11" fmla="*/ 20050 w 44195"/>
                <a:gd name="connsiteY11" fmla="*/ 30623 h 53959"/>
                <a:gd name="connsiteX12" fmla="*/ 9954 w 44195"/>
                <a:gd name="connsiteY12" fmla="*/ 27289 h 53959"/>
                <a:gd name="connsiteX13" fmla="*/ 3429 w 44195"/>
                <a:gd name="connsiteY13" fmla="*/ 22336 h 53959"/>
                <a:gd name="connsiteX14" fmla="*/ 1143 w 44195"/>
                <a:gd name="connsiteY14" fmla="*/ 14430 h 53959"/>
                <a:gd name="connsiteX15" fmla="*/ 2810 w 44195"/>
                <a:gd name="connsiteY15" fmla="*/ 7953 h 53959"/>
                <a:gd name="connsiteX16" fmla="*/ 7382 w 44195"/>
                <a:gd name="connsiteY16" fmla="*/ 3477 h 53959"/>
                <a:gd name="connsiteX17" fmla="*/ 14002 w 44195"/>
                <a:gd name="connsiteY17" fmla="*/ 857 h 53959"/>
                <a:gd name="connsiteX18" fmla="*/ 21907 w 44195"/>
                <a:gd name="connsiteY18" fmla="*/ 0 h 53959"/>
                <a:gd name="connsiteX19" fmla="*/ 29670 w 44195"/>
                <a:gd name="connsiteY19" fmla="*/ 905 h 53959"/>
                <a:gd name="connsiteX20" fmla="*/ 36338 w 44195"/>
                <a:gd name="connsiteY20" fmla="*/ 3762 h 53959"/>
                <a:gd name="connsiteX21" fmla="*/ 41005 w 44195"/>
                <a:gd name="connsiteY21" fmla="*/ 8954 h 53959"/>
                <a:gd name="connsiteX22" fmla="*/ 42720 w 44195"/>
                <a:gd name="connsiteY22" fmla="*/ 16812 h 53959"/>
                <a:gd name="connsiteX23" fmla="*/ 31861 w 44195"/>
                <a:gd name="connsiteY23" fmla="*/ 16812 h 53959"/>
                <a:gd name="connsiteX24" fmla="*/ 28908 w 44195"/>
                <a:gd name="connsiteY24" fmla="*/ 10096 h 53959"/>
                <a:gd name="connsiteX25" fmla="*/ 21907 w 44195"/>
                <a:gd name="connsiteY25" fmla="*/ 8144 h 53959"/>
                <a:gd name="connsiteX26" fmla="*/ 15097 w 44195"/>
                <a:gd name="connsiteY26" fmla="*/ 9525 h 53959"/>
                <a:gd name="connsiteX27" fmla="*/ 12573 w 44195"/>
                <a:gd name="connsiteY27" fmla="*/ 14002 h 53959"/>
                <a:gd name="connsiteX28" fmla="*/ 13906 w 44195"/>
                <a:gd name="connsiteY28" fmla="*/ 17002 h 53959"/>
                <a:gd name="connsiteX29" fmla="*/ 18288 w 44195"/>
                <a:gd name="connsiteY29" fmla="*/ 19288 h 53959"/>
                <a:gd name="connsiteX30" fmla="*/ 26384 w 44195"/>
                <a:gd name="connsiteY30" fmla="*/ 21527 h 53959"/>
                <a:gd name="connsiteX31" fmla="*/ 35862 w 44195"/>
                <a:gd name="connsiteY31" fmla="*/ 24717 h 53959"/>
                <a:gd name="connsiteX32" fmla="*/ 42053 w 44195"/>
                <a:gd name="connsiteY32" fmla="*/ 29670 h 53959"/>
                <a:gd name="connsiteX33" fmla="*/ 44196 w 44195"/>
                <a:gd name="connsiteY33" fmla="*/ 37671 h 53959"/>
                <a:gd name="connsiteX34" fmla="*/ 42481 w 44195"/>
                <a:gd name="connsiteY34" fmla="*/ 45148 h 53959"/>
                <a:gd name="connsiteX35" fmla="*/ 37767 w 44195"/>
                <a:gd name="connsiteY35" fmla="*/ 50197 h 53959"/>
                <a:gd name="connsiteX36" fmla="*/ 30861 w 44195"/>
                <a:gd name="connsiteY36" fmla="*/ 53054 h 53959"/>
                <a:gd name="connsiteX37" fmla="*/ 22527 w 44195"/>
                <a:gd name="connsiteY37" fmla="*/ 53959 h 53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44195" h="53959">
                  <a:moveTo>
                    <a:pt x="22527" y="53959"/>
                  </a:moveTo>
                  <a:cubicBezTo>
                    <a:pt x="19621" y="53959"/>
                    <a:pt x="16812" y="53673"/>
                    <a:pt x="14097" y="53102"/>
                  </a:cubicBezTo>
                  <a:cubicBezTo>
                    <a:pt x="11430" y="52530"/>
                    <a:pt x="9001" y="51530"/>
                    <a:pt x="6906" y="50197"/>
                  </a:cubicBezTo>
                  <a:cubicBezTo>
                    <a:pt x="4810" y="48863"/>
                    <a:pt x="3096" y="47054"/>
                    <a:pt x="1857" y="44815"/>
                  </a:cubicBezTo>
                  <a:cubicBezTo>
                    <a:pt x="619" y="42577"/>
                    <a:pt x="0" y="39815"/>
                    <a:pt x="0" y="36528"/>
                  </a:cubicBezTo>
                  <a:lnTo>
                    <a:pt x="10906" y="36528"/>
                  </a:lnTo>
                  <a:cubicBezTo>
                    <a:pt x="10906" y="40005"/>
                    <a:pt x="12049" y="42481"/>
                    <a:pt x="14335" y="43863"/>
                  </a:cubicBezTo>
                  <a:cubicBezTo>
                    <a:pt x="16621" y="45244"/>
                    <a:pt x="19383" y="45958"/>
                    <a:pt x="22622" y="45958"/>
                  </a:cubicBezTo>
                  <a:cubicBezTo>
                    <a:pt x="25670" y="45958"/>
                    <a:pt x="28146" y="45434"/>
                    <a:pt x="30004" y="44339"/>
                  </a:cubicBezTo>
                  <a:cubicBezTo>
                    <a:pt x="31861" y="43244"/>
                    <a:pt x="32766" y="41434"/>
                    <a:pt x="32766" y="38910"/>
                  </a:cubicBezTo>
                  <a:cubicBezTo>
                    <a:pt x="32766" y="36671"/>
                    <a:pt x="31814" y="35004"/>
                    <a:pt x="29956" y="33861"/>
                  </a:cubicBezTo>
                  <a:cubicBezTo>
                    <a:pt x="28051" y="32766"/>
                    <a:pt x="24765" y="31671"/>
                    <a:pt x="20050" y="30623"/>
                  </a:cubicBezTo>
                  <a:cubicBezTo>
                    <a:pt x="16145" y="29670"/>
                    <a:pt x="12811" y="28575"/>
                    <a:pt x="9954" y="27289"/>
                  </a:cubicBezTo>
                  <a:cubicBezTo>
                    <a:pt x="7096" y="26003"/>
                    <a:pt x="4953" y="24384"/>
                    <a:pt x="3429" y="22336"/>
                  </a:cubicBezTo>
                  <a:cubicBezTo>
                    <a:pt x="1905" y="20288"/>
                    <a:pt x="1143" y="17669"/>
                    <a:pt x="1143" y="14430"/>
                  </a:cubicBezTo>
                  <a:cubicBezTo>
                    <a:pt x="1143" y="11954"/>
                    <a:pt x="1715" y="9763"/>
                    <a:pt x="2810" y="7953"/>
                  </a:cubicBezTo>
                  <a:cubicBezTo>
                    <a:pt x="3905" y="6144"/>
                    <a:pt x="5477" y="4620"/>
                    <a:pt x="7382" y="3477"/>
                  </a:cubicBezTo>
                  <a:cubicBezTo>
                    <a:pt x="9287" y="2286"/>
                    <a:pt x="11525" y="1429"/>
                    <a:pt x="14002" y="857"/>
                  </a:cubicBezTo>
                  <a:cubicBezTo>
                    <a:pt x="16478" y="286"/>
                    <a:pt x="19145" y="0"/>
                    <a:pt x="21907" y="0"/>
                  </a:cubicBezTo>
                  <a:cubicBezTo>
                    <a:pt x="24670" y="0"/>
                    <a:pt x="27146" y="286"/>
                    <a:pt x="29670" y="905"/>
                  </a:cubicBezTo>
                  <a:cubicBezTo>
                    <a:pt x="32147" y="1476"/>
                    <a:pt x="34385" y="2429"/>
                    <a:pt x="36338" y="3762"/>
                  </a:cubicBezTo>
                  <a:cubicBezTo>
                    <a:pt x="38291" y="5096"/>
                    <a:pt x="39862" y="6810"/>
                    <a:pt x="41005" y="8954"/>
                  </a:cubicBezTo>
                  <a:cubicBezTo>
                    <a:pt x="42148" y="11097"/>
                    <a:pt x="42720" y="13716"/>
                    <a:pt x="42720" y="16812"/>
                  </a:cubicBezTo>
                  <a:lnTo>
                    <a:pt x="31861" y="16812"/>
                  </a:lnTo>
                  <a:cubicBezTo>
                    <a:pt x="31861" y="13621"/>
                    <a:pt x="30861" y="11382"/>
                    <a:pt x="28908" y="10096"/>
                  </a:cubicBezTo>
                  <a:cubicBezTo>
                    <a:pt x="26956" y="8811"/>
                    <a:pt x="24622" y="8144"/>
                    <a:pt x="21907" y="8144"/>
                  </a:cubicBezTo>
                  <a:cubicBezTo>
                    <a:pt x="19050" y="8144"/>
                    <a:pt x="16764" y="8620"/>
                    <a:pt x="15097" y="9525"/>
                  </a:cubicBezTo>
                  <a:cubicBezTo>
                    <a:pt x="13430" y="10430"/>
                    <a:pt x="12573" y="11954"/>
                    <a:pt x="12573" y="14002"/>
                  </a:cubicBezTo>
                  <a:cubicBezTo>
                    <a:pt x="12573" y="15192"/>
                    <a:pt x="13002" y="16193"/>
                    <a:pt x="13906" y="17002"/>
                  </a:cubicBezTo>
                  <a:cubicBezTo>
                    <a:pt x="14811" y="17812"/>
                    <a:pt x="16240" y="18621"/>
                    <a:pt x="18288" y="19288"/>
                  </a:cubicBezTo>
                  <a:cubicBezTo>
                    <a:pt x="20288" y="20002"/>
                    <a:pt x="23003" y="20717"/>
                    <a:pt x="26384" y="21527"/>
                  </a:cubicBezTo>
                  <a:cubicBezTo>
                    <a:pt x="30004" y="22384"/>
                    <a:pt x="33195" y="23431"/>
                    <a:pt x="35862" y="24717"/>
                  </a:cubicBezTo>
                  <a:cubicBezTo>
                    <a:pt x="38529" y="26003"/>
                    <a:pt x="40577" y="27623"/>
                    <a:pt x="42053" y="29670"/>
                  </a:cubicBezTo>
                  <a:cubicBezTo>
                    <a:pt x="43529" y="31718"/>
                    <a:pt x="44196" y="34385"/>
                    <a:pt x="44196" y="37671"/>
                  </a:cubicBezTo>
                  <a:cubicBezTo>
                    <a:pt x="44196" y="40577"/>
                    <a:pt x="43625" y="43101"/>
                    <a:pt x="42481" y="45148"/>
                  </a:cubicBezTo>
                  <a:cubicBezTo>
                    <a:pt x="41339" y="47196"/>
                    <a:pt x="39767" y="48911"/>
                    <a:pt x="37767" y="50197"/>
                  </a:cubicBezTo>
                  <a:cubicBezTo>
                    <a:pt x="35766" y="51483"/>
                    <a:pt x="33480" y="52435"/>
                    <a:pt x="30861" y="53054"/>
                  </a:cubicBezTo>
                  <a:cubicBezTo>
                    <a:pt x="28242" y="53673"/>
                    <a:pt x="25479" y="53959"/>
                    <a:pt x="22527" y="53959"/>
                  </a:cubicBezTo>
                  <a:close/>
                </a:path>
              </a:pathLst>
            </a:custGeom>
            <a:solidFill>
              <a:srgbClr val="FFFFFF"/>
            </a:solidFill>
            <a:ln w="4763" cap="flat">
              <a:noFill/>
              <a:prstDash val="solid"/>
              <a:miter/>
            </a:ln>
          </p:spPr>
          <p:txBody>
            <a:bodyPr rtlCol="0" anchor="ctr"/>
            <a:lstStyle/>
            <a:p>
              <a:endParaRPr lang="en-AU"/>
            </a:p>
          </p:txBody>
        </p:sp>
        <p:sp>
          <p:nvSpPr>
            <p:cNvPr id="12" name="Freeform: Shape 11">
              <a:extLst>
                <a:ext uri="{FF2B5EF4-FFF2-40B4-BE49-F238E27FC236}">
                  <a16:creationId xmlns:a16="http://schemas.microsoft.com/office/drawing/2014/main" id="{03551208-ED6C-4B6A-B61C-604B959B664F}"/>
                </a:ext>
              </a:extLst>
            </p:cNvPr>
            <p:cNvSpPr/>
            <p:nvPr/>
          </p:nvSpPr>
          <p:spPr>
            <a:xfrm>
              <a:off x="299466" y="668274"/>
              <a:ext cx="48291" cy="53863"/>
            </a:xfrm>
            <a:custGeom>
              <a:avLst/>
              <a:gdLst>
                <a:gd name="connsiteX0" fmla="*/ 25146 w 48291"/>
                <a:gd name="connsiteY0" fmla="*/ 53769 h 53863"/>
                <a:gd name="connsiteX1" fmla="*/ 12240 w 48291"/>
                <a:gd name="connsiteY1" fmla="*/ 50911 h 53863"/>
                <a:gd name="connsiteX2" fmla="*/ 3286 w 48291"/>
                <a:gd name="connsiteY2" fmla="*/ 42100 h 53863"/>
                <a:gd name="connsiteX3" fmla="*/ 0 w 48291"/>
                <a:gd name="connsiteY3" fmla="*/ 27099 h 53863"/>
                <a:gd name="connsiteX4" fmla="*/ 3191 w 48291"/>
                <a:gd name="connsiteY4" fmla="*/ 11954 h 53863"/>
                <a:gd name="connsiteX5" fmla="*/ 12002 w 48291"/>
                <a:gd name="connsiteY5" fmla="*/ 2953 h 53863"/>
                <a:gd name="connsiteX6" fmla="*/ 25146 w 48291"/>
                <a:gd name="connsiteY6" fmla="*/ 0 h 53863"/>
                <a:gd name="connsiteX7" fmla="*/ 36528 w 48291"/>
                <a:gd name="connsiteY7" fmla="*/ 2095 h 53863"/>
                <a:gd name="connsiteX8" fmla="*/ 44625 w 48291"/>
                <a:gd name="connsiteY8" fmla="*/ 8334 h 53863"/>
                <a:gd name="connsiteX9" fmla="*/ 47815 w 48291"/>
                <a:gd name="connsiteY9" fmla="*/ 18859 h 53863"/>
                <a:gd name="connsiteX10" fmla="*/ 36528 w 48291"/>
                <a:gd name="connsiteY10" fmla="*/ 18859 h 53863"/>
                <a:gd name="connsiteX11" fmla="*/ 33337 w 48291"/>
                <a:gd name="connsiteY11" fmla="*/ 11716 h 53863"/>
                <a:gd name="connsiteX12" fmla="*/ 25241 w 48291"/>
                <a:gd name="connsiteY12" fmla="*/ 9096 h 53863"/>
                <a:gd name="connsiteX13" fmla="*/ 15097 w 48291"/>
                <a:gd name="connsiteY13" fmla="*/ 13811 h 53863"/>
                <a:gd name="connsiteX14" fmla="*/ 11859 w 48291"/>
                <a:gd name="connsiteY14" fmla="*/ 27099 h 53863"/>
                <a:gd name="connsiteX15" fmla="*/ 13287 w 48291"/>
                <a:gd name="connsiteY15" fmla="*/ 36624 h 53863"/>
                <a:gd name="connsiteX16" fmla="*/ 17716 w 48291"/>
                <a:gd name="connsiteY16" fmla="*/ 42672 h 53863"/>
                <a:gd name="connsiteX17" fmla="*/ 25289 w 48291"/>
                <a:gd name="connsiteY17" fmla="*/ 44767 h 53863"/>
                <a:gd name="connsiteX18" fmla="*/ 33671 w 48291"/>
                <a:gd name="connsiteY18" fmla="*/ 42005 h 53863"/>
                <a:gd name="connsiteX19" fmla="*/ 37005 w 48291"/>
                <a:gd name="connsiteY19" fmla="*/ 34004 h 53863"/>
                <a:gd name="connsiteX20" fmla="*/ 48292 w 48291"/>
                <a:gd name="connsiteY20" fmla="*/ 34004 h 53863"/>
                <a:gd name="connsiteX21" fmla="*/ 45101 w 48291"/>
                <a:gd name="connsiteY21" fmla="*/ 44958 h 53863"/>
                <a:gd name="connsiteX22" fmla="*/ 36909 w 48291"/>
                <a:gd name="connsiteY22" fmla="*/ 51625 h 53863"/>
                <a:gd name="connsiteX23" fmla="*/ 25241 w 48291"/>
                <a:gd name="connsiteY23" fmla="*/ 53864 h 53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8291" h="53863">
                  <a:moveTo>
                    <a:pt x="25146" y="53769"/>
                  </a:moveTo>
                  <a:cubicBezTo>
                    <a:pt x="20336" y="53769"/>
                    <a:pt x="16050" y="52816"/>
                    <a:pt x="12240" y="50911"/>
                  </a:cubicBezTo>
                  <a:cubicBezTo>
                    <a:pt x="8477" y="49006"/>
                    <a:pt x="5477" y="46053"/>
                    <a:pt x="3286" y="42100"/>
                  </a:cubicBezTo>
                  <a:cubicBezTo>
                    <a:pt x="1095" y="38148"/>
                    <a:pt x="0" y="33147"/>
                    <a:pt x="0" y="27099"/>
                  </a:cubicBezTo>
                  <a:cubicBezTo>
                    <a:pt x="0" y="21050"/>
                    <a:pt x="1048" y="15954"/>
                    <a:pt x="3191" y="11954"/>
                  </a:cubicBezTo>
                  <a:cubicBezTo>
                    <a:pt x="5334" y="7953"/>
                    <a:pt x="8239" y="4953"/>
                    <a:pt x="12002" y="2953"/>
                  </a:cubicBezTo>
                  <a:cubicBezTo>
                    <a:pt x="15764" y="952"/>
                    <a:pt x="20145" y="0"/>
                    <a:pt x="25146" y="0"/>
                  </a:cubicBezTo>
                  <a:cubicBezTo>
                    <a:pt x="29337" y="0"/>
                    <a:pt x="33147" y="714"/>
                    <a:pt x="36528" y="2095"/>
                  </a:cubicBezTo>
                  <a:cubicBezTo>
                    <a:pt x="39910" y="3477"/>
                    <a:pt x="42624" y="5572"/>
                    <a:pt x="44625" y="8334"/>
                  </a:cubicBezTo>
                  <a:cubicBezTo>
                    <a:pt x="46625" y="11097"/>
                    <a:pt x="47720" y="14621"/>
                    <a:pt x="47815" y="18859"/>
                  </a:cubicBezTo>
                  <a:lnTo>
                    <a:pt x="36528" y="18859"/>
                  </a:lnTo>
                  <a:cubicBezTo>
                    <a:pt x="36338" y="15811"/>
                    <a:pt x="35290" y="13430"/>
                    <a:pt x="33337" y="11716"/>
                  </a:cubicBezTo>
                  <a:cubicBezTo>
                    <a:pt x="31385" y="9954"/>
                    <a:pt x="28670" y="9096"/>
                    <a:pt x="25241" y="9096"/>
                  </a:cubicBezTo>
                  <a:cubicBezTo>
                    <a:pt x="20622" y="9096"/>
                    <a:pt x="17240" y="10668"/>
                    <a:pt x="15097" y="13811"/>
                  </a:cubicBezTo>
                  <a:cubicBezTo>
                    <a:pt x="12906" y="16954"/>
                    <a:pt x="11859" y="21384"/>
                    <a:pt x="11859" y="27099"/>
                  </a:cubicBezTo>
                  <a:cubicBezTo>
                    <a:pt x="11859" y="30813"/>
                    <a:pt x="12335" y="33957"/>
                    <a:pt x="13287" y="36624"/>
                  </a:cubicBezTo>
                  <a:cubicBezTo>
                    <a:pt x="14240" y="39243"/>
                    <a:pt x="15716" y="41291"/>
                    <a:pt x="17716" y="42672"/>
                  </a:cubicBezTo>
                  <a:cubicBezTo>
                    <a:pt x="19717" y="44053"/>
                    <a:pt x="22193" y="44767"/>
                    <a:pt x="25289" y="44767"/>
                  </a:cubicBezTo>
                  <a:cubicBezTo>
                    <a:pt x="28765" y="44767"/>
                    <a:pt x="31575" y="43863"/>
                    <a:pt x="33671" y="42005"/>
                  </a:cubicBezTo>
                  <a:cubicBezTo>
                    <a:pt x="35766" y="40148"/>
                    <a:pt x="36862" y="37481"/>
                    <a:pt x="37005" y="34004"/>
                  </a:cubicBezTo>
                  <a:lnTo>
                    <a:pt x="48292" y="34004"/>
                  </a:lnTo>
                  <a:cubicBezTo>
                    <a:pt x="48196" y="38338"/>
                    <a:pt x="47101" y="42005"/>
                    <a:pt x="45101" y="44958"/>
                  </a:cubicBezTo>
                  <a:cubicBezTo>
                    <a:pt x="43053" y="47911"/>
                    <a:pt x="40338" y="50149"/>
                    <a:pt x="36909" y="51625"/>
                  </a:cubicBezTo>
                  <a:cubicBezTo>
                    <a:pt x="33480" y="53102"/>
                    <a:pt x="29575" y="53864"/>
                    <a:pt x="25241" y="53864"/>
                  </a:cubicBezTo>
                  <a:close/>
                </a:path>
              </a:pathLst>
            </a:custGeom>
            <a:solidFill>
              <a:srgbClr val="FFFFFF"/>
            </a:solidFill>
            <a:ln w="4763" cap="flat">
              <a:noFill/>
              <a:prstDash val="solid"/>
              <a:miter/>
            </a:ln>
          </p:spPr>
          <p:txBody>
            <a:bodyPr rtlCol="0" anchor="ctr"/>
            <a:lstStyle/>
            <a:p>
              <a:endParaRPr lang="en-AU"/>
            </a:p>
          </p:txBody>
        </p:sp>
        <p:sp>
          <p:nvSpPr>
            <p:cNvPr id="13" name="Freeform: Shape 12">
              <a:extLst>
                <a:ext uri="{FF2B5EF4-FFF2-40B4-BE49-F238E27FC236}">
                  <a16:creationId xmlns:a16="http://schemas.microsoft.com/office/drawing/2014/main" id="{A88C4AEE-EFAA-3D69-63B6-F38669C23D82}"/>
                </a:ext>
              </a:extLst>
            </p:cNvPr>
            <p:cNvSpPr/>
            <p:nvPr/>
          </p:nvSpPr>
          <p:spPr>
            <a:xfrm>
              <a:off x="358330" y="668274"/>
              <a:ext cx="48672" cy="53911"/>
            </a:xfrm>
            <a:custGeom>
              <a:avLst/>
              <a:gdLst>
                <a:gd name="connsiteX0" fmla="*/ 25575 w 48672"/>
                <a:gd name="connsiteY0" fmla="*/ 53911 h 53911"/>
                <a:gd name="connsiteX1" fmla="*/ 11335 w 48672"/>
                <a:gd name="connsiteY1" fmla="*/ 50530 h 53911"/>
                <a:gd name="connsiteX2" fmla="*/ 2810 w 48672"/>
                <a:gd name="connsiteY2" fmla="*/ 41005 h 53911"/>
                <a:gd name="connsiteX3" fmla="*/ 0 w 48672"/>
                <a:gd name="connsiteY3" fmla="*/ 26813 h 53911"/>
                <a:gd name="connsiteX4" fmla="*/ 2762 w 48672"/>
                <a:gd name="connsiteY4" fmla="*/ 12668 h 53911"/>
                <a:gd name="connsiteX5" fmla="*/ 11001 w 48672"/>
                <a:gd name="connsiteY5" fmla="*/ 3334 h 53911"/>
                <a:gd name="connsiteX6" fmla="*/ 24717 w 48672"/>
                <a:gd name="connsiteY6" fmla="*/ 0 h 53911"/>
                <a:gd name="connsiteX7" fmla="*/ 42243 w 48672"/>
                <a:gd name="connsiteY7" fmla="*/ 6620 h 53911"/>
                <a:gd name="connsiteX8" fmla="*/ 48673 w 48672"/>
                <a:gd name="connsiteY8" fmla="*/ 25527 h 53911"/>
                <a:gd name="connsiteX9" fmla="*/ 48578 w 48672"/>
                <a:gd name="connsiteY9" fmla="*/ 27384 h 53911"/>
                <a:gd name="connsiteX10" fmla="*/ 48387 w 48672"/>
                <a:gd name="connsiteY10" fmla="*/ 28956 h 53911"/>
                <a:gd name="connsiteX11" fmla="*/ 11573 w 48672"/>
                <a:gd name="connsiteY11" fmla="*/ 28956 h 53911"/>
                <a:gd name="connsiteX12" fmla="*/ 13049 w 48672"/>
                <a:gd name="connsiteY12" fmla="*/ 37100 h 53911"/>
                <a:gd name="connsiteX13" fmla="*/ 17574 w 48672"/>
                <a:gd name="connsiteY13" fmla="*/ 43053 h 53911"/>
                <a:gd name="connsiteX14" fmla="*/ 25670 w 48672"/>
                <a:gd name="connsiteY14" fmla="*/ 45291 h 53911"/>
                <a:gd name="connsiteX15" fmla="*/ 34052 w 48672"/>
                <a:gd name="connsiteY15" fmla="*/ 42910 h 53911"/>
                <a:gd name="connsiteX16" fmla="*/ 37243 w 48672"/>
                <a:gd name="connsiteY16" fmla="*/ 35862 h 53911"/>
                <a:gd name="connsiteX17" fmla="*/ 48625 w 48672"/>
                <a:gd name="connsiteY17" fmla="*/ 35862 h 53911"/>
                <a:gd name="connsiteX18" fmla="*/ 45482 w 48672"/>
                <a:gd name="connsiteY18" fmla="*/ 45672 h 53911"/>
                <a:gd name="connsiteX19" fmla="*/ 37576 w 48672"/>
                <a:gd name="connsiteY19" fmla="*/ 51816 h 53911"/>
                <a:gd name="connsiteX20" fmla="*/ 25622 w 48672"/>
                <a:gd name="connsiteY20" fmla="*/ 53911 h 53911"/>
                <a:gd name="connsiteX21" fmla="*/ 11621 w 48672"/>
                <a:gd name="connsiteY21" fmla="*/ 21241 h 53911"/>
                <a:gd name="connsiteX22" fmla="*/ 37100 w 48672"/>
                <a:gd name="connsiteY22" fmla="*/ 21241 h 53911"/>
                <a:gd name="connsiteX23" fmla="*/ 33576 w 48672"/>
                <a:gd name="connsiteY23" fmla="*/ 11668 h 53911"/>
                <a:gd name="connsiteX24" fmla="*/ 24622 w 48672"/>
                <a:gd name="connsiteY24" fmla="*/ 8382 h 53911"/>
                <a:gd name="connsiteX25" fmla="*/ 15478 w 48672"/>
                <a:gd name="connsiteY25" fmla="*/ 11716 h 53911"/>
                <a:gd name="connsiteX26" fmla="*/ 11621 w 48672"/>
                <a:gd name="connsiteY26" fmla="*/ 21288 h 53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8672" h="53911">
                  <a:moveTo>
                    <a:pt x="25575" y="53911"/>
                  </a:moveTo>
                  <a:cubicBezTo>
                    <a:pt x="19860" y="53911"/>
                    <a:pt x="15145" y="52768"/>
                    <a:pt x="11335" y="50530"/>
                  </a:cubicBezTo>
                  <a:cubicBezTo>
                    <a:pt x="7525" y="48244"/>
                    <a:pt x="4715" y="45101"/>
                    <a:pt x="2810" y="41005"/>
                  </a:cubicBezTo>
                  <a:cubicBezTo>
                    <a:pt x="905" y="36909"/>
                    <a:pt x="0" y="32194"/>
                    <a:pt x="0" y="26813"/>
                  </a:cubicBezTo>
                  <a:cubicBezTo>
                    <a:pt x="0" y="21431"/>
                    <a:pt x="905" y="16669"/>
                    <a:pt x="2762" y="12668"/>
                  </a:cubicBezTo>
                  <a:cubicBezTo>
                    <a:pt x="4620" y="8668"/>
                    <a:pt x="7334" y="5524"/>
                    <a:pt x="11001" y="3334"/>
                  </a:cubicBezTo>
                  <a:cubicBezTo>
                    <a:pt x="14669" y="1095"/>
                    <a:pt x="19241" y="0"/>
                    <a:pt x="24717" y="0"/>
                  </a:cubicBezTo>
                  <a:cubicBezTo>
                    <a:pt x="32147" y="0"/>
                    <a:pt x="37957" y="2191"/>
                    <a:pt x="42243" y="6620"/>
                  </a:cubicBezTo>
                  <a:cubicBezTo>
                    <a:pt x="46530" y="11049"/>
                    <a:pt x="48673" y="17335"/>
                    <a:pt x="48673" y="25527"/>
                  </a:cubicBezTo>
                  <a:cubicBezTo>
                    <a:pt x="48673" y="26003"/>
                    <a:pt x="48673" y="26622"/>
                    <a:pt x="48578" y="27384"/>
                  </a:cubicBezTo>
                  <a:cubicBezTo>
                    <a:pt x="48530" y="28099"/>
                    <a:pt x="48482" y="28623"/>
                    <a:pt x="48387" y="28956"/>
                  </a:cubicBezTo>
                  <a:lnTo>
                    <a:pt x="11573" y="28956"/>
                  </a:lnTo>
                  <a:cubicBezTo>
                    <a:pt x="11573" y="31909"/>
                    <a:pt x="12097" y="34623"/>
                    <a:pt x="13049" y="37100"/>
                  </a:cubicBezTo>
                  <a:cubicBezTo>
                    <a:pt x="14002" y="39576"/>
                    <a:pt x="15478" y="41577"/>
                    <a:pt x="17574" y="43053"/>
                  </a:cubicBezTo>
                  <a:cubicBezTo>
                    <a:pt x="19622" y="44529"/>
                    <a:pt x="22336" y="45291"/>
                    <a:pt x="25670" y="45291"/>
                  </a:cubicBezTo>
                  <a:cubicBezTo>
                    <a:pt x="29242" y="45291"/>
                    <a:pt x="32052" y="44482"/>
                    <a:pt x="34052" y="42910"/>
                  </a:cubicBezTo>
                  <a:cubicBezTo>
                    <a:pt x="36100" y="41338"/>
                    <a:pt x="37148" y="39005"/>
                    <a:pt x="37243" y="35862"/>
                  </a:cubicBezTo>
                  <a:lnTo>
                    <a:pt x="48625" y="35862"/>
                  </a:lnTo>
                  <a:cubicBezTo>
                    <a:pt x="48435" y="39719"/>
                    <a:pt x="47387" y="43005"/>
                    <a:pt x="45482" y="45672"/>
                  </a:cubicBezTo>
                  <a:cubicBezTo>
                    <a:pt x="43577" y="48387"/>
                    <a:pt x="40957" y="50387"/>
                    <a:pt x="37576" y="51816"/>
                  </a:cubicBezTo>
                  <a:cubicBezTo>
                    <a:pt x="34195" y="53245"/>
                    <a:pt x="30242" y="53911"/>
                    <a:pt x="25622" y="53911"/>
                  </a:cubicBezTo>
                  <a:close/>
                  <a:moveTo>
                    <a:pt x="11621" y="21241"/>
                  </a:moveTo>
                  <a:lnTo>
                    <a:pt x="37100" y="21241"/>
                  </a:lnTo>
                  <a:cubicBezTo>
                    <a:pt x="37005" y="17050"/>
                    <a:pt x="35814" y="13859"/>
                    <a:pt x="33576" y="11668"/>
                  </a:cubicBezTo>
                  <a:cubicBezTo>
                    <a:pt x="31337" y="9477"/>
                    <a:pt x="28384" y="8382"/>
                    <a:pt x="24622" y="8382"/>
                  </a:cubicBezTo>
                  <a:cubicBezTo>
                    <a:pt x="20860" y="8382"/>
                    <a:pt x="17717" y="9477"/>
                    <a:pt x="15478" y="11716"/>
                  </a:cubicBezTo>
                  <a:cubicBezTo>
                    <a:pt x="13192" y="13906"/>
                    <a:pt x="11906" y="17097"/>
                    <a:pt x="11621" y="21288"/>
                  </a:cubicBezTo>
                  <a:close/>
                </a:path>
              </a:pathLst>
            </a:custGeom>
            <a:solidFill>
              <a:srgbClr val="FFFFFF"/>
            </a:solidFill>
            <a:ln w="4763" cap="flat">
              <a:noFill/>
              <a:prstDash val="solid"/>
              <a:miter/>
            </a:ln>
          </p:spPr>
          <p:txBody>
            <a:bodyPr rtlCol="0" anchor="ctr"/>
            <a:lstStyle/>
            <a:p>
              <a:endParaRPr lang="en-AU"/>
            </a:p>
          </p:txBody>
        </p:sp>
        <p:sp>
          <p:nvSpPr>
            <p:cNvPr id="14" name="Freeform: Shape 13">
              <a:extLst>
                <a:ext uri="{FF2B5EF4-FFF2-40B4-BE49-F238E27FC236}">
                  <a16:creationId xmlns:a16="http://schemas.microsoft.com/office/drawing/2014/main" id="{80E2DD04-DEA8-A38D-3412-56D16739EAD0}"/>
                </a:ext>
              </a:extLst>
            </p:cNvPr>
            <p:cNvSpPr/>
            <p:nvPr/>
          </p:nvSpPr>
          <p:spPr>
            <a:xfrm>
              <a:off x="420385" y="668369"/>
              <a:ext cx="46196" cy="52863"/>
            </a:xfrm>
            <a:custGeom>
              <a:avLst/>
              <a:gdLst>
                <a:gd name="connsiteX0" fmla="*/ 0 w 46196"/>
                <a:gd name="connsiteY0" fmla="*/ 52864 h 52863"/>
                <a:gd name="connsiteX1" fmla="*/ 0 w 46196"/>
                <a:gd name="connsiteY1" fmla="*/ 762 h 52863"/>
                <a:gd name="connsiteX2" fmla="*/ 11097 w 46196"/>
                <a:gd name="connsiteY2" fmla="*/ 762 h 52863"/>
                <a:gd name="connsiteX3" fmla="*/ 11382 w 46196"/>
                <a:gd name="connsiteY3" fmla="*/ 8668 h 52863"/>
                <a:gd name="connsiteX4" fmla="*/ 18336 w 46196"/>
                <a:gd name="connsiteY4" fmla="*/ 2715 h 52863"/>
                <a:gd name="connsiteX5" fmla="*/ 29623 w 46196"/>
                <a:gd name="connsiteY5" fmla="*/ 0 h 52863"/>
                <a:gd name="connsiteX6" fmla="*/ 42053 w 46196"/>
                <a:gd name="connsiteY6" fmla="*/ 4953 h 52863"/>
                <a:gd name="connsiteX7" fmla="*/ 46196 w 46196"/>
                <a:gd name="connsiteY7" fmla="*/ 19098 h 52863"/>
                <a:gd name="connsiteX8" fmla="*/ 46196 w 46196"/>
                <a:gd name="connsiteY8" fmla="*/ 52864 h 52863"/>
                <a:gd name="connsiteX9" fmla="*/ 34671 w 46196"/>
                <a:gd name="connsiteY9" fmla="*/ 52864 h 52863"/>
                <a:gd name="connsiteX10" fmla="*/ 34671 w 46196"/>
                <a:gd name="connsiteY10" fmla="*/ 20622 h 52863"/>
                <a:gd name="connsiteX11" fmla="*/ 33861 w 46196"/>
                <a:gd name="connsiteY11" fmla="*/ 14764 h 52863"/>
                <a:gd name="connsiteX12" fmla="*/ 31147 w 46196"/>
                <a:gd name="connsiteY12" fmla="*/ 10811 h 52863"/>
                <a:gd name="connsiteX13" fmla="*/ 25956 w 46196"/>
                <a:gd name="connsiteY13" fmla="*/ 9382 h 52863"/>
                <a:gd name="connsiteX14" fmla="*/ 17431 w 46196"/>
                <a:gd name="connsiteY14" fmla="*/ 11716 h 52863"/>
                <a:gd name="connsiteX15" fmla="*/ 11621 w 46196"/>
                <a:gd name="connsiteY15" fmla="*/ 17002 h 52863"/>
                <a:gd name="connsiteX16" fmla="*/ 11621 w 46196"/>
                <a:gd name="connsiteY16" fmla="*/ 52864 h 52863"/>
                <a:gd name="connsiteX17" fmla="*/ 48 w 46196"/>
                <a:gd name="connsiteY17" fmla="*/ 52864 h 52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6196" h="52863">
                  <a:moveTo>
                    <a:pt x="0" y="52864"/>
                  </a:moveTo>
                  <a:lnTo>
                    <a:pt x="0" y="762"/>
                  </a:lnTo>
                  <a:lnTo>
                    <a:pt x="11097" y="762"/>
                  </a:lnTo>
                  <a:lnTo>
                    <a:pt x="11382" y="8668"/>
                  </a:lnTo>
                  <a:cubicBezTo>
                    <a:pt x="13097" y="6477"/>
                    <a:pt x="15431" y="4524"/>
                    <a:pt x="18336" y="2715"/>
                  </a:cubicBezTo>
                  <a:cubicBezTo>
                    <a:pt x="21241" y="905"/>
                    <a:pt x="25003" y="0"/>
                    <a:pt x="29623" y="0"/>
                  </a:cubicBezTo>
                  <a:cubicBezTo>
                    <a:pt x="35147" y="0"/>
                    <a:pt x="39291" y="1667"/>
                    <a:pt x="42053" y="4953"/>
                  </a:cubicBezTo>
                  <a:cubicBezTo>
                    <a:pt x="44815" y="8239"/>
                    <a:pt x="46196" y="12954"/>
                    <a:pt x="46196" y="19098"/>
                  </a:cubicBezTo>
                  <a:lnTo>
                    <a:pt x="46196" y="52864"/>
                  </a:lnTo>
                  <a:lnTo>
                    <a:pt x="34671" y="52864"/>
                  </a:lnTo>
                  <a:lnTo>
                    <a:pt x="34671" y="20622"/>
                  </a:lnTo>
                  <a:cubicBezTo>
                    <a:pt x="34671" y="18431"/>
                    <a:pt x="34385" y="16478"/>
                    <a:pt x="33861" y="14764"/>
                  </a:cubicBezTo>
                  <a:cubicBezTo>
                    <a:pt x="33338" y="13049"/>
                    <a:pt x="32433" y="11763"/>
                    <a:pt x="31147" y="10811"/>
                  </a:cubicBezTo>
                  <a:cubicBezTo>
                    <a:pt x="29861" y="9858"/>
                    <a:pt x="28146" y="9382"/>
                    <a:pt x="25956" y="9382"/>
                  </a:cubicBezTo>
                  <a:cubicBezTo>
                    <a:pt x="22622" y="9382"/>
                    <a:pt x="19764" y="10144"/>
                    <a:pt x="17431" y="11716"/>
                  </a:cubicBezTo>
                  <a:cubicBezTo>
                    <a:pt x="15097" y="13287"/>
                    <a:pt x="13145" y="15002"/>
                    <a:pt x="11621" y="17002"/>
                  </a:cubicBezTo>
                  <a:lnTo>
                    <a:pt x="11621" y="52864"/>
                  </a:lnTo>
                  <a:lnTo>
                    <a:pt x="48" y="52864"/>
                  </a:lnTo>
                  <a:close/>
                </a:path>
              </a:pathLst>
            </a:custGeom>
            <a:solidFill>
              <a:srgbClr val="FFFFFF"/>
            </a:solidFill>
            <a:ln w="4763" cap="flat">
              <a:noFill/>
              <a:prstDash val="solid"/>
              <a:miter/>
            </a:ln>
          </p:spPr>
          <p:txBody>
            <a:bodyPr rtlCol="0" anchor="ctr"/>
            <a:lstStyle/>
            <a:p>
              <a:endParaRPr lang="en-AU"/>
            </a:p>
          </p:txBody>
        </p:sp>
        <p:sp>
          <p:nvSpPr>
            <p:cNvPr id="15" name="Freeform: Shape 14">
              <a:extLst>
                <a:ext uri="{FF2B5EF4-FFF2-40B4-BE49-F238E27FC236}">
                  <a16:creationId xmlns:a16="http://schemas.microsoft.com/office/drawing/2014/main" id="{F1C55637-33D1-6FC7-7613-EB11B3B22483}"/>
                </a:ext>
              </a:extLst>
            </p:cNvPr>
            <p:cNvSpPr/>
            <p:nvPr/>
          </p:nvSpPr>
          <p:spPr>
            <a:xfrm>
              <a:off x="479440" y="649271"/>
              <a:ext cx="49434" cy="72866"/>
            </a:xfrm>
            <a:custGeom>
              <a:avLst/>
              <a:gdLst>
                <a:gd name="connsiteX0" fmla="*/ 20669 w 49434"/>
                <a:gd name="connsiteY0" fmla="*/ 72866 h 72866"/>
                <a:gd name="connsiteX1" fmla="*/ 9906 w 49434"/>
                <a:gd name="connsiteY1" fmla="*/ 69866 h 72866"/>
                <a:gd name="connsiteX2" fmla="*/ 2619 w 49434"/>
                <a:gd name="connsiteY2" fmla="*/ 60817 h 72866"/>
                <a:gd name="connsiteX3" fmla="*/ 0 w 49434"/>
                <a:gd name="connsiteY3" fmla="*/ 45672 h 72866"/>
                <a:gd name="connsiteX4" fmla="*/ 2810 w 49434"/>
                <a:gd name="connsiteY4" fmla="*/ 30766 h 72866"/>
                <a:gd name="connsiteX5" fmla="*/ 10573 w 49434"/>
                <a:gd name="connsiteY5" fmla="*/ 21907 h 72866"/>
                <a:gd name="connsiteX6" fmla="*/ 22003 w 49434"/>
                <a:gd name="connsiteY6" fmla="*/ 18955 h 72866"/>
                <a:gd name="connsiteX7" fmla="*/ 31480 w 49434"/>
                <a:gd name="connsiteY7" fmla="*/ 21288 h 72866"/>
                <a:gd name="connsiteX8" fmla="*/ 37909 w 49434"/>
                <a:gd name="connsiteY8" fmla="*/ 27527 h 72866"/>
                <a:gd name="connsiteX9" fmla="*/ 37909 w 49434"/>
                <a:gd name="connsiteY9" fmla="*/ 0 h 72866"/>
                <a:gd name="connsiteX10" fmla="*/ 49435 w 49434"/>
                <a:gd name="connsiteY10" fmla="*/ 0 h 72866"/>
                <a:gd name="connsiteX11" fmla="*/ 49435 w 49434"/>
                <a:gd name="connsiteY11" fmla="*/ 71961 h 72866"/>
                <a:gd name="connsiteX12" fmla="*/ 38481 w 49434"/>
                <a:gd name="connsiteY12" fmla="*/ 71961 h 72866"/>
                <a:gd name="connsiteX13" fmla="*/ 37909 w 49434"/>
                <a:gd name="connsiteY13" fmla="*/ 64484 h 72866"/>
                <a:gd name="connsiteX14" fmla="*/ 30909 w 49434"/>
                <a:gd name="connsiteY14" fmla="*/ 70580 h 72866"/>
                <a:gd name="connsiteX15" fmla="*/ 20765 w 49434"/>
                <a:gd name="connsiteY15" fmla="*/ 72866 h 72866"/>
                <a:gd name="connsiteX16" fmla="*/ 23670 w 49434"/>
                <a:gd name="connsiteY16" fmla="*/ 63865 h 72866"/>
                <a:gd name="connsiteX17" fmla="*/ 32337 w 49434"/>
                <a:gd name="connsiteY17" fmla="*/ 61293 h 72866"/>
                <a:gd name="connsiteX18" fmla="*/ 37862 w 49434"/>
                <a:gd name="connsiteY18" fmla="*/ 55102 h 72866"/>
                <a:gd name="connsiteX19" fmla="*/ 37862 w 49434"/>
                <a:gd name="connsiteY19" fmla="*/ 37433 h 72866"/>
                <a:gd name="connsiteX20" fmla="*/ 32718 w 49434"/>
                <a:gd name="connsiteY20" fmla="*/ 30766 h 72866"/>
                <a:gd name="connsiteX21" fmla="*/ 24575 w 49434"/>
                <a:gd name="connsiteY21" fmla="*/ 28004 h 72866"/>
                <a:gd name="connsiteX22" fmla="*/ 15097 w 49434"/>
                <a:gd name="connsiteY22" fmla="*/ 32575 h 72866"/>
                <a:gd name="connsiteX23" fmla="*/ 11859 w 49434"/>
                <a:gd name="connsiteY23" fmla="*/ 45625 h 72866"/>
                <a:gd name="connsiteX24" fmla="*/ 14954 w 49434"/>
                <a:gd name="connsiteY24" fmla="*/ 59293 h 72866"/>
                <a:gd name="connsiteX25" fmla="*/ 23765 w 49434"/>
                <a:gd name="connsiteY25" fmla="*/ 63865 h 72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9434" h="72866">
                  <a:moveTo>
                    <a:pt x="20669" y="72866"/>
                  </a:moveTo>
                  <a:cubicBezTo>
                    <a:pt x="16621" y="72866"/>
                    <a:pt x="13002" y="71866"/>
                    <a:pt x="9906" y="69866"/>
                  </a:cubicBezTo>
                  <a:cubicBezTo>
                    <a:pt x="6763" y="67866"/>
                    <a:pt x="4334" y="64865"/>
                    <a:pt x="2619" y="60817"/>
                  </a:cubicBezTo>
                  <a:cubicBezTo>
                    <a:pt x="857" y="56769"/>
                    <a:pt x="0" y="51721"/>
                    <a:pt x="0" y="45672"/>
                  </a:cubicBezTo>
                  <a:cubicBezTo>
                    <a:pt x="0" y="39624"/>
                    <a:pt x="953" y="34719"/>
                    <a:pt x="2810" y="30766"/>
                  </a:cubicBezTo>
                  <a:cubicBezTo>
                    <a:pt x="4667" y="26813"/>
                    <a:pt x="7287" y="23860"/>
                    <a:pt x="10573" y="21907"/>
                  </a:cubicBezTo>
                  <a:cubicBezTo>
                    <a:pt x="13859" y="19907"/>
                    <a:pt x="17669" y="18955"/>
                    <a:pt x="22003" y="18955"/>
                  </a:cubicBezTo>
                  <a:cubicBezTo>
                    <a:pt x="25622" y="18955"/>
                    <a:pt x="28766" y="19764"/>
                    <a:pt x="31480" y="21288"/>
                  </a:cubicBezTo>
                  <a:cubicBezTo>
                    <a:pt x="34147" y="22860"/>
                    <a:pt x="36290" y="24956"/>
                    <a:pt x="37909" y="27527"/>
                  </a:cubicBezTo>
                  <a:lnTo>
                    <a:pt x="37909" y="0"/>
                  </a:lnTo>
                  <a:lnTo>
                    <a:pt x="49435" y="0"/>
                  </a:lnTo>
                  <a:lnTo>
                    <a:pt x="49435" y="71961"/>
                  </a:lnTo>
                  <a:lnTo>
                    <a:pt x="38481" y="71961"/>
                  </a:lnTo>
                  <a:lnTo>
                    <a:pt x="37909" y="64484"/>
                  </a:lnTo>
                  <a:cubicBezTo>
                    <a:pt x="36052" y="67008"/>
                    <a:pt x="33719" y="69056"/>
                    <a:pt x="30909" y="70580"/>
                  </a:cubicBezTo>
                  <a:cubicBezTo>
                    <a:pt x="28099" y="72104"/>
                    <a:pt x="24717" y="72866"/>
                    <a:pt x="20765" y="72866"/>
                  </a:cubicBezTo>
                  <a:close/>
                  <a:moveTo>
                    <a:pt x="23670" y="63865"/>
                  </a:moveTo>
                  <a:cubicBezTo>
                    <a:pt x="27099" y="63865"/>
                    <a:pt x="29956" y="63008"/>
                    <a:pt x="32337" y="61293"/>
                  </a:cubicBezTo>
                  <a:cubicBezTo>
                    <a:pt x="34671" y="59579"/>
                    <a:pt x="36528" y="57531"/>
                    <a:pt x="37862" y="55102"/>
                  </a:cubicBezTo>
                  <a:lnTo>
                    <a:pt x="37862" y="37433"/>
                  </a:lnTo>
                  <a:cubicBezTo>
                    <a:pt x="36624" y="34814"/>
                    <a:pt x="34909" y="32623"/>
                    <a:pt x="32718" y="30766"/>
                  </a:cubicBezTo>
                  <a:cubicBezTo>
                    <a:pt x="30528" y="28908"/>
                    <a:pt x="27813" y="28004"/>
                    <a:pt x="24575" y="28004"/>
                  </a:cubicBezTo>
                  <a:cubicBezTo>
                    <a:pt x="20431" y="28004"/>
                    <a:pt x="17288" y="29527"/>
                    <a:pt x="15097" y="32575"/>
                  </a:cubicBezTo>
                  <a:cubicBezTo>
                    <a:pt x="12906" y="35623"/>
                    <a:pt x="11859" y="39957"/>
                    <a:pt x="11859" y="45625"/>
                  </a:cubicBezTo>
                  <a:cubicBezTo>
                    <a:pt x="11859" y="51673"/>
                    <a:pt x="12906" y="56245"/>
                    <a:pt x="14954" y="59293"/>
                  </a:cubicBezTo>
                  <a:cubicBezTo>
                    <a:pt x="17002" y="62341"/>
                    <a:pt x="19955" y="63865"/>
                    <a:pt x="23765" y="63865"/>
                  </a:cubicBezTo>
                  <a:close/>
                </a:path>
              </a:pathLst>
            </a:custGeom>
            <a:solidFill>
              <a:srgbClr val="FFFFFF"/>
            </a:solidFill>
            <a:ln w="4763" cap="flat">
              <a:noFill/>
              <a:prstDash val="solid"/>
              <a:miter/>
            </a:ln>
          </p:spPr>
          <p:txBody>
            <a:bodyPr rtlCol="0" anchor="ctr"/>
            <a:lstStyle/>
            <a:p>
              <a:endParaRPr lang="en-AU"/>
            </a:p>
          </p:txBody>
        </p:sp>
        <p:sp>
          <p:nvSpPr>
            <p:cNvPr id="16" name="Freeform: Shape 15">
              <a:extLst>
                <a:ext uri="{FF2B5EF4-FFF2-40B4-BE49-F238E27FC236}">
                  <a16:creationId xmlns:a16="http://schemas.microsoft.com/office/drawing/2014/main" id="{D8610442-3406-0D62-A093-1C552A5C5975}"/>
                </a:ext>
              </a:extLst>
            </p:cNvPr>
            <p:cNvSpPr/>
            <p:nvPr/>
          </p:nvSpPr>
          <p:spPr>
            <a:xfrm>
              <a:off x="543972" y="648700"/>
              <a:ext cx="13620" cy="72532"/>
            </a:xfrm>
            <a:custGeom>
              <a:avLst/>
              <a:gdLst>
                <a:gd name="connsiteX0" fmla="*/ 6810 w 13620"/>
                <a:gd name="connsiteY0" fmla="*/ 12097 h 72532"/>
                <a:gd name="connsiteX1" fmla="*/ 1762 w 13620"/>
                <a:gd name="connsiteY1" fmla="*/ 10382 h 72532"/>
                <a:gd name="connsiteX2" fmla="*/ 0 w 13620"/>
                <a:gd name="connsiteY2" fmla="*/ 6096 h 72532"/>
                <a:gd name="connsiteX3" fmla="*/ 1762 w 13620"/>
                <a:gd name="connsiteY3" fmla="*/ 1715 h 72532"/>
                <a:gd name="connsiteX4" fmla="*/ 6810 w 13620"/>
                <a:gd name="connsiteY4" fmla="*/ 0 h 72532"/>
                <a:gd name="connsiteX5" fmla="*/ 11811 w 13620"/>
                <a:gd name="connsiteY5" fmla="*/ 1715 h 72532"/>
                <a:gd name="connsiteX6" fmla="*/ 13621 w 13620"/>
                <a:gd name="connsiteY6" fmla="*/ 6048 h 72532"/>
                <a:gd name="connsiteX7" fmla="*/ 11811 w 13620"/>
                <a:gd name="connsiteY7" fmla="*/ 10382 h 72532"/>
                <a:gd name="connsiteX8" fmla="*/ 6810 w 13620"/>
                <a:gd name="connsiteY8" fmla="*/ 12097 h 72532"/>
                <a:gd name="connsiteX9" fmla="*/ 1000 w 13620"/>
                <a:gd name="connsiteY9" fmla="*/ 72533 h 72532"/>
                <a:gd name="connsiteX10" fmla="*/ 1000 w 13620"/>
                <a:gd name="connsiteY10" fmla="*/ 20431 h 72532"/>
                <a:gd name="connsiteX11" fmla="*/ 12573 w 13620"/>
                <a:gd name="connsiteY11" fmla="*/ 20431 h 72532"/>
                <a:gd name="connsiteX12" fmla="*/ 12573 w 13620"/>
                <a:gd name="connsiteY12" fmla="*/ 72533 h 72532"/>
                <a:gd name="connsiteX13" fmla="*/ 1000 w 13620"/>
                <a:gd name="connsiteY13" fmla="*/ 72533 h 72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620" h="72532">
                  <a:moveTo>
                    <a:pt x="6810" y="12097"/>
                  </a:moveTo>
                  <a:cubicBezTo>
                    <a:pt x="4620" y="12097"/>
                    <a:pt x="2953" y="11525"/>
                    <a:pt x="1762" y="10382"/>
                  </a:cubicBezTo>
                  <a:cubicBezTo>
                    <a:pt x="571" y="9239"/>
                    <a:pt x="0" y="7810"/>
                    <a:pt x="0" y="6096"/>
                  </a:cubicBezTo>
                  <a:cubicBezTo>
                    <a:pt x="0" y="4381"/>
                    <a:pt x="571" y="2857"/>
                    <a:pt x="1762" y="1715"/>
                  </a:cubicBezTo>
                  <a:cubicBezTo>
                    <a:pt x="2953" y="571"/>
                    <a:pt x="4620" y="0"/>
                    <a:pt x="6810" y="0"/>
                  </a:cubicBezTo>
                  <a:cubicBezTo>
                    <a:pt x="9001" y="0"/>
                    <a:pt x="10620" y="571"/>
                    <a:pt x="11811" y="1715"/>
                  </a:cubicBezTo>
                  <a:cubicBezTo>
                    <a:pt x="13002" y="2857"/>
                    <a:pt x="13621" y="4286"/>
                    <a:pt x="13621" y="6048"/>
                  </a:cubicBezTo>
                  <a:cubicBezTo>
                    <a:pt x="13621" y="7810"/>
                    <a:pt x="13002" y="9239"/>
                    <a:pt x="11811" y="10382"/>
                  </a:cubicBezTo>
                  <a:cubicBezTo>
                    <a:pt x="10620" y="11525"/>
                    <a:pt x="8953" y="12097"/>
                    <a:pt x="6810" y="12097"/>
                  </a:cubicBezTo>
                  <a:close/>
                  <a:moveTo>
                    <a:pt x="1000" y="72533"/>
                  </a:moveTo>
                  <a:lnTo>
                    <a:pt x="1000" y="20431"/>
                  </a:lnTo>
                  <a:lnTo>
                    <a:pt x="12573" y="20431"/>
                  </a:lnTo>
                  <a:lnTo>
                    <a:pt x="12573" y="72533"/>
                  </a:lnTo>
                  <a:lnTo>
                    <a:pt x="1000" y="72533"/>
                  </a:lnTo>
                  <a:close/>
                </a:path>
              </a:pathLst>
            </a:custGeom>
            <a:solidFill>
              <a:srgbClr val="FFFFFF"/>
            </a:solidFill>
            <a:ln w="4763" cap="flat">
              <a:noFill/>
              <a:prstDash val="solid"/>
              <a:miter/>
            </a:ln>
          </p:spPr>
          <p:txBody>
            <a:bodyPr rtlCol="0" anchor="ctr"/>
            <a:lstStyle/>
            <a:p>
              <a:endParaRPr lang="en-AU"/>
            </a:p>
          </p:txBody>
        </p:sp>
        <p:sp>
          <p:nvSpPr>
            <p:cNvPr id="17" name="Freeform: Shape 16">
              <a:extLst>
                <a:ext uri="{FF2B5EF4-FFF2-40B4-BE49-F238E27FC236}">
                  <a16:creationId xmlns:a16="http://schemas.microsoft.com/office/drawing/2014/main" id="{1AD6CEC4-389F-DB80-8711-31EC468DA955}"/>
                </a:ext>
              </a:extLst>
            </p:cNvPr>
            <p:cNvSpPr/>
            <p:nvPr/>
          </p:nvSpPr>
          <p:spPr>
            <a:xfrm>
              <a:off x="569928" y="668131"/>
              <a:ext cx="51006" cy="53959"/>
            </a:xfrm>
            <a:custGeom>
              <a:avLst/>
              <a:gdLst>
                <a:gd name="connsiteX0" fmla="*/ 25289 w 51006"/>
                <a:gd name="connsiteY0" fmla="*/ 53959 h 53959"/>
                <a:gd name="connsiteX1" fmla="*/ 11859 w 51006"/>
                <a:gd name="connsiteY1" fmla="*/ 50768 h 53959"/>
                <a:gd name="connsiteX2" fmla="*/ 3096 w 51006"/>
                <a:gd name="connsiteY2" fmla="*/ 41577 h 53959"/>
                <a:gd name="connsiteX3" fmla="*/ 0 w 51006"/>
                <a:gd name="connsiteY3" fmla="*/ 27146 h 53959"/>
                <a:gd name="connsiteX4" fmla="*/ 3096 w 51006"/>
                <a:gd name="connsiteY4" fmla="*/ 12478 h 53959"/>
                <a:gd name="connsiteX5" fmla="*/ 11859 w 51006"/>
                <a:gd name="connsiteY5" fmla="*/ 3191 h 53959"/>
                <a:gd name="connsiteX6" fmla="*/ 25289 w 51006"/>
                <a:gd name="connsiteY6" fmla="*/ 0 h 53959"/>
                <a:gd name="connsiteX7" fmla="*/ 39005 w 51006"/>
                <a:gd name="connsiteY7" fmla="*/ 3191 h 53959"/>
                <a:gd name="connsiteX8" fmla="*/ 47863 w 51006"/>
                <a:gd name="connsiteY8" fmla="*/ 12478 h 53959"/>
                <a:gd name="connsiteX9" fmla="*/ 51006 w 51006"/>
                <a:gd name="connsiteY9" fmla="*/ 27146 h 53959"/>
                <a:gd name="connsiteX10" fmla="*/ 47863 w 51006"/>
                <a:gd name="connsiteY10" fmla="*/ 41577 h 53959"/>
                <a:gd name="connsiteX11" fmla="*/ 39005 w 51006"/>
                <a:gd name="connsiteY11" fmla="*/ 50768 h 53959"/>
                <a:gd name="connsiteX12" fmla="*/ 25289 w 51006"/>
                <a:gd name="connsiteY12" fmla="*/ 53959 h 53959"/>
                <a:gd name="connsiteX13" fmla="*/ 25289 w 51006"/>
                <a:gd name="connsiteY13" fmla="*/ 45006 h 53959"/>
                <a:gd name="connsiteX14" fmla="*/ 33576 w 51006"/>
                <a:gd name="connsiteY14" fmla="*/ 42672 h 53959"/>
                <a:gd name="connsiteX15" fmla="*/ 37909 w 51006"/>
                <a:gd name="connsiteY15" fmla="*/ 36290 h 53959"/>
                <a:gd name="connsiteX16" fmla="*/ 39195 w 51006"/>
                <a:gd name="connsiteY16" fmla="*/ 27242 h 53959"/>
                <a:gd name="connsiteX17" fmla="*/ 37909 w 51006"/>
                <a:gd name="connsiteY17" fmla="*/ 18002 h 53959"/>
                <a:gd name="connsiteX18" fmla="*/ 33576 w 51006"/>
                <a:gd name="connsiteY18" fmla="*/ 11525 h 53959"/>
                <a:gd name="connsiteX19" fmla="*/ 25289 w 51006"/>
                <a:gd name="connsiteY19" fmla="*/ 9144 h 53959"/>
                <a:gd name="connsiteX20" fmla="*/ 17335 w 51006"/>
                <a:gd name="connsiteY20" fmla="*/ 11525 h 53959"/>
                <a:gd name="connsiteX21" fmla="*/ 13097 w 51006"/>
                <a:gd name="connsiteY21" fmla="*/ 18002 h 53959"/>
                <a:gd name="connsiteX22" fmla="*/ 11811 w 51006"/>
                <a:gd name="connsiteY22" fmla="*/ 27242 h 53959"/>
                <a:gd name="connsiteX23" fmla="*/ 13097 w 51006"/>
                <a:gd name="connsiteY23" fmla="*/ 36290 h 53959"/>
                <a:gd name="connsiteX24" fmla="*/ 17335 w 51006"/>
                <a:gd name="connsiteY24" fmla="*/ 42672 h 53959"/>
                <a:gd name="connsiteX25" fmla="*/ 25289 w 51006"/>
                <a:gd name="connsiteY25" fmla="*/ 45006 h 53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006" h="53959">
                  <a:moveTo>
                    <a:pt x="25289" y="53959"/>
                  </a:moveTo>
                  <a:cubicBezTo>
                    <a:pt x="20145" y="53959"/>
                    <a:pt x="15621" y="52911"/>
                    <a:pt x="11859" y="50768"/>
                  </a:cubicBezTo>
                  <a:cubicBezTo>
                    <a:pt x="8049" y="48673"/>
                    <a:pt x="5144" y="45577"/>
                    <a:pt x="3096" y="41577"/>
                  </a:cubicBezTo>
                  <a:cubicBezTo>
                    <a:pt x="1048" y="37576"/>
                    <a:pt x="0" y="32766"/>
                    <a:pt x="0" y="27146"/>
                  </a:cubicBezTo>
                  <a:cubicBezTo>
                    <a:pt x="0" y="21527"/>
                    <a:pt x="1048" y="16574"/>
                    <a:pt x="3096" y="12478"/>
                  </a:cubicBezTo>
                  <a:cubicBezTo>
                    <a:pt x="5144" y="8382"/>
                    <a:pt x="8049" y="5334"/>
                    <a:pt x="11859" y="3191"/>
                  </a:cubicBezTo>
                  <a:cubicBezTo>
                    <a:pt x="15669" y="1048"/>
                    <a:pt x="20145" y="0"/>
                    <a:pt x="25289" y="0"/>
                  </a:cubicBezTo>
                  <a:cubicBezTo>
                    <a:pt x="30432" y="0"/>
                    <a:pt x="35147" y="1048"/>
                    <a:pt x="39005" y="3191"/>
                  </a:cubicBezTo>
                  <a:cubicBezTo>
                    <a:pt x="42863" y="5334"/>
                    <a:pt x="45815" y="8430"/>
                    <a:pt x="47863" y="12478"/>
                  </a:cubicBezTo>
                  <a:cubicBezTo>
                    <a:pt x="49959" y="16526"/>
                    <a:pt x="51006" y="21431"/>
                    <a:pt x="51006" y="27146"/>
                  </a:cubicBezTo>
                  <a:cubicBezTo>
                    <a:pt x="51006" y="32861"/>
                    <a:pt x="49959" y="37529"/>
                    <a:pt x="47863" y="41577"/>
                  </a:cubicBezTo>
                  <a:cubicBezTo>
                    <a:pt x="45768" y="45577"/>
                    <a:pt x="42815" y="48673"/>
                    <a:pt x="39005" y="50768"/>
                  </a:cubicBezTo>
                  <a:cubicBezTo>
                    <a:pt x="35195" y="52911"/>
                    <a:pt x="30623" y="53959"/>
                    <a:pt x="25289" y="53959"/>
                  </a:cubicBezTo>
                  <a:close/>
                  <a:moveTo>
                    <a:pt x="25289" y="45006"/>
                  </a:moveTo>
                  <a:cubicBezTo>
                    <a:pt x="28766" y="45006"/>
                    <a:pt x="31528" y="44244"/>
                    <a:pt x="33576" y="42672"/>
                  </a:cubicBezTo>
                  <a:cubicBezTo>
                    <a:pt x="35624" y="41100"/>
                    <a:pt x="37052" y="38957"/>
                    <a:pt x="37909" y="36290"/>
                  </a:cubicBezTo>
                  <a:cubicBezTo>
                    <a:pt x="38767" y="33576"/>
                    <a:pt x="39195" y="30575"/>
                    <a:pt x="39195" y="27242"/>
                  </a:cubicBezTo>
                  <a:cubicBezTo>
                    <a:pt x="39195" y="23908"/>
                    <a:pt x="38767" y="20717"/>
                    <a:pt x="37909" y="18002"/>
                  </a:cubicBezTo>
                  <a:cubicBezTo>
                    <a:pt x="37052" y="15288"/>
                    <a:pt x="35624" y="13097"/>
                    <a:pt x="33576" y="11525"/>
                  </a:cubicBezTo>
                  <a:cubicBezTo>
                    <a:pt x="31528" y="9954"/>
                    <a:pt x="28766" y="9144"/>
                    <a:pt x="25289" y="9144"/>
                  </a:cubicBezTo>
                  <a:cubicBezTo>
                    <a:pt x="21812" y="9144"/>
                    <a:pt x="19288" y="9954"/>
                    <a:pt x="17335" y="11525"/>
                  </a:cubicBezTo>
                  <a:cubicBezTo>
                    <a:pt x="15383" y="13097"/>
                    <a:pt x="13954" y="15288"/>
                    <a:pt x="13097" y="18002"/>
                  </a:cubicBezTo>
                  <a:cubicBezTo>
                    <a:pt x="12240" y="20717"/>
                    <a:pt x="11811" y="23813"/>
                    <a:pt x="11811" y="27242"/>
                  </a:cubicBezTo>
                  <a:cubicBezTo>
                    <a:pt x="11811" y="30671"/>
                    <a:pt x="12240" y="33623"/>
                    <a:pt x="13097" y="36290"/>
                  </a:cubicBezTo>
                  <a:cubicBezTo>
                    <a:pt x="13954" y="38957"/>
                    <a:pt x="15383" y="41100"/>
                    <a:pt x="17335" y="42672"/>
                  </a:cubicBezTo>
                  <a:cubicBezTo>
                    <a:pt x="19288" y="44244"/>
                    <a:pt x="21955" y="45006"/>
                    <a:pt x="25289" y="45006"/>
                  </a:cubicBezTo>
                  <a:close/>
                </a:path>
              </a:pathLst>
            </a:custGeom>
            <a:solidFill>
              <a:srgbClr val="FFFFFF"/>
            </a:solidFill>
            <a:ln w="4763" cap="flat">
              <a:noFill/>
              <a:prstDash val="solid"/>
              <a:miter/>
            </a:ln>
          </p:spPr>
          <p:txBody>
            <a:bodyPr rtlCol="0" anchor="ctr"/>
            <a:lstStyle/>
            <a:p>
              <a:endParaRPr lang="en-AU"/>
            </a:p>
          </p:txBody>
        </p:sp>
        <p:sp>
          <p:nvSpPr>
            <p:cNvPr id="18" name="Freeform: Shape 17">
              <a:extLst>
                <a:ext uri="{FF2B5EF4-FFF2-40B4-BE49-F238E27FC236}">
                  <a16:creationId xmlns:a16="http://schemas.microsoft.com/office/drawing/2014/main" id="{BF8D5638-2A7B-0A3B-1C07-0C7530AD0E99}"/>
                </a:ext>
              </a:extLst>
            </p:cNvPr>
            <p:cNvSpPr/>
            <p:nvPr/>
          </p:nvSpPr>
          <p:spPr>
            <a:xfrm>
              <a:off x="634317" y="668369"/>
              <a:ext cx="46196" cy="52863"/>
            </a:xfrm>
            <a:custGeom>
              <a:avLst/>
              <a:gdLst>
                <a:gd name="connsiteX0" fmla="*/ 0 w 46196"/>
                <a:gd name="connsiteY0" fmla="*/ 52864 h 52863"/>
                <a:gd name="connsiteX1" fmla="*/ 0 w 46196"/>
                <a:gd name="connsiteY1" fmla="*/ 762 h 52863"/>
                <a:gd name="connsiteX2" fmla="*/ 11097 w 46196"/>
                <a:gd name="connsiteY2" fmla="*/ 762 h 52863"/>
                <a:gd name="connsiteX3" fmla="*/ 11382 w 46196"/>
                <a:gd name="connsiteY3" fmla="*/ 8668 h 52863"/>
                <a:gd name="connsiteX4" fmla="*/ 18336 w 46196"/>
                <a:gd name="connsiteY4" fmla="*/ 2715 h 52863"/>
                <a:gd name="connsiteX5" fmla="*/ 29623 w 46196"/>
                <a:gd name="connsiteY5" fmla="*/ 0 h 52863"/>
                <a:gd name="connsiteX6" fmla="*/ 42053 w 46196"/>
                <a:gd name="connsiteY6" fmla="*/ 4953 h 52863"/>
                <a:gd name="connsiteX7" fmla="*/ 46196 w 46196"/>
                <a:gd name="connsiteY7" fmla="*/ 19098 h 52863"/>
                <a:gd name="connsiteX8" fmla="*/ 46196 w 46196"/>
                <a:gd name="connsiteY8" fmla="*/ 52864 h 52863"/>
                <a:gd name="connsiteX9" fmla="*/ 34671 w 46196"/>
                <a:gd name="connsiteY9" fmla="*/ 52864 h 52863"/>
                <a:gd name="connsiteX10" fmla="*/ 34671 w 46196"/>
                <a:gd name="connsiteY10" fmla="*/ 20622 h 52863"/>
                <a:gd name="connsiteX11" fmla="*/ 33861 w 46196"/>
                <a:gd name="connsiteY11" fmla="*/ 14764 h 52863"/>
                <a:gd name="connsiteX12" fmla="*/ 31147 w 46196"/>
                <a:gd name="connsiteY12" fmla="*/ 10811 h 52863"/>
                <a:gd name="connsiteX13" fmla="*/ 25956 w 46196"/>
                <a:gd name="connsiteY13" fmla="*/ 9382 h 52863"/>
                <a:gd name="connsiteX14" fmla="*/ 17431 w 46196"/>
                <a:gd name="connsiteY14" fmla="*/ 11716 h 52863"/>
                <a:gd name="connsiteX15" fmla="*/ 11621 w 46196"/>
                <a:gd name="connsiteY15" fmla="*/ 17002 h 52863"/>
                <a:gd name="connsiteX16" fmla="*/ 11621 w 46196"/>
                <a:gd name="connsiteY16" fmla="*/ 52864 h 52863"/>
                <a:gd name="connsiteX17" fmla="*/ 48 w 46196"/>
                <a:gd name="connsiteY17" fmla="*/ 52864 h 52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6196" h="52863">
                  <a:moveTo>
                    <a:pt x="0" y="52864"/>
                  </a:moveTo>
                  <a:lnTo>
                    <a:pt x="0" y="762"/>
                  </a:lnTo>
                  <a:lnTo>
                    <a:pt x="11097" y="762"/>
                  </a:lnTo>
                  <a:lnTo>
                    <a:pt x="11382" y="8668"/>
                  </a:lnTo>
                  <a:cubicBezTo>
                    <a:pt x="13097" y="6477"/>
                    <a:pt x="15430" y="4524"/>
                    <a:pt x="18336" y="2715"/>
                  </a:cubicBezTo>
                  <a:cubicBezTo>
                    <a:pt x="21241" y="905"/>
                    <a:pt x="25003" y="0"/>
                    <a:pt x="29623" y="0"/>
                  </a:cubicBezTo>
                  <a:cubicBezTo>
                    <a:pt x="35147" y="0"/>
                    <a:pt x="39291" y="1667"/>
                    <a:pt x="42053" y="4953"/>
                  </a:cubicBezTo>
                  <a:cubicBezTo>
                    <a:pt x="44815" y="8239"/>
                    <a:pt x="46196" y="12954"/>
                    <a:pt x="46196" y="19098"/>
                  </a:cubicBezTo>
                  <a:lnTo>
                    <a:pt x="46196" y="52864"/>
                  </a:lnTo>
                  <a:lnTo>
                    <a:pt x="34671" y="52864"/>
                  </a:lnTo>
                  <a:lnTo>
                    <a:pt x="34671" y="20622"/>
                  </a:lnTo>
                  <a:cubicBezTo>
                    <a:pt x="34671" y="18431"/>
                    <a:pt x="34385" y="16478"/>
                    <a:pt x="33861" y="14764"/>
                  </a:cubicBezTo>
                  <a:cubicBezTo>
                    <a:pt x="33338" y="13049"/>
                    <a:pt x="32433" y="11763"/>
                    <a:pt x="31147" y="10811"/>
                  </a:cubicBezTo>
                  <a:cubicBezTo>
                    <a:pt x="29861" y="9858"/>
                    <a:pt x="28146" y="9382"/>
                    <a:pt x="25956" y="9382"/>
                  </a:cubicBezTo>
                  <a:cubicBezTo>
                    <a:pt x="22622" y="9382"/>
                    <a:pt x="19764" y="10144"/>
                    <a:pt x="17431" y="11716"/>
                  </a:cubicBezTo>
                  <a:cubicBezTo>
                    <a:pt x="15097" y="13287"/>
                    <a:pt x="13144" y="15002"/>
                    <a:pt x="11621" y="17002"/>
                  </a:cubicBezTo>
                  <a:lnTo>
                    <a:pt x="11621" y="52864"/>
                  </a:lnTo>
                  <a:lnTo>
                    <a:pt x="48" y="52864"/>
                  </a:lnTo>
                  <a:close/>
                </a:path>
              </a:pathLst>
            </a:custGeom>
            <a:solidFill>
              <a:srgbClr val="FFFFFF"/>
            </a:solidFill>
            <a:ln w="4763" cap="flat">
              <a:noFill/>
              <a:prstDash val="solid"/>
              <a:miter/>
            </a:ln>
          </p:spPr>
          <p:txBody>
            <a:bodyPr rtlCol="0" anchor="ctr"/>
            <a:lstStyle/>
            <a:p>
              <a:endParaRPr lang="en-AU"/>
            </a:p>
          </p:txBody>
        </p:sp>
        <p:sp>
          <p:nvSpPr>
            <p:cNvPr id="19" name="Freeform: Shape 18">
              <a:extLst>
                <a:ext uri="{FF2B5EF4-FFF2-40B4-BE49-F238E27FC236}">
                  <a16:creationId xmlns:a16="http://schemas.microsoft.com/office/drawing/2014/main" id="{49E6AD29-F37F-EB0A-3438-4D970D4DED93}"/>
                </a:ext>
              </a:extLst>
            </p:cNvPr>
            <p:cNvSpPr/>
            <p:nvPr/>
          </p:nvSpPr>
          <p:spPr>
            <a:xfrm>
              <a:off x="696134" y="706421"/>
              <a:ext cx="15906" cy="15478"/>
            </a:xfrm>
            <a:custGeom>
              <a:avLst/>
              <a:gdLst>
                <a:gd name="connsiteX0" fmla="*/ 8001 w 15906"/>
                <a:gd name="connsiteY0" fmla="*/ 15478 h 15478"/>
                <a:gd name="connsiteX1" fmla="*/ 2238 w 15906"/>
                <a:gd name="connsiteY1" fmla="*/ 13240 h 15478"/>
                <a:gd name="connsiteX2" fmla="*/ 0 w 15906"/>
                <a:gd name="connsiteY2" fmla="*/ 7715 h 15478"/>
                <a:gd name="connsiteX3" fmla="*/ 2238 w 15906"/>
                <a:gd name="connsiteY3" fmla="*/ 2143 h 15478"/>
                <a:gd name="connsiteX4" fmla="*/ 8001 w 15906"/>
                <a:gd name="connsiteY4" fmla="*/ 0 h 15478"/>
                <a:gd name="connsiteX5" fmla="*/ 13716 w 15906"/>
                <a:gd name="connsiteY5" fmla="*/ 2143 h 15478"/>
                <a:gd name="connsiteX6" fmla="*/ 15907 w 15906"/>
                <a:gd name="connsiteY6" fmla="*/ 7715 h 15478"/>
                <a:gd name="connsiteX7" fmla="*/ 13716 w 15906"/>
                <a:gd name="connsiteY7" fmla="*/ 13240 h 15478"/>
                <a:gd name="connsiteX8" fmla="*/ 8001 w 15906"/>
                <a:gd name="connsiteY8" fmla="*/ 15478 h 1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906" h="15478">
                  <a:moveTo>
                    <a:pt x="8001" y="15478"/>
                  </a:moveTo>
                  <a:cubicBezTo>
                    <a:pt x="5667" y="15478"/>
                    <a:pt x="3715" y="14716"/>
                    <a:pt x="2238" y="13240"/>
                  </a:cubicBezTo>
                  <a:cubicBezTo>
                    <a:pt x="762" y="11763"/>
                    <a:pt x="0" y="9906"/>
                    <a:pt x="0" y="7715"/>
                  </a:cubicBezTo>
                  <a:cubicBezTo>
                    <a:pt x="0" y="5429"/>
                    <a:pt x="762" y="3572"/>
                    <a:pt x="2238" y="2143"/>
                  </a:cubicBezTo>
                  <a:cubicBezTo>
                    <a:pt x="3715" y="714"/>
                    <a:pt x="5667" y="0"/>
                    <a:pt x="8001" y="0"/>
                  </a:cubicBezTo>
                  <a:cubicBezTo>
                    <a:pt x="10335" y="0"/>
                    <a:pt x="12240" y="714"/>
                    <a:pt x="13716" y="2143"/>
                  </a:cubicBezTo>
                  <a:cubicBezTo>
                    <a:pt x="15192" y="3572"/>
                    <a:pt x="15907" y="5429"/>
                    <a:pt x="15907" y="7715"/>
                  </a:cubicBezTo>
                  <a:cubicBezTo>
                    <a:pt x="15907" y="10001"/>
                    <a:pt x="15192" y="11716"/>
                    <a:pt x="13716" y="13240"/>
                  </a:cubicBezTo>
                  <a:cubicBezTo>
                    <a:pt x="12240" y="14716"/>
                    <a:pt x="10335" y="15478"/>
                    <a:pt x="8001" y="15478"/>
                  </a:cubicBezTo>
                  <a:close/>
                </a:path>
              </a:pathLst>
            </a:custGeom>
            <a:solidFill>
              <a:srgbClr val="FFFFFF"/>
            </a:solidFill>
            <a:ln w="4763" cap="flat">
              <a:noFill/>
              <a:prstDash val="solid"/>
              <a:miter/>
            </a:ln>
          </p:spPr>
          <p:txBody>
            <a:bodyPr rtlCol="0" anchor="ctr"/>
            <a:lstStyle/>
            <a:p>
              <a:endParaRPr lang="en-AU"/>
            </a:p>
          </p:txBody>
        </p:sp>
        <p:sp>
          <p:nvSpPr>
            <p:cNvPr id="20" name="Freeform: Shape 19">
              <a:extLst>
                <a:ext uri="{FF2B5EF4-FFF2-40B4-BE49-F238E27FC236}">
                  <a16:creationId xmlns:a16="http://schemas.microsoft.com/office/drawing/2014/main" id="{CE088D08-C197-91C9-AF23-D4986EB5F0CD}"/>
                </a:ext>
              </a:extLst>
            </p:cNvPr>
            <p:cNvSpPr/>
            <p:nvPr/>
          </p:nvSpPr>
          <p:spPr>
            <a:xfrm>
              <a:off x="722614" y="668274"/>
              <a:ext cx="48291" cy="53863"/>
            </a:xfrm>
            <a:custGeom>
              <a:avLst/>
              <a:gdLst>
                <a:gd name="connsiteX0" fmla="*/ 25146 w 48291"/>
                <a:gd name="connsiteY0" fmla="*/ 53769 h 53863"/>
                <a:gd name="connsiteX1" fmla="*/ 12240 w 48291"/>
                <a:gd name="connsiteY1" fmla="*/ 50911 h 53863"/>
                <a:gd name="connsiteX2" fmla="*/ 3286 w 48291"/>
                <a:gd name="connsiteY2" fmla="*/ 42100 h 53863"/>
                <a:gd name="connsiteX3" fmla="*/ 0 w 48291"/>
                <a:gd name="connsiteY3" fmla="*/ 27099 h 53863"/>
                <a:gd name="connsiteX4" fmla="*/ 3191 w 48291"/>
                <a:gd name="connsiteY4" fmla="*/ 11954 h 53863"/>
                <a:gd name="connsiteX5" fmla="*/ 12002 w 48291"/>
                <a:gd name="connsiteY5" fmla="*/ 2953 h 53863"/>
                <a:gd name="connsiteX6" fmla="*/ 25146 w 48291"/>
                <a:gd name="connsiteY6" fmla="*/ 0 h 53863"/>
                <a:gd name="connsiteX7" fmla="*/ 36528 w 48291"/>
                <a:gd name="connsiteY7" fmla="*/ 2095 h 53863"/>
                <a:gd name="connsiteX8" fmla="*/ 44625 w 48291"/>
                <a:gd name="connsiteY8" fmla="*/ 8334 h 53863"/>
                <a:gd name="connsiteX9" fmla="*/ 47816 w 48291"/>
                <a:gd name="connsiteY9" fmla="*/ 18859 h 53863"/>
                <a:gd name="connsiteX10" fmla="*/ 36528 w 48291"/>
                <a:gd name="connsiteY10" fmla="*/ 18859 h 53863"/>
                <a:gd name="connsiteX11" fmla="*/ 33338 w 48291"/>
                <a:gd name="connsiteY11" fmla="*/ 11716 h 53863"/>
                <a:gd name="connsiteX12" fmla="*/ 25241 w 48291"/>
                <a:gd name="connsiteY12" fmla="*/ 9096 h 53863"/>
                <a:gd name="connsiteX13" fmla="*/ 15097 w 48291"/>
                <a:gd name="connsiteY13" fmla="*/ 13811 h 53863"/>
                <a:gd name="connsiteX14" fmla="*/ 11859 w 48291"/>
                <a:gd name="connsiteY14" fmla="*/ 27099 h 53863"/>
                <a:gd name="connsiteX15" fmla="*/ 13287 w 48291"/>
                <a:gd name="connsiteY15" fmla="*/ 36624 h 53863"/>
                <a:gd name="connsiteX16" fmla="*/ 17717 w 48291"/>
                <a:gd name="connsiteY16" fmla="*/ 42672 h 53863"/>
                <a:gd name="connsiteX17" fmla="*/ 25289 w 48291"/>
                <a:gd name="connsiteY17" fmla="*/ 44767 h 53863"/>
                <a:gd name="connsiteX18" fmla="*/ 33671 w 48291"/>
                <a:gd name="connsiteY18" fmla="*/ 42005 h 53863"/>
                <a:gd name="connsiteX19" fmla="*/ 37005 w 48291"/>
                <a:gd name="connsiteY19" fmla="*/ 34004 h 53863"/>
                <a:gd name="connsiteX20" fmla="*/ 48292 w 48291"/>
                <a:gd name="connsiteY20" fmla="*/ 34004 h 53863"/>
                <a:gd name="connsiteX21" fmla="*/ 45101 w 48291"/>
                <a:gd name="connsiteY21" fmla="*/ 44958 h 53863"/>
                <a:gd name="connsiteX22" fmla="*/ 36909 w 48291"/>
                <a:gd name="connsiteY22" fmla="*/ 51625 h 53863"/>
                <a:gd name="connsiteX23" fmla="*/ 25241 w 48291"/>
                <a:gd name="connsiteY23" fmla="*/ 53864 h 53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8291" h="53863">
                  <a:moveTo>
                    <a:pt x="25146" y="53769"/>
                  </a:moveTo>
                  <a:cubicBezTo>
                    <a:pt x="20336" y="53769"/>
                    <a:pt x="16050" y="52816"/>
                    <a:pt x="12240" y="50911"/>
                  </a:cubicBezTo>
                  <a:cubicBezTo>
                    <a:pt x="8477" y="49006"/>
                    <a:pt x="5477" y="46053"/>
                    <a:pt x="3286" y="42100"/>
                  </a:cubicBezTo>
                  <a:cubicBezTo>
                    <a:pt x="1095" y="38148"/>
                    <a:pt x="0" y="33147"/>
                    <a:pt x="0" y="27099"/>
                  </a:cubicBezTo>
                  <a:cubicBezTo>
                    <a:pt x="0" y="21050"/>
                    <a:pt x="1048" y="15954"/>
                    <a:pt x="3191" y="11954"/>
                  </a:cubicBezTo>
                  <a:cubicBezTo>
                    <a:pt x="5334" y="7953"/>
                    <a:pt x="8239" y="4953"/>
                    <a:pt x="12002" y="2953"/>
                  </a:cubicBezTo>
                  <a:cubicBezTo>
                    <a:pt x="15764" y="952"/>
                    <a:pt x="20145" y="0"/>
                    <a:pt x="25146" y="0"/>
                  </a:cubicBezTo>
                  <a:cubicBezTo>
                    <a:pt x="29337" y="0"/>
                    <a:pt x="33147" y="714"/>
                    <a:pt x="36528" y="2095"/>
                  </a:cubicBezTo>
                  <a:cubicBezTo>
                    <a:pt x="39910" y="3477"/>
                    <a:pt x="42624" y="5572"/>
                    <a:pt x="44625" y="8334"/>
                  </a:cubicBezTo>
                  <a:cubicBezTo>
                    <a:pt x="46625" y="11097"/>
                    <a:pt x="47720" y="14621"/>
                    <a:pt x="47816" y="18859"/>
                  </a:cubicBezTo>
                  <a:lnTo>
                    <a:pt x="36528" y="18859"/>
                  </a:lnTo>
                  <a:cubicBezTo>
                    <a:pt x="36338" y="15811"/>
                    <a:pt x="35290" y="13430"/>
                    <a:pt x="33338" y="11716"/>
                  </a:cubicBezTo>
                  <a:cubicBezTo>
                    <a:pt x="31385" y="9954"/>
                    <a:pt x="28670" y="9096"/>
                    <a:pt x="25241" y="9096"/>
                  </a:cubicBezTo>
                  <a:cubicBezTo>
                    <a:pt x="20622" y="9096"/>
                    <a:pt x="17240" y="10668"/>
                    <a:pt x="15097" y="13811"/>
                  </a:cubicBezTo>
                  <a:cubicBezTo>
                    <a:pt x="12906" y="16954"/>
                    <a:pt x="11859" y="21384"/>
                    <a:pt x="11859" y="27099"/>
                  </a:cubicBezTo>
                  <a:cubicBezTo>
                    <a:pt x="11859" y="30813"/>
                    <a:pt x="12335" y="33957"/>
                    <a:pt x="13287" y="36624"/>
                  </a:cubicBezTo>
                  <a:cubicBezTo>
                    <a:pt x="14240" y="39243"/>
                    <a:pt x="15716" y="41291"/>
                    <a:pt x="17717" y="42672"/>
                  </a:cubicBezTo>
                  <a:cubicBezTo>
                    <a:pt x="19717" y="44053"/>
                    <a:pt x="22193" y="44767"/>
                    <a:pt x="25289" y="44767"/>
                  </a:cubicBezTo>
                  <a:cubicBezTo>
                    <a:pt x="28766" y="44767"/>
                    <a:pt x="31575" y="43863"/>
                    <a:pt x="33671" y="42005"/>
                  </a:cubicBezTo>
                  <a:cubicBezTo>
                    <a:pt x="35766" y="40148"/>
                    <a:pt x="36862" y="37481"/>
                    <a:pt x="37005" y="34004"/>
                  </a:cubicBezTo>
                  <a:lnTo>
                    <a:pt x="48292" y="34004"/>
                  </a:lnTo>
                  <a:cubicBezTo>
                    <a:pt x="48197" y="38338"/>
                    <a:pt x="47101" y="42005"/>
                    <a:pt x="45101" y="44958"/>
                  </a:cubicBezTo>
                  <a:cubicBezTo>
                    <a:pt x="43053" y="47911"/>
                    <a:pt x="40338" y="50149"/>
                    <a:pt x="36909" y="51625"/>
                  </a:cubicBezTo>
                  <a:cubicBezTo>
                    <a:pt x="33480" y="53102"/>
                    <a:pt x="29575" y="53864"/>
                    <a:pt x="25241" y="53864"/>
                  </a:cubicBezTo>
                  <a:close/>
                </a:path>
              </a:pathLst>
            </a:custGeom>
            <a:solidFill>
              <a:srgbClr val="FFFFFF"/>
            </a:solidFill>
            <a:ln w="4763" cap="flat">
              <a:noFill/>
              <a:prstDash val="solid"/>
              <a:miter/>
            </a:ln>
          </p:spPr>
          <p:txBody>
            <a:bodyPr rtlCol="0" anchor="ctr"/>
            <a:lstStyle/>
            <a:p>
              <a:endParaRPr lang="en-AU"/>
            </a:p>
          </p:txBody>
        </p:sp>
        <p:sp>
          <p:nvSpPr>
            <p:cNvPr id="21" name="Freeform: Shape 20">
              <a:extLst>
                <a:ext uri="{FF2B5EF4-FFF2-40B4-BE49-F238E27FC236}">
                  <a16:creationId xmlns:a16="http://schemas.microsoft.com/office/drawing/2014/main" id="{A49F0C6E-0550-8957-44BB-8C595BDD7DCA}"/>
                </a:ext>
              </a:extLst>
            </p:cNvPr>
            <p:cNvSpPr/>
            <p:nvPr/>
          </p:nvSpPr>
          <p:spPr>
            <a:xfrm>
              <a:off x="781431" y="668131"/>
              <a:ext cx="51006" cy="53959"/>
            </a:xfrm>
            <a:custGeom>
              <a:avLst/>
              <a:gdLst>
                <a:gd name="connsiteX0" fmla="*/ 25289 w 51006"/>
                <a:gd name="connsiteY0" fmla="*/ 53959 h 53959"/>
                <a:gd name="connsiteX1" fmla="*/ 11859 w 51006"/>
                <a:gd name="connsiteY1" fmla="*/ 50768 h 53959"/>
                <a:gd name="connsiteX2" fmla="*/ 3096 w 51006"/>
                <a:gd name="connsiteY2" fmla="*/ 41577 h 53959"/>
                <a:gd name="connsiteX3" fmla="*/ 0 w 51006"/>
                <a:gd name="connsiteY3" fmla="*/ 27146 h 53959"/>
                <a:gd name="connsiteX4" fmla="*/ 3096 w 51006"/>
                <a:gd name="connsiteY4" fmla="*/ 12478 h 53959"/>
                <a:gd name="connsiteX5" fmla="*/ 11859 w 51006"/>
                <a:gd name="connsiteY5" fmla="*/ 3191 h 53959"/>
                <a:gd name="connsiteX6" fmla="*/ 25289 w 51006"/>
                <a:gd name="connsiteY6" fmla="*/ 0 h 53959"/>
                <a:gd name="connsiteX7" fmla="*/ 39005 w 51006"/>
                <a:gd name="connsiteY7" fmla="*/ 3191 h 53959"/>
                <a:gd name="connsiteX8" fmla="*/ 47863 w 51006"/>
                <a:gd name="connsiteY8" fmla="*/ 12478 h 53959"/>
                <a:gd name="connsiteX9" fmla="*/ 51006 w 51006"/>
                <a:gd name="connsiteY9" fmla="*/ 27146 h 53959"/>
                <a:gd name="connsiteX10" fmla="*/ 47863 w 51006"/>
                <a:gd name="connsiteY10" fmla="*/ 41577 h 53959"/>
                <a:gd name="connsiteX11" fmla="*/ 39005 w 51006"/>
                <a:gd name="connsiteY11" fmla="*/ 50768 h 53959"/>
                <a:gd name="connsiteX12" fmla="*/ 25289 w 51006"/>
                <a:gd name="connsiteY12" fmla="*/ 53959 h 53959"/>
                <a:gd name="connsiteX13" fmla="*/ 25289 w 51006"/>
                <a:gd name="connsiteY13" fmla="*/ 45006 h 53959"/>
                <a:gd name="connsiteX14" fmla="*/ 33576 w 51006"/>
                <a:gd name="connsiteY14" fmla="*/ 42672 h 53959"/>
                <a:gd name="connsiteX15" fmla="*/ 37909 w 51006"/>
                <a:gd name="connsiteY15" fmla="*/ 36290 h 53959"/>
                <a:gd name="connsiteX16" fmla="*/ 39195 w 51006"/>
                <a:gd name="connsiteY16" fmla="*/ 27242 h 53959"/>
                <a:gd name="connsiteX17" fmla="*/ 37909 w 51006"/>
                <a:gd name="connsiteY17" fmla="*/ 18002 h 53959"/>
                <a:gd name="connsiteX18" fmla="*/ 33576 w 51006"/>
                <a:gd name="connsiteY18" fmla="*/ 11525 h 53959"/>
                <a:gd name="connsiteX19" fmla="*/ 25289 w 51006"/>
                <a:gd name="connsiteY19" fmla="*/ 9144 h 53959"/>
                <a:gd name="connsiteX20" fmla="*/ 17335 w 51006"/>
                <a:gd name="connsiteY20" fmla="*/ 11525 h 53959"/>
                <a:gd name="connsiteX21" fmla="*/ 13097 w 51006"/>
                <a:gd name="connsiteY21" fmla="*/ 18002 h 53959"/>
                <a:gd name="connsiteX22" fmla="*/ 11811 w 51006"/>
                <a:gd name="connsiteY22" fmla="*/ 27242 h 53959"/>
                <a:gd name="connsiteX23" fmla="*/ 13097 w 51006"/>
                <a:gd name="connsiteY23" fmla="*/ 36290 h 53959"/>
                <a:gd name="connsiteX24" fmla="*/ 17335 w 51006"/>
                <a:gd name="connsiteY24" fmla="*/ 42672 h 53959"/>
                <a:gd name="connsiteX25" fmla="*/ 25289 w 51006"/>
                <a:gd name="connsiteY25" fmla="*/ 45006 h 53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006" h="53959">
                  <a:moveTo>
                    <a:pt x="25289" y="53959"/>
                  </a:moveTo>
                  <a:cubicBezTo>
                    <a:pt x="20145" y="53959"/>
                    <a:pt x="15621" y="52911"/>
                    <a:pt x="11859" y="50768"/>
                  </a:cubicBezTo>
                  <a:cubicBezTo>
                    <a:pt x="8049" y="48673"/>
                    <a:pt x="5144" y="45577"/>
                    <a:pt x="3096" y="41577"/>
                  </a:cubicBezTo>
                  <a:cubicBezTo>
                    <a:pt x="1048" y="37576"/>
                    <a:pt x="0" y="32766"/>
                    <a:pt x="0" y="27146"/>
                  </a:cubicBezTo>
                  <a:cubicBezTo>
                    <a:pt x="0" y="21527"/>
                    <a:pt x="1048" y="16574"/>
                    <a:pt x="3096" y="12478"/>
                  </a:cubicBezTo>
                  <a:cubicBezTo>
                    <a:pt x="5144" y="8382"/>
                    <a:pt x="8049" y="5334"/>
                    <a:pt x="11859" y="3191"/>
                  </a:cubicBezTo>
                  <a:cubicBezTo>
                    <a:pt x="15669" y="1048"/>
                    <a:pt x="20145" y="0"/>
                    <a:pt x="25289" y="0"/>
                  </a:cubicBezTo>
                  <a:cubicBezTo>
                    <a:pt x="30432" y="0"/>
                    <a:pt x="35147" y="1048"/>
                    <a:pt x="39005" y="3191"/>
                  </a:cubicBezTo>
                  <a:cubicBezTo>
                    <a:pt x="42863" y="5334"/>
                    <a:pt x="45815" y="8430"/>
                    <a:pt x="47863" y="12478"/>
                  </a:cubicBezTo>
                  <a:cubicBezTo>
                    <a:pt x="49959" y="16526"/>
                    <a:pt x="51006" y="21431"/>
                    <a:pt x="51006" y="27146"/>
                  </a:cubicBezTo>
                  <a:cubicBezTo>
                    <a:pt x="51006" y="32861"/>
                    <a:pt x="49959" y="37529"/>
                    <a:pt x="47863" y="41577"/>
                  </a:cubicBezTo>
                  <a:cubicBezTo>
                    <a:pt x="45768" y="45577"/>
                    <a:pt x="42815" y="48673"/>
                    <a:pt x="39005" y="50768"/>
                  </a:cubicBezTo>
                  <a:cubicBezTo>
                    <a:pt x="35195" y="52911"/>
                    <a:pt x="30623" y="53959"/>
                    <a:pt x="25289" y="53959"/>
                  </a:cubicBezTo>
                  <a:close/>
                  <a:moveTo>
                    <a:pt x="25289" y="45006"/>
                  </a:moveTo>
                  <a:cubicBezTo>
                    <a:pt x="28765" y="45006"/>
                    <a:pt x="31528" y="44244"/>
                    <a:pt x="33576" y="42672"/>
                  </a:cubicBezTo>
                  <a:cubicBezTo>
                    <a:pt x="35623" y="41100"/>
                    <a:pt x="37052" y="38957"/>
                    <a:pt x="37909" y="36290"/>
                  </a:cubicBezTo>
                  <a:cubicBezTo>
                    <a:pt x="38767" y="33576"/>
                    <a:pt x="39195" y="30575"/>
                    <a:pt x="39195" y="27242"/>
                  </a:cubicBezTo>
                  <a:cubicBezTo>
                    <a:pt x="39195" y="23908"/>
                    <a:pt x="38767" y="20717"/>
                    <a:pt x="37909" y="18002"/>
                  </a:cubicBezTo>
                  <a:cubicBezTo>
                    <a:pt x="37052" y="15288"/>
                    <a:pt x="35623" y="13097"/>
                    <a:pt x="33576" y="11525"/>
                  </a:cubicBezTo>
                  <a:cubicBezTo>
                    <a:pt x="31528" y="9954"/>
                    <a:pt x="28765" y="9144"/>
                    <a:pt x="25289" y="9144"/>
                  </a:cubicBezTo>
                  <a:cubicBezTo>
                    <a:pt x="21812" y="9144"/>
                    <a:pt x="19288" y="9954"/>
                    <a:pt x="17335" y="11525"/>
                  </a:cubicBezTo>
                  <a:cubicBezTo>
                    <a:pt x="15383" y="13097"/>
                    <a:pt x="13954" y="15288"/>
                    <a:pt x="13097" y="18002"/>
                  </a:cubicBezTo>
                  <a:cubicBezTo>
                    <a:pt x="12240" y="20717"/>
                    <a:pt x="11811" y="23813"/>
                    <a:pt x="11811" y="27242"/>
                  </a:cubicBezTo>
                  <a:cubicBezTo>
                    <a:pt x="11811" y="30671"/>
                    <a:pt x="12240" y="33623"/>
                    <a:pt x="13097" y="36290"/>
                  </a:cubicBezTo>
                  <a:cubicBezTo>
                    <a:pt x="13954" y="38957"/>
                    <a:pt x="15383" y="41100"/>
                    <a:pt x="17335" y="42672"/>
                  </a:cubicBezTo>
                  <a:cubicBezTo>
                    <a:pt x="19288" y="44244"/>
                    <a:pt x="21955" y="45006"/>
                    <a:pt x="25289" y="45006"/>
                  </a:cubicBezTo>
                  <a:close/>
                </a:path>
              </a:pathLst>
            </a:custGeom>
            <a:solidFill>
              <a:srgbClr val="FFFFFF"/>
            </a:solidFill>
            <a:ln w="4763" cap="flat">
              <a:noFill/>
              <a:prstDash val="solid"/>
              <a:miter/>
            </a:ln>
          </p:spPr>
          <p:txBody>
            <a:bodyPr rtlCol="0" anchor="ctr"/>
            <a:lstStyle/>
            <a:p>
              <a:endParaRPr lang="en-AU"/>
            </a:p>
          </p:txBody>
        </p:sp>
        <p:sp>
          <p:nvSpPr>
            <p:cNvPr id="22" name="Freeform: Shape 21">
              <a:extLst>
                <a:ext uri="{FF2B5EF4-FFF2-40B4-BE49-F238E27FC236}">
                  <a16:creationId xmlns:a16="http://schemas.microsoft.com/office/drawing/2014/main" id="{7E397F93-FE1E-9DC9-84FF-591F50FCF7AF}"/>
                </a:ext>
              </a:extLst>
            </p:cNvPr>
            <p:cNvSpPr/>
            <p:nvPr/>
          </p:nvSpPr>
          <p:spPr>
            <a:xfrm>
              <a:off x="845772" y="668321"/>
              <a:ext cx="79724" cy="52911"/>
            </a:xfrm>
            <a:custGeom>
              <a:avLst/>
              <a:gdLst>
                <a:gd name="connsiteX0" fmla="*/ 48 w 79724"/>
                <a:gd name="connsiteY0" fmla="*/ 52911 h 52911"/>
                <a:gd name="connsiteX1" fmla="*/ 48 w 79724"/>
                <a:gd name="connsiteY1" fmla="*/ 810 h 52911"/>
                <a:gd name="connsiteX2" fmla="*/ 11144 w 79724"/>
                <a:gd name="connsiteY2" fmla="*/ 810 h 52911"/>
                <a:gd name="connsiteX3" fmla="*/ 11430 w 79724"/>
                <a:gd name="connsiteY3" fmla="*/ 8715 h 52911"/>
                <a:gd name="connsiteX4" fmla="*/ 18336 w 79724"/>
                <a:gd name="connsiteY4" fmla="*/ 2762 h 52911"/>
                <a:gd name="connsiteX5" fmla="*/ 29432 w 79724"/>
                <a:gd name="connsiteY5" fmla="*/ 48 h 52911"/>
                <a:gd name="connsiteX6" fmla="*/ 41720 w 79724"/>
                <a:gd name="connsiteY6" fmla="*/ 5048 h 52911"/>
                <a:gd name="connsiteX7" fmla="*/ 45720 w 79724"/>
                <a:gd name="connsiteY7" fmla="*/ 19098 h 52911"/>
                <a:gd name="connsiteX8" fmla="*/ 45720 w 79724"/>
                <a:gd name="connsiteY8" fmla="*/ 52864 h 52911"/>
                <a:gd name="connsiteX9" fmla="*/ 34100 w 79724"/>
                <a:gd name="connsiteY9" fmla="*/ 52864 h 52911"/>
                <a:gd name="connsiteX10" fmla="*/ 34100 w 79724"/>
                <a:gd name="connsiteY10" fmla="*/ 20622 h 52911"/>
                <a:gd name="connsiteX11" fmla="*/ 33338 w 79724"/>
                <a:gd name="connsiteY11" fmla="*/ 14764 h 52911"/>
                <a:gd name="connsiteX12" fmla="*/ 30671 w 79724"/>
                <a:gd name="connsiteY12" fmla="*/ 10811 h 52911"/>
                <a:gd name="connsiteX13" fmla="*/ 25384 w 79724"/>
                <a:gd name="connsiteY13" fmla="*/ 9382 h 52911"/>
                <a:gd name="connsiteX14" fmla="*/ 17193 w 79724"/>
                <a:gd name="connsiteY14" fmla="*/ 11716 h 52911"/>
                <a:gd name="connsiteX15" fmla="*/ 11573 w 79724"/>
                <a:gd name="connsiteY15" fmla="*/ 17002 h 52911"/>
                <a:gd name="connsiteX16" fmla="*/ 11573 w 79724"/>
                <a:gd name="connsiteY16" fmla="*/ 52864 h 52911"/>
                <a:gd name="connsiteX17" fmla="*/ 0 w 79724"/>
                <a:gd name="connsiteY17" fmla="*/ 52864 h 52911"/>
                <a:gd name="connsiteX18" fmla="*/ 68199 w 79724"/>
                <a:gd name="connsiteY18" fmla="*/ 52911 h 52911"/>
                <a:gd name="connsiteX19" fmla="*/ 68199 w 79724"/>
                <a:gd name="connsiteY19" fmla="*/ 20669 h 52911"/>
                <a:gd name="connsiteX20" fmla="*/ 67437 w 79724"/>
                <a:gd name="connsiteY20" fmla="*/ 14811 h 52911"/>
                <a:gd name="connsiteX21" fmla="*/ 64770 w 79724"/>
                <a:gd name="connsiteY21" fmla="*/ 10858 h 52911"/>
                <a:gd name="connsiteX22" fmla="*/ 59484 w 79724"/>
                <a:gd name="connsiteY22" fmla="*/ 9430 h 52911"/>
                <a:gd name="connsiteX23" fmla="*/ 51292 w 79724"/>
                <a:gd name="connsiteY23" fmla="*/ 11668 h 52911"/>
                <a:gd name="connsiteX24" fmla="*/ 45529 w 79724"/>
                <a:gd name="connsiteY24" fmla="*/ 16812 h 52911"/>
                <a:gd name="connsiteX25" fmla="*/ 43958 w 79724"/>
                <a:gd name="connsiteY25" fmla="*/ 9096 h 52911"/>
                <a:gd name="connsiteX26" fmla="*/ 52006 w 79724"/>
                <a:gd name="connsiteY26" fmla="*/ 2810 h 52911"/>
                <a:gd name="connsiteX27" fmla="*/ 63484 w 79724"/>
                <a:gd name="connsiteY27" fmla="*/ 0 h 52911"/>
                <a:gd name="connsiteX28" fmla="*/ 75724 w 79724"/>
                <a:gd name="connsiteY28" fmla="*/ 5001 h 52911"/>
                <a:gd name="connsiteX29" fmla="*/ 79724 w 79724"/>
                <a:gd name="connsiteY29" fmla="*/ 19050 h 52911"/>
                <a:gd name="connsiteX30" fmla="*/ 79724 w 79724"/>
                <a:gd name="connsiteY30" fmla="*/ 52816 h 52911"/>
                <a:gd name="connsiteX31" fmla="*/ 68199 w 79724"/>
                <a:gd name="connsiteY31" fmla="*/ 52816 h 52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79724" h="52911">
                  <a:moveTo>
                    <a:pt x="48" y="52911"/>
                  </a:moveTo>
                  <a:lnTo>
                    <a:pt x="48" y="810"/>
                  </a:lnTo>
                  <a:lnTo>
                    <a:pt x="11144" y="810"/>
                  </a:lnTo>
                  <a:lnTo>
                    <a:pt x="11430" y="8715"/>
                  </a:lnTo>
                  <a:cubicBezTo>
                    <a:pt x="13049" y="6525"/>
                    <a:pt x="15383" y="4572"/>
                    <a:pt x="18336" y="2762"/>
                  </a:cubicBezTo>
                  <a:cubicBezTo>
                    <a:pt x="21288" y="952"/>
                    <a:pt x="25003" y="48"/>
                    <a:pt x="29432" y="48"/>
                  </a:cubicBezTo>
                  <a:cubicBezTo>
                    <a:pt x="34957" y="48"/>
                    <a:pt x="39052" y="1715"/>
                    <a:pt x="41720" y="5048"/>
                  </a:cubicBezTo>
                  <a:cubicBezTo>
                    <a:pt x="44387" y="8382"/>
                    <a:pt x="45720" y="13097"/>
                    <a:pt x="45720" y="19098"/>
                  </a:cubicBezTo>
                  <a:lnTo>
                    <a:pt x="45720" y="52864"/>
                  </a:lnTo>
                  <a:lnTo>
                    <a:pt x="34100" y="52864"/>
                  </a:lnTo>
                  <a:lnTo>
                    <a:pt x="34100" y="20622"/>
                  </a:lnTo>
                  <a:cubicBezTo>
                    <a:pt x="34100" y="18431"/>
                    <a:pt x="33861" y="16478"/>
                    <a:pt x="33338" y="14764"/>
                  </a:cubicBezTo>
                  <a:cubicBezTo>
                    <a:pt x="32814" y="13049"/>
                    <a:pt x="31909" y="11763"/>
                    <a:pt x="30671" y="10811"/>
                  </a:cubicBezTo>
                  <a:cubicBezTo>
                    <a:pt x="29385" y="9858"/>
                    <a:pt x="27670" y="9382"/>
                    <a:pt x="25384" y="9382"/>
                  </a:cubicBezTo>
                  <a:cubicBezTo>
                    <a:pt x="22193" y="9382"/>
                    <a:pt x="19431" y="10144"/>
                    <a:pt x="17193" y="11716"/>
                  </a:cubicBezTo>
                  <a:cubicBezTo>
                    <a:pt x="14954" y="13287"/>
                    <a:pt x="13097" y="15002"/>
                    <a:pt x="11573" y="17002"/>
                  </a:cubicBezTo>
                  <a:lnTo>
                    <a:pt x="11573" y="52864"/>
                  </a:lnTo>
                  <a:lnTo>
                    <a:pt x="0" y="52864"/>
                  </a:lnTo>
                  <a:close/>
                  <a:moveTo>
                    <a:pt x="68199" y="52911"/>
                  </a:moveTo>
                  <a:lnTo>
                    <a:pt x="68199" y="20669"/>
                  </a:lnTo>
                  <a:cubicBezTo>
                    <a:pt x="68199" y="18479"/>
                    <a:pt x="67961" y="16526"/>
                    <a:pt x="67437" y="14811"/>
                  </a:cubicBezTo>
                  <a:cubicBezTo>
                    <a:pt x="66913" y="13097"/>
                    <a:pt x="66008" y="11811"/>
                    <a:pt x="64770" y="10858"/>
                  </a:cubicBezTo>
                  <a:cubicBezTo>
                    <a:pt x="63484" y="9906"/>
                    <a:pt x="61770" y="9430"/>
                    <a:pt x="59484" y="9430"/>
                  </a:cubicBezTo>
                  <a:cubicBezTo>
                    <a:pt x="56293" y="9430"/>
                    <a:pt x="53531" y="10144"/>
                    <a:pt x="51292" y="11668"/>
                  </a:cubicBezTo>
                  <a:cubicBezTo>
                    <a:pt x="49054" y="13144"/>
                    <a:pt x="47101" y="14859"/>
                    <a:pt x="45529" y="16812"/>
                  </a:cubicBezTo>
                  <a:lnTo>
                    <a:pt x="43958" y="9096"/>
                  </a:lnTo>
                  <a:cubicBezTo>
                    <a:pt x="46101" y="6763"/>
                    <a:pt x="48768" y="4667"/>
                    <a:pt x="52006" y="2810"/>
                  </a:cubicBezTo>
                  <a:cubicBezTo>
                    <a:pt x="55245" y="952"/>
                    <a:pt x="59055" y="0"/>
                    <a:pt x="63484" y="0"/>
                  </a:cubicBezTo>
                  <a:cubicBezTo>
                    <a:pt x="68961" y="0"/>
                    <a:pt x="73057" y="1667"/>
                    <a:pt x="75724" y="5001"/>
                  </a:cubicBezTo>
                  <a:cubicBezTo>
                    <a:pt x="78391" y="8334"/>
                    <a:pt x="79724" y="13049"/>
                    <a:pt x="79724" y="19050"/>
                  </a:cubicBezTo>
                  <a:lnTo>
                    <a:pt x="79724" y="52816"/>
                  </a:lnTo>
                  <a:lnTo>
                    <a:pt x="68199" y="52816"/>
                  </a:lnTo>
                  <a:close/>
                </a:path>
              </a:pathLst>
            </a:custGeom>
            <a:solidFill>
              <a:srgbClr val="FFFFFF"/>
            </a:solidFill>
            <a:ln w="4763" cap="flat">
              <a:noFill/>
              <a:prstDash val="solid"/>
              <a:miter/>
            </a:ln>
          </p:spPr>
          <p:txBody>
            <a:bodyPr rtlCol="0" anchor="ctr"/>
            <a:lstStyle/>
            <a:p>
              <a:endParaRPr lang="en-AU"/>
            </a:p>
          </p:txBody>
        </p:sp>
      </p:grpSp>
    </p:spTree>
    <p:extLst>
      <p:ext uri="{BB962C8B-B14F-4D97-AF65-F5344CB8AC3E}">
        <p14:creationId xmlns:p14="http://schemas.microsoft.com/office/powerpoint/2010/main" val="271547520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slide" preserve="1" userDrawn="1">
  <p:cSld name="1_Title slide">
    <p:bg>
      <p:bgPr>
        <a:solidFill>
          <a:schemeClr val="bg1"/>
        </a:solidFill>
        <a:effectLst/>
      </p:bgPr>
    </p:bg>
    <p:spTree>
      <p:nvGrpSpPr>
        <p:cNvPr id="1" name="Shape 9"/>
        <p:cNvGrpSpPr/>
        <p:nvPr/>
      </p:nvGrpSpPr>
      <p:grpSpPr>
        <a:xfrm>
          <a:off x="0" y="0"/>
          <a:ext cx="0" cy="0"/>
          <a:chOff x="0" y="0"/>
          <a:chExt cx="0" cy="0"/>
        </a:xfrm>
      </p:grpSpPr>
      <p:sp>
        <p:nvSpPr>
          <p:cNvPr id="13" name="Freeform: Shape 12">
            <a:extLst>
              <a:ext uri="{FF2B5EF4-FFF2-40B4-BE49-F238E27FC236}">
                <a16:creationId xmlns:a16="http://schemas.microsoft.com/office/drawing/2014/main" id="{DCFA8F1A-438C-2D31-EC45-A4CCF4206F40}"/>
              </a:ext>
            </a:extLst>
          </p:cNvPr>
          <p:cNvSpPr/>
          <p:nvPr/>
        </p:nvSpPr>
        <p:spPr>
          <a:xfrm>
            <a:off x="0" y="4305300"/>
            <a:ext cx="9144000" cy="857250"/>
          </a:xfrm>
          <a:custGeom>
            <a:avLst/>
            <a:gdLst>
              <a:gd name="connsiteX0" fmla="*/ 0 w 9144000"/>
              <a:gd name="connsiteY0" fmla="*/ 857250 h 857250"/>
              <a:gd name="connsiteX1" fmla="*/ 0 w 9144000"/>
              <a:gd name="connsiteY1" fmla="*/ 149828 h 857250"/>
              <a:gd name="connsiteX2" fmla="*/ 7540609 w 9144000"/>
              <a:gd name="connsiteY2" fmla="*/ 149828 h 857250"/>
              <a:gd name="connsiteX3" fmla="*/ 8245698 w 9144000"/>
              <a:gd name="connsiteY3" fmla="*/ 0 h 857250"/>
              <a:gd name="connsiteX4" fmla="*/ 8933831 w 9144000"/>
              <a:gd name="connsiteY4" fmla="*/ 149828 h 857250"/>
              <a:gd name="connsiteX5" fmla="*/ 9144000 w 9144000"/>
              <a:gd name="connsiteY5" fmla="*/ 149828 h 857250"/>
              <a:gd name="connsiteX6" fmla="*/ 9144000 w 9144000"/>
              <a:gd name="connsiteY6" fmla="*/ 857250 h 857250"/>
              <a:gd name="connsiteX7" fmla="*/ 0 w 9144000"/>
              <a:gd name="connsiteY7" fmla="*/ 857250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0" h="857250">
                <a:moveTo>
                  <a:pt x="0" y="857250"/>
                </a:moveTo>
                <a:lnTo>
                  <a:pt x="0" y="149828"/>
                </a:lnTo>
                <a:lnTo>
                  <a:pt x="7540609" y="149828"/>
                </a:lnTo>
                <a:lnTo>
                  <a:pt x="8245698" y="0"/>
                </a:lnTo>
                <a:lnTo>
                  <a:pt x="8933831" y="149828"/>
                </a:lnTo>
                <a:lnTo>
                  <a:pt x="9144000" y="149828"/>
                </a:lnTo>
                <a:lnTo>
                  <a:pt x="9144000" y="857250"/>
                </a:lnTo>
                <a:lnTo>
                  <a:pt x="0" y="857250"/>
                </a:lnTo>
                <a:close/>
              </a:path>
            </a:pathLst>
          </a:custGeom>
          <a:gradFill>
            <a:gsLst>
              <a:gs pos="0">
                <a:srgbClr val="6164AD"/>
              </a:gs>
              <a:gs pos="50000">
                <a:srgbClr val="5C54A4"/>
              </a:gs>
              <a:gs pos="100000">
                <a:srgbClr val="58449B"/>
              </a:gs>
            </a:gsLst>
            <a:lin ang="0" scaled="1"/>
          </a:gradFill>
          <a:ln w="81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lvl="0" defTabSz="914400" eaLnBrk="1" latinLnBrk="0" hangingPunct="1"/>
            <a:endParaRPr lang="en-AU" sz="1800" kern="1200">
              <a:solidFill>
                <a:schemeClr val="tx1"/>
              </a:solidFill>
              <a:latin typeface="+mn-lt"/>
              <a:ea typeface="+mn-ea"/>
              <a:cs typeface="+mn-cs"/>
            </a:endParaRPr>
          </a:p>
        </p:txBody>
      </p:sp>
      <p:sp>
        <p:nvSpPr>
          <p:cNvPr id="14" name="Freeform: Shape 13">
            <a:extLst>
              <a:ext uri="{FF2B5EF4-FFF2-40B4-BE49-F238E27FC236}">
                <a16:creationId xmlns:a16="http://schemas.microsoft.com/office/drawing/2014/main" id="{6332EFC7-40EB-E5E0-6D5B-205A7815463F}"/>
              </a:ext>
            </a:extLst>
          </p:cNvPr>
          <p:cNvSpPr/>
          <p:nvPr/>
        </p:nvSpPr>
        <p:spPr>
          <a:xfrm>
            <a:off x="7540608" y="4441555"/>
            <a:ext cx="1246536" cy="285083"/>
          </a:xfrm>
          <a:custGeom>
            <a:avLst/>
            <a:gdLst>
              <a:gd name="connsiteX0" fmla="*/ 718995 w 1246536"/>
              <a:gd name="connsiteY0" fmla="*/ 0 h 285083"/>
              <a:gd name="connsiteX1" fmla="*/ 769239 w 1246536"/>
              <a:gd name="connsiteY1" fmla="*/ 10668 h 285083"/>
              <a:gd name="connsiteX2" fmla="*/ 842391 w 1246536"/>
              <a:gd name="connsiteY2" fmla="*/ 94726 h 285083"/>
              <a:gd name="connsiteX3" fmla="*/ 769239 w 1246536"/>
              <a:gd name="connsiteY3" fmla="*/ 147876 h 285083"/>
              <a:gd name="connsiteX4" fmla="*/ 718995 w 1246536"/>
              <a:gd name="connsiteY4" fmla="*/ 137208 h 285083"/>
              <a:gd name="connsiteX5" fmla="*/ 718995 w 1246536"/>
              <a:gd name="connsiteY5" fmla="*/ 48 h 285083"/>
              <a:gd name="connsiteX6" fmla="*/ 769239 w 1246536"/>
              <a:gd name="connsiteY6" fmla="*/ 116729 h 285083"/>
              <a:gd name="connsiteX7" fmla="*/ 808530 w 1246536"/>
              <a:gd name="connsiteY7" fmla="*/ 87535 h 285083"/>
              <a:gd name="connsiteX8" fmla="*/ 769239 w 1246536"/>
              <a:gd name="connsiteY8" fmla="*/ 41624 h 285083"/>
              <a:gd name="connsiteX9" fmla="*/ 752856 w 1246536"/>
              <a:gd name="connsiteY9" fmla="*/ 38148 h 285083"/>
              <a:gd name="connsiteX10" fmla="*/ 752856 w 1246536"/>
              <a:gd name="connsiteY10" fmla="*/ 113252 h 285083"/>
              <a:gd name="connsiteX11" fmla="*/ 769239 w 1246536"/>
              <a:gd name="connsiteY11" fmla="*/ 116729 h 285083"/>
              <a:gd name="connsiteX12" fmla="*/ 947024 w 1246536"/>
              <a:gd name="connsiteY12" fmla="*/ 48482 h 285083"/>
              <a:gd name="connsiteX13" fmla="*/ 947024 w 1246536"/>
              <a:gd name="connsiteY13" fmla="*/ 79391 h 285083"/>
              <a:gd name="connsiteX14" fmla="*/ 917067 w 1246536"/>
              <a:gd name="connsiteY14" fmla="*/ 73009 h 285083"/>
              <a:gd name="connsiteX15" fmla="*/ 917067 w 1246536"/>
              <a:gd name="connsiteY15" fmla="*/ 148114 h 285083"/>
              <a:gd name="connsiteX16" fmla="*/ 947024 w 1246536"/>
              <a:gd name="connsiteY16" fmla="*/ 154496 h 285083"/>
              <a:gd name="connsiteX17" fmla="*/ 947024 w 1246536"/>
              <a:gd name="connsiteY17" fmla="*/ 185642 h 285083"/>
              <a:gd name="connsiteX18" fmla="*/ 853393 w 1246536"/>
              <a:gd name="connsiteY18" fmla="*/ 165735 h 285083"/>
              <a:gd name="connsiteX19" fmla="*/ 853393 w 1246536"/>
              <a:gd name="connsiteY19" fmla="*/ 134588 h 285083"/>
              <a:gd name="connsiteX20" fmla="*/ 883349 w 1246536"/>
              <a:gd name="connsiteY20" fmla="*/ 140970 h 285083"/>
              <a:gd name="connsiteX21" fmla="*/ 883349 w 1246536"/>
              <a:gd name="connsiteY21" fmla="*/ 65865 h 285083"/>
              <a:gd name="connsiteX22" fmla="*/ 853393 w 1246536"/>
              <a:gd name="connsiteY22" fmla="*/ 59484 h 285083"/>
              <a:gd name="connsiteX23" fmla="*/ 853393 w 1246536"/>
              <a:gd name="connsiteY23" fmla="*/ 28575 h 285083"/>
              <a:gd name="connsiteX24" fmla="*/ 947024 w 1246536"/>
              <a:gd name="connsiteY24" fmla="*/ 48482 h 285083"/>
              <a:gd name="connsiteX25" fmla="*/ 1026319 w 1246536"/>
              <a:gd name="connsiteY25" fmla="*/ 62627 h 285083"/>
              <a:gd name="connsiteX26" fmla="*/ 1094994 w 1246536"/>
              <a:gd name="connsiteY26" fmla="*/ 148447 h 285083"/>
              <a:gd name="connsiteX27" fmla="*/ 1026319 w 1246536"/>
              <a:gd name="connsiteY27" fmla="*/ 205264 h 285083"/>
              <a:gd name="connsiteX28" fmla="*/ 957263 w 1246536"/>
              <a:gd name="connsiteY28" fmla="*/ 119205 h 285083"/>
              <a:gd name="connsiteX29" fmla="*/ 1026319 w 1246536"/>
              <a:gd name="connsiteY29" fmla="*/ 62675 h 285083"/>
              <a:gd name="connsiteX30" fmla="*/ 1026319 w 1246536"/>
              <a:gd name="connsiteY30" fmla="*/ 173117 h 285083"/>
              <a:gd name="connsiteX31" fmla="*/ 1060180 w 1246536"/>
              <a:gd name="connsiteY31" fmla="*/ 141018 h 285083"/>
              <a:gd name="connsiteX32" fmla="*/ 1026319 w 1246536"/>
              <a:gd name="connsiteY32" fmla="*/ 94726 h 285083"/>
              <a:gd name="connsiteX33" fmla="*/ 992267 w 1246536"/>
              <a:gd name="connsiteY33" fmla="*/ 126587 h 285083"/>
              <a:gd name="connsiteX34" fmla="*/ 1026319 w 1246536"/>
              <a:gd name="connsiteY34" fmla="*/ 173117 h 285083"/>
              <a:gd name="connsiteX35" fmla="*/ 1111949 w 1246536"/>
              <a:gd name="connsiteY35" fmla="*/ 83534 h 285083"/>
              <a:gd name="connsiteX36" fmla="*/ 1175814 w 1246536"/>
              <a:gd name="connsiteY36" fmla="*/ 97107 h 285083"/>
              <a:gd name="connsiteX37" fmla="*/ 1212675 w 1246536"/>
              <a:gd name="connsiteY37" fmla="*/ 230791 h 285083"/>
              <a:gd name="connsiteX38" fmla="*/ 1212675 w 1246536"/>
              <a:gd name="connsiteY38" fmla="*/ 104918 h 285083"/>
              <a:gd name="connsiteX39" fmla="*/ 1246537 w 1246536"/>
              <a:gd name="connsiteY39" fmla="*/ 112109 h 285083"/>
              <a:gd name="connsiteX40" fmla="*/ 1246537 w 1246536"/>
              <a:gd name="connsiteY40" fmla="*/ 249269 h 285083"/>
              <a:gd name="connsiteX41" fmla="*/ 1182672 w 1246536"/>
              <a:gd name="connsiteY41" fmla="*/ 235696 h 285083"/>
              <a:gd name="connsiteX42" fmla="*/ 1145810 w 1246536"/>
              <a:gd name="connsiteY42" fmla="*/ 102013 h 285083"/>
              <a:gd name="connsiteX43" fmla="*/ 1145810 w 1246536"/>
              <a:gd name="connsiteY43" fmla="*/ 227886 h 285083"/>
              <a:gd name="connsiteX44" fmla="*/ 1111949 w 1246536"/>
              <a:gd name="connsiteY44" fmla="*/ 220694 h 285083"/>
              <a:gd name="connsiteX45" fmla="*/ 1111949 w 1246536"/>
              <a:gd name="connsiteY45" fmla="*/ 83534 h 285083"/>
              <a:gd name="connsiteX46" fmla="*/ 42101 w 1246536"/>
              <a:gd name="connsiteY46" fmla="*/ 138970 h 285083"/>
              <a:gd name="connsiteX47" fmla="*/ 104108 w 1246536"/>
              <a:gd name="connsiteY47" fmla="*/ 125778 h 285083"/>
              <a:gd name="connsiteX48" fmla="*/ 145971 w 1246536"/>
              <a:gd name="connsiteY48" fmla="*/ 254032 h 285083"/>
              <a:gd name="connsiteX49" fmla="*/ 110061 w 1246536"/>
              <a:gd name="connsiteY49" fmla="*/ 261652 h 285083"/>
              <a:gd name="connsiteX50" fmla="*/ 97774 w 1246536"/>
              <a:gd name="connsiteY50" fmla="*/ 222837 h 285083"/>
              <a:gd name="connsiteX51" fmla="*/ 47863 w 1246536"/>
              <a:gd name="connsiteY51" fmla="*/ 233458 h 285083"/>
              <a:gd name="connsiteX52" fmla="*/ 35576 w 1246536"/>
              <a:gd name="connsiteY52" fmla="*/ 277511 h 285083"/>
              <a:gd name="connsiteX53" fmla="*/ 0 w 1246536"/>
              <a:gd name="connsiteY53" fmla="*/ 285083 h 285083"/>
              <a:gd name="connsiteX54" fmla="*/ 42053 w 1246536"/>
              <a:gd name="connsiteY54" fmla="*/ 138970 h 285083"/>
              <a:gd name="connsiteX55" fmla="*/ 88440 w 1246536"/>
              <a:gd name="connsiteY55" fmla="*/ 193929 h 285083"/>
              <a:gd name="connsiteX56" fmla="*/ 72819 w 1246536"/>
              <a:gd name="connsiteY56" fmla="*/ 144923 h 285083"/>
              <a:gd name="connsiteX57" fmla="*/ 57198 w 1246536"/>
              <a:gd name="connsiteY57" fmla="*/ 200597 h 285083"/>
              <a:gd name="connsiteX58" fmla="*/ 88488 w 1246536"/>
              <a:gd name="connsiteY58" fmla="*/ 193929 h 285083"/>
              <a:gd name="connsiteX59" fmla="*/ 214646 w 1246536"/>
              <a:gd name="connsiteY59" fmla="*/ 242173 h 285083"/>
              <a:gd name="connsiteX60" fmla="*/ 148733 w 1246536"/>
              <a:gd name="connsiteY60" fmla="*/ 199930 h 285083"/>
              <a:gd name="connsiteX61" fmla="*/ 183738 w 1246536"/>
              <a:gd name="connsiteY61" fmla="*/ 192500 h 285083"/>
              <a:gd name="connsiteX62" fmla="*/ 215408 w 1246536"/>
              <a:gd name="connsiteY62" fmla="*/ 212408 h 285083"/>
              <a:gd name="connsiteX63" fmla="*/ 239030 w 1246536"/>
              <a:gd name="connsiteY63" fmla="*/ 195310 h 285083"/>
              <a:gd name="connsiteX64" fmla="*/ 227886 w 1246536"/>
              <a:gd name="connsiteY64" fmla="*/ 187166 h 285083"/>
              <a:gd name="connsiteX65" fmla="*/ 183975 w 1246536"/>
              <a:gd name="connsiteY65" fmla="*/ 184452 h 285083"/>
              <a:gd name="connsiteX66" fmla="*/ 154210 w 1246536"/>
              <a:gd name="connsiteY66" fmla="*/ 153210 h 285083"/>
              <a:gd name="connsiteX67" fmla="*/ 207645 w 1246536"/>
              <a:gd name="connsiteY67" fmla="*/ 101013 h 285083"/>
              <a:gd name="connsiteX68" fmla="*/ 268891 w 1246536"/>
              <a:gd name="connsiteY68" fmla="*/ 138017 h 285083"/>
              <a:gd name="connsiteX69" fmla="*/ 234077 w 1246536"/>
              <a:gd name="connsiteY69" fmla="*/ 145399 h 285083"/>
              <a:gd name="connsiteX70" fmla="*/ 208217 w 1246536"/>
              <a:gd name="connsiteY70" fmla="*/ 129873 h 285083"/>
              <a:gd name="connsiteX71" fmla="*/ 189215 w 1246536"/>
              <a:gd name="connsiteY71" fmla="*/ 145018 h 285083"/>
              <a:gd name="connsiteX72" fmla="*/ 199454 w 1246536"/>
              <a:gd name="connsiteY72" fmla="*/ 152352 h 285083"/>
              <a:gd name="connsiteX73" fmla="*/ 242078 w 1246536"/>
              <a:gd name="connsiteY73" fmla="*/ 154400 h 285083"/>
              <a:gd name="connsiteX74" fmla="*/ 273891 w 1246536"/>
              <a:gd name="connsiteY74" fmla="*/ 186357 h 285083"/>
              <a:gd name="connsiteX75" fmla="*/ 214694 w 1246536"/>
              <a:gd name="connsiteY75" fmla="*/ 242125 h 285083"/>
              <a:gd name="connsiteX76" fmla="*/ 283702 w 1246536"/>
              <a:gd name="connsiteY76" fmla="*/ 156115 h 285083"/>
              <a:gd name="connsiteX77" fmla="*/ 353330 w 1246536"/>
              <a:gd name="connsiteY77" fmla="*/ 70104 h 285083"/>
              <a:gd name="connsiteX78" fmla="*/ 419767 w 1246536"/>
              <a:gd name="connsiteY78" fmla="*/ 111633 h 285083"/>
              <a:gd name="connsiteX79" fmla="*/ 384953 w 1246536"/>
              <a:gd name="connsiteY79" fmla="*/ 119015 h 285083"/>
              <a:gd name="connsiteX80" fmla="*/ 353473 w 1246536"/>
              <a:gd name="connsiteY80" fmla="*/ 102156 h 285083"/>
              <a:gd name="connsiteX81" fmla="*/ 318659 w 1246536"/>
              <a:gd name="connsiteY81" fmla="*/ 148638 h 285083"/>
              <a:gd name="connsiteX82" fmla="*/ 353473 w 1246536"/>
              <a:gd name="connsiteY82" fmla="*/ 180546 h 285083"/>
              <a:gd name="connsiteX83" fmla="*/ 384953 w 1246536"/>
              <a:gd name="connsiteY83" fmla="*/ 150114 h 285083"/>
              <a:gd name="connsiteX84" fmla="*/ 419767 w 1246536"/>
              <a:gd name="connsiteY84" fmla="*/ 142732 h 285083"/>
              <a:gd name="connsiteX85" fmla="*/ 353330 w 1246536"/>
              <a:gd name="connsiteY85" fmla="*/ 212693 h 285083"/>
              <a:gd name="connsiteX86" fmla="*/ 283702 w 1246536"/>
              <a:gd name="connsiteY86" fmla="*/ 156115 h 285083"/>
              <a:gd name="connsiteX87" fmla="*/ 436340 w 1246536"/>
              <a:gd name="connsiteY87" fmla="*/ 55150 h 285083"/>
              <a:gd name="connsiteX88" fmla="*/ 540782 w 1246536"/>
              <a:gd name="connsiteY88" fmla="*/ 32956 h 285083"/>
              <a:gd name="connsiteX89" fmla="*/ 540782 w 1246536"/>
              <a:gd name="connsiteY89" fmla="*/ 63865 h 285083"/>
              <a:gd name="connsiteX90" fmla="*/ 470440 w 1246536"/>
              <a:gd name="connsiteY90" fmla="*/ 78819 h 285083"/>
              <a:gd name="connsiteX91" fmla="*/ 470440 w 1246536"/>
              <a:gd name="connsiteY91" fmla="*/ 101775 h 285083"/>
              <a:gd name="connsiteX92" fmla="*/ 531495 w 1246536"/>
              <a:gd name="connsiteY92" fmla="*/ 88821 h 285083"/>
              <a:gd name="connsiteX93" fmla="*/ 531495 w 1246536"/>
              <a:gd name="connsiteY93" fmla="*/ 118015 h 285083"/>
              <a:gd name="connsiteX94" fmla="*/ 470440 w 1246536"/>
              <a:gd name="connsiteY94" fmla="*/ 131016 h 285083"/>
              <a:gd name="connsiteX95" fmla="*/ 470440 w 1246536"/>
              <a:gd name="connsiteY95" fmla="*/ 154162 h 285083"/>
              <a:gd name="connsiteX96" fmla="*/ 540782 w 1246536"/>
              <a:gd name="connsiteY96" fmla="*/ 139208 h 285083"/>
              <a:gd name="connsiteX97" fmla="*/ 540782 w 1246536"/>
              <a:gd name="connsiteY97" fmla="*/ 170117 h 285083"/>
              <a:gd name="connsiteX98" fmla="*/ 436340 w 1246536"/>
              <a:gd name="connsiteY98" fmla="*/ 192310 h 285083"/>
              <a:gd name="connsiteX99" fmla="*/ 436340 w 1246536"/>
              <a:gd name="connsiteY99" fmla="*/ 55150 h 285083"/>
              <a:gd name="connsiteX100" fmla="*/ 561308 w 1246536"/>
              <a:gd name="connsiteY100" fmla="*/ 28623 h 285083"/>
              <a:gd name="connsiteX101" fmla="*/ 625173 w 1246536"/>
              <a:gd name="connsiteY101" fmla="*/ 15049 h 285083"/>
              <a:gd name="connsiteX102" fmla="*/ 662035 w 1246536"/>
              <a:gd name="connsiteY102" fmla="*/ 133112 h 285083"/>
              <a:gd name="connsiteX103" fmla="*/ 662035 w 1246536"/>
              <a:gd name="connsiteY103" fmla="*/ 7239 h 285083"/>
              <a:gd name="connsiteX104" fmla="*/ 695897 w 1246536"/>
              <a:gd name="connsiteY104" fmla="*/ 48 h 285083"/>
              <a:gd name="connsiteX105" fmla="*/ 695897 w 1246536"/>
              <a:gd name="connsiteY105" fmla="*/ 137208 h 285083"/>
              <a:gd name="connsiteX106" fmla="*/ 632032 w 1246536"/>
              <a:gd name="connsiteY106" fmla="*/ 150781 h 285083"/>
              <a:gd name="connsiteX107" fmla="*/ 595170 w 1246536"/>
              <a:gd name="connsiteY107" fmla="*/ 32718 h 285083"/>
              <a:gd name="connsiteX108" fmla="*/ 595170 w 1246536"/>
              <a:gd name="connsiteY108" fmla="*/ 158591 h 285083"/>
              <a:gd name="connsiteX109" fmla="*/ 561308 w 1246536"/>
              <a:gd name="connsiteY109" fmla="*/ 165783 h 285083"/>
              <a:gd name="connsiteX110" fmla="*/ 561308 w 1246536"/>
              <a:gd name="connsiteY110" fmla="*/ 28623 h 285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246536" h="285083">
                <a:moveTo>
                  <a:pt x="718995" y="0"/>
                </a:moveTo>
                <a:lnTo>
                  <a:pt x="769239" y="10668"/>
                </a:lnTo>
                <a:cubicBezTo>
                  <a:pt x="805149" y="18288"/>
                  <a:pt x="842391" y="35766"/>
                  <a:pt x="842391" y="94726"/>
                </a:cubicBezTo>
                <a:cubicBezTo>
                  <a:pt x="842391" y="153876"/>
                  <a:pt x="805149" y="155496"/>
                  <a:pt x="769239" y="147876"/>
                </a:cubicBezTo>
                <a:lnTo>
                  <a:pt x="718995" y="137208"/>
                </a:lnTo>
                <a:lnTo>
                  <a:pt x="718995" y="48"/>
                </a:lnTo>
                <a:close/>
                <a:moveTo>
                  <a:pt x="769239" y="116729"/>
                </a:moveTo>
                <a:cubicBezTo>
                  <a:pt x="791766" y="121539"/>
                  <a:pt x="808530" y="124301"/>
                  <a:pt x="808530" y="87535"/>
                </a:cubicBezTo>
                <a:cubicBezTo>
                  <a:pt x="808530" y="50768"/>
                  <a:pt x="791623" y="46387"/>
                  <a:pt x="769239" y="41624"/>
                </a:cubicBezTo>
                <a:lnTo>
                  <a:pt x="752856" y="38148"/>
                </a:lnTo>
                <a:lnTo>
                  <a:pt x="752856" y="113252"/>
                </a:lnTo>
                <a:cubicBezTo>
                  <a:pt x="752856" y="113252"/>
                  <a:pt x="769239" y="116729"/>
                  <a:pt x="769239" y="116729"/>
                </a:cubicBezTo>
                <a:close/>
                <a:moveTo>
                  <a:pt x="947024" y="48482"/>
                </a:moveTo>
                <a:lnTo>
                  <a:pt x="947024" y="79391"/>
                </a:lnTo>
                <a:cubicBezTo>
                  <a:pt x="947024" y="79391"/>
                  <a:pt x="917067" y="73009"/>
                  <a:pt x="917067" y="73009"/>
                </a:cubicBezTo>
                <a:lnTo>
                  <a:pt x="917067" y="148114"/>
                </a:lnTo>
                <a:cubicBezTo>
                  <a:pt x="917067" y="148114"/>
                  <a:pt x="947024" y="154496"/>
                  <a:pt x="947024" y="154496"/>
                </a:cubicBezTo>
                <a:lnTo>
                  <a:pt x="947024" y="185642"/>
                </a:lnTo>
                <a:cubicBezTo>
                  <a:pt x="947024" y="185642"/>
                  <a:pt x="853393" y="165735"/>
                  <a:pt x="853393" y="165735"/>
                </a:cubicBezTo>
                <a:lnTo>
                  <a:pt x="853393" y="134588"/>
                </a:lnTo>
                <a:cubicBezTo>
                  <a:pt x="853393" y="134588"/>
                  <a:pt x="883349" y="140970"/>
                  <a:pt x="883349" y="140970"/>
                </a:cubicBezTo>
                <a:lnTo>
                  <a:pt x="883349" y="65865"/>
                </a:lnTo>
                <a:cubicBezTo>
                  <a:pt x="883349" y="65865"/>
                  <a:pt x="853393" y="59484"/>
                  <a:pt x="853393" y="59484"/>
                </a:cubicBezTo>
                <a:lnTo>
                  <a:pt x="853393" y="28575"/>
                </a:lnTo>
                <a:cubicBezTo>
                  <a:pt x="853393" y="28575"/>
                  <a:pt x="947024" y="48482"/>
                  <a:pt x="947024" y="48482"/>
                </a:cubicBezTo>
                <a:close/>
                <a:moveTo>
                  <a:pt x="1026319" y="62627"/>
                </a:moveTo>
                <a:cubicBezTo>
                  <a:pt x="1068944" y="71676"/>
                  <a:pt x="1094994" y="107966"/>
                  <a:pt x="1094994" y="148447"/>
                </a:cubicBezTo>
                <a:cubicBezTo>
                  <a:pt x="1094994" y="189119"/>
                  <a:pt x="1068944" y="214313"/>
                  <a:pt x="1026319" y="205264"/>
                </a:cubicBezTo>
                <a:cubicBezTo>
                  <a:pt x="983504" y="196167"/>
                  <a:pt x="957263" y="159829"/>
                  <a:pt x="957263" y="119205"/>
                </a:cubicBezTo>
                <a:cubicBezTo>
                  <a:pt x="957263" y="78724"/>
                  <a:pt x="983504" y="53578"/>
                  <a:pt x="1026319" y="62675"/>
                </a:cubicBezTo>
                <a:moveTo>
                  <a:pt x="1026319" y="173117"/>
                </a:moveTo>
                <a:cubicBezTo>
                  <a:pt x="1049036" y="177927"/>
                  <a:pt x="1060180" y="165926"/>
                  <a:pt x="1060180" y="141018"/>
                </a:cubicBezTo>
                <a:cubicBezTo>
                  <a:pt x="1060180" y="116110"/>
                  <a:pt x="1048846" y="99489"/>
                  <a:pt x="1026319" y="94726"/>
                </a:cubicBezTo>
                <a:cubicBezTo>
                  <a:pt x="1003602" y="89916"/>
                  <a:pt x="992267" y="101870"/>
                  <a:pt x="992267" y="126587"/>
                </a:cubicBezTo>
                <a:cubicBezTo>
                  <a:pt x="992267" y="151495"/>
                  <a:pt x="1003649" y="168307"/>
                  <a:pt x="1026319" y="173117"/>
                </a:cubicBezTo>
                <a:moveTo>
                  <a:pt x="1111949" y="83534"/>
                </a:moveTo>
                <a:lnTo>
                  <a:pt x="1175814" y="97107"/>
                </a:lnTo>
                <a:lnTo>
                  <a:pt x="1212675" y="230791"/>
                </a:lnTo>
                <a:lnTo>
                  <a:pt x="1212675" y="104918"/>
                </a:lnTo>
                <a:cubicBezTo>
                  <a:pt x="1212675" y="104918"/>
                  <a:pt x="1246537" y="112109"/>
                  <a:pt x="1246537" y="112109"/>
                </a:cubicBezTo>
                <a:lnTo>
                  <a:pt x="1246537" y="249269"/>
                </a:lnTo>
                <a:cubicBezTo>
                  <a:pt x="1246537" y="249269"/>
                  <a:pt x="1182672" y="235696"/>
                  <a:pt x="1182672" y="235696"/>
                </a:cubicBezTo>
                <a:lnTo>
                  <a:pt x="1145810" y="102013"/>
                </a:lnTo>
                <a:lnTo>
                  <a:pt x="1145810" y="227886"/>
                </a:lnTo>
                <a:cubicBezTo>
                  <a:pt x="1145810" y="227886"/>
                  <a:pt x="1111949" y="220694"/>
                  <a:pt x="1111949" y="220694"/>
                </a:cubicBezTo>
                <a:lnTo>
                  <a:pt x="1111949" y="83534"/>
                </a:lnTo>
                <a:close/>
                <a:moveTo>
                  <a:pt x="42101" y="138970"/>
                </a:moveTo>
                <a:lnTo>
                  <a:pt x="104108" y="125778"/>
                </a:lnTo>
                <a:lnTo>
                  <a:pt x="145971" y="254032"/>
                </a:lnTo>
                <a:lnTo>
                  <a:pt x="110061" y="261652"/>
                </a:lnTo>
                <a:lnTo>
                  <a:pt x="97774" y="222837"/>
                </a:lnTo>
                <a:lnTo>
                  <a:pt x="47863" y="233458"/>
                </a:lnTo>
                <a:lnTo>
                  <a:pt x="35576" y="277511"/>
                </a:lnTo>
                <a:lnTo>
                  <a:pt x="0" y="285083"/>
                </a:lnTo>
                <a:lnTo>
                  <a:pt x="42053" y="138970"/>
                </a:lnTo>
                <a:close/>
                <a:moveTo>
                  <a:pt x="88440" y="193929"/>
                </a:moveTo>
                <a:lnTo>
                  <a:pt x="72819" y="144923"/>
                </a:lnTo>
                <a:lnTo>
                  <a:pt x="57198" y="200597"/>
                </a:lnTo>
                <a:lnTo>
                  <a:pt x="88488" y="193929"/>
                </a:lnTo>
                <a:close/>
                <a:moveTo>
                  <a:pt x="214646" y="242173"/>
                </a:moveTo>
                <a:cubicBezTo>
                  <a:pt x="168307" y="252031"/>
                  <a:pt x="148733" y="235553"/>
                  <a:pt x="148733" y="199930"/>
                </a:cubicBezTo>
                <a:lnTo>
                  <a:pt x="183738" y="192500"/>
                </a:lnTo>
                <a:cubicBezTo>
                  <a:pt x="183738" y="211979"/>
                  <a:pt x="190977" y="217599"/>
                  <a:pt x="215408" y="212408"/>
                </a:cubicBezTo>
                <a:cubicBezTo>
                  <a:pt x="231982" y="208883"/>
                  <a:pt x="239030" y="203883"/>
                  <a:pt x="239030" y="195310"/>
                </a:cubicBezTo>
                <a:cubicBezTo>
                  <a:pt x="239030" y="190452"/>
                  <a:pt x="235315" y="187547"/>
                  <a:pt x="227886" y="187166"/>
                </a:cubicBezTo>
                <a:lnTo>
                  <a:pt x="183975" y="184452"/>
                </a:lnTo>
                <a:cubicBezTo>
                  <a:pt x="161258" y="182880"/>
                  <a:pt x="154210" y="170545"/>
                  <a:pt x="154210" y="153210"/>
                </a:cubicBezTo>
                <a:cubicBezTo>
                  <a:pt x="154210" y="126540"/>
                  <a:pt x="173212" y="108299"/>
                  <a:pt x="207645" y="101013"/>
                </a:cubicBezTo>
                <a:cubicBezTo>
                  <a:pt x="248603" y="92297"/>
                  <a:pt x="268891" y="108252"/>
                  <a:pt x="268891" y="138017"/>
                </a:cubicBezTo>
                <a:lnTo>
                  <a:pt x="234077" y="145399"/>
                </a:lnTo>
                <a:cubicBezTo>
                  <a:pt x="234077" y="130635"/>
                  <a:pt x="226076" y="126111"/>
                  <a:pt x="208217" y="129873"/>
                </a:cubicBezTo>
                <a:cubicBezTo>
                  <a:pt x="195739" y="132540"/>
                  <a:pt x="189215" y="137208"/>
                  <a:pt x="189215" y="145018"/>
                </a:cubicBezTo>
                <a:cubicBezTo>
                  <a:pt x="189215" y="148923"/>
                  <a:pt x="191262" y="151781"/>
                  <a:pt x="199454" y="152352"/>
                </a:cubicBezTo>
                <a:lnTo>
                  <a:pt x="242078" y="154400"/>
                </a:lnTo>
                <a:cubicBezTo>
                  <a:pt x="263843" y="155400"/>
                  <a:pt x="273891" y="166306"/>
                  <a:pt x="273891" y="186357"/>
                </a:cubicBezTo>
                <a:cubicBezTo>
                  <a:pt x="273891" y="212408"/>
                  <a:pt x="256747" y="233172"/>
                  <a:pt x="214694" y="242125"/>
                </a:cubicBezTo>
                <a:moveTo>
                  <a:pt x="283702" y="156115"/>
                </a:moveTo>
                <a:cubicBezTo>
                  <a:pt x="283702" y="115633"/>
                  <a:pt x="310325" y="79248"/>
                  <a:pt x="353330" y="70104"/>
                </a:cubicBezTo>
                <a:cubicBezTo>
                  <a:pt x="390906" y="62103"/>
                  <a:pt x="415862" y="78010"/>
                  <a:pt x="419767" y="111633"/>
                </a:cubicBezTo>
                <a:lnTo>
                  <a:pt x="384953" y="119015"/>
                </a:lnTo>
                <a:cubicBezTo>
                  <a:pt x="382143" y="104823"/>
                  <a:pt x="370047" y="98631"/>
                  <a:pt x="353473" y="102156"/>
                </a:cubicBezTo>
                <a:cubicBezTo>
                  <a:pt x="333185" y="106490"/>
                  <a:pt x="318659" y="121634"/>
                  <a:pt x="318659" y="148638"/>
                </a:cubicBezTo>
                <a:cubicBezTo>
                  <a:pt x="318659" y="175879"/>
                  <a:pt x="333185" y="184833"/>
                  <a:pt x="353473" y="180546"/>
                </a:cubicBezTo>
                <a:cubicBezTo>
                  <a:pt x="370047" y="177022"/>
                  <a:pt x="382143" y="165497"/>
                  <a:pt x="384953" y="150114"/>
                </a:cubicBezTo>
                <a:lnTo>
                  <a:pt x="419767" y="142732"/>
                </a:lnTo>
                <a:cubicBezTo>
                  <a:pt x="415862" y="178213"/>
                  <a:pt x="390906" y="204692"/>
                  <a:pt x="353330" y="212693"/>
                </a:cubicBezTo>
                <a:cubicBezTo>
                  <a:pt x="310325" y="221837"/>
                  <a:pt x="283702" y="196739"/>
                  <a:pt x="283702" y="156115"/>
                </a:cubicBezTo>
                <a:moveTo>
                  <a:pt x="436340" y="55150"/>
                </a:moveTo>
                <a:lnTo>
                  <a:pt x="540782" y="32956"/>
                </a:lnTo>
                <a:lnTo>
                  <a:pt x="540782" y="63865"/>
                </a:lnTo>
                <a:cubicBezTo>
                  <a:pt x="540782" y="63865"/>
                  <a:pt x="470440" y="78819"/>
                  <a:pt x="470440" y="78819"/>
                </a:cubicBezTo>
                <a:lnTo>
                  <a:pt x="470440" y="101775"/>
                </a:lnTo>
                <a:cubicBezTo>
                  <a:pt x="470440" y="101775"/>
                  <a:pt x="531495" y="88821"/>
                  <a:pt x="531495" y="88821"/>
                </a:cubicBezTo>
                <a:lnTo>
                  <a:pt x="531495" y="118015"/>
                </a:lnTo>
                <a:cubicBezTo>
                  <a:pt x="531495" y="118015"/>
                  <a:pt x="470440" y="131016"/>
                  <a:pt x="470440" y="131016"/>
                </a:cubicBezTo>
                <a:lnTo>
                  <a:pt x="470440" y="154162"/>
                </a:lnTo>
                <a:cubicBezTo>
                  <a:pt x="470440" y="154162"/>
                  <a:pt x="540782" y="139208"/>
                  <a:pt x="540782" y="139208"/>
                </a:cubicBezTo>
                <a:lnTo>
                  <a:pt x="540782" y="170117"/>
                </a:lnTo>
                <a:cubicBezTo>
                  <a:pt x="540782" y="170117"/>
                  <a:pt x="436340" y="192310"/>
                  <a:pt x="436340" y="192310"/>
                </a:cubicBezTo>
                <a:lnTo>
                  <a:pt x="436340" y="55150"/>
                </a:lnTo>
                <a:close/>
                <a:moveTo>
                  <a:pt x="561308" y="28623"/>
                </a:moveTo>
                <a:lnTo>
                  <a:pt x="625173" y="15049"/>
                </a:lnTo>
                <a:lnTo>
                  <a:pt x="662035" y="133112"/>
                </a:lnTo>
                <a:lnTo>
                  <a:pt x="662035" y="7239"/>
                </a:lnTo>
                <a:cubicBezTo>
                  <a:pt x="662035" y="7239"/>
                  <a:pt x="695897" y="48"/>
                  <a:pt x="695897" y="48"/>
                </a:cubicBezTo>
                <a:lnTo>
                  <a:pt x="695897" y="137208"/>
                </a:lnTo>
                <a:cubicBezTo>
                  <a:pt x="695897" y="137208"/>
                  <a:pt x="632032" y="150781"/>
                  <a:pt x="632032" y="150781"/>
                </a:cubicBezTo>
                <a:lnTo>
                  <a:pt x="595170" y="32718"/>
                </a:lnTo>
                <a:lnTo>
                  <a:pt x="595170" y="158591"/>
                </a:lnTo>
                <a:cubicBezTo>
                  <a:pt x="595170" y="158591"/>
                  <a:pt x="561308" y="165783"/>
                  <a:pt x="561308" y="165783"/>
                </a:cubicBezTo>
                <a:lnTo>
                  <a:pt x="561308" y="28623"/>
                </a:lnTo>
                <a:close/>
              </a:path>
            </a:pathLst>
          </a:custGeom>
          <a:solidFill>
            <a:srgbClr val="FFFFFF"/>
          </a:solidFill>
          <a:ln w="4763" cap="flat">
            <a:noFill/>
            <a:prstDash val="solid"/>
            <a:miter/>
          </a:ln>
        </p:spPr>
        <p:txBody>
          <a:bodyPr rtlCol="0" anchor="ctr"/>
          <a:lstStyle/>
          <a:p>
            <a:endParaRPr lang="en-AU"/>
          </a:p>
        </p:txBody>
      </p:sp>
      <p:grpSp>
        <p:nvGrpSpPr>
          <p:cNvPr id="20" name="Graphic 3">
            <a:extLst>
              <a:ext uri="{FF2B5EF4-FFF2-40B4-BE49-F238E27FC236}">
                <a16:creationId xmlns:a16="http://schemas.microsoft.com/office/drawing/2014/main" id="{11580F78-9730-E8CF-5F00-5083728E0E3D}"/>
              </a:ext>
            </a:extLst>
          </p:cNvPr>
          <p:cNvGrpSpPr/>
          <p:nvPr/>
        </p:nvGrpSpPr>
        <p:grpSpPr>
          <a:xfrm>
            <a:off x="378275" y="4600765"/>
            <a:ext cx="945451" cy="171497"/>
            <a:chOff x="217360" y="4600765"/>
            <a:chExt cx="945451" cy="171497"/>
          </a:xfrm>
          <a:solidFill>
            <a:srgbClr val="FFFFFF"/>
          </a:solidFill>
        </p:grpSpPr>
        <p:grpSp>
          <p:nvGrpSpPr>
            <p:cNvPr id="21" name="Graphic 3">
              <a:extLst>
                <a:ext uri="{FF2B5EF4-FFF2-40B4-BE49-F238E27FC236}">
                  <a16:creationId xmlns:a16="http://schemas.microsoft.com/office/drawing/2014/main" id="{034EE8A3-A127-9A71-99DC-9A0E6F91654D}"/>
                </a:ext>
              </a:extLst>
            </p:cNvPr>
            <p:cNvGrpSpPr/>
            <p:nvPr/>
          </p:nvGrpSpPr>
          <p:grpSpPr>
            <a:xfrm>
              <a:off x="604408" y="4600765"/>
              <a:ext cx="171354" cy="171354"/>
              <a:chOff x="604408" y="4600765"/>
              <a:chExt cx="171354" cy="171354"/>
            </a:xfrm>
            <a:solidFill>
              <a:srgbClr val="FFFFFF"/>
            </a:solidFill>
          </p:grpSpPr>
          <p:sp>
            <p:nvSpPr>
              <p:cNvPr id="22" name="Freeform: Shape 21">
                <a:extLst>
                  <a:ext uri="{FF2B5EF4-FFF2-40B4-BE49-F238E27FC236}">
                    <a16:creationId xmlns:a16="http://schemas.microsoft.com/office/drawing/2014/main" id="{0D5749F5-CE41-31DE-FF35-61FA298CA95A}"/>
                  </a:ext>
                </a:extLst>
              </p:cNvPr>
              <p:cNvSpPr/>
              <p:nvPr/>
            </p:nvSpPr>
            <p:spPr>
              <a:xfrm>
                <a:off x="604408" y="4600765"/>
                <a:ext cx="171354" cy="171354"/>
              </a:xfrm>
              <a:custGeom>
                <a:avLst/>
                <a:gdLst>
                  <a:gd name="connsiteX0" fmla="*/ 85677 w 171354"/>
                  <a:gd name="connsiteY0" fmla="*/ 171355 h 171354"/>
                  <a:gd name="connsiteX1" fmla="*/ 0 w 171354"/>
                  <a:gd name="connsiteY1" fmla="*/ 85677 h 171354"/>
                  <a:gd name="connsiteX2" fmla="*/ 85677 w 171354"/>
                  <a:gd name="connsiteY2" fmla="*/ 0 h 171354"/>
                  <a:gd name="connsiteX3" fmla="*/ 171355 w 171354"/>
                  <a:gd name="connsiteY3" fmla="*/ 85677 h 171354"/>
                  <a:gd name="connsiteX4" fmla="*/ 85677 w 171354"/>
                  <a:gd name="connsiteY4" fmla="*/ 171355 h 171354"/>
                  <a:gd name="connsiteX5" fmla="*/ 85677 w 171354"/>
                  <a:gd name="connsiteY5" fmla="*/ 6667 h 171354"/>
                  <a:gd name="connsiteX6" fmla="*/ 6620 w 171354"/>
                  <a:gd name="connsiteY6" fmla="*/ 85725 h 171354"/>
                  <a:gd name="connsiteX7" fmla="*/ 85677 w 171354"/>
                  <a:gd name="connsiteY7" fmla="*/ 164783 h 171354"/>
                  <a:gd name="connsiteX8" fmla="*/ 164735 w 171354"/>
                  <a:gd name="connsiteY8" fmla="*/ 85725 h 171354"/>
                  <a:gd name="connsiteX9" fmla="*/ 85677 w 171354"/>
                  <a:gd name="connsiteY9" fmla="*/ 6667 h 171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54" h="171354">
                    <a:moveTo>
                      <a:pt x="85677" y="171355"/>
                    </a:moveTo>
                    <a:cubicBezTo>
                      <a:pt x="38433" y="171355"/>
                      <a:pt x="0" y="132921"/>
                      <a:pt x="0" y="85677"/>
                    </a:cubicBezTo>
                    <a:cubicBezTo>
                      <a:pt x="0" y="38433"/>
                      <a:pt x="38433" y="0"/>
                      <a:pt x="85677" y="0"/>
                    </a:cubicBezTo>
                    <a:cubicBezTo>
                      <a:pt x="132921" y="0"/>
                      <a:pt x="171355" y="38433"/>
                      <a:pt x="171355" y="85677"/>
                    </a:cubicBezTo>
                    <a:cubicBezTo>
                      <a:pt x="171355" y="132921"/>
                      <a:pt x="132921" y="171355"/>
                      <a:pt x="85677" y="171355"/>
                    </a:cubicBezTo>
                    <a:close/>
                    <a:moveTo>
                      <a:pt x="85677" y="6667"/>
                    </a:moveTo>
                    <a:cubicBezTo>
                      <a:pt x="42100" y="6667"/>
                      <a:pt x="6620" y="42148"/>
                      <a:pt x="6620" y="85725"/>
                    </a:cubicBezTo>
                    <a:cubicBezTo>
                      <a:pt x="6620" y="129302"/>
                      <a:pt x="42100" y="164783"/>
                      <a:pt x="85677" y="164783"/>
                    </a:cubicBezTo>
                    <a:cubicBezTo>
                      <a:pt x="129254" y="164783"/>
                      <a:pt x="164735" y="129302"/>
                      <a:pt x="164735" y="85725"/>
                    </a:cubicBezTo>
                    <a:cubicBezTo>
                      <a:pt x="164735" y="42148"/>
                      <a:pt x="129254" y="6667"/>
                      <a:pt x="85677" y="6667"/>
                    </a:cubicBezTo>
                    <a:close/>
                  </a:path>
                </a:pathLst>
              </a:custGeom>
              <a:solidFill>
                <a:srgbClr val="FFFFFF"/>
              </a:solidFill>
              <a:ln w="4763" cap="flat">
                <a:noFill/>
                <a:prstDash val="solid"/>
                <a:miter/>
              </a:ln>
            </p:spPr>
            <p:txBody>
              <a:bodyPr rtlCol="0" anchor="ctr"/>
              <a:lstStyle/>
              <a:p>
                <a:endParaRPr lang="en-AU"/>
              </a:p>
            </p:txBody>
          </p:sp>
          <p:sp>
            <p:nvSpPr>
              <p:cNvPr id="23" name="Freeform: Shape 22">
                <a:extLst>
                  <a:ext uri="{FF2B5EF4-FFF2-40B4-BE49-F238E27FC236}">
                    <a16:creationId xmlns:a16="http://schemas.microsoft.com/office/drawing/2014/main" id="{044BA208-EA2B-AEB2-6DA2-25482C2C6D12}"/>
                  </a:ext>
                </a:extLst>
              </p:cNvPr>
              <p:cNvSpPr/>
              <p:nvPr/>
            </p:nvSpPr>
            <p:spPr>
              <a:xfrm>
                <a:off x="637460" y="4634007"/>
                <a:ext cx="105203" cy="104965"/>
              </a:xfrm>
              <a:custGeom>
                <a:avLst/>
                <a:gdLst>
                  <a:gd name="connsiteX0" fmla="*/ 28384 w 105203"/>
                  <a:gd name="connsiteY0" fmla="*/ 0 h 104965"/>
                  <a:gd name="connsiteX1" fmla="*/ 76819 w 105203"/>
                  <a:gd name="connsiteY1" fmla="*/ 0 h 104965"/>
                  <a:gd name="connsiteX2" fmla="*/ 105204 w 105203"/>
                  <a:gd name="connsiteY2" fmla="*/ 28385 h 104965"/>
                  <a:gd name="connsiteX3" fmla="*/ 105204 w 105203"/>
                  <a:gd name="connsiteY3" fmla="*/ 76581 h 104965"/>
                  <a:gd name="connsiteX4" fmla="*/ 76819 w 105203"/>
                  <a:gd name="connsiteY4" fmla="*/ 104966 h 104965"/>
                  <a:gd name="connsiteX5" fmla="*/ 28384 w 105203"/>
                  <a:gd name="connsiteY5" fmla="*/ 104966 h 104965"/>
                  <a:gd name="connsiteX6" fmla="*/ 0 w 105203"/>
                  <a:gd name="connsiteY6" fmla="*/ 76581 h 104965"/>
                  <a:gd name="connsiteX7" fmla="*/ 0 w 105203"/>
                  <a:gd name="connsiteY7" fmla="*/ 28385 h 104965"/>
                  <a:gd name="connsiteX8" fmla="*/ 28384 w 105203"/>
                  <a:gd name="connsiteY8" fmla="*/ 0 h 104965"/>
                  <a:gd name="connsiteX9" fmla="*/ 28384 w 105203"/>
                  <a:gd name="connsiteY9" fmla="*/ 0 h 104965"/>
                  <a:gd name="connsiteX10" fmla="*/ 80867 w 105203"/>
                  <a:gd name="connsiteY10" fmla="*/ 18336 h 104965"/>
                  <a:gd name="connsiteX11" fmla="*/ 80867 w 105203"/>
                  <a:gd name="connsiteY11" fmla="*/ 18336 h 104965"/>
                  <a:gd name="connsiteX12" fmla="*/ 86916 w 105203"/>
                  <a:gd name="connsiteY12" fmla="*/ 24384 h 104965"/>
                  <a:gd name="connsiteX13" fmla="*/ 86916 w 105203"/>
                  <a:gd name="connsiteY13" fmla="*/ 24384 h 104965"/>
                  <a:gd name="connsiteX14" fmla="*/ 80867 w 105203"/>
                  <a:gd name="connsiteY14" fmla="*/ 30432 h 104965"/>
                  <a:gd name="connsiteX15" fmla="*/ 80867 w 105203"/>
                  <a:gd name="connsiteY15" fmla="*/ 30432 h 104965"/>
                  <a:gd name="connsiteX16" fmla="*/ 74819 w 105203"/>
                  <a:gd name="connsiteY16" fmla="*/ 24384 h 104965"/>
                  <a:gd name="connsiteX17" fmla="*/ 74819 w 105203"/>
                  <a:gd name="connsiteY17" fmla="*/ 24384 h 104965"/>
                  <a:gd name="connsiteX18" fmla="*/ 80867 w 105203"/>
                  <a:gd name="connsiteY18" fmla="*/ 18336 h 104965"/>
                  <a:gd name="connsiteX19" fmla="*/ 80867 w 105203"/>
                  <a:gd name="connsiteY19" fmla="*/ 18336 h 104965"/>
                  <a:gd name="connsiteX20" fmla="*/ 52483 w 105203"/>
                  <a:gd name="connsiteY20" fmla="*/ 23860 h 104965"/>
                  <a:gd name="connsiteX21" fmla="*/ 52721 w 105203"/>
                  <a:gd name="connsiteY21" fmla="*/ 23860 h 104965"/>
                  <a:gd name="connsiteX22" fmla="*/ 81343 w 105203"/>
                  <a:gd name="connsiteY22" fmla="*/ 52483 h 104965"/>
                  <a:gd name="connsiteX23" fmla="*/ 81343 w 105203"/>
                  <a:gd name="connsiteY23" fmla="*/ 52483 h 104965"/>
                  <a:gd name="connsiteX24" fmla="*/ 52721 w 105203"/>
                  <a:gd name="connsiteY24" fmla="*/ 81105 h 104965"/>
                  <a:gd name="connsiteX25" fmla="*/ 52483 w 105203"/>
                  <a:gd name="connsiteY25" fmla="*/ 81105 h 104965"/>
                  <a:gd name="connsiteX26" fmla="*/ 24098 w 105203"/>
                  <a:gd name="connsiteY26" fmla="*/ 52483 h 104965"/>
                  <a:gd name="connsiteX27" fmla="*/ 24098 w 105203"/>
                  <a:gd name="connsiteY27" fmla="*/ 52483 h 104965"/>
                  <a:gd name="connsiteX28" fmla="*/ 52483 w 105203"/>
                  <a:gd name="connsiteY28" fmla="*/ 23860 h 104965"/>
                  <a:gd name="connsiteX29" fmla="*/ 52483 w 105203"/>
                  <a:gd name="connsiteY29" fmla="*/ 23860 h 104965"/>
                  <a:gd name="connsiteX30" fmla="*/ 52483 w 105203"/>
                  <a:gd name="connsiteY30" fmla="*/ 33623 h 104965"/>
                  <a:gd name="connsiteX31" fmla="*/ 52721 w 105203"/>
                  <a:gd name="connsiteY31" fmla="*/ 33623 h 104965"/>
                  <a:gd name="connsiteX32" fmla="*/ 71533 w 105203"/>
                  <a:gd name="connsiteY32" fmla="*/ 52435 h 104965"/>
                  <a:gd name="connsiteX33" fmla="*/ 71533 w 105203"/>
                  <a:gd name="connsiteY33" fmla="*/ 52435 h 104965"/>
                  <a:gd name="connsiteX34" fmla="*/ 52721 w 105203"/>
                  <a:gd name="connsiteY34" fmla="*/ 71533 h 104965"/>
                  <a:gd name="connsiteX35" fmla="*/ 52483 w 105203"/>
                  <a:gd name="connsiteY35" fmla="*/ 71533 h 104965"/>
                  <a:gd name="connsiteX36" fmla="*/ 33671 w 105203"/>
                  <a:gd name="connsiteY36" fmla="*/ 52435 h 104965"/>
                  <a:gd name="connsiteX37" fmla="*/ 33671 w 105203"/>
                  <a:gd name="connsiteY37" fmla="*/ 52435 h 104965"/>
                  <a:gd name="connsiteX38" fmla="*/ 52483 w 105203"/>
                  <a:gd name="connsiteY38" fmla="*/ 33623 h 104965"/>
                  <a:gd name="connsiteX39" fmla="*/ 52483 w 105203"/>
                  <a:gd name="connsiteY39" fmla="*/ 33623 h 104965"/>
                  <a:gd name="connsiteX40" fmla="*/ 28623 w 105203"/>
                  <a:gd name="connsiteY40" fmla="*/ 9049 h 104965"/>
                  <a:gd name="connsiteX41" fmla="*/ 76581 w 105203"/>
                  <a:gd name="connsiteY41" fmla="*/ 9049 h 104965"/>
                  <a:gd name="connsiteX42" fmla="*/ 96155 w 105203"/>
                  <a:gd name="connsiteY42" fmla="*/ 28623 h 104965"/>
                  <a:gd name="connsiteX43" fmla="*/ 96155 w 105203"/>
                  <a:gd name="connsiteY43" fmla="*/ 76343 h 104965"/>
                  <a:gd name="connsiteX44" fmla="*/ 76581 w 105203"/>
                  <a:gd name="connsiteY44" fmla="*/ 95917 h 104965"/>
                  <a:gd name="connsiteX45" fmla="*/ 28623 w 105203"/>
                  <a:gd name="connsiteY45" fmla="*/ 95917 h 104965"/>
                  <a:gd name="connsiteX46" fmla="*/ 9049 w 105203"/>
                  <a:gd name="connsiteY46" fmla="*/ 76343 h 104965"/>
                  <a:gd name="connsiteX47" fmla="*/ 9049 w 105203"/>
                  <a:gd name="connsiteY47" fmla="*/ 28623 h 104965"/>
                  <a:gd name="connsiteX48" fmla="*/ 28623 w 105203"/>
                  <a:gd name="connsiteY48" fmla="*/ 9049 h 104965"/>
                  <a:gd name="connsiteX49" fmla="*/ 28623 w 105203"/>
                  <a:gd name="connsiteY49" fmla="*/ 9049 h 104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05203" h="104965">
                    <a:moveTo>
                      <a:pt x="28384" y="0"/>
                    </a:moveTo>
                    <a:lnTo>
                      <a:pt x="76819" y="0"/>
                    </a:lnTo>
                    <a:cubicBezTo>
                      <a:pt x="92392" y="0"/>
                      <a:pt x="105204" y="12811"/>
                      <a:pt x="105204" y="28385"/>
                    </a:cubicBezTo>
                    <a:lnTo>
                      <a:pt x="105204" y="76581"/>
                    </a:lnTo>
                    <a:cubicBezTo>
                      <a:pt x="105204" y="92154"/>
                      <a:pt x="92392" y="104966"/>
                      <a:pt x="76819" y="104966"/>
                    </a:cubicBezTo>
                    <a:lnTo>
                      <a:pt x="28384" y="104966"/>
                    </a:lnTo>
                    <a:cubicBezTo>
                      <a:pt x="12811" y="104966"/>
                      <a:pt x="0" y="92154"/>
                      <a:pt x="0" y="76581"/>
                    </a:cubicBezTo>
                    <a:lnTo>
                      <a:pt x="0" y="28385"/>
                    </a:lnTo>
                    <a:cubicBezTo>
                      <a:pt x="0" y="12811"/>
                      <a:pt x="12811" y="0"/>
                      <a:pt x="28384" y="0"/>
                    </a:cubicBezTo>
                    <a:lnTo>
                      <a:pt x="28384" y="0"/>
                    </a:lnTo>
                    <a:close/>
                    <a:moveTo>
                      <a:pt x="80867" y="18336"/>
                    </a:moveTo>
                    <a:lnTo>
                      <a:pt x="80867" y="18336"/>
                    </a:lnTo>
                    <a:cubicBezTo>
                      <a:pt x="84153" y="18336"/>
                      <a:pt x="86916" y="21098"/>
                      <a:pt x="86916" y="24384"/>
                    </a:cubicBezTo>
                    <a:lnTo>
                      <a:pt x="86916" y="24384"/>
                    </a:lnTo>
                    <a:cubicBezTo>
                      <a:pt x="86916" y="27670"/>
                      <a:pt x="84153" y="30432"/>
                      <a:pt x="80867" y="30432"/>
                    </a:cubicBezTo>
                    <a:lnTo>
                      <a:pt x="80867" y="30432"/>
                    </a:lnTo>
                    <a:cubicBezTo>
                      <a:pt x="77343" y="30432"/>
                      <a:pt x="74819" y="27670"/>
                      <a:pt x="74819" y="24384"/>
                    </a:cubicBezTo>
                    <a:lnTo>
                      <a:pt x="74819" y="24384"/>
                    </a:lnTo>
                    <a:cubicBezTo>
                      <a:pt x="74819" y="21098"/>
                      <a:pt x="77343" y="18336"/>
                      <a:pt x="80867" y="18336"/>
                    </a:cubicBezTo>
                    <a:lnTo>
                      <a:pt x="80867" y="18336"/>
                    </a:lnTo>
                    <a:close/>
                    <a:moveTo>
                      <a:pt x="52483" y="23860"/>
                    </a:moveTo>
                    <a:lnTo>
                      <a:pt x="52721" y="23860"/>
                    </a:lnTo>
                    <a:cubicBezTo>
                      <a:pt x="68294" y="23860"/>
                      <a:pt x="81343" y="36909"/>
                      <a:pt x="81343" y="52483"/>
                    </a:cubicBezTo>
                    <a:lnTo>
                      <a:pt x="81343" y="52483"/>
                    </a:lnTo>
                    <a:cubicBezTo>
                      <a:pt x="81343" y="68294"/>
                      <a:pt x="68294" y="81105"/>
                      <a:pt x="52721" y="81105"/>
                    </a:cubicBezTo>
                    <a:lnTo>
                      <a:pt x="52483" y="81105"/>
                    </a:lnTo>
                    <a:cubicBezTo>
                      <a:pt x="36909" y="81105"/>
                      <a:pt x="24098" y="68294"/>
                      <a:pt x="24098" y="52483"/>
                    </a:cubicBezTo>
                    <a:lnTo>
                      <a:pt x="24098" y="52483"/>
                    </a:lnTo>
                    <a:cubicBezTo>
                      <a:pt x="24098" y="36909"/>
                      <a:pt x="36909" y="23860"/>
                      <a:pt x="52483" y="23860"/>
                    </a:cubicBezTo>
                    <a:lnTo>
                      <a:pt x="52483" y="23860"/>
                    </a:lnTo>
                    <a:close/>
                    <a:moveTo>
                      <a:pt x="52483" y="33623"/>
                    </a:moveTo>
                    <a:lnTo>
                      <a:pt x="52721" y="33623"/>
                    </a:lnTo>
                    <a:cubicBezTo>
                      <a:pt x="63008" y="33623"/>
                      <a:pt x="71533" y="42148"/>
                      <a:pt x="71533" y="52435"/>
                    </a:cubicBezTo>
                    <a:lnTo>
                      <a:pt x="71533" y="52435"/>
                    </a:lnTo>
                    <a:cubicBezTo>
                      <a:pt x="71533" y="62960"/>
                      <a:pt x="63008" y="71533"/>
                      <a:pt x="52721" y="71533"/>
                    </a:cubicBezTo>
                    <a:lnTo>
                      <a:pt x="52483" y="71533"/>
                    </a:lnTo>
                    <a:cubicBezTo>
                      <a:pt x="42196" y="71533"/>
                      <a:pt x="33671" y="63008"/>
                      <a:pt x="33671" y="52435"/>
                    </a:cubicBezTo>
                    <a:lnTo>
                      <a:pt x="33671" y="52435"/>
                    </a:lnTo>
                    <a:cubicBezTo>
                      <a:pt x="33671" y="42148"/>
                      <a:pt x="42196" y="33623"/>
                      <a:pt x="52483" y="33623"/>
                    </a:cubicBezTo>
                    <a:lnTo>
                      <a:pt x="52483" y="33623"/>
                    </a:lnTo>
                    <a:close/>
                    <a:moveTo>
                      <a:pt x="28623" y="9049"/>
                    </a:moveTo>
                    <a:lnTo>
                      <a:pt x="76581" y="9049"/>
                    </a:lnTo>
                    <a:cubicBezTo>
                      <a:pt x="87392" y="9049"/>
                      <a:pt x="96155" y="17812"/>
                      <a:pt x="96155" y="28623"/>
                    </a:cubicBezTo>
                    <a:lnTo>
                      <a:pt x="96155" y="76343"/>
                    </a:lnTo>
                    <a:cubicBezTo>
                      <a:pt x="96155" y="87154"/>
                      <a:pt x="87392" y="95917"/>
                      <a:pt x="76581" y="95917"/>
                    </a:cubicBezTo>
                    <a:lnTo>
                      <a:pt x="28623" y="95917"/>
                    </a:lnTo>
                    <a:cubicBezTo>
                      <a:pt x="17812" y="95917"/>
                      <a:pt x="9049" y="87154"/>
                      <a:pt x="9049" y="76343"/>
                    </a:cubicBezTo>
                    <a:lnTo>
                      <a:pt x="9049" y="28623"/>
                    </a:lnTo>
                    <a:cubicBezTo>
                      <a:pt x="9049" y="17812"/>
                      <a:pt x="17812" y="9049"/>
                      <a:pt x="28623" y="9049"/>
                    </a:cubicBezTo>
                    <a:lnTo>
                      <a:pt x="28623" y="9049"/>
                    </a:lnTo>
                    <a:close/>
                  </a:path>
                </a:pathLst>
              </a:custGeom>
              <a:solidFill>
                <a:srgbClr val="FFFFFF"/>
              </a:solidFill>
              <a:ln w="4763" cap="flat">
                <a:noFill/>
                <a:prstDash val="solid"/>
                <a:miter/>
              </a:ln>
            </p:spPr>
            <p:txBody>
              <a:bodyPr rtlCol="0" anchor="ctr"/>
              <a:lstStyle/>
              <a:p>
                <a:endParaRPr lang="en-AU"/>
              </a:p>
            </p:txBody>
          </p:sp>
        </p:grpSp>
        <p:grpSp>
          <p:nvGrpSpPr>
            <p:cNvPr id="24" name="Graphic 3">
              <a:extLst>
                <a:ext uri="{FF2B5EF4-FFF2-40B4-BE49-F238E27FC236}">
                  <a16:creationId xmlns:a16="http://schemas.microsoft.com/office/drawing/2014/main" id="{1E38CE80-668F-33FD-4068-4CE84CB701AD}"/>
                </a:ext>
              </a:extLst>
            </p:cNvPr>
            <p:cNvGrpSpPr/>
            <p:nvPr/>
          </p:nvGrpSpPr>
          <p:grpSpPr>
            <a:xfrm>
              <a:off x="217360" y="4600908"/>
              <a:ext cx="171354" cy="171354"/>
              <a:chOff x="217360" y="4600908"/>
              <a:chExt cx="171354" cy="171354"/>
            </a:xfrm>
            <a:solidFill>
              <a:srgbClr val="FFFFFF"/>
            </a:solidFill>
          </p:grpSpPr>
          <p:sp>
            <p:nvSpPr>
              <p:cNvPr id="25" name="Freeform: Shape 24">
                <a:extLst>
                  <a:ext uri="{FF2B5EF4-FFF2-40B4-BE49-F238E27FC236}">
                    <a16:creationId xmlns:a16="http://schemas.microsoft.com/office/drawing/2014/main" id="{DC5C4339-27F3-3A60-4691-313A45B4636F}"/>
                  </a:ext>
                </a:extLst>
              </p:cNvPr>
              <p:cNvSpPr/>
              <p:nvPr/>
            </p:nvSpPr>
            <p:spPr>
              <a:xfrm>
                <a:off x="217360" y="4600908"/>
                <a:ext cx="171354" cy="171354"/>
              </a:xfrm>
              <a:custGeom>
                <a:avLst/>
                <a:gdLst>
                  <a:gd name="connsiteX0" fmla="*/ 85677 w 171354"/>
                  <a:gd name="connsiteY0" fmla="*/ 171355 h 171354"/>
                  <a:gd name="connsiteX1" fmla="*/ 0 w 171354"/>
                  <a:gd name="connsiteY1" fmla="*/ 85677 h 171354"/>
                  <a:gd name="connsiteX2" fmla="*/ 85677 w 171354"/>
                  <a:gd name="connsiteY2" fmla="*/ 0 h 171354"/>
                  <a:gd name="connsiteX3" fmla="*/ 171355 w 171354"/>
                  <a:gd name="connsiteY3" fmla="*/ 85677 h 171354"/>
                  <a:gd name="connsiteX4" fmla="*/ 85677 w 171354"/>
                  <a:gd name="connsiteY4" fmla="*/ 171355 h 171354"/>
                  <a:gd name="connsiteX5" fmla="*/ 85677 w 171354"/>
                  <a:gd name="connsiteY5" fmla="*/ 6620 h 171354"/>
                  <a:gd name="connsiteX6" fmla="*/ 6620 w 171354"/>
                  <a:gd name="connsiteY6" fmla="*/ 85677 h 171354"/>
                  <a:gd name="connsiteX7" fmla="*/ 85677 w 171354"/>
                  <a:gd name="connsiteY7" fmla="*/ 164735 h 171354"/>
                  <a:gd name="connsiteX8" fmla="*/ 164735 w 171354"/>
                  <a:gd name="connsiteY8" fmla="*/ 85677 h 171354"/>
                  <a:gd name="connsiteX9" fmla="*/ 85677 w 171354"/>
                  <a:gd name="connsiteY9" fmla="*/ 6620 h 171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54" h="171354">
                    <a:moveTo>
                      <a:pt x="85677" y="171355"/>
                    </a:moveTo>
                    <a:cubicBezTo>
                      <a:pt x="38433" y="171355"/>
                      <a:pt x="0" y="132921"/>
                      <a:pt x="0" y="85677"/>
                    </a:cubicBezTo>
                    <a:cubicBezTo>
                      <a:pt x="0" y="38433"/>
                      <a:pt x="38433" y="0"/>
                      <a:pt x="85677" y="0"/>
                    </a:cubicBezTo>
                    <a:cubicBezTo>
                      <a:pt x="132921" y="0"/>
                      <a:pt x="171355" y="38433"/>
                      <a:pt x="171355" y="85677"/>
                    </a:cubicBezTo>
                    <a:cubicBezTo>
                      <a:pt x="171355" y="132921"/>
                      <a:pt x="132921" y="171355"/>
                      <a:pt x="85677" y="171355"/>
                    </a:cubicBezTo>
                    <a:close/>
                    <a:moveTo>
                      <a:pt x="85677" y="6620"/>
                    </a:moveTo>
                    <a:cubicBezTo>
                      <a:pt x="42101" y="6620"/>
                      <a:pt x="6620" y="42101"/>
                      <a:pt x="6620" y="85677"/>
                    </a:cubicBezTo>
                    <a:cubicBezTo>
                      <a:pt x="6620" y="129254"/>
                      <a:pt x="42101" y="164735"/>
                      <a:pt x="85677" y="164735"/>
                    </a:cubicBezTo>
                    <a:cubicBezTo>
                      <a:pt x="129254" y="164735"/>
                      <a:pt x="164735" y="129254"/>
                      <a:pt x="164735" y="85677"/>
                    </a:cubicBezTo>
                    <a:cubicBezTo>
                      <a:pt x="164735" y="42101"/>
                      <a:pt x="129254" y="6620"/>
                      <a:pt x="85677" y="6620"/>
                    </a:cubicBezTo>
                    <a:close/>
                  </a:path>
                </a:pathLst>
              </a:custGeom>
              <a:solidFill>
                <a:srgbClr val="FFFFFF"/>
              </a:solidFill>
              <a:ln w="4763" cap="flat">
                <a:noFill/>
                <a:prstDash val="solid"/>
                <a:miter/>
              </a:ln>
            </p:spPr>
            <p:txBody>
              <a:bodyPr rtlCol="0" anchor="ctr"/>
              <a:lstStyle/>
              <a:p>
                <a:endParaRPr lang="en-AU"/>
              </a:p>
            </p:txBody>
          </p:sp>
          <p:sp>
            <p:nvSpPr>
              <p:cNvPr id="26" name="Freeform: Shape 25">
                <a:extLst>
                  <a:ext uri="{FF2B5EF4-FFF2-40B4-BE49-F238E27FC236}">
                    <a16:creationId xmlns:a16="http://schemas.microsoft.com/office/drawing/2014/main" id="{4E0AF755-8025-9045-AFC0-345262DD6301}"/>
                  </a:ext>
                </a:extLst>
              </p:cNvPr>
              <p:cNvSpPr/>
              <p:nvPr/>
            </p:nvSpPr>
            <p:spPr>
              <a:xfrm>
                <a:off x="265223" y="4643008"/>
                <a:ext cx="75580" cy="76009"/>
              </a:xfrm>
              <a:custGeom>
                <a:avLst/>
                <a:gdLst>
                  <a:gd name="connsiteX0" fmla="*/ 1524 w 75580"/>
                  <a:gd name="connsiteY0" fmla="*/ 25527 h 76009"/>
                  <a:gd name="connsiteX1" fmla="*/ 16526 w 75580"/>
                  <a:gd name="connsiteY1" fmla="*/ 25527 h 76009"/>
                  <a:gd name="connsiteX2" fmla="*/ 16526 w 75580"/>
                  <a:gd name="connsiteY2" fmla="*/ 75914 h 76009"/>
                  <a:gd name="connsiteX3" fmla="*/ 1524 w 75580"/>
                  <a:gd name="connsiteY3" fmla="*/ 75914 h 76009"/>
                  <a:gd name="connsiteX4" fmla="*/ 1524 w 75580"/>
                  <a:gd name="connsiteY4" fmla="*/ 25527 h 76009"/>
                  <a:gd name="connsiteX5" fmla="*/ 8906 w 75580"/>
                  <a:gd name="connsiteY5" fmla="*/ 0 h 76009"/>
                  <a:gd name="connsiteX6" fmla="*/ 18002 w 75580"/>
                  <a:gd name="connsiteY6" fmla="*/ 9096 h 76009"/>
                  <a:gd name="connsiteX7" fmla="*/ 8906 w 75580"/>
                  <a:gd name="connsiteY7" fmla="*/ 18193 h 76009"/>
                  <a:gd name="connsiteX8" fmla="*/ 0 w 75580"/>
                  <a:gd name="connsiteY8" fmla="*/ 9096 h 76009"/>
                  <a:gd name="connsiteX9" fmla="*/ 8906 w 75580"/>
                  <a:gd name="connsiteY9" fmla="*/ 0 h 76009"/>
                  <a:gd name="connsiteX10" fmla="*/ 8906 w 75580"/>
                  <a:gd name="connsiteY10" fmla="*/ 0 h 76009"/>
                  <a:gd name="connsiteX11" fmla="*/ 25384 w 75580"/>
                  <a:gd name="connsiteY11" fmla="*/ 25527 h 76009"/>
                  <a:gd name="connsiteX12" fmla="*/ 40195 w 75580"/>
                  <a:gd name="connsiteY12" fmla="*/ 25527 h 76009"/>
                  <a:gd name="connsiteX13" fmla="*/ 40195 w 75580"/>
                  <a:gd name="connsiteY13" fmla="*/ 32575 h 76009"/>
                  <a:gd name="connsiteX14" fmla="*/ 54435 w 75580"/>
                  <a:gd name="connsiteY14" fmla="*/ 25003 h 76009"/>
                  <a:gd name="connsiteX15" fmla="*/ 58531 w 75580"/>
                  <a:gd name="connsiteY15" fmla="*/ 25003 h 76009"/>
                  <a:gd name="connsiteX16" fmla="*/ 75581 w 75580"/>
                  <a:gd name="connsiteY16" fmla="*/ 42053 h 76009"/>
                  <a:gd name="connsiteX17" fmla="*/ 75581 w 75580"/>
                  <a:gd name="connsiteY17" fmla="*/ 75962 h 76009"/>
                  <a:gd name="connsiteX18" fmla="*/ 60769 w 75580"/>
                  <a:gd name="connsiteY18" fmla="*/ 75962 h 76009"/>
                  <a:gd name="connsiteX19" fmla="*/ 60769 w 75580"/>
                  <a:gd name="connsiteY19" fmla="*/ 71342 h 76009"/>
                  <a:gd name="connsiteX20" fmla="*/ 60769 w 75580"/>
                  <a:gd name="connsiteY20" fmla="*/ 71342 h 76009"/>
                  <a:gd name="connsiteX21" fmla="*/ 60769 w 75580"/>
                  <a:gd name="connsiteY21" fmla="*/ 48768 h 76009"/>
                  <a:gd name="connsiteX22" fmla="*/ 60769 w 75580"/>
                  <a:gd name="connsiteY22" fmla="*/ 48768 h 76009"/>
                  <a:gd name="connsiteX23" fmla="*/ 50959 w 75580"/>
                  <a:gd name="connsiteY23" fmla="*/ 38576 h 76009"/>
                  <a:gd name="connsiteX24" fmla="*/ 50959 w 75580"/>
                  <a:gd name="connsiteY24" fmla="*/ 38576 h 76009"/>
                  <a:gd name="connsiteX25" fmla="*/ 40195 w 75580"/>
                  <a:gd name="connsiteY25" fmla="*/ 48768 h 76009"/>
                  <a:gd name="connsiteX26" fmla="*/ 40195 w 75580"/>
                  <a:gd name="connsiteY26" fmla="*/ 48768 h 76009"/>
                  <a:gd name="connsiteX27" fmla="*/ 40195 w 75580"/>
                  <a:gd name="connsiteY27" fmla="*/ 76009 h 76009"/>
                  <a:gd name="connsiteX28" fmla="*/ 25384 w 75580"/>
                  <a:gd name="connsiteY28" fmla="*/ 76009 h 76009"/>
                  <a:gd name="connsiteX29" fmla="*/ 25384 w 75580"/>
                  <a:gd name="connsiteY29" fmla="*/ 25622 h 76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75580" h="76009">
                    <a:moveTo>
                      <a:pt x="1524" y="25527"/>
                    </a:moveTo>
                    <a:lnTo>
                      <a:pt x="16526" y="25527"/>
                    </a:lnTo>
                    <a:lnTo>
                      <a:pt x="16526" y="75914"/>
                    </a:lnTo>
                    <a:lnTo>
                      <a:pt x="1524" y="75914"/>
                    </a:lnTo>
                    <a:lnTo>
                      <a:pt x="1524" y="25527"/>
                    </a:lnTo>
                    <a:close/>
                    <a:moveTo>
                      <a:pt x="8906" y="0"/>
                    </a:moveTo>
                    <a:cubicBezTo>
                      <a:pt x="13907" y="0"/>
                      <a:pt x="18002" y="4096"/>
                      <a:pt x="18002" y="9096"/>
                    </a:cubicBezTo>
                    <a:cubicBezTo>
                      <a:pt x="18002" y="14097"/>
                      <a:pt x="13907" y="18193"/>
                      <a:pt x="8906" y="18193"/>
                    </a:cubicBezTo>
                    <a:cubicBezTo>
                      <a:pt x="3905" y="18193"/>
                      <a:pt x="0" y="14097"/>
                      <a:pt x="0" y="9096"/>
                    </a:cubicBezTo>
                    <a:cubicBezTo>
                      <a:pt x="0" y="4096"/>
                      <a:pt x="3905" y="0"/>
                      <a:pt x="8906" y="0"/>
                    </a:cubicBezTo>
                    <a:lnTo>
                      <a:pt x="8906" y="0"/>
                    </a:lnTo>
                    <a:close/>
                    <a:moveTo>
                      <a:pt x="25384" y="25527"/>
                    </a:moveTo>
                    <a:lnTo>
                      <a:pt x="40195" y="25527"/>
                    </a:lnTo>
                    <a:lnTo>
                      <a:pt x="40195" y="32575"/>
                    </a:lnTo>
                    <a:cubicBezTo>
                      <a:pt x="43339" y="27956"/>
                      <a:pt x="48530" y="25003"/>
                      <a:pt x="54435" y="25003"/>
                    </a:cubicBezTo>
                    <a:lnTo>
                      <a:pt x="58531" y="25003"/>
                    </a:lnTo>
                    <a:cubicBezTo>
                      <a:pt x="67961" y="25003"/>
                      <a:pt x="75581" y="32766"/>
                      <a:pt x="75581" y="42053"/>
                    </a:cubicBezTo>
                    <a:lnTo>
                      <a:pt x="75581" y="75962"/>
                    </a:lnTo>
                    <a:lnTo>
                      <a:pt x="60769" y="75962"/>
                    </a:lnTo>
                    <a:lnTo>
                      <a:pt x="60769" y="71342"/>
                    </a:lnTo>
                    <a:lnTo>
                      <a:pt x="60769" y="71342"/>
                    </a:lnTo>
                    <a:lnTo>
                      <a:pt x="60769" y="48768"/>
                    </a:lnTo>
                    <a:lnTo>
                      <a:pt x="60769" y="48768"/>
                    </a:lnTo>
                    <a:cubicBezTo>
                      <a:pt x="60579" y="43005"/>
                      <a:pt x="56674" y="38576"/>
                      <a:pt x="50959" y="38576"/>
                    </a:cubicBezTo>
                    <a:lnTo>
                      <a:pt x="50959" y="38576"/>
                    </a:lnTo>
                    <a:cubicBezTo>
                      <a:pt x="45196" y="38576"/>
                      <a:pt x="40386" y="43005"/>
                      <a:pt x="40195" y="48768"/>
                    </a:cubicBezTo>
                    <a:lnTo>
                      <a:pt x="40195" y="48768"/>
                    </a:lnTo>
                    <a:lnTo>
                      <a:pt x="40195" y="76009"/>
                    </a:lnTo>
                    <a:lnTo>
                      <a:pt x="25384" y="76009"/>
                    </a:lnTo>
                    <a:lnTo>
                      <a:pt x="25384" y="25622"/>
                    </a:lnTo>
                    <a:close/>
                  </a:path>
                </a:pathLst>
              </a:custGeom>
              <a:solidFill>
                <a:srgbClr val="FFFFFF"/>
              </a:solidFill>
              <a:ln w="4763" cap="flat">
                <a:noFill/>
                <a:prstDash val="solid"/>
                <a:miter/>
              </a:ln>
            </p:spPr>
            <p:txBody>
              <a:bodyPr rtlCol="0" anchor="ctr"/>
              <a:lstStyle/>
              <a:p>
                <a:endParaRPr lang="en-AU"/>
              </a:p>
            </p:txBody>
          </p:sp>
        </p:grpSp>
        <p:grpSp>
          <p:nvGrpSpPr>
            <p:cNvPr id="27" name="Graphic 3">
              <a:extLst>
                <a:ext uri="{FF2B5EF4-FFF2-40B4-BE49-F238E27FC236}">
                  <a16:creationId xmlns:a16="http://schemas.microsoft.com/office/drawing/2014/main" id="{4AF81122-B682-3D4F-1692-03A9A1D0D0D9}"/>
                </a:ext>
              </a:extLst>
            </p:cNvPr>
            <p:cNvGrpSpPr/>
            <p:nvPr/>
          </p:nvGrpSpPr>
          <p:grpSpPr>
            <a:xfrm>
              <a:off x="991457" y="4600908"/>
              <a:ext cx="171354" cy="171354"/>
              <a:chOff x="991457" y="4600908"/>
              <a:chExt cx="171354" cy="171354"/>
            </a:xfrm>
            <a:solidFill>
              <a:srgbClr val="FFFFFF"/>
            </a:solidFill>
          </p:grpSpPr>
          <p:sp>
            <p:nvSpPr>
              <p:cNvPr id="28" name="Freeform: Shape 27">
                <a:extLst>
                  <a:ext uri="{FF2B5EF4-FFF2-40B4-BE49-F238E27FC236}">
                    <a16:creationId xmlns:a16="http://schemas.microsoft.com/office/drawing/2014/main" id="{C107F021-466F-02E9-8D53-CF6B99842509}"/>
                  </a:ext>
                </a:extLst>
              </p:cNvPr>
              <p:cNvSpPr/>
              <p:nvPr/>
            </p:nvSpPr>
            <p:spPr>
              <a:xfrm>
                <a:off x="991457" y="4600908"/>
                <a:ext cx="171354" cy="171354"/>
              </a:xfrm>
              <a:custGeom>
                <a:avLst/>
                <a:gdLst>
                  <a:gd name="connsiteX0" fmla="*/ 85677 w 171354"/>
                  <a:gd name="connsiteY0" fmla="*/ 171355 h 171354"/>
                  <a:gd name="connsiteX1" fmla="*/ 0 w 171354"/>
                  <a:gd name="connsiteY1" fmla="*/ 85677 h 171354"/>
                  <a:gd name="connsiteX2" fmla="*/ 85677 w 171354"/>
                  <a:gd name="connsiteY2" fmla="*/ 0 h 171354"/>
                  <a:gd name="connsiteX3" fmla="*/ 171355 w 171354"/>
                  <a:gd name="connsiteY3" fmla="*/ 85677 h 171354"/>
                  <a:gd name="connsiteX4" fmla="*/ 85677 w 171354"/>
                  <a:gd name="connsiteY4" fmla="*/ 171355 h 171354"/>
                  <a:gd name="connsiteX5" fmla="*/ 85677 w 171354"/>
                  <a:gd name="connsiteY5" fmla="*/ 6620 h 171354"/>
                  <a:gd name="connsiteX6" fmla="*/ 6620 w 171354"/>
                  <a:gd name="connsiteY6" fmla="*/ 85677 h 171354"/>
                  <a:gd name="connsiteX7" fmla="*/ 85677 w 171354"/>
                  <a:gd name="connsiteY7" fmla="*/ 164735 h 171354"/>
                  <a:gd name="connsiteX8" fmla="*/ 164735 w 171354"/>
                  <a:gd name="connsiteY8" fmla="*/ 85677 h 171354"/>
                  <a:gd name="connsiteX9" fmla="*/ 85677 w 171354"/>
                  <a:gd name="connsiteY9" fmla="*/ 6620 h 171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54" h="171354">
                    <a:moveTo>
                      <a:pt x="85677" y="171355"/>
                    </a:moveTo>
                    <a:cubicBezTo>
                      <a:pt x="38433" y="171355"/>
                      <a:pt x="0" y="132921"/>
                      <a:pt x="0" y="85677"/>
                    </a:cubicBezTo>
                    <a:cubicBezTo>
                      <a:pt x="0" y="38433"/>
                      <a:pt x="38433" y="0"/>
                      <a:pt x="85677" y="0"/>
                    </a:cubicBezTo>
                    <a:cubicBezTo>
                      <a:pt x="132921" y="0"/>
                      <a:pt x="171355" y="38433"/>
                      <a:pt x="171355" y="85677"/>
                    </a:cubicBezTo>
                    <a:cubicBezTo>
                      <a:pt x="171355" y="132921"/>
                      <a:pt x="132921" y="171355"/>
                      <a:pt x="85677" y="171355"/>
                    </a:cubicBezTo>
                    <a:close/>
                    <a:moveTo>
                      <a:pt x="85677" y="6620"/>
                    </a:moveTo>
                    <a:cubicBezTo>
                      <a:pt x="42101" y="6620"/>
                      <a:pt x="6620" y="42101"/>
                      <a:pt x="6620" y="85677"/>
                    </a:cubicBezTo>
                    <a:cubicBezTo>
                      <a:pt x="6620" y="129254"/>
                      <a:pt x="42101" y="164735"/>
                      <a:pt x="85677" y="164735"/>
                    </a:cubicBezTo>
                    <a:cubicBezTo>
                      <a:pt x="129254" y="164735"/>
                      <a:pt x="164735" y="129254"/>
                      <a:pt x="164735" y="85677"/>
                    </a:cubicBezTo>
                    <a:cubicBezTo>
                      <a:pt x="164735" y="42101"/>
                      <a:pt x="129254" y="6620"/>
                      <a:pt x="85677" y="6620"/>
                    </a:cubicBezTo>
                    <a:close/>
                  </a:path>
                </a:pathLst>
              </a:custGeom>
              <a:solidFill>
                <a:srgbClr val="FFFFFF"/>
              </a:solidFill>
              <a:ln w="4763" cap="flat">
                <a:noFill/>
                <a:prstDash val="solid"/>
                <a:miter/>
              </a:ln>
            </p:spPr>
            <p:txBody>
              <a:bodyPr rtlCol="0" anchor="ctr"/>
              <a:lstStyle/>
              <a:p>
                <a:endParaRPr lang="en-AU"/>
              </a:p>
            </p:txBody>
          </p:sp>
          <p:sp>
            <p:nvSpPr>
              <p:cNvPr id="29" name="Freeform: Shape 28">
                <a:extLst>
                  <a:ext uri="{FF2B5EF4-FFF2-40B4-BE49-F238E27FC236}">
                    <a16:creationId xmlns:a16="http://schemas.microsoft.com/office/drawing/2014/main" id="{0A6EAA11-2208-EDD8-E640-9C795B4DAED8}"/>
                  </a:ext>
                </a:extLst>
              </p:cNvPr>
              <p:cNvSpPr/>
              <p:nvPr/>
            </p:nvSpPr>
            <p:spPr>
              <a:xfrm>
                <a:off x="1026509" y="4650581"/>
                <a:ext cx="101441" cy="71723"/>
              </a:xfrm>
              <a:custGeom>
                <a:avLst/>
                <a:gdLst>
                  <a:gd name="connsiteX0" fmla="*/ 100251 w 101441"/>
                  <a:gd name="connsiteY0" fmla="*/ 15764 h 71723"/>
                  <a:gd name="connsiteX1" fmla="*/ 81105 w 101441"/>
                  <a:gd name="connsiteY1" fmla="*/ 1191 h 71723"/>
                  <a:gd name="connsiteX2" fmla="*/ 50721 w 101441"/>
                  <a:gd name="connsiteY2" fmla="*/ 0 h 71723"/>
                  <a:gd name="connsiteX3" fmla="*/ 20336 w 101441"/>
                  <a:gd name="connsiteY3" fmla="*/ 1191 h 71723"/>
                  <a:gd name="connsiteX4" fmla="*/ 1000 w 101441"/>
                  <a:gd name="connsiteY4" fmla="*/ 15764 h 71723"/>
                  <a:gd name="connsiteX5" fmla="*/ 0 w 101441"/>
                  <a:gd name="connsiteY5" fmla="*/ 35862 h 71723"/>
                  <a:gd name="connsiteX6" fmla="*/ 1000 w 101441"/>
                  <a:gd name="connsiteY6" fmla="*/ 55959 h 71723"/>
                  <a:gd name="connsiteX7" fmla="*/ 20336 w 101441"/>
                  <a:gd name="connsiteY7" fmla="*/ 70533 h 71723"/>
                  <a:gd name="connsiteX8" fmla="*/ 50721 w 101441"/>
                  <a:gd name="connsiteY8" fmla="*/ 71723 h 71723"/>
                  <a:gd name="connsiteX9" fmla="*/ 81105 w 101441"/>
                  <a:gd name="connsiteY9" fmla="*/ 70533 h 71723"/>
                  <a:gd name="connsiteX10" fmla="*/ 100251 w 101441"/>
                  <a:gd name="connsiteY10" fmla="*/ 55959 h 71723"/>
                  <a:gd name="connsiteX11" fmla="*/ 101441 w 101441"/>
                  <a:gd name="connsiteY11" fmla="*/ 35862 h 71723"/>
                  <a:gd name="connsiteX12" fmla="*/ 100251 w 101441"/>
                  <a:gd name="connsiteY12" fmla="*/ 15764 h 71723"/>
                  <a:gd name="connsiteX13" fmla="*/ 40481 w 101441"/>
                  <a:gd name="connsiteY13" fmla="*/ 51292 h 71723"/>
                  <a:gd name="connsiteX14" fmla="*/ 40481 w 101441"/>
                  <a:gd name="connsiteY14" fmla="*/ 20717 h 71723"/>
                  <a:gd name="connsiteX15" fmla="*/ 66913 w 101441"/>
                  <a:gd name="connsiteY15" fmla="*/ 35909 h 71723"/>
                  <a:gd name="connsiteX16" fmla="*/ 40481 w 101441"/>
                  <a:gd name="connsiteY16" fmla="*/ 51292 h 71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1441" h="71723">
                    <a:moveTo>
                      <a:pt x="100251" y="15764"/>
                    </a:moveTo>
                    <a:cubicBezTo>
                      <a:pt x="98679" y="4143"/>
                      <a:pt x="92774" y="2143"/>
                      <a:pt x="81105" y="1191"/>
                    </a:cubicBezTo>
                    <a:cubicBezTo>
                      <a:pt x="71057" y="381"/>
                      <a:pt x="59627" y="0"/>
                      <a:pt x="50721" y="0"/>
                    </a:cubicBezTo>
                    <a:cubicBezTo>
                      <a:pt x="41815" y="0"/>
                      <a:pt x="30194" y="381"/>
                      <a:pt x="20336" y="1191"/>
                    </a:cubicBezTo>
                    <a:cubicBezTo>
                      <a:pt x="8715" y="2191"/>
                      <a:pt x="2572" y="4143"/>
                      <a:pt x="1000" y="15764"/>
                    </a:cubicBezTo>
                    <a:cubicBezTo>
                      <a:pt x="429" y="21098"/>
                      <a:pt x="0" y="28384"/>
                      <a:pt x="0" y="35862"/>
                    </a:cubicBezTo>
                    <a:cubicBezTo>
                      <a:pt x="0" y="43339"/>
                      <a:pt x="381" y="50864"/>
                      <a:pt x="1000" y="55959"/>
                    </a:cubicBezTo>
                    <a:cubicBezTo>
                      <a:pt x="2572" y="67818"/>
                      <a:pt x="8715" y="69580"/>
                      <a:pt x="20336" y="70533"/>
                    </a:cubicBezTo>
                    <a:cubicBezTo>
                      <a:pt x="30194" y="71533"/>
                      <a:pt x="41815" y="71723"/>
                      <a:pt x="50721" y="71723"/>
                    </a:cubicBezTo>
                    <a:cubicBezTo>
                      <a:pt x="59627" y="71723"/>
                      <a:pt x="71057" y="71533"/>
                      <a:pt x="81105" y="70533"/>
                    </a:cubicBezTo>
                    <a:cubicBezTo>
                      <a:pt x="92726" y="69532"/>
                      <a:pt x="98679" y="67770"/>
                      <a:pt x="100251" y="55959"/>
                    </a:cubicBezTo>
                    <a:cubicBezTo>
                      <a:pt x="101060" y="50816"/>
                      <a:pt x="101441" y="43339"/>
                      <a:pt x="101441" y="35862"/>
                    </a:cubicBezTo>
                    <a:cubicBezTo>
                      <a:pt x="101441" y="28384"/>
                      <a:pt x="101060" y="21050"/>
                      <a:pt x="100251" y="15764"/>
                    </a:cubicBezTo>
                    <a:close/>
                    <a:moveTo>
                      <a:pt x="40481" y="51292"/>
                    </a:moveTo>
                    <a:lnTo>
                      <a:pt x="40481" y="20717"/>
                    </a:lnTo>
                    <a:lnTo>
                      <a:pt x="66913" y="35909"/>
                    </a:lnTo>
                    <a:lnTo>
                      <a:pt x="40481" y="51292"/>
                    </a:lnTo>
                    <a:close/>
                  </a:path>
                </a:pathLst>
              </a:custGeom>
              <a:solidFill>
                <a:srgbClr val="FFFFFF"/>
              </a:solidFill>
              <a:ln w="4763" cap="flat">
                <a:noFill/>
                <a:prstDash val="solid"/>
                <a:miter/>
              </a:ln>
            </p:spPr>
            <p:txBody>
              <a:bodyPr rtlCol="0" anchor="ctr"/>
              <a:lstStyle/>
              <a:p>
                <a:endParaRPr lang="en-AU"/>
              </a:p>
            </p:txBody>
          </p:sp>
        </p:grpSp>
      </p:grpSp>
      <p:sp>
        <p:nvSpPr>
          <p:cNvPr id="30" name="TextBox 29">
            <a:extLst>
              <a:ext uri="{FF2B5EF4-FFF2-40B4-BE49-F238E27FC236}">
                <a16:creationId xmlns:a16="http://schemas.microsoft.com/office/drawing/2014/main" id="{86AA1CEC-8694-F371-4526-F602B1F47D9A}"/>
              </a:ext>
            </a:extLst>
          </p:cNvPr>
          <p:cNvSpPr txBox="1"/>
          <p:nvPr userDrawn="1"/>
        </p:nvSpPr>
        <p:spPr>
          <a:xfrm>
            <a:off x="293584" y="4859373"/>
            <a:ext cx="3144375" cy="215444"/>
          </a:xfrm>
          <a:prstGeom prst="rect">
            <a:avLst/>
          </a:prstGeom>
          <a:noFill/>
        </p:spPr>
        <p:txBody>
          <a:bodyPr wrap="square" rtlCol="0">
            <a:spAutoFit/>
          </a:bodyPr>
          <a:lstStyle>
            <a:defPPr marR="0" lvl="0" algn="l" rtl="0">
              <a:lnSpc>
                <a:spcPct val="100000"/>
              </a:lnSpc>
              <a:spcBef>
                <a:spcPts val="0"/>
              </a:spcBef>
              <a:spcAft>
                <a:spcPts val="0"/>
              </a:spcAft>
            </a:defPPr>
            <a:lvl1pPr>
              <a:defRPr sz="700">
                <a:solidFill>
                  <a:schemeClr val="bg1"/>
                </a:solidFill>
                <a:effectLst/>
                <a:latin typeface="Verdana" panose="020B0604030504040204" pitchFamily="34" charset="0"/>
                <a:ea typeface="Verdana" panose="020B0604030504040204" pitchFamily="34" charset="0"/>
              </a:defRPr>
            </a:lvl1pPr>
          </a:lstStyle>
          <a:p>
            <a:pPr lvl="0"/>
            <a:r>
              <a:rPr lang="en-US" dirty="0"/>
              <a:t>Copyright © 2025 Ascendion. All rights reserved</a:t>
            </a:r>
          </a:p>
        </p:txBody>
      </p:sp>
      <p:sp>
        <p:nvSpPr>
          <p:cNvPr id="32" name="TextBox 31">
            <a:extLst>
              <a:ext uri="{FF2B5EF4-FFF2-40B4-BE49-F238E27FC236}">
                <a16:creationId xmlns:a16="http://schemas.microsoft.com/office/drawing/2014/main" id="{AFC12F17-3943-472C-84D7-BB4FCD6677D0}"/>
              </a:ext>
            </a:extLst>
          </p:cNvPr>
          <p:cNvSpPr txBox="1"/>
          <p:nvPr userDrawn="1"/>
        </p:nvSpPr>
        <p:spPr>
          <a:xfrm>
            <a:off x="7464222" y="1251107"/>
            <a:ext cx="1531996" cy="2862322"/>
          </a:xfrm>
          <a:prstGeom prst="rect">
            <a:avLst/>
          </a:prstGeom>
          <a:noFill/>
        </p:spPr>
        <p:txBody>
          <a:bodyPr wrap="square">
            <a:spAutoFit/>
          </a:bodyPr>
          <a:lstStyle/>
          <a:p>
            <a:r>
              <a:rPr lang="en-US" sz="900" dirty="0">
                <a:latin typeface="Verdana" panose="020B0604030504040204" pitchFamily="34" charset="0"/>
                <a:ea typeface="Verdana" panose="020B0604030504040204" pitchFamily="34" charset="0"/>
              </a:rPr>
              <a:t>Ascendion provides digital engineering services that power growth and deliver captivating experiences to consumers and employees. Our applied AI, engineering, cloud, data, experience design, and talent transformation capabilities accelerate innovation for Global 2000 clients. Headquartered in New Jersey, our workforce delivers solutions from around the globe. </a:t>
            </a:r>
          </a:p>
        </p:txBody>
      </p:sp>
      <p:sp>
        <p:nvSpPr>
          <p:cNvPr id="33" name="Google Shape;10;p2">
            <a:extLst>
              <a:ext uri="{FF2B5EF4-FFF2-40B4-BE49-F238E27FC236}">
                <a16:creationId xmlns:a16="http://schemas.microsoft.com/office/drawing/2014/main" id="{D543CF40-CA6C-AB12-3735-CF8AC652A545}"/>
              </a:ext>
            </a:extLst>
          </p:cNvPr>
          <p:cNvSpPr txBox="1">
            <a:spLocks noGrp="1"/>
          </p:cNvSpPr>
          <p:nvPr>
            <p:ph type="ctrTitle" hasCustomPrompt="1"/>
          </p:nvPr>
        </p:nvSpPr>
        <p:spPr>
          <a:xfrm>
            <a:off x="311708" y="2197678"/>
            <a:ext cx="3457652" cy="516890"/>
          </a:xfrm>
          <a:prstGeom prst="rect">
            <a:avLst/>
          </a:prstGeom>
        </p:spPr>
        <p:txBody>
          <a:bodyPr spcFirstLastPara="1" wrap="square" lIns="90000" tIns="90000" rIns="90000" bIns="36000" anchor="b" anchorCtr="0">
            <a:noAutofit/>
          </a:bodyPr>
          <a:lstStyle>
            <a:lvl1pPr lvl="0" algn="l">
              <a:spcBef>
                <a:spcPts val="0"/>
              </a:spcBef>
              <a:spcAft>
                <a:spcPts val="0"/>
              </a:spcAft>
              <a:buSzPts val="5200"/>
              <a:buNone/>
              <a:defRPr sz="2800" b="1">
                <a:solidFill>
                  <a:schemeClr val="tx1"/>
                </a:solidFill>
                <a:latin typeface="PP Neue Machina Plain Ultrabold" pitchFamily="50" charset="0"/>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r>
              <a:rPr lang="en-IN" dirty="0"/>
              <a:t>Thank You</a:t>
            </a:r>
            <a:endParaRPr dirty="0"/>
          </a:p>
        </p:txBody>
      </p:sp>
    </p:spTree>
    <p:extLst>
      <p:ext uri="{BB962C8B-B14F-4D97-AF65-F5344CB8AC3E}">
        <p14:creationId xmlns:p14="http://schemas.microsoft.com/office/powerpoint/2010/main" val="62903823"/>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slide" preserve="1" userDrawn="1">
  <p:cSld name="1_Title slide">
    <p:bg>
      <p:bgPr>
        <a:solidFill>
          <a:schemeClr val="tx1"/>
        </a:solidFill>
        <a:effectLst/>
      </p:bgPr>
    </p:bg>
    <p:spTree>
      <p:nvGrpSpPr>
        <p:cNvPr id="1" name="Shape 9"/>
        <p:cNvGrpSpPr/>
        <p:nvPr/>
      </p:nvGrpSpPr>
      <p:grpSpPr>
        <a:xfrm>
          <a:off x="0" y="0"/>
          <a:ext cx="0" cy="0"/>
          <a:chOff x="0" y="0"/>
          <a:chExt cx="0" cy="0"/>
        </a:xfrm>
      </p:grpSpPr>
      <p:sp>
        <p:nvSpPr>
          <p:cNvPr id="13" name="Freeform: Shape 12">
            <a:extLst>
              <a:ext uri="{FF2B5EF4-FFF2-40B4-BE49-F238E27FC236}">
                <a16:creationId xmlns:a16="http://schemas.microsoft.com/office/drawing/2014/main" id="{DCFA8F1A-438C-2D31-EC45-A4CCF4206F40}"/>
              </a:ext>
            </a:extLst>
          </p:cNvPr>
          <p:cNvSpPr/>
          <p:nvPr/>
        </p:nvSpPr>
        <p:spPr>
          <a:xfrm>
            <a:off x="0" y="4305300"/>
            <a:ext cx="9144000" cy="857250"/>
          </a:xfrm>
          <a:custGeom>
            <a:avLst/>
            <a:gdLst>
              <a:gd name="connsiteX0" fmla="*/ 0 w 9144000"/>
              <a:gd name="connsiteY0" fmla="*/ 857250 h 857250"/>
              <a:gd name="connsiteX1" fmla="*/ 0 w 9144000"/>
              <a:gd name="connsiteY1" fmla="*/ 149828 h 857250"/>
              <a:gd name="connsiteX2" fmla="*/ 7540609 w 9144000"/>
              <a:gd name="connsiteY2" fmla="*/ 149828 h 857250"/>
              <a:gd name="connsiteX3" fmla="*/ 8245698 w 9144000"/>
              <a:gd name="connsiteY3" fmla="*/ 0 h 857250"/>
              <a:gd name="connsiteX4" fmla="*/ 8933831 w 9144000"/>
              <a:gd name="connsiteY4" fmla="*/ 149828 h 857250"/>
              <a:gd name="connsiteX5" fmla="*/ 9144000 w 9144000"/>
              <a:gd name="connsiteY5" fmla="*/ 149828 h 857250"/>
              <a:gd name="connsiteX6" fmla="*/ 9144000 w 9144000"/>
              <a:gd name="connsiteY6" fmla="*/ 857250 h 857250"/>
              <a:gd name="connsiteX7" fmla="*/ 0 w 9144000"/>
              <a:gd name="connsiteY7" fmla="*/ 857250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0" h="857250">
                <a:moveTo>
                  <a:pt x="0" y="857250"/>
                </a:moveTo>
                <a:lnTo>
                  <a:pt x="0" y="149828"/>
                </a:lnTo>
                <a:lnTo>
                  <a:pt x="7540609" y="149828"/>
                </a:lnTo>
                <a:lnTo>
                  <a:pt x="8245698" y="0"/>
                </a:lnTo>
                <a:lnTo>
                  <a:pt x="8933831" y="149828"/>
                </a:lnTo>
                <a:lnTo>
                  <a:pt x="9144000" y="149828"/>
                </a:lnTo>
                <a:lnTo>
                  <a:pt x="9144000" y="857250"/>
                </a:lnTo>
                <a:lnTo>
                  <a:pt x="0" y="857250"/>
                </a:lnTo>
                <a:close/>
              </a:path>
            </a:pathLst>
          </a:custGeom>
          <a:gradFill>
            <a:gsLst>
              <a:gs pos="0">
                <a:srgbClr val="6164AD"/>
              </a:gs>
              <a:gs pos="50000">
                <a:srgbClr val="5C54A4"/>
              </a:gs>
              <a:gs pos="100000">
                <a:srgbClr val="58449B"/>
              </a:gs>
            </a:gsLst>
            <a:lin ang="0" scaled="1"/>
          </a:gradFill>
          <a:ln w="81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lvl="0" defTabSz="914400" eaLnBrk="1" latinLnBrk="0" hangingPunct="1"/>
            <a:endParaRPr lang="en-AU" sz="1800" kern="1200">
              <a:solidFill>
                <a:schemeClr val="tx1"/>
              </a:solidFill>
              <a:latin typeface="+mn-lt"/>
              <a:ea typeface="+mn-ea"/>
              <a:cs typeface="+mn-cs"/>
            </a:endParaRPr>
          </a:p>
        </p:txBody>
      </p:sp>
      <p:sp>
        <p:nvSpPr>
          <p:cNvPr id="14" name="Freeform: Shape 13">
            <a:extLst>
              <a:ext uri="{FF2B5EF4-FFF2-40B4-BE49-F238E27FC236}">
                <a16:creationId xmlns:a16="http://schemas.microsoft.com/office/drawing/2014/main" id="{6332EFC7-40EB-E5E0-6D5B-205A7815463F}"/>
              </a:ext>
            </a:extLst>
          </p:cNvPr>
          <p:cNvSpPr/>
          <p:nvPr/>
        </p:nvSpPr>
        <p:spPr>
          <a:xfrm>
            <a:off x="7540608" y="4441555"/>
            <a:ext cx="1246536" cy="285083"/>
          </a:xfrm>
          <a:custGeom>
            <a:avLst/>
            <a:gdLst>
              <a:gd name="connsiteX0" fmla="*/ 718995 w 1246536"/>
              <a:gd name="connsiteY0" fmla="*/ 0 h 285083"/>
              <a:gd name="connsiteX1" fmla="*/ 769239 w 1246536"/>
              <a:gd name="connsiteY1" fmla="*/ 10668 h 285083"/>
              <a:gd name="connsiteX2" fmla="*/ 842391 w 1246536"/>
              <a:gd name="connsiteY2" fmla="*/ 94726 h 285083"/>
              <a:gd name="connsiteX3" fmla="*/ 769239 w 1246536"/>
              <a:gd name="connsiteY3" fmla="*/ 147876 h 285083"/>
              <a:gd name="connsiteX4" fmla="*/ 718995 w 1246536"/>
              <a:gd name="connsiteY4" fmla="*/ 137208 h 285083"/>
              <a:gd name="connsiteX5" fmla="*/ 718995 w 1246536"/>
              <a:gd name="connsiteY5" fmla="*/ 48 h 285083"/>
              <a:gd name="connsiteX6" fmla="*/ 769239 w 1246536"/>
              <a:gd name="connsiteY6" fmla="*/ 116729 h 285083"/>
              <a:gd name="connsiteX7" fmla="*/ 808530 w 1246536"/>
              <a:gd name="connsiteY7" fmla="*/ 87535 h 285083"/>
              <a:gd name="connsiteX8" fmla="*/ 769239 w 1246536"/>
              <a:gd name="connsiteY8" fmla="*/ 41624 h 285083"/>
              <a:gd name="connsiteX9" fmla="*/ 752856 w 1246536"/>
              <a:gd name="connsiteY9" fmla="*/ 38148 h 285083"/>
              <a:gd name="connsiteX10" fmla="*/ 752856 w 1246536"/>
              <a:gd name="connsiteY10" fmla="*/ 113252 h 285083"/>
              <a:gd name="connsiteX11" fmla="*/ 769239 w 1246536"/>
              <a:gd name="connsiteY11" fmla="*/ 116729 h 285083"/>
              <a:gd name="connsiteX12" fmla="*/ 947024 w 1246536"/>
              <a:gd name="connsiteY12" fmla="*/ 48482 h 285083"/>
              <a:gd name="connsiteX13" fmla="*/ 947024 w 1246536"/>
              <a:gd name="connsiteY13" fmla="*/ 79391 h 285083"/>
              <a:gd name="connsiteX14" fmla="*/ 917067 w 1246536"/>
              <a:gd name="connsiteY14" fmla="*/ 73009 h 285083"/>
              <a:gd name="connsiteX15" fmla="*/ 917067 w 1246536"/>
              <a:gd name="connsiteY15" fmla="*/ 148114 h 285083"/>
              <a:gd name="connsiteX16" fmla="*/ 947024 w 1246536"/>
              <a:gd name="connsiteY16" fmla="*/ 154496 h 285083"/>
              <a:gd name="connsiteX17" fmla="*/ 947024 w 1246536"/>
              <a:gd name="connsiteY17" fmla="*/ 185642 h 285083"/>
              <a:gd name="connsiteX18" fmla="*/ 853393 w 1246536"/>
              <a:gd name="connsiteY18" fmla="*/ 165735 h 285083"/>
              <a:gd name="connsiteX19" fmla="*/ 853393 w 1246536"/>
              <a:gd name="connsiteY19" fmla="*/ 134588 h 285083"/>
              <a:gd name="connsiteX20" fmla="*/ 883349 w 1246536"/>
              <a:gd name="connsiteY20" fmla="*/ 140970 h 285083"/>
              <a:gd name="connsiteX21" fmla="*/ 883349 w 1246536"/>
              <a:gd name="connsiteY21" fmla="*/ 65865 h 285083"/>
              <a:gd name="connsiteX22" fmla="*/ 853393 w 1246536"/>
              <a:gd name="connsiteY22" fmla="*/ 59484 h 285083"/>
              <a:gd name="connsiteX23" fmla="*/ 853393 w 1246536"/>
              <a:gd name="connsiteY23" fmla="*/ 28575 h 285083"/>
              <a:gd name="connsiteX24" fmla="*/ 947024 w 1246536"/>
              <a:gd name="connsiteY24" fmla="*/ 48482 h 285083"/>
              <a:gd name="connsiteX25" fmla="*/ 1026319 w 1246536"/>
              <a:gd name="connsiteY25" fmla="*/ 62627 h 285083"/>
              <a:gd name="connsiteX26" fmla="*/ 1094994 w 1246536"/>
              <a:gd name="connsiteY26" fmla="*/ 148447 h 285083"/>
              <a:gd name="connsiteX27" fmla="*/ 1026319 w 1246536"/>
              <a:gd name="connsiteY27" fmla="*/ 205264 h 285083"/>
              <a:gd name="connsiteX28" fmla="*/ 957263 w 1246536"/>
              <a:gd name="connsiteY28" fmla="*/ 119205 h 285083"/>
              <a:gd name="connsiteX29" fmla="*/ 1026319 w 1246536"/>
              <a:gd name="connsiteY29" fmla="*/ 62675 h 285083"/>
              <a:gd name="connsiteX30" fmla="*/ 1026319 w 1246536"/>
              <a:gd name="connsiteY30" fmla="*/ 173117 h 285083"/>
              <a:gd name="connsiteX31" fmla="*/ 1060180 w 1246536"/>
              <a:gd name="connsiteY31" fmla="*/ 141018 h 285083"/>
              <a:gd name="connsiteX32" fmla="*/ 1026319 w 1246536"/>
              <a:gd name="connsiteY32" fmla="*/ 94726 h 285083"/>
              <a:gd name="connsiteX33" fmla="*/ 992267 w 1246536"/>
              <a:gd name="connsiteY33" fmla="*/ 126587 h 285083"/>
              <a:gd name="connsiteX34" fmla="*/ 1026319 w 1246536"/>
              <a:gd name="connsiteY34" fmla="*/ 173117 h 285083"/>
              <a:gd name="connsiteX35" fmla="*/ 1111949 w 1246536"/>
              <a:gd name="connsiteY35" fmla="*/ 83534 h 285083"/>
              <a:gd name="connsiteX36" fmla="*/ 1175814 w 1246536"/>
              <a:gd name="connsiteY36" fmla="*/ 97107 h 285083"/>
              <a:gd name="connsiteX37" fmla="*/ 1212675 w 1246536"/>
              <a:gd name="connsiteY37" fmla="*/ 230791 h 285083"/>
              <a:gd name="connsiteX38" fmla="*/ 1212675 w 1246536"/>
              <a:gd name="connsiteY38" fmla="*/ 104918 h 285083"/>
              <a:gd name="connsiteX39" fmla="*/ 1246537 w 1246536"/>
              <a:gd name="connsiteY39" fmla="*/ 112109 h 285083"/>
              <a:gd name="connsiteX40" fmla="*/ 1246537 w 1246536"/>
              <a:gd name="connsiteY40" fmla="*/ 249269 h 285083"/>
              <a:gd name="connsiteX41" fmla="*/ 1182672 w 1246536"/>
              <a:gd name="connsiteY41" fmla="*/ 235696 h 285083"/>
              <a:gd name="connsiteX42" fmla="*/ 1145810 w 1246536"/>
              <a:gd name="connsiteY42" fmla="*/ 102013 h 285083"/>
              <a:gd name="connsiteX43" fmla="*/ 1145810 w 1246536"/>
              <a:gd name="connsiteY43" fmla="*/ 227886 h 285083"/>
              <a:gd name="connsiteX44" fmla="*/ 1111949 w 1246536"/>
              <a:gd name="connsiteY44" fmla="*/ 220694 h 285083"/>
              <a:gd name="connsiteX45" fmla="*/ 1111949 w 1246536"/>
              <a:gd name="connsiteY45" fmla="*/ 83534 h 285083"/>
              <a:gd name="connsiteX46" fmla="*/ 42101 w 1246536"/>
              <a:gd name="connsiteY46" fmla="*/ 138970 h 285083"/>
              <a:gd name="connsiteX47" fmla="*/ 104108 w 1246536"/>
              <a:gd name="connsiteY47" fmla="*/ 125778 h 285083"/>
              <a:gd name="connsiteX48" fmla="*/ 145971 w 1246536"/>
              <a:gd name="connsiteY48" fmla="*/ 254032 h 285083"/>
              <a:gd name="connsiteX49" fmla="*/ 110061 w 1246536"/>
              <a:gd name="connsiteY49" fmla="*/ 261652 h 285083"/>
              <a:gd name="connsiteX50" fmla="*/ 97774 w 1246536"/>
              <a:gd name="connsiteY50" fmla="*/ 222837 h 285083"/>
              <a:gd name="connsiteX51" fmla="*/ 47863 w 1246536"/>
              <a:gd name="connsiteY51" fmla="*/ 233458 h 285083"/>
              <a:gd name="connsiteX52" fmla="*/ 35576 w 1246536"/>
              <a:gd name="connsiteY52" fmla="*/ 277511 h 285083"/>
              <a:gd name="connsiteX53" fmla="*/ 0 w 1246536"/>
              <a:gd name="connsiteY53" fmla="*/ 285083 h 285083"/>
              <a:gd name="connsiteX54" fmla="*/ 42053 w 1246536"/>
              <a:gd name="connsiteY54" fmla="*/ 138970 h 285083"/>
              <a:gd name="connsiteX55" fmla="*/ 88440 w 1246536"/>
              <a:gd name="connsiteY55" fmla="*/ 193929 h 285083"/>
              <a:gd name="connsiteX56" fmla="*/ 72819 w 1246536"/>
              <a:gd name="connsiteY56" fmla="*/ 144923 h 285083"/>
              <a:gd name="connsiteX57" fmla="*/ 57198 w 1246536"/>
              <a:gd name="connsiteY57" fmla="*/ 200597 h 285083"/>
              <a:gd name="connsiteX58" fmla="*/ 88488 w 1246536"/>
              <a:gd name="connsiteY58" fmla="*/ 193929 h 285083"/>
              <a:gd name="connsiteX59" fmla="*/ 214646 w 1246536"/>
              <a:gd name="connsiteY59" fmla="*/ 242173 h 285083"/>
              <a:gd name="connsiteX60" fmla="*/ 148733 w 1246536"/>
              <a:gd name="connsiteY60" fmla="*/ 199930 h 285083"/>
              <a:gd name="connsiteX61" fmla="*/ 183738 w 1246536"/>
              <a:gd name="connsiteY61" fmla="*/ 192500 h 285083"/>
              <a:gd name="connsiteX62" fmla="*/ 215408 w 1246536"/>
              <a:gd name="connsiteY62" fmla="*/ 212408 h 285083"/>
              <a:gd name="connsiteX63" fmla="*/ 239030 w 1246536"/>
              <a:gd name="connsiteY63" fmla="*/ 195310 h 285083"/>
              <a:gd name="connsiteX64" fmla="*/ 227886 w 1246536"/>
              <a:gd name="connsiteY64" fmla="*/ 187166 h 285083"/>
              <a:gd name="connsiteX65" fmla="*/ 183975 w 1246536"/>
              <a:gd name="connsiteY65" fmla="*/ 184452 h 285083"/>
              <a:gd name="connsiteX66" fmla="*/ 154210 w 1246536"/>
              <a:gd name="connsiteY66" fmla="*/ 153210 h 285083"/>
              <a:gd name="connsiteX67" fmla="*/ 207645 w 1246536"/>
              <a:gd name="connsiteY67" fmla="*/ 101013 h 285083"/>
              <a:gd name="connsiteX68" fmla="*/ 268891 w 1246536"/>
              <a:gd name="connsiteY68" fmla="*/ 138017 h 285083"/>
              <a:gd name="connsiteX69" fmla="*/ 234077 w 1246536"/>
              <a:gd name="connsiteY69" fmla="*/ 145399 h 285083"/>
              <a:gd name="connsiteX70" fmla="*/ 208217 w 1246536"/>
              <a:gd name="connsiteY70" fmla="*/ 129873 h 285083"/>
              <a:gd name="connsiteX71" fmla="*/ 189215 w 1246536"/>
              <a:gd name="connsiteY71" fmla="*/ 145018 h 285083"/>
              <a:gd name="connsiteX72" fmla="*/ 199454 w 1246536"/>
              <a:gd name="connsiteY72" fmla="*/ 152352 h 285083"/>
              <a:gd name="connsiteX73" fmla="*/ 242078 w 1246536"/>
              <a:gd name="connsiteY73" fmla="*/ 154400 h 285083"/>
              <a:gd name="connsiteX74" fmla="*/ 273891 w 1246536"/>
              <a:gd name="connsiteY74" fmla="*/ 186357 h 285083"/>
              <a:gd name="connsiteX75" fmla="*/ 214694 w 1246536"/>
              <a:gd name="connsiteY75" fmla="*/ 242125 h 285083"/>
              <a:gd name="connsiteX76" fmla="*/ 283702 w 1246536"/>
              <a:gd name="connsiteY76" fmla="*/ 156115 h 285083"/>
              <a:gd name="connsiteX77" fmla="*/ 353330 w 1246536"/>
              <a:gd name="connsiteY77" fmla="*/ 70104 h 285083"/>
              <a:gd name="connsiteX78" fmla="*/ 419767 w 1246536"/>
              <a:gd name="connsiteY78" fmla="*/ 111633 h 285083"/>
              <a:gd name="connsiteX79" fmla="*/ 384953 w 1246536"/>
              <a:gd name="connsiteY79" fmla="*/ 119015 h 285083"/>
              <a:gd name="connsiteX80" fmla="*/ 353473 w 1246536"/>
              <a:gd name="connsiteY80" fmla="*/ 102156 h 285083"/>
              <a:gd name="connsiteX81" fmla="*/ 318659 w 1246536"/>
              <a:gd name="connsiteY81" fmla="*/ 148638 h 285083"/>
              <a:gd name="connsiteX82" fmla="*/ 353473 w 1246536"/>
              <a:gd name="connsiteY82" fmla="*/ 180546 h 285083"/>
              <a:gd name="connsiteX83" fmla="*/ 384953 w 1246536"/>
              <a:gd name="connsiteY83" fmla="*/ 150114 h 285083"/>
              <a:gd name="connsiteX84" fmla="*/ 419767 w 1246536"/>
              <a:gd name="connsiteY84" fmla="*/ 142732 h 285083"/>
              <a:gd name="connsiteX85" fmla="*/ 353330 w 1246536"/>
              <a:gd name="connsiteY85" fmla="*/ 212693 h 285083"/>
              <a:gd name="connsiteX86" fmla="*/ 283702 w 1246536"/>
              <a:gd name="connsiteY86" fmla="*/ 156115 h 285083"/>
              <a:gd name="connsiteX87" fmla="*/ 436340 w 1246536"/>
              <a:gd name="connsiteY87" fmla="*/ 55150 h 285083"/>
              <a:gd name="connsiteX88" fmla="*/ 540782 w 1246536"/>
              <a:gd name="connsiteY88" fmla="*/ 32956 h 285083"/>
              <a:gd name="connsiteX89" fmla="*/ 540782 w 1246536"/>
              <a:gd name="connsiteY89" fmla="*/ 63865 h 285083"/>
              <a:gd name="connsiteX90" fmla="*/ 470440 w 1246536"/>
              <a:gd name="connsiteY90" fmla="*/ 78819 h 285083"/>
              <a:gd name="connsiteX91" fmla="*/ 470440 w 1246536"/>
              <a:gd name="connsiteY91" fmla="*/ 101775 h 285083"/>
              <a:gd name="connsiteX92" fmla="*/ 531495 w 1246536"/>
              <a:gd name="connsiteY92" fmla="*/ 88821 h 285083"/>
              <a:gd name="connsiteX93" fmla="*/ 531495 w 1246536"/>
              <a:gd name="connsiteY93" fmla="*/ 118015 h 285083"/>
              <a:gd name="connsiteX94" fmla="*/ 470440 w 1246536"/>
              <a:gd name="connsiteY94" fmla="*/ 131016 h 285083"/>
              <a:gd name="connsiteX95" fmla="*/ 470440 w 1246536"/>
              <a:gd name="connsiteY95" fmla="*/ 154162 h 285083"/>
              <a:gd name="connsiteX96" fmla="*/ 540782 w 1246536"/>
              <a:gd name="connsiteY96" fmla="*/ 139208 h 285083"/>
              <a:gd name="connsiteX97" fmla="*/ 540782 w 1246536"/>
              <a:gd name="connsiteY97" fmla="*/ 170117 h 285083"/>
              <a:gd name="connsiteX98" fmla="*/ 436340 w 1246536"/>
              <a:gd name="connsiteY98" fmla="*/ 192310 h 285083"/>
              <a:gd name="connsiteX99" fmla="*/ 436340 w 1246536"/>
              <a:gd name="connsiteY99" fmla="*/ 55150 h 285083"/>
              <a:gd name="connsiteX100" fmla="*/ 561308 w 1246536"/>
              <a:gd name="connsiteY100" fmla="*/ 28623 h 285083"/>
              <a:gd name="connsiteX101" fmla="*/ 625173 w 1246536"/>
              <a:gd name="connsiteY101" fmla="*/ 15049 h 285083"/>
              <a:gd name="connsiteX102" fmla="*/ 662035 w 1246536"/>
              <a:gd name="connsiteY102" fmla="*/ 133112 h 285083"/>
              <a:gd name="connsiteX103" fmla="*/ 662035 w 1246536"/>
              <a:gd name="connsiteY103" fmla="*/ 7239 h 285083"/>
              <a:gd name="connsiteX104" fmla="*/ 695897 w 1246536"/>
              <a:gd name="connsiteY104" fmla="*/ 48 h 285083"/>
              <a:gd name="connsiteX105" fmla="*/ 695897 w 1246536"/>
              <a:gd name="connsiteY105" fmla="*/ 137208 h 285083"/>
              <a:gd name="connsiteX106" fmla="*/ 632032 w 1246536"/>
              <a:gd name="connsiteY106" fmla="*/ 150781 h 285083"/>
              <a:gd name="connsiteX107" fmla="*/ 595170 w 1246536"/>
              <a:gd name="connsiteY107" fmla="*/ 32718 h 285083"/>
              <a:gd name="connsiteX108" fmla="*/ 595170 w 1246536"/>
              <a:gd name="connsiteY108" fmla="*/ 158591 h 285083"/>
              <a:gd name="connsiteX109" fmla="*/ 561308 w 1246536"/>
              <a:gd name="connsiteY109" fmla="*/ 165783 h 285083"/>
              <a:gd name="connsiteX110" fmla="*/ 561308 w 1246536"/>
              <a:gd name="connsiteY110" fmla="*/ 28623 h 285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246536" h="285083">
                <a:moveTo>
                  <a:pt x="718995" y="0"/>
                </a:moveTo>
                <a:lnTo>
                  <a:pt x="769239" y="10668"/>
                </a:lnTo>
                <a:cubicBezTo>
                  <a:pt x="805149" y="18288"/>
                  <a:pt x="842391" y="35766"/>
                  <a:pt x="842391" y="94726"/>
                </a:cubicBezTo>
                <a:cubicBezTo>
                  <a:pt x="842391" y="153876"/>
                  <a:pt x="805149" y="155496"/>
                  <a:pt x="769239" y="147876"/>
                </a:cubicBezTo>
                <a:lnTo>
                  <a:pt x="718995" y="137208"/>
                </a:lnTo>
                <a:lnTo>
                  <a:pt x="718995" y="48"/>
                </a:lnTo>
                <a:close/>
                <a:moveTo>
                  <a:pt x="769239" y="116729"/>
                </a:moveTo>
                <a:cubicBezTo>
                  <a:pt x="791766" y="121539"/>
                  <a:pt x="808530" y="124301"/>
                  <a:pt x="808530" y="87535"/>
                </a:cubicBezTo>
                <a:cubicBezTo>
                  <a:pt x="808530" y="50768"/>
                  <a:pt x="791623" y="46387"/>
                  <a:pt x="769239" y="41624"/>
                </a:cubicBezTo>
                <a:lnTo>
                  <a:pt x="752856" y="38148"/>
                </a:lnTo>
                <a:lnTo>
                  <a:pt x="752856" y="113252"/>
                </a:lnTo>
                <a:cubicBezTo>
                  <a:pt x="752856" y="113252"/>
                  <a:pt x="769239" y="116729"/>
                  <a:pt x="769239" y="116729"/>
                </a:cubicBezTo>
                <a:close/>
                <a:moveTo>
                  <a:pt x="947024" y="48482"/>
                </a:moveTo>
                <a:lnTo>
                  <a:pt x="947024" y="79391"/>
                </a:lnTo>
                <a:cubicBezTo>
                  <a:pt x="947024" y="79391"/>
                  <a:pt x="917067" y="73009"/>
                  <a:pt x="917067" y="73009"/>
                </a:cubicBezTo>
                <a:lnTo>
                  <a:pt x="917067" y="148114"/>
                </a:lnTo>
                <a:cubicBezTo>
                  <a:pt x="917067" y="148114"/>
                  <a:pt x="947024" y="154496"/>
                  <a:pt x="947024" y="154496"/>
                </a:cubicBezTo>
                <a:lnTo>
                  <a:pt x="947024" y="185642"/>
                </a:lnTo>
                <a:cubicBezTo>
                  <a:pt x="947024" y="185642"/>
                  <a:pt x="853393" y="165735"/>
                  <a:pt x="853393" y="165735"/>
                </a:cubicBezTo>
                <a:lnTo>
                  <a:pt x="853393" y="134588"/>
                </a:lnTo>
                <a:cubicBezTo>
                  <a:pt x="853393" y="134588"/>
                  <a:pt x="883349" y="140970"/>
                  <a:pt x="883349" y="140970"/>
                </a:cubicBezTo>
                <a:lnTo>
                  <a:pt x="883349" y="65865"/>
                </a:lnTo>
                <a:cubicBezTo>
                  <a:pt x="883349" y="65865"/>
                  <a:pt x="853393" y="59484"/>
                  <a:pt x="853393" y="59484"/>
                </a:cubicBezTo>
                <a:lnTo>
                  <a:pt x="853393" y="28575"/>
                </a:lnTo>
                <a:cubicBezTo>
                  <a:pt x="853393" y="28575"/>
                  <a:pt x="947024" y="48482"/>
                  <a:pt x="947024" y="48482"/>
                </a:cubicBezTo>
                <a:close/>
                <a:moveTo>
                  <a:pt x="1026319" y="62627"/>
                </a:moveTo>
                <a:cubicBezTo>
                  <a:pt x="1068944" y="71676"/>
                  <a:pt x="1094994" y="107966"/>
                  <a:pt x="1094994" y="148447"/>
                </a:cubicBezTo>
                <a:cubicBezTo>
                  <a:pt x="1094994" y="189119"/>
                  <a:pt x="1068944" y="214313"/>
                  <a:pt x="1026319" y="205264"/>
                </a:cubicBezTo>
                <a:cubicBezTo>
                  <a:pt x="983504" y="196167"/>
                  <a:pt x="957263" y="159829"/>
                  <a:pt x="957263" y="119205"/>
                </a:cubicBezTo>
                <a:cubicBezTo>
                  <a:pt x="957263" y="78724"/>
                  <a:pt x="983504" y="53578"/>
                  <a:pt x="1026319" y="62675"/>
                </a:cubicBezTo>
                <a:moveTo>
                  <a:pt x="1026319" y="173117"/>
                </a:moveTo>
                <a:cubicBezTo>
                  <a:pt x="1049036" y="177927"/>
                  <a:pt x="1060180" y="165926"/>
                  <a:pt x="1060180" y="141018"/>
                </a:cubicBezTo>
                <a:cubicBezTo>
                  <a:pt x="1060180" y="116110"/>
                  <a:pt x="1048846" y="99489"/>
                  <a:pt x="1026319" y="94726"/>
                </a:cubicBezTo>
                <a:cubicBezTo>
                  <a:pt x="1003602" y="89916"/>
                  <a:pt x="992267" y="101870"/>
                  <a:pt x="992267" y="126587"/>
                </a:cubicBezTo>
                <a:cubicBezTo>
                  <a:pt x="992267" y="151495"/>
                  <a:pt x="1003649" y="168307"/>
                  <a:pt x="1026319" y="173117"/>
                </a:cubicBezTo>
                <a:moveTo>
                  <a:pt x="1111949" y="83534"/>
                </a:moveTo>
                <a:lnTo>
                  <a:pt x="1175814" y="97107"/>
                </a:lnTo>
                <a:lnTo>
                  <a:pt x="1212675" y="230791"/>
                </a:lnTo>
                <a:lnTo>
                  <a:pt x="1212675" y="104918"/>
                </a:lnTo>
                <a:cubicBezTo>
                  <a:pt x="1212675" y="104918"/>
                  <a:pt x="1246537" y="112109"/>
                  <a:pt x="1246537" y="112109"/>
                </a:cubicBezTo>
                <a:lnTo>
                  <a:pt x="1246537" y="249269"/>
                </a:lnTo>
                <a:cubicBezTo>
                  <a:pt x="1246537" y="249269"/>
                  <a:pt x="1182672" y="235696"/>
                  <a:pt x="1182672" y="235696"/>
                </a:cubicBezTo>
                <a:lnTo>
                  <a:pt x="1145810" y="102013"/>
                </a:lnTo>
                <a:lnTo>
                  <a:pt x="1145810" y="227886"/>
                </a:lnTo>
                <a:cubicBezTo>
                  <a:pt x="1145810" y="227886"/>
                  <a:pt x="1111949" y="220694"/>
                  <a:pt x="1111949" y="220694"/>
                </a:cubicBezTo>
                <a:lnTo>
                  <a:pt x="1111949" y="83534"/>
                </a:lnTo>
                <a:close/>
                <a:moveTo>
                  <a:pt x="42101" y="138970"/>
                </a:moveTo>
                <a:lnTo>
                  <a:pt x="104108" y="125778"/>
                </a:lnTo>
                <a:lnTo>
                  <a:pt x="145971" y="254032"/>
                </a:lnTo>
                <a:lnTo>
                  <a:pt x="110061" y="261652"/>
                </a:lnTo>
                <a:lnTo>
                  <a:pt x="97774" y="222837"/>
                </a:lnTo>
                <a:lnTo>
                  <a:pt x="47863" y="233458"/>
                </a:lnTo>
                <a:lnTo>
                  <a:pt x="35576" y="277511"/>
                </a:lnTo>
                <a:lnTo>
                  <a:pt x="0" y="285083"/>
                </a:lnTo>
                <a:lnTo>
                  <a:pt x="42053" y="138970"/>
                </a:lnTo>
                <a:close/>
                <a:moveTo>
                  <a:pt x="88440" y="193929"/>
                </a:moveTo>
                <a:lnTo>
                  <a:pt x="72819" y="144923"/>
                </a:lnTo>
                <a:lnTo>
                  <a:pt x="57198" y="200597"/>
                </a:lnTo>
                <a:lnTo>
                  <a:pt x="88488" y="193929"/>
                </a:lnTo>
                <a:close/>
                <a:moveTo>
                  <a:pt x="214646" y="242173"/>
                </a:moveTo>
                <a:cubicBezTo>
                  <a:pt x="168307" y="252031"/>
                  <a:pt x="148733" y="235553"/>
                  <a:pt x="148733" y="199930"/>
                </a:cubicBezTo>
                <a:lnTo>
                  <a:pt x="183738" y="192500"/>
                </a:lnTo>
                <a:cubicBezTo>
                  <a:pt x="183738" y="211979"/>
                  <a:pt x="190977" y="217599"/>
                  <a:pt x="215408" y="212408"/>
                </a:cubicBezTo>
                <a:cubicBezTo>
                  <a:pt x="231982" y="208883"/>
                  <a:pt x="239030" y="203883"/>
                  <a:pt x="239030" y="195310"/>
                </a:cubicBezTo>
                <a:cubicBezTo>
                  <a:pt x="239030" y="190452"/>
                  <a:pt x="235315" y="187547"/>
                  <a:pt x="227886" y="187166"/>
                </a:cubicBezTo>
                <a:lnTo>
                  <a:pt x="183975" y="184452"/>
                </a:lnTo>
                <a:cubicBezTo>
                  <a:pt x="161258" y="182880"/>
                  <a:pt x="154210" y="170545"/>
                  <a:pt x="154210" y="153210"/>
                </a:cubicBezTo>
                <a:cubicBezTo>
                  <a:pt x="154210" y="126540"/>
                  <a:pt x="173212" y="108299"/>
                  <a:pt x="207645" y="101013"/>
                </a:cubicBezTo>
                <a:cubicBezTo>
                  <a:pt x="248603" y="92297"/>
                  <a:pt x="268891" y="108252"/>
                  <a:pt x="268891" y="138017"/>
                </a:cubicBezTo>
                <a:lnTo>
                  <a:pt x="234077" y="145399"/>
                </a:lnTo>
                <a:cubicBezTo>
                  <a:pt x="234077" y="130635"/>
                  <a:pt x="226076" y="126111"/>
                  <a:pt x="208217" y="129873"/>
                </a:cubicBezTo>
                <a:cubicBezTo>
                  <a:pt x="195739" y="132540"/>
                  <a:pt x="189215" y="137208"/>
                  <a:pt x="189215" y="145018"/>
                </a:cubicBezTo>
                <a:cubicBezTo>
                  <a:pt x="189215" y="148923"/>
                  <a:pt x="191262" y="151781"/>
                  <a:pt x="199454" y="152352"/>
                </a:cubicBezTo>
                <a:lnTo>
                  <a:pt x="242078" y="154400"/>
                </a:lnTo>
                <a:cubicBezTo>
                  <a:pt x="263843" y="155400"/>
                  <a:pt x="273891" y="166306"/>
                  <a:pt x="273891" y="186357"/>
                </a:cubicBezTo>
                <a:cubicBezTo>
                  <a:pt x="273891" y="212408"/>
                  <a:pt x="256747" y="233172"/>
                  <a:pt x="214694" y="242125"/>
                </a:cubicBezTo>
                <a:moveTo>
                  <a:pt x="283702" y="156115"/>
                </a:moveTo>
                <a:cubicBezTo>
                  <a:pt x="283702" y="115633"/>
                  <a:pt x="310325" y="79248"/>
                  <a:pt x="353330" y="70104"/>
                </a:cubicBezTo>
                <a:cubicBezTo>
                  <a:pt x="390906" y="62103"/>
                  <a:pt x="415862" y="78010"/>
                  <a:pt x="419767" y="111633"/>
                </a:cubicBezTo>
                <a:lnTo>
                  <a:pt x="384953" y="119015"/>
                </a:lnTo>
                <a:cubicBezTo>
                  <a:pt x="382143" y="104823"/>
                  <a:pt x="370047" y="98631"/>
                  <a:pt x="353473" y="102156"/>
                </a:cubicBezTo>
                <a:cubicBezTo>
                  <a:pt x="333185" y="106490"/>
                  <a:pt x="318659" y="121634"/>
                  <a:pt x="318659" y="148638"/>
                </a:cubicBezTo>
                <a:cubicBezTo>
                  <a:pt x="318659" y="175879"/>
                  <a:pt x="333185" y="184833"/>
                  <a:pt x="353473" y="180546"/>
                </a:cubicBezTo>
                <a:cubicBezTo>
                  <a:pt x="370047" y="177022"/>
                  <a:pt x="382143" y="165497"/>
                  <a:pt x="384953" y="150114"/>
                </a:cubicBezTo>
                <a:lnTo>
                  <a:pt x="419767" y="142732"/>
                </a:lnTo>
                <a:cubicBezTo>
                  <a:pt x="415862" y="178213"/>
                  <a:pt x="390906" y="204692"/>
                  <a:pt x="353330" y="212693"/>
                </a:cubicBezTo>
                <a:cubicBezTo>
                  <a:pt x="310325" y="221837"/>
                  <a:pt x="283702" y="196739"/>
                  <a:pt x="283702" y="156115"/>
                </a:cubicBezTo>
                <a:moveTo>
                  <a:pt x="436340" y="55150"/>
                </a:moveTo>
                <a:lnTo>
                  <a:pt x="540782" y="32956"/>
                </a:lnTo>
                <a:lnTo>
                  <a:pt x="540782" y="63865"/>
                </a:lnTo>
                <a:cubicBezTo>
                  <a:pt x="540782" y="63865"/>
                  <a:pt x="470440" y="78819"/>
                  <a:pt x="470440" y="78819"/>
                </a:cubicBezTo>
                <a:lnTo>
                  <a:pt x="470440" y="101775"/>
                </a:lnTo>
                <a:cubicBezTo>
                  <a:pt x="470440" y="101775"/>
                  <a:pt x="531495" y="88821"/>
                  <a:pt x="531495" y="88821"/>
                </a:cubicBezTo>
                <a:lnTo>
                  <a:pt x="531495" y="118015"/>
                </a:lnTo>
                <a:cubicBezTo>
                  <a:pt x="531495" y="118015"/>
                  <a:pt x="470440" y="131016"/>
                  <a:pt x="470440" y="131016"/>
                </a:cubicBezTo>
                <a:lnTo>
                  <a:pt x="470440" y="154162"/>
                </a:lnTo>
                <a:cubicBezTo>
                  <a:pt x="470440" y="154162"/>
                  <a:pt x="540782" y="139208"/>
                  <a:pt x="540782" y="139208"/>
                </a:cubicBezTo>
                <a:lnTo>
                  <a:pt x="540782" y="170117"/>
                </a:lnTo>
                <a:cubicBezTo>
                  <a:pt x="540782" y="170117"/>
                  <a:pt x="436340" y="192310"/>
                  <a:pt x="436340" y="192310"/>
                </a:cubicBezTo>
                <a:lnTo>
                  <a:pt x="436340" y="55150"/>
                </a:lnTo>
                <a:close/>
                <a:moveTo>
                  <a:pt x="561308" y="28623"/>
                </a:moveTo>
                <a:lnTo>
                  <a:pt x="625173" y="15049"/>
                </a:lnTo>
                <a:lnTo>
                  <a:pt x="662035" y="133112"/>
                </a:lnTo>
                <a:lnTo>
                  <a:pt x="662035" y="7239"/>
                </a:lnTo>
                <a:cubicBezTo>
                  <a:pt x="662035" y="7239"/>
                  <a:pt x="695897" y="48"/>
                  <a:pt x="695897" y="48"/>
                </a:cubicBezTo>
                <a:lnTo>
                  <a:pt x="695897" y="137208"/>
                </a:lnTo>
                <a:cubicBezTo>
                  <a:pt x="695897" y="137208"/>
                  <a:pt x="632032" y="150781"/>
                  <a:pt x="632032" y="150781"/>
                </a:cubicBezTo>
                <a:lnTo>
                  <a:pt x="595170" y="32718"/>
                </a:lnTo>
                <a:lnTo>
                  <a:pt x="595170" y="158591"/>
                </a:lnTo>
                <a:cubicBezTo>
                  <a:pt x="595170" y="158591"/>
                  <a:pt x="561308" y="165783"/>
                  <a:pt x="561308" y="165783"/>
                </a:cubicBezTo>
                <a:lnTo>
                  <a:pt x="561308" y="28623"/>
                </a:lnTo>
                <a:close/>
              </a:path>
            </a:pathLst>
          </a:custGeom>
          <a:solidFill>
            <a:srgbClr val="FFFFFF"/>
          </a:solidFill>
          <a:ln w="4763" cap="flat">
            <a:noFill/>
            <a:prstDash val="solid"/>
            <a:miter/>
          </a:ln>
        </p:spPr>
        <p:txBody>
          <a:bodyPr rtlCol="0" anchor="ctr"/>
          <a:lstStyle/>
          <a:p>
            <a:endParaRPr lang="en-AU"/>
          </a:p>
        </p:txBody>
      </p:sp>
      <p:grpSp>
        <p:nvGrpSpPr>
          <p:cNvPr id="20" name="Graphic 3">
            <a:extLst>
              <a:ext uri="{FF2B5EF4-FFF2-40B4-BE49-F238E27FC236}">
                <a16:creationId xmlns:a16="http://schemas.microsoft.com/office/drawing/2014/main" id="{11580F78-9730-E8CF-5F00-5083728E0E3D}"/>
              </a:ext>
            </a:extLst>
          </p:cNvPr>
          <p:cNvGrpSpPr/>
          <p:nvPr/>
        </p:nvGrpSpPr>
        <p:grpSpPr>
          <a:xfrm>
            <a:off x="378275" y="4600765"/>
            <a:ext cx="945451" cy="171497"/>
            <a:chOff x="217360" y="4600765"/>
            <a:chExt cx="945451" cy="171497"/>
          </a:xfrm>
          <a:solidFill>
            <a:srgbClr val="FFFFFF"/>
          </a:solidFill>
        </p:grpSpPr>
        <p:grpSp>
          <p:nvGrpSpPr>
            <p:cNvPr id="21" name="Graphic 3">
              <a:extLst>
                <a:ext uri="{FF2B5EF4-FFF2-40B4-BE49-F238E27FC236}">
                  <a16:creationId xmlns:a16="http://schemas.microsoft.com/office/drawing/2014/main" id="{034EE8A3-A127-9A71-99DC-9A0E6F91654D}"/>
                </a:ext>
              </a:extLst>
            </p:cNvPr>
            <p:cNvGrpSpPr/>
            <p:nvPr/>
          </p:nvGrpSpPr>
          <p:grpSpPr>
            <a:xfrm>
              <a:off x="604408" y="4600765"/>
              <a:ext cx="171354" cy="171354"/>
              <a:chOff x="604408" y="4600765"/>
              <a:chExt cx="171354" cy="171354"/>
            </a:xfrm>
            <a:solidFill>
              <a:srgbClr val="FFFFFF"/>
            </a:solidFill>
          </p:grpSpPr>
          <p:sp>
            <p:nvSpPr>
              <p:cNvPr id="22" name="Freeform: Shape 21">
                <a:extLst>
                  <a:ext uri="{FF2B5EF4-FFF2-40B4-BE49-F238E27FC236}">
                    <a16:creationId xmlns:a16="http://schemas.microsoft.com/office/drawing/2014/main" id="{0D5749F5-CE41-31DE-FF35-61FA298CA95A}"/>
                  </a:ext>
                </a:extLst>
              </p:cNvPr>
              <p:cNvSpPr/>
              <p:nvPr/>
            </p:nvSpPr>
            <p:spPr>
              <a:xfrm>
                <a:off x="604408" y="4600765"/>
                <a:ext cx="171354" cy="171354"/>
              </a:xfrm>
              <a:custGeom>
                <a:avLst/>
                <a:gdLst>
                  <a:gd name="connsiteX0" fmla="*/ 85677 w 171354"/>
                  <a:gd name="connsiteY0" fmla="*/ 171355 h 171354"/>
                  <a:gd name="connsiteX1" fmla="*/ 0 w 171354"/>
                  <a:gd name="connsiteY1" fmla="*/ 85677 h 171354"/>
                  <a:gd name="connsiteX2" fmla="*/ 85677 w 171354"/>
                  <a:gd name="connsiteY2" fmla="*/ 0 h 171354"/>
                  <a:gd name="connsiteX3" fmla="*/ 171355 w 171354"/>
                  <a:gd name="connsiteY3" fmla="*/ 85677 h 171354"/>
                  <a:gd name="connsiteX4" fmla="*/ 85677 w 171354"/>
                  <a:gd name="connsiteY4" fmla="*/ 171355 h 171354"/>
                  <a:gd name="connsiteX5" fmla="*/ 85677 w 171354"/>
                  <a:gd name="connsiteY5" fmla="*/ 6667 h 171354"/>
                  <a:gd name="connsiteX6" fmla="*/ 6620 w 171354"/>
                  <a:gd name="connsiteY6" fmla="*/ 85725 h 171354"/>
                  <a:gd name="connsiteX7" fmla="*/ 85677 w 171354"/>
                  <a:gd name="connsiteY7" fmla="*/ 164783 h 171354"/>
                  <a:gd name="connsiteX8" fmla="*/ 164735 w 171354"/>
                  <a:gd name="connsiteY8" fmla="*/ 85725 h 171354"/>
                  <a:gd name="connsiteX9" fmla="*/ 85677 w 171354"/>
                  <a:gd name="connsiteY9" fmla="*/ 6667 h 171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54" h="171354">
                    <a:moveTo>
                      <a:pt x="85677" y="171355"/>
                    </a:moveTo>
                    <a:cubicBezTo>
                      <a:pt x="38433" y="171355"/>
                      <a:pt x="0" y="132921"/>
                      <a:pt x="0" y="85677"/>
                    </a:cubicBezTo>
                    <a:cubicBezTo>
                      <a:pt x="0" y="38433"/>
                      <a:pt x="38433" y="0"/>
                      <a:pt x="85677" y="0"/>
                    </a:cubicBezTo>
                    <a:cubicBezTo>
                      <a:pt x="132921" y="0"/>
                      <a:pt x="171355" y="38433"/>
                      <a:pt x="171355" y="85677"/>
                    </a:cubicBezTo>
                    <a:cubicBezTo>
                      <a:pt x="171355" y="132921"/>
                      <a:pt x="132921" y="171355"/>
                      <a:pt x="85677" y="171355"/>
                    </a:cubicBezTo>
                    <a:close/>
                    <a:moveTo>
                      <a:pt x="85677" y="6667"/>
                    </a:moveTo>
                    <a:cubicBezTo>
                      <a:pt x="42100" y="6667"/>
                      <a:pt x="6620" y="42148"/>
                      <a:pt x="6620" y="85725"/>
                    </a:cubicBezTo>
                    <a:cubicBezTo>
                      <a:pt x="6620" y="129302"/>
                      <a:pt x="42100" y="164783"/>
                      <a:pt x="85677" y="164783"/>
                    </a:cubicBezTo>
                    <a:cubicBezTo>
                      <a:pt x="129254" y="164783"/>
                      <a:pt x="164735" y="129302"/>
                      <a:pt x="164735" y="85725"/>
                    </a:cubicBezTo>
                    <a:cubicBezTo>
                      <a:pt x="164735" y="42148"/>
                      <a:pt x="129254" y="6667"/>
                      <a:pt x="85677" y="6667"/>
                    </a:cubicBezTo>
                    <a:close/>
                  </a:path>
                </a:pathLst>
              </a:custGeom>
              <a:solidFill>
                <a:srgbClr val="FFFFFF"/>
              </a:solidFill>
              <a:ln w="4763" cap="flat">
                <a:noFill/>
                <a:prstDash val="solid"/>
                <a:miter/>
              </a:ln>
            </p:spPr>
            <p:txBody>
              <a:bodyPr rtlCol="0" anchor="ctr"/>
              <a:lstStyle/>
              <a:p>
                <a:endParaRPr lang="en-AU"/>
              </a:p>
            </p:txBody>
          </p:sp>
          <p:sp>
            <p:nvSpPr>
              <p:cNvPr id="23" name="Freeform: Shape 22">
                <a:extLst>
                  <a:ext uri="{FF2B5EF4-FFF2-40B4-BE49-F238E27FC236}">
                    <a16:creationId xmlns:a16="http://schemas.microsoft.com/office/drawing/2014/main" id="{044BA208-EA2B-AEB2-6DA2-25482C2C6D12}"/>
                  </a:ext>
                </a:extLst>
              </p:cNvPr>
              <p:cNvSpPr/>
              <p:nvPr/>
            </p:nvSpPr>
            <p:spPr>
              <a:xfrm>
                <a:off x="637460" y="4634007"/>
                <a:ext cx="105203" cy="104965"/>
              </a:xfrm>
              <a:custGeom>
                <a:avLst/>
                <a:gdLst>
                  <a:gd name="connsiteX0" fmla="*/ 28384 w 105203"/>
                  <a:gd name="connsiteY0" fmla="*/ 0 h 104965"/>
                  <a:gd name="connsiteX1" fmla="*/ 76819 w 105203"/>
                  <a:gd name="connsiteY1" fmla="*/ 0 h 104965"/>
                  <a:gd name="connsiteX2" fmla="*/ 105204 w 105203"/>
                  <a:gd name="connsiteY2" fmla="*/ 28385 h 104965"/>
                  <a:gd name="connsiteX3" fmla="*/ 105204 w 105203"/>
                  <a:gd name="connsiteY3" fmla="*/ 76581 h 104965"/>
                  <a:gd name="connsiteX4" fmla="*/ 76819 w 105203"/>
                  <a:gd name="connsiteY4" fmla="*/ 104966 h 104965"/>
                  <a:gd name="connsiteX5" fmla="*/ 28384 w 105203"/>
                  <a:gd name="connsiteY5" fmla="*/ 104966 h 104965"/>
                  <a:gd name="connsiteX6" fmla="*/ 0 w 105203"/>
                  <a:gd name="connsiteY6" fmla="*/ 76581 h 104965"/>
                  <a:gd name="connsiteX7" fmla="*/ 0 w 105203"/>
                  <a:gd name="connsiteY7" fmla="*/ 28385 h 104965"/>
                  <a:gd name="connsiteX8" fmla="*/ 28384 w 105203"/>
                  <a:gd name="connsiteY8" fmla="*/ 0 h 104965"/>
                  <a:gd name="connsiteX9" fmla="*/ 28384 w 105203"/>
                  <a:gd name="connsiteY9" fmla="*/ 0 h 104965"/>
                  <a:gd name="connsiteX10" fmla="*/ 80867 w 105203"/>
                  <a:gd name="connsiteY10" fmla="*/ 18336 h 104965"/>
                  <a:gd name="connsiteX11" fmla="*/ 80867 w 105203"/>
                  <a:gd name="connsiteY11" fmla="*/ 18336 h 104965"/>
                  <a:gd name="connsiteX12" fmla="*/ 86916 w 105203"/>
                  <a:gd name="connsiteY12" fmla="*/ 24384 h 104965"/>
                  <a:gd name="connsiteX13" fmla="*/ 86916 w 105203"/>
                  <a:gd name="connsiteY13" fmla="*/ 24384 h 104965"/>
                  <a:gd name="connsiteX14" fmla="*/ 80867 w 105203"/>
                  <a:gd name="connsiteY14" fmla="*/ 30432 h 104965"/>
                  <a:gd name="connsiteX15" fmla="*/ 80867 w 105203"/>
                  <a:gd name="connsiteY15" fmla="*/ 30432 h 104965"/>
                  <a:gd name="connsiteX16" fmla="*/ 74819 w 105203"/>
                  <a:gd name="connsiteY16" fmla="*/ 24384 h 104965"/>
                  <a:gd name="connsiteX17" fmla="*/ 74819 w 105203"/>
                  <a:gd name="connsiteY17" fmla="*/ 24384 h 104965"/>
                  <a:gd name="connsiteX18" fmla="*/ 80867 w 105203"/>
                  <a:gd name="connsiteY18" fmla="*/ 18336 h 104965"/>
                  <a:gd name="connsiteX19" fmla="*/ 80867 w 105203"/>
                  <a:gd name="connsiteY19" fmla="*/ 18336 h 104965"/>
                  <a:gd name="connsiteX20" fmla="*/ 52483 w 105203"/>
                  <a:gd name="connsiteY20" fmla="*/ 23860 h 104965"/>
                  <a:gd name="connsiteX21" fmla="*/ 52721 w 105203"/>
                  <a:gd name="connsiteY21" fmla="*/ 23860 h 104965"/>
                  <a:gd name="connsiteX22" fmla="*/ 81343 w 105203"/>
                  <a:gd name="connsiteY22" fmla="*/ 52483 h 104965"/>
                  <a:gd name="connsiteX23" fmla="*/ 81343 w 105203"/>
                  <a:gd name="connsiteY23" fmla="*/ 52483 h 104965"/>
                  <a:gd name="connsiteX24" fmla="*/ 52721 w 105203"/>
                  <a:gd name="connsiteY24" fmla="*/ 81105 h 104965"/>
                  <a:gd name="connsiteX25" fmla="*/ 52483 w 105203"/>
                  <a:gd name="connsiteY25" fmla="*/ 81105 h 104965"/>
                  <a:gd name="connsiteX26" fmla="*/ 24098 w 105203"/>
                  <a:gd name="connsiteY26" fmla="*/ 52483 h 104965"/>
                  <a:gd name="connsiteX27" fmla="*/ 24098 w 105203"/>
                  <a:gd name="connsiteY27" fmla="*/ 52483 h 104965"/>
                  <a:gd name="connsiteX28" fmla="*/ 52483 w 105203"/>
                  <a:gd name="connsiteY28" fmla="*/ 23860 h 104965"/>
                  <a:gd name="connsiteX29" fmla="*/ 52483 w 105203"/>
                  <a:gd name="connsiteY29" fmla="*/ 23860 h 104965"/>
                  <a:gd name="connsiteX30" fmla="*/ 52483 w 105203"/>
                  <a:gd name="connsiteY30" fmla="*/ 33623 h 104965"/>
                  <a:gd name="connsiteX31" fmla="*/ 52721 w 105203"/>
                  <a:gd name="connsiteY31" fmla="*/ 33623 h 104965"/>
                  <a:gd name="connsiteX32" fmla="*/ 71533 w 105203"/>
                  <a:gd name="connsiteY32" fmla="*/ 52435 h 104965"/>
                  <a:gd name="connsiteX33" fmla="*/ 71533 w 105203"/>
                  <a:gd name="connsiteY33" fmla="*/ 52435 h 104965"/>
                  <a:gd name="connsiteX34" fmla="*/ 52721 w 105203"/>
                  <a:gd name="connsiteY34" fmla="*/ 71533 h 104965"/>
                  <a:gd name="connsiteX35" fmla="*/ 52483 w 105203"/>
                  <a:gd name="connsiteY35" fmla="*/ 71533 h 104965"/>
                  <a:gd name="connsiteX36" fmla="*/ 33671 w 105203"/>
                  <a:gd name="connsiteY36" fmla="*/ 52435 h 104965"/>
                  <a:gd name="connsiteX37" fmla="*/ 33671 w 105203"/>
                  <a:gd name="connsiteY37" fmla="*/ 52435 h 104965"/>
                  <a:gd name="connsiteX38" fmla="*/ 52483 w 105203"/>
                  <a:gd name="connsiteY38" fmla="*/ 33623 h 104965"/>
                  <a:gd name="connsiteX39" fmla="*/ 52483 w 105203"/>
                  <a:gd name="connsiteY39" fmla="*/ 33623 h 104965"/>
                  <a:gd name="connsiteX40" fmla="*/ 28623 w 105203"/>
                  <a:gd name="connsiteY40" fmla="*/ 9049 h 104965"/>
                  <a:gd name="connsiteX41" fmla="*/ 76581 w 105203"/>
                  <a:gd name="connsiteY41" fmla="*/ 9049 h 104965"/>
                  <a:gd name="connsiteX42" fmla="*/ 96155 w 105203"/>
                  <a:gd name="connsiteY42" fmla="*/ 28623 h 104965"/>
                  <a:gd name="connsiteX43" fmla="*/ 96155 w 105203"/>
                  <a:gd name="connsiteY43" fmla="*/ 76343 h 104965"/>
                  <a:gd name="connsiteX44" fmla="*/ 76581 w 105203"/>
                  <a:gd name="connsiteY44" fmla="*/ 95917 h 104965"/>
                  <a:gd name="connsiteX45" fmla="*/ 28623 w 105203"/>
                  <a:gd name="connsiteY45" fmla="*/ 95917 h 104965"/>
                  <a:gd name="connsiteX46" fmla="*/ 9049 w 105203"/>
                  <a:gd name="connsiteY46" fmla="*/ 76343 h 104965"/>
                  <a:gd name="connsiteX47" fmla="*/ 9049 w 105203"/>
                  <a:gd name="connsiteY47" fmla="*/ 28623 h 104965"/>
                  <a:gd name="connsiteX48" fmla="*/ 28623 w 105203"/>
                  <a:gd name="connsiteY48" fmla="*/ 9049 h 104965"/>
                  <a:gd name="connsiteX49" fmla="*/ 28623 w 105203"/>
                  <a:gd name="connsiteY49" fmla="*/ 9049 h 104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05203" h="104965">
                    <a:moveTo>
                      <a:pt x="28384" y="0"/>
                    </a:moveTo>
                    <a:lnTo>
                      <a:pt x="76819" y="0"/>
                    </a:lnTo>
                    <a:cubicBezTo>
                      <a:pt x="92392" y="0"/>
                      <a:pt x="105204" y="12811"/>
                      <a:pt x="105204" y="28385"/>
                    </a:cubicBezTo>
                    <a:lnTo>
                      <a:pt x="105204" y="76581"/>
                    </a:lnTo>
                    <a:cubicBezTo>
                      <a:pt x="105204" y="92154"/>
                      <a:pt x="92392" y="104966"/>
                      <a:pt x="76819" y="104966"/>
                    </a:cubicBezTo>
                    <a:lnTo>
                      <a:pt x="28384" y="104966"/>
                    </a:lnTo>
                    <a:cubicBezTo>
                      <a:pt x="12811" y="104966"/>
                      <a:pt x="0" y="92154"/>
                      <a:pt x="0" y="76581"/>
                    </a:cubicBezTo>
                    <a:lnTo>
                      <a:pt x="0" y="28385"/>
                    </a:lnTo>
                    <a:cubicBezTo>
                      <a:pt x="0" y="12811"/>
                      <a:pt x="12811" y="0"/>
                      <a:pt x="28384" y="0"/>
                    </a:cubicBezTo>
                    <a:lnTo>
                      <a:pt x="28384" y="0"/>
                    </a:lnTo>
                    <a:close/>
                    <a:moveTo>
                      <a:pt x="80867" y="18336"/>
                    </a:moveTo>
                    <a:lnTo>
                      <a:pt x="80867" y="18336"/>
                    </a:lnTo>
                    <a:cubicBezTo>
                      <a:pt x="84153" y="18336"/>
                      <a:pt x="86916" y="21098"/>
                      <a:pt x="86916" y="24384"/>
                    </a:cubicBezTo>
                    <a:lnTo>
                      <a:pt x="86916" y="24384"/>
                    </a:lnTo>
                    <a:cubicBezTo>
                      <a:pt x="86916" y="27670"/>
                      <a:pt x="84153" y="30432"/>
                      <a:pt x="80867" y="30432"/>
                    </a:cubicBezTo>
                    <a:lnTo>
                      <a:pt x="80867" y="30432"/>
                    </a:lnTo>
                    <a:cubicBezTo>
                      <a:pt x="77343" y="30432"/>
                      <a:pt x="74819" y="27670"/>
                      <a:pt x="74819" y="24384"/>
                    </a:cubicBezTo>
                    <a:lnTo>
                      <a:pt x="74819" y="24384"/>
                    </a:lnTo>
                    <a:cubicBezTo>
                      <a:pt x="74819" y="21098"/>
                      <a:pt x="77343" y="18336"/>
                      <a:pt x="80867" y="18336"/>
                    </a:cubicBezTo>
                    <a:lnTo>
                      <a:pt x="80867" y="18336"/>
                    </a:lnTo>
                    <a:close/>
                    <a:moveTo>
                      <a:pt x="52483" y="23860"/>
                    </a:moveTo>
                    <a:lnTo>
                      <a:pt x="52721" y="23860"/>
                    </a:lnTo>
                    <a:cubicBezTo>
                      <a:pt x="68294" y="23860"/>
                      <a:pt x="81343" y="36909"/>
                      <a:pt x="81343" y="52483"/>
                    </a:cubicBezTo>
                    <a:lnTo>
                      <a:pt x="81343" y="52483"/>
                    </a:lnTo>
                    <a:cubicBezTo>
                      <a:pt x="81343" y="68294"/>
                      <a:pt x="68294" y="81105"/>
                      <a:pt x="52721" y="81105"/>
                    </a:cubicBezTo>
                    <a:lnTo>
                      <a:pt x="52483" y="81105"/>
                    </a:lnTo>
                    <a:cubicBezTo>
                      <a:pt x="36909" y="81105"/>
                      <a:pt x="24098" y="68294"/>
                      <a:pt x="24098" y="52483"/>
                    </a:cubicBezTo>
                    <a:lnTo>
                      <a:pt x="24098" y="52483"/>
                    </a:lnTo>
                    <a:cubicBezTo>
                      <a:pt x="24098" y="36909"/>
                      <a:pt x="36909" y="23860"/>
                      <a:pt x="52483" y="23860"/>
                    </a:cubicBezTo>
                    <a:lnTo>
                      <a:pt x="52483" y="23860"/>
                    </a:lnTo>
                    <a:close/>
                    <a:moveTo>
                      <a:pt x="52483" y="33623"/>
                    </a:moveTo>
                    <a:lnTo>
                      <a:pt x="52721" y="33623"/>
                    </a:lnTo>
                    <a:cubicBezTo>
                      <a:pt x="63008" y="33623"/>
                      <a:pt x="71533" y="42148"/>
                      <a:pt x="71533" y="52435"/>
                    </a:cubicBezTo>
                    <a:lnTo>
                      <a:pt x="71533" y="52435"/>
                    </a:lnTo>
                    <a:cubicBezTo>
                      <a:pt x="71533" y="62960"/>
                      <a:pt x="63008" y="71533"/>
                      <a:pt x="52721" y="71533"/>
                    </a:cubicBezTo>
                    <a:lnTo>
                      <a:pt x="52483" y="71533"/>
                    </a:lnTo>
                    <a:cubicBezTo>
                      <a:pt x="42196" y="71533"/>
                      <a:pt x="33671" y="63008"/>
                      <a:pt x="33671" y="52435"/>
                    </a:cubicBezTo>
                    <a:lnTo>
                      <a:pt x="33671" y="52435"/>
                    </a:lnTo>
                    <a:cubicBezTo>
                      <a:pt x="33671" y="42148"/>
                      <a:pt x="42196" y="33623"/>
                      <a:pt x="52483" y="33623"/>
                    </a:cubicBezTo>
                    <a:lnTo>
                      <a:pt x="52483" y="33623"/>
                    </a:lnTo>
                    <a:close/>
                    <a:moveTo>
                      <a:pt x="28623" y="9049"/>
                    </a:moveTo>
                    <a:lnTo>
                      <a:pt x="76581" y="9049"/>
                    </a:lnTo>
                    <a:cubicBezTo>
                      <a:pt x="87392" y="9049"/>
                      <a:pt x="96155" y="17812"/>
                      <a:pt x="96155" y="28623"/>
                    </a:cubicBezTo>
                    <a:lnTo>
                      <a:pt x="96155" y="76343"/>
                    </a:lnTo>
                    <a:cubicBezTo>
                      <a:pt x="96155" y="87154"/>
                      <a:pt x="87392" y="95917"/>
                      <a:pt x="76581" y="95917"/>
                    </a:cubicBezTo>
                    <a:lnTo>
                      <a:pt x="28623" y="95917"/>
                    </a:lnTo>
                    <a:cubicBezTo>
                      <a:pt x="17812" y="95917"/>
                      <a:pt x="9049" y="87154"/>
                      <a:pt x="9049" y="76343"/>
                    </a:cubicBezTo>
                    <a:lnTo>
                      <a:pt x="9049" y="28623"/>
                    </a:lnTo>
                    <a:cubicBezTo>
                      <a:pt x="9049" y="17812"/>
                      <a:pt x="17812" y="9049"/>
                      <a:pt x="28623" y="9049"/>
                    </a:cubicBezTo>
                    <a:lnTo>
                      <a:pt x="28623" y="9049"/>
                    </a:lnTo>
                    <a:close/>
                  </a:path>
                </a:pathLst>
              </a:custGeom>
              <a:solidFill>
                <a:srgbClr val="FFFFFF"/>
              </a:solidFill>
              <a:ln w="4763" cap="flat">
                <a:noFill/>
                <a:prstDash val="solid"/>
                <a:miter/>
              </a:ln>
            </p:spPr>
            <p:txBody>
              <a:bodyPr rtlCol="0" anchor="ctr"/>
              <a:lstStyle/>
              <a:p>
                <a:endParaRPr lang="en-AU"/>
              </a:p>
            </p:txBody>
          </p:sp>
        </p:grpSp>
        <p:grpSp>
          <p:nvGrpSpPr>
            <p:cNvPr id="24" name="Graphic 3">
              <a:extLst>
                <a:ext uri="{FF2B5EF4-FFF2-40B4-BE49-F238E27FC236}">
                  <a16:creationId xmlns:a16="http://schemas.microsoft.com/office/drawing/2014/main" id="{1E38CE80-668F-33FD-4068-4CE84CB701AD}"/>
                </a:ext>
              </a:extLst>
            </p:cNvPr>
            <p:cNvGrpSpPr/>
            <p:nvPr/>
          </p:nvGrpSpPr>
          <p:grpSpPr>
            <a:xfrm>
              <a:off x="217360" y="4600908"/>
              <a:ext cx="171354" cy="171354"/>
              <a:chOff x="217360" y="4600908"/>
              <a:chExt cx="171354" cy="171354"/>
            </a:xfrm>
            <a:solidFill>
              <a:srgbClr val="FFFFFF"/>
            </a:solidFill>
          </p:grpSpPr>
          <p:sp>
            <p:nvSpPr>
              <p:cNvPr id="25" name="Freeform: Shape 24">
                <a:extLst>
                  <a:ext uri="{FF2B5EF4-FFF2-40B4-BE49-F238E27FC236}">
                    <a16:creationId xmlns:a16="http://schemas.microsoft.com/office/drawing/2014/main" id="{DC5C4339-27F3-3A60-4691-313A45B4636F}"/>
                  </a:ext>
                </a:extLst>
              </p:cNvPr>
              <p:cNvSpPr/>
              <p:nvPr/>
            </p:nvSpPr>
            <p:spPr>
              <a:xfrm>
                <a:off x="217360" y="4600908"/>
                <a:ext cx="171354" cy="171354"/>
              </a:xfrm>
              <a:custGeom>
                <a:avLst/>
                <a:gdLst>
                  <a:gd name="connsiteX0" fmla="*/ 85677 w 171354"/>
                  <a:gd name="connsiteY0" fmla="*/ 171355 h 171354"/>
                  <a:gd name="connsiteX1" fmla="*/ 0 w 171354"/>
                  <a:gd name="connsiteY1" fmla="*/ 85677 h 171354"/>
                  <a:gd name="connsiteX2" fmla="*/ 85677 w 171354"/>
                  <a:gd name="connsiteY2" fmla="*/ 0 h 171354"/>
                  <a:gd name="connsiteX3" fmla="*/ 171355 w 171354"/>
                  <a:gd name="connsiteY3" fmla="*/ 85677 h 171354"/>
                  <a:gd name="connsiteX4" fmla="*/ 85677 w 171354"/>
                  <a:gd name="connsiteY4" fmla="*/ 171355 h 171354"/>
                  <a:gd name="connsiteX5" fmla="*/ 85677 w 171354"/>
                  <a:gd name="connsiteY5" fmla="*/ 6620 h 171354"/>
                  <a:gd name="connsiteX6" fmla="*/ 6620 w 171354"/>
                  <a:gd name="connsiteY6" fmla="*/ 85677 h 171354"/>
                  <a:gd name="connsiteX7" fmla="*/ 85677 w 171354"/>
                  <a:gd name="connsiteY7" fmla="*/ 164735 h 171354"/>
                  <a:gd name="connsiteX8" fmla="*/ 164735 w 171354"/>
                  <a:gd name="connsiteY8" fmla="*/ 85677 h 171354"/>
                  <a:gd name="connsiteX9" fmla="*/ 85677 w 171354"/>
                  <a:gd name="connsiteY9" fmla="*/ 6620 h 171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54" h="171354">
                    <a:moveTo>
                      <a:pt x="85677" y="171355"/>
                    </a:moveTo>
                    <a:cubicBezTo>
                      <a:pt x="38433" y="171355"/>
                      <a:pt x="0" y="132921"/>
                      <a:pt x="0" y="85677"/>
                    </a:cubicBezTo>
                    <a:cubicBezTo>
                      <a:pt x="0" y="38433"/>
                      <a:pt x="38433" y="0"/>
                      <a:pt x="85677" y="0"/>
                    </a:cubicBezTo>
                    <a:cubicBezTo>
                      <a:pt x="132921" y="0"/>
                      <a:pt x="171355" y="38433"/>
                      <a:pt x="171355" y="85677"/>
                    </a:cubicBezTo>
                    <a:cubicBezTo>
                      <a:pt x="171355" y="132921"/>
                      <a:pt x="132921" y="171355"/>
                      <a:pt x="85677" y="171355"/>
                    </a:cubicBezTo>
                    <a:close/>
                    <a:moveTo>
                      <a:pt x="85677" y="6620"/>
                    </a:moveTo>
                    <a:cubicBezTo>
                      <a:pt x="42101" y="6620"/>
                      <a:pt x="6620" y="42101"/>
                      <a:pt x="6620" y="85677"/>
                    </a:cubicBezTo>
                    <a:cubicBezTo>
                      <a:pt x="6620" y="129254"/>
                      <a:pt x="42101" y="164735"/>
                      <a:pt x="85677" y="164735"/>
                    </a:cubicBezTo>
                    <a:cubicBezTo>
                      <a:pt x="129254" y="164735"/>
                      <a:pt x="164735" y="129254"/>
                      <a:pt x="164735" y="85677"/>
                    </a:cubicBezTo>
                    <a:cubicBezTo>
                      <a:pt x="164735" y="42101"/>
                      <a:pt x="129254" y="6620"/>
                      <a:pt x="85677" y="6620"/>
                    </a:cubicBezTo>
                    <a:close/>
                  </a:path>
                </a:pathLst>
              </a:custGeom>
              <a:solidFill>
                <a:srgbClr val="FFFFFF"/>
              </a:solidFill>
              <a:ln w="4763" cap="flat">
                <a:noFill/>
                <a:prstDash val="solid"/>
                <a:miter/>
              </a:ln>
            </p:spPr>
            <p:txBody>
              <a:bodyPr rtlCol="0" anchor="ctr"/>
              <a:lstStyle/>
              <a:p>
                <a:endParaRPr lang="en-AU"/>
              </a:p>
            </p:txBody>
          </p:sp>
          <p:sp>
            <p:nvSpPr>
              <p:cNvPr id="26" name="Freeform: Shape 25">
                <a:extLst>
                  <a:ext uri="{FF2B5EF4-FFF2-40B4-BE49-F238E27FC236}">
                    <a16:creationId xmlns:a16="http://schemas.microsoft.com/office/drawing/2014/main" id="{4E0AF755-8025-9045-AFC0-345262DD6301}"/>
                  </a:ext>
                </a:extLst>
              </p:cNvPr>
              <p:cNvSpPr/>
              <p:nvPr/>
            </p:nvSpPr>
            <p:spPr>
              <a:xfrm>
                <a:off x="265223" y="4643008"/>
                <a:ext cx="75580" cy="76009"/>
              </a:xfrm>
              <a:custGeom>
                <a:avLst/>
                <a:gdLst>
                  <a:gd name="connsiteX0" fmla="*/ 1524 w 75580"/>
                  <a:gd name="connsiteY0" fmla="*/ 25527 h 76009"/>
                  <a:gd name="connsiteX1" fmla="*/ 16526 w 75580"/>
                  <a:gd name="connsiteY1" fmla="*/ 25527 h 76009"/>
                  <a:gd name="connsiteX2" fmla="*/ 16526 w 75580"/>
                  <a:gd name="connsiteY2" fmla="*/ 75914 h 76009"/>
                  <a:gd name="connsiteX3" fmla="*/ 1524 w 75580"/>
                  <a:gd name="connsiteY3" fmla="*/ 75914 h 76009"/>
                  <a:gd name="connsiteX4" fmla="*/ 1524 w 75580"/>
                  <a:gd name="connsiteY4" fmla="*/ 25527 h 76009"/>
                  <a:gd name="connsiteX5" fmla="*/ 8906 w 75580"/>
                  <a:gd name="connsiteY5" fmla="*/ 0 h 76009"/>
                  <a:gd name="connsiteX6" fmla="*/ 18002 w 75580"/>
                  <a:gd name="connsiteY6" fmla="*/ 9096 h 76009"/>
                  <a:gd name="connsiteX7" fmla="*/ 8906 w 75580"/>
                  <a:gd name="connsiteY7" fmla="*/ 18193 h 76009"/>
                  <a:gd name="connsiteX8" fmla="*/ 0 w 75580"/>
                  <a:gd name="connsiteY8" fmla="*/ 9096 h 76009"/>
                  <a:gd name="connsiteX9" fmla="*/ 8906 w 75580"/>
                  <a:gd name="connsiteY9" fmla="*/ 0 h 76009"/>
                  <a:gd name="connsiteX10" fmla="*/ 8906 w 75580"/>
                  <a:gd name="connsiteY10" fmla="*/ 0 h 76009"/>
                  <a:gd name="connsiteX11" fmla="*/ 25384 w 75580"/>
                  <a:gd name="connsiteY11" fmla="*/ 25527 h 76009"/>
                  <a:gd name="connsiteX12" fmla="*/ 40195 w 75580"/>
                  <a:gd name="connsiteY12" fmla="*/ 25527 h 76009"/>
                  <a:gd name="connsiteX13" fmla="*/ 40195 w 75580"/>
                  <a:gd name="connsiteY13" fmla="*/ 32575 h 76009"/>
                  <a:gd name="connsiteX14" fmla="*/ 54435 w 75580"/>
                  <a:gd name="connsiteY14" fmla="*/ 25003 h 76009"/>
                  <a:gd name="connsiteX15" fmla="*/ 58531 w 75580"/>
                  <a:gd name="connsiteY15" fmla="*/ 25003 h 76009"/>
                  <a:gd name="connsiteX16" fmla="*/ 75581 w 75580"/>
                  <a:gd name="connsiteY16" fmla="*/ 42053 h 76009"/>
                  <a:gd name="connsiteX17" fmla="*/ 75581 w 75580"/>
                  <a:gd name="connsiteY17" fmla="*/ 75962 h 76009"/>
                  <a:gd name="connsiteX18" fmla="*/ 60769 w 75580"/>
                  <a:gd name="connsiteY18" fmla="*/ 75962 h 76009"/>
                  <a:gd name="connsiteX19" fmla="*/ 60769 w 75580"/>
                  <a:gd name="connsiteY19" fmla="*/ 71342 h 76009"/>
                  <a:gd name="connsiteX20" fmla="*/ 60769 w 75580"/>
                  <a:gd name="connsiteY20" fmla="*/ 71342 h 76009"/>
                  <a:gd name="connsiteX21" fmla="*/ 60769 w 75580"/>
                  <a:gd name="connsiteY21" fmla="*/ 48768 h 76009"/>
                  <a:gd name="connsiteX22" fmla="*/ 60769 w 75580"/>
                  <a:gd name="connsiteY22" fmla="*/ 48768 h 76009"/>
                  <a:gd name="connsiteX23" fmla="*/ 50959 w 75580"/>
                  <a:gd name="connsiteY23" fmla="*/ 38576 h 76009"/>
                  <a:gd name="connsiteX24" fmla="*/ 50959 w 75580"/>
                  <a:gd name="connsiteY24" fmla="*/ 38576 h 76009"/>
                  <a:gd name="connsiteX25" fmla="*/ 40195 w 75580"/>
                  <a:gd name="connsiteY25" fmla="*/ 48768 h 76009"/>
                  <a:gd name="connsiteX26" fmla="*/ 40195 w 75580"/>
                  <a:gd name="connsiteY26" fmla="*/ 48768 h 76009"/>
                  <a:gd name="connsiteX27" fmla="*/ 40195 w 75580"/>
                  <a:gd name="connsiteY27" fmla="*/ 76009 h 76009"/>
                  <a:gd name="connsiteX28" fmla="*/ 25384 w 75580"/>
                  <a:gd name="connsiteY28" fmla="*/ 76009 h 76009"/>
                  <a:gd name="connsiteX29" fmla="*/ 25384 w 75580"/>
                  <a:gd name="connsiteY29" fmla="*/ 25622 h 76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75580" h="76009">
                    <a:moveTo>
                      <a:pt x="1524" y="25527"/>
                    </a:moveTo>
                    <a:lnTo>
                      <a:pt x="16526" y="25527"/>
                    </a:lnTo>
                    <a:lnTo>
                      <a:pt x="16526" y="75914"/>
                    </a:lnTo>
                    <a:lnTo>
                      <a:pt x="1524" y="75914"/>
                    </a:lnTo>
                    <a:lnTo>
                      <a:pt x="1524" y="25527"/>
                    </a:lnTo>
                    <a:close/>
                    <a:moveTo>
                      <a:pt x="8906" y="0"/>
                    </a:moveTo>
                    <a:cubicBezTo>
                      <a:pt x="13907" y="0"/>
                      <a:pt x="18002" y="4096"/>
                      <a:pt x="18002" y="9096"/>
                    </a:cubicBezTo>
                    <a:cubicBezTo>
                      <a:pt x="18002" y="14097"/>
                      <a:pt x="13907" y="18193"/>
                      <a:pt x="8906" y="18193"/>
                    </a:cubicBezTo>
                    <a:cubicBezTo>
                      <a:pt x="3905" y="18193"/>
                      <a:pt x="0" y="14097"/>
                      <a:pt x="0" y="9096"/>
                    </a:cubicBezTo>
                    <a:cubicBezTo>
                      <a:pt x="0" y="4096"/>
                      <a:pt x="3905" y="0"/>
                      <a:pt x="8906" y="0"/>
                    </a:cubicBezTo>
                    <a:lnTo>
                      <a:pt x="8906" y="0"/>
                    </a:lnTo>
                    <a:close/>
                    <a:moveTo>
                      <a:pt x="25384" y="25527"/>
                    </a:moveTo>
                    <a:lnTo>
                      <a:pt x="40195" y="25527"/>
                    </a:lnTo>
                    <a:lnTo>
                      <a:pt x="40195" y="32575"/>
                    </a:lnTo>
                    <a:cubicBezTo>
                      <a:pt x="43339" y="27956"/>
                      <a:pt x="48530" y="25003"/>
                      <a:pt x="54435" y="25003"/>
                    </a:cubicBezTo>
                    <a:lnTo>
                      <a:pt x="58531" y="25003"/>
                    </a:lnTo>
                    <a:cubicBezTo>
                      <a:pt x="67961" y="25003"/>
                      <a:pt x="75581" y="32766"/>
                      <a:pt x="75581" y="42053"/>
                    </a:cubicBezTo>
                    <a:lnTo>
                      <a:pt x="75581" y="75962"/>
                    </a:lnTo>
                    <a:lnTo>
                      <a:pt x="60769" y="75962"/>
                    </a:lnTo>
                    <a:lnTo>
                      <a:pt x="60769" y="71342"/>
                    </a:lnTo>
                    <a:lnTo>
                      <a:pt x="60769" y="71342"/>
                    </a:lnTo>
                    <a:lnTo>
                      <a:pt x="60769" y="48768"/>
                    </a:lnTo>
                    <a:lnTo>
                      <a:pt x="60769" y="48768"/>
                    </a:lnTo>
                    <a:cubicBezTo>
                      <a:pt x="60579" y="43005"/>
                      <a:pt x="56674" y="38576"/>
                      <a:pt x="50959" y="38576"/>
                    </a:cubicBezTo>
                    <a:lnTo>
                      <a:pt x="50959" y="38576"/>
                    </a:lnTo>
                    <a:cubicBezTo>
                      <a:pt x="45196" y="38576"/>
                      <a:pt x="40386" y="43005"/>
                      <a:pt x="40195" y="48768"/>
                    </a:cubicBezTo>
                    <a:lnTo>
                      <a:pt x="40195" y="48768"/>
                    </a:lnTo>
                    <a:lnTo>
                      <a:pt x="40195" y="76009"/>
                    </a:lnTo>
                    <a:lnTo>
                      <a:pt x="25384" y="76009"/>
                    </a:lnTo>
                    <a:lnTo>
                      <a:pt x="25384" y="25622"/>
                    </a:lnTo>
                    <a:close/>
                  </a:path>
                </a:pathLst>
              </a:custGeom>
              <a:solidFill>
                <a:srgbClr val="FFFFFF"/>
              </a:solidFill>
              <a:ln w="4763" cap="flat">
                <a:noFill/>
                <a:prstDash val="solid"/>
                <a:miter/>
              </a:ln>
            </p:spPr>
            <p:txBody>
              <a:bodyPr rtlCol="0" anchor="ctr"/>
              <a:lstStyle/>
              <a:p>
                <a:endParaRPr lang="en-AU"/>
              </a:p>
            </p:txBody>
          </p:sp>
        </p:grpSp>
        <p:grpSp>
          <p:nvGrpSpPr>
            <p:cNvPr id="27" name="Graphic 3">
              <a:extLst>
                <a:ext uri="{FF2B5EF4-FFF2-40B4-BE49-F238E27FC236}">
                  <a16:creationId xmlns:a16="http://schemas.microsoft.com/office/drawing/2014/main" id="{4AF81122-B682-3D4F-1692-03A9A1D0D0D9}"/>
                </a:ext>
              </a:extLst>
            </p:cNvPr>
            <p:cNvGrpSpPr/>
            <p:nvPr/>
          </p:nvGrpSpPr>
          <p:grpSpPr>
            <a:xfrm>
              <a:off x="991457" y="4600908"/>
              <a:ext cx="171354" cy="171354"/>
              <a:chOff x="991457" y="4600908"/>
              <a:chExt cx="171354" cy="171354"/>
            </a:xfrm>
            <a:solidFill>
              <a:srgbClr val="FFFFFF"/>
            </a:solidFill>
          </p:grpSpPr>
          <p:sp>
            <p:nvSpPr>
              <p:cNvPr id="28" name="Freeform: Shape 27">
                <a:extLst>
                  <a:ext uri="{FF2B5EF4-FFF2-40B4-BE49-F238E27FC236}">
                    <a16:creationId xmlns:a16="http://schemas.microsoft.com/office/drawing/2014/main" id="{C107F021-466F-02E9-8D53-CF6B99842509}"/>
                  </a:ext>
                </a:extLst>
              </p:cNvPr>
              <p:cNvSpPr/>
              <p:nvPr/>
            </p:nvSpPr>
            <p:spPr>
              <a:xfrm>
                <a:off x="991457" y="4600908"/>
                <a:ext cx="171354" cy="171354"/>
              </a:xfrm>
              <a:custGeom>
                <a:avLst/>
                <a:gdLst>
                  <a:gd name="connsiteX0" fmla="*/ 85677 w 171354"/>
                  <a:gd name="connsiteY0" fmla="*/ 171355 h 171354"/>
                  <a:gd name="connsiteX1" fmla="*/ 0 w 171354"/>
                  <a:gd name="connsiteY1" fmla="*/ 85677 h 171354"/>
                  <a:gd name="connsiteX2" fmla="*/ 85677 w 171354"/>
                  <a:gd name="connsiteY2" fmla="*/ 0 h 171354"/>
                  <a:gd name="connsiteX3" fmla="*/ 171355 w 171354"/>
                  <a:gd name="connsiteY3" fmla="*/ 85677 h 171354"/>
                  <a:gd name="connsiteX4" fmla="*/ 85677 w 171354"/>
                  <a:gd name="connsiteY4" fmla="*/ 171355 h 171354"/>
                  <a:gd name="connsiteX5" fmla="*/ 85677 w 171354"/>
                  <a:gd name="connsiteY5" fmla="*/ 6620 h 171354"/>
                  <a:gd name="connsiteX6" fmla="*/ 6620 w 171354"/>
                  <a:gd name="connsiteY6" fmla="*/ 85677 h 171354"/>
                  <a:gd name="connsiteX7" fmla="*/ 85677 w 171354"/>
                  <a:gd name="connsiteY7" fmla="*/ 164735 h 171354"/>
                  <a:gd name="connsiteX8" fmla="*/ 164735 w 171354"/>
                  <a:gd name="connsiteY8" fmla="*/ 85677 h 171354"/>
                  <a:gd name="connsiteX9" fmla="*/ 85677 w 171354"/>
                  <a:gd name="connsiteY9" fmla="*/ 6620 h 171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54" h="171354">
                    <a:moveTo>
                      <a:pt x="85677" y="171355"/>
                    </a:moveTo>
                    <a:cubicBezTo>
                      <a:pt x="38433" y="171355"/>
                      <a:pt x="0" y="132921"/>
                      <a:pt x="0" y="85677"/>
                    </a:cubicBezTo>
                    <a:cubicBezTo>
                      <a:pt x="0" y="38433"/>
                      <a:pt x="38433" y="0"/>
                      <a:pt x="85677" y="0"/>
                    </a:cubicBezTo>
                    <a:cubicBezTo>
                      <a:pt x="132921" y="0"/>
                      <a:pt x="171355" y="38433"/>
                      <a:pt x="171355" y="85677"/>
                    </a:cubicBezTo>
                    <a:cubicBezTo>
                      <a:pt x="171355" y="132921"/>
                      <a:pt x="132921" y="171355"/>
                      <a:pt x="85677" y="171355"/>
                    </a:cubicBezTo>
                    <a:close/>
                    <a:moveTo>
                      <a:pt x="85677" y="6620"/>
                    </a:moveTo>
                    <a:cubicBezTo>
                      <a:pt x="42101" y="6620"/>
                      <a:pt x="6620" y="42101"/>
                      <a:pt x="6620" y="85677"/>
                    </a:cubicBezTo>
                    <a:cubicBezTo>
                      <a:pt x="6620" y="129254"/>
                      <a:pt x="42101" y="164735"/>
                      <a:pt x="85677" y="164735"/>
                    </a:cubicBezTo>
                    <a:cubicBezTo>
                      <a:pt x="129254" y="164735"/>
                      <a:pt x="164735" y="129254"/>
                      <a:pt x="164735" y="85677"/>
                    </a:cubicBezTo>
                    <a:cubicBezTo>
                      <a:pt x="164735" y="42101"/>
                      <a:pt x="129254" y="6620"/>
                      <a:pt x="85677" y="6620"/>
                    </a:cubicBezTo>
                    <a:close/>
                  </a:path>
                </a:pathLst>
              </a:custGeom>
              <a:solidFill>
                <a:srgbClr val="FFFFFF"/>
              </a:solidFill>
              <a:ln w="4763" cap="flat">
                <a:noFill/>
                <a:prstDash val="solid"/>
                <a:miter/>
              </a:ln>
            </p:spPr>
            <p:txBody>
              <a:bodyPr rtlCol="0" anchor="ctr"/>
              <a:lstStyle/>
              <a:p>
                <a:endParaRPr lang="en-AU"/>
              </a:p>
            </p:txBody>
          </p:sp>
          <p:sp>
            <p:nvSpPr>
              <p:cNvPr id="29" name="Freeform: Shape 28">
                <a:extLst>
                  <a:ext uri="{FF2B5EF4-FFF2-40B4-BE49-F238E27FC236}">
                    <a16:creationId xmlns:a16="http://schemas.microsoft.com/office/drawing/2014/main" id="{0A6EAA11-2208-EDD8-E640-9C795B4DAED8}"/>
                  </a:ext>
                </a:extLst>
              </p:cNvPr>
              <p:cNvSpPr/>
              <p:nvPr/>
            </p:nvSpPr>
            <p:spPr>
              <a:xfrm>
                <a:off x="1026509" y="4650581"/>
                <a:ext cx="101441" cy="71723"/>
              </a:xfrm>
              <a:custGeom>
                <a:avLst/>
                <a:gdLst>
                  <a:gd name="connsiteX0" fmla="*/ 100251 w 101441"/>
                  <a:gd name="connsiteY0" fmla="*/ 15764 h 71723"/>
                  <a:gd name="connsiteX1" fmla="*/ 81105 w 101441"/>
                  <a:gd name="connsiteY1" fmla="*/ 1191 h 71723"/>
                  <a:gd name="connsiteX2" fmla="*/ 50721 w 101441"/>
                  <a:gd name="connsiteY2" fmla="*/ 0 h 71723"/>
                  <a:gd name="connsiteX3" fmla="*/ 20336 w 101441"/>
                  <a:gd name="connsiteY3" fmla="*/ 1191 h 71723"/>
                  <a:gd name="connsiteX4" fmla="*/ 1000 w 101441"/>
                  <a:gd name="connsiteY4" fmla="*/ 15764 h 71723"/>
                  <a:gd name="connsiteX5" fmla="*/ 0 w 101441"/>
                  <a:gd name="connsiteY5" fmla="*/ 35862 h 71723"/>
                  <a:gd name="connsiteX6" fmla="*/ 1000 w 101441"/>
                  <a:gd name="connsiteY6" fmla="*/ 55959 h 71723"/>
                  <a:gd name="connsiteX7" fmla="*/ 20336 w 101441"/>
                  <a:gd name="connsiteY7" fmla="*/ 70533 h 71723"/>
                  <a:gd name="connsiteX8" fmla="*/ 50721 w 101441"/>
                  <a:gd name="connsiteY8" fmla="*/ 71723 h 71723"/>
                  <a:gd name="connsiteX9" fmla="*/ 81105 w 101441"/>
                  <a:gd name="connsiteY9" fmla="*/ 70533 h 71723"/>
                  <a:gd name="connsiteX10" fmla="*/ 100251 w 101441"/>
                  <a:gd name="connsiteY10" fmla="*/ 55959 h 71723"/>
                  <a:gd name="connsiteX11" fmla="*/ 101441 w 101441"/>
                  <a:gd name="connsiteY11" fmla="*/ 35862 h 71723"/>
                  <a:gd name="connsiteX12" fmla="*/ 100251 w 101441"/>
                  <a:gd name="connsiteY12" fmla="*/ 15764 h 71723"/>
                  <a:gd name="connsiteX13" fmla="*/ 40481 w 101441"/>
                  <a:gd name="connsiteY13" fmla="*/ 51292 h 71723"/>
                  <a:gd name="connsiteX14" fmla="*/ 40481 w 101441"/>
                  <a:gd name="connsiteY14" fmla="*/ 20717 h 71723"/>
                  <a:gd name="connsiteX15" fmla="*/ 66913 w 101441"/>
                  <a:gd name="connsiteY15" fmla="*/ 35909 h 71723"/>
                  <a:gd name="connsiteX16" fmla="*/ 40481 w 101441"/>
                  <a:gd name="connsiteY16" fmla="*/ 51292 h 71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1441" h="71723">
                    <a:moveTo>
                      <a:pt x="100251" y="15764"/>
                    </a:moveTo>
                    <a:cubicBezTo>
                      <a:pt x="98679" y="4143"/>
                      <a:pt x="92774" y="2143"/>
                      <a:pt x="81105" y="1191"/>
                    </a:cubicBezTo>
                    <a:cubicBezTo>
                      <a:pt x="71057" y="381"/>
                      <a:pt x="59627" y="0"/>
                      <a:pt x="50721" y="0"/>
                    </a:cubicBezTo>
                    <a:cubicBezTo>
                      <a:pt x="41815" y="0"/>
                      <a:pt x="30194" y="381"/>
                      <a:pt x="20336" y="1191"/>
                    </a:cubicBezTo>
                    <a:cubicBezTo>
                      <a:pt x="8715" y="2191"/>
                      <a:pt x="2572" y="4143"/>
                      <a:pt x="1000" y="15764"/>
                    </a:cubicBezTo>
                    <a:cubicBezTo>
                      <a:pt x="429" y="21098"/>
                      <a:pt x="0" y="28384"/>
                      <a:pt x="0" y="35862"/>
                    </a:cubicBezTo>
                    <a:cubicBezTo>
                      <a:pt x="0" y="43339"/>
                      <a:pt x="381" y="50864"/>
                      <a:pt x="1000" y="55959"/>
                    </a:cubicBezTo>
                    <a:cubicBezTo>
                      <a:pt x="2572" y="67818"/>
                      <a:pt x="8715" y="69580"/>
                      <a:pt x="20336" y="70533"/>
                    </a:cubicBezTo>
                    <a:cubicBezTo>
                      <a:pt x="30194" y="71533"/>
                      <a:pt x="41815" y="71723"/>
                      <a:pt x="50721" y="71723"/>
                    </a:cubicBezTo>
                    <a:cubicBezTo>
                      <a:pt x="59627" y="71723"/>
                      <a:pt x="71057" y="71533"/>
                      <a:pt x="81105" y="70533"/>
                    </a:cubicBezTo>
                    <a:cubicBezTo>
                      <a:pt x="92726" y="69532"/>
                      <a:pt x="98679" y="67770"/>
                      <a:pt x="100251" y="55959"/>
                    </a:cubicBezTo>
                    <a:cubicBezTo>
                      <a:pt x="101060" y="50816"/>
                      <a:pt x="101441" y="43339"/>
                      <a:pt x="101441" y="35862"/>
                    </a:cubicBezTo>
                    <a:cubicBezTo>
                      <a:pt x="101441" y="28384"/>
                      <a:pt x="101060" y="21050"/>
                      <a:pt x="100251" y="15764"/>
                    </a:cubicBezTo>
                    <a:close/>
                    <a:moveTo>
                      <a:pt x="40481" y="51292"/>
                    </a:moveTo>
                    <a:lnTo>
                      <a:pt x="40481" y="20717"/>
                    </a:lnTo>
                    <a:lnTo>
                      <a:pt x="66913" y="35909"/>
                    </a:lnTo>
                    <a:lnTo>
                      <a:pt x="40481" y="51292"/>
                    </a:lnTo>
                    <a:close/>
                  </a:path>
                </a:pathLst>
              </a:custGeom>
              <a:solidFill>
                <a:srgbClr val="FFFFFF"/>
              </a:solidFill>
              <a:ln w="4763" cap="flat">
                <a:noFill/>
                <a:prstDash val="solid"/>
                <a:miter/>
              </a:ln>
            </p:spPr>
            <p:txBody>
              <a:bodyPr rtlCol="0" anchor="ctr"/>
              <a:lstStyle/>
              <a:p>
                <a:endParaRPr lang="en-AU"/>
              </a:p>
            </p:txBody>
          </p:sp>
        </p:grpSp>
      </p:grpSp>
      <p:sp>
        <p:nvSpPr>
          <p:cNvPr id="30" name="TextBox 29">
            <a:extLst>
              <a:ext uri="{FF2B5EF4-FFF2-40B4-BE49-F238E27FC236}">
                <a16:creationId xmlns:a16="http://schemas.microsoft.com/office/drawing/2014/main" id="{86AA1CEC-8694-F371-4526-F602B1F47D9A}"/>
              </a:ext>
            </a:extLst>
          </p:cNvPr>
          <p:cNvSpPr txBox="1"/>
          <p:nvPr userDrawn="1"/>
        </p:nvSpPr>
        <p:spPr>
          <a:xfrm>
            <a:off x="293584" y="4859373"/>
            <a:ext cx="3144375" cy="215444"/>
          </a:xfrm>
          <a:prstGeom prst="rect">
            <a:avLst/>
          </a:prstGeom>
          <a:noFill/>
        </p:spPr>
        <p:txBody>
          <a:bodyPr wrap="square" rtlCol="0">
            <a:spAutoFit/>
          </a:bodyPr>
          <a:lstStyle>
            <a:defPPr marR="0" lvl="0" algn="l" rtl="0">
              <a:lnSpc>
                <a:spcPct val="100000"/>
              </a:lnSpc>
              <a:spcBef>
                <a:spcPts val="0"/>
              </a:spcBef>
              <a:spcAft>
                <a:spcPts val="0"/>
              </a:spcAft>
            </a:defPPr>
            <a:lvl1pPr>
              <a:defRPr sz="700">
                <a:solidFill>
                  <a:schemeClr val="bg1"/>
                </a:solidFill>
                <a:effectLst/>
                <a:latin typeface="Verdana" panose="020B0604030504040204" pitchFamily="34" charset="0"/>
                <a:ea typeface="Verdana" panose="020B0604030504040204" pitchFamily="34" charset="0"/>
              </a:defRPr>
            </a:lvl1pPr>
          </a:lstStyle>
          <a:p>
            <a:pPr lvl="0"/>
            <a:r>
              <a:rPr lang="en-US" dirty="0"/>
              <a:t>Copyright © 2025 Ascendion. All rights reserved</a:t>
            </a:r>
          </a:p>
        </p:txBody>
      </p:sp>
      <p:sp>
        <p:nvSpPr>
          <p:cNvPr id="32" name="TextBox 31">
            <a:extLst>
              <a:ext uri="{FF2B5EF4-FFF2-40B4-BE49-F238E27FC236}">
                <a16:creationId xmlns:a16="http://schemas.microsoft.com/office/drawing/2014/main" id="{AFC12F17-3943-472C-84D7-BB4FCD6677D0}"/>
              </a:ext>
            </a:extLst>
          </p:cNvPr>
          <p:cNvSpPr txBox="1"/>
          <p:nvPr userDrawn="1"/>
        </p:nvSpPr>
        <p:spPr>
          <a:xfrm>
            <a:off x="7464222" y="1251107"/>
            <a:ext cx="1531996" cy="2862322"/>
          </a:xfrm>
          <a:prstGeom prst="rect">
            <a:avLst/>
          </a:prstGeom>
          <a:noFill/>
        </p:spPr>
        <p:txBody>
          <a:bodyPr wrap="square">
            <a:spAutoFit/>
          </a:bodyPr>
          <a:lstStyle/>
          <a:p>
            <a:r>
              <a:rPr lang="en-US" sz="900" dirty="0">
                <a:solidFill>
                  <a:schemeClr val="bg1"/>
                </a:solidFill>
                <a:latin typeface="Verdana" panose="020B0604030504040204" pitchFamily="34" charset="0"/>
                <a:ea typeface="Verdana" panose="020B0604030504040204" pitchFamily="34" charset="0"/>
              </a:rPr>
              <a:t>Ascendion provides digital engineering services that power growth and deliver captivating experiences to consumers and employees. Our applied AI, engineering, cloud, data, experience design, and talent transformation capabilities accelerate innovation for Global 2000 clients. Headquartered in New Jersey, our workforce delivers solutions from around the globe. </a:t>
            </a:r>
          </a:p>
        </p:txBody>
      </p:sp>
      <p:sp>
        <p:nvSpPr>
          <p:cNvPr id="33" name="Google Shape;10;p2">
            <a:extLst>
              <a:ext uri="{FF2B5EF4-FFF2-40B4-BE49-F238E27FC236}">
                <a16:creationId xmlns:a16="http://schemas.microsoft.com/office/drawing/2014/main" id="{D543CF40-CA6C-AB12-3735-CF8AC652A545}"/>
              </a:ext>
            </a:extLst>
          </p:cNvPr>
          <p:cNvSpPr txBox="1">
            <a:spLocks noGrp="1"/>
          </p:cNvSpPr>
          <p:nvPr>
            <p:ph type="ctrTitle" hasCustomPrompt="1"/>
          </p:nvPr>
        </p:nvSpPr>
        <p:spPr>
          <a:xfrm>
            <a:off x="311708" y="2197678"/>
            <a:ext cx="3457652" cy="516890"/>
          </a:xfrm>
          <a:prstGeom prst="rect">
            <a:avLst/>
          </a:prstGeom>
        </p:spPr>
        <p:txBody>
          <a:bodyPr spcFirstLastPara="1" wrap="square" lIns="90000" tIns="90000" rIns="90000" bIns="36000" anchor="b" anchorCtr="0">
            <a:noAutofit/>
          </a:bodyPr>
          <a:lstStyle>
            <a:lvl1pPr lvl="0" algn="l">
              <a:spcBef>
                <a:spcPts val="0"/>
              </a:spcBef>
              <a:spcAft>
                <a:spcPts val="0"/>
              </a:spcAft>
              <a:buSzPts val="5200"/>
              <a:buNone/>
              <a:defRPr sz="2800" b="1">
                <a:solidFill>
                  <a:schemeClr val="bg1"/>
                </a:solidFill>
                <a:latin typeface="PP Neue Machina Plain Ultrabold" pitchFamily="50" charset="0"/>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r>
              <a:rPr lang="en-IN" dirty="0"/>
              <a:t>Thank You</a:t>
            </a:r>
            <a:endParaRPr dirty="0"/>
          </a:p>
        </p:txBody>
      </p:sp>
    </p:spTree>
    <p:extLst>
      <p:ext uri="{BB962C8B-B14F-4D97-AF65-F5344CB8AC3E}">
        <p14:creationId xmlns:p14="http://schemas.microsoft.com/office/powerpoint/2010/main" val="4181034119"/>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slide" preserve="1" userDrawn="1">
  <p:cSld name="1_Title slide">
    <p:bg>
      <p:bgPr>
        <a:solidFill>
          <a:schemeClr val="bg1"/>
        </a:solidFill>
        <a:effectLst/>
      </p:bgPr>
    </p:bg>
    <p:spTree>
      <p:nvGrpSpPr>
        <p:cNvPr id="1" name="Shape 9"/>
        <p:cNvGrpSpPr/>
        <p:nvPr/>
      </p:nvGrpSpPr>
      <p:grpSpPr>
        <a:xfrm>
          <a:off x="0" y="0"/>
          <a:ext cx="0" cy="0"/>
          <a:chOff x="0" y="0"/>
          <a:chExt cx="0" cy="0"/>
        </a:xfrm>
      </p:grpSpPr>
      <p:sp>
        <p:nvSpPr>
          <p:cNvPr id="2" name="Picture Placeholder 2">
            <a:extLst>
              <a:ext uri="{FF2B5EF4-FFF2-40B4-BE49-F238E27FC236}">
                <a16:creationId xmlns:a16="http://schemas.microsoft.com/office/drawing/2014/main" id="{E24EB988-1B3E-4E16-DFC4-94BCB32833AA}"/>
              </a:ext>
            </a:extLst>
          </p:cNvPr>
          <p:cNvSpPr>
            <a:spLocks noGrp="1"/>
          </p:cNvSpPr>
          <p:nvPr>
            <p:ph type="pic" sz="quarter" idx="13" hasCustomPrompt="1"/>
          </p:nvPr>
        </p:nvSpPr>
        <p:spPr>
          <a:xfrm>
            <a:off x="4552315" y="-13971"/>
            <a:ext cx="4592161" cy="4477544"/>
          </a:xfrm>
          <a:custGeom>
            <a:avLst/>
            <a:gdLst>
              <a:gd name="connsiteX0" fmla="*/ 0 w 9144000"/>
              <a:gd name="connsiteY0" fmla="*/ 0 h 4442826"/>
              <a:gd name="connsiteX1" fmla="*/ 9144000 w 9144000"/>
              <a:gd name="connsiteY1" fmla="*/ 0 h 4442826"/>
              <a:gd name="connsiteX2" fmla="*/ 9144000 w 9144000"/>
              <a:gd name="connsiteY2" fmla="*/ 4442826 h 4442826"/>
              <a:gd name="connsiteX3" fmla="*/ 0 w 9144000"/>
              <a:gd name="connsiteY3" fmla="*/ 4442826 h 4442826"/>
              <a:gd name="connsiteX4" fmla="*/ 0 w 9144000"/>
              <a:gd name="connsiteY4" fmla="*/ 0 h 4442826"/>
              <a:gd name="connsiteX0" fmla="*/ 0 w 9151620"/>
              <a:gd name="connsiteY0" fmla="*/ 0 h 4458066"/>
              <a:gd name="connsiteX1" fmla="*/ 9144000 w 9151620"/>
              <a:gd name="connsiteY1" fmla="*/ 0 h 4458066"/>
              <a:gd name="connsiteX2" fmla="*/ 9151620 w 9151620"/>
              <a:gd name="connsiteY2" fmla="*/ 4458066 h 4458066"/>
              <a:gd name="connsiteX3" fmla="*/ 0 w 9151620"/>
              <a:gd name="connsiteY3" fmla="*/ 4442826 h 4458066"/>
              <a:gd name="connsiteX4" fmla="*/ 0 w 9151620"/>
              <a:gd name="connsiteY4"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0 w 9151620"/>
              <a:gd name="connsiteY4" fmla="*/ 4442826 h 4458066"/>
              <a:gd name="connsiteX5" fmla="*/ 0 w 9151620"/>
              <a:gd name="connsiteY5"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7551420 w 9151620"/>
              <a:gd name="connsiteY4" fmla="*/ 4436111 h 4458066"/>
              <a:gd name="connsiteX5" fmla="*/ 0 w 9151620"/>
              <a:gd name="connsiteY5" fmla="*/ 4442826 h 4458066"/>
              <a:gd name="connsiteX6" fmla="*/ 0 w 9151620"/>
              <a:gd name="connsiteY6"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8282940 w 9151620"/>
              <a:gd name="connsiteY4" fmla="*/ 4436111 h 4458066"/>
              <a:gd name="connsiteX5" fmla="*/ 7551420 w 9151620"/>
              <a:gd name="connsiteY5" fmla="*/ 4436111 h 4458066"/>
              <a:gd name="connsiteX6" fmla="*/ 0 w 9151620"/>
              <a:gd name="connsiteY6" fmla="*/ 4442826 h 4458066"/>
              <a:gd name="connsiteX7" fmla="*/ 0 w 9151620"/>
              <a:gd name="connsiteY7"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8260080 w 9151620"/>
              <a:gd name="connsiteY4" fmla="*/ 4306571 h 4458066"/>
              <a:gd name="connsiteX5" fmla="*/ 7551420 w 9151620"/>
              <a:gd name="connsiteY5" fmla="*/ 4436111 h 4458066"/>
              <a:gd name="connsiteX6" fmla="*/ 0 w 9151620"/>
              <a:gd name="connsiteY6" fmla="*/ 4442826 h 4458066"/>
              <a:gd name="connsiteX7" fmla="*/ 0 w 9151620"/>
              <a:gd name="connsiteY7" fmla="*/ 0 h 4458066"/>
              <a:gd name="connsiteX0" fmla="*/ 0 w 9151620"/>
              <a:gd name="connsiteY0" fmla="*/ 0 h 4462781"/>
              <a:gd name="connsiteX1" fmla="*/ 9144000 w 9151620"/>
              <a:gd name="connsiteY1" fmla="*/ 0 h 4462781"/>
              <a:gd name="connsiteX2" fmla="*/ 9151620 w 9151620"/>
              <a:gd name="connsiteY2" fmla="*/ 4458066 h 4462781"/>
              <a:gd name="connsiteX3" fmla="*/ 8941594 w 9151620"/>
              <a:gd name="connsiteY3" fmla="*/ 4462781 h 4462781"/>
              <a:gd name="connsiteX4" fmla="*/ 8260080 w 9151620"/>
              <a:gd name="connsiteY4" fmla="*/ 4306571 h 4462781"/>
              <a:gd name="connsiteX5" fmla="*/ 7551420 w 9151620"/>
              <a:gd name="connsiteY5" fmla="*/ 4436111 h 4462781"/>
              <a:gd name="connsiteX6" fmla="*/ 0 w 9151620"/>
              <a:gd name="connsiteY6" fmla="*/ 4442826 h 4462781"/>
              <a:gd name="connsiteX7" fmla="*/ 0 w 9151620"/>
              <a:gd name="connsiteY7" fmla="*/ 0 h 4462781"/>
              <a:gd name="connsiteX0" fmla="*/ 0 w 9151620"/>
              <a:gd name="connsiteY0" fmla="*/ 0 h 4462781"/>
              <a:gd name="connsiteX1" fmla="*/ 9144000 w 9151620"/>
              <a:gd name="connsiteY1" fmla="*/ 0 h 4462781"/>
              <a:gd name="connsiteX2" fmla="*/ 9151620 w 9151620"/>
              <a:gd name="connsiteY2" fmla="*/ 4458066 h 4462781"/>
              <a:gd name="connsiteX3" fmla="*/ 8941594 w 9151620"/>
              <a:gd name="connsiteY3" fmla="*/ 4462781 h 4462781"/>
              <a:gd name="connsiteX4" fmla="*/ 8260080 w 9151620"/>
              <a:gd name="connsiteY4" fmla="*/ 4306571 h 4462781"/>
              <a:gd name="connsiteX5" fmla="*/ 7556182 w 9151620"/>
              <a:gd name="connsiteY5" fmla="*/ 4462304 h 4462781"/>
              <a:gd name="connsiteX6" fmla="*/ 0 w 9151620"/>
              <a:gd name="connsiteY6" fmla="*/ 4442826 h 4462781"/>
              <a:gd name="connsiteX7" fmla="*/ 0 w 9151620"/>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41594 w 9144476"/>
              <a:gd name="connsiteY3" fmla="*/ 4462781 h 4462781"/>
              <a:gd name="connsiteX4" fmla="*/ 8260080 w 9144476"/>
              <a:gd name="connsiteY4" fmla="*/ 4306571 h 4462781"/>
              <a:gd name="connsiteX5" fmla="*/ 7556182 w 9144476"/>
              <a:gd name="connsiteY5" fmla="*/ 4462304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41594 w 9144476"/>
              <a:gd name="connsiteY3" fmla="*/ 4462781 h 4462781"/>
              <a:gd name="connsiteX4" fmla="*/ 8260080 w 9144476"/>
              <a:gd name="connsiteY4" fmla="*/ 4306571 h 4462781"/>
              <a:gd name="connsiteX5" fmla="*/ 7541895 w 9144476"/>
              <a:gd name="connsiteY5" fmla="*/ 4452779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53500 w 9144476"/>
              <a:gd name="connsiteY3" fmla="*/ 4462781 h 4462781"/>
              <a:gd name="connsiteX4" fmla="*/ 8260080 w 9144476"/>
              <a:gd name="connsiteY4" fmla="*/ 4306571 h 4462781"/>
              <a:gd name="connsiteX5" fmla="*/ 7541895 w 9144476"/>
              <a:gd name="connsiteY5" fmla="*/ 4452779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53500 w 9144476"/>
              <a:gd name="connsiteY3" fmla="*/ 4462781 h 4462781"/>
              <a:gd name="connsiteX4" fmla="*/ 8260080 w 9144476"/>
              <a:gd name="connsiteY4" fmla="*/ 4306571 h 4462781"/>
              <a:gd name="connsiteX5" fmla="*/ 7541895 w 9144476"/>
              <a:gd name="connsiteY5" fmla="*/ 4452779 h 4462781"/>
              <a:gd name="connsiteX6" fmla="*/ 4584700 w 9144476"/>
              <a:gd name="connsiteY6" fmla="*/ 4455526 h 4462781"/>
              <a:gd name="connsiteX7" fmla="*/ 0 w 9144476"/>
              <a:gd name="connsiteY7" fmla="*/ 0 h 4462781"/>
              <a:gd name="connsiteX0" fmla="*/ 0 w 4597876"/>
              <a:gd name="connsiteY0" fmla="*/ 0 h 4475481"/>
              <a:gd name="connsiteX1" fmla="*/ 4597400 w 4597876"/>
              <a:gd name="connsiteY1" fmla="*/ 12700 h 4475481"/>
              <a:gd name="connsiteX2" fmla="*/ 4597876 w 4597876"/>
              <a:gd name="connsiteY2" fmla="*/ 4470766 h 4475481"/>
              <a:gd name="connsiteX3" fmla="*/ 4406900 w 4597876"/>
              <a:gd name="connsiteY3" fmla="*/ 4475481 h 4475481"/>
              <a:gd name="connsiteX4" fmla="*/ 3713480 w 4597876"/>
              <a:gd name="connsiteY4" fmla="*/ 4319271 h 4475481"/>
              <a:gd name="connsiteX5" fmla="*/ 2995295 w 4597876"/>
              <a:gd name="connsiteY5" fmla="*/ 4465479 h 4475481"/>
              <a:gd name="connsiteX6" fmla="*/ 38100 w 4597876"/>
              <a:gd name="connsiteY6" fmla="*/ 4468226 h 4475481"/>
              <a:gd name="connsiteX7" fmla="*/ 0 w 4597876"/>
              <a:gd name="connsiteY7" fmla="*/ 0 h 4475481"/>
              <a:gd name="connsiteX0" fmla="*/ 0 w 4597876"/>
              <a:gd name="connsiteY0" fmla="*/ 0 h 4490879"/>
              <a:gd name="connsiteX1" fmla="*/ 4597400 w 4597876"/>
              <a:gd name="connsiteY1" fmla="*/ 12700 h 4490879"/>
              <a:gd name="connsiteX2" fmla="*/ 4597876 w 4597876"/>
              <a:gd name="connsiteY2" fmla="*/ 4470766 h 4490879"/>
              <a:gd name="connsiteX3" fmla="*/ 4406900 w 4597876"/>
              <a:gd name="connsiteY3" fmla="*/ 4475481 h 4490879"/>
              <a:gd name="connsiteX4" fmla="*/ 3713480 w 4597876"/>
              <a:gd name="connsiteY4" fmla="*/ 4319271 h 4490879"/>
              <a:gd name="connsiteX5" fmla="*/ 3020695 w 4597876"/>
              <a:gd name="connsiteY5" fmla="*/ 4490879 h 4490879"/>
              <a:gd name="connsiteX6" fmla="*/ 38100 w 4597876"/>
              <a:gd name="connsiteY6" fmla="*/ 4468226 h 4490879"/>
              <a:gd name="connsiteX7" fmla="*/ 0 w 4597876"/>
              <a:gd name="connsiteY7" fmla="*/ 0 h 4490879"/>
              <a:gd name="connsiteX0" fmla="*/ 0 w 4597876"/>
              <a:gd name="connsiteY0" fmla="*/ 0 h 4479449"/>
              <a:gd name="connsiteX1" fmla="*/ 4597400 w 4597876"/>
              <a:gd name="connsiteY1" fmla="*/ 12700 h 4479449"/>
              <a:gd name="connsiteX2" fmla="*/ 4597876 w 4597876"/>
              <a:gd name="connsiteY2" fmla="*/ 4470766 h 4479449"/>
              <a:gd name="connsiteX3" fmla="*/ 4406900 w 4597876"/>
              <a:gd name="connsiteY3" fmla="*/ 4475481 h 4479449"/>
              <a:gd name="connsiteX4" fmla="*/ 3713480 w 4597876"/>
              <a:gd name="connsiteY4" fmla="*/ 4319271 h 4479449"/>
              <a:gd name="connsiteX5" fmla="*/ 2999740 w 4597876"/>
              <a:gd name="connsiteY5" fmla="*/ 4479449 h 4479449"/>
              <a:gd name="connsiteX6" fmla="*/ 38100 w 4597876"/>
              <a:gd name="connsiteY6" fmla="*/ 4468226 h 4479449"/>
              <a:gd name="connsiteX7" fmla="*/ 0 w 4597876"/>
              <a:gd name="connsiteY7" fmla="*/ 0 h 4479449"/>
              <a:gd name="connsiteX0" fmla="*/ 0 w 4597876"/>
              <a:gd name="connsiteY0" fmla="*/ 0 h 4477544"/>
              <a:gd name="connsiteX1" fmla="*/ 4597400 w 4597876"/>
              <a:gd name="connsiteY1" fmla="*/ 12700 h 4477544"/>
              <a:gd name="connsiteX2" fmla="*/ 4597876 w 4597876"/>
              <a:gd name="connsiteY2" fmla="*/ 4470766 h 4477544"/>
              <a:gd name="connsiteX3" fmla="*/ 4406900 w 4597876"/>
              <a:gd name="connsiteY3" fmla="*/ 4475481 h 4477544"/>
              <a:gd name="connsiteX4" fmla="*/ 3713480 w 4597876"/>
              <a:gd name="connsiteY4" fmla="*/ 4319271 h 4477544"/>
              <a:gd name="connsiteX5" fmla="*/ 2997835 w 4597876"/>
              <a:gd name="connsiteY5" fmla="*/ 4477544 h 4477544"/>
              <a:gd name="connsiteX6" fmla="*/ 38100 w 4597876"/>
              <a:gd name="connsiteY6" fmla="*/ 4468226 h 4477544"/>
              <a:gd name="connsiteX7" fmla="*/ 0 w 4597876"/>
              <a:gd name="connsiteY7" fmla="*/ 0 h 4477544"/>
              <a:gd name="connsiteX0" fmla="*/ 0 w 4597876"/>
              <a:gd name="connsiteY0" fmla="*/ 0 h 4477544"/>
              <a:gd name="connsiteX1" fmla="*/ 4597400 w 4597876"/>
              <a:gd name="connsiteY1" fmla="*/ 12700 h 4477544"/>
              <a:gd name="connsiteX2" fmla="*/ 4597876 w 4597876"/>
              <a:gd name="connsiteY2" fmla="*/ 4470766 h 4477544"/>
              <a:gd name="connsiteX3" fmla="*/ 4406900 w 4597876"/>
              <a:gd name="connsiteY3" fmla="*/ 4475481 h 4477544"/>
              <a:gd name="connsiteX4" fmla="*/ 3707765 w 4597876"/>
              <a:gd name="connsiteY4" fmla="*/ 4323081 h 4477544"/>
              <a:gd name="connsiteX5" fmla="*/ 2997835 w 4597876"/>
              <a:gd name="connsiteY5" fmla="*/ 4477544 h 4477544"/>
              <a:gd name="connsiteX6" fmla="*/ 38100 w 4597876"/>
              <a:gd name="connsiteY6" fmla="*/ 4468226 h 4477544"/>
              <a:gd name="connsiteX7" fmla="*/ 0 w 4597876"/>
              <a:gd name="connsiteY7" fmla="*/ 0 h 4477544"/>
              <a:gd name="connsiteX0" fmla="*/ 0 w 4592161"/>
              <a:gd name="connsiteY0" fmla="*/ 0 h 4477544"/>
              <a:gd name="connsiteX1" fmla="*/ 4591685 w 4592161"/>
              <a:gd name="connsiteY1" fmla="*/ 12700 h 4477544"/>
              <a:gd name="connsiteX2" fmla="*/ 4592161 w 4592161"/>
              <a:gd name="connsiteY2" fmla="*/ 4470766 h 4477544"/>
              <a:gd name="connsiteX3" fmla="*/ 4401185 w 4592161"/>
              <a:gd name="connsiteY3" fmla="*/ 4475481 h 4477544"/>
              <a:gd name="connsiteX4" fmla="*/ 3702050 w 4592161"/>
              <a:gd name="connsiteY4" fmla="*/ 4323081 h 4477544"/>
              <a:gd name="connsiteX5" fmla="*/ 2992120 w 4592161"/>
              <a:gd name="connsiteY5" fmla="*/ 4477544 h 4477544"/>
              <a:gd name="connsiteX6" fmla="*/ 32385 w 4592161"/>
              <a:gd name="connsiteY6" fmla="*/ 4468226 h 4477544"/>
              <a:gd name="connsiteX7" fmla="*/ 0 w 4592161"/>
              <a:gd name="connsiteY7" fmla="*/ 0 h 4477544"/>
              <a:gd name="connsiteX0" fmla="*/ 0 w 4592161"/>
              <a:gd name="connsiteY0" fmla="*/ 0 h 4477544"/>
              <a:gd name="connsiteX1" fmla="*/ 4591685 w 4592161"/>
              <a:gd name="connsiteY1" fmla="*/ 12700 h 4477544"/>
              <a:gd name="connsiteX2" fmla="*/ 4592161 w 4592161"/>
              <a:gd name="connsiteY2" fmla="*/ 4470766 h 4477544"/>
              <a:gd name="connsiteX3" fmla="*/ 4401185 w 4592161"/>
              <a:gd name="connsiteY3" fmla="*/ 4475481 h 4477544"/>
              <a:gd name="connsiteX4" fmla="*/ 3702050 w 4592161"/>
              <a:gd name="connsiteY4" fmla="*/ 4323081 h 4477544"/>
              <a:gd name="connsiteX5" fmla="*/ 2992120 w 4592161"/>
              <a:gd name="connsiteY5" fmla="*/ 4477544 h 4477544"/>
              <a:gd name="connsiteX6" fmla="*/ 1905 w 4592161"/>
              <a:gd name="connsiteY6" fmla="*/ 4472036 h 4477544"/>
              <a:gd name="connsiteX7" fmla="*/ 0 w 4592161"/>
              <a:gd name="connsiteY7" fmla="*/ 0 h 4477544"/>
              <a:gd name="connsiteX0" fmla="*/ 0 w 4592161"/>
              <a:gd name="connsiteY0" fmla="*/ 0 h 4483466"/>
              <a:gd name="connsiteX1" fmla="*/ 4591685 w 4592161"/>
              <a:gd name="connsiteY1" fmla="*/ 12700 h 4483466"/>
              <a:gd name="connsiteX2" fmla="*/ 4592161 w 4592161"/>
              <a:gd name="connsiteY2" fmla="*/ 4470766 h 4483466"/>
              <a:gd name="connsiteX3" fmla="*/ 4401185 w 4592161"/>
              <a:gd name="connsiteY3" fmla="*/ 4475481 h 4483466"/>
              <a:gd name="connsiteX4" fmla="*/ 3702050 w 4592161"/>
              <a:gd name="connsiteY4" fmla="*/ 4323081 h 4483466"/>
              <a:gd name="connsiteX5" fmla="*/ 2992120 w 4592161"/>
              <a:gd name="connsiteY5" fmla="*/ 4477544 h 4483466"/>
              <a:gd name="connsiteX6" fmla="*/ 1905 w 4592161"/>
              <a:gd name="connsiteY6" fmla="*/ 4483466 h 4483466"/>
              <a:gd name="connsiteX7" fmla="*/ 0 w 4592161"/>
              <a:gd name="connsiteY7" fmla="*/ 0 h 4483466"/>
              <a:gd name="connsiteX0" fmla="*/ 0 w 4592161"/>
              <a:gd name="connsiteY0" fmla="*/ 0 h 4477544"/>
              <a:gd name="connsiteX1" fmla="*/ 4591685 w 4592161"/>
              <a:gd name="connsiteY1" fmla="*/ 12700 h 4477544"/>
              <a:gd name="connsiteX2" fmla="*/ 4592161 w 4592161"/>
              <a:gd name="connsiteY2" fmla="*/ 4470766 h 4477544"/>
              <a:gd name="connsiteX3" fmla="*/ 4401185 w 4592161"/>
              <a:gd name="connsiteY3" fmla="*/ 4475481 h 4477544"/>
              <a:gd name="connsiteX4" fmla="*/ 3702050 w 4592161"/>
              <a:gd name="connsiteY4" fmla="*/ 4323081 h 4477544"/>
              <a:gd name="connsiteX5" fmla="*/ 2992120 w 4592161"/>
              <a:gd name="connsiteY5" fmla="*/ 4477544 h 4477544"/>
              <a:gd name="connsiteX6" fmla="*/ 1905 w 4592161"/>
              <a:gd name="connsiteY6" fmla="*/ 4472036 h 4477544"/>
              <a:gd name="connsiteX7" fmla="*/ 0 w 4592161"/>
              <a:gd name="connsiteY7" fmla="*/ 0 h 4477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92161" h="4477544">
                <a:moveTo>
                  <a:pt x="0" y="0"/>
                </a:moveTo>
                <a:lnTo>
                  <a:pt x="4591685" y="12700"/>
                </a:lnTo>
                <a:cubicBezTo>
                  <a:pt x="4591844" y="1498722"/>
                  <a:pt x="4592002" y="2984744"/>
                  <a:pt x="4592161" y="4470766"/>
                </a:cubicBezTo>
                <a:lnTo>
                  <a:pt x="4401185" y="4475481"/>
                </a:lnTo>
                <a:lnTo>
                  <a:pt x="3702050" y="4323081"/>
                </a:lnTo>
                <a:lnTo>
                  <a:pt x="2992120" y="4477544"/>
                </a:lnTo>
                <a:lnTo>
                  <a:pt x="1905" y="4472036"/>
                </a:lnTo>
                <a:lnTo>
                  <a:pt x="0" y="0"/>
                </a:lnTo>
                <a:close/>
              </a:path>
            </a:pathLst>
          </a:custGeom>
          <a:noFill/>
        </p:spPr>
        <p:txBody>
          <a:bodyPr anchor="ctr">
            <a:normAutofit/>
          </a:bodyPr>
          <a:lstStyle>
            <a:lvl1pPr marL="114300" indent="0" algn="ctr">
              <a:buNone/>
              <a:defRPr sz="1200"/>
            </a:lvl1pPr>
          </a:lstStyle>
          <a:p>
            <a:r>
              <a:rPr lang="en-US"/>
              <a:t>Click here to add image</a:t>
            </a:r>
            <a:endParaRPr lang="en-US" dirty="0"/>
          </a:p>
        </p:txBody>
      </p:sp>
      <p:sp>
        <p:nvSpPr>
          <p:cNvPr id="13" name="Freeform: Shape 12">
            <a:extLst>
              <a:ext uri="{FF2B5EF4-FFF2-40B4-BE49-F238E27FC236}">
                <a16:creationId xmlns:a16="http://schemas.microsoft.com/office/drawing/2014/main" id="{DCFA8F1A-438C-2D31-EC45-A4CCF4206F40}"/>
              </a:ext>
            </a:extLst>
          </p:cNvPr>
          <p:cNvSpPr/>
          <p:nvPr/>
        </p:nvSpPr>
        <p:spPr>
          <a:xfrm>
            <a:off x="0" y="4305300"/>
            <a:ext cx="9144000" cy="857250"/>
          </a:xfrm>
          <a:custGeom>
            <a:avLst/>
            <a:gdLst>
              <a:gd name="connsiteX0" fmla="*/ 0 w 9144000"/>
              <a:gd name="connsiteY0" fmla="*/ 857250 h 857250"/>
              <a:gd name="connsiteX1" fmla="*/ 0 w 9144000"/>
              <a:gd name="connsiteY1" fmla="*/ 149828 h 857250"/>
              <a:gd name="connsiteX2" fmla="*/ 7540609 w 9144000"/>
              <a:gd name="connsiteY2" fmla="*/ 149828 h 857250"/>
              <a:gd name="connsiteX3" fmla="*/ 8245698 w 9144000"/>
              <a:gd name="connsiteY3" fmla="*/ 0 h 857250"/>
              <a:gd name="connsiteX4" fmla="*/ 8933831 w 9144000"/>
              <a:gd name="connsiteY4" fmla="*/ 149828 h 857250"/>
              <a:gd name="connsiteX5" fmla="*/ 9144000 w 9144000"/>
              <a:gd name="connsiteY5" fmla="*/ 149828 h 857250"/>
              <a:gd name="connsiteX6" fmla="*/ 9144000 w 9144000"/>
              <a:gd name="connsiteY6" fmla="*/ 857250 h 857250"/>
              <a:gd name="connsiteX7" fmla="*/ 0 w 9144000"/>
              <a:gd name="connsiteY7" fmla="*/ 857250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0" h="857250">
                <a:moveTo>
                  <a:pt x="0" y="857250"/>
                </a:moveTo>
                <a:lnTo>
                  <a:pt x="0" y="149828"/>
                </a:lnTo>
                <a:lnTo>
                  <a:pt x="7540609" y="149828"/>
                </a:lnTo>
                <a:lnTo>
                  <a:pt x="8245698" y="0"/>
                </a:lnTo>
                <a:lnTo>
                  <a:pt x="8933831" y="149828"/>
                </a:lnTo>
                <a:lnTo>
                  <a:pt x="9144000" y="149828"/>
                </a:lnTo>
                <a:lnTo>
                  <a:pt x="9144000" y="857250"/>
                </a:lnTo>
                <a:lnTo>
                  <a:pt x="0" y="857250"/>
                </a:lnTo>
                <a:close/>
              </a:path>
            </a:pathLst>
          </a:custGeom>
          <a:gradFill>
            <a:gsLst>
              <a:gs pos="0">
                <a:srgbClr val="6164AD"/>
              </a:gs>
              <a:gs pos="50000">
                <a:srgbClr val="5C54A4"/>
              </a:gs>
              <a:gs pos="100000">
                <a:srgbClr val="58449B"/>
              </a:gs>
            </a:gsLst>
            <a:lin ang="0" scaled="1"/>
          </a:gradFill>
          <a:ln w="81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lvl="0" defTabSz="914400" eaLnBrk="1" latinLnBrk="0" hangingPunct="1"/>
            <a:endParaRPr lang="en-AU" sz="1800" kern="1200">
              <a:solidFill>
                <a:schemeClr val="tx1"/>
              </a:solidFill>
              <a:latin typeface="+mn-lt"/>
              <a:ea typeface="+mn-ea"/>
              <a:cs typeface="+mn-cs"/>
            </a:endParaRPr>
          </a:p>
        </p:txBody>
      </p:sp>
      <p:sp>
        <p:nvSpPr>
          <p:cNvPr id="14" name="Freeform: Shape 13">
            <a:extLst>
              <a:ext uri="{FF2B5EF4-FFF2-40B4-BE49-F238E27FC236}">
                <a16:creationId xmlns:a16="http://schemas.microsoft.com/office/drawing/2014/main" id="{6332EFC7-40EB-E5E0-6D5B-205A7815463F}"/>
              </a:ext>
            </a:extLst>
          </p:cNvPr>
          <p:cNvSpPr/>
          <p:nvPr/>
        </p:nvSpPr>
        <p:spPr>
          <a:xfrm>
            <a:off x="7540608" y="4441555"/>
            <a:ext cx="1246536" cy="285083"/>
          </a:xfrm>
          <a:custGeom>
            <a:avLst/>
            <a:gdLst>
              <a:gd name="connsiteX0" fmla="*/ 718995 w 1246536"/>
              <a:gd name="connsiteY0" fmla="*/ 0 h 285083"/>
              <a:gd name="connsiteX1" fmla="*/ 769239 w 1246536"/>
              <a:gd name="connsiteY1" fmla="*/ 10668 h 285083"/>
              <a:gd name="connsiteX2" fmla="*/ 842391 w 1246536"/>
              <a:gd name="connsiteY2" fmla="*/ 94726 h 285083"/>
              <a:gd name="connsiteX3" fmla="*/ 769239 w 1246536"/>
              <a:gd name="connsiteY3" fmla="*/ 147876 h 285083"/>
              <a:gd name="connsiteX4" fmla="*/ 718995 w 1246536"/>
              <a:gd name="connsiteY4" fmla="*/ 137208 h 285083"/>
              <a:gd name="connsiteX5" fmla="*/ 718995 w 1246536"/>
              <a:gd name="connsiteY5" fmla="*/ 48 h 285083"/>
              <a:gd name="connsiteX6" fmla="*/ 769239 w 1246536"/>
              <a:gd name="connsiteY6" fmla="*/ 116729 h 285083"/>
              <a:gd name="connsiteX7" fmla="*/ 808530 w 1246536"/>
              <a:gd name="connsiteY7" fmla="*/ 87535 h 285083"/>
              <a:gd name="connsiteX8" fmla="*/ 769239 w 1246536"/>
              <a:gd name="connsiteY8" fmla="*/ 41624 h 285083"/>
              <a:gd name="connsiteX9" fmla="*/ 752856 w 1246536"/>
              <a:gd name="connsiteY9" fmla="*/ 38148 h 285083"/>
              <a:gd name="connsiteX10" fmla="*/ 752856 w 1246536"/>
              <a:gd name="connsiteY10" fmla="*/ 113252 h 285083"/>
              <a:gd name="connsiteX11" fmla="*/ 769239 w 1246536"/>
              <a:gd name="connsiteY11" fmla="*/ 116729 h 285083"/>
              <a:gd name="connsiteX12" fmla="*/ 947024 w 1246536"/>
              <a:gd name="connsiteY12" fmla="*/ 48482 h 285083"/>
              <a:gd name="connsiteX13" fmla="*/ 947024 w 1246536"/>
              <a:gd name="connsiteY13" fmla="*/ 79391 h 285083"/>
              <a:gd name="connsiteX14" fmla="*/ 917067 w 1246536"/>
              <a:gd name="connsiteY14" fmla="*/ 73009 h 285083"/>
              <a:gd name="connsiteX15" fmla="*/ 917067 w 1246536"/>
              <a:gd name="connsiteY15" fmla="*/ 148114 h 285083"/>
              <a:gd name="connsiteX16" fmla="*/ 947024 w 1246536"/>
              <a:gd name="connsiteY16" fmla="*/ 154496 h 285083"/>
              <a:gd name="connsiteX17" fmla="*/ 947024 w 1246536"/>
              <a:gd name="connsiteY17" fmla="*/ 185642 h 285083"/>
              <a:gd name="connsiteX18" fmla="*/ 853393 w 1246536"/>
              <a:gd name="connsiteY18" fmla="*/ 165735 h 285083"/>
              <a:gd name="connsiteX19" fmla="*/ 853393 w 1246536"/>
              <a:gd name="connsiteY19" fmla="*/ 134588 h 285083"/>
              <a:gd name="connsiteX20" fmla="*/ 883349 w 1246536"/>
              <a:gd name="connsiteY20" fmla="*/ 140970 h 285083"/>
              <a:gd name="connsiteX21" fmla="*/ 883349 w 1246536"/>
              <a:gd name="connsiteY21" fmla="*/ 65865 h 285083"/>
              <a:gd name="connsiteX22" fmla="*/ 853393 w 1246536"/>
              <a:gd name="connsiteY22" fmla="*/ 59484 h 285083"/>
              <a:gd name="connsiteX23" fmla="*/ 853393 w 1246536"/>
              <a:gd name="connsiteY23" fmla="*/ 28575 h 285083"/>
              <a:gd name="connsiteX24" fmla="*/ 947024 w 1246536"/>
              <a:gd name="connsiteY24" fmla="*/ 48482 h 285083"/>
              <a:gd name="connsiteX25" fmla="*/ 1026319 w 1246536"/>
              <a:gd name="connsiteY25" fmla="*/ 62627 h 285083"/>
              <a:gd name="connsiteX26" fmla="*/ 1094994 w 1246536"/>
              <a:gd name="connsiteY26" fmla="*/ 148447 h 285083"/>
              <a:gd name="connsiteX27" fmla="*/ 1026319 w 1246536"/>
              <a:gd name="connsiteY27" fmla="*/ 205264 h 285083"/>
              <a:gd name="connsiteX28" fmla="*/ 957263 w 1246536"/>
              <a:gd name="connsiteY28" fmla="*/ 119205 h 285083"/>
              <a:gd name="connsiteX29" fmla="*/ 1026319 w 1246536"/>
              <a:gd name="connsiteY29" fmla="*/ 62675 h 285083"/>
              <a:gd name="connsiteX30" fmla="*/ 1026319 w 1246536"/>
              <a:gd name="connsiteY30" fmla="*/ 173117 h 285083"/>
              <a:gd name="connsiteX31" fmla="*/ 1060180 w 1246536"/>
              <a:gd name="connsiteY31" fmla="*/ 141018 h 285083"/>
              <a:gd name="connsiteX32" fmla="*/ 1026319 w 1246536"/>
              <a:gd name="connsiteY32" fmla="*/ 94726 h 285083"/>
              <a:gd name="connsiteX33" fmla="*/ 992267 w 1246536"/>
              <a:gd name="connsiteY33" fmla="*/ 126587 h 285083"/>
              <a:gd name="connsiteX34" fmla="*/ 1026319 w 1246536"/>
              <a:gd name="connsiteY34" fmla="*/ 173117 h 285083"/>
              <a:gd name="connsiteX35" fmla="*/ 1111949 w 1246536"/>
              <a:gd name="connsiteY35" fmla="*/ 83534 h 285083"/>
              <a:gd name="connsiteX36" fmla="*/ 1175814 w 1246536"/>
              <a:gd name="connsiteY36" fmla="*/ 97107 h 285083"/>
              <a:gd name="connsiteX37" fmla="*/ 1212675 w 1246536"/>
              <a:gd name="connsiteY37" fmla="*/ 230791 h 285083"/>
              <a:gd name="connsiteX38" fmla="*/ 1212675 w 1246536"/>
              <a:gd name="connsiteY38" fmla="*/ 104918 h 285083"/>
              <a:gd name="connsiteX39" fmla="*/ 1246537 w 1246536"/>
              <a:gd name="connsiteY39" fmla="*/ 112109 h 285083"/>
              <a:gd name="connsiteX40" fmla="*/ 1246537 w 1246536"/>
              <a:gd name="connsiteY40" fmla="*/ 249269 h 285083"/>
              <a:gd name="connsiteX41" fmla="*/ 1182672 w 1246536"/>
              <a:gd name="connsiteY41" fmla="*/ 235696 h 285083"/>
              <a:gd name="connsiteX42" fmla="*/ 1145810 w 1246536"/>
              <a:gd name="connsiteY42" fmla="*/ 102013 h 285083"/>
              <a:gd name="connsiteX43" fmla="*/ 1145810 w 1246536"/>
              <a:gd name="connsiteY43" fmla="*/ 227886 h 285083"/>
              <a:gd name="connsiteX44" fmla="*/ 1111949 w 1246536"/>
              <a:gd name="connsiteY44" fmla="*/ 220694 h 285083"/>
              <a:gd name="connsiteX45" fmla="*/ 1111949 w 1246536"/>
              <a:gd name="connsiteY45" fmla="*/ 83534 h 285083"/>
              <a:gd name="connsiteX46" fmla="*/ 42101 w 1246536"/>
              <a:gd name="connsiteY46" fmla="*/ 138970 h 285083"/>
              <a:gd name="connsiteX47" fmla="*/ 104108 w 1246536"/>
              <a:gd name="connsiteY47" fmla="*/ 125778 h 285083"/>
              <a:gd name="connsiteX48" fmla="*/ 145971 w 1246536"/>
              <a:gd name="connsiteY48" fmla="*/ 254032 h 285083"/>
              <a:gd name="connsiteX49" fmla="*/ 110061 w 1246536"/>
              <a:gd name="connsiteY49" fmla="*/ 261652 h 285083"/>
              <a:gd name="connsiteX50" fmla="*/ 97774 w 1246536"/>
              <a:gd name="connsiteY50" fmla="*/ 222837 h 285083"/>
              <a:gd name="connsiteX51" fmla="*/ 47863 w 1246536"/>
              <a:gd name="connsiteY51" fmla="*/ 233458 h 285083"/>
              <a:gd name="connsiteX52" fmla="*/ 35576 w 1246536"/>
              <a:gd name="connsiteY52" fmla="*/ 277511 h 285083"/>
              <a:gd name="connsiteX53" fmla="*/ 0 w 1246536"/>
              <a:gd name="connsiteY53" fmla="*/ 285083 h 285083"/>
              <a:gd name="connsiteX54" fmla="*/ 42053 w 1246536"/>
              <a:gd name="connsiteY54" fmla="*/ 138970 h 285083"/>
              <a:gd name="connsiteX55" fmla="*/ 88440 w 1246536"/>
              <a:gd name="connsiteY55" fmla="*/ 193929 h 285083"/>
              <a:gd name="connsiteX56" fmla="*/ 72819 w 1246536"/>
              <a:gd name="connsiteY56" fmla="*/ 144923 h 285083"/>
              <a:gd name="connsiteX57" fmla="*/ 57198 w 1246536"/>
              <a:gd name="connsiteY57" fmla="*/ 200597 h 285083"/>
              <a:gd name="connsiteX58" fmla="*/ 88488 w 1246536"/>
              <a:gd name="connsiteY58" fmla="*/ 193929 h 285083"/>
              <a:gd name="connsiteX59" fmla="*/ 214646 w 1246536"/>
              <a:gd name="connsiteY59" fmla="*/ 242173 h 285083"/>
              <a:gd name="connsiteX60" fmla="*/ 148733 w 1246536"/>
              <a:gd name="connsiteY60" fmla="*/ 199930 h 285083"/>
              <a:gd name="connsiteX61" fmla="*/ 183738 w 1246536"/>
              <a:gd name="connsiteY61" fmla="*/ 192500 h 285083"/>
              <a:gd name="connsiteX62" fmla="*/ 215408 w 1246536"/>
              <a:gd name="connsiteY62" fmla="*/ 212408 h 285083"/>
              <a:gd name="connsiteX63" fmla="*/ 239030 w 1246536"/>
              <a:gd name="connsiteY63" fmla="*/ 195310 h 285083"/>
              <a:gd name="connsiteX64" fmla="*/ 227886 w 1246536"/>
              <a:gd name="connsiteY64" fmla="*/ 187166 h 285083"/>
              <a:gd name="connsiteX65" fmla="*/ 183975 w 1246536"/>
              <a:gd name="connsiteY65" fmla="*/ 184452 h 285083"/>
              <a:gd name="connsiteX66" fmla="*/ 154210 w 1246536"/>
              <a:gd name="connsiteY66" fmla="*/ 153210 h 285083"/>
              <a:gd name="connsiteX67" fmla="*/ 207645 w 1246536"/>
              <a:gd name="connsiteY67" fmla="*/ 101013 h 285083"/>
              <a:gd name="connsiteX68" fmla="*/ 268891 w 1246536"/>
              <a:gd name="connsiteY68" fmla="*/ 138017 h 285083"/>
              <a:gd name="connsiteX69" fmla="*/ 234077 w 1246536"/>
              <a:gd name="connsiteY69" fmla="*/ 145399 h 285083"/>
              <a:gd name="connsiteX70" fmla="*/ 208217 w 1246536"/>
              <a:gd name="connsiteY70" fmla="*/ 129873 h 285083"/>
              <a:gd name="connsiteX71" fmla="*/ 189215 w 1246536"/>
              <a:gd name="connsiteY71" fmla="*/ 145018 h 285083"/>
              <a:gd name="connsiteX72" fmla="*/ 199454 w 1246536"/>
              <a:gd name="connsiteY72" fmla="*/ 152352 h 285083"/>
              <a:gd name="connsiteX73" fmla="*/ 242078 w 1246536"/>
              <a:gd name="connsiteY73" fmla="*/ 154400 h 285083"/>
              <a:gd name="connsiteX74" fmla="*/ 273891 w 1246536"/>
              <a:gd name="connsiteY74" fmla="*/ 186357 h 285083"/>
              <a:gd name="connsiteX75" fmla="*/ 214694 w 1246536"/>
              <a:gd name="connsiteY75" fmla="*/ 242125 h 285083"/>
              <a:gd name="connsiteX76" fmla="*/ 283702 w 1246536"/>
              <a:gd name="connsiteY76" fmla="*/ 156115 h 285083"/>
              <a:gd name="connsiteX77" fmla="*/ 353330 w 1246536"/>
              <a:gd name="connsiteY77" fmla="*/ 70104 h 285083"/>
              <a:gd name="connsiteX78" fmla="*/ 419767 w 1246536"/>
              <a:gd name="connsiteY78" fmla="*/ 111633 h 285083"/>
              <a:gd name="connsiteX79" fmla="*/ 384953 w 1246536"/>
              <a:gd name="connsiteY79" fmla="*/ 119015 h 285083"/>
              <a:gd name="connsiteX80" fmla="*/ 353473 w 1246536"/>
              <a:gd name="connsiteY80" fmla="*/ 102156 h 285083"/>
              <a:gd name="connsiteX81" fmla="*/ 318659 w 1246536"/>
              <a:gd name="connsiteY81" fmla="*/ 148638 h 285083"/>
              <a:gd name="connsiteX82" fmla="*/ 353473 w 1246536"/>
              <a:gd name="connsiteY82" fmla="*/ 180546 h 285083"/>
              <a:gd name="connsiteX83" fmla="*/ 384953 w 1246536"/>
              <a:gd name="connsiteY83" fmla="*/ 150114 h 285083"/>
              <a:gd name="connsiteX84" fmla="*/ 419767 w 1246536"/>
              <a:gd name="connsiteY84" fmla="*/ 142732 h 285083"/>
              <a:gd name="connsiteX85" fmla="*/ 353330 w 1246536"/>
              <a:gd name="connsiteY85" fmla="*/ 212693 h 285083"/>
              <a:gd name="connsiteX86" fmla="*/ 283702 w 1246536"/>
              <a:gd name="connsiteY86" fmla="*/ 156115 h 285083"/>
              <a:gd name="connsiteX87" fmla="*/ 436340 w 1246536"/>
              <a:gd name="connsiteY87" fmla="*/ 55150 h 285083"/>
              <a:gd name="connsiteX88" fmla="*/ 540782 w 1246536"/>
              <a:gd name="connsiteY88" fmla="*/ 32956 h 285083"/>
              <a:gd name="connsiteX89" fmla="*/ 540782 w 1246536"/>
              <a:gd name="connsiteY89" fmla="*/ 63865 h 285083"/>
              <a:gd name="connsiteX90" fmla="*/ 470440 w 1246536"/>
              <a:gd name="connsiteY90" fmla="*/ 78819 h 285083"/>
              <a:gd name="connsiteX91" fmla="*/ 470440 w 1246536"/>
              <a:gd name="connsiteY91" fmla="*/ 101775 h 285083"/>
              <a:gd name="connsiteX92" fmla="*/ 531495 w 1246536"/>
              <a:gd name="connsiteY92" fmla="*/ 88821 h 285083"/>
              <a:gd name="connsiteX93" fmla="*/ 531495 w 1246536"/>
              <a:gd name="connsiteY93" fmla="*/ 118015 h 285083"/>
              <a:gd name="connsiteX94" fmla="*/ 470440 w 1246536"/>
              <a:gd name="connsiteY94" fmla="*/ 131016 h 285083"/>
              <a:gd name="connsiteX95" fmla="*/ 470440 w 1246536"/>
              <a:gd name="connsiteY95" fmla="*/ 154162 h 285083"/>
              <a:gd name="connsiteX96" fmla="*/ 540782 w 1246536"/>
              <a:gd name="connsiteY96" fmla="*/ 139208 h 285083"/>
              <a:gd name="connsiteX97" fmla="*/ 540782 w 1246536"/>
              <a:gd name="connsiteY97" fmla="*/ 170117 h 285083"/>
              <a:gd name="connsiteX98" fmla="*/ 436340 w 1246536"/>
              <a:gd name="connsiteY98" fmla="*/ 192310 h 285083"/>
              <a:gd name="connsiteX99" fmla="*/ 436340 w 1246536"/>
              <a:gd name="connsiteY99" fmla="*/ 55150 h 285083"/>
              <a:gd name="connsiteX100" fmla="*/ 561308 w 1246536"/>
              <a:gd name="connsiteY100" fmla="*/ 28623 h 285083"/>
              <a:gd name="connsiteX101" fmla="*/ 625173 w 1246536"/>
              <a:gd name="connsiteY101" fmla="*/ 15049 h 285083"/>
              <a:gd name="connsiteX102" fmla="*/ 662035 w 1246536"/>
              <a:gd name="connsiteY102" fmla="*/ 133112 h 285083"/>
              <a:gd name="connsiteX103" fmla="*/ 662035 w 1246536"/>
              <a:gd name="connsiteY103" fmla="*/ 7239 h 285083"/>
              <a:gd name="connsiteX104" fmla="*/ 695897 w 1246536"/>
              <a:gd name="connsiteY104" fmla="*/ 48 h 285083"/>
              <a:gd name="connsiteX105" fmla="*/ 695897 w 1246536"/>
              <a:gd name="connsiteY105" fmla="*/ 137208 h 285083"/>
              <a:gd name="connsiteX106" fmla="*/ 632032 w 1246536"/>
              <a:gd name="connsiteY106" fmla="*/ 150781 h 285083"/>
              <a:gd name="connsiteX107" fmla="*/ 595170 w 1246536"/>
              <a:gd name="connsiteY107" fmla="*/ 32718 h 285083"/>
              <a:gd name="connsiteX108" fmla="*/ 595170 w 1246536"/>
              <a:gd name="connsiteY108" fmla="*/ 158591 h 285083"/>
              <a:gd name="connsiteX109" fmla="*/ 561308 w 1246536"/>
              <a:gd name="connsiteY109" fmla="*/ 165783 h 285083"/>
              <a:gd name="connsiteX110" fmla="*/ 561308 w 1246536"/>
              <a:gd name="connsiteY110" fmla="*/ 28623 h 285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246536" h="285083">
                <a:moveTo>
                  <a:pt x="718995" y="0"/>
                </a:moveTo>
                <a:lnTo>
                  <a:pt x="769239" y="10668"/>
                </a:lnTo>
                <a:cubicBezTo>
                  <a:pt x="805149" y="18288"/>
                  <a:pt x="842391" y="35766"/>
                  <a:pt x="842391" y="94726"/>
                </a:cubicBezTo>
                <a:cubicBezTo>
                  <a:pt x="842391" y="153876"/>
                  <a:pt x="805149" y="155496"/>
                  <a:pt x="769239" y="147876"/>
                </a:cubicBezTo>
                <a:lnTo>
                  <a:pt x="718995" y="137208"/>
                </a:lnTo>
                <a:lnTo>
                  <a:pt x="718995" y="48"/>
                </a:lnTo>
                <a:close/>
                <a:moveTo>
                  <a:pt x="769239" y="116729"/>
                </a:moveTo>
                <a:cubicBezTo>
                  <a:pt x="791766" y="121539"/>
                  <a:pt x="808530" y="124301"/>
                  <a:pt x="808530" y="87535"/>
                </a:cubicBezTo>
                <a:cubicBezTo>
                  <a:pt x="808530" y="50768"/>
                  <a:pt x="791623" y="46387"/>
                  <a:pt x="769239" y="41624"/>
                </a:cubicBezTo>
                <a:lnTo>
                  <a:pt x="752856" y="38148"/>
                </a:lnTo>
                <a:lnTo>
                  <a:pt x="752856" y="113252"/>
                </a:lnTo>
                <a:cubicBezTo>
                  <a:pt x="752856" y="113252"/>
                  <a:pt x="769239" y="116729"/>
                  <a:pt x="769239" y="116729"/>
                </a:cubicBezTo>
                <a:close/>
                <a:moveTo>
                  <a:pt x="947024" y="48482"/>
                </a:moveTo>
                <a:lnTo>
                  <a:pt x="947024" y="79391"/>
                </a:lnTo>
                <a:cubicBezTo>
                  <a:pt x="947024" y="79391"/>
                  <a:pt x="917067" y="73009"/>
                  <a:pt x="917067" y="73009"/>
                </a:cubicBezTo>
                <a:lnTo>
                  <a:pt x="917067" y="148114"/>
                </a:lnTo>
                <a:cubicBezTo>
                  <a:pt x="917067" y="148114"/>
                  <a:pt x="947024" y="154496"/>
                  <a:pt x="947024" y="154496"/>
                </a:cubicBezTo>
                <a:lnTo>
                  <a:pt x="947024" y="185642"/>
                </a:lnTo>
                <a:cubicBezTo>
                  <a:pt x="947024" y="185642"/>
                  <a:pt x="853393" y="165735"/>
                  <a:pt x="853393" y="165735"/>
                </a:cubicBezTo>
                <a:lnTo>
                  <a:pt x="853393" y="134588"/>
                </a:lnTo>
                <a:cubicBezTo>
                  <a:pt x="853393" y="134588"/>
                  <a:pt x="883349" y="140970"/>
                  <a:pt x="883349" y="140970"/>
                </a:cubicBezTo>
                <a:lnTo>
                  <a:pt x="883349" y="65865"/>
                </a:lnTo>
                <a:cubicBezTo>
                  <a:pt x="883349" y="65865"/>
                  <a:pt x="853393" y="59484"/>
                  <a:pt x="853393" y="59484"/>
                </a:cubicBezTo>
                <a:lnTo>
                  <a:pt x="853393" y="28575"/>
                </a:lnTo>
                <a:cubicBezTo>
                  <a:pt x="853393" y="28575"/>
                  <a:pt x="947024" y="48482"/>
                  <a:pt x="947024" y="48482"/>
                </a:cubicBezTo>
                <a:close/>
                <a:moveTo>
                  <a:pt x="1026319" y="62627"/>
                </a:moveTo>
                <a:cubicBezTo>
                  <a:pt x="1068944" y="71676"/>
                  <a:pt x="1094994" y="107966"/>
                  <a:pt x="1094994" y="148447"/>
                </a:cubicBezTo>
                <a:cubicBezTo>
                  <a:pt x="1094994" y="189119"/>
                  <a:pt x="1068944" y="214313"/>
                  <a:pt x="1026319" y="205264"/>
                </a:cubicBezTo>
                <a:cubicBezTo>
                  <a:pt x="983504" y="196167"/>
                  <a:pt x="957263" y="159829"/>
                  <a:pt x="957263" y="119205"/>
                </a:cubicBezTo>
                <a:cubicBezTo>
                  <a:pt x="957263" y="78724"/>
                  <a:pt x="983504" y="53578"/>
                  <a:pt x="1026319" y="62675"/>
                </a:cubicBezTo>
                <a:moveTo>
                  <a:pt x="1026319" y="173117"/>
                </a:moveTo>
                <a:cubicBezTo>
                  <a:pt x="1049036" y="177927"/>
                  <a:pt x="1060180" y="165926"/>
                  <a:pt x="1060180" y="141018"/>
                </a:cubicBezTo>
                <a:cubicBezTo>
                  <a:pt x="1060180" y="116110"/>
                  <a:pt x="1048846" y="99489"/>
                  <a:pt x="1026319" y="94726"/>
                </a:cubicBezTo>
                <a:cubicBezTo>
                  <a:pt x="1003602" y="89916"/>
                  <a:pt x="992267" y="101870"/>
                  <a:pt x="992267" y="126587"/>
                </a:cubicBezTo>
                <a:cubicBezTo>
                  <a:pt x="992267" y="151495"/>
                  <a:pt x="1003649" y="168307"/>
                  <a:pt x="1026319" y="173117"/>
                </a:cubicBezTo>
                <a:moveTo>
                  <a:pt x="1111949" y="83534"/>
                </a:moveTo>
                <a:lnTo>
                  <a:pt x="1175814" y="97107"/>
                </a:lnTo>
                <a:lnTo>
                  <a:pt x="1212675" y="230791"/>
                </a:lnTo>
                <a:lnTo>
                  <a:pt x="1212675" y="104918"/>
                </a:lnTo>
                <a:cubicBezTo>
                  <a:pt x="1212675" y="104918"/>
                  <a:pt x="1246537" y="112109"/>
                  <a:pt x="1246537" y="112109"/>
                </a:cubicBezTo>
                <a:lnTo>
                  <a:pt x="1246537" y="249269"/>
                </a:lnTo>
                <a:cubicBezTo>
                  <a:pt x="1246537" y="249269"/>
                  <a:pt x="1182672" y="235696"/>
                  <a:pt x="1182672" y="235696"/>
                </a:cubicBezTo>
                <a:lnTo>
                  <a:pt x="1145810" y="102013"/>
                </a:lnTo>
                <a:lnTo>
                  <a:pt x="1145810" y="227886"/>
                </a:lnTo>
                <a:cubicBezTo>
                  <a:pt x="1145810" y="227886"/>
                  <a:pt x="1111949" y="220694"/>
                  <a:pt x="1111949" y="220694"/>
                </a:cubicBezTo>
                <a:lnTo>
                  <a:pt x="1111949" y="83534"/>
                </a:lnTo>
                <a:close/>
                <a:moveTo>
                  <a:pt x="42101" y="138970"/>
                </a:moveTo>
                <a:lnTo>
                  <a:pt x="104108" y="125778"/>
                </a:lnTo>
                <a:lnTo>
                  <a:pt x="145971" y="254032"/>
                </a:lnTo>
                <a:lnTo>
                  <a:pt x="110061" y="261652"/>
                </a:lnTo>
                <a:lnTo>
                  <a:pt x="97774" y="222837"/>
                </a:lnTo>
                <a:lnTo>
                  <a:pt x="47863" y="233458"/>
                </a:lnTo>
                <a:lnTo>
                  <a:pt x="35576" y="277511"/>
                </a:lnTo>
                <a:lnTo>
                  <a:pt x="0" y="285083"/>
                </a:lnTo>
                <a:lnTo>
                  <a:pt x="42053" y="138970"/>
                </a:lnTo>
                <a:close/>
                <a:moveTo>
                  <a:pt x="88440" y="193929"/>
                </a:moveTo>
                <a:lnTo>
                  <a:pt x="72819" y="144923"/>
                </a:lnTo>
                <a:lnTo>
                  <a:pt x="57198" y="200597"/>
                </a:lnTo>
                <a:lnTo>
                  <a:pt x="88488" y="193929"/>
                </a:lnTo>
                <a:close/>
                <a:moveTo>
                  <a:pt x="214646" y="242173"/>
                </a:moveTo>
                <a:cubicBezTo>
                  <a:pt x="168307" y="252031"/>
                  <a:pt x="148733" y="235553"/>
                  <a:pt x="148733" y="199930"/>
                </a:cubicBezTo>
                <a:lnTo>
                  <a:pt x="183738" y="192500"/>
                </a:lnTo>
                <a:cubicBezTo>
                  <a:pt x="183738" y="211979"/>
                  <a:pt x="190977" y="217599"/>
                  <a:pt x="215408" y="212408"/>
                </a:cubicBezTo>
                <a:cubicBezTo>
                  <a:pt x="231982" y="208883"/>
                  <a:pt x="239030" y="203883"/>
                  <a:pt x="239030" y="195310"/>
                </a:cubicBezTo>
                <a:cubicBezTo>
                  <a:pt x="239030" y="190452"/>
                  <a:pt x="235315" y="187547"/>
                  <a:pt x="227886" y="187166"/>
                </a:cubicBezTo>
                <a:lnTo>
                  <a:pt x="183975" y="184452"/>
                </a:lnTo>
                <a:cubicBezTo>
                  <a:pt x="161258" y="182880"/>
                  <a:pt x="154210" y="170545"/>
                  <a:pt x="154210" y="153210"/>
                </a:cubicBezTo>
                <a:cubicBezTo>
                  <a:pt x="154210" y="126540"/>
                  <a:pt x="173212" y="108299"/>
                  <a:pt x="207645" y="101013"/>
                </a:cubicBezTo>
                <a:cubicBezTo>
                  <a:pt x="248603" y="92297"/>
                  <a:pt x="268891" y="108252"/>
                  <a:pt x="268891" y="138017"/>
                </a:cubicBezTo>
                <a:lnTo>
                  <a:pt x="234077" y="145399"/>
                </a:lnTo>
                <a:cubicBezTo>
                  <a:pt x="234077" y="130635"/>
                  <a:pt x="226076" y="126111"/>
                  <a:pt x="208217" y="129873"/>
                </a:cubicBezTo>
                <a:cubicBezTo>
                  <a:pt x="195739" y="132540"/>
                  <a:pt x="189215" y="137208"/>
                  <a:pt x="189215" y="145018"/>
                </a:cubicBezTo>
                <a:cubicBezTo>
                  <a:pt x="189215" y="148923"/>
                  <a:pt x="191262" y="151781"/>
                  <a:pt x="199454" y="152352"/>
                </a:cubicBezTo>
                <a:lnTo>
                  <a:pt x="242078" y="154400"/>
                </a:lnTo>
                <a:cubicBezTo>
                  <a:pt x="263843" y="155400"/>
                  <a:pt x="273891" y="166306"/>
                  <a:pt x="273891" y="186357"/>
                </a:cubicBezTo>
                <a:cubicBezTo>
                  <a:pt x="273891" y="212408"/>
                  <a:pt x="256747" y="233172"/>
                  <a:pt x="214694" y="242125"/>
                </a:cubicBezTo>
                <a:moveTo>
                  <a:pt x="283702" y="156115"/>
                </a:moveTo>
                <a:cubicBezTo>
                  <a:pt x="283702" y="115633"/>
                  <a:pt x="310325" y="79248"/>
                  <a:pt x="353330" y="70104"/>
                </a:cubicBezTo>
                <a:cubicBezTo>
                  <a:pt x="390906" y="62103"/>
                  <a:pt x="415862" y="78010"/>
                  <a:pt x="419767" y="111633"/>
                </a:cubicBezTo>
                <a:lnTo>
                  <a:pt x="384953" y="119015"/>
                </a:lnTo>
                <a:cubicBezTo>
                  <a:pt x="382143" y="104823"/>
                  <a:pt x="370047" y="98631"/>
                  <a:pt x="353473" y="102156"/>
                </a:cubicBezTo>
                <a:cubicBezTo>
                  <a:pt x="333185" y="106490"/>
                  <a:pt x="318659" y="121634"/>
                  <a:pt x="318659" y="148638"/>
                </a:cubicBezTo>
                <a:cubicBezTo>
                  <a:pt x="318659" y="175879"/>
                  <a:pt x="333185" y="184833"/>
                  <a:pt x="353473" y="180546"/>
                </a:cubicBezTo>
                <a:cubicBezTo>
                  <a:pt x="370047" y="177022"/>
                  <a:pt x="382143" y="165497"/>
                  <a:pt x="384953" y="150114"/>
                </a:cubicBezTo>
                <a:lnTo>
                  <a:pt x="419767" y="142732"/>
                </a:lnTo>
                <a:cubicBezTo>
                  <a:pt x="415862" y="178213"/>
                  <a:pt x="390906" y="204692"/>
                  <a:pt x="353330" y="212693"/>
                </a:cubicBezTo>
                <a:cubicBezTo>
                  <a:pt x="310325" y="221837"/>
                  <a:pt x="283702" y="196739"/>
                  <a:pt x="283702" y="156115"/>
                </a:cubicBezTo>
                <a:moveTo>
                  <a:pt x="436340" y="55150"/>
                </a:moveTo>
                <a:lnTo>
                  <a:pt x="540782" y="32956"/>
                </a:lnTo>
                <a:lnTo>
                  <a:pt x="540782" y="63865"/>
                </a:lnTo>
                <a:cubicBezTo>
                  <a:pt x="540782" y="63865"/>
                  <a:pt x="470440" y="78819"/>
                  <a:pt x="470440" y="78819"/>
                </a:cubicBezTo>
                <a:lnTo>
                  <a:pt x="470440" y="101775"/>
                </a:lnTo>
                <a:cubicBezTo>
                  <a:pt x="470440" y="101775"/>
                  <a:pt x="531495" y="88821"/>
                  <a:pt x="531495" y="88821"/>
                </a:cubicBezTo>
                <a:lnTo>
                  <a:pt x="531495" y="118015"/>
                </a:lnTo>
                <a:cubicBezTo>
                  <a:pt x="531495" y="118015"/>
                  <a:pt x="470440" y="131016"/>
                  <a:pt x="470440" y="131016"/>
                </a:cubicBezTo>
                <a:lnTo>
                  <a:pt x="470440" y="154162"/>
                </a:lnTo>
                <a:cubicBezTo>
                  <a:pt x="470440" y="154162"/>
                  <a:pt x="540782" y="139208"/>
                  <a:pt x="540782" y="139208"/>
                </a:cubicBezTo>
                <a:lnTo>
                  <a:pt x="540782" y="170117"/>
                </a:lnTo>
                <a:cubicBezTo>
                  <a:pt x="540782" y="170117"/>
                  <a:pt x="436340" y="192310"/>
                  <a:pt x="436340" y="192310"/>
                </a:cubicBezTo>
                <a:lnTo>
                  <a:pt x="436340" y="55150"/>
                </a:lnTo>
                <a:close/>
                <a:moveTo>
                  <a:pt x="561308" y="28623"/>
                </a:moveTo>
                <a:lnTo>
                  <a:pt x="625173" y="15049"/>
                </a:lnTo>
                <a:lnTo>
                  <a:pt x="662035" y="133112"/>
                </a:lnTo>
                <a:lnTo>
                  <a:pt x="662035" y="7239"/>
                </a:lnTo>
                <a:cubicBezTo>
                  <a:pt x="662035" y="7239"/>
                  <a:pt x="695897" y="48"/>
                  <a:pt x="695897" y="48"/>
                </a:cubicBezTo>
                <a:lnTo>
                  <a:pt x="695897" y="137208"/>
                </a:lnTo>
                <a:cubicBezTo>
                  <a:pt x="695897" y="137208"/>
                  <a:pt x="632032" y="150781"/>
                  <a:pt x="632032" y="150781"/>
                </a:cubicBezTo>
                <a:lnTo>
                  <a:pt x="595170" y="32718"/>
                </a:lnTo>
                <a:lnTo>
                  <a:pt x="595170" y="158591"/>
                </a:lnTo>
                <a:cubicBezTo>
                  <a:pt x="595170" y="158591"/>
                  <a:pt x="561308" y="165783"/>
                  <a:pt x="561308" y="165783"/>
                </a:cubicBezTo>
                <a:lnTo>
                  <a:pt x="561308" y="28623"/>
                </a:lnTo>
                <a:close/>
              </a:path>
            </a:pathLst>
          </a:custGeom>
          <a:solidFill>
            <a:srgbClr val="FFFFFF"/>
          </a:solidFill>
          <a:ln w="4763" cap="flat">
            <a:noFill/>
            <a:prstDash val="solid"/>
            <a:miter/>
          </a:ln>
        </p:spPr>
        <p:txBody>
          <a:bodyPr rtlCol="0" anchor="ctr"/>
          <a:lstStyle/>
          <a:p>
            <a:endParaRPr lang="en-AU"/>
          </a:p>
        </p:txBody>
      </p:sp>
      <p:sp>
        <p:nvSpPr>
          <p:cNvPr id="33" name="Google Shape;10;p2">
            <a:extLst>
              <a:ext uri="{FF2B5EF4-FFF2-40B4-BE49-F238E27FC236}">
                <a16:creationId xmlns:a16="http://schemas.microsoft.com/office/drawing/2014/main" id="{D543CF40-CA6C-AB12-3735-CF8AC652A545}"/>
              </a:ext>
            </a:extLst>
          </p:cNvPr>
          <p:cNvSpPr txBox="1">
            <a:spLocks noGrp="1"/>
          </p:cNvSpPr>
          <p:nvPr>
            <p:ph type="ctrTitle" hasCustomPrompt="1"/>
          </p:nvPr>
        </p:nvSpPr>
        <p:spPr>
          <a:xfrm>
            <a:off x="311708" y="2197678"/>
            <a:ext cx="3457652" cy="516890"/>
          </a:xfrm>
          <a:prstGeom prst="rect">
            <a:avLst/>
          </a:prstGeom>
        </p:spPr>
        <p:txBody>
          <a:bodyPr spcFirstLastPara="1" wrap="square" lIns="90000" tIns="90000" rIns="90000" bIns="36000" anchor="b" anchorCtr="0">
            <a:noAutofit/>
          </a:bodyPr>
          <a:lstStyle>
            <a:lvl1pPr lvl="0" algn="l">
              <a:spcBef>
                <a:spcPts val="0"/>
              </a:spcBef>
              <a:spcAft>
                <a:spcPts val="0"/>
              </a:spcAft>
              <a:buSzPts val="5200"/>
              <a:buNone/>
              <a:defRPr sz="2800" b="1">
                <a:solidFill>
                  <a:schemeClr val="tx1"/>
                </a:solidFill>
                <a:latin typeface="PP Neue Machina Plain Ultrabold" pitchFamily="50" charset="0"/>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r>
              <a:rPr lang="en-IN" dirty="0"/>
              <a:t>Section Title</a:t>
            </a:r>
            <a:endParaRPr dirty="0"/>
          </a:p>
        </p:txBody>
      </p:sp>
      <p:sp>
        <p:nvSpPr>
          <p:cNvPr id="16" name="Text Placeholder 15">
            <a:extLst>
              <a:ext uri="{FF2B5EF4-FFF2-40B4-BE49-F238E27FC236}">
                <a16:creationId xmlns:a16="http://schemas.microsoft.com/office/drawing/2014/main" id="{17A7E5E8-BE49-EF88-3BBF-34F70B616301}"/>
              </a:ext>
            </a:extLst>
          </p:cNvPr>
          <p:cNvSpPr>
            <a:spLocks noGrp="1"/>
          </p:cNvSpPr>
          <p:nvPr>
            <p:ph type="body" sz="quarter" idx="14" hasCustomPrompt="1"/>
          </p:nvPr>
        </p:nvSpPr>
        <p:spPr>
          <a:xfrm>
            <a:off x="379413" y="1489710"/>
            <a:ext cx="1322387" cy="516890"/>
          </a:xfrm>
          <a:noFill/>
        </p:spPr>
        <p:txBody>
          <a:bodyPr anchor="ctr">
            <a:noAutofit/>
          </a:bodyPr>
          <a:lstStyle>
            <a:lvl1pPr marL="0" indent="0" algn="l">
              <a:buNone/>
              <a:defRPr sz="5400" b="1">
                <a:solidFill>
                  <a:schemeClr val="accent4"/>
                </a:solidFill>
              </a:defRPr>
            </a:lvl1pPr>
          </a:lstStyle>
          <a:p>
            <a:pPr lvl="0"/>
            <a:r>
              <a:rPr lang="en-IN" dirty="0"/>
              <a:t>01</a:t>
            </a:r>
            <a:endParaRPr lang="en-AU" dirty="0"/>
          </a:p>
        </p:txBody>
      </p:sp>
    </p:spTree>
    <p:extLst>
      <p:ext uri="{BB962C8B-B14F-4D97-AF65-F5344CB8AC3E}">
        <p14:creationId xmlns:p14="http://schemas.microsoft.com/office/powerpoint/2010/main" val="3444323080"/>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slide" preserve="1" userDrawn="1">
  <p:cSld name="1_Title slide">
    <p:bg>
      <p:bgPr>
        <a:solidFill>
          <a:schemeClr val="tx1"/>
        </a:solidFill>
        <a:effectLst/>
      </p:bgPr>
    </p:bg>
    <p:spTree>
      <p:nvGrpSpPr>
        <p:cNvPr id="1" name="Shape 9"/>
        <p:cNvGrpSpPr/>
        <p:nvPr/>
      </p:nvGrpSpPr>
      <p:grpSpPr>
        <a:xfrm>
          <a:off x="0" y="0"/>
          <a:ext cx="0" cy="0"/>
          <a:chOff x="0" y="0"/>
          <a:chExt cx="0" cy="0"/>
        </a:xfrm>
      </p:grpSpPr>
      <p:sp>
        <p:nvSpPr>
          <p:cNvPr id="13" name="Freeform: Shape 12">
            <a:extLst>
              <a:ext uri="{FF2B5EF4-FFF2-40B4-BE49-F238E27FC236}">
                <a16:creationId xmlns:a16="http://schemas.microsoft.com/office/drawing/2014/main" id="{DCFA8F1A-438C-2D31-EC45-A4CCF4206F40}"/>
              </a:ext>
            </a:extLst>
          </p:cNvPr>
          <p:cNvSpPr/>
          <p:nvPr/>
        </p:nvSpPr>
        <p:spPr>
          <a:xfrm>
            <a:off x="0" y="4305300"/>
            <a:ext cx="9144000" cy="857250"/>
          </a:xfrm>
          <a:custGeom>
            <a:avLst/>
            <a:gdLst>
              <a:gd name="connsiteX0" fmla="*/ 0 w 9144000"/>
              <a:gd name="connsiteY0" fmla="*/ 857250 h 857250"/>
              <a:gd name="connsiteX1" fmla="*/ 0 w 9144000"/>
              <a:gd name="connsiteY1" fmla="*/ 149828 h 857250"/>
              <a:gd name="connsiteX2" fmla="*/ 7540609 w 9144000"/>
              <a:gd name="connsiteY2" fmla="*/ 149828 h 857250"/>
              <a:gd name="connsiteX3" fmla="*/ 8245698 w 9144000"/>
              <a:gd name="connsiteY3" fmla="*/ 0 h 857250"/>
              <a:gd name="connsiteX4" fmla="*/ 8933831 w 9144000"/>
              <a:gd name="connsiteY4" fmla="*/ 149828 h 857250"/>
              <a:gd name="connsiteX5" fmla="*/ 9144000 w 9144000"/>
              <a:gd name="connsiteY5" fmla="*/ 149828 h 857250"/>
              <a:gd name="connsiteX6" fmla="*/ 9144000 w 9144000"/>
              <a:gd name="connsiteY6" fmla="*/ 857250 h 857250"/>
              <a:gd name="connsiteX7" fmla="*/ 0 w 9144000"/>
              <a:gd name="connsiteY7" fmla="*/ 857250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0" h="857250">
                <a:moveTo>
                  <a:pt x="0" y="857250"/>
                </a:moveTo>
                <a:lnTo>
                  <a:pt x="0" y="149828"/>
                </a:lnTo>
                <a:lnTo>
                  <a:pt x="7540609" y="149828"/>
                </a:lnTo>
                <a:lnTo>
                  <a:pt x="8245698" y="0"/>
                </a:lnTo>
                <a:lnTo>
                  <a:pt x="8933831" y="149828"/>
                </a:lnTo>
                <a:lnTo>
                  <a:pt x="9144000" y="149828"/>
                </a:lnTo>
                <a:lnTo>
                  <a:pt x="9144000" y="857250"/>
                </a:lnTo>
                <a:lnTo>
                  <a:pt x="0" y="857250"/>
                </a:lnTo>
                <a:close/>
              </a:path>
            </a:pathLst>
          </a:custGeom>
          <a:gradFill>
            <a:gsLst>
              <a:gs pos="0">
                <a:srgbClr val="6164AD"/>
              </a:gs>
              <a:gs pos="50000">
                <a:srgbClr val="5C54A4"/>
              </a:gs>
              <a:gs pos="100000">
                <a:srgbClr val="58449B"/>
              </a:gs>
            </a:gsLst>
            <a:lin ang="0" scaled="1"/>
          </a:gradFill>
          <a:ln w="81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lvl="0" defTabSz="914400" eaLnBrk="1" latinLnBrk="0" hangingPunct="1"/>
            <a:endParaRPr lang="en-AU" sz="1800" kern="1200">
              <a:solidFill>
                <a:schemeClr val="tx1"/>
              </a:solidFill>
              <a:latin typeface="+mn-lt"/>
              <a:ea typeface="+mn-ea"/>
              <a:cs typeface="+mn-cs"/>
            </a:endParaRPr>
          </a:p>
        </p:txBody>
      </p:sp>
      <p:sp>
        <p:nvSpPr>
          <p:cNvPr id="14" name="Freeform: Shape 13">
            <a:extLst>
              <a:ext uri="{FF2B5EF4-FFF2-40B4-BE49-F238E27FC236}">
                <a16:creationId xmlns:a16="http://schemas.microsoft.com/office/drawing/2014/main" id="{6332EFC7-40EB-E5E0-6D5B-205A7815463F}"/>
              </a:ext>
            </a:extLst>
          </p:cNvPr>
          <p:cNvSpPr/>
          <p:nvPr/>
        </p:nvSpPr>
        <p:spPr>
          <a:xfrm>
            <a:off x="7540608" y="4441555"/>
            <a:ext cx="1246536" cy="285083"/>
          </a:xfrm>
          <a:custGeom>
            <a:avLst/>
            <a:gdLst>
              <a:gd name="connsiteX0" fmla="*/ 718995 w 1246536"/>
              <a:gd name="connsiteY0" fmla="*/ 0 h 285083"/>
              <a:gd name="connsiteX1" fmla="*/ 769239 w 1246536"/>
              <a:gd name="connsiteY1" fmla="*/ 10668 h 285083"/>
              <a:gd name="connsiteX2" fmla="*/ 842391 w 1246536"/>
              <a:gd name="connsiteY2" fmla="*/ 94726 h 285083"/>
              <a:gd name="connsiteX3" fmla="*/ 769239 w 1246536"/>
              <a:gd name="connsiteY3" fmla="*/ 147876 h 285083"/>
              <a:gd name="connsiteX4" fmla="*/ 718995 w 1246536"/>
              <a:gd name="connsiteY4" fmla="*/ 137208 h 285083"/>
              <a:gd name="connsiteX5" fmla="*/ 718995 w 1246536"/>
              <a:gd name="connsiteY5" fmla="*/ 48 h 285083"/>
              <a:gd name="connsiteX6" fmla="*/ 769239 w 1246536"/>
              <a:gd name="connsiteY6" fmla="*/ 116729 h 285083"/>
              <a:gd name="connsiteX7" fmla="*/ 808530 w 1246536"/>
              <a:gd name="connsiteY7" fmla="*/ 87535 h 285083"/>
              <a:gd name="connsiteX8" fmla="*/ 769239 w 1246536"/>
              <a:gd name="connsiteY8" fmla="*/ 41624 h 285083"/>
              <a:gd name="connsiteX9" fmla="*/ 752856 w 1246536"/>
              <a:gd name="connsiteY9" fmla="*/ 38148 h 285083"/>
              <a:gd name="connsiteX10" fmla="*/ 752856 w 1246536"/>
              <a:gd name="connsiteY10" fmla="*/ 113252 h 285083"/>
              <a:gd name="connsiteX11" fmla="*/ 769239 w 1246536"/>
              <a:gd name="connsiteY11" fmla="*/ 116729 h 285083"/>
              <a:gd name="connsiteX12" fmla="*/ 947024 w 1246536"/>
              <a:gd name="connsiteY12" fmla="*/ 48482 h 285083"/>
              <a:gd name="connsiteX13" fmla="*/ 947024 w 1246536"/>
              <a:gd name="connsiteY13" fmla="*/ 79391 h 285083"/>
              <a:gd name="connsiteX14" fmla="*/ 917067 w 1246536"/>
              <a:gd name="connsiteY14" fmla="*/ 73009 h 285083"/>
              <a:gd name="connsiteX15" fmla="*/ 917067 w 1246536"/>
              <a:gd name="connsiteY15" fmla="*/ 148114 h 285083"/>
              <a:gd name="connsiteX16" fmla="*/ 947024 w 1246536"/>
              <a:gd name="connsiteY16" fmla="*/ 154496 h 285083"/>
              <a:gd name="connsiteX17" fmla="*/ 947024 w 1246536"/>
              <a:gd name="connsiteY17" fmla="*/ 185642 h 285083"/>
              <a:gd name="connsiteX18" fmla="*/ 853393 w 1246536"/>
              <a:gd name="connsiteY18" fmla="*/ 165735 h 285083"/>
              <a:gd name="connsiteX19" fmla="*/ 853393 w 1246536"/>
              <a:gd name="connsiteY19" fmla="*/ 134588 h 285083"/>
              <a:gd name="connsiteX20" fmla="*/ 883349 w 1246536"/>
              <a:gd name="connsiteY20" fmla="*/ 140970 h 285083"/>
              <a:gd name="connsiteX21" fmla="*/ 883349 w 1246536"/>
              <a:gd name="connsiteY21" fmla="*/ 65865 h 285083"/>
              <a:gd name="connsiteX22" fmla="*/ 853393 w 1246536"/>
              <a:gd name="connsiteY22" fmla="*/ 59484 h 285083"/>
              <a:gd name="connsiteX23" fmla="*/ 853393 w 1246536"/>
              <a:gd name="connsiteY23" fmla="*/ 28575 h 285083"/>
              <a:gd name="connsiteX24" fmla="*/ 947024 w 1246536"/>
              <a:gd name="connsiteY24" fmla="*/ 48482 h 285083"/>
              <a:gd name="connsiteX25" fmla="*/ 1026319 w 1246536"/>
              <a:gd name="connsiteY25" fmla="*/ 62627 h 285083"/>
              <a:gd name="connsiteX26" fmla="*/ 1094994 w 1246536"/>
              <a:gd name="connsiteY26" fmla="*/ 148447 h 285083"/>
              <a:gd name="connsiteX27" fmla="*/ 1026319 w 1246536"/>
              <a:gd name="connsiteY27" fmla="*/ 205264 h 285083"/>
              <a:gd name="connsiteX28" fmla="*/ 957263 w 1246536"/>
              <a:gd name="connsiteY28" fmla="*/ 119205 h 285083"/>
              <a:gd name="connsiteX29" fmla="*/ 1026319 w 1246536"/>
              <a:gd name="connsiteY29" fmla="*/ 62675 h 285083"/>
              <a:gd name="connsiteX30" fmla="*/ 1026319 w 1246536"/>
              <a:gd name="connsiteY30" fmla="*/ 173117 h 285083"/>
              <a:gd name="connsiteX31" fmla="*/ 1060180 w 1246536"/>
              <a:gd name="connsiteY31" fmla="*/ 141018 h 285083"/>
              <a:gd name="connsiteX32" fmla="*/ 1026319 w 1246536"/>
              <a:gd name="connsiteY32" fmla="*/ 94726 h 285083"/>
              <a:gd name="connsiteX33" fmla="*/ 992267 w 1246536"/>
              <a:gd name="connsiteY33" fmla="*/ 126587 h 285083"/>
              <a:gd name="connsiteX34" fmla="*/ 1026319 w 1246536"/>
              <a:gd name="connsiteY34" fmla="*/ 173117 h 285083"/>
              <a:gd name="connsiteX35" fmla="*/ 1111949 w 1246536"/>
              <a:gd name="connsiteY35" fmla="*/ 83534 h 285083"/>
              <a:gd name="connsiteX36" fmla="*/ 1175814 w 1246536"/>
              <a:gd name="connsiteY36" fmla="*/ 97107 h 285083"/>
              <a:gd name="connsiteX37" fmla="*/ 1212675 w 1246536"/>
              <a:gd name="connsiteY37" fmla="*/ 230791 h 285083"/>
              <a:gd name="connsiteX38" fmla="*/ 1212675 w 1246536"/>
              <a:gd name="connsiteY38" fmla="*/ 104918 h 285083"/>
              <a:gd name="connsiteX39" fmla="*/ 1246537 w 1246536"/>
              <a:gd name="connsiteY39" fmla="*/ 112109 h 285083"/>
              <a:gd name="connsiteX40" fmla="*/ 1246537 w 1246536"/>
              <a:gd name="connsiteY40" fmla="*/ 249269 h 285083"/>
              <a:gd name="connsiteX41" fmla="*/ 1182672 w 1246536"/>
              <a:gd name="connsiteY41" fmla="*/ 235696 h 285083"/>
              <a:gd name="connsiteX42" fmla="*/ 1145810 w 1246536"/>
              <a:gd name="connsiteY42" fmla="*/ 102013 h 285083"/>
              <a:gd name="connsiteX43" fmla="*/ 1145810 w 1246536"/>
              <a:gd name="connsiteY43" fmla="*/ 227886 h 285083"/>
              <a:gd name="connsiteX44" fmla="*/ 1111949 w 1246536"/>
              <a:gd name="connsiteY44" fmla="*/ 220694 h 285083"/>
              <a:gd name="connsiteX45" fmla="*/ 1111949 w 1246536"/>
              <a:gd name="connsiteY45" fmla="*/ 83534 h 285083"/>
              <a:gd name="connsiteX46" fmla="*/ 42101 w 1246536"/>
              <a:gd name="connsiteY46" fmla="*/ 138970 h 285083"/>
              <a:gd name="connsiteX47" fmla="*/ 104108 w 1246536"/>
              <a:gd name="connsiteY47" fmla="*/ 125778 h 285083"/>
              <a:gd name="connsiteX48" fmla="*/ 145971 w 1246536"/>
              <a:gd name="connsiteY48" fmla="*/ 254032 h 285083"/>
              <a:gd name="connsiteX49" fmla="*/ 110061 w 1246536"/>
              <a:gd name="connsiteY49" fmla="*/ 261652 h 285083"/>
              <a:gd name="connsiteX50" fmla="*/ 97774 w 1246536"/>
              <a:gd name="connsiteY50" fmla="*/ 222837 h 285083"/>
              <a:gd name="connsiteX51" fmla="*/ 47863 w 1246536"/>
              <a:gd name="connsiteY51" fmla="*/ 233458 h 285083"/>
              <a:gd name="connsiteX52" fmla="*/ 35576 w 1246536"/>
              <a:gd name="connsiteY52" fmla="*/ 277511 h 285083"/>
              <a:gd name="connsiteX53" fmla="*/ 0 w 1246536"/>
              <a:gd name="connsiteY53" fmla="*/ 285083 h 285083"/>
              <a:gd name="connsiteX54" fmla="*/ 42053 w 1246536"/>
              <a:gd name="connsiteY54" fmla="*/ 138970 h 285083"/>
              <a:gd name="connsiteX55" fmla="*/ 88440 w 1246536"/>
              <a:gd name="connsiteY55" fmla="*/ 193929 h 285083"/>
              <a:gd name="connsiteX56" fmla="*/ 72819 w 1246536"/>
              <a:gd name="connsiteY56" fmla="*/ 144923 h 285083"/>
              <a:gd name="connsiteX57" fmla="*/ 57198 w 1246536"/>
              <a:gd name="connsiteY57" fmla="*/ 200597 h 285083"/>
              <a:gd name="connsiteX58" fmla="*/ 88488 w 1246536"/>
              <a:gd name="connsiteY58" fmla="*/ 193929 h 285083"/>
              <a:gd name="connsiteX59" fmla="*/ 214646 w 1246536"/>
              <a:gd name="connsiteY59" fmla="*/ 242173 h 285083"/>
              <a:gd name="connsiteX60" fmla="*/ 148733 w 1246536"/>
              <a:gd name="connsiteY60" fmla="*/ 199930 h 285083"/>
              <a:gd name="connsiteX61" fmla="*/ 183738 w 1246536"/>
              <a:gd name="connsiteY61" fmla="*/ 192500 h 285083"/>
              <a:gd name="connsiteX62" fmla="*/ 215408 w 1246536"/>
              <a:gd name="connsiteY62" fmla="*/ 212408 h 285083"/>
              <a:gd name="connsiteX63" fmla="*/ 239030 w 1246536"/>
              <a:gd name="connsiteY63" fmla="*/ 195310 h 285083"/>
              <a:gd name="connsiteX64" fmla="*/ 227886 w 1246536"/>
              <a:gd name="connsiteY64" fmla="*/ 187166 h 285083"/>
              <a:gd name="connsiteX65" fmla="*/ 183975 w 1246536"/>
              <a:gd name="connsiteY65" fmla="*/ 184452 h 285083"/>
              <a:gd name="connsiteX66" fmla="*/ 154210 w 1246536"/>
              <a:gd name="connsiteY66" fmla="*/ 153210 h 285083"/>
              <a:gd name="connsiteX67" fmla="*/ 207645 w 1246536"/>
              <a:gd name="connsiteY67" fmla="*/ 101013 h 285083"/>
              <a:gd name="connsiteX68" fmla="*/ 268891 w 1246536"/>
              <a:gd name="connsiteY68" fmla="*/ 138017 h 285083"/>
              <a:gd name="connsiteX69" fmla="*/ 234077 w 1246536"/>
              <a:gd name="connsiteY69" fmla="*/ 145399 h 285083"/>
              <a:gd name="connsiteX70" fmla="*/ 208217 w 1246536"/>
              <a:gd name="connsiteY70" fmla="*/ 129873 h 285083"/>
              <a:gd name="connsiteX71" fmla="*/ 189215 w 1246536"/>
              <a:gd name="connsiteY71" fmla="*/ 145018 h 285083"/>
              <a:gd name="connsiteX72" fmla="*/ 199454 w 1246536"/>
              <a:gd name="connsiteY72" fmla="*/ 152352 h 285083"/>
              <a:gd name="connsiteX73" fmla="*/ 242078 w 1246536"/>
              <a:gd name="connsiteY73" fmla="*/ 154400 h 285083"/>
              <a:gd name="connsiteX74" fmla="*/ 273891 w 1246536"/>
              <a:gd name="connsiteY74" fmla="*/ 186357 h 285083"/>
              <a:gd name="connsiteX75" fmla="*/ 214694 w 1246536"/>
              <a:gd name="connsiteY75" fmla="*/ 242125 h 285083"/>
              <a:gd name="connsiteX76" fmla="*/ 283702 w 1246536"/>
              <a:gd name="connsiteY76" fmla="*/ 156115 h 285083"/>
              <a:gd name="connsiteX77" fmla="*/ 353330 w 1246536"/>
              <a:gd name="connsiteY77" fmla="*/ 70104 h 285083"/>
              <a:gd name="connsiteX78" fmla="*/ 419767 w 1246536"/>
              <a:gd name="connsiteY78" fmla="*/ 111633 h 285083"/>
              <a:gd name="connsiteX79" fmla="*/ 384953 w 1246536"/>
              <a:gd name="connsiteY79" fmla="*/ 119015 h 285083"/>
              <a:gd name="connsiteX80" fmla="*/ 353473 w 1246536"/>
              <a:gd name="connsiteY80" fmla="*/ 102156 h 285083"/>
              <a:gd name="connsiteX81" fmla="*/ 318659 w 1246536"/>
              <a:gd name="connsiteY81" fmla="*/ 148638 h 285083"/>
              <a:gd name="connsiteX82" fmla="*/ 353473 w 1246536"/>
              <a:gd name="connsiteY82" fmla="*/ 180546 h 285083"/>
              <a:gd name="connsiteX83" fmla="*/ 384953 w 1246536"/>
              <a:gd name="connsiteY83" fmla="*/ 150114 h 285083"/>
              <a:gd name="connsiteX84" fmla="*/ 419767 w 1246536"/>
              <a:gd name="connsiteY84" fmla="*/ 142732 h 285083"/>
              <a:gd name="connsiteX85" fmla="*/ 353330 w 1246536"/>
              <a:gd name="connsiteY85" fmla="*/ 212693 h 285083"/>
              <a:gd name="connsiteX86" fmla="*/ 283702 w 1246536"/>
              <a:gd name="connsiteY86" fmla="*/ 156115 h 285083"/>
              <a:gd name="connsiteX87" fmla="*/ 436340 w 1246536"/>
              <a:gd name="connsiteY87" fmla="*/ 55150 h 285083"/>
              <a:gd name="connsiteX88" fmla="*/ 540782 w 1246536"/>
              <a:gd name="connsiteY88" fmla="*/ 32956 h 285083"/>
              <a:gd name="connsiteX89" fmla="*/ 540782 w 1246536"/>
              <a:gd name="connsiteY89" fmla="*/ 63865 h 285083"/>
              <a:gd name="connsiteX90" fmla="*/ 470440 w 1246536"/>
              <a:gd name="connsiteY90" fmla="*/ 78819 h 285083"/>
              <a:gd name="connsiteX91" fmla="*/ 470440 w 1246536"/>
              <a:gd name="connsiteY91" fmla="*/ 101775 h 285083"/>
              <a:gd name="connsiteX92" fmla="*/ 531495 w 1246536"/>
              <a:gd name="connsiteY92" fmla="*/ 88821 h 285083"/>
              <a:gd name="connsiteX93" fmla="*/ 531495 w 1246536"/>
              <a:gd name="connsiteY93" fmla="*/ 118015 h 285083"/>
              <a:gd name="connsiteX94" fmla="*/ 470440 w 1246536"/>
              <a:gd name="connsiteY94" fmla="*/ 131016 h 285083"/>
              <a:gd name="connsiteX95" fmla="*/ 470440 w 1246536"/>
              <a:gd name="connsiteY95" fmla="*/ 154162 h 285083"/>
              <a:gd name="connsiteX96" fmla="*/ 540782 w 1246536"/>
              <a:gd name="connsiteY96" fmla="*/ 139208 h 285083"/>
              <a:gd name="connsiteX97" fmla="*/ 540782 w 1246536"/>
              <a:gd name="connsiteY97" fmla="*/ 170117 h 285083"/>
              <a:gd name="connsiteX98" fmla="*/ 436340 w 1246536"/>
              <a:gd name="connsiteY98" fmla="*/ 192310 h 285083"/>
              <a:gd name="connsiteX99" fmla="*/ 436340 w 1246536"/>
              <a:gd name="connsiteY99" fmla="*/ 55150 h 285083"/>
              <a:gd name="connsiteX100" fmla="*/ 561308 w 1246536"/>
              <a:gd name="connsiteY100" fmla="*/ 28623 h 285083"/>
              <a:gd name="connsiteX101" fmla="*/ 625173 w 1246536"/>
              <a:gd name="connsiteY101" fmla="*/ 15049 h 285083"/>
              <a:gd name="connsiteX102" fmla="*/ 662035 w 1246536"/>
              <a:gd name="connsiteY102" fmla="*/ 133112 h 285083"/>
              <a:gd name="connsiteX103" fmla="*/ 662035 w 1246536"/>
              <a:gd name="connsiteY103" fmla="*/ 7239 h 285083"/>
              <a:gd name="connsiteX104" fmla="*/ 695897 w 1246536"/>
              <a:gd name="connsiteY104" fmla="*/ 48 h 285083"/>
              <a:gd name="connsiteX105" fmla="*/ 695897 w 1246536"/>
              <a:gd name="connsiteY105" fmla="*/ 137208 h 285083"/>
              <a:gd name="connsiteX106" fmla="*/ 632032 w 1246536"/>
              <a:gd name="connsiteY106" fmla="*/ 150781 h 285083"/>
              <a:gd name="connsiteX107" fmla="*/ 595170 w 1246536"/>
              <a:gd name="connsiteY107" fmla="*/ 32718 h 285083"/>
              <a:gd name="connsiteX108" fmla="*/ 595170 w 1246536"/>
              <a:gd name="connsiteY108" fmla="*/ 158591 h 285083"/>
              <a:gd name="connsiteX109" fmla="*/ 561308 w 1246536"/>
              <a:gd name="connsiteY109" fmla="*/ 165783 h 285083"/>
              <a:gd name="connsiteX110" fmla="*/ 561308 w 1246536"/>
              <a:gd name="connsiteY110" fmla="*/ 28623 h 285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246536" h="285083">
                <a:moveTo>
                  <a:pt x="718995" y="0"/>
                </a:moveTo>
                <a:lnTo>
                  <a:pt x="769239" y="10668"/>
                </a:lnTo>
                <a:cubicBezTo>
                  <a:pt x="805149" y="18288"/>
                  <a:pt x="842391" y="35766"/>
                  <a:pt x="842391" y="94726"/>
                </a:cubicBezTo>
                <a:cubicBezTo>
                  <a:pt x="842391" y="153876"/>
                  <a:pt x="805149" y="155496"/>
                  <a:pt x="769239" y="147876"/>
                </a:cubicBezTo>
                <a:lnTo>
                  <a:pt x="718995" y="137208"/>
                </a:lnTo>
                <a:lnTo>
                  <a:pt x="718995" y="48"/>
                </a:lnTo>
                <a:close/>
                <a:moveTo>
                  <a:pt x="769239" y="116729"/>
                </a:moveTo>
                <a:cubicBezTo>
                  <a:pt x="791766" y="121539"/>
                  <a:pt x="808530" y="124301"/>
                  <a:pt x="808530" y="87535"/>
                </a:cubicBezTo>
                <a:cubicBezTo>
                  <a:pt x="808530" y="50768"/>
                  <a:pt x="791623" y="46387"/>
                  <a:pt x="769239" y="41624"/>
                </a:cubicBezTo>
                <a:lnTo>
                  <a:pt x="752856" y="38148"/>
                </a:lnTo>
                <a:lnTo>
                  <a:pt x="752856" y="113252"/>
                </a:lnTo>
                <a:cubicBezTo>
                  <a:pt x="752856" y="113252"/>
                  <a:pt x="769239" y="116729"/>
                  <a:pt x="769239" y="116729"/>
                </a:cubicBezTo>
                <a:close/>
                <a:moveTo>
                  <a:pt x="947024" y="48482"/>
                </a:moveTo>
                <a:lnTo>
                  <a:pt x="947024" y="79391"/>
                </a:lnTo>
                <a:cubicBezTo>
                  <a:pt x="947024" y="79391"/>
                  <a:pt x="917067" y="73009"/>
                  <a:pt x="917067" y="73009"/>
                </a:cubicBezTo>
                <a:lnTo>
                  <a:pt x="917067" y="148114"/>
                </a:lnTo>
                <a:cubicBezTo>
                  <a:pt x="917067" y="148114"/>
                  <a:pt x="947024" y="154496"/>
                  <a:pt x="947024" y="154496"/>
                </a:cubicBezTo>
                <a:lnTo>
                  <a:pt x="947024" y="185642"/>
                </a:lnTo>
                <a:cubicBezTo>
                  <a:pt x="947024" y="185642"/>
                  <a:pt x="853393" y="165735"/>
                  <a:pt x="853393" y="165735"/>
                </a:cubicBezTo>
                <a:lnTo>
                  <a:pt x="853393" y="134588"/>
                </a:lnTo>
                <a:cubicBezTo>
                  <a:pt x="853393" y="134588"/>
                  <a:pt x="883349" y="140970"/>
                  <a:pt x="883349" y="140970"/>
                </a:cubicBezTo>
                <a:lnTo>
                  <a:pt x="883349" y="65865"/>
                </a:lnTo>
                <a:cubicBezTo>
                  <a:pt x="883349" y="65865"/>
                  <a:pt x="853393" y="59484"/>
                  <a:pt x="853393" y="59484"/>
                </a:cubicBezTo>
                <a:lnTo>
                  <a:pt x="853393" y="28575"/>
                </a:lnTo>
                <a:cubicBezTo>
                  <a:pt x="853393" y="28575"/>
                  <a:pt x="947024" y="48482"/>
                  <a:pt x="947024" y="48482"/>
                </a:cubicBezTo>
                <a:close/>
                <a:moveTo>
                  <a:pt x="1026319" y="62627"/>
                </a:moveTo>
                <a:cubicBezTo>
                  <a:pt x="1068944" y="71676"/>
                  <a:pt x="1094994" y="107966"/>
                  <a:pt x="1094994" y="148447"/>
                </a:cubicBezTo>
                <a:cubicBezTo>
                  <a:pt x="1094994" y="189119"/>
                  <a:pt x="1068944" y="214313"/>
                  <a:pt x="1026319" y="205264"/>
                </a:cubicBezTo>
                <a:cubicBezTo>
                  <a:pt x="983504" y="196167"/>
                  <a:pt x="957263" y="159829"/>
                  <a:pt x="957263" y="119205"/>
                </a:cubicBezTo>
                <a:cubicBezTo>
                  <a:pt x="957263" y="78724"/>
                  <a:pt x="983504" y="53578"/>
                  <a:pt x="1026319" y="62675"/>
                </a:cubicBezTo>
                <a:moveTo>
                  <a:pt x="1026319" y="173117"/>
                </a:moveTo>
                <a:cubicBezTo>
                  <a:pt x="1049036" y="177927"/>
                  <a:pt x="1060180" y="165926"/>
                  <a:pt x="1060180" y="141018"/>
                </a:cubicBezTo>
                <a:cubicBezTo>
                  <a:pt x="1060180" y="116110"/>
                  <a:pt x="1048846" y="99489"/>
                  <a:pt x="1026319" y="94726"/>
                </a:cubicBezTo>
                <a:cubicBezTo>
                  <a:pt x="1003602" y="89916"/>
                  <a:pt x="992267" y="101870"/>
                  <a:pt x="992267" y="126587"/>
                </a:cubicBezTo>
                <a:cubicBezTo>
                  <a:pt x="992267" y="151495"/>
                  <a:pt x="1003649" y="168307"/>
                  <a:pt x="1026319" y="173117"/>
                </a:cubicBezTo>
                <a:moveTo>
                  <a:pt x="1111949" y="83534"/>
                </a:moveTo>
                <a:lnTo>
                  <a:pt x="1175814" y="97107"/>
                </a:lnTo>
                <a:lnTo>
                  <a:pt x="1212675" y="230791"/>
                </a:lnTo>
                <a:lnTo>
                  <a:pt x="1212675" y="104918"/>
                </a:lnTo>
                <a:cubicBezTo>
                  <a:pt x="1212675" y="104918"/>
                  <a:pt x="1246537" y="112109"/>
                  <a:pt x="1246537" y="112109"/>
                </a:cubicBezTo>
                <a:lnTo>
                  <a:pt x="1246537" y="249269"/>
                </a:lnTo>
                <a:cubicBezTo>
                  <a:pt x="1246537" y="249269"/>
                  <a:pt x="1182672" y="235696"/>
                  <a:pt x="1182672" y="235696"/>
                </a:cubicBezTo>
                <a:lnTo>
                  <a:pt x="1145810" y="102013"/>
                </a:lnTo>
                <a:lnTo>
                  <a:pt x="1145810" y="227886"/>
                </a:lnTo>
                <a:cubicBezTo>
                  <a:pt x="1145810" y="227886"/>
                  <a:pt x="1111949" y="220694"/>
                  <a:pt x="1111949" y="220694"/>
                </a:cubicBezTo>
                <a:lnTo>
                  <a:pt x="1111949" y="83534"/>
                </a:lnTo>
                <a:close/>
                <a:moveTo>
                  <a:pt x="42101" y="138970"/>
                </a:moveTo>
                <a:lnTo>
                  <a:pt x="104108" y="125778"/>
                </a:lnTo>
                <a:lnTo>
                  <a:pt x="145971" y="254032"/>
                </a:lnTo>
                <a:lnTo>
                  <a:pt x="110061" y="261652"/>
                </a:lnTo>
                <a:lnTo>
                  <a:pt x="97774" y="222837"/>
                </a:lnTo>
                <a:lnTo>
                  <a:pt x="47863" y="233458"/>
                </a:lnTo>
                <a:lnTo>
                  <a:pt x="35576" y="277511"/>
                </a:lnTo>
                <a:lnTo>
                  <a:pt x="0" y="285083"/>
                </a:lnTo>
                <a:lnTo>
                  <a:pt x="42053" y="138970"/>
                </a:lnTo>
                <a:close/>
                <a:moveTo>
                  <a:pt x="88440" y="193929"/>
                </a:moveTo>
                <a:lnTo>
                  <a:pt x="72819" y="144923"/>
                </a:lnTo>
                <a:lnTo>
                  <a:pt x="57198" y="200597"/>
                </a:lnTo>
                <a:lnTo>
                  <a:pt x="88488" y="193929"/>
                </a:lnTo>
                <a:close/>
                <a:moveTo>
                  <a:pt x="214646" y="242173"/>
                </a:moveTo>
                <a:cubicBezTo>
                  <a:pt x="168307" y="252031"/>
                  <a:pt x="148733" y="235553"/>
                  <a:pt x="148733" y="199930"/>
                </a:cubicBezTo>
                <a:lnTo>
                  <a:pt x="183738" y="192500"/>
                </a:lnTo>
                <a:cubicBezTo>
                  <a:pt x="183738" y="211979"/>
                  <a:pt x="190977" y="217599"/>
                  <a:pt x="215408" y="212408"/>
                </a:cubicBezTo>
                <a:cubicBezTo>
                  <a:pt x="231982" y="208883"/>
                  <a:pt x="239030" y="203883"/>
                  <a:pt x="239030" y="195310"/>
                </a:cubicBezTo>
                <a:cubicBezTo>
                  <a:pt x="239030" y="190452"/>
                  <a:pt x="235315" y="187547"/>
                  <a:pt x="227886" y="187166"/>
                </a:cubicBezTo>
                <a:lnTo>
                  <a:pt x="183975" y="184452"/>
                </a:lnTo>
                <a:cubicBezTo>
                  <a:pt x="161258" y="182880"/>
                  <a:pt x="154210" y="170545"/>
                  <a:pt x="154210" y="153210"/>
                </a:cubicBezTo>
                <a:cubicBezTo>
                  <a:pt x="154210" y="126540"/>
                  <a:pt x="173212" y="108299"/>
                  <a:pt x="207645" y="101013"/>
                </a:cubicBezTo>
                <a:cubicBezTo>
                  <a:pt x="248603" y="92297"/>
                  <a:pt x="268891" y="108252"/>
                  <a:pt x="268891" y="138017"/>
                </a:cubicBezTo>
                <a:lnTo>
                  <a:pt x="234077" y="145399"/>
                </a:lnTo>
                <a:cubicBezTo>
                  <a:pt x="234077" y="130635"/>
                  <a:pt x="226076" y="126111"/>
                  <a:pt x="208217" y="129873"/>
                </a:cubicBezTo>
                <a:cubicBezTo>
                  <a:pt x="195739" y="132540"/>
                  <a:pt x="189215" y="137208"/>
                  <a:pt x="189215" y="145018"/>
                </a:cubicBezTo>
                <a:cubicBezTo>
                  <a:pt x="189215" y="148923"/>
                  <a:pt x="191262" y="151781"/>
                  <a:pt x="199454" y="152352"/>
                </a:cubicBezTo>
                <a:lnTo>
                  <a:pt x="242078" y="154400"/>
                </a:lnTo>
                <a:cubicBezTo>
                  <a:pt x="263843" y="155400"/>
                  <a:pt x="273891" y="166306"/>
                  <a:pt x="273891" y="186357"/>
                </a:cubicBezTo>
                <a:cubicBezTo>
                  <a:pt x="273891" y="212408"/>
                  <a:pt x="256747" y="233172"/>
                  <a:pt x="214694" y="242125"/>
                </a:cubicBezTo>
                <a:moveTo>
                  <a:pt x="283702" y="156115"/>
                </a:moveTo>
                <a:cubicBezTo>
                  <a:pt x="283702" y="115633"/>
                  <a:pt x="310325" y="79248"/>
                  <a:pt x="353330" y="70104"/>
                </a:cubicBezTo>
                <a:cubicBezTo>
                  <a:pt x="390906" y="62103"/>
                  <a:pt x="415862" y="78010"/>
                  <a:pt x="419767" y="111633"/>
                </a:cubicBezTo>
                <a:lnTo>
                  <a:pt x="384953" y="119015"/>
                </a:lnTo>
                <a:cubicBezTo>
                  <a:pt x="382143" y="104823"/>
                  <a:pt x="370047" y="98631"/>
                  <a:pt x="353473" y="102156"/>
                </a:cubicBezTo>
                <a:cubicBezTo>
                  <a:pt x="333185" y="106490"/>
                  <a:pt x="318659" y="121634"/>
                  <a:pt x="318659" y="148638"/>
                </a:cubicBezTo>
                <a:cubicBezTo>
                  <a:pt x="318659" y="175879"/>
                  <a:pt x="333185" y="184833"/>
                  <a:pt x="353473" y="180546"/>
                </a:cubicBezTo>
                <a:cubicBezTo>
                  <a:pt x="370047" y="177022"/>
                  <a:pt x="382143" y="165497"/>
                  <a:pt x="384953" y="150114"/>
                </a:cubicBezTo>
                <a:lnTo>
                  <a:pt x="419767" y="142732"/>
                </a:lnTo>
                <a:cubicBezTo>
                  <a:pt x="415862" y="178213"/>
                  <a:pt x="390906" y="204692"/>
                  <a:pt x="353330" y="212693"/>
                </a:cubicBezTo>
                <a:cubicBezTo>
                  <a:pt x="310325" y="221837"/>
                  <a:pt x="283702" y="196739"/>
                  <a:pt x="283702" y="156115"/>
                </a:cubicBezTo>
                <a:moveTo>
                  <a:pt x="436340" y="55150"/>
                </a:moveTo>
                <a:lnTo>
                  <a:pt x="540782" y="32956"/>
                </a:lnTo>
                <a:lnTo>
                  <a:pt x="540782" y="63865"/>
                </a:lnTo>
                <a:cubicBezTo>
                  <a:pt x="540782" y="63865"/>
                  <a:pt x="470440" y="78819"/>
                  <a:pt x="470440" y="78819"/>
                </a:cubicBezTo>
                <a:lnTo>
                  <a:pt x="470440" y="101775"/>
                </a:lnTo>
                <a:cubicBezTo>
                  <a:pt x="470440" y="101775"/>
                  <a:pt x="531495" y="88821"/>
                  <a:pt x="531495" y="88821"/>
                </a:cubicBezTo>
                <a:lnTo>
                  <a:pt x="531495" y="118015"/>
                </a:lnTo>
                <a:cubicBezTo>
                  <a:pt x="531495" y="118015"/>
                  <a:pt x="470440" y="131016"/>
                  <a:pt x="470440" y="131016"/>
                </a:cubicBezTo>
                <a:lnTo>
                  <a:pt x="470440" y="154162"/>
                </a:lnTo>
                <a:cubicBezTo>
                  <a:pt x="470440" y="154162"/>
                  <a:pt x="540782" y="139208"/>
                  <a:pt x="540782" y="139208"/>
                </a:cubicBezTo>
                <a:lnTo>
                  <a:pt x="540782" y="170117"/>
                </a:lnTo>
                <a:cubicBezTo>
                  <a:pt x="540782" y="170117"/>
                  <a:pt x="436340" y="192310"/>
                  <a:pt x="436340" y="192310"/>
                </a:cubicBezTo>
                <a:lnTo>
                  <a:pt x="436340" y="55150"/>
                </a:lnTo>
                <a:close/>
                <a:moveTo>
                  <a:pt x="561308" y="28623"/>
                </a:moveTo>
                <a:lnTo>
                  <a:pt x="625173" y="15049"/>
                </a:lnTo>
                <a:lnTo>
                  <a:pt x="662035" y="133112"/>
                </a:lnTo>
                <a:lnTo>
                  <a:pt x="662035" y="7239"/>
                </a:lnTo>
                <a:cubicBezTo>
                  <a:pt x="662035" y="7239"/>
                  <a:pt x="695897" y="48"/>
                  <a:pt x="695897" y="48"/>
                </a:cubicBezTo>
                <a:lnTo>
                  <a:pt x="695897" y="137208"/>
                </a:lnTo>
                <a:cubicBezTo>
                  <a:pt x="695897" y="137208"/>
                  <a:pt x="632032" y="150781"/>
                  <a:pt x="632032" y="150781"/>
                </a:cubicBezTo>
                <a:lnTo>
                  <a:pt x="595170" y="32718"/>
                </a:lnTo>
                <a:lnTo>
                  <a:pt x="595170" y="158591"/>
                </a:lnTo>
                <a:cubicBezTo>
                  <a:pt x="595170" y="158591"/>
                  <a:pt x="561308" y="165783"/>
                  <a:pt x="561308" y="165783"/>
                </a:cubicBezTo>
                <a:lnTo>
                  <a:pt x="561308" y="28623"/>
                </a:lnTo>
                <a:close/>
              </a:path>
            </a:pathLst>
          </a:custGeom>
          <a:solidFill>
            <a:srgbClr val="FFFFFF"/>
          </a:solidFill>
          <a:ln w="4763" cap="flat">
            <a:noFill/>
            <a:prstDash val="solid"/>
            <a:miter/>
          </a:ln>
        </p:spPr>
        <p:txBody>
          <a:bodyPr rtlCol="0" anchor="ctr"/>
          <a:lstStyle/>
          <a:p>
            <a:endParaRPr lang="en-AU"/>
          </a:p>
        </p:txBody>
      </p:sp>
      <p:sp>
        <p:nvSpPr>
          <p:cNvPr id="33" name="Google Shape;10;p2">
            <a:extLst>
              <a:ext uri="{FF2B5EF4-FFF2-40B4-BE49-F238E27FC236}">
                <a16:creationId xmlns:a16="http://schemas.microsoft.com/office/drawing/2014/main" id="{D543CF40-CA6C-AB12-3735-CF8AC652A545}"/>
              </a:ext>
            </a:extLst>
          </p:cNvPr>
          <p:cNvSpPr txBox="1">
            <a:spLocks noGrp="1"/>
          </p:cNvSpPr>
          <p:nvPr>
            <p:ph type="ctrTitle" hasCustomPrompt="1"/>
          </p:nvPr>
        </p:nvSpPr>
        <p:spPr>
          <a:xfrm>
            <a:off x="311708" y="2197678"/>
            <a:ext cx="3457652" cy="516890"/>
          </a:xfrm>
          <a:prstGeom prst="rect">
            <a:avLst/>
          </a:prstGeom>
        </p:spPr>
        <p:txBody>
          <a:bodyPr spcFirstLastPara="1" wrap="square" lIns="90000" tIns="90000" rIns="90000" bIns="36000" anchor="b" anchorCtr="0">
            <a:noAutofit/>
          </a:bodyPr>
          <a:lstStyle>
            <a:lvl1pPr lvl="0" algn="l">
              <a:spcBef>
                <a:spcPts val="0"/>
              </a:spcBef>
              <a:spcAft>
                <a:spcPts val="0"/>
              </a:spcAft>
              <a:buSzPts val="5200"/>
              <a:buNone/>
              <a:defRPr sz="2800" b="1">
                <a:solidFill>
                  <a:schemeClr val="bg1"/>
                </a:solidFill>
                <a:latin typeface="PP Neue Machina Plain Ultrabold" pitchFamily="50" charset="0"/>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r>
              <a:rPr lang="en-IN" dirty="0"/>
              <a:t>Section Title</a:t>
            </a:r>
            <a:endParaRPr dirty="0"/>
          </a:p>
        </p:txBody>
      </p:sp>
      <p:sp>
        <p:nvSpPr>
          <p:cNvPr id="16" name="Text Placeholder 15">
            <a:extLst>
              <a:ext uri="{FF2B5EF4-FFF2-40B4-BE49-F238E27FC236}">
                <a16:creationId xmlns:a16="http://schemas.microsoft.com/office/drawing/2014/main" id="{17A7E5E8-BE49-EF88-3BBF-34F70B616301}"/>
              </a:ext>
            </a:extLst>
          </p:cNvPr>
          <p:cNvSpPr>
            <a:spLocks noGrp="1"/>
          </p:cNvSpPr>
          <p:nvPr>
            <p:ph type="body" sz="quarter" idx="14" hasCustomPrompt="1"/>
          </p:nvPr>
        </p:nvSpPr>
        <p:spPr>
          <a:xfrm>
            <a:off x="379413" y="1489710"/>
            <a:ext cx="1322387" cy="516890"/>
          </a:xfrm>
          <a:noFill/>
        </p:spPr>
        <p:txBody>
          <a:bodyPr anchor="ctr">
            <a:noAutofit/>
          </a:bodyPr>
          <a:lstStyle>
            <a:lvl1pPr marL="0" indent="0" algn="l">
              <a:buNone/>
              <a:defRPr sz="5400" b="1">
                <a:solidFill>
                  <a:schemeClr val="accent4"/>
                </a:solidFill>
              </a:defRPr>
            </a:lvl1pPr>
          </a:lstStyle>
          <a:p>
            <a:pPr lvl="0"/>
            <a:r>
              <a:rPr lang="en-IN" dirty="0"/>
              <a:t>01</a:t>
            </a:r>
            <a:endParaRPr lang="en-AU" dirty="0"/>
          </a:p>
        </p:txBody>
      </p:sp>
      <p:sp>
        <p:nvSpPr>
          <p:cNvPr id="5" name="Picture Placeholder 2">
            <a:extLst>
              <a:ext uri="{FF2B5EF4-FFF2-40B4-BE49-F238E27FC236}">
                <a16:creationId xmlns:a16="http://schemas.microsoft.com/office/drawing/2014/main" id="{7A925FB5-2C24-A1B2-7CD6-75658CC3DC59}"/>
              </a:ext>
            </a:extLst>
          </p:cNvPr>
          <p:cNvSpPr>
            <a:spLocks noGrp="1"/>
          </p:cNvSpPr>
          <p:nvPr>
            <p:ph type="pic" sz="quarter" idx="13" hasCustomPrompt="1"/>
          </p:nvPr>
        </p:nvSpPr>
        <p:spPr>
          <a:xfrm>
            <a:off x="4552315" y="-13971"/>
            <a:ext cx="4592161" cy="4477544"/>
          </a:xfrm>
          <a:custGeom>
            <a:avLst/>
            <a:gdLst>
              <a:gd name="connsiteX0" fmla="*/ 0 w 9144000"/>
              <a:gd name="connsiteY0" fmla="*/ 0 h 4442826"/>
              <a:gd name="connsiteX1" fmla="*/ 9144000 w 9144000"/>
              <a:gd name="connsiteY1" fmla="*/ 0 h 4442826"/>
              <a:gd name="connsiteX2" fmla="*/ 9144000 w 9144000"/>
              <a:gd name="connsiteY2" fmla="*/ 4442826 h 4442826"/>
              <a:gd name="connsiteX3" fmla="*/ 0 w 9144000"/>
              <a:gd name="connsiteY3" fmla="*/ 4442826 h 4442826"/>
              <a:gd name="connsiteX4" fmla="*/ 0 w 9144000"/>
              <a:gd name="connsiteY4" fmla="*/ 0 h 4442826"/>
              <a:gd name="connsiteX0" fmla="*/ 0 w 9151620"/>
              <a:gd name="connsiteY0" fmla="*/ 0 h 4458066"/>
              <a:gd name="connsiteX1" fmla="*/ 9144000 w 9151620"/>
              <a:gd name="connsiteY1" fmla="*/ 0 h 4458066"/>
              <a:gd name="connsiteX2" fmla="*/ 9151620 w 9151620"/>
              <a:gd name="connsiteY2" fmla="*/ 4458066 h 4458066"/>
              <a:gd name="connsiteX3" fmla="*/ 0 w 9151620"/>
              <a:gd name="connsiteY3" fmla="*/ 4442826 h 4458066"/>
              <a:gd name="connsiteX4" fmla="*/ 0 w 9151620"/>
              <a:gd name="connsiteY4"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0 w 9151620"/>
              <a:gd name="connsiteY4" fmla="*/ 4442826 h 4458066"/>
              <a:gd name="connsiteX5" fmla="*/ 0 w 9151620"/>
              <a:gd name="connsiteY5"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7551420 w 9151620"/>
              <a:gd name="connsiteY4" fmla="*/ 4436111 h 4458066"/>
              <a:gd name="connsiteX5" fmla="*/ 0 w 9151620"/>
              <a:gd name="connsiteY5" fmla="*/ 4442826 h 4458066"/>
              <a:gd name="connsiteX6" fmla="*/ 0 w 9151620"/>
              <a:gd name="connsiteY6"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8282940 w 9151620"/>
              <a:gd name="connsiteY4" fmla="*/ 4436111 h 4458066"/>
              <a:gd name="connsiteX5" fmla="*/ 7551420 w 9151620"/>
              <a:gd name="connsiteY5" fmla="*/ 4436111 h 4458066"/>
              <a:gd name="connsiteX6" fmla="*/ 0 w 9151620"/>
              <a:gd name="connsiteY6" fmla="*/ 4442826 h 4458066"/>
              <a:gd name="connsiteX7" fmla="*/ 0 w 9151620"/>
              <a:gd name="connsiteY7"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8260080 w 9151620"/>
              <a:gd name="connsiteY4" fmla="*/ 4306571 h 4458066"/>
              <a:gd name="connsiteX5" fmla="*/ 7551420 w 9151620"/>
              <a:gd name="connsiteY5" fmla="*/ 4436111 h 4458066"/>
              <a:gd name="connsiteX6" fmla="*/ 0 w 9151620"/>
              <a:gd name="connsiteY6" fmla="*/ 4442826 h 4458066"/>
              <a:gd name="connsiteX7" fmla="*/ 0 w 9151620"/>
              <a:gd name="connsiteY7" fmla="*/ 0 h 4458066"/>
              <a:gd name="connsiteX0" fmla="*/ 0 w 9151620"/>
              <a:gd name="connsiteY0" fmla="*/ 0 h 4462781"/>
              <a:gd name="connsiteX1" fmla="*/ 9144000 w 9151620"/>
              <a:gd name="connsiteY1" fmla="*/ 0 h 4462781"/>
              <a:gd name="connsiteX2" fmla="*/ 9151620 w 9151620"/>
              <a:gd name="connsiteY2" fmla="*/ 4458066 h 4462781"/>
              <a:gd name="connsiteX3" fmla="*/ 8941594 w 9151620"/>
              <a:gd name="connsiteY3" fmla="*/ 4462781 h 4462781"/>
              <a:gd name="connsiteX4" fmla="*/ 8260080 w 9151620"/>
              <a:gd name="connsiteY4" fmla="*/ 4306571 h 4462781"/>
              <a:gd name="connsiteX5" fmla="*/ 7551420 w 9151620"/>
              <a:gd name="connsiteY5" fmla="*/ 4436111 h 4462781"/>
              <a:gd name="connsiteX6" fmla="*/ 0 w 9151620"/>
              <a:gd name="connsiteY6" fmla="*/ 4442826 h 4462781"/>
              <a:gd name="connsiteX7" fmla="*/ 0 w 9151620"/>
              <a:gd name="connsiteY7" fmla="*/ 0 h 4462781"/>
              <a:gd name="connsiteX0" fmla="*/ 0 w 9151620"/>
              <a:gd name="connsiteY0" fmla="*/ 0 h 4462781"/>
              <a:gd name="connsiteX1" fmla="*/ 9144000 w 9151620"/>
              <a:gd name="connsiteY1" fmla="*/ 0 h 4462781"/>
              <a:gd name="connsiteX2" fmla="*/ 9151620 w 9151620"/>
              <a:gd name="connsiteY2" fmla="*/ 4458066 h 4462781"/>
              <a:gd name="connsiteX3" fmla="*/ 8941594 w 9151620"/>
              <a:gd name="connsiteY3" fmla="*/ 4462781 h 4462781"/>
              <a:gd name="connsiteX4" fmla="*/ 8260080 w 9151620"/>
              <a:gd name="connsiteY4" fmla="*/ 4306571 h 4462781"/>
              <a:gd name="connsiteX5" fmla="*/ 7556182 w 9151620"/>
              <a:gd name="connsiteY5" fmla="*/ 4462304 h 4462781"/>
              <a:gd name="connsiteX6" fmla="*/ 0 w 9151620"/>
              <a:gd name="connsiteY6" fmla="*/ 4442826 h 4462781"/>
              <a:gd name="connsiteX7" fmla="*/ 0 w 9151620"/>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41594 w 9144476"/>
              <a:gd name="connsiteY3" fmla="*/ 4462781 h 4462781"/>
              <a:gd name="connsiteX4" fmla="*/ 8260080 w 9144476"/>
              <a:gd name="connsiteY4" fmla="*/ 4306571 h 4462781"/>
              <a:gd name="connsiteX5" fmla="*/ 7556182 w 9144476"/>
              <a:gd name="connsiteY5" fmla="*/ 4462304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41594 w 9144476"/>
              <a:gd name="connsiteY3" fmla="*/ 4462781 h 4462781"/>
              <a:gd name="connsiteX4" fmla="*/ 8260080 w 9144476"/>
              <a:gd name="connsiteY4" fmla="*/ 4306571 h 4462781"/>
              <a:gd name="connsiteX5" fmla="*/ 7541895 w 9144476"/>
              <a:gd name="connsiteY5" fmla="*/ 4452779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53500 w 9144476"/>
              <a:gd name="connsiteY3" fmla="*/ 4462781 h 4462781"/>
              <a:gd name="connsiteX4" fmla="*/ 8260080 w 9144476"/>
              <a:gd name="connsiteY4" fmla="*/ 4306571 h 4462781"/>
              <a:gd name="connsiteX5" fmla="*/ 7541895 w 9144476"/>
              <a:gd name="connsiteY5" fmla="*/ 4452779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53500 w 9144476"/>
              <a:gd name="connsiteY3" fmla="*/ 4462781 h 4462781"/>
              <a:gd name="connsiteX4" fmla="*/ 8260080 w 9144476"/>
              <a:gd name="connsiteY4" fmla="*/ 4306571 h 4462781"/>
              <a:gd name="connsiteX5" fmla="*/ 7541895 w 9144476"/>
              <a:gd name="connsiteY5" fmla="*/ 4452779 h 4462781"/>
              <a:gd name="connsiteX6" fmla="*/ 4584700 w 9144476"/>
              <a:gd name="connsiteY6" fmla="*/ 4455526 h 4462781"/>
              <a:gd name="connsiteX7" fmla="*/ 0 w 9144476"/>
              <a:gd name="connsiteY7" fmla="*/ 0 h 4462781"/>
              <a:gd name="connsiteX0" fmla="*/ 0 w 4597876"/>
              <a:gd name="connsiteY0" fmla="*/ 0 h 4475481"/>
              <a:gd name="connsiteX1" fmla="*/ 4597400 w 4597876"/>
              <a:gd name="connsiteY1" fmla="*/ 12700 h 4475481"/>
              <a:gd name="connsiteX2" fmla="*/ 4597876 w 4597876"/>
              <a:gd name="connsiteY2" fmla="*/ 4470766 h 4475481"/>
              <a:gd name="connsiteX3" fmla="*/ 4406900 w 4597876"/>
              <a:gd name="connsiteY3" fmla="*/ 4475481 h 4475481"/>
              <a:gd name="connsiteX4" fmla="*/ 3713480 w 4597876"/>
              <a:gd name="connsiteY4" fmla="*/ 4319271 h 4475481"/>
              <a:gd name="connsiteX5" fmla="*/ 2995295 w 4597876"/>
              <a:gd name="connsiteY5" fmla="*/ 4465479 h 4475481"/>
              <a:gd name="connsiteX6" fmla="*/ 38100 w 4597876"/>
              <a:gd name="connsiteY6" fmla="*/ 4468226 h 4475481"/>
              <a:gd name="connsiteX7" fmla="*/ 0 w 4597876"/>
              <a:gd name="connsiteY7" fmla="*/ 0 h 4475481"/>
              <a:gd name="connsiteX0" fmla="*/ 0 w 4597876"/>
              <a:gd name="connsiteY0" fmla="*/ 0 h 4490879"/>
              <a:gd name="connsiteX1" fmla="*/ 4597400 w 4597876"/>
              <a:gd name="connsiteY1" fmla="*/ 12700 h 4490879"/>
              <a:gd name="connsiteX2" fmla="*/ 4597876 w 4597876"/>
              <a:gd name="connsiteY2" fmla="*/ 4470766 h 4490879"/>
              <a:gd name="connsiteX3" fmla="*/ 4406900 w 4597876"/>
              <a:gd name="connsiteY3" fmla="*/ 4475481 h 4490879"/>
              <a:gd name="connsiteX4" fmla="*/ 3713480 w 4597876"/>
              <a:gd name="connsiteY4" fmla="*/ 4319271 h 4490879"/>
              <a:gd name="connsiteX5" fmla="*/ 3020695 w 4597876"/>
              <a:gd name="connsiteY5" fmla="*/ 4490879 h 4490879"/>
              <a:gd name="connsiteX6" fmla="*/ 38100 w 4597876"/>
              <a:gd name="connsiteY6" fmla="*/ 4468226 h 4490879"/>
              <a:gd name="connsiteX7" fmla="*/ 0 w 4597876"/>
              <a:gd name="connsiteY7" fmla="*/ 0 h 4490879"/>
              <a:gd name="connsiteX0" fmla="*/ 0 w 4597876"/>
              <a:gd name="connsiteY0" fmla="*/ 0 h 4479449"/>
              <a:gd name="connsiteX1" fmla="*/ 4597400 w 4597876"/>
              <a:gd name="connsiteY1" fmla="*/ 12700 h 4479449"/>
              <a:gd name="connsiteX2" fmla="*/ 4597876 w 4597876"/>
              <a:gd name="connsiteY2" fmla="*/ 4470766 h 4479449"/>
              <a:gd name="connsiteX3" fmla="*/ 4406900 w 4597876"/>
              <a:gd name="connsiteY3" fmla="*/ 4475481 h 4479449"/>
              <a:gd name="connsiteX4" fmla="*/ 3713480 w 4597876"/>
              <a:gd name="connsiteY4" fmla="*/ 4319271 h 4479449"/>
              <a:gd name="connsiteX5" fmla="*/ 2999740 w 4597876"/>
              <a:gd name="connsiteY5" fmla="*/ 4479449 h 4479449"/>
              <a:gd name="connsiteX6" fmla="*/ 38100 w 4597876"/>
              <a:gd name="connsiteY6" fmla="*/ 4468226 h 4479449"/>
              <a:gd name="connsiteX7" fmla="*/ 0 w 4597876"/>
              <a:gd name="connsiteY7" fmla="*/ 0 h 4479449"/>
              <a:gd name="connsiteX0" fmla="*/ 0 w 4597876"/>
              <a:gd name="connsiteY0" fmla="*/ 0 h 4477544"/>
              <a:gd name="connsiteX1" fmla="*/ 4597400 w 4597876"/>
              <a:gd name="connsiteY1" fmla="*/ 12700 h 4477544"/>
              <a:gd name="connsiteX2" fmla="*/ 4597876 w 4597876"/>
              <a:gd name="connsiteY2" fmla="*/ 4470766 h 4477544"/>
              <a:gd name="connsiteX3" fmla="*/ 4406900 w 4597876"/>
              <a:gd name="connsiteY3" fmla="*/ 4475481 h 4477544"/>
              <a:gd name="connsiteX4" fmla="*/ 3713480 w 4597876"/>
              <a:gd name="connsiteY4" fmla="*/ 4319271 h 4477544"/>
              <a:gd name="connsiteX5" fmla="*/ 2997835 w 4597876"/>
              <a:gd name="connsiteY5" fmla="*/ 4477544 h 4477544"/>
              <a:gd name="connsiteX6" fmla="*/ 38100 w 4597876"/>
              <a:gd name="connsiteY6" fmla="*/ 4468226 h 4477544"/>
              <a:gd name="connsiteX7" fmla="*/ 0 w 4597876"/>
              <a:gd name="connsiteY7" fmla="*/ 0 h 4477544"/>
              <a:gd name="connsiteX0" fmla="*/ 0 w 4597876"/>
              <a:gd name="connsiteY0" fmla="*/ 0 h 4477544"/>
              <a:gd name="connsiteX1" fmla="*/ 4597400 w 4597876"/>
              <a:gd name="connsiteY1" fmla="*/ 12700 h 4477544"/>
              <a:gd name="connsiteX2" fmla="*/ 4597876 w 4597876"/>
              <a:gd name="connsiteY2" fmla="*/ 4470766 h 4477544"/>
              <a:gd name="connsiteX3" fmla="*/ 4406900 w 4597876"/>
              <a:gd name="connsiteY3" fmla="*/ 4475481 h 4477544"/>
              <a:gd name="connsiteX4" fmla="*/ 3707765 w 4597876"/>
              <a:gd name="connsiteY4" fmla="*/ 4323081 h 4477544"/>
              <a:gd name="connsiteX5" fmla="*/ 2997835 w 4597876"/>
              <a:gd name="connsiteY5" fmla="*/ 4477544 h 4477544"/>
              <a:gd name="connsiteX6" fmla="*/ 38100 w 4597876"/>
              <a:gd name="connsiteY6" fmla="*/ 4468226 h 4477544"/>
              <a:gd name="connsiteX7" fmla="*/ 0 w 4597876"/>
              <a:gd name="connsiteY7" fmla="*/ 0 h 4477544"/>
              <a:gd name="connsiteX0" fmla="*/ 0 w 4592161"/>
              <a:gd name="connsiteY0" fmla="*/ 0 h 4477544"/>
              <a:gd name="connsiteX1" fmla="*/ 4591685 w 4592161"/>
              <a:gd name="connsiteY1" fmla="*/ 12700 h 4477544"/>
              <a:gd name="connsiteX2" fmla="*/ 4592161 w 4592161"/>
              <a:gd name="connsiteY2" fmla="*/ 4470766 h 4477544"/>
              <a:gd name="connsiteX3" fmla="*/ 4401185 w 4592161"/>
              <a:gd name="connsiteY3" fmla="*/ 4475481 h 4477544"/>
              <a:gd name="connsiteX4" fmla="*/ 3702050 w 4592161"/>
              <a:gd name="connsiteY4" fmla="*/ 4323081 h 4477544"/>
              <a:gd name="connsiteX5" fmla="*/ 2992120 w 4592161"/>
              <a:gd name="connsiteY5" fmla="*/ 4477544 h 4477544"/>
              <a:gd name="connsiteX6" fmla="*/ 32385 w 4592161"/>
              <a:gd name="connsiteY6" fmla="*/ 4468226 h 4477544"/>
              <a:gd name="connsiteX7" fmla="*/ 0 w 4592161"/>
              <a:gd name="connsiteY7" fmla="*/ 0 h 4477544"/>
              <a:gd name="connsiteX0" fmla="*/ 0 w 4592161"/>
              <a:gd name="connsiteY0" fmla="*/ 0 h 4477544"/>
              <a:gd name="connsiteX1" fmla="*/ 4591685 w 4592161"/>
              <a:gd name="connsiteY1" fmla="*/ 12700 h 4477544"/>
              <a:gd name="connsiteX2" fmla="*/ 4592161 w 4592161"/>
              <a:gd name="connsiteY2" fmla="*/ 4470766 h 4477544"/>
              <a:gd name="connsiteX3" fmla="*/ 4401185 w 4592161"/>
              <a:gd name="connsiteY3" fmla="*/ 4475481 h 4477544"/>
              <a:gd name="connsiteX4" fmla="*/ 3702050 w 4592161"/>
              <a:gd name="connsiteY4" fmla="*/ 4323081 h 4477544"/>
              <a:gd name="connsiteX5" fmla="*/ 2992120 w 4592161"/>
              <a:gd name="connsiteY5" fmla="*/ 4477544 h 4477544"/>
              <a:gd name="connsiteX6" fmla="*/ 1905 w 4592161"/>
              <a:gd name="connsiteY6" fmla="*/ 4472036 h 4477544"/>
              <a:gd name="connsiteX7" fmla="*/ 0 w 4592161"/>
              <a:gd name="connsiteY7" fmla="*/ 0 h 4477544"/>
              <a:gd name="connsiteX0" fmla="*/ 0 w 4592161"/>
              <a:gd name="connsiteY0" fmla="*/ 0 h 4483466"/>
              <a:gd name="connsiteX1" fmla="*/ 4591685 w 4592161"/>
              <a:gd name="connsiteY1" fmla="*/ 12700 h 4483466"/>
              <a:gd name="connsiteX2" fmla="*/ 4592161 w 4592161"/>
              <a:gd name="connsiteY2" fmla="*/ 4470766 h 4483466"/>
              <a:gd name="connsiteX3" fmla="*/ 4401185 w 4592161"/>
              <a:gd name="connsiteY3" fmla="*/ 4475481 h 4483466"/>
              <a:gd name="connsiteX4" fmla="*/ 3702050 w 4592161"/>
              <a:gd name="connsiteY4" fmla="*/ 4323081 h 4483466"/>
              <a:gd name="connsiteX5" fmla="*/ 2992120 w 4592161"/>
              <a:gd name="connsiteY5" fmla="*/ 4477544 h 4483466"/>
              <a:gd name="connsiteX6" fmla="*/ 1905 w 4592161"/>
              <a:gd name="connsiteY6" fmla="*/ 4483466 h 4483466"/>
              <a:gd name="connsiteX7" fmla="*/ 0 w 4592161"/>
              <a:gd name="connsiteY7" fmla="*/ 0 h 4483466"/>
              <a:gd name="connsiteX0" fmla="*/ 0 w 4592161"/>
              <a:gd name="connsiteY0" fmla="*/ 0 h 4477544"/>
              <a:gd name="connsiteX1" fmla="*/ 4591685 w 4592161"/>
              <a:gd name="connsiteY1" fmla="*/ 12700 h 4477544"/>
              <a:gd name="connsiteX2" fmla="*/ 4592161 w 4592161"/>
              <a:gd name="connsiteY2" fmla="*/ 4470766 h 4477544"/>
              <a:gd name="connsiteX3" fmla="*/ 4401185 w 4592161"/>
              <a:gd name="connsiteY3" fmla="*/ 4475481 h 4477544"/>
              <a:gd name="connsiteX4" fmla="*/ 3702050 w 4592161"/>
              <a:gd name="connsiteY4" fmla="*/ 4323081 h 4477544"/>
              <a:gd name="connsiteX5" fmla="*/ 2992120 w 4592161"/>
              <a:gd name="connsiteY5" fmla="*/ 4477544 h 4477544"/>
              <a:gd name="connsiteX6" fmla="*/ 1905 w 4592161"/>
              <a:gd name="connsiteY6" fmla="*/ 4472036 h 4477544"/>
              <a:gd name="connsiteX7" fmla="*/ 0 w 4592161"/>
              <a:gd name="connsiteY7" fmla="*/ 0 h 4477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92161" h="4477544">
                <a:moveTo>
                  <a:pt x="0" y="0"/>
                </a:moveTo>
                <a:lnTo>
                  <a:pt x="4591685" y="12700"/>
                </a:lnTo>
                <a:cubicBezTo>
                  <a:pt x="4591844" y="1498722"/>
                  <a:pt x="4592002" y="2984744"/>
                  <a:pt x="4592161" y="4470766"/>
                </a:cubicBezTo>
                <a:lnTo>
                  <a:pt x="4401185" y="4475481"/>
                </a:lnTo>
                <a:lnTo>
                  <a:pt x="3702050" y="4323081"/>
                </a:lnTo>
                <a:lnTo>
                  <a:pt x="2992120" y="4477544"/>
                </a:lnTo>
                <a:lnTo>
                  <a:pt x="1905" y="4472036"/>
                </a:lnTo>
                <a:lnTo>
                  <a:pt x="0" y="0"/>
                </a:lnTo>
                <a:close/>
              </a:path>
            </a:pathLst>
          </a:custGeom>
          <a:noFill/>
        </p:spPr>
        <p:txBody>
          <a:bodyPr anchor="ctr">
            <a:normAutofit/>
          </a:bodyPr>
          <a:lstStyle>
            <a:lvl1pPr marL="114300" indent="0" algn="ctr">
              <a:buNone/>
              <a:defRPr sz="1200">
                <a:solidFill>
                  <a:schemeClr val="bg1"/>
                </a:solidFill>
              </a:defRPr>
            </a:lvl1pPr>
          </a:lstStyle>
          <a:p>
            <a:r>
              <a:rPr lang="en-US"/>
              <a:t>Click here to add image</a:t>
            </a:r>
            <a:endParaRPr lang="en-US" dirty="0"/>
          </a:p>
        </p:txBody>
      </p:sp>
    </p:spTree>
    <p:extLst>
      <p:ext uri="{BB962C8B-B14F-4D97-AF65-F5344CB8AC3E}">
        <p14:creationId xmlns:p14="http://schemas.microsoft.com/office/powerpoint/2010/main" val="1362874531"/>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slide" preserve="1" userDrawn="1">
  <p:cSld name="1_Title slide">
    <p:bg>
      <p:bgPr>
        <a:solidFill>
          <a:schemeClr val="bg1"/>
        </a:solidFill>
        <a:effectLst/>
      </p:bgPr>
    </p:bg>
    <p:spTree>
      <p:nvGrpSpPr>
        <p:cNvPr id="1" name="Shape 9"/>
        <p:cNvGrpSpPr/>
        <p:nvPr/>
      </p:nvGrpSpPr>
      <p:grpSpPr>
        <a:xfrm>
          <a:off x="0" y="0"/>
          <a:ext cx="0" cy="0"/>
          <a:chOff x="0" y="0"/>
          <a:chExt cx="0" cy="0"/>
        </a:xfrm>
      </p:grpSpPr>
      <p:sp>
        <p:nvSpPr>
          <p:cNvPr id="13" name="Freeform: Shape 12">
            <a:extLst>
              <a:ext uri="{FF2B5EF4-FFF2-40B4-BE49-F238E27FC236}">
                <a16:creationId xmlns:a16="http://schemas.microsoft.com/office/drawing/2014/main" id="{DCFA8F1A-438C-2D31-EC45-A4CCF4206F40}"/>
              </a:ext>
            </a:extLst>
          </p:cNvPr>
          <p:cNvSpPr/>
          <p:nvPr/>
        </p:nvSpPr>
        <p:spPr>
          <a:xfrm>
            <a:off x="0" y="4305300"/>
            <a:ext cx="9144000" cy="857250"/>
          </a:xfrm>
          <a:custGeom>
            <a:avLst/>
            <a:gdLst>
              <a:gd name="connsiteX0" fmla="*/ 0 w 9144000"/>
              <a:gd name="connsiteY0" fmla="*/ 857250 h 857250"/>
              <a:gd name="connsiteX1" fmla="*/ 0 w 9144000"/>
              <a:gd name="connsiteY1" fmla="*/ 149828 h 857250"/>
              <a:gd name="connsiteX2" fmla="*/ 7540609 w 9144000"/>
              <a:gd name="connsiteY2" fmla="*/ 149828 h 857250"/>
              <a:gd name="connsiteX3" fmla="*/ 8245698 w 9144000"/>
              <a:gd name="connsiteY3" fmla="*/ 0 h 857250"/>
              <a:gd name="connsiteX4" fmla="*/ 8933831 w 9144000"/>
              <a:gd name="connsiteY4" fmla="*/ 149828 h 857250"/>
              <a:gd name="connsiteX5" fmla="*/ 9144000 w 9144000"/>
              <a:gd name="connsiteY5" fmla="*/ 149828 h 857250"/>
              <a:gd name="connsiteX6" fmla="*/ 9144000 w 9144000"/>
              <a:gd name="connsiteY6" fmla="*/ 857250 h 857250"/>
              <a:gd name="connsiteX7" fmla="*/ 0 w 9144000"/>
              <a:gd name="connsiteY7" fmla="*/ 857250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0" h="857250">
                <a:moveTo>
                  <a:pt x="0" y="857250"/>
                </a:moveTo>
                <a:lnTo>
                  <a:pt x="0" y="149828"/>
                </a:lnTo>
                <a:lnTo>
                  <a:pt x="7540609" y="149828"/>
                </a:lnTo>
                <a:lnTo>
                  <a:pt x="8245698" y="0"/>
                </a:lnTo>
                <a:lnTo>
                  <a:pt x="8933831" y="149828"/>
                </a:lnTo>
                <a:lnTo>
                  <a:pt x="9144000" y="149828"/>
                </a:lnTo>
                <a:lnTo>
                  <a:pt x="9144000" y="857250"/>
                </a:lnTo>
                <a:lnTo>
                  <a:pt x="0" y="857250"/>
                </a:lnTo>
                <a:close/>
              </a:path>
            </a:pathLst>
          </a:custGeom>
          <a:gradFill>
            <a:gsLst>
              <a:gs pos="0">
                <a:srgbClr val="6164AD"/>
              </a:gs>
              <a:gs pos="50000">
                <a:srgbClr val="5C54A4"/>
              </a:gs>
              <a:gs pos="100000">
                <a:srgbClr val="58449B"/>
              </a:gs>
            </a:gsLst>
            <a:lin ang="0" scaled="1"/>
          </a:gradFill>
          <a:ln w="81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lvl="0" defTabSz="914400" eaLnBrk="1" latinLnBrk="0" hangingPunct="1"/>
            <a:endParaRPr lang="en-AU" sz="1800" kern="1200">
              <a:solidFill>
                <a:schemeClr val="tx1"/>
              </a:solidFill>
              <a:latin typeface="+mn-lt"/>
              <a:ea typeface="+mn-ea"/>
              <a:cs typeface="+mn-cs"/>
            </a:endParaRPr>
          </a:p>
        </p:txBody>
      </p:sp>
      <p:sp>
        <p:nvSpPr>
          <p:cNvPr id="14" name="Freeform: Shape 13">
            <a:extLst>
              <a:ext uri="{FF2B5EF4-FFF2-40B4-BE49-F238E27FC236}">
                <a16:creationId xmlns:a16="http://schemas.microsoft.com/office/drawing/2014/main" id="{6332EFC7-40EB-E5E0-6D5B-205A7815463F}"/>
              </a:ext>
            </a:extLst>
          </p:cNvPr>
          <p:cNvSpPr/>
          <p:nvPr/>
        </p:nvSpPr>
        <p:spPr>
          <a:xfrm>
            <a:off x="7540608" y="4441555"/>
            <a:ext cx="1246536" cy="285083"/>
          </a:xfrm>
          <a:custGeom>
            <a:avLst/>
            <a:gdLst>
              <a:gd name="connsiteX0" fmla="*/ 718995 w 1246536"/>
              <a:gd name="connsiteY0" fmla="*/ 0 h 285083"/>
              <a:gd name="connsiteX1" fmla="*/ 769239 w 1246536"/>
              <a:gd name="connsiteY1" fmla="*/ 10668 h 285083"/>
              <a:gd name="connsiteX2" fmla="*/ 842391 w 1246536"/>
              <a:gd name="connsiteY2" fmla="*/ 94726 h 285083"/>
              <a:gd name="connsiteX3" fmla="*/ 769239 w 1246536"/>
              <a:gd name="connsiteY3" fmla="*/ 147876 h 285083"/>
              <a:gd name="connsiteX4" fmla="*/ 718995 w 1246536"/>
              <a:gd name="connsiteY4" fmla="*/ 137208 h 285083"/>
              <a:gd name="connsiteX5" fmla="*/ 718995 w 1246536"/>
              <a:gd name="connsiteY5" fmla="*/ 48 h 285083"/>
              <a:gd name="connsiteX6" fmla="*/ 769239 w 1246536"/>
              <a:gd name="connsiteY6" fmla="*/ 116729 h 285083"/>
              <a:gd name="connsiteX7" fmla="*/ 808530 w 1246536"/>
              <a:gd name="connsiteY7" fmla="*/ 87535 h 285083"/>
              <a:gd name="connsiteX8" fmla="*/ 769239 w 1246536"/>
              <a:gd name="connsiteY8" fmla="*/ 41624 h 285083"/>
              <a:gd name="connsiteX9" fmla="*/ 752856 w 1246536"/>
              <a:gd name="connsiteY9" fmla="*/ 38148 h 285083"/>
              <a:gd name="connsiteX10" fmla="*/ 752856 w 1246536"/>
              <a:gd name="connsiteY10" fmla="*/ 113252 h 285083"/>
              <a:gd name="connsiteX11" fmla="*/ 769239 w 1246536"/>
              <a:gd name="connsiteY11" fmla="*/ 116729 h 285083"/>
              <a:gd name="connsiteX12" fmla="*/ 947024 w 1246536"/>
              <a:gd name="connsiteY12" fmla="*/ 48482 h 285083"/>
              <a:gd name="connsiteX13" fmla="*/ 947024 w 1246536"/>
              <a:gd name="connsiteY13" fmla="*/ 79391 h 285083"/>
              <a:gd name="connsiteX14" fmla="*/ 917067 w 1246536"/>
              <a:gd name="connsiteY14" fmla="*/ 73009 h 285083"/>
              <a:gd name="connsiteX15" fmla="*/ 917067 w 1246536"/>
              <a:gd name="connsiteY15" fmla="*/ 148114 h 285083"/>
              <a:gd name="connsiteX16" fmla="*/ 947024 w 1246536"/>
              <a:gd name="connsiteY16" fmla="*/ 154496 h 285083"/>
              <a:gd name="connsiteX17" fmla="*/ 947024 w 1246536"/>
              <a:gd name="connsiteY17" fmla="*/ 185642 h 285083"/>
              <a:gd name="connsiteX18" fmla="*/ 853393 w 1246536"/>
              <a:gd name="connsiteY18" fmla="*/ 165735 h 285083"/>
              <a:gd name="connsiteX19" fmla="*/ 853393 w 1246536"/>
              <a:gd name="connsiteY19" fmla="*/ 134588 h 285083"/>
              <a:gd name="connsiteX20" fmla="*/ 883349 w 1246536"/>
              <a:gd name="connsiteY20" fmla="*/ 140970 h 285083"/>
              <a:gd name="connsiteX21" fmla="*/ 883349 w 1246536"/>
              <a:gd name="connsiteY21" fmla="*/ 65865 h 285083"/>
              <a:gd name="connsiteX22" fmla="*/ 853393 w 1246536"/>
              <a:gd name="connsiteY22" fmla="*/ 59484 h 285083"/>
              <a:gd name="connsiteX23" fmla="*/ 853393 w 1246536"/>
              <a:gd name="connsiteY23" fmla="*/ 28575 h 285083"/>
              <a:gd name="connsiteX24" fmla="*/ 947024 w 1246536"/>
              <a:gd name="connsiteY24" fmla="*/ 48482 h 285083"/>
              <a:gd name="connsiteX25" fmla="*/ 1026319 w 1246536"/>
              <a:gd name="connsiteY25" fmla="*/ 62627 h 285083"/>
              <a:gd name="connsiteX26" fmla="*/ 1094994 w 1246536"/>
              <a:gd name="connsiteY26" fmla="*/ 148447 h 285083"/>
              <a:gd name="connsiteX27" fmla="*/ 1026319 w 1246536"/>
              <a:gd name="connsiteY27" fmla="*/ 205264 h 285083"/>
              <a:gd name="connsiteX28" fmla="*/ 957263 w 1246536"/>
              <a:gd name="connsiteY28" fmla="*/ 119205 h 285083"/>
              <a:gd name="connsiteX29" fmla="*/ 1026319 w 1246536"/>
              <a:gd name="connsiteY29" fmla="*/ 62675 h 285083"/>
              <a:gd name="connsiteX30" fmla="*/ 1026319 w 1246536"/>
              <a:gd name="connsiteY30" fmla="*/ 173117 h 285083"/>
              <a:gd name="connsiteX31" fmla="*/ 1060180 w 1246536"/>
              <a:gd name="connsiteY31" fmla="*/ 141018 h 285083"/>
              <a:gd name="connsiteX32" fmla="*/ 1026319 w 1246536"/>
              <a:gd name="connsiteY32" fmla="*/ 94726 h 285083"/>
              <a:gd name="connsiteX33" fmla="*/ 992267 w 1246536"/>
              <a:gd name="connsiteY33" fmla="*/ 126587 h 285083"/>
              <a:gd name="connsiteX34" fmla="*/ 1026319 w 1246536"/>
              <a:gd name="connsiteY34" fmla="*/ 173117 h 285083"/>
              <a:gd name="connsiteX35" fmla="*/ 1111949 w 1246536"/>
              <a:gd name="connsiteY35" fmla="*/ 83534 h 285083"/>
              <a:gd name="connsiteX36" fmla="*/ 1175814 w 1246536"/>
              <a:gd name="connsiteY36" fmla="*/ 97107 h 285083"/>
              <a:gd name="connsiteX37" fmla="*/ 1212675 w 1246536"/>
              <a:gd name="connsiteY37" fmla="*/ 230791 h 285083"/>
              <a:gd name="connsiteX38" fmla="*/ 1212675 w 1246536"/>
              <a:gd name="connsiteY38" fmla="*/ 104918 h 285083"/>
              <a:gd name="connsiteX39" fmla="*/ 1246537 w 1246536"/>
              <a:gd name="connsiteY39" fmla="*/ 112109 h 285083"/>
              <a:gd name="connsiteX40" fmla="*/ 1246537 w 1246536"/>
              <a:gd name="connsiteY40" fmla="*/ 249269 h 285083"/>
              <a:gd name="connsiteX41" fmla="*/ 1182672 w 1246536"/>
              <a:gd name="connsiteY41" fmla="*/ 235696 h 285083"/>
              <a:gd name="connsiteX42" fmla="*/ 1145810 w 1246536"/>
              <a:gd name="connsiteY42" fmla="*/ 102013 h 285083"/>
              <a:gd name="connsiteX43" fmla="*/ 1145810 w 1246536"/>
              <a:gd name="connsiteY43" fmla="*/ 227886 h 285083"/>
              <a:gd name="connsiteX44" fmla="*/ 1111949 w 1246536"/>
              <a:gd name="connsiteY44" fmla="*/ 220694 h 285083"/>
              <a:gd name="connsiteX45" fmla="*/ 1111949 w 1246536"/>
              <a:gd name="connsiteY45" fmla="*/ 83534 h 285083"/>
              <a:gd name="connsiteX46" fmla="*/ 42101 w 1246536"/>
              <a:gd name="connsiteY46" fmla="*/ 138970 h 285083"/>
              <a:gd name="connsiteX47" fmla="*/ 104108 w 1246536"/>
              <a:gd name="connsiteY47" fmla="*/ 125778 h 285083"/>
              <a:gd name="connsiteX48" fmla="*/ 145971 w 1246536"/>
              <a:gd name="connsiteY48" fmla="*/ 254032 h 285083"/>
              <a:gd name="connsiteX49" fmla="*/ 110061 w 1246536"/>
              <a:gd name="connsiteY49" fmla="*/ 261652 h 285083"/>
              <a:gd name="connsiteX50" fmla="*/ 97774 w 1246536"/>
              <a:gd name="connsiteY50" fmla="*/ 222837 h 285083"/>
              <a:gd name="connsiteX51" fmla="*/ 47863 w 1246536"/>
              <a:gd name="connsiteY51" fmla="*/ 233458 h 285083"/>
              <a:gd name="connsiteX52" fmla="*/ 35576 w 1246536"/>
              <a:gd name="connsiteY52" fmla="*/ 277511 h 285083"/>
              <a:gd name="connsiteX53" fmla="*/ 0 w 1246536"/>
              <a:gd name="connsiteY53" fmla="*/ 285083 h 285083"/>
              <a:gd name="connsiteX54" fmla="*/ 42053 w 1246536"/>
              <a:gd name="connsiteY54" fmla="*/ 138970 h 285083"/>
              <a:gd name="connsiteX55" fmla="*/ 88440 w 1246536"/>
              <a:gd name="connsiteY55" fmla="*/ 193929 h 285083"/>
              <a:gd name="connsiteX56" fmla="*/ 72819 w 1246536"/>
              <a:gd name="connsiteY56" fmla="*/ 144923 h 285083"/>
              <a:gd name="connsiteX57" fmla="*/ 57198 w 1246536"/>
              <a:gd name="connsiteY57" fmla="*/ 200597 h 285083"/>
              <a:gd name="connsiteX58" fmla="*/ 88488 w 1246536"/>
              <a:gd name="connsiteY58" fmla="*/ 193929 h 285083"/>
              <a:gd name="connsiteX59" fmla="*/ 214646 w 1246536"/>
              <a:gd name="connsiteY59" fmla="*/ 242173 h 285083"/>
              <a:gd name="connsiteX60" fmla="*/ 148733 w 1246536"/>
              <a:gd name="connsiteY60" fmla="*/ 199930 h 285083"/>
              <a:gd name="connsiteX61" fmla="*/ 183738 w 1246536"/>
              <a:gd name="connsiteY61" fmla="*/ 192500 h 285083"/>
              <a:gd name="connsiteX62" fmla="*/ 215408 w 1246536"/>
              <a:gd name="connsiteY62" fmla="*/ 212408 h 285083"/>
              <a:gd name="connsiteX63" fmla="*/ 239030 w 1246536"/>
              <a:gd name="connsiteY63" fmla="*/ 195310 h 285083"/>
              <a:gd name="connsiteX64" fmla="*/ 227886 w 1246536"/>
              <a:gd name="connsiteY64" fmla="*/ 187166 h 285083"/>
              <a:gd name="connsiteX65" fmla="*/ 183975 w 1246536"/>
              <a:gd name="connsiteY65" fmla="*/ 184452 h 285083"/>
              <a:gd name="connsiteX66" fmla="*/ 154210 w 1246536"/>
              <a:gd name="connsiteY66" fmla="*/ 153210 h 285083"/>
              <a:gd name="connsiteX67" fmla="*/ 207645 w 1246536"/>
              <a:gd name="connsiteY67" fmla="*/ 101013 h 285083"/>
              <a:gd name="connsiteX68" fmla="*/ 268891 w 1246536"/>
              <a:gd name="connsiteY68" fmla="*/ 138017 h 285083"/>
              <a:gd name="connsiteX69" fmla="*/ 234077 w 1246536"/>
              <a:gd name="connsiteY69" fmla="*/ 145399 h 285083"/>
              <a:gd name="connsiteX70" fmla="*/ 208217 w 1246536"/>
              <a:gd name="connsiteY70" fmla="*/ 129873 h 285083"/>
              <a:gd name="connsiteX71" fmla="*/ 189215 w 1246536"/>
              <a:gd name="connsiteY71" fmla="*/ 145018 h 285083"/>
              <a:gd name="connsiteX72" fmla="*/ 199454 w 1246536"/>
              <a:gd name="connsiteY72" fmla="*/ 152352 h 285083"/>
              <a:gd name="connsiteX73" fmla="*/ 242078 w 1246536"/>
              <a:gd name="connsiteY73" fmla="*/ 154400 h 285083"/>
              <a:gd name="connsiteX74" fmla="*/ 273891 w 1246536"/>
              <a:gd name="connsiteY74" fmla="*/ 186357 h 285083"/>
              <a:gd name="connsiteX75" fmla="*/ 214694 w 1246536"/>
              <a:gd name="connsiteY75" fmla="*/ 242125 h 285083"/>
              <a:gd name="connsiteX76" fmla="*/ 283702 w 1246536"/>
              <a:gd name="connsiteY76" fmla="*/ 156115 h 285083"/>
              <a:gd name="connsiteX77" fmla="*/ 353330 w 1246536"/>
              <a:gd name="connsiteY77" fmla="*/ 70104 h 285083"/>
              <a:gd name="connsiteX78" fmla="*/ 419767 w 1246536"/>
              <a:gd name="connsiteY78" fmla="*/ 111633 h 285083"/>
              <a:gd name="connsiteX79" fmla="*/ 384953 w 1246536"/>
              <a:gd name="connsiteY79" fmla="*/ 119015 h 285083"/>
              <a:gd name="connsiteX80" fmla="*/ 353473 w 1246536"/>
              <a:gd name="connsiteY80" fmla="*/ 102156 h 285083"/>
              <a:gd name="connsiteX81" fmla="*/ 318659 w 1246536"/>
              <a:gd name="connsiteY81" fmla="*/ 148638 h 285083"/>
              <a:gd name="connsiteX82" fmla="*/ 353473 w 1246536"/>
              <a:gd name="connsiteY82" fmla="*/ 180546 h 285083"/>
              <a:gd name="connsiteX83" fmla="*/ 384953 w 1246536"/>
              <a:gd name="connsiteY83" fmla="*/ 150114 h 285083"/>
              <a:gd name="connsiteX84" fmla="*/ 419767 w 1246536"/>
              <a:gd name="connsiteY84" fmla="*/ 142732 h 285083"/>
              <a:gd name="connsiteX85" fmla="*/ 353330 w 1246536"/>
              <a:gd name="connsiteY85" fmla="*/ 212693 h 285083"/>
              <a:gd name="connsiteX86" fmla="*/ 283702 w 1246536"/>
              <a:gd name="connsiteY86" fmla="*/ 156115 h 285083"/>
              <a:gd name="connsiteX87" fmla="*/ 436340 w 1246536"/>
              <a:gd name="connsiteY87" fmla="*/ 55150 h 285083"/>
              <a:gd name="connsiteX88" fmla="*/ 540782 w 1246536"/>
              <a:gd name="connsiteY88" fmla="*/ 32956 h 285083"/>
              <a:gd name="connsiteX89" fmla="*/ 540782 w 1246536"/>
              <a:gd name="connsiteY89" fmla="*/ 63865 h 285083"/>
              <a:gd name="connsiteX90" fmla="*/ 470440 w 1246536"/>
              <a:gd name="connsiteY90" fmla="*/ 78819 h 285083"/>
              <a:gd name="connsiteX91" fmla="*/ 470440 w 1246536"/>
              <a:gd name="connsiteY91" fmla="*/ 101775 h 285083"/>
              <a:gd name="connsiteX92" fmla="*/ 531495 w 1246536"/>
              <a:gd name="connsiteY92" fmla="*/ 88821 h 285083"/>
              <a:gd name="connsiteX93" fmla="*/ 531495 w 1246536"/>
              <a:gd name="connsiteY93" fmla="*/ 118015 h 285083"/>
              <a:gd name="connsiteX94" fmla="*/ 470440 w 1246536"/>
              <a:gd name="connsiteY94" fmla="*/ 131016 h 285083"/>
              <a:gd name="connsiteX95" fmla="*/ 470440 w 1246536"/>
              <a:gd name="connsiteY95" fmla="*/ 154162 h 285083"/>
              <a:gd name="connsiteX96" fmla="*/ 540782 w 1246536"/>
              <a:gd name="connsiteY96" fmla="*/ 139208 h 285083"/>
              <a:gd name="connsiteX97" fmla="*/ 540782 w 1246536"/>
              <a:gd name="connsiteY97" fmla="*/ 170117 h 285083"/>
              <a:gd name="connsiteX98" fmla="*/ 436340 w 1246536"/>
              <a:gd name="connsiteY98" fmla="*/ 192310 h 285083"/>
              <a:gd name="connsiteX99" fmla="*/ 436340 w 1246536"/>
              <a:gd name="connsiteY99" fmla="*/ 55150 h 285083"/>
              <a:gd name="connsiteX100" fmla="*/ 561308 w 1246536"/>
              <a:gd name="connsiteY100" fmla="*/ 28623 h 285083"/>
              <a:gd name="connsiteX101" fmla="*/ 625173 w 1246536"/>
              <a:gd name="connsiteY101" fmla="*/ 15049 h 285083"/>
              <a:gd name="connsiteX102" fmla="*/ 662035 w 1246536"/>
              <a:gd name="connsiteY102" fmla="*/ 133112 h 285083"/>
              <a:gd name="connsiteX103" fmla="*/ 662035 w 1246536"/>
              <a:gd name="connsiteY103" fmla="*/ 7239 h 285083"/>
              <a:gd name="connsiteX104" fmla="*/ 695897 w 1246536"/>
              <a:gd name="connsiteY104" fmla="*/ 48 h 285083"/>
              <a:gd name="connsiteX105" fmla="*/ 695897 w 1246536"/>
              <a:gd name="connsiteY105" fmla="*/ 137208 h 285083"/>
              <a:gd name="connsiteX106" fmla="*/ 632032 w 1246536"/>
              <a:gd name="connsiteY106" fmla="*/ 150781 h 285083"/>
              <a:gd name="connsiteX107" fmla="*/ 595170 w 1246536"/>
              <a:gd name="connsiteY107" fmla="*/ 32718 h 285083"/>
              <a:gd name="connsiteX108" fmla="*/ 595170 w 1246536"/>
              <a:gd name="connsiteY108" fmla="*/ 158591 h 285083"/>
              <a:gd name="connsiteX109" fmla="*/ 561308 w 1246536"/>
              <a:gd name="connsiteY109" fmla="*/ 165783 h 285083"/>
              <a:gd name="connsiteX110" fmla="*/ 561308 w 1246536"/>
              <a:gd name="connsiteY110" fmla="*/ 28623 h 285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246536" h="285083">
                <a:moveTo>
                  <a:pt x="718995" y="0"/>
                </a:moveTo>
                <a:lnTo>
                  <a:pt x="769239" y="10668"/>
                </a:lnTo>
                <a:cubicBezTo>
                  <a:pt x="805149" y="18288"/>
                  <a:pt x="842391" y="35766"/>
                  <a:pt x="842391" y="94726"/>
                </a:cubicBezTo>
                <a:cubicBezTo>
                  <a:pt x="842391" y="153876"/>
                  <a:pt x="805149" y="155496"/>
                  <a:pt x="769239" y="147876"/>
                </a:cubicBezTo>
                <a:lnTo>
                  <a:pt x="718995" y="137208"/>
                </a:lnTo>
                <a:lnTo>
                  <a:pt x="718995" y="48"/>
                </a:lnTo>
                <a:close/>
                <a:moveTo>
                  <a:pt x="769239" y="116729"/>
                </a:moveTo>
                <a:cubicBezTo>
                  <a:pt x="791766" y="121539"/>
                  <a:pt x="808530" y="124301"/>
                  <a:pt x="808530" y="87535"/>
                </a:cubicBezTo>
                <a:cubicBezTo>
                  <a:pt x="808530" y="50768"/>
                  <a:pt x="791623" y="46387"/>
                  <a:pt x="769239" y="41624"/>
                </a:cubicBezTo>
                <a:lnTo>
                  <a:pt x="752856" y="38148"/>
                </a:lnTo>
                <a:lnTo>
                  <a:pt x="752856" y="113252"/>
                </a:lnTo>
                <a:cubicBezTo>
                  <a:pt x="752856" y="113252"/>
                  <a:pt x="769239" y="116729"/>
                  <a:pt x="769239" y="116729"/>
                </a:cubicBezTo>
                <a:close/>
                <a:moveTo>
                  <a:pt x="947024" y="48482"/>
                </a:moveTo>
                <a:lnTo>
                  <a:pt x="947024" y="79391"/>
                </a:lnTo>
                <a:cubicBezTo>
                  <a:pt x="947024" y="79391"/>
                  <a:pt x="917067" y="73009"/>
                  <a:pt x="917067" y="73009"/>
                </a:cubicBezTo>
                <a:lnTo>
                  <a:pt x="917067" y="148114"/>
                </a:lnTo>
                <a:cubicBezTo>
                  <a:pt x="917067" y="148114"/>
                  <a:pt x="947024" y="154496"/>
                  <a:pt x="947024" y="154496"/>
                </a:cubicBezTo>
                <a:lnTo>
                  <a:pt x="947024" y="185642"/>
                </a:lnTo>
                <a:cubicBezTo>
                  <a:pt x="947024" y="185642"/>
                  <a:pt x="853393" y="165735"/>
                  <a:pt x="853393" y="165735"/>
                </a:cubicBezTo>
                <a:lnTo>
                  <a:pt x="853393" y="134588"/>
                </a:lnTo>
                <a:cubicBezTo>
                  <a:pt x="853393" y="134588"/>
                  <a:pt x="883349" y="140970"/>
                  <a:pt x="883349" y="140970"/>
                </a:cubicBezTo>
                <a:lnTo>
                  <a:pt x="883349" y="65865"/>
                </a:lnTo>
                <a:cubicBezTo>
                  <a:pt x="883349" y="65865"/>
                  <a:pt x="853393" y="59484"/>
                  <a:pt x="853393" y="59484"/>
                </a:cubicBezTo>
                <a:lnTo>
                  <a:pt x="853393" y="28575"/>
                </a:lnTo>
                <a:cubicBezTo>
                  <a:pt x="853393" y="28575"/>
                  <a:pt x="947024" y="48482"/>
                  <a:pt x="947024" y="48482"/>
                </a:cubicBezTo>
                <a:close/>
                <a:moveTo>
                  <a:pt x="1026319" y="62627"/>
                </a:moveTo>
                <a:cubicBezTo>
                  <a:pt x="1068944" y="71676"/>
                  <a:pt x="1094994" y="107966"/>
                  <a:pt x="1094994" y="148447"/>
                </a:cubicBezTo>
                <a:cubicBezTo>
                  <a:pt x="1094994" y="189119"/>
                  <a:pt x="1068944" y="214313"/>
                  <a:pt x="1026319" y="205264"/>
                </a:cubicBezTo>
                <a:cubicBezTo>
                  <a:pt x="983504" y="196167"/>
                  <a:pt x="957263" y="159829"/>
                  <a:pt x="957263" y="119205"/>
                </a:cubicBezTo>
                <a:cubicBezTo>
                  <a:pt x="957263" y="78724"/>
                  <a:pt x="983504" y="53578"/>
                  <a:pt x="1026319" y="62675"/>
                </a:cubicBezTo>
                <a:moveTo>
                  <a:pt x="1026319" y="173117"/>
                </a:moveTo>
                <a:cubicBezTo>
                  <a:pt x="1049036" y="177927"/>
                  <a:pt x="1060180" y="165926"/>
                  <a:pt x="1060180" y="141018"/>
                </a:cubicBezTo>
                <a:cubicBezTo>
                  <a:pt x="1060180" y="116110"/>
                  <a:pt x="1048846" y="99489"/>
                  <a:pt x="1026319" y="94726"/>
                </a:cubicBezTo>
                <a:cubicBezTo>
                  <a:pt x="1003602" y="89916"/>
                  <a:pt x="992267" y="101870"/>
                  <a:pt x="992267" y="126587"/>
                </a:cubicBezTo>
                <a:cubicBezTo>
                  <a:pt x="992267" y="151495"/>
                  <a:pt x="1003649" y="168307"/>
                  <a:pt x="1026319" y="173117"/>
                </a:cubicBezTo>
                <a:moveTo>
                  <a:pt x="1111949" y="83534"/>
                </a:moveTo>
                <a:lnTo>
                  <a:pt x="1175814" y="97107"/>
                </a:lnTo>
                <a:lnTo>
                  <a:pt x="1212675" y="230791"/>
                </a:lnTo>
                <a:lnTo>
                  <a:pt x="1212675" y="104918"/>
                </a:lnTo>
                <a:cubicBezTo>
                  <a:pt x="1212675" y="104918"/>
                  <a:pt x="1246537" y="112109"/>
                  <a:pt x="1246537" y="112109"/>
                </a:cubicBezTo>
                <a:lnTo>
                  <a:pt x="1246537" y="249269"/>
                </a:lnTo>
                <a:cubicBezTo>
                  <a:pt x="1246537" y="249269"/>
                  <a:pt x="1182672" y="235696"/>
                  <a:pt x="1182672" y="235696"/>
                </a:cubicBezTo>
                <a:lnTo>
                  <a:pt x="1145810" y="102013"/>
                </a:lnTo>
                <a:lnTo>
                  <a:pt x="1145810" y="227886"/>
                </a:lnTo>
                <a:cubicBezTo>
                  <a:pt x="1145810" y="227886"/>
                  <a:pt x="1111949" y="220694"/>
                  <a:pt x="1111949" y="220694"/>
                </a:cubicBezTo>
                <a:lnTo>
                  <a:pt x="1111949" y="83534"/>
                </a:lnTo>
                <a:close/>
                <a:moveTo>
                  <a:pt x="42101" y="138970"/>
                </a:moveTo>
                <a:lnTo>
                  <a:pt x="104108" y="125778"/>
                </a:lnTo>
                <a:lnTo>
                  <a:pt x="145971" y="254032"/>
                </a:lnTo>
                <a:lnTo>
                  <a:pt x="110061" y="261652"/>
                </a:lnTo>
                <a:lnTo>
                  <a:pt x="97774" y="222837"/>
                </a:lnTo>
                <a:lnTo>
                  <a:pt x="47863" y="233458"/>
                </a:lnTo>
                <a:lnTo>
                  <a:pt x="35576" y="277511"/>
                </a:lnTo>
                <a:lnTo>
                  <a:pt x="0" y="285083"/>
                </a:lnTo>
                <a:lnTo>
                  <a:pt x="42053" y="138970"/>
                </a:lnTo>
                <a:close/>
                <a:moveTo>
                  <a:pt x="88440" y="193929"/>
                </a:moveTo>
                <a:lnTo>
                  <a:pt x="72819" y="144923"/>
                </a:lnTo>
                <a:lnTo>
                  <a:pt x="57198" y="200597"/>
                </a:lnTo>
                <a:lnTo>
                  <a:pt x="88488" y="193929"/>
                </a:lnTo>
                <a:close/>
                <a:moveTo>
                  <a:pt x="214646" y="242173"/>
                </a:moveTo>
                <a:cubicBezTo>
                  <a:pt x="168307" y="252031"/>
                  <a:pt x="148733" y="235553"/>
                  <a:pt x="148733" y="199930"/>
                </a:cubicBezTo>
                <a:lnTo>
                  <a:pt x="183738" y="192500"/>
                </a:lnTo>
                <a:cubicBezTo>
                  <a:pt x="183738" y="211979"/>
                  <a:pt x="190977" y="217599"/>
                  <a:pt x="215408" y="212408"/>
                </a:cubicBezTo>
                <a:cubicBezTo>
                  <a:pt x="231982" y="208883"/>
                  <a:pt x="239030" y="203883"/>
                  <a:pt x="239030" y="195310"/>
                </a:cubicBezTo>
                <a:cubicBezTo>
                  <a:pt x="239030" y="190452"/>
                  <a:pt x="235315" y="187547"/>
                  <a:pt x="227886" y="187166"/>
                </a:cubicBezTo>
                <a:lnTo>
                  <a:pt x="183975" y="184452"/>
                </a:lnTo>
                <a:cubicBezTo>
                  <a:pt x="161258" y="182880"/>
                  <a:pt x="154210" y="170545"/>
                  <a:pt x="154210" y="153210"/>
                </a:cubicBezTo>
                <a:cubicBezTo>
                  <a:pt x="154210" y="126540"/>
                  <a:pt x="173212" y="108299"/>
                  <a:pt x="207645" y="101013"/>
                </a:cubicBezTo>
                <a:cubicBezTo>
                  <a:pt x="248603" y="92297"/>
                  <a:pt x="268891" y="108252"/>
                  <a:pt x="268891" y="138017"/>
                </a:cubicBezTo>
                <a:lnTo>
                  <a:pt x="234077" y="145399"/>
                </a:lnTo>
                <a:cubicBezTo>
                  <a:pt x="234077" y="130635"/>
                  <a:pt x="226076" y="126111"/>
                  <a:pt x="208217" y="129873"/>
                </a:cubicBezTo>
                <a:cubicBezTo>
                  <a:pt x="195739" y="132540"/>
                  <a:pt x="189215" y="137208"/>
                  <a:pt x="189215" y="145018"/>
                </a:cubicBezTo>
                <a:cubicBezTo>
                  <a:pt x="189215" y="148923"/>
                  <a:pt x="191262" y="151781"/>
                  <a:pt x="199454" y="152352"/>
                </a:cubicBezTo>
                <a:lnTo>
                  <a:pt x="242078" y="154400"/>
                </a:lnTo>
                <a:cubicBezTo>
                  <a:pt x="263843" y="155400"/>
                  <a:pt x="273891" y="166306"/>
                  <a:pt x="273891" y="186357"/>
                </a:cubicBezTo>
                <a:cubicBezTo>
                  <a:pt x="273891" y="212408"/>
                  <a:pt x="256747" y="233172"/>
                  <a:pt x="214694" y="242125"/>
                </a:cubicBezTo>
                <a:moveTo>
                  <a:pt x="283702" y="156115"/>
                </a:moveTo>
                <a:cubicBezTo>
                  <a:pt x="283702" y="115633"/>
                  <a:pt x="310325" y="79248"/>
                  <a:pt x="353330" y="70104"/>
                </a:cubicBezTo>
                <a:cubicBezTo>
                  <a:pt x="390906" y="62103"/>
                  <a:pt x="415862" y="78010"/>
                  <a:pt x="419767" y="111633"/>
                </a:cubicBezTo>
                <a:lnTo>
                  <a:pt x="384953" y="119015"/>
                </a:lnTo>
                <a:cubicBezTo>
                  <a:pt x="382143" y="104823"/>
                  <a:pt x="370047" y="98631"/>
                  <a:pt x="353473" y="102156"/>
                </a:cubicBezTo>
                <a:cubicBezTo>
                  <a:pt x="333185" y="106490"/>
                  <a:pt x="318659" y="121634"/>
                  <a:pt x="318659" y="148638"/>
                </a:cubicBezTo>
                <a:cubicBezTo>
                  <a:pt x="318659" y="175879"/>
                  <a:pt x="333185" y="184833"/>
                  <a:pt x="353473" y="180546"/>
                </a:cubicBezTo>
                <a:cubicBezTo>
                  <a:pt x="370047" y="177022"/>
                  <a:pt x="382143" y="165497"/>
                  <a:pt x="384953" y="150114"/>
                </a:cubicBezTo>
                <a:lnTo>
                  <a:pt x="419767" y="142732"/>
                </a:lnTo>
                <a:cubicBezTo>
                  <a:pt x="415862" y="178213"/>
                  <a:pt x="390906" y="204692"/>
                  <a:pt x="353330" y="212693"/>
                </a:cubicBezTo>
                <a:cubicBezTo>
                  <a:pt x="310325" y="221837"/>
                  <a:pt x="283702" y="196739"/>
                  <a:pt x="283702" y="156115"/>
                </a:cubicBezTo>
                <a:moveTo>
                  <a:pt x="436340" y="55150"/>
                </a:moveTo>
                <a:lnTo>
                  <a:pt x="540782" y="32956"/>
                </a:lnTo>
                <a:lnTo>
                  <a:pt x="540782" y="63865"/>
                </a:lnTo>
                <a:cubicBezTo>
                  <a:pt x="540782" y="63865"/>
                  <a:pt x="470440" y="78819"/>
                  <a:pt x="470440" y="78819"/>
                </a:cubicBezTo>
                <a:lnTo>
                  <a:pt x="470440" y="101775"/>
                </a:lnTo>
                <a:cubicBezTo>
                  <a:pt x="470440" y="101775"/>
                  <a:pt x="531495" y="88821"/>
                  <a:pt x="531495" y="88821"/>
                </a:cubicBezTo>
                <a:lnTo>
                  <a:pt x="531495" y="118015"/>
                </a:lnTo>
                <a:cubicBezTo>
                  <a:pt x="531495" y="118015"/>
                  <a:pt x="470440" y="131016"/>
                  <a:pt x="470440" y="131016"/>
                </a:cubicBezTo>
                <a:lnTo>
                  <a:pt x="470440" y="154162"/>
                </a:lnTo>
                <a:cubicBezTo>
                  <a:pt x="470440" y="154162"/>
                  <a:pt x="540782" y="139208"/>
                  <a:pt x="540782" y="139208"/>
                </a:cubicBezTo>
                <a:lnTo>
                  <a:pt x="540782" y="170117"/>
                </a:lnTo>
                <a:cubicBezTo>
                  <a:pt x="540782" y="170117"/>
                  <a:pt x="436340" y="192310"/>
                  <a:pt x="436340" y="192310"/>
                </a:cubicBezTo>
                <a:lnTo>
                  <a:pt x="436340" y="55150"/>
                </a:lnTo>
                <a:close/>
                <a:moveTo>
                  <a:pt x="561308" y="28623"/>
                </a:moveTo>
                <a:lnTo>
                  <a:pt x="625173" y="15049"/>
                </a:lnTo>
                <a:lnTo>
                  <a:pt x="662035" y="133112"/>
                </a:lnTo>
                <a:lnTo>
                  <a:pt x="662035" y="7239"/>
                </a:lnTo>
                <a:cubicBezTo>
                  <a:pt x="662035" y="7239"/>
                  <a:pt x="695897" y="48"/>
                  <a:pt x="695897" y="48"/>
                </a:cubicBezTo>
                <a:lnTo>
                  <a:pt x="695897" y="137208"/>
                </a:lnTo>
                <a:cubicBezTo>
                  <a:pt x="695897" y="137208"/>
                  <a:pt x="632032" y="150781"/>
                  <a:pt x="632032" y="150781"/>
                </a:cubicBezTo>
                <a:lnTo>
                  <a:pt x="595170" y="32718"/>
                </a:lnTo>
                <a:lnTo>
                  <a:pt x="595170" y="158591"/>
                </a:lnTo>
                <a:cubicBezTo>
                  <a:pt x="595170" y="158591"/>
                  <a:pt x="561308" y="165783"/>
                  <a:pt x="561308" y="165783"/>
                </a:cubicBezTo>
                <a:lnTo>
                  <a:pt x="561308" y="28623"/>
                </a:lnTo>
                <a:close/>
              </a:path>
            </a:pathLst>
          </a:custGeom>
          <a:solidFill>
            <a:srgbClr val="FFFFFF"/>
          </a:solidFill>
          <a:ln w="4763" cap="flat">
            <a:noFill/>
            <a:prstDash val="solid"/>
            <a:miter/>
          </a:ln>
        </p:spPr>
        <p:txBody>
          <a:bodyPr rtlCol="0" anchor="ctr"/>
          <a:lstStyle/>
          <a:p>
            <a:endParaRPr lang="en-AU"/>
          </a:p>
        </p:txBody>
      </p:sp>
      <p:sp>
        <p:nvSpPr>
          <p:cNvPr id="33" name="Google Shape;10;p2">
            <a:extLst>
              <a:ext uri="{FF2B5EF4-FFF2-40B4-BE49-F238E27FC236}">
                <a16:creationId xmlns:a16="http://schemas.microsoft.com/office/drawing/2014/main" id="{D543CF40-CA6C-AB12-3735-CF8AC652A545}"/>
              </a:ext>
            </a:extLst>
          </p:cNvPr>
          <p:cNvSpPr txBox="1">
            <a:spLocks noGrp="1"/>
          </p:cNvSpPr>
          <p:nvPr>
            <p:ph type="ctrTitle" hasCustomPrompt="1"/>
          </p:nvPr>
        </p:nvSpPr>
        <p:spPr>
          <a:xfrm>
            <a:off x="311708" y="2197678"/>
            <a:ext cx="3457652" cy="516890"/>
          </a:xfrm>
          <a:prstGeom prst="rect">
            <a:avLst/>
          </a:prstGeom>
        </p:spPr>
        <p:txBody>
          <a:bodyPr spcFirstLastPara="1" wrap="square" lIns="90000" tIns="90000" rIns="90000" bIns="36000" anchor="b" anchorCtr="0">
            <a:noAutofit/>
          </a:bodyPr>
          <a:lstStyle>
            <a:lvl1pPr lvl="0" algn="l">
              <a:spcBef>
                <a:spcPts val="0"/>
              </a:spcBef>
              <a:spcAft>
                <a:spcPts val="0"/>
              </a:spcAft>
              <a:buSzPts val="5200"/>
              <a:buNone/>
              <a:defRPr sz="2800" b="1">
                <a:solidFill>
                  <a:schemeClr val="tx1"/>
                </a:solidFill>
                <a:latin typeface="PP Neue Machina Plain Ultrabold" pitchFamily="50" charset="0"/>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r>
              <a:rPr lang="en-IN" dirty="0"/>
              <a:t>Section Title</a:t>
            </a:r>
            <a:endParaRPr dirty="0"/>
          </a:p>
        </p:txBody>
      </p:sp>
      <p:sp>
        <p:nvSpPr>
          <p:cNvPr id="16" name="Text Placeholder 15">
            <a:extLst>
              <a:ext uri="{FF2B5EF4-FFF2-40B4-BE49-F238E27FC236}">
                <a16:creationId xmlns:a16="http://schemas.microsoft.com/office/drawing/2014/main" id="{17A7E5E8-BE49-EF88-3BBF-34F70B616301}"/>
              </a:ext>
            </a:extLst>
          </p:cNvPr>
          <p:cNvSpPr>
            <a:spLocks noGrp="1"/>
          </p:cNvSpPr>
          <p:nvPr>
            <p:ph type="body" sz="quarter" idx="14" hasCustomPrompt="1"/>
          </p:nvPr>
        </p:nvSpPr>
        <p:spPr>
          <a:xfrm>
            <a:off x="379413" y="1489710"/>
            <a:ext cx="1322387" cy="516890"/>
          </a:xfrm>
          <a:noFill/>
        </p:spPr>
        <p:txBody>
          <a:bodyPr anchor="ctr">
            <a:noAutofit/>
          </a:bodyPr>
          <a:lstStyle>
            <a:lvl1pPr marL="0" indent="0" algn="l">
              <a:buNone/>
              <a:defRPr sz="5400" b="1">
                <a:solidFill>
                  <a:schemeClr val="accent4"/>
                </a:solidFill>
              </a:defRPr>
            </a:lvl1pPr>
          </a:lstStyle>
          <a:p>
            <a:pPr lvl="0"/>
            <a:r>
              <a:rPr lang="en-IN" dirty="0"/>
              <a:t>01</a:t>
            </a:r>
            <a:endParaRPr lang="en-AU" dirty="0"/>
          </a:p>
        </p:txBody>
      </p:sp>
      <p:sp>
        <p:nvSpPr>
          <p:cNvPr id="2" name="Picture Placeholder 2">
            <a:extLst>
              <a:ext uri="{FF2B5EF4-FFF2-40B4-BE49-F238E27FC236}">
                <a16:creationId xmlns:a16="http://schemas.microsoft.com/office/drawing/2014/main" id="{010A3C48-4D02-7B3B-152F-476F64286AC0}"/>
              </a:ext>
            </a:extLst>
          </p:cNvPr>
          <p:cNvSpPr>
            <a:spLocks noGrp="1"/>
          </p:cNvSpPr>
          <p:nvPr>
            <p:ph type="pic" sz="quarter" idx="13" hasCustomPrompt="1"/>
          </p:nvPr>
        </p:nvSpPr>
        <p:spPr>
          <a:xfrm>
            <a:off x="-8160" y="-1271"/>
            <a:ext cx="9152635" cy="4462781"/>
          </a:xfrm>
          <a:custGeom>
            <a:avLst/>
            <a:gdLst>
              <a:gd name="connsiteX0" fmla="*/ 0 w 9144000"/>
              <a:gd name="connsiteY0" fmla="*/ 0 h 4442826"/>
              <a:gd name="connsiteX1" fmla="*/ 9144000 w 9144000"/>
              <a:gd name="connsiteY1" fmla="*/ 0 h 4442826"/>
              <a:gd name="connsiteX2" fmla="*/ 9144000 w 9144000"/>
              <a:gd name="connsiteY2" fmla="*/ 4442826 h 4442826"/>
              <a:gd name="connsiteX3" fmla="*/ 0 w 9144000"/>
              <a:gd name="connsiteY3" fmla="*/ 4442826 h 4442826"/>
              <a:gd name="connsiteX4" fmla="*/ 0 w 9144000"/>
              <a:gd name="connsiteY4" fmla="*/ 0 h 4442826"/>
              <a:gd name="connsiteX0" fmla="*/ 0 w 9151620"/>
              <a:gd name="connsiteY0" fmla="*/ 0 h 4458066"/>
              <a:gd name="connsiteX1" fmla="*/ 9144000 w 9151620"/>
              <a:gd name="connsiteY1" fmla="*/ 0 h 4458066"/>
              <a:gd name="connsiteX2" fmla="*/ 9151620 w 9151620"/>
              <a:gd name="connsiteY2" fmla="*/ 4458066 h 4458066"/>
              <a:gd name="connsiteX3" fmla="*/ 0 w 9151620"/>
              <a:gd name="connsiteY3" fmla="*/ 4442826 h 4458066"/>
              <a:gd name="connsiteX4" fmla="*/ 0 w 9151620"/>
              <a:gd name="connsiteY4"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0 w 9151620"/>
              <a:gd name="connsiteY4" fmla="*/ 4442826 h 4458066"/>
              <a:gd name="connsiteX5" fmla="*/ 0 w 9151620"/>
              <a:gd name="connsiteY5"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7551420 w 9151620"/>
              <a:gd name="connsiteY4" fmla="*/ 4436111 h 4458066"/>
              <a:gd name="connsiteX5" fmla="*/ 0 w 9151620"/>
              <a:gd name="connsiteY5" fmla="*/ 4442826 h 4458066"/>
              <a:gd name="connsiteX6" fmla="*/ 0 w 9151620"/>
              <a:gd name="connsiteY6"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8282940 w 9151620"/>
              <a:gd name="connsiteY4" fmla="*/ 4436111 h 4458066"/>
              <a:gd name="connsiteX5" fmla="*/ 7551420 w 9151620"/>
              <a:gd name="connsiteY5" fmla="*/ 4436111 h 4458066"/>
              <a:gd name="connsiteX6" fmla="*/ 0 w 9151620"/>
              <a:gd name="connsiteY6" fmla="*/ 4442826 h 4458066"/>
              <a:gd name="connsiteX7" fmla="*/ 0 w 9151620"/>
              <a:gd name="connsiteY7"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8260080 w 9151620"/>
              <a:gd name="connsiteY4" fmla="*/ 4306571 h 4458066"/>
              <a:gd name="connsiteX5" fmla="*/ 7551420 w 9151620"/>
              <a:gd name="connsiteY5" fmla="*/ 4436111 h 4458066"/>
              <a:gd name="connsiteX6" fmla="*/ 0 w 9151620"/>
              <a:gd name="connsiteY6" fmla="*/ 4442826 h 4458066"/>
              <a:gd name="connsiteX7" fmla="*/ 0 w 9151620"/>
              <a:gd name="connsiteY7" fmla="*/ 0 h 4458066"/>
              <a:gd name="connsiteX0" fmla="*/ 0 w 9151620"/>
              <a:gd name="connsiteY0" fmla="*/ 0 h 4462781"/>
              <a:gd name="connsiteX1" fmla="*/ 9144000 w 9151620"/>
              <a:gd name="connsiteY1" fmla="*/ 0 h 4462781"/>
              <a:gd name="connsiteX2" fmla="*/ 9151620 w 9151620"/>
              <a:gd name="connsiteY2" fmla="*/ 4458066 h 4462781"/>
              <a:gd name="connsiteX3" fmla="*/ 8941594 w 9151620"/>
              <a:gd name="connsiteY3" fmla="*/ 4462781 h 4462781"/>
              <a:gd name="connsiteX4" fmla="*/ 8260080 w 9151620"/>
              <a:gd name="connsiteY4" fmla="*/ 4306571 h 4462781"/>
              <a:gd name="connsiteX5" fmla="*/ 7551420 w 9151620"/>
              <a:gd name="connsiteY5" fmla="*/ 4436111 h 4462781"/>
              <a:gd name="connsiteX6" fmla="*/ 0 w 9151620"/>
              <a:gd name="connsiteY6" fmla="*/ 4442826 h 4462781"/>
              <a:gd name="connsiteX7" fmla="*/ 0 w 9151620"/>
              <a:gd name="connsiteY7" fmla="*/ 0 h 4462781"/>
              <a:gd name="connsiteX0" fmla="*/ 0 w 9151620"/>
              <a:gd name="connsiteY0" fmla="*/ 0 h 4462781"/>
              <a:gd name="connsiteX1" fmla="*/ 9144000 w 9151620"/>
              <a:gd name="connsiteY1" fmla="*/ 0 h 4462781"/>
              <a:gd name="connsiteX2" fmla="*/ 9151620 w 9151620"/>
              <a:gd name="connsiteY2" fmla="*/ 4458066 h 4462781"/>
              <a:gd name="connsiteX3" fmla="*/ 8941594 w 9151620"/>
              <a:gd name="connsiteY3" fmla="*/ 4462781 h 4462781"/>
              <a:gd name="connsiteX4" fmla="*/ 8260080 w 9151620"/>
              <a:gd name="connsiteY4" fmla="*/ 4306571 h 4462781"/>
              <a:gd name="connsiteX5" fmla="*/ 7556182 w 9151620"/>
              <a:gd name="connsiteY5" fmla="*/ 4462304 h 4462781"/>
              <a:gd name="connsiteX6" fmla="*/ 0 w 9151620"/>
              <a:gd name="connsiteY6" fmla="*/ 4442826 h 4462781"/>
              <a:gd name="connsiteX7" fmla="*/ 0 w 9151620"/>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41594 w 9144476"/>
              <a:gd name="connsiteY3" fmla="*/ 4462781 h 4462781"/>
              <a:gd name="connsiteX4" fmla="*/ 8260080 w 9144476"/>
              <a:gd name="connsiteY4" fmla="*/ 4306571 h 4462781"/>
              <a:gd name="connsiteX5" fmla="*/ 7556182 w 9144476"/>
              <a:gd name="connsiteY5" fmla="*/ 4462304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41594 w 9144476"/>
              <a:gd name="connsiteY3" fmla="*/ 4462781 h 4462781"/>
              <a:gd name="connsiteX4" fmla="*/ 8260080 w 9144476"/>
              <a:gd name="connsiteY4" fmla="*/ 4306571 h 4462781"/>
              <a:gd name="connsiteX5" fmla="*/ 7541895 w 9144476"/>
              <a:gd name="connsiteY5" fmla="*/ 4452779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53500 w 9144476"/>
              <a:gd name="connsiteY3" fmla="*/ 4462781 h 4462781"/>
              <a:gd name="connsiteX4" fmla="*/ 8260080 w 9144476"/>
              <a:gd name="connsiteY4" fmla="*/ 4306571 h 4462781"/>
              <a:gd name="connsiteX5" fmla="*/ 7541895 w 9144476"/>
              <a:gd name="connsiteY5" fmla="*/ 4452779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53500 w 9144476"/>
              <a:gd name="connsiteY3" fmla="*/ 4462781 h 4462781"/>
              <a:gd name="connsiteX4" fmla="*/ 8260080 w 9144476"/>
              <a:gd name="connsiteY4" fmla="*/ 4306571 h 4462781"/>
              <a:gd name="connsiteX5" fmla="*/ 7551131 w 9144476"/>
              <a:gd name="connsiteY5" fmla="*/ 4462015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53500 w 9144476"/>
              <a:gd name="connsiteY3" fmla="*/ 4462781 h 4462781"/>
              <a:gd name="connsiteX4" fmla="*/ 8260080 w 9144476"/>
              <a:gd name="connsiteY4" fmla="*/ 4306571 h 4462781"/>
              <a:gd name="connsiteX5" fmla="*/ 7551131 w 9144476"/>
              <a:gd name="connsiteY5" fmla="*/ 4462015 h 4462781"/>
              <a:gd name="connsiteX6" fmla="*/ 18473 w 9144476"/>
              <a:gd name="connsiteY6" fmla="*/ 4461299 h 4462781"/>
              <a:gd name="connsiteX7" fmla="*/ 0 w 9144476"/>
              <a:gd name="connsiteY7" fmla="*/ 0 h 4462781"/>
              <a:gd name="connsiteX0" fmla="*/ 8159 w 9152635"/>
              <a:gd name="connsiteY0" fmla="*/ 0 h 4462781"/>
              <a:gd name="connsiteX1" fmla="*/ 9152159 w 9152635"/>
              <a:gd name="connsiteY1" fmla="*/ 0 h 4462781"/>
              <a:gd name="connsiteX2" fmla="*/ 9152635 w 9152635"/>
              <a:gd name="connsiteY2" fmla="*/ 4458066 h 4462781"/>
              <a:gd name="connsiteX3" fmla="*/ 8961659 w 9152635"/>
              <a:gd name="connsiteY3" fmla="*/ 4462781 h 4462781"/>
              <a:gd name="connsiteX4" fmla="*/ 8268239 w 9152635"/>
              <a:gd name="connsiteY4" fmla="*/ 4306571 h 4462781"/>
              <a:gd name="connsiteX5" fmla="*/ 7559290 w 9152635"/>
              <a:gd name="connsiteY5" fmla="*/ 4462015 h 4462781"/>
              <a:gd name="connsiteX6" fmla="*/ 1232 w 9152635"/>
              <a:gd name="connsiteY6" fmla="*/ 4461299 h 4462781"/>
              <a:gd name="connsiteX7" fmla="*/ 8159 w 9152635"/>
              <a:gd name="connsiteY7" fmla="*/ 0 h 4462781"/>
              <a:gd name="connsiteX0" fmla="*/ 8159 w 9152635"/>
              <a:gd name="connsiteY0" fmla="*/ 0 h 4462781"/>
              <a:gd name="connsiteX1" fmla="*/ 9152159 w 9152635"/>
              <a:gd name="connsiteY1" fmla="*/ 0 h 4462781"/>
              <a:gd name="connsiteX2" fmla="*/ 9152635 w 9152635"/>
              <a:gd name="connsiteY2" fmla="*/ 4458066 h 4462781"/>
              <a:gd name="connsiteX3" fmla="*/ 8961659 w 9152635"/>
              <a:gd name="connsiteY3" fmla="*/ 4462781 h 4462781"/>
              <a:gd name="connsiteX4" fmla="*/ 8272049 w 9152635"/>
              <a:gd name="connsiteY4" fmla="*/ 4312286 h 4462781"/>
              <a:gd name="connsiteX5" fmla="*/ 7559290 w 9152635"/>
              <a:gd name="connsiteY5" fmla="*/ 4462015 h 4462781"/>
              <a:gd name="connsiteX6" fmla="*/ 1232 w 9152635"/>
              <a:gd name="connsiteY6" fmla="*/ 4461299 h 4462781"/>
              <a:gd name="connsiteX7" fmla="*/ 8159 w 9152635"/>
              <a:gd name="connsiteY7" fmla="*/ 0 h 4462781"/>
              <a:gd name="connsiteX0" fmla="*/ 8159 w 9152635"/>
              <a:gd name="connsiteY0" fmla="*/ 0 h 4462781"/>
              <a:gd name="connsiteX1" fmla="*/ 9152159 w 9152635"/>
              <a:gd name="connsiteY1" fmla="*/ 0 h 4462781"/>
              <a:gd name="connsiteX2" fmla="*/ 9152635 w 9152635"/>
              <a:gd name="connsiteY2" fmla="*/ 4458066 h 4462781"/>
              <a:gd name="connsiteX3" fmla="*/ 8961659 w 9152635"/>
              <a:gd name="connsiteY3" fmla="*/ 4462781 h 4462781"/>
              <a:gd name="connsiteX4" fmla="*/ 8260619 w 9152635"/>
              <a:gd name="connsiteY4" fmla="*/ 4310381 h 4462781"/>
              <a:gd name="connsiteX5" fmla="*/ 7559290 w 9152635"/>
              <a:gd name="connsiteY5" fmla="*/ 4462015 h 4462781"/>
              <a:gd name="connsiteX6" fmla="*/ 1232 w 9152635"/>
              <a:gd name="connsiteY6" fmla="*/ 4461299 h 4462781"/>
              <a:gd name="connsiteX7" fmla="*/ 8159 w 9152635"/>
              <a:gd name="connsiteY7" fmla="*/ 0 h 4462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52635" h="4462781">
                <a:moveTo>
                  <a:pt x="8159" y="0"/>
                </a:moveTo>
                <a:lnTo>
                  <a:pt x="9152159" y="0"/>
                </a:lnTo>
                <a:cubicBezTo>
                  <a:pt x="9152318" y="1486022"/>
                  <a:pt x="9152476" y="2972044"/>
                  <a:pt x="9152635" y="4458066"/>
                </a:cubicBezTo>
                <a:lnTo>
                  <a:pt x="8961659" y="4462781"/>
                </a:lnTo>
                <a:lnTo>
                  <a:pt x="8260619" y="4310381"/>
                </a:lnTo>
                <a:lnTo>
                  <a:pt x="7559290" y="4462015"/>
                </a:lnTo>
                <a:lnTo>
                  <a:pt x="1232" y="4461299"/>
                </a:lnTo>
                <a:cubicBezTo>
                  <a:pt x="-4926" y="2974199"/>
                  <a:pt x="14317" y="1487100"/>
                  <a:pt x="8159" y="0"/>
                </a:cubicBezTo>
                <a:close/>
              </a:path>
            </a:pathLst>
          </a:custGeom>
          <a:noFill/>
        </p:spPr>
        <p:txBody>
          <a:bodyPr/>
          <a:lstStyle>
            <a:lvl1pPr marL="114300" indent="0">
              <a:buNone/>
              <a:defRPr/>
            </a:lvl1pPr>
          </a:lstStyle>
          <a:p>
            <a:r>
              <a:rPr lang="en-IN" dirty="0"/>
              <a:t> </a:t>
            </a:r>
            <a:endParaRPr lang="en-AU" dirty="0"/>
          </a:p>
        </p:txBody>
      </p:sp>
    </p:spTree>
    <p:extLst>
      <p:ext uri="{BB962C8B-B14F-4D97-AF65-F5344CB8AC3E}">
        <p14:creationId xmlns:p14="http://schemas.microsoft.com/office/powerpoint/2010/main" val="491567200"/>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slide" preserve="1" userDrawn="1">
  <p:cSld name="1_Title slide">
    <p:bg>
      <p:bgPr>
        <a:solidFill>
          <a:schemeClr val="tx1"/>
        </a:solidFill>
        <a:effectLst/>
      </p:bgPr>
    </p:bg>
    <p:spTree>
      <p:nvGrpSpPr>
        <p:cNvPr id="1" name="Shape 9"/>
        <p:cNvGrpSpPr/>
        <p:nvPr/>
      </p:nvGrpSpPr>
      <p:grpSpPr>
        <a:xfrm>
          <a:off x="0" y="0"/>
          <a:ext cx="0" cy="0"/>
          <a:chOff x="0" y="0"/>
          <a:chExt cx="0" cy="0"/>
        </a:xfrm>
      </p:grpSpPr>
      <p:sp>
        <p:nvSpPr>
          <p:cNvPr id="13" name="Freeform: Shape 12">
            <a:extLst>
              <a:ext uri="{FF2B5EF4-FFF2-40B4-BE49-F238E27FC236}">
                <a16:creationId xmlns:a16="http://schemas.microsoft.com/office/drawing/2014/main" id="{DCFA8F1A-438C-2D31-EC45-A4CCF4206F40}"/>
              </a:ext>
            </a:extLst>
          </p:cNvPr>
          <p:cNvSpPr/>
          <p:nvPr/>
        </p:nvSpPr>
        <p:spPr>
          <a:xfrm>
            <a:off x="0" y="4305300"/>
            <a:ext cx="9144000" cy="857250"/>
          </a:xfrm>
          <a:custGeom>
            <a:avLst/>
            <a:gdLst>
              <a:gd name="connsiteX0" fmla="*/ 0 w 9144000"/>
              <a:gd name="connsiteY0" fmla="*/ 857250 h 857250"/>
              <a:gd name="connsiteX1" fmla="*/ 0 w 9144000"/>
              <a:gd name="connsiteY1" fmla="*/ 149828 h 857250"/>
              <a:gd name="connsiteX2" fmla="*/ 7540609 w 9144000"/>
              <a:gd name="connsiteY2" fmla="*/ 149828 h 857250"/>
              <a:gd name="connsiteX3" fmla="*/ 8245698 w 9144000"/>
              <a:gd name="connsiteY3" fmla="*/ 0 h 857250"/>
              <a:gd name="connsiteX4" fmla="*/ 8933831 w 9144000"/>
              <a:gd name="connsiteY4" fmla="*/ 149828 h 857250"/>
              <a:gd name="connsiteX5" fmla="*/ 9144000 w 9144000"/>
              <a:gd name="connsiteY5" fmla="*/ 149828 h 857250"/>
              <a:gd name="connsiteX6" fmla="*/ 9144000 w 9144000"/>
              <a:gd name="connsiteY6" fmla="*/ 857250 h 857250"/>
              <a:gd name="connsiteX7" fmla="*/ 0 w 9144000"/>
              <a:gd name="connsiteY7" fmla="*/ 857250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0" h="857250">
                <a:moveTo>
                  <a:pt x="0" y="857250"/>
                </a:moveTo>
                <a:lnTo>
                  <a:pt x="0" y="149828"/>
                </a:lnTo>
                <a:lnTo>
                  <a:pt x="7540609" y="149828"/>
                </a:lnTo>
                <a:lnTo>
                  <a:pt x="8245698" y="0"/>
                </a:lnTo>
                <a:lnTo>
                  <a:pt x="8933831" y="149828"/>
                </a:lnTo>
                <a:lnTo>
                  <a:pt x="9144000" y="149828"/>
                </a:lnTo>
                <a:lnTo>
                  <a:pt x="9144000" y="857250"/>
                </a:lnTo>
                <a:lnTo>
                  <a:pt x="0" y="857250"/>
                </a:lnTo>
                <a:close/>
              </a:path>
            </a:pathLst>
          </a:custGeom>
          <a:gradFill>
            <a:gsLst>
              <a:gs pos="0">
                <a:srgbClr val="6164AD"/>
              </a:gs>
              <a:gs pos="50000">
                <a:srgbClr val="5C54A4"/>
              </a:gs>
              <a:gs pos="100000">
                <a:srgbClr val="58449B"/>
              </a:gs>
            </a:gsLst>
            <a:lin ang="0" scaled="1"/>
          </a:gradFill>
          <a:ln w="81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lvl="0" defTabSz="914400" eaLnBrk="1" latinLnBrk="0" hangingPunct="1"/>
            <a:endParaRPr lang="en-AU" sz="1800" kern="1200">
              <a:solidFill>
                <a:schemeClr val="tx1"/>
              </a:solidFill>
              <a:latin typeface="+mn-lt"/>
              <a:ea typeface="+mn-ea"/>
              <a:cs typeface="+mn-cs"/>
            </a:endParaRPr>
          </a:p>
        </p:txBody>
      </p:sp>
      <p:sp>
        <p:nvSpPr>
          <p:cNvPr id="14" name="Freeform: Shape 13">
            <a:extLst>
              <a:ext uri="{FF2B5EF4-FFF2-40B4-BE49-F238E27FC236}">
                <a16:creationId xmlns:a16="http://schemas.microsoft.com/office/drawing/2014/main" id="{6332EFC7-40EB-E5E0-6D5B-205A7815463F}"/>
              </a:ext>
            </a:extLst>
          </p:cNvPr>
          <p:cNvSpPr/>
          <p:nvPr/>
        </p:nvSpPr>
        <p:spPr>
          <a:xfrm>
            <a:off x="7540608" y="4441555"/>
            <a:ext cx="1246536" cy="285083"/>
          </a:xfrm>
          <a:custGeom>
            <a:avLst/>
            <a:gdLst>
              <a:gd name="connsiteX0" fmla="*/ 718995 w 1246536"/>
              <a:gd name="connsiteY0" fmla="*/ 0 h 285083"/>
              <a:gd name="connsiteX1" fmla="*/ 769239 w 1246536"/>
              <a:gd name="connsiteY1" fmla="*/ 10668 h 285083"/>
              <a:gd name="connsiteX2" fmla="*/ 842391 w 1246536"/>
              <a:gd name="connsiteY2" fmla="*/ 94726 h 285083"/>
              <a:gd name="connsiteX3" fmla="*/ 769239 w 1246536"/>
              <a:gd name="connsiteY3" fmla="*/ 147876 h 285083"/>
              <a:gd name="connsiteX4" fmla="*/ 718995 w 1246536"/>
              <a:gd name="connsiteY4" fmla="*/ 137208 h 285083"/>
              <a:gd name="connsiteX5" fmla="*/ 718995 w 1246536"/>
              <a:gd name="connsiteY5" fmla="*/ 48 h 285083"/>
              <a:gd name="connsiteX6" fmla="*/ 769239 w 1246536"/>
              <a:gd name="connsiteY6" fmla="*/ 116729 h 285083"/>
              <a:gd name="connsiteX7" fmla="*/ 808530 w 1246536"/>
              <a:gd name="connsiteY7" fmla="*/ 87535 h 285083"/>
              <a:gd name="connsiteX8" fmla="*/ 769239 w 1246536"/>
              <a:gd name="connsiteY8" fmla="*/ 41624 h 285083"/>
              <a:gd name="connsiteX9" fmla="*/ 752856 w 1246536"/>
              <a:gd name="connsiteY9" fmla="*/ 38148 h 285083"/>
              <a:gd name="connsiteX10" fmla="*/ 752856 w 1246536"/>
              <a:gd name="connsiteY10" fmla="*/ 113252 h 285083"/>
              <a:gd name="connsiteX11" fmla="*/ 769239 w 1246536"/>
              <a:gd name="connsiteY11" fmla="*/ 116729 h 285083"/>
              <a:gd name="connsiteX12" fmla="*/ 947024 w 1246536"/>
              <a:gd name="connsiteY12" fmla="*/ 48482 h 285083"/>
              <a:gd name="connsiteX13" fmla="*/ 947024 w 1246536"/>
              <a:gd name="connsiteY13" fmla="*/ 79391 h 285083"/>
              <a:gd name="connsiteX14" fmla="*/ 917067 w 1246536"/>
              <a:gd name="connsiteY14" fmla="*/ 73009 h 285083"/>
              <a:gd name="connsiteX15" fmla="*/ 917067 w 1246536"/>
              <a:gd name="connsiteY15" fmla="*/ 148114 h 285083"/>
              <a:gd name="connsiteX16" fmla="*/ 947024 w 1246536"/>
              <a:gd name="connsiteY16" fmla="*/ 154496 h 285083"/>
              <a:gd name="connsiteX17" fmla="*/ 947024 w 1246536"/>
              <a:gd name="connsiteY17" fmla="*/ 185642 h 285083"/>
              <a:gd name="connsiteX18" fmla="*/ 853393 w 1246536"/>
              <a:gd name="connsiteY18" fmla="*/ 165735 h 285083"/>
              <a:gd name="connsiteX19" fmla="*/ 853393 w 1246536"/>
              <a:gd name="connsiteY19" fmla="*/ 134588 h 285083"/>
              <a:gd name="connsiteX20" fmla="*/ 883349 w 1246536"/>
              <a:gd name="connsiteY20" fmla="*/ 140970 h 285083"/>
              <a:gd name="connsiteX21" fmla="*/ 883349 w 1246536"/>
              <a:gd name="connsiteY21" fmla="*/ 65865 h 285083"/>
              <a:gd name="connsiteX22" fmla="*/ 853393 w 1246536"/>
              <a:gd name="connsiteY22" fmla="*/ 59484 h 285083"/>
              <a:gd name="connsiteX23" fmla="*/ 853393 w 1246536"/>
              <a:gd name="connsiteY23" fmla="*/ 28575 h 285083"/>
              <a:gd name="connsiteX24" fmla="*/ 947024 w 1246536"/>
              <a:gd name="connsiteY24" fmla="*/ 48482 h 285083"/>
              <a:gd name="connsiteX25" fmla="*/ 1026319 w 1246536"/>
              <a:gd name="connsiteY25" fmla="*/ 62627 h 285083"/>
              <a:gd name="connsiteX26" fmla="*/ 1094994 w 1246536"/>
              <a:gd name="connsiteY26" fmla="*/ 148447 h 285083"/>
              <a:gd name="connsiteX27" fmla="*/ 1026319 w 1246536"/>
              <a:gd name="connsiteY27" fmla="*/ 205264 h 285083"/>
              <a:gd name="connsiteX28" fmla="*/ 957263 w 1246536"/>
              <a:gd name="connsiteY28" fmla="*/ 119205 h 285083"/>
              <a:gd name="connsiteX29" fmla="*/ 1026319 w 1246536"/>
              <a:gd name="connsiteY29" fmla="*/ 62675 h 285083"/>
              <a:gd name="connsiteX30" fmla="*/ 1026319 w 1246536"/>
              <a:gd name="connsiteY30" fmla="*/ 173117 h 285083"/>
              <a:gd name="connsiteX31" fmla="*/ 1060180 w 1246536"/>
              <a:gd name="connsiteY31" fmla="*/ 141018 h 285083"/>
              <a:gd name="connsiteX32" fmla="*/ 1026319 w 1246536"/>
              <a:gd name="connsiteY32" fmla="*/ 94726 h 285083"/>
              <a:gd name="connsiteX33" fmla="*/ 992267 w 1246536"/>
              <a:gd name="connsiteY33" fmla="*/ 126587 h 285083"/>
              <a:gd name="connsiteX34" fmla="*/ 1026319 w 1246536"/>
              <a:gd name="connsiteY34" fmla="*/ 173117 h 285083"/>
              <a:gd name="connsiteX35" fmla="*/ 1111949 w 1246536"/>
              <a:gd name="connsiteY35" fmla="*/ 83534 h 285083"/>
              <a:gd name="connsiteX36" fmla="*/ 1175814 w 1246536"/>
              <a:gd name="connsiteY36" fmla="*/ 97107 h 285083"/>
              <a:gd name="connsiteX37" fmla="*/ 1212675 w 1246536"/>
              <a:gd name="connsiteY37" fmla="*/ 230791 h 285083"/>
              <a:gd name="connsiteX38" fmla="*/ 1212675 w 1246536"/>
              <a:gd name="connsiteY38" fmla="*/ 104918 h 285083"/>
              <a:gd name="connsiteX39" fmla="*/ 1246537 w 1246536"/>
              <a:gd name="connsiteY39" fmla="*/ 112109 h 285083"/>
              <a:gd name="connsiteX40" fmla="*/ 1246537 w 1246536"/>
              <a:gd name="connsiteY40" fmla="*/ 249269 h 285083"/>
              <a:gd name="connsiteX41" fmla="*/ 1182672 w 1246536"/>
              <a:gd name="connsiteY41" fmla="*/ 235696 h 285083"/>
              <a:gd name="connsiteX42" fmla="*/ 1145810 w 1246536"/>
              <a:gd name="connsiteY42" fmla="*/ 102013 h 285083"/>
              <a:gd name="connsiteX43" fmla="*/ 1145810 w 1246536"/>
              <a:gd name="connsiteY43" fmla="*/ 227886 h 285083"/>
              <a:gd name="connsiteX44" fmla="*/ 1111949 w 1246536"/>
              <a:gd name="connsiteY44" fmla="*/ 220694 h 285083"/>
              <a:gd name="connsiteX45" fmla="*/ 1111949 w 1246536"/>
              <a:gd name="connsiteY45" fmla="*/ 83534 h 285083"/>
              <a:gd name="connsiteX46" fmla="*/ 42101 w 1246536"/>
              <a:gd name="connsiteY46" fmla="*/ 138970 h 285083"/>
              <a:gd name="connsiteX47" fmla="*/ 104108 w 1246536"/>
              <a:gd name="connsiteY47" fmla="*/ 125778 h 285083"/>
              <a:gd name="connsiteX48" fmla="*/ 145971 w 1246536"/>
              <a:gd name="connsiteY48" fmla="*/ 254032 h 285083"/>
              <a:gd name="connsiteX49" fmla="*/ 110061 w 1246536"/>
              <a:gd name="connsiteY49" fmla="*/ 261652 h 285083"/>
              <a:gd name="connsiteX50" fmla="*/ 97774 w 1246536"/>
              <a:gd name="connsiteY50" fmla="*/ 222837 h 285083"/>
              <a:gd name="connsiteX51" fmla="*/ 47863 w 1246536"/>
              <a:gd name="connsiteY51" fmla="*/ 233458 h 285083"/>
              <a:gd name="connsiteX52" fmla="*/ 35576 w 1246536"/>
              <a:gd name="connsiteY52" fmla="*/ 277511 h 285083"/>
              <a:gd name="connsiteX53" fmla="*/ 0 w 1246536"/>
              <a:gd name="connsiteY53" fmla="*/ 285083 h 285083"/>
              <a:gd name="connsiteX54" fmla="*/ 42053 w 1246536"/>
              <a:gd name="connsiteY54" fmla="*/ 138970 h 285083"/>
              <a:gd name="connsiteX55" fmla="*/ 88440 w 1246536"/>
              <a:gd name="connsiteY55" fmla="*/ 193929 h 285083"/>
              <a:gd name="connsiteX56" fmla="*/ 72819 w 1246536"/>
              <a:gd name="connsiteY56" fmla="*/ 144923 h 285083"/>
              <a:gd name="connsiteX57" fmla="*/ 57198 w 1246536"/>
              <a:gd name="connsiteY57" fmla="*/ 200597 h 285083"/>
              <a:gd name="connsiteX58" fmla="*/ 88488 w 1246536"/>
              <a:gd name="connsiteY58" fmla="*/ 193929 h 285083"/>
              <a:gd name="connsiteX59" fmla="*/ 214646 w 1246536"/>
              <a:gd name="connsiteY59" fmla="*/ 242173 h 285083"/>
              <a:gd name="connsiteX60" fmla="*/ 148733 w 1246536"/>
              <a:gd name="connsiteY60" fmla="*/ 199930 h 285083"/>
              <a:gd name="connsiteX61" fmla="*/ 183738 w 1246536"/>
              <a:gd name="connsiteY61" fmla="*/ 192500 h 285083"/>
              <a:gd name="connsiteX62" fmla="*/ 215408 w 1246536"/>
              <a:gd name="connsiteY62" fmla="*/ 212408 h 285083"/>
              <a:gd name="connsiteX63" fmla="*/ 239030 w 1246536"/>
              <a:gd name="connsiteY63" fmla="*/ 195310 h 285083"/>
              <a:gd name="connsiteX64" fmla="*/ 227886 w 1246536"/>
              <a:gd name="connsiteY64" fmla="*/ 187166 h 285083"/>
              <a:gd name="connsiteX65" fmla="*/ 183975 w 1246536"/>
              <a:gd name="connsiteY65" fmla="*/ 184452 h 285083"/>
              <a:gd name="connsiteX66" fmla="*/ 154210 w 1246536"/>
              <a:gd name="connsiteY66" fmla="*/ 153210 h 285083"/>
              <a:gd name="connsiteX67" fmla="*/ 207645 w 1246536"/>
              <a:gd name="connsiteY67" fmla="*/ 101013 h 285083"/>
              <a:gd name="connsiteX68" fmla="*/ 268891 w 1246536"/>
              <a:gd name="connsiteY68" fmla="*/ 138017 h 285083"/>
              <a:gd name="connsiteX69" fmla="*/ 234077 w 1246536"/>
              <a:gd name="connsiteY69" fmla="*/ 145399 h 285083"/>
              <a:gd name="connsiteX70" fmla="*/ 208217 w 1246536"/>
              <a:gd name="connsiteY70" fmla="*/ 129873 h 285083"/>
              <a:gd name="connsiteX71" fmla="*/ 189215 w 1246536"/>
              <a:gd name="connsiteY71" fmla="*/ 145018 h 285083"/>
              <a:gd name="connsiteX72" fmla="*/ 199454 w 1246536"/>
              <a:gd name="connsiteY72" fmla="*/ 152352 h 285083"/>
              <a:gd name="connsiteX73" fmla="*/ 242078 w 1246536"/>
              <a:gd name="connsiteY73" fmla="*/ 154400 h 285083"/>
              <a:gd name="connsiteX74" fmla="*/ 273891 w 1246536"/>
              <a:gd name="connsiteY74" fmla="*/ 186357 h 285083"/>
              <a:gd name="connsiteX75" fmla="*/ 214694 w 1246536"/>
              <a:gd name="connsiteY75" fmla="*/ 242125 h 285083"/>
              <a:gd name="connsiteX76" fmla="*/ 283702 w 1246536"/>
              <a:gd name="connsiteY76" fmla="*/ 156115 h 285083"/>
              <a:gd name="connsiteX77" fmla="*/ 353330 w 1246536"/>
              <a:gd name="connsiteY77" fmla="*/ 70104 h 285083"/>
              <a:gd name="connsiteX78" fmla="*/ 419767 w 1246536"/>
              <a:gd name="connsiteY78" fmla="*/ 111633 h 285083"/>
              <a:gd name="connsiteX79" fmla="*/ 384953 w 1246536"/>
              <a:gd name="connsiteY79" fmla="*/ 119015 h 285083"/>
              <a:gd name="connsiteX80" fmla="*/ 353473 w 1246536"/>
              <a:gd name="connsiteY80" fmla="*/ 102156 h 285083"/>
              <a:gd name="connsiteX81" fmla="*/ 318659 w 1246536"/>
              <a:gd name="connsiteY81" fmla="*/ 148638 h 285083"/>
              <a:gd name="connsiteX82" fmla="*/ 353473 w 1246536"/>
              <a:gd name="connsiteY82" fmla="*/ 180546 h 285083"/>
              <a:gd name="connsiteX83" fmla="*/ 384953 w 1246536"/>
              <a:gd name="connsiteY83" fmla="*/ 150114 h 285083"/>
              <a:gd name="connsiteX84" fmla="*/ 419767 w 1246536"/>
              <a:gd name="connsiteY84" fmla="*/ 142732 h 285083"/>
              <a:gd name="connsiteX85" fmla="*/ 353330 w 1246536"/>
              <a:gd name="connsiteY85" fmla="*/ 212693 h 285083"/>
              <a:gd name="connsiteX86" fmla="*/ 283702 w 1246536"/>
              <a:gd name="connsiteY86" fmla="*/ 156115 h 285083"/>
              <a:gd name="connsiteX87" fmla="*/ 436340 w 1246536"/>
              <a:gd name="connsiteY87" fmla="*/ 55150 h 285083"/>
              <a:gd name="connsiteX88" fmla="*/ 540782 w 1246536"/>
              <a:gd name="connsiteY88" fmla="*/ 32956 h 285083"/>
              <a:gd name="connsiteX89" fmla="*/ 540782 w 1246536"/>
              <a:gd name="connsiteY89" fmla="*/ 63865 h 285083"/>
              <a:gd name="connsiteX90" fmla="*/ 470440 w 1246536"/>
              <a:gd name="connsiteY90" fmla="*/ 78819 h 285083"/>
              <a:gd name="connsiteX91" fmla="*/ 470440 w 1246536"/>
              <a:gd name="connsiteY91" fmla="*/ 101775 h 285083"/>
              <a:gd name="connsiteX92" fmla="*/ 531495 w 1246536"/>
              <a:gd name="connsiteY92" fmla="*/ 88821 h 285083"/>
              <a:gd name="connsiteX93" fmla="*/ 531495 w 1246536"/>
              <a:gd name="connsiteY93" fmla="*/ 118015 h 285083"/>
              <a:gd name="connsiteX94" fmla="*/ 470440 w 1246536"/>
              <a:gd name="connsiteY94" fmla="*/ 131016 h 285083"/>
              <a:gd name="connsiteX95" fmla="*/ 470440 w 1246536"/>
              <a:gd name="connsiteY95" fmla="*/ 154162 h 285083"/>
              <a:gd name="connsiteX96" fmla="*/ 540782 w 1246536"/>
              <a:gd name="connsiteY96" fmla="*/ 139208 h 285083"/>
              <a:gd name="connsiteX97" fmla="*/ 540782 w 1246536"/>
              <a:gd name="connsiteY97" fmla="*/ 170117 h 285083"/>
              <a:gd name="connsiteX98" fmla="*/ 436340 w 1246536"/>
              <a:gd name="connsiteY98" fmla="*/ 192310 h 285083"/>
              <a:gd name="connsiteX99" fmla="*/ 436340 w 1246536"/>
              <a:gd name="connsiteY99" fmla="*/ 55150 h 285083"/>
              <a:gd name="connsiteX100" fmla="*/ 561308 w 1246536"/>
              <a:gd name="connsiteY100" fmla="*/ 28623 h 285083"/>
              <a:gd name="connsiteX101" fmla="*/ 625173 w 1246536"/>
              <a:gd name="connsiteY101" fmla="*/ 15049 h 285083"/>
              <a:gd name="connsiteX102" fmla="*/ 662035 w 1246536"/>
              <a:gd name="connsiteY102" fmla="*/ 133112 h 285083"/>
              <a:gd name="connsiteX103" fmla="*/ 662035 w 1246536"/>
              <a:gd name="connsiteY103" fmla="*/ 7239 h 285083"/>
              <a:gd name="connsiteX104" fmla="*/ 695897 w 1246536"/>
              <a:gd name="connsiteY104" fmla="*/ 48 h 285083"/>
              <a:gd name="connsiteX105" fmla="*/ 695897 w 1246536"/>
              <a:gd name="connsiteY105" fmla="*/ 137208 h 285083"/>
              <a:gd name="connsiteX106" fmla="*/ 632032 w 1246536"/>
              <a:gd name="connsiteY106" fmla="*/ 150781 h 285083"/>
              <a:gd name="connsiteX107" fmla="*/ 595170 w 1246536"/>
              <a:gd name="connsiteY107" fmla="*/ 32718 h 285083"/>
              <a:gd name="connsiteX108" fmla="*/ 595170 w 1246536"/>
              <a:gd name="connsiteY108" fmla="*/ 158591 h 285083"/>
              <a:gd name="connsiteX109" fmla="*/ 561308 w 1246536"/>
              <a:gd name="connsiteY109" fmla="*/ 165783 h 285083"/>
              <a:gd name="connsiteX110" fmla="*/ 561308 w 1246536"/>
              <a:gd name="connsiteY110" fmla="*/ 28623 h 285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246536" h="285083">
                <a:moveTo>
                  <a:pt x="718995" y="0"/>
                </a:moveTo>
                <a:lnTo>
                  <a:pt x="769239" y="10668"/>
                </a:lnTo>
                <a:cubicBezTo>
                  <a:pt x="805149" y="18288"/>
                  <a:pt x="842391" y="35766"/>
                  <a:pt x="842391" y="94726"/>
                </a:cubicBezTo>
                <a:cubicBezTo>
                  <a:pt x="842391" y="153876"/>
                  <a:pt x="805149" y="155496"/>
                  <a:pt x="769239" y="147876"/>
                </a:cubicBezTo>
                <a:lnTo>
                  <a:pt x="718995" y="137208"/>
                </a:lnTo>
                <a:lnTo>
                  <a:pt x="718995" y="48"/>
                </a:lnTo>
                <a:close/>
                <a:moveTo>
                  <a:pt x="769239" y="116729"/>
                </a:moveTo>
                <a:cubicBezTo>
                  <a:pt x="791766" y="121539"/>
                  <a:pt x="808530" y="124301"/>
                  <a:pt x="808530" y="87535"/>
                </a:cubicBezTo>
                <a:cubicBezTo>
                  <a:pt x="808530" y="50768"/>
                  <a:pt x="791623" y="46387"/>
                  <a:pt x="769239" y="41624"/>
                </a:cubicBezTo>
                <a:lnTo>
                  <a:pt x="752856" y="38148"/>
                </a:lnTo>
                <a:lnTo>
                  <a:pt x="752856" y="113252"/>
                </a:lnTo>
                <a:cubicBezTo>
                  <a:pt x="752856" y="113252"/>
                  <a:pt x="769239" y="116729"/>
                  <a:pt x="769239" y="116729"/>
                </a:cubicBezTo>
                <a:close/>
                <a:moveTo>
                  <a:pt x="947024" y="48482"/>
                </a:moveTo>
                <a:lnTo>
                  <a:pt x="947024" y="79391"/>
                </a:lnTo>
                <a:cubicBezTo>
                  <a:pt x="947024" y="79391"/>
                  <a:pt x="917067" y="73009"/>
                  <a:pt x="917067" y="73009"/>
                </a:cubicBezTo>
                <a:lnTo>
                  <a:pt x="917067" y="148114"/>
                </a:lnTo>
                <a:cubicBezTo>
                  <a:pt x="917067" y="148114"/>
                  <a:pt x="947024" y="154496"/>
                  <a:pt x="947024" y="154496"/>
                </a:cubicBezTo>
                <a:lnTo>
                  <a:pt x="947024" y="185642"/>
                </a:lnTo>
                <a:cubicBezTo>
                  <a:pt x="947024" y="185642"/>
                  <a:pt x="853393" y="165735"/>
                  <a:pt x="853393" y="165735"/>
                </a:cubicBezTo>
                <a:lnTo>
                  <a:pt x="853393" y="134588"/>
                </a:lnTo>
                <a:cubicBezTo>
                  <a:pt x="853393" y="134588"/>
                  <a:pt x="883349" y="140970"/>
                  <a:pt x="883349" y="140970"/>
                </a:cubicBezTo>
                <a:lnTo>
                  <a:pt x="883349" y="65865"/>
                </a:lnTo>
                <a:cubicBezTo>
                  <a:pt x="883349" y="65865"/>
                  <a:pt x="853393" y="59484"/>
                  <a:pt x="853393" y="59484"/>
                </a:cubicBezTo>
                <a:lnTo>
                  <a:pt x="853393" y="28575"/>
                </a:lnTo>
                <a:cubicBezTo>
                  <a:pt x="853393" y="28575"/>
                  <a:pt x="947024" y="48482"/>
                  <a:pt x="947024" y="48482"/>
                </a:cubicBezTo>
                <a:close/>
                <a:moveTo>
                  <a:pt x="1026319" y="62627"/>
                </a:moveTo>
                <a:cubicBezTo>
                  <a:pt x="1068944" y="71676"/>
                  <a:pt x="1094994" y="107966"/>
                  <a:pt x="1094994" y="148447"/>
                </a:cubicBezTo>
                <a:cubicBezTo>
                  <a:pt x="1094994" y="189119"/>
                  <a:pt x="1068944" y="214313"/>
                  <a:pt x="1026319" y="205264"/>
                </a:cubicBezTo>
                <a:cubicBezTo>
                  <a:pt x="983504" y="196167"/>
                  <a:pt x="957263" y="159829"/>
                  <a:pt x="957263" y="119205"/>
                </a:cubicBezTo>
                <a:cubicBezTo>
                  <a:pt x="957263" y="78724"/>
                  <a:pt x="983504" y="53578"/>
                  <a:pt x="1026319" y="62675"/>
                </a:cubicBezTo>
                <a:moveTo>
                  <a:pt x="1026319" y="173117"/>
                </a:moveTo>
                <a:cubicBezTo>
                  <a:pt x="1049036" y="177927"/>
                  <a:pt x="1060180" y="165926"/>
                  <a:pt x="1060180" y="141018"/>
                </a:cubicBezTo>
                <a:cubicBezTo>
                  <a:pt x="1060180" y="116110"/>
                  <a:pt x="1048846" y="99489"/>
                  <a:pt x="1026319" y="94726"/>
                </a:cubicBezTo>
                <a:cubicBezTo>
                  <a:pt x="1003602" y="89916"/>
                  <a:pt x="992267" y="101870"/>
                  <a:pt x="992267" y="126587"/>
                </a:cubicBezTo>
                <a:cubicBezTo>
                  <a:pt x="992267" y="151495"/>
                  <a:pt x="1003649" y="168307"/>
                  <a:pt x="1026319" y="173117"/>
                </a:cubicBezTo>
                <a:moveTo>
                  <a:pt x="1111949" y="83534"/>
                </a:moveTo>
                <a:lnTo>
                  <a:pt x="1175814" y="97107"/>
                </a:lnTo>
                <a:lnTo>
                  <a:pt x="1212675" y="230791"/>
                </a:lnTo>
                <a:lnTo>
                  <a:pt x="1212675" y="104918"/>
                </a:lnTo>
                <a:cubicBezTo>
                  <a:pt x="1212675" y="104918"/>
                  <a:pt x="1246537" y="112109"/>
                  <a:pt x="1246537" y="112109"/>
                </a:cubicBezTo>
                <a:lnTo>
                  <a:pt x="1246537" y="249269"/>
                </a:lnTo>
                <a:cubicBezTo>
                  <a:pt x="1246537" y="249269"/>
                  <a:pt x="1182672" y="235696"/>
                  <a:pt x="1182672" y="235696"/>
                </a:cubicBezTo>
                <a:lnTo>
                  <a:pt x="1145810" y="102013"/>
                </a:lnTo>
                <a:lnTo>
                  <a:pt x="1145810" y="227886"/>
                </a:lnTo>
                <a:cubicBezTo>
                  <a:pt x="1145810" y="227886"/>
                  <a:pt x="1111949" y="220694"/>
                  <a:pt x="1111949" y="220694"/>
                </a:cubicBezTo>
                <a:lnTo>
                  <a:pt x="1111949" y="83534"/>
                </a:lnTo>
                <a:close/>
                <a:moveTo>
                  <a:pt x="42101" y="138970"/>
                </a:moveTo>
                <a:lnTo>
                  <a:pt x="104108" y="125778"/>
                </a:lnTo>
                <a:lnTo>
                  <a:pt x="145971" y="254032"/>
                </a:lnTo>
                <a:lnTo>
                  <a:pt x="110061" y="261652"/>
                </a:lnTo>
                <a:lnTo>
                  <a:pt x="97774" y="222837"/>
                </a:lnTo>
                <a:lnTo>
                  <a:pt x="47863" y="233458"/>
                </a:lnTo>
                <a:lnTo>
                  <a:pt x="35576" y="277511"/>
                </a:lnTo>
                <a:lnTo>
                  <a:pt x="0" y="285083"/>
                </a:lnTo>
                <a:lnTo>
                  <a:pt x="42053" y="138970"/>
                </a:lnTo>
                <a:close/>
                <a:moveTo>
                  <a:pt x="88440" y="193929"/>
                </a:moveTo>
                <a:lnTo>
                  <a:pt x="72819" y="144923"/>
                </a:lnTo>
                <a:lnTo>
                  <a:pt x="57198" y="200597"/>
                </a:lnTo>
                <a:lnTo>
                  <a:pt x="88488" y="193929"/>
                </a:lnTo>
                <a:close/>
                <a:moveTo>
                  <a:pt x="214646" y="242173"/>
                </a:moveTo>
                <a:cubicBezTo>
                  <a:pt x="168307" y="252031"/>
                  <a:pt x="148733" y="235553"/>
                  <a:pt x="148733" y="199930"/>
                </a:cubicBezTo>
                <a:lnTo>
                  <a:pt x="183738" y="192500"/>
                </a:lnTo>
                <a:cubicBezTo>
                  <a:pt x="183738" y="211979"/>
                  <a:pt x="190977" y="217599"/>
                  <a:pt x="215408" y="212408"/>
                </a:cubicBezTo>
                <a:cubicBezTo>
                  <a:pt x="231982" y="208883"/>
                  <a:pt x="239030" y="203883"/>
                  <a:pt x="239030" y="195310"/>
                </a:cubicBezTo>
                <a:cubicBezTo>
                  <a:pt x="239030" y="190452"/>
                  <a:pt x="235315" y="187547"/>
                  <a:pt x="227886" y="187166"/>
                </a:cubicBezTo>
                <a:lnTo>
                  <a:pt x="183975" y="184452"/>
                </a:lnTo>
                <a:cubicBezTo>
                  <a:pt x="161258" y="182880"/>
                  <a:pt x="154210" y="170545"/>
                  <a:pt x="154210" y="153210"/>
                </a:cubicBezTo>
                <a:cubicBezTo>
                  <a:pt x="154210" y="126540"/>
                  <a:pt x="173212" y="108299"/>
                  <a:pt x="207645" y="101013"/>
                </a:cubicBezTo>
                <a:cubicBezTo>
                  <a:pt x="248603" y="92297"/>
                  <a:pt x="268891" y="108252"/>
                  <a:pt x="268891" y="138017"/>
                </a:cubicBezTo>
                <a:lnTo>
                  <a:pt x="234077" y="145399"/>
                </a:lnTo>
                <a:cubicBezTo>
                  <a:pt x="234077" y="130635"/>
                  <a:pt x="226076" y="126111"/>
                  <a:pt x="208217" y="129873"/>
                </a:cubicBezTo>
                <a:cubicBezTo>
                  <a:pt x="195739" y="132540"/>
                  <a:pt x="189215" y="137208"/>
                  <a:pt x="189215" y="145018"/>
                </a:cubicBezTo>
                <a:cubicBezTo>
                  <a:pt x="189215" y="148923"/>
                  <a:pt x="191262" y="151781"/>
                  <a:pt x="199454" y="152352"/>
                </a:cubicBezTo>
                <a:lnTo>
                  <a:pt x="242078" y="154400"/>
                </a:lnTo>
                <a:cubicBezTo>
                  <a:pt x="263843" y="155400"/>
                  <a:pt x="273891" y="166306"/>
                  <a:pt x="273891" y="186357"/>
                </a:cubicBezTo>
                <a:cubicBezTo>
                  <a:pt x="273891" y="212408"/>
                  <a:pt x="256747" y="233172"/>
                  <a:pt x="214694" y="242125"/>
                </a:cubicBezTo>
                <a:moveTo>
                  <a:pt x="283702" y="156115"/>
                </a:moveTo>
                <a:cubicBezTo>
                  <a:pt x="283702" y="115633"/>
                  <a:pt x="310325" y="79248"/>
                  <a:pt x="353330" y="70104"/>
                </a:cubicBezTo>
                <a:cubicBezTo>
                  <a:pt x="390906" y="62103"/>
                  <a:pt x="415862" y="78010"/>
                  <a:pt x="419767" y="111633"/>
                </a:cubicBezTo>
                <a:lnTo>
                  <a:pt x="384953" y="119015"/>
                </a:lnTo>
                <a:cubicBezTo>
                  <a:pt x="382143" y="104823"/>
                  <a:pt x="370047" y="98631"/>
                  <a:pt x="353473" y="102156"/>
                </a:cubicBezTo>
                <a:cubicBezTo>
                  <a:pt x="333185" y="106490"/>
                  <a:pt x="318659" y="121634"/>
                  <a:pt x="318659" y="148638"/>
                </a:cubicBezTo>
                <a:cubicBezTo>
                  <a:pt x="318659" y="175879"/>
                  <a:pt x="333185" y="184833"/>
                  <a:pt x="353473" y="180546"/>
                </a:cubicBezTo>
                <a:cubicBezTo>
                  <a:pt x="370047" y="177022"/>
                  <a:pt x="382143" y="165497"/>
                  <a:pt x="384953" y="150114"/>
                </a:cubicBezTo>
                <a:lnTo>
                  <a:pt x="419767" y="142732"/>
                </a:lnTo>
                <a:cubicBezTo>
                  <a:pt x="415862" y="178213"/>
                  <a:pt x="390906" y="204692"/>
                  <a:pt x="353330" y="212693"/>
                </a:cubicBezTo>
                <a:cubicBezTo>
                  <a:pt x="310325" y="221837"/>
                  <a:pt x="283702" y="196739"/>
                  <a:pt x="283702" y="156115"/>
                </a:cubicBezTo>
                <a:moveTo>
                  <a:pt x="436340" y="55150"/>
                </a:moveTo>
                <a:lnTo>
                  <a:pt x="540782" y="32956"/>
                </a:lnTo>
                <a:lnTo>
                  <a:pt x="540782" y="63865"/>
                </a:lnTo>
                <a:cubicBezTo>
                  <a:pt x="540782" y="63865"/>
                  <a:pt x="470440" y="78819"/>
                  <a:pt x="470440" y="78819"/>
                </a:cubicBezTo>
                <a:lnTo>
                  <a:pt x="470440" y="101775"/>
                </a:lnTo>
                <a:cubicBezTo>
                  <a:pt x="470440" y="101775"/>
                  <a:pt x="531495" y="88821"/>
                  <a:pt x="531495" y="88821"/>
                </a:cubicBezTo>
                <a:lnTo>
                  <a:pt x="531495" y="118015"/>
                </a:lnTo>
                <a:cubicBezTo>
                  <a:pt x="531495" y="118015"/>
                  <a:pt x="470440" y="131016"/>
                  <a:pt x="470440" y="131016"/>
                </a:cubicBezTo>
                <a:lnTo>
                  <a:pt x="470440" y="154162"/>
                </a:lnTo>
                <a:cubicBezTo>
                  <a:pt x="470440" y="154162"/>
                  <a:pt x="540782" y="139208"/>
                  <a:pt x="540782" y="139208"/>
                </a:cubicBezTo>
                <a:lnTo>
                  <a:pt x="540782" y="170117"/>
                </a:lnTo>
                <a:cubicBezTo>
                  <a:pt x="540782" y="170117"/>
                  <a:pt x="436340" y="192310"/>
                  <a:pt x="436340" y="192310"/>
                </a:cubicBezTo>
                <a:lnTo>
                  <a:pt x="436340" y="55150"/>
                </a:lnTo>
                <a:close/>
                <a:moveTo>
                  <a:pt x="561308" y="28623"/>
                </a:moveTo>
                <a:lnTo>
                  <a:pt x="625173" y="15049"/>
                </a:lnTo>
                <a:lnTo>
                  <a:pt x="662035" y="133112"/>
                </a:lnTo>
                <a:lnTo>
                  <a:pt x="662035" y="7239"/>
                </a:lnTo>
                <a:cubicBezTo>
                  <a:pt x="662035" y="7239"/>
                  <a:pt x="695897" y="48"/>
                  <a:pt x="695897" y="48"/>
                </a:cubicBezTo>
                <a:lnTo>
                  <a:pt x="695897" y="137208"/>
                </a:lnTo>
                <a:cubicBezTo>
                  <a:pt x="695897" y="137208"/>
                  <a:pt x="632032" y="150781"/>
                  <a:pt x="632032" y="150781"/>
                </a:cubicBezTo>
                <a:lnTo>
                  <a:pt x="595170" y="32718"/>
                </a:lnTo>
                <a:lnTo>
                  <a:pt x="595170" y="158591"/>
                </a:lnTo>
                <a:cubicBezTo>
                  <a:pt x="595170" y="158591"/>
                  <a:pt x="561308" y="165783"/>
                  <a:pt x="561308" y="165783"/>
                </a:cubicBezTo>
                <a:lnTo>
                  <a:pt x="561308" y="28623"/>
                </a:lnTo>
                <a:close/>
              </a:path>
            </a:pathLst>
          </a:custGeom>
          <a:solidFill>
            <a:srgbClr val="FFFFFF"/>
          </a:solidFill>
          <a:ln w="4763" cap="flat">
            <a:noFill/>
            <a:prstDash val="solid"/>
            <a:miter/>
          </a:ln>
        </p:spPr>
        <p:txBody>
          <a:bodyPr rtlCol="0" anchor="ctr"/>
          <a:lstStyle/>
          <a:p>
            <a:endParaRPr lang="en-AU"/>
          </a:p>
        </p:txBody>
      </p:sp>
      <p:sp>
        <p:nvSpPr>
          <p:cNvPr id="33" name="Google Shape;10;p2">
            <a:extLst>
              <a:ext uri="{FF2B5EF4-FFF2-40B4-BE49-F238E27FC236}">
                <a16:creationId xmlns:a16="http://schemas.microsoft.com/office/drawing/2014/main" id="{D543CF40-CA6C-AB12-3735-CF8AC652A545}"/>
              </a:ext>
            </a:extLst>
          </p:cNvPr>
          <p:cNvSpPr txBox="1">
            <a:spLocks noGrp="1"/>
          </p:cNvSpPr>
          <p:nvPr>
            <p:ph type="ctrTitle" hasCustomPrompt="1"/>
          </p:nvPr>
        </p:nvSpPr>
        <p:spPr>
          <a:xfrm>
            <a:off x="311708" y="2197678"/>
            <a:ext cx="3457652" cy="516890"/>
          </a:xfrm>
          <a:prstGeom prst="rect">
            <a:avLst/>
          </a:prstGeom>
        </p:spPr>
        <p:txBody>
          <a:bodyPr spcFirstLastPara="1" wrap="square" lIns="90000" tIns="90000" rIns="90000" bIns="36000" anchor="b" anchorCtr="0">
            <a:noAutofit/>
          </a:bodyPr>
          <a:lstStyle>
            <a:lvl1pPr lvl="0" algn="l">
              <a:spcBef>
                <a:spcPts val="0"/>
              </a:spcBef>
              <a:spcAft>
                <a:spcPts val="0"/>
              </a:spcAft>
              <a:buSzPts val="5200"/>
              <a:buNone/>
              <a:defRPr sz="2800" b="1">
                <a:solidFill>
                  <a:schemeClr val="bg1"/>
                </a:solidFill>
                <a:latin typeface="PP Neue Machina Plain Ultrabold" pitchFamily="50" charset="0"/>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r>
              <a:rPr lang="en-IN" dirty="0"/>
              <a:t>Section Title</a:t>
            </a:r>
            <a:endParaRPr dirty="0"/>
          </a:p>
        </p:txBody>
      </p:sp>
      <p:sp>
        <p:nvSpPr>
          <p:cNvPr id="16" name="Text Placeholder 15">
            <a:extLst>
              <a:ext uri="{FF2B5EF4-FFF2-40B4-BE49-F238E27FC236}">
                <a16:creationId xmlns:a16="http://schemas.microsoft.com/office/drawing/2014/main" id="{17A7E5E8-BE49-EF88-3BBF-34F70B616301}"/>
              </a:ext>
            </a:extLst>
          </p:cNvPr>
          <p:cNvSpPr>
            <a:spLocks noGrp="1"/>
          </p:cNvSpPr>
          <p:nvPr>
            <p:ph type="body" sz="quarter" idx="14" hasCustomPrompt="1"/>
          </p:nvPr>
        </p:nvSpPr>
        <p:spPr>
          <a:xfrm>
            <a:off x="379413" y="1489710"/>
            <a:ext cx="1322387" cy="516890"/>
          </a:xfrm>
          <a:noFill/>
        </p:spPr>
        <p:txBody>
          <a:bodyPr anchor="ctr">
            <a:noAutofit/>
          </a:bodyPr>
          <a:lstStyle>
            <a:lvl1pPr marL="0" indent="0" algn="l">
              <a:buNone/>
              <a:defRPr sz="5400" b="1">
                <a:solidFill>
                  <a:schemeClr val="accent4"/>
                </a:solidFill>
              </a:defRPr>
            </a:lvl1pPr>
          </a:lstStyle>
          <a:p>
            <a:pPr lvl="0"/>
            <a:r>
              <a:rPr lang="en-IN" dirty="0"/>
              <a:t>01</a:t>
            </a:r>
            <a:endParaRPr lang="en-AU" dirty="0"/>
          </a:p>
        </p:txBody>
      </p:sp>
      <p:sp>
        <p:nvSpPr>
          <p:cNvPr id="2" name="Picture Placeholder 2">
            <a:extLst>
              <a:ext uri="{FF2B5EF4-FFF2-40B4-BE49-F238E27FC236}">
                <a16:creationId xmlns:a16="http://schemas.microsoft.com/office/drawing/2014/main" id="{1305BBFA-8E1A-CDEB-CF4D-051432BD8BB6}"/>
              </a:ext>
            </a:extLst>
          </p:cNvPr>
          <p:cNvSpPr>
            <a:spLocks noGrp="1"/>
          </p:cNvSpPr>
          <p:nvPr>
            <p:ph type="pic" sz="quarter" idx="13" hasCustomPrompt="1"/>
          </p:nvPr>
        </p:nvSpPr>
        <p:spPr>
          <a:xfrm>
            <a:off x="-8160" y="-1271"/>
            <a:ext cx="9152635" cy="4462781"/>
          </a:xfrm>
          <a:custGeom>
            <a:avLst/>
            <a:gdLst>
              <a:gd name="connsiteX0" fmla="*/ 0 w 9144000"/>
              <a:gd name="connsiteY0" fmla="*/ 0 h 4442826"/>
              <a:gd name="connsiteX1" fmla="*/ 9144000 w 9144000"/>
              <a:gd name="connsiteY1" fmla="*/ 0 h 4442826"/>
              <a:gd name="connsiteX2" fmla="*/ 9144000 w 9144000"/>
              <a:gd name="connsiteY2" fmla="*/ 4442826 h 4442826"/>
              <a:gd name="connsiteX3" fmla="*/ 0 w 9144000"/>
              <a:gd name="connsiteY3" fmla="*/ 4442826 h 4442826"/>
              <a:gd name="connsiteX4" fmla="*/ 0 w 9144000"/>
              <a:gd name="connsiteY4" fmla="*/ 0 h 4442826"/>
              <a:gd name="connsiteX0" fmla="*/ 0 w 9151620"/>
              <a:gd name="connsiteY0" fmla="*/ 0 h 4458066"/>
              <a:gd name="connsiteX1" fmla="*/ 9144000 w 9151620"/>
              <a:gd name="connsiteY1" fmla="*/ 0 h 4458066"/>
              <a:gd name="connsiteX2" fmla="*/ 9151620 w 9151620"/>
              <a:gd name="connsiteY2" fmla="*/ 4458066 h 4458066"/>
              <a:gd name="connsiteX3" fmla="*/ 0 w 9151620"/>
              <a:gd name="connsiteY3" fmla="*/ 4442826 h 4458066"/>
              <a:gd name="connsiteX4" fmla="*/ 0 w 9151620"/>
              <a:gd name="connsiteY4"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0 w 9151620"/>
              <a:gd name="connsiteY4" fmla="*/ 4442826 h 4458066"/>
              <a:gd name="connsiteX5" fmla="*/ 0 w 9151620"/>
              <a:gd name="connsiteY5"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7551420 w 9151620"/>
              <a:gd name="connsiteY4" fmla="*/ 4436111 h 4458066"/>
              <a:gd name="connsiteX5" fmla="*/ 0 w 9151620"/>
              <a:gd name="connsiteY5" fmla="*/ 4442826 h 4458066"/>
              <a:gd name="connsiteX6" fmla="*/ 0 w 9151620"/>
              <a:gd name="connsiteY6"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8282940 w 9151620"/>
              <a:gd name="connsiteY4" fmla="*/ 4436111 h 4458066"/>
              <a:gd name="connsiteX5" fmla="*/ 7551420 w 9151620"/>
              <a:gd name="connsiteY5" fmla="*/ 4436111 h 4458066"/>
              <a:gd name="connsiteX6" fmla="*/ 0 w 9151620"/>
              <a:gd name="connsiteY6" fmla="*/ 4442826 h 4458066"/>
              <a:gd name="connsiteX7" fmla="*/ 0 w 9151620"/>
              <a:gd name="connsiteY7"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8260080 w 9151620"/>
              <a:gd name="connsiteY4" fmla="*/ 4306571 h 4458066"/>
              <a:gd name="connsiteX5" fmla="*/ 7551420 w 9151620"/>
              <a:gd name="connsiteY5" fmla="*/ 4436111 h 4458066"/>
              <a:gd name="connsiteX6" fmla="*/ 0 w 9151620"/>
              <a:gd name="connsiteY6" fmla="*/ 4442826 h 4458066"/>
              <a:gd name="connsiteX7" fmla="*/ 0 w 9151620"/>
              <a:gd name="connsiteY7" fmla="*/ 0 h 4458066"/>
              <a:gd name="connsiteX0" fmla="*/ 0 w 9151620"/>
              <a:gd name="connsiteY0" fmla="*/ 0 h 4462781"/>
              <a:gd name="connsiteX1" fmla="*/ 9144000 w 9151620"/>
              <a:gd name="connsiteY1" fmla="*/ 0 h 4462781"/>
              <a:gd name="connsiteX2" fmla="*/ 9151620 w 9151620"/>
              <a:gd name="connsiteY2" fmla="*/ 4458066 h 4462781"/>
              <a:gd name="connsiteX3" fmla="*/ 8941594 w 9151620"/>
              <a:gd name="connsiteY3" fmla="*/ 4462781 h 4462781"/>
              <a:gd name="connsiteX4" fmla="*/ 8260080 w 9151620"/>
              <a:gd name="connsiteY4" fmla="*/ 4306571 h 4462781"/>
              <a:gd name="connsiteX5" fmla="*/ 7551420 w 9151620"/>
              <a:gd name="connsiteY5" fmla="*/ 4436111 h 4462781"/>
              <a:gd name="connsiteX6" fmla="*/ 0 w 9151620"/>
              <a:gd name="connsiteY6" fmla="*/ 4442826 h 4462781"/>
              <a:gd name="connsiteX7" fmla="*/ 0 w 9151620"/>
              <a:gd name="connsiteY7" fmla="*/ 0 h 4462781"/>
              <a:gd name="connsiteX0" fmla="*/ 0 w 9151620"/>
              <a:gd name="connsiteY0" fmla="*/ 0 h 4462781"/>
              <a:gd name="connsiteX1" fmla="*/ 9144000 w 9151620"/>
              <a:gd name="connsiteY1" fmla="*/ 0 h 4462781"/>
              <a:gd name="connsiteX2" fmla="*/ 9151620 w 9151620"/>
              <a:gd name="connsiteY2" fmla="*/ 4458066 h 4462781"/>
              <a:gd name="connsiteX3" fmla="*/ 8941594 w 9151620"/>
              <a:gd name="connsiteY3" fmla="*/ 4462781 h 4462781"/>
              <a:gd name="connsiteX4" fmla="*/ 8260080 w 9151620"/>
              <a:gd name="connsiteY4" fmla="*/ 4306571 h 4462781"/>
              <a:gd name="connsiteX5" fmla="*/ 7556182 w 9151620"/>
              <a:gd name="connsiteY5" fmla="*/ 4462304 h 4462781"/>
              <a:gd name="connsiteX6" fmla="*/ 0 w 9151620"/>
              <a:gd name="connsiteY6" fmla="*/ 4442826 h 4462781"/>
              <a:gd name="connsiteX7" fmla="*/ 0 w 9151620"/>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41594 w 9144476"/>
              <a:gd name="connsiteY3" fmla="*/ 4462781 h 4462781"/>
              <a:gd name="connsiteX4" fmla="*/ 8260080 w 9144476"/>
              <a:gd name="connsiteY4" fmla="*/ 4306571 h 4462781"/>
              <a:gd name="connsiteX5" fmla="*/ 7556182 w 9144476"/>
              <a:gd name="connsiteY5" fmla="*/ 4462304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41594 w 9144476"/>
              <a:gd name="connsiteY3" fmla="*/ 4462781 h 4462781"/>
              <a:gd name="connsiteX4" fmla="*/ 8260080 w 9144476"/>
              <a:gd name="connsiteY4" fmla="*/ 4306571 h 4462781"/>
              <a:gd name="connsiteX5" fmla="*/ 7541895 w 9144476"/>
              <a:gd name="connsiteY5" fmla="*/ 4452779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53500 w 9144476"/>
              <a:gd name="connsiteY3" fmla="*/ 4462781 h 4462781"/>
              <a:gd name="connsiteX4" fmla="*/ 8260080 w 9144476"/>
              <a:gd name="connsiteY4" fmla="*/ 4306571 h 4462781"/>
              <a:gd name="connsiteX5" fmla="*/ 7541895 w 9144476"/>
              <a:gd name="connsiteY5" fmla="*/ 4452779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53500 w 9144476"/>
              <a:gd name="connsiteY3" fmla="*/ 4462781 h 4462781"/>
              <a:gd name="connsiteX4" fmla="*/ 8260080 w 9144476"/>
              <a:gd name="connsiteY4" fmla="*/ 4306571 h 4462781"/>
              <a:gd name="connsiteX5" fmla="*/ 7551131 w 9144476"/>
              <a:gd name="connsiteY5" fmla="*/ 4462015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53500 w 9144476"/>
              <a:gd name="connsiteY3" fmla="*/ 4462781 h 4462781"/>
              <a:gd name="connsiteX4" fmla="*/ 8260080 w 9144476"/>
              <a:gd name="connsiteY4" fmla="*/ 4306571 h 4462781"/>
              <a:gd name="connsiteX5" fmla="*/ 7551131 w 9144476"/>
              <a:gd name="connsiteY5" fmla="*/ 4462015 h 4462781"/>
              <a:gd name="connsiteX6" fmla="*/ 18473 w 9144476"/>
              <a:gd name="connsiteY6" fmla="*/ 4461299 h 4462781"/>
              <a:gd name="connsiteX7" fmla="*/ 0 w 9144476"/>
              <a:gd name="connsiteY7" fmla="*/ 0 h 4462781"/>
              <a:gd name="connsiteX0" fmla="*/ 8159 w 9152635"/>
              <a:gd name="connsiteY0" fmla="*/ 0 h 4462781"/>
              <a:gd name="connsiteX1" fmla="*/ 9152159 w 9152635"/>
              <a:gd name="connsiteY1" fmla="*/ 0 h 4462781"/>
              <a:gd name="connsiteX2" fmla="*/ 9152635 w 9152635"/>
              <a:gd name="connsiteY2" fmla="*/ 4458066 h 4462781"/>
              <a:gd name="connsiteX3" fmla="*/ 8961659 w 9152635"/>
              <a:gd name="connsiteY3" fmla="*/ 4462781 h 4462781"/>
              <a:gd name="connsiteX4" fmla="*/ 8268239 w 9152635"/>
              <a:gd name="connsiteY4" fmla="*/ 4306571 h 4462781"/>
              <a:gd name="connsiteX5" fmla="*/ 7559290 w 9152635"/>
              <a:gd name="connsiteY5" fmla="*/ 4462015 h 4462781"/>
              <a:gd name="connsiteX6" fmla="*/ 1232 w 9152635"/>
              <a:gd name="connsiteY6" fmla="*/ 4461299 h 4462781"/>
              <a:gd name="connsiteX7" fmla="*/ 8159 w 9152635"/>
              <a:gd name="connsiteY7" fmla="*/ 0 h 4462781"/>
              <a:gd name="connsiteX0" fmla="*/ 8159 w 9152635"/>
              <a:gd name="connsiteY0" fmla="*/ 0 h 4462781"/>
              <a:gd name="connsiteX1" fmla="*/ 9152159 w 9152635"/>
              <a:gd name="connsiteY1" fmla="*/ 0 h 4462781"/>
              <a:gd name="connsiteX2" fmla="*/ 9152635 w 9152635"/>
              <a:gd name="connsiteY2" fmla="*/ 4458066 h 4462781"/>
              <a:gd name="connsiteX3" fmla="*/ 8961659 w 9152635"/>
              <a:gd name="connsiteY3" fmla="*/ 4462781 h 4462781"/>
              <a:gd name="connsiteX4" fmla="*/ 8272049 w 9152635"/>
              <a:gd name="connsiteY4" fmla="*/ 4312286 h 4462781"/>
              <a:gd name="connsiteX5" fmla="*/ 7559290 w 9152635"/>
              <a:gd name="connsiteY5" fmla="*/ 4462015 h 4462781"/>
              <a:gd name="connsiteX6" fmla="*/ 1232 w 9152635"/>
              <a:gd name="connsiteY6" fmla="*/ 4461299 h 4462781"/>
              <a:gd name="connsiteX7" fmla="*/ 8159 w 9152635"/>
              <a:gd name="connsiteY7" fmla="*/ 0 h 4462781"/>
              <a:gd name="connsiteX0" fmla="*/ 8159 w 9152635"/>
              <a:gd name="connsiteY0" fmla="*/ 0 h 4462781"/>
              <a:gd name="connsiteX1" fmla="*/ 9152159 w 9152635"/>
              <a:gd name="connsiteY1" fmla="*/ 0 h 4462781"/>
              <a:gd name="connsiteX2" fmla="*/ 9152635 w 9152635"/>
              <a:gd name="connsiteY2" fmla="*/ 4458066 h 4462781"/>
              <a:gd name="connsiteX3" fmla="*/ 8961659 w 9152635"/>
              <a:gd name="connsiteY3" fmla="*/ 4462781 h 4462781"/>
              <a:gd name="connsiteX4" fmla="*/ 8260619 w 9152635"/>
              <a:gd name="connsiteY4" fmla="*/ 4310381 h 4462781"/>
              <a:gd name="connsiteX5" fmla="*/ 7559290 w 9152635"/>
              <a:gd name="connsiteY5" fmla="*/ 4462015 h 4462781"/>
              <a:gd name="connsiteX6" fmla="*/ 1232 w 9152635"/>
              <a:gd name="connsiteY6" fmla="*/ 4461299 h 4462781"/>
              <a:gd name="connsiteX7" fmla="*/ 8159 w 9152635"/>
              <a:gd name="connsiteY7" fmla="*/ 0 h 4462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52635" h="4462781">
                <a:moveTo>
                  <a:pt x="8159" y="0"/>
                </a:moveTo>
                <a:lnTo>
                  <a:pt x="9152159" y="0"/>
                </a:lnTo>
                <a:cubicBezTo>
                  <a:pt x="9152318" y="1486022"/>
                  <a:pt x="9152476" y="2972044"/>
                  <a:pt x="9152635" y="4458066"/>
                </a:cubicBezTo>
                <a:lnTo>
                  <a:pt x="8961659" y="4462781"/>
                </a:lnTo>
                <a:lnTo>
                  <a:pt x="8260619" y="4310381"/>
                </a:lnTo>
                <a:lnTo>
                  <a:pt x="7559290" y="4462015"/>
                </a:lnTo>
                <a:lnTo>
                  <a:pt x="1232" y="4461299"/>
                </a:lnTo>
                <a:cubicBezTo>
                  <a:pt x="-4926" y="2974199"/>
                  <a:pt x="14317" y="1487100"/>
                  <a:pt x="8159" y="0"/>
                </a:cubicBezTo>
                <a:close/>
              </a:path>
            </a:pathLst>
          </a:custGeom>
          <a:noFill/>
        </p:spPr>
        <p:txBody>
          <a:bodyPr/>
          <a:lstStyle>
            <a:lvl1pPr marL="114300" indent="0">
              <a:buNone/>
              <a:defRPr/>
            </a:lvl1pPr>
          </a:lstStyle>
          <a:p>
            <a:r>
              <a:rPr lang="en-IN" dirty="0"/>
              <a:t> </a:t>
            </a:r>
            <a:endParaRPr lang="en-AU" dirty="0"/>
          </a:p>
        </p:txBody>
      </p:sp>
    </p:spTree>
    <p:extLst>
      <p:ext uri="{BB962C8B-B14F-4D97-AF65-F5344CB8AC3E}">
        <p14:creationId xmlns:p14="http://schemas.microsoft.com/office/powerpoint/2010/main" val="650953333"/>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slide" preserve="1" userDrawn="1">
  <p:cSld name="1_Title slide">
    <p:bg>
      <p:bgPr>
        <a:solidFill>
          <a:schemeClr val="bg1"/>
        </a:solidFill>
        <a:effectLst/>
      </p:bgPr>
    </p:bg>
    <p:spTree>
      <p:nvGrpSpPr>
        <p:cNvPr id="1" name="Shape 9"/>
        <p:cNvGrpSpPr/>
        <p:nvPr/>
      </p:nvGrpSpPr>
      <p:grpSpPr>
        <a:xfrm>
          <a:off x="0" y="0"/>
          <a:ext cx="0" cy="0"/>
          <a:chOff x="0" y="0"/>
          <a:chExt cx="0" cy="0"/>
        </a:xfrm>
      </p:grpSpPr>
      <p:sp>
        <p:nvSpPr>
          <p:cNvPr id="13" name="Freeform: Shape 12">
            <a:extLst>
              <a:ext uri="{FF2B5EF4-FFF2-40B4-BE49-F238E27FC236}">
                <a16:creationId xmlns:a16="http://schemas.microsoft.com/office/drawing/2014/main" id="{DCFA8F1A-438C-2D31-EC45-A4CCF4206F40}"/>
              </a:ext>
            </a:extLst>
          </p:cNvPr>
          <p:cNvSpPr/>
          <p:nvPr/>
        </p:nvSpPr>
        <p:spPr>
          <a:xfrm>
            <a:off x="0" y="4305300"/>
            <a:ext cx="9144000" cy="857250"/>
          </a:xfrm>
          <a:custGeom>
            <a:avLst/>
            <a:gdLst>
              <a:gd name="connsiteX0" fmla="*/ 0 w 9144000"/>
              <a:gd name="connsiteY0" fmla="*/ 857250 h 857250"/>
              <a:gd name="connsiteX1" fmla="*/ 0 w 9144000"/>
              <a:gd name="connsiteY1" fmla="*/ 149828 h 857250"/>
              <a:gd name="connsiteX2" fmla="*/ 7540609 w 9144000"/>
              <a:gd name="connsiteY2" fmla="*/ 149828 h 857250"/>
              <a:gd name="connsiteX3" fmla="*/ 8245698 w 9144000"/>
              <a:gd name="connsiteY3" fmla="*/ 0 h 857250"/>
              <a:gd name="connsiteX4" fmla="*/ 8933831 w 9144000"/>
              <a:gd name="connsiteY4" fmla="*/ 149828 h 857250"/>
              <a:gd name="connsiteX5" fmla="*/ 9144000 w 9144000"/>
              <a:gd name="connsiteY5" fmla="*/ 149828 h 857250"/>
              <a:gd name="connsiteX6" fmla="*/ 9144000 w 9144000"/>
              <a:gd name="connsiteY6" fmla="*/ 857250 h 857250"/>
              <a:gd name="connsiteX7" fmla="*/ 0 w 9144000"/>
              <a:gd name="connsiteY7" fmla="*/ 857250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0" h="857250">
                <a:moveTo>
                  <a:pt x="0" y="857250"/>
                </a:moveTo>
                <a:lnTo>
                  <a:pt x="0" y="149828"/>
                </a:lnTo>
                <a:lnTo>
                  <a:pt x="7540609" y="149828"/>
                </a:lnTo>
                <a:lnTo>
                  <a:pt x="8245698" y="0"/>
                </a:lnTo>
                <a:lnTo>
                  <a:pt x="8933831" y="149828"/>
                </a:lnTo>
                <a:lnTo>
                  <a:pt x="9144000" y="149828"/>
                </a:lnTo>
                <a:lnTo>
                  <a:pt x="9144000" y="857250"/>
                </a:lnTo>
                <a:lnTo>
                  <a:pt x="0" y="857250"/>
                </a:lnTo>
                <a:close/>
              </a:path>
            </a:pathLst>
          </a:custGeom>
          <a:gradFill>
            <a:gsLst>
              <a:gs pos="0">
                <a:srgbClr val="6164AD"/>
              </a:gs>
              <a:gs pos="50000">
                <a:srgbClr val="5C54A4"/>
              </a:gs>
              <a:gs pos="100000">
                <a:srgbClr val="58449B"/>
              </a:gs>
            </a:gsLst>
            <a:lin ang="0" scaled="1"/>
          </a:gradFill>
          <a:ln w="81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lvl="0" defTabSz="914400" eaLnBrk="1" latinLnBrk="0" hangingPunct="1"/>
            <a:endParaRPr lang="en-AU" sz="1800" kern="1200">
              <a:solidFill>
                <a:schemeClr val="tx1"/>
              </a:solidFill>
              <a:latin typeface="+mn-lt"/>
              <a:ea typeface="+mn-ea"/>
              <a:cs typeface="+mn-cs"/>
            </a:endParaRPr>
          </a:p>
        </p:txBody>
      </p:sp>
      <p:sp>
        <p:nvSpPr>
          <p:cNvPr id="14" name="Freeform: Shape 13">
            <a:extLst>
              <a:ext uri="{FF2B5EF4-FFF2-40B4-BE49-F238E27FC236}">
                <a16:creationId xmlns:a16="http://schemas.microsoft.com/office/drawing/2014/main" id="{6332EFC7-40EB-E5E0-6D5B-205A7815463F}"/>
              </a:ext>
            </a:extLst>
          </p:cNvPr>
          <p:cNvSpPr/>
          <p:nvPr/>
        </p:nvSpPr>
        <p:spPr>
          <a:xfrm>
            <a:off x="7540608" y="4441555"/>
            <a:ext cx="1246536" cy="285083"/>
          </a:xfrm>
          <a:custGeom>
            <a:avLst/>
            <a:gdLst>
              <a:gd name="connsiteX0" fmla="*/ 718995 w 1246536"/>
              <a:gd name="connsiteY0" fmla="*/ 0 h 285083"/>
              <a:gd name="connsiteX1" fmla="*/ 769239 w 1246536"/>
              <a:gd name="connsiteY1" fmla="*/ 10668 h 285083"/>
              <a:gd name="connsiteX2" fmla="*/ 842391 w 1246536"/>
              <a:gd name="connsiteY2" fmla="*/ 94726 h 285083"/>
              <a:gd name="connsiteX3" fmla="*/ 769239 w 1246536"/>
              <a:gd name="connsiteY3" fmla="*/ 147876 h 285083"/>
              <a:gd name="connsiteX4" fmla="*/ 718995 w 1246536"/>
              <a:gd name="connsiteY4" fmla="*/ 137208 h 285083"/>
              <a:gd name="connsiteX5" fmla="*/ 718995 w 1246536"/>
              <a:gd name="connsiteY5" fmla="*/ 48 h 285083"/>
              <a:gd name="connsiteX6" fmla="*/ 769239 w 1246536"/>
              <a:gd name="connsiteY6" fmla="*/ 116729 h 285083"/>
              <a:gd name="connsiteX7" fmla="*/ 808530 w 1246536"/>
              <a:gd name="connsiteY7" fmla="*/ 87535 h 285083"/>
              <a:gd name="connsiteX8" fmla="*/ 769239 w 1246536"/>
              <a:gd name="connsiteY8" fmla="*/ 41624 h 285083"/>
              <a:gd name="connsiteX9" fmla="*/ 752856 w 1246536"/>
              <a:gd name="connsiteY9" fmla="*/ 38148 h 285083"/>
              <a:gd name="connsiteX10" fmla="*/ 752856 w 1246536"/>
              <a:gd name="connsiteY10" fmla="*/ 113252 h 285083"/>
              <a:gd name="connsiteX11" fmla="*/ 769239 w 1246536"/>
              <a:gd name="connsiteY11" fmla="*/ 116729 h 285083"/>
              <a:gd name="connsiteX12" fmla="*/ 947024 w 1246536"/>
              <a:gd name="connsiteY12" fmla="*/ 48482 h 285083"/>
              <a:gd name="connsiteX13" fmla="*/ 947024 w 1246536"/>
              <a:gd name="connsiteY13" fmla="*/ 79391 h 285083"/>
              <a:gd name="connsiteX14" fmla="*/ 917067 w 1246536"/>
              <a:gd name="connsiteY14" fmla="*/ 73009 h 285083"/>
              <a:gd name="connsiteX15" fmla="*/ 917067 w 1246536"/>
              <a:gd name="connsiteY15" fmla="*/ 148114 h 285083"/>
              <a:gd name="connsiteX16" fmla="*/ 947024 w 1246536"/>
              <a:gd name="connsiteY16" fmla="*/ 154496 h 285083"/>
              <a:gd name="connsiteX17" fmla="*/ 947024 w 1246536"/>
              <a:gd name="connsiteY17" fmla="*/ 185642 h 285083"/>
              <a:gd name="connsiteX18" fmla="*/ 853393 w 1246536"/>
              <a:gd name="connsiteY18" fmla="*/ 165735 h 285083"/>
              <a:gd name="connsiteX19" fmla="*/ 853393 w 1246536"/>
              <a:gd name="connsiteY19" fmla="*/ 134588 h 285083"/>
              <a:gd name="connsiteX20" fmla="*/ 883349 w 1246536"/>
              <a:gd name="connsiteY20" fmla="*/ 140970 h 285083"/>
              <a:gd name="connsiteX21" fmla="*/ 883349 w 1246536"/>
              <a:gd name="connsiteY21" fmla="*/ 65865 h 285083"/>
              <a:gd name="connsiteX22" fmla="*/ 853393 w 1246536"/>
              <a:gd name="connsiteY22" fmla="*/ 59484 h 285083"/>
              <a:gd name="connsiteX23" fmla="*/ 853393 w 1246536"/>
              <a:gd name="connsiteY23" fmla="*/ 28575 h 285083"/>
              <a:gd name="connsiteX24" fmla="*/ 947024 w 1246536"/>
              <a:gd name="connsiteY24" fmla="*/ 48482 h 285083"/>
              <a:gd name="connsiteX25" fmla="*/ 1026319 w 1246536"/>
              <a:gd name="connsiteY25" fmla="*/ 62627 h 285083"/>
              <a:gd name="connsiteX26" fmla="*/ 1094994 w 1246536"/>
              <a:gd name="connsiteY26" fmla="*/ 148447 h 285083"/>
              <a:gd name="connsiteX27" fmla="*/ 1026319 w 1246536"/>
              <a:gd name="connsiteY27" fmla="*/ 205264 h 285083"/>
              <a:gd name="connsiteX28" fmla="*/ 957263 w 1246536"/>
              <a:gd name="connsiteY28" fmla="*/ 119205 h 285083"/>
              <a:gd name="connsiteX29" fmla="*/ 1026319 w 1246536"/>
              <a:gd name="connsiteY29" fmla="*/ 62675 h 285083"/>
              <a:gd name="connsiteX30" fmla="*/ 1026319 w 1246536"/>
              <a:gd name="connsiteY30" fmla="*/ 173117 h 285083"/>
              <a:gd name="connsiteX31" fmla="*/ 1060180 w 1246536"/>
              <a:gd name="connsiteY31" fmla="*/ 141018 h 285083"/>
              <a:gd name="connsiteX32" fmla="*/ 1026319 w 1246536"/>
              <a:gd name="connsiteY32" fmla="*/ 94726 h 285083"/>
              <a:gd name="connsiteX33" fmla="*/ 992267 w 1246536"/>
              <a:gd name="connsiteY33" fmla="*/ 126587 h 285083"/>
              <a:gd name="connsiteX34" fmla="*/ 1026319 w 1246536"/>
              <a:gd name="connsiteY34" fmla="*/ 173117 h 285083"/>
              <a:gd name="connsiteX35" fmla="*/ 1111949 w 1246536"/>
              <a:gd name="connsiteY35" fmla="*/ 83534 h 285083"/>
              <a:gd name="connsiteX36" fmla="*/ 1175814 w 1246536"/>
              <a:gd name="connsiteY36" fmla="*/ 97107 h 285083"/>
              <a:gd name="connsiteX37" fmla="*/ 1212675 w 1246536"/>
              <a:gd name="connsiteY37" fmla="*/ 230791 h 285083"/>
              <a:gd name="connsiteX38" fmla="*/ 1212675 w 1246536"/>
              <a:gd name="connsiteY38" fmla="*/ 104918 h 285083"/>
              <a:gd name="connsiteX39" fmla="*/ 1246537 w 1246536"/>
              <a:gd name="connsiteY39" fmla="*/ 112109 h 285083"/>
              <a:gd name="connsiteX40" fmla="*/ 1246537 w 1246536"/>
              <a:gd name="connsiteY40" fmla="*/ 249269 h 285083"/>
              <a:gd name="connsiteX41" fmla="*/ 1182672 w 1246536"/>
              <a:gd name="connsiteY41" fmla="*/ 235696 h 285083"/>
              <a:gd name="connsiteX42" fmla="*/ 1145810 w 1246536"/>
              <a:gd name="connsiteY42" fmla="*/ 102013 h 285083"/>
              <a:gd name="connsiteX43" fmla="*/ 1145810 w 1246536"/>
              <a:gd name="connsiteY43" fmla="*/ 227886 h 285083"/>
              <a:gd name="connsiteX44" fmla="*/ 1111949 w 1246536"/>
              <a:gd name="connsiteY44" fmla="*/ 220694 h 285083"/>
              <a:gd name="connsiteX45" fmla="*/ 1111949 w 1246536"/>
              <a:gd name="connsiteY45" fmla="*/ 83534 h 285083"/>
              <a:gd name="connsiteX46" fmla="*/ 42101 w 1246536"/>
              <a:gd name="connsiteY46" fmla="*/ 138970 h 285083"/>
              <a:gd name="connsiteX47" fmla="*/ 104108 w 1246536"/>
              <a:gd name="connsiteY47" fmla="*/ 125778 h 285083"/>
              <a:gd name="connsiteX48" fmla="*/ 145971 w 1246536"/>
              <a:gd name="connsiteY48" fmla="*/ 254032 h 285083"/>
              <a:gd name="connsiteX49" fmla="*/ 110061 w 1246536"/>
              <a:gd name="connsiteY49" fmla="*/ 261652 h 285083"/>
              <a:gd name="connsiteX50" fmla="*/ 97774 w 1246536"/>
              <a:gd name="connsiteY50" fmla="*/ 222837 h 285083"/>
              <a:gd name="connsiteX51" fmla="*/ 47863 w 1246536"/>
              <a:gd name="connsiteY51" fmla="*/ 233458 h 285083"/>
              <a:gd name="connsiteX52" fmla="*/ 35576 w 1246536"/>
              <a:gd name="connsiteY52" fmla="*/ 277511 h 285083"/>
              <a:gd name="connsiteX53" fmla="*/ 0 w 1246536"/>
              <a:gd name="connsiteY53" fmla="*/ 285083 h 285083"/>
              <a:gd name="connsiteX54" fmla="*/ 42053 w 1246536"/>
              <a:gd name="connsiteY54" fmla="*/ 138970 h 285083"/>
              <a:gd name="connsiteX55" fmla="*/ 88440 w 1246536"/>
              <a:gd name="connsiteY55" fmla="*/ 193929 h 285083"/>
              <a:gd name="connsiteX56" fmla="*/ 72819 w 1246536"/>
              <a:gd name="connsiteY56" fmla="*/ 144923 h 285083"/>
              <a:gd name="connsiteX57" fmla="*/ 57198 w 1246536"/>
              <a:gd name="connsiteY57" fmla="*/ 200597 h 285083"/>
              <a:gd name="connsiteX58" fmla="*/ 88488 w 1246536"/>
              <a:gd name="connsiteY58" fmla="*/ 193929 h 285083"/>
              <a:gd name="connsiteX59" fmla="*/ 214646 w 1246536"/>
              <a:gd name="connsiteY59" fmla="*/ 242173 h 285083"/>
              <a:gd name="connsiteX60" fmla="*/ 148733 w 1246536"/>
              <a:gd name="connsiteY60" fmla="*/ 199930 h 285083"/>
              <a:gd name="connsiteX61" fmla="*/ 183738 w 1246536"/>
              <a:gd name="connsiteY61" fmla="*/ 192500 h 285083"/>
              <a:gd name="connsiteX62" fmla="*/ 215408 w 1246536"/>
              <a:gd name="connsiteY62" fmla="*/ 212408 h 285083"/>
              <a:gd name="connsiteX63" fmla="*/ 239030 w 1246536"/>
              <a:gd name="connsiteY63" fmla="*/ 195310 h 285083"/>
              <a:gd name="connsiteX64" fmla="*/ 227886 w 1246536"/>
              <a:gd name="connsiteY64" fmla="*/ 187166 h 285083"/>
              <a:gd name="connsiteX65" fmla="*/ 183975 w 1246536"/>
              <a:gd name="connsiteY65" fmla="*/ 184452 h 285083"/>
              <a:gd name="connsiteX66" fmla="*/ 154210 w 1246536"/>
              <a:gd name="connsiteY66" fmla="*/ 153210 h 285083"/>
              <a:gd name="connsiteX67" fmla="*/ 207645 w 1246536"/>
              <a:gd name="connsiteY67" fmla="*/ 101013 h 285083"/>
              <a:gd name="connsiteX68" fmla="*/ 268891 w 1246536"/>
              <a:gd name="connsiteY68" fmla="*/ 138017 h 285083"/>
              <a:gd name="connsiteX69" fmla="*/ 234077 w 1246536"/>
              <a:gd name="connsiteY69" fmla="*/ 145399 h 285083"/>
              <a:gd name="connsiteX70" fmla="*/ 208217 w 1246536"/>
              <a:gd name="connsiteY70" fmla="*/ 129873 h 285083"/>
              <a:gd name="connsiteX71" fmla="*/ 189215 w 1246536"/>
              <a:gd name="connsiteY71" fmla="*/ 145018 h 285083"/>
              <a:gd name="connsiteX72" fmla="*/ 199454 w 1246536"/>
              <a:gd name="connsiteY72" fmla="*/ 152352 h 285083"/>
              <a:gd name="connsiteX73" fmla="*/ 242078 w 1246536"/>
              <a:gd name="connsiteY73" fmla="*/ 154400 h 285083"/>
              <a:gd name="connsiteX74" fmla="*/ 273891 w 1246536"/>
              <a:gd name="connsiteY74" fmla="*/ 186357 h 285083"/>
              <a:gd name="connsiteX75" fmla="*/ 214694 w 1246536"/>
              <a:gd name="connsiteY75" fmla="*/ 242125 h 285083"/>
              <a:gd name="connsiteX76" fmla="*/ 283702 w 1246536"/>
              <a:gd name="connsiteY76" fmla="*/ 156115 h 285083"/>
              <a:gd name="connsiteX77" fmla="*/ 353330 w 1246536"/>
              <a:gd name="connsiteY77" fmla="*/ 70104 h 285083"/>
              <a:gd name="connsiteX78" fmla="*/ 419767 w 1246536"/>
              <a:gd name="connsiteY78" fmla="*/ 111633 h 285083"/>
              <a:gd name="connsiteX79" fmla="*/ 384953 w 1246536"/>
              <a:gd name="connsiteY79" fmla="*/ 119015 h 285083"/>
              <a:gd name="connsiteX80" fmla="*/ 353473 w 1246536"/>
              <a:gd name="connsiteY80" fmla="*/ 102156 h 285083"/>
              <a:gd name="connsiteX81" fmla="*/ 318659 w 1246536"/>
              <a:gd name="connsiteY81" fmla="*/ 148638 h 285083"/>
              <a:gd name="connsiteX82" fmla="*/ 353473 w 1246536"/>
              <a:gd name="connsiteY82" fmla="*/ 180546 h 285083"/>
              <a:gd name="connsiteX83" fmla="*/ 384953 w 1246536"/>
              <a:gd name="connsiteY83" fmla="*/ 150114 h 285083"/>
              <a:gd name="connsiteX84" fmla="*/ 419767 w 1246536"/>
              <a:gd name="connsiteY84" fmla="*/ 142732 h 285083"/>
              <a:gd name="connsiteX85" fmla="*/ 353330 w 1246536"/>
              <a:gd name="connsiteY85" fmla="*/ 212693 h 285083"/>
              <a:gd name="connsiteX86" fmla="*/ 283702 w 1246536"/>
              <a:gd name="connsiteY86" fmla="*/ 156115 h 285083"/>
              <a:gd name="connsiteX87" fmla="*/ 436340 w 1246536"/>
              <a:gd name="connsiteY87" fmla="*/ 55150 h 285083"/>
              <a:gd name="connsiteX88" fmla="*/ 540782 w 1246536"/>
              <a:gd name="connsiteY88" fmla="*/ 32956 h 285083"/>
              <a:gd name="connsiteX89" fmla="*/ 540782 w 1246536"/>
              <a:gd name="connsiteY89" fmla="*/ 63865 h 285083"/>
              <a:gd name="connsiteX90" fmla="*/ 470440 w 1246536"/>
              <a:gd name="connsiteY90" fmla="*/ 78819 h 285083"/>
              <a:gd name="connsiteX91" fmla="*/ 470440 w 1246536"/>
              <a:gd name="connsiteY91" fmla="*/ 101775 h 285083"/>
              <a:gd name="connsiteX92" fmla="*/ 531495 w 1246536"/>
              <a:gd name="connsiteY92" fmla="*/ 88821 h 285083"/>
              <a:gd name="connsiteX93" fmla="*/ 531495 w 1246536"/>
              <a:gd name="connsiteY93" fmla="*/ 118015 h 285083"/>
              <a:gd name="connsiteX94" fmla="*/ 470440 w 1246536"/>
              <a:gd name="connsiteY94" fmla="*/ 131016 h 285083"/>
              <a:gd name="connsiteX95" fmla="*/ 470440 w 1246536"/>
              <a:gd name="connsiteY95" fmla="*/ 154162 h 285083"/>
              <a:gd name="connsiteX96" fmla="*/ 540782 w 1246536"/>
              <a:gd name="connsiteY96" fmla="*/ 139208 h 285083"/>
              <a:gd name="connsiteX97" fmla="*/ 540782 w 1246536"/>
              <a:gd name="connsiteY97" fmla="*/ 170117 h 285083"/>
              <a:gd name="connsiteX98" fmla="*/ 436340 w 1246536"/>
              <a:gd name="connsiteY98" fmla="*/ 192310 h 285083"/>
              <a:gd name="connsiteX99" fmla="*/ 436340 w 1246536"/>
              <a:gd name="connsiteY99" fmla="*/ 55150 h 285083"/>
              <a:gd name="connsiteX100" fmla="*/ 561308 w 1246536"/>
              <a:gd name="connsiteY100" fmla="*/ 28623 h 285083"/>
              <a:gd name="connsiteX101" fmla="*/ 625173 w 1246536"/>
              <a:gd name="connsiteY101" fmla="*/ 15049 h 285083"/>
              <a:gd name="connsiteX102" fmla="*/ 662035 w 1246536"/>
              <a:gd name="connsiteY102" fmla="*/ 133112 h 285083"/>
              <a:gd name="connsiteX103" fmla="*/ 662035 w 1246536"/>
              <a:gd name="connsiteY103" fmla="*/ 7239 h 285083"/>
              <a:gd name="connsiteX104" fmla="*/ 695897 w 1246536"/>
              <a:gd name="connsiteY104" fmla="*/ 48 h 285083"/>
              <a:gd name="connsiteX105" fmla="*/ 695897 w 1246536"/>
              <a:gd name="connsiteY105" fmla="*/ 137208 h 285083"/>
              <a:gd name="connsiteX106" fmla="*/ 632032 w 1246536"/>
              <a:gd name="connsiteY106" fmla="*/ 150781 h 285083"/>
              <a:gd name="connsiteX107" fmla="*/ 595170 w 1246536"/>
              <a:gd name="connsiteY107" fmla="*/ 32718 h 285083"/>
              <a:gd name="connsiteX108" fmla="*/ 595170 w 1246536"/>
              <a:gd name="connsiteY108" fmla="*/ 158591 h 285083"/>
              <a:gd name="connsiteX109" fmla="*/ 561308 w 1246536"/>
              <a:gd name="connsiteY109" fmla="*/ 165783 h 285083"/>
              <a:gd name="connsiteX110" fmla="*/ 561308 w 1246536"/>
              <a:gd name="connsiteY110" fmla="*/ 28623 h 285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246536" h="285083">
                <a:moveTo>
                  <a:pt x="718995" y="0"/>
                </a:moveTo>
                <a:lnTo>
                  <a:pt x="769239" y="10668"/>
                </a:lnTo>
                <a:cubicBezTo>
                  <a:pt x="805149" y="18288"/>
                  <a:pt x="842391" y="35766"/>
                  <a:pt x="842391" y="94726"/>
                </a:cubicBezTo>
                <a:cubicBezTo>
                  <a:pt x="842391" y="153876"/>
                  <a:pt x="805149" y="155496"/>
                  <a:pt x="769239" y="147876"/>
                </a:cubicBezTo>
                <a:lnTo>
                  <a:pt x="718995" y="137208"/>
                </a:lnTo>
                <a:lnTo>
                  <a:pt x="718995" y="48"/>
                </a:lnTo>
                <a:close/>
                <a:moveTo>
                  <a:pt x="769239" y="116729"/>
                </a:moveTo>
                <a:cubicBezTo>
                  <a:pt x="791766" y="121539"/>
                  <a:pt x="808530" y="124301"/>
                  <a:pt x="808530" y="87535"/>
                </a:cubicBezTo>
                <a:cubicBezTo>
                  <a:pt x="808530" y="50768"/>
                  <a:pt x="791623" y="46387"/>
                  <a:pt x="769239" y="41624"/>
                </a:cubicBezTo>
                <a:lnTo>
                  <a:pt x="752856" y="38148"/>
                </a:lnTo>
                <a:lnTo>
                  <a:pt x="752856" y="113252"/>
                </a:lnTo>
                <a:cubicBezTo>
                  <a:pt x="752856" y="113252"/>
                  <a:pt x="769239" y="116729"/>
                  <a:pt x="769239" y="116729"/>
                </a:cubicBezTo>
                <a:close/>
                <a:moveTo>
                  <a:pt x="947024" y="48482"/>
                </a:moveTo>
                <a:lnTo>
                  <a:pt x="947024" y="79391"/>
                </a:lnTo>
                <a:cubicBezTo>
                  <a:pt x="947024" y="79391"/>
                  <a:pt x="917067" y="73009"/>
                  <a:pt x="917067" y="73009"/>
                </a:cubicBezTo>
                <a:lnTo>
                  <a:pt x="917067" y="148114"/>
                </a:lnTo>
                <a:cubicBezTo>
                  <a:pt x="917067" y="148114"/>
                  <a:pt x="947024" y="154496"/>
                  <a:pt x="947024" y="154496"/>
                </a:cubicBezTo>
                <a:lnTo>
                  <a:pt x="947024" y="185642"/>
                </a:lnTo>
                <a:cubicBezTo>
                  <a:pt x="947024" y="185642"/>
                  <a:pt x="853393" y="165735"/>
                  <a:pt x="853393" y="165735"/>
                </a:cubicBezTo>
                <a:lnTo>
                  <a:pt x="853393" y="134588"/>
                </a:lnTo>
                <a:cubicBezTo>
                  <a:pt x="853393" y="134588"/>
                  <a:pt x="883349" y="140970"/>
                  <a:pt x="883349" y="140970"/>
                </a:cubicBezTo>
                <a:lnTo>
                  <a:pt x="883349" y="65865"/>
                </a:lnTo>
                <a:cubicBezTo>
                  <a:pt x="883349" y="65865"/>
                  <a:pt x="853393" y="59484"/>
                  <a:pt x="853393" y="59484"/>
                </a:cubicBezTo>
                <a:lnTo>
                  <a:pt x="853393" y="28575"/>
                </a:lnTo>
                <a:cubicBezTo>
                  <a:pt x="853393" y="28575"/>
                  <a:pt x="947024" y="48482"/>
                  <a:pt x="947024" y="48482"/>
                </a:cubicBezTo>
                <a:close/>
                <a:moveTo>
                  <a:pt x="1026319" y="62627"/>
                </a:moveTo>
                <a:cubicBezTo>
                  <a:pt x="1068944" y="71676"/>
                  <a:pt x="1094994" y="107966"/>
                  <a:pt x="1094994" y="148447"/>
                </a:cubicBezTo>
                <a:cubicBezTo>
                  <a:pt x="1094994" y="189119"/>
                  <a:pt x="1068944" y="214313"/>
                  <a:pt x="1026319" y="205264"/>
                </a:cubicBezTo>
                <a:cubicBezTo>
                  <a:pt x="983504" y="196167"/>
                  <a:pt x="957263" y="159829"/>
                  <a:pt x="957263" y="119205"/>
                </a:cubicBezTo>
                <a:cubicBezTo>
                  <a:pt x="957263" y="78724"/>
                  <a:pt x="983504" y="53578"/>
                  <a:pt x="1026319" y="62675"/>
                </a:cubicBezTo>
                <a:moveTo>
                  <a:pt x="1026319" y="173117"/>
                </a:moveTo>
                <a:cubicBezTo>
                  <a:pt x="1049036" y="177927"/>
                  <a:pt x="1060180" y="165926"/>
                  <a:pt x="1060180" y="141018"/>
                </a:cubicBezTo>
                <a:cubicBezTo>
                  <a:pt x="1060180" y="116110"/>
                  <a:pt x="1048846" y="99489"/>
                  <a:pt x="1026319" y="94726"/>
                </a:cubicBezTo>
                <a:cubicBezTo>
                  <a:pt x="1003602" y="89916"/>
                  <a:pt x="992267" y="101870"/>
                  <a:pt x="992267" y="126587"/>
                </a:cubicBezTo>
                <a:cubicBezTo>
                  <a:pt x="992267" y="151495"/>
                  <a:pt x="1003649" y="168307"/>
                  <a:pt x="1026319" y="173117"/>
                </a:cubicBezTo>
                <a:moveTo>
                  <a:pt x="1111949" y="83534"/>
                </a:moveTo>
                <a:lnTo>
                  <a:pt x="1175814" y="97107"/>
                </a:lnTo>
                <a:lnTo>
                  <a:pt x="1212675" y="230791"/>
                </a:lnTo>
                <a:lnTo>
                  <a:pt x="1212675" y="104918"/>
                </a:lnTo>
                <a:cubicBezTo>
                  <a:pt x="1212675" y="104918"/>
                  <a:pt x="1246537" y="112109"/>
                  <a:pt x="1246537" y="112109"/>
                </a:cubicBezTo>
                <a:lnTo>
                  <a:pt x="1246537" y="249269"/>
                </a:lnTo>
                <a:cubicBezTo>
                  <a:pt x="1246537" y="249269"/>
                  <a:pt x="1182672" y="235696"/>
                  <a:pt x="1182672" y="235696"/>
                </a:cubicBezTo>
                <a:lnTo>
                  <a:pt x="1145810" y="102013"/>
                </a:lnTo>
                <a:lnTo>
                  <a:pt x="1145810" y="227886"/>
                </a:lnTo>
                <a:cubicBezTo>
                  <a:pt x="1145810" y="227886"/>
                  <a:pt x="1111949" y="220694"/>
                  <a:pt x="1111949" y="220694"/>
                </a:cubicBezTo>
                <a:lnTo>
                  <a:pt x="1111949" y="83534"/>
                </a:lnTo>
                <a:close/>
                <a:moveTo>
                  <a:pt x="42101" y="138970"/>
                </a:moveTo>
                <a:lnTo>
                  <a:pt x="104108" y="125778"/>
                </a:lnTo>
                <a:lnTo>
                  <a:pt x="145971" y="254032"/>
                </a:lnTo>
                <a:lnTo>
                  <a:pt x="110061" y="261652"/>
                </a:lnTo>
                <a:lnTo>
                  <a:pt x="97774" y="222837"/>
                </a:lnTo>
                <a:lnTo>
                  <a:pt x="47863" y="233458"/>
                </a:lnTo>
                <a:lnTo>
                  <a:pt x="35576" y="277511"/>
                </a:lnTo>
                <a:lnTo>
                  <a:pt x="0" y="285083"/>
                </a:lnTo>
                <a:lnTo>
                  <a:pt x="42053" y="138970"/>
                </a:lnTo>
                <a:close/>
                <a:moveTo>
                  <a:pt x="88440" y="193929"/>
                </a:moveTo>
                <a:lnTo>
                  <a:pt x="72819" y="144923"/>
                </a:lnTo>
                <a:lnTo>
                  <a:pt x="57198" y="200597"/>
                </a:lnTo>
                <a:lnTo>
                  <a:pt x="88488" y="193929"/>
                </a:lnTo>
                <a:close/>
                <a:moveTo>
                  <a:pt x="214646" y="242173"/>
                </a:moveTo>
                <a:cubicBezTo>
                  <a:pt x="168307" y="252031"/>
                  <a:pt x="148733" y="235553"/>
                  <a:pt x="148733" y="199930"/>
                </a:cubicBezTo>
                <a:lnTo>
                  <a:pt x="183738" y="192500"/>
                </a:lnTo>
                <a:cubicBezTo>
                  <a:pt x="183738" y="211979"/>
                  <a:pt x="190977" y="217599"/>
                  <a:pt x="215408" y="212408"/>
                </a:cubicBezTo>
                <a:cubicBezTo>
                  <a:pt x="231982" y="208883"/>
                  <a:pt x="239030" y="203883"/>
                  <a:pt x="239030" y="195310"/>
                </a:cubicBezTo>
                <a:cubicBezTo>
                  <a:pt x="239030" y="190452"/>
                  <a:pt x="235315" y="187547"/>
                  <a:pt x="227886" y="187166"/>
                </a:cubicBezTo>
                <a:lnTo>
                  <a:pt x="183975" y="184452"/>
                </a:lnTo>
                <a:cubicBezTo>
                  <a:pt x="161258" y="182880"/>
                  <a:pt x="154210" y="170545"/>
                  <a:pt x="154210" y="153210"/>
                </a:cubicBezTo>
                <a:cubicBezTo>
                  <a:pt x="154210" y="126540"/>
                  <a:pt x="173212" y="108299"/>
                  <a:pt x="207645" y="101013"/>
                </a:cubicBezTo>
                <a:cubicBezTo>
                  <a:pt x="248603" y="92297"/>
                  <a:pt x="268891" y="108252"/>
                  <a:pt x="268891" y="138017"/>
                </a:cubicBezTo>
                <a:lnTo>
                  <a:pt x="234077" y="145399"/>
                </a:lnTo>
                <a:cubicBezTo>
                  <a:pt x="234077" y="130635"/>
                  <a:pt x="226076" y="126111"/>
                  <a:pt x="208217" y="129873"/>
                </a:cubicBezTo>
                <a:cubicBezTo>
                  <a:pt x="195739" y="132540"/>
                  <a:pt x="189215" y="137208"/>
                  <a:pt x="189215" y="145018"/>
                </a:cubicBezTo>
                <a:cubicBezTo>
                  <a:pt x="189215" y="148923"/>
                  <a:pt x="191262" y="151781"/>
                  <a:pt x="199454" y="152352"/>
                </a:cubicBezTo>
                <a:lnTo>
                  <a:pt x="242078" y="154400"/>
                </a:lnTo>
                <a:cubicBezTo>
                  <a:pt x="263843" y="155400"/>
                  <a:pt x="273891" y="166306"/>
                  <a:pt x="273891" y="186357"/>
                </a:cubicBezTo>
                <a:cubicBezTo>
                  <a:pt x="273891" y="212408"/>
                  <a:pt x="256747" y="233172"/>
                  <a:pt x="214694" y="242125"/>
                </a:cubicBezTo>
                <a:moveTo>
                  <a:pt x="283702" y="156115"/>
                </a:moveTo>
                <a:cubicBezTo>
                  <a:pt x="283702" y="115633"/>
                  <a:pt x="310325" y="79248"/>
                  <a:pt x="353330" y="70104"/>
                </a:cubicBezTo>
                <a:cubicBezTo>
                  <a:pt x="390906" y="62103"/>
                  <a:pt x="415862" y="78010"/>
                  <a:pt x="419767" y="111633"/>
                </a:cubicBezTo>
                <a:lnTo>
                  <a:pt x="384953" y="119015"/>
                </a:lnTo>
                <a:cubicBezTo>
                  <a:pt x="382143" y="104823"/>
                  <a:pt x="370047" y="98631"/>
                  <a:pt x="353473" y="102156"/>
                </a:cubicBezTo>
                <a:cubicBezTo>
                  <a:pt x="333185" y="106490"/>
                  <a:pt x="318659" y="121634"/>
                  <a:pt x="318659" y="148638"/>
                </a:cubicBezTo>
                <a:cubicBezTo>
                  <a:pt x="318659" y="175879"/>
                  <a:pt x="333185" y="184833"/>
                  <a:pt x="353473" y="180546"/>
                </a:cubicBezTo>
                <a:cubicBezTo>
                  <a:pt x="370047" y="177022"/>
                  <a:pt x="382143" y="165497"/>
                  <a:pt x="384953" y="150114"/>
                </a:cubicBezTo>
                <a:lnTo>
                  <a:pt x="419767" y="142732"/>
                </a:lnTo>
                <a:cubicBezTo>
                  <a:pt x="415862" y="178213"/>
                  <a:pt x="390906" y="204692"/>
                  <a:pt x="353330" y="212693"/>
                </a:cubicBezTo>
                <a:cubicBezTo>
                  <a:pt x="310325" y="221837"/>
                  <a:pt x="283702" y="196739"/>
                  <a:pt x="283702" y="156115"/>
                </a:cubicBezTo>
                <a:moveTo>
                  <a:pt x="436340" y="55150"/>
                </a:moveTo>
                <a:lnTo>
                  <a:pt x="540782" y="32956"/>
                </a:lnTo>
                <a:lnTo>
                  <a:pt x="540782" y="63865"/>
                </a:lnTo>
                <a:cubicBezTo>
                  <a:pt x="540782" y="63865"/>
                  <a:pt x="470440" y="78819"/>
                  <a:pt x="470440" y="78819"/>
                </a:cubicBezTo>
                <a:lnTo>
                  <a:pt x="470440" y="101775"/>
                </a:lnTo>
                <a:cubicBezTo>
                  <a:pt x="470440" y="101775"/>
                  <a:pt x="531495" y="88821"/>
                  <a:pt x="531495" y="88821"/>
                </a:cubicBezTo>
                <a:lnTo>
                  <a:pt x="531495" y="118015"/>
                </a:lnTo>
                <a:cubicBezTo>
                  <a:pt x="531495" y="118015"/>
                  <a:pt x="470440" y="131016"/>
                  <a:pt x="470440" y="131016"/>
                </a:cubicBezTo>
                <a:lnTo>
                  <a:pt x="470440" y="154162"/>
                </a:lnTo>
                <a:cubicBezTo>
                  <a:pt x="470440" y="154162"/>
                  <a:pt x="540782" y="139208"/>
                  <a:pt x="540782" y="139208"/>
                </a:cubicBezTo>
                <a:lnTo>
                  <a:pt x="540782" y="170117"/>
                </a:lnTo>
                <a:cubicBezTo>
                  <a:pt x="540782" y="170117"/>
                  <a:pt x="436340" y="192310"/>
                  <a:pt x="436340" y="192310"/>
                </a:cubicBezTo>
                <a:lnTo>
                  <a:pt x="436340" y="55150"/>
                </a:lnTo>
                <a:close/>
                <a:moveTo>
                  <a:pt x="561308" y="28623"/>
                </a:moveTo>
                <a:lnTo>
                  <a:pt x="625173" y="15049"/>
                </a:lnTo>
                <a:lnTo>
                  <a:pt x="662035" y="133112"/>
                </a:lnTo>
                <a:lnTo>
                  <a:pt x="662035" y="7239"/>
                </a:lnTo>
                <a:cubicBezTo>
                  <a:pt x="662035" y="7239"/>
                  <a:pt x="695897" y="48"/>
                  <a:pt x="695897" y="48"/>
                </a:cubicBezTo>
                <a:lnTo>
                  <a:pt x="695897" y="137208"/>
                </a:lnTo>
                <a:cubicBezTo>
                  <a:pt x="695897" y="137208"/>
                  <a:pt x="632032" y="150781"/>
                  <a:pt x="632032" y="150781"/>
                </a:cubicBezTo>
                <a:lnTo>
                  <a:pt x="595170" y="32718"/>
                </a:lnTo>
                <a:lnTo>
                  <a:pt x="595170" y="158591"/>
                </a:lnTo>
                <a:cubicBezTo>
                  <a:pt x="595170" y="158591"/>
                  <a:pt x="561308" y="165783"/>
                  <a:pt x="561308" y="165783"/>
                </a:cubicBezTo>
                <a:lnTo>
                  <a:pt x="561308" y="28623"/>
                </a:lnTo>
                <a:close/>
              </a:path>
            </a:pathLst>
          </a:custGeom>
          <a:solidFill>
            <a:srgbClr val="FFFFFF"/>
          </a:solidFill>
          <a:ln w="4763" cap="flat">
            <a:noFill/>
            <a:prstDash val="solid"/>
            <a:miter/>
          </a:ln>
        </p:spPr>
        <p:txBody>
          <a:bodyPr rtlCol="0" anchor="ctr"/>
          <a:lstStyle/>
          <a:p>
            <a:endParaRPr lang="en-AU"/>
          </a:p>
        </p:txBody>
      </p:sp>
      <p:grpSp>
        <p:nvGrpSpPr>
          <p:cNvPr id="20" name="Graphic 3">
            <a:extLst>
              <a:ext uri="{FF2B5EF4-FFF2-40B4-BE49-F238E27FC236}">
                <a16:creationId xmlns:a16="http://schemas.microsoft.com/office/drawing/2014/main" id="{11580F78-9730-E8CF-5F00-5083728E0E3D}"/>
              </a:ext>
            </a:extLst>
          </p:cNvPr>
          <p:cNvGrpSpPr/>
          <p:nvPr/>
        </p:nvGrpSpPr>
        <p:grpSpPr>
          <a:xfrm>
            <a:off x="378275" y="4600765"/>
            <a:ext cx="945451" cy="171497"/>
            <a:chOff x="217360" y="4600765"/>
            <a:chExt cx="945451" cy="171497"/>
          </a:xfrm>
          <a:solidFill>
            <a:srgbClr val="FFFFFF"/>
          </a:solidFill>
        </p:grpSpPr>
        <p:grpSp>
          <p:nvGrpSpPr>
            <p:cNvPr id="21" name="Graphic 3">
              <a:extLst>
                <a:ext uri="{FF2B5EF4-FFF2-40B4-BE49-F238E27FC236}">
                  <a16:creationId xmlns:a16="http://schemas.microsoft.com/office/drawing/2014/main" id="{034EE8A3-A127-9A71-99DC-9A0E6F91654D}"/>
                </a:ext>
              </a:extLst>
            </p:cNvPr>
            <p:cNvGrpSpPr/>
            <p:nvPr/>
          </p:nvGrpSpPr>
          <p:grpSpPr>
            <a:xfrm>
              <a:off x="604408" y="4600765"/>
              <a:ext cx="171354" cy="171354"/>
              <a:chOff x="604408" y="4600765"/>
              <a:chExt cx="171354" cy="171354"/>
            </a:xfrm>
            <a:solidFill>
              <a:srgbClr val="FFFFFF"/>
            </a:solidFill>
          </p:grpSpPr>
          <p:sp>
            <p:nvSpPr>
              <p:cNvPr id="22" name="Freeform: Shape 21">
                <a:extLst>
                  <a:ext uri="{FF2B5EF4-FFF2-40B4-BE49-F238E27FC236}">
                    <a16:creationId xmlns:a16="http://schemas.microsoft.com/office/drawing/2014/main" id="{0D5749F5-CE41-31DE-FF35-61FA298CA95A}"/>
                  </a:ext>
                </a:extLst>
              </p:cNvPr>
              <p:cNvSpPr/>
              <p:nvPr/>
            </p:nvSpPr>
            <p:spPr>
              <a:xfrm>
                <a:off x="604408" y="4600765"/>
                <a:ext cx="171354" cy="171354"/>
              </a:xfrm>
              <a:custGeom>
                <a:avLst/>
                <a:gdLst>
                  <a:gd name="connsiteX0" fmla="*/ 85677 w 171354"/>
                  <a:gd name="connsiteY0" fmla="*/ 171355 h 171354"/>
                  <a:gd name="connsiteX1" fmla="*/ 0 w 171354"/>
                  <a:gd name="connsiteY1" fmla="*/ 85677 h 171354"/>
                  <a:gd name="connsiteX2" fmla="*/ 85677 w 171354"/>
                  <a:gd name="connsiteY2" fmla="*/ 0 h 171354"/>
                  <a:gd name="connsiteX3" fmla="*/ 171355 w 171354"/>
                  <a:gd name="connsiteY3" fmla="*/ 85677 h 171354"/>
                  <a:gd name="connsiteX4" fmla="*/ 85677 w 171354"/>
                  <a:gd name="connsiteY4" fmla="*/ 171355 h 171354"/>
                  <a:gd name="connsiteX5" fmla="*/ 85677 w 171354"/>
                  <a:gd name="connsiteY5" fmla="*/ 6667 h 171354"/>
                  <a:gd name="connsiteX6" fmla="*/ 6620 w 171354"/>
                  <a:gd name="connsiteY6" fmla="*/ 85725 h 171354"/>
                  <a:gd name="connsiteX7" fmla="*/ 85677 w 171354"/>
                  <a:gd name="connsiteY7" fmla="*/ 164783 h 171354"/>
                  <a:gd name="connsiteX8" fmla="*/ 164735 w 171354"/>
                  <a:gd name="connsiteY8" fmla="*/ 85725 h 171354"/>
                  <a:gd name="connsiteX9" fmla="*/ 85677 w 171354"/>
                  <a:gd name="connsiteY9" fmla="*/ 6667 h 171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54" h="171354">
                    <a:moveTo>
                      <a:pt x="85677" y="171355"/>
                    </a:moveTo>
                    <a:cubicBezTo>
                      <a:pt x="38433" y="171355"/>
                      <a:pt x="0" y="132921"/>
                      <a:pt x="0" y="85677"/>
                    </a:cubicBezTo>
                    <a:cubicBezTo>
                      <a:pt x="0" y="38433"/>
                      <a:pt x="38433" y="0"/>
                      <a:pt x="85677" y="0"/>
                    </a:cubicBezTo>
                    <a:cubicBezTo>
                      <a:pt x="132921" y="0"/>
                      <a:pt x="171355" y="38433"/>
                      <a:pt x="171355" y="85677"/>
                    </a:cubicBezTo>
                    <a:cubicBezTo>
                      <a:pt x="171355" y="132921"/>
                      <a:pt x="132921" y="171355"/>
                      <a:pt x="85677" y="171355"/>
                    </a:cubicBezTo>
                    <a:close/>
                    <a:moveTo>
                      <a:pt x="85677" y="6667"/>
                    </a:moveTo>
                    <a:cubicBezTo>
                      <a:pt x="42100" y="6667"/>
                      <a:pt x="6620" y="42148"/>
                      <a:pt x="6620" y="85725"/>
                    </a:cubicBezTo>
                    <a:cubicBezTo>
                      <a:pt x="6620" y="129302"/>
                      <a:pt x="42100" y="164783"/>
                      <a:pt x="85677" y="164783"/>
                    </a:cubicBezTo>
                    <a:cubicBezTo>
                      <a:pt x="129254" y="164783"/>
                      <a:pt x="164735" y="129302"/>
                      <a:pt x="164735" y="85725"/>
                    </a:cubicBezTo>
                    <a:cubicBezTo>
                      <a:pt x="164735" y="42148"/>
                      <a:pt x="129254" y="6667"/>
                      <a:pt x="85677" y="6667"/>
                    </a:cubicBezTo>
                    <a:close/>
                  </a:path>
                </a:pathLst>
              </a:custGeom>
              <a:solidFill>
                <a:srgbClr val="FFFFFF"/>
              </a:solidFill>
              <a:ln w="4763" cap="flat">
                <a:noFill/>
                <a:prstDash val="solid"/>
                <a:miter/>
              </a:ln>
            </p:spPr>
            <p:txBody>
              <a:bodyPr rtlCol="0" anchor="ctr"/>
              <a:lstStyle/>
              <a:p>
                <a:endParaRPr lang="en-AU"/>
              </a:p>
            </p:txBody>
          </p:sp>
          <p:sp>
            <p:nvSpPr>
              <p:cNvPr id="23" name="Freeform: Shape 22">
                <a:extLst>
                  <a:ext uri="{FF2B5EF4-FFF2-40B4-BE49-F238E27FC236}">
                    <a16:creationId xmlns:a16="http://schemas.microsoft.com/office/drawing/2014/main" id="{044BA208-EA2B-AEB2-6DA2-25482C2C6D12}"/>
                  </a:ext>
                </a:extLst>
              </p:cNvPr>
              <p:cNvSpPr/>
              <p:nvPr/>
            </p:nvSpPr>
            <p:spPr>
              <a:xfrm>
                <a:off x="637460" y="4634007"/>
                <a:ext cx="105203" cy="104965"/>
              </a:xfrm>
              <a:custGeom>
                <a:avLst/>
                <a:gdLst>
                  <a:gd name="connsiteX0" fmla="*/ 28384 w 105203"/>
                  <a:gd name="connsiteY0" fmla="*/ 0 h 104965"/>
                  <a:gd name="connsiteX1" fmla="*/ 76819 w 105203"/>
                  <a:gd name="connsiteY1" fmla="*/ 0 h 104965"/>
                  <a:gd name="connsiteX2" fmla="*/ 105204 w 105203"/>
                  <a:gd name="connsiteY2" fmla="*/ 28385 h 104965"/>
                  <a:gd name="connsiteX3" fmla="*/ 105204 w 105203"/>
                  <a:gd name="connsiteY3" fmla="*/ 76581 h 104965"/>
                  <a:gd name="connsiteX4" fmla="*/ 76819 w 105203"/>
                  <a:gd name="connsiteY4" fmla="*/ 104966 h 104965"/>
                  <a:gd name="connsiteX5" fmla="*/ 28384 w 105203"/>
                  <a:gd name="connsiteY5" fmla="*/ 104966 h 104965"/>
                  <a:gd name="connsiteX6" fmla="*/ 0 w 105203"/>
                  <a:gd name="connsiteY6" fmla="*/ 76581 h 104965"/>
                  <a:gd name="connsiteX7" fmla="*/ 0 w 105203"/>
                  <a:gd name="connsiteY7" fmla="*/ 28385 h 104965"/>
                  <a:gd name="connsiteX8" fmla="*/ 28384 w 105203"/>
                  <a:gd name="connsiteY8" fmla="*/ 0 h 104965"/>
                  <a:gd name="connsiteX9" fmla="*/ 28384 w 105203"/>
                  <a:gd name="connsiteY9" fmla="*/ 0 h 104965"/>
                  <a:gd name="connsiteX10" fmla="*/ 80867 w 105203"/>
                  <a:gd name="connsiteY10" fmla="*/ 18336 h 104965"/>
                  <a:gd name="connsiteX11" fmla="*/ 80867 w 105203"/>
                  <a:gd name="connsiteY11" fmla="*/ 18336 h 104965"/>
                  <a:gd name="connsiteX12" fmla="*/ 86916 w 105203"/>
                  <a:gd name="connsiteY12" fmla="*/ 24384 h 104965"/>
                  <a:gd name="connsiteX13" fmla="*/ 86916 w 105203"/>
                  <a:gd name="connsiteY13" fmla="*/ 24384 h 104965"/>
                  <a:gd name="connsiteX14" fmla="*/ 80867 w 105203"/>
                  <a:gd name="connsiteY14" fmla="*/ 30432 h 104965"/>
                  <a:gd name="connsiteX15" fmla="*/ 80867 w 105203"/>
                  <a:gd name="connsiteY15" fmla="*/ 30432 h 104965"/>
                  <a:gd name="connsiteX16" fmla="*/ 74819 w 105203"/>
                  <a:gd name="connsiteY16" fmla="*/ 24384 h 104965"/>
                  <a:gd name="connsiteX17" fmla="*/ 74819 w 105203"/>
                  <a:gd name="connsiteY17" fmla="*/ 24384 h 104965"/>
                  <a:gd name="connsiteX18" fmla="*/ 80867 w 105203"/>
                  <a:gd name="connsiteY18" fmla="*/ 18336 h 104965"/>
                  <a:gd name="connsiteX19" fmla="*/ 80867 w 105203"/>
                  <a:gd name="connsiteY19" fmla="*/ 18336 h 104965"/>
                  <a:gd name="connsiteX20" fmla="*/ 52483 w 105203"/>
                  <a:gd name="connsiteY20" fmla="*/ 23860 h 104965"/>
                  <a:gd name="connsiteX21" fmla="*/ 52721 w 105203"/>
                  <a:gd name="connsiteY21" fmla="*/ 23860 h 104965"/>
                  <a:gd name="connsiteX22" fmla="*/ 81343 w 105203"/>
                  <a:gd name="connsiteY22" fmla="*/ 52483 h 104965"/>
                  <a:gd name="connsiteX23" fmla="*/ 81343 w 105203"/>
                  <a:gd name="connsiteY23" fmla="*/ 52483 h 104965"/>
                  <a:gd name="connsiteX24" fmla="*/ 52721 w 105203"/>
                  <a:gd name="connsiteY24" fmla="*/ 81105 h 104965"/>
                  <a:gd name="connsiteX25" fmla="*/ 52483 w 105203"/>
                  <a:gd name="connsiteY25" fmla="*/ 81105 h 104965"/>
                  <a:gd name="connsiteX26" fmla="*/ 24098 w 105203"/>
                  <a:gd name="connsiteY26" fmla="*/ 52483 h 104965"/>
                  <a:gd name="connsiteX27" fmla="*/ 24098 w 105203"/>
                  <a:gd name="connsiteY27" fmla="*/ 52483 h 104965"/>
                  <a:gd name="connsiteX28" fmla="*/ 52483 w 105203"/>
                  <a:gd name="connsiteY28" fmla="*/ 23860 h 104965"/>
                  <a:gd name="connsiteX29" fmla="*/ 52483 w 105203"/>
                  <a:gd name="connsiteY29" fmla="*/ 23860 h 104965"/>
                  <a:gd name="connsiteX30" fmla="*/ 52483 w 105203"/>
                  <a:gd name="connsiteY30" fmla="*/ 33623 h 104965"/>
                  <a:gd name="connsiteX31" fmla="*/ 52721 w 105203"/>
                  <a:gd name="connsiteY31" fmla="*/ 33623 h 104965"/>
                  <a:gd name="connsiteX32" fmla="*/ 71533 w 105203"/>
                  <a:gd name="connsiteY32" fmla="*/ 52435 h 104965"/>
                  <a:gd name="connsiteX33" fmla="*/ 71533 w 105203"/>
                  <a:gd name="connsiteY33" fmla="*/ 52435 h 104965"/>
                  <a:gd name="connsiteX34" fmla="*/ 52721 w 105203"/>
                  <a:gd name="connsiteY34" fmla="*/ 71533 h 104965"/>
                  <a:gd name="connsiteX35" fmla="*/ 52483 w 105203"/>
                  <a:gd name="connsiteY35" fmla="*/ 71533 h 104965"/>
                  <a:gd name="connsiteX36" fmla="*/ 33671 w 105203"/>
                  <a:gd name="connsiteY36" fmla="*/ 52435 h 104965"/>
                  <a:gd name="connsiteX37" fmla="*/ 33671 w 105203"/>
                  <a:gd name="connsiteY37" fmla="*/ 52435 h 104965"/>
                  <a:gd name="connsiteX38" fmla="*/ 52483 w 105203"/>
                  <a:gd name="connsiteY38" fmla="*/ 33623 h 104965"/>
                  <a:gd name="connsiteX39" fmla="*/ 52483 w 105203"/>
                  <a:gd name="connsiteY39" fmla="*/ 33623 h 104965"/>
                  <a:gd name="connsiteX40" fmla="*/ 28623 w 105203"/>
                  <a:gd name="connsiteY40" fmla="*/ 9049 h 104965"/>
                  <a:gd name="connsiteX41" fmla="*/ 76581 w 105203"/>
                  <a:gd name="connsiteY41" fmla="*/ 9049 h 104965"/>
                  <a:gd name="connsiteX42" fmla="*/ 96155 w 105203"/>
                  <a:gd name="connsiteY42" fmla="*/ 28623 h 104965"/>
                  <a:gd name="connsiteX43" fmla="*/ 96155 w 105203"/>
                  <a:gd name="connsiteY43" fmla="*/ 76343 h 104965"/>
                  <a:gd name="connsiteX44" fmla="*/ 76581 w 105203"/>
                  <a:gd name="connsiteY44" fmla="*/ 95917 h 104965"/>
                  <a:gd name="connsiteX45" fmla="*/ 28623 w 105203"/>
                  <a:gd name="connsiteY45" fmla="*/ 95917 h 104965"/>
                  <a:gd name="connsiteX46" fmla="*/ 9049 w 105203"/>
                  <a:gd name="connsiteY46" fmla="*/ 76343 h 104965"/>
                  <a:gd name="connsiteX47" fmla="*/ 9049 w 105203"/>
                  <a:gd name="connsiteY47" fmla="*/ 28623 h 104965"/>
                  <a:gd name="connsiteX48" fmla="*/ 28623 w 105203"/>
                  <a:gd name="connsiteY48" fmla="*/ 9049 h 104965"/>
                  <a:gd name="connsiteX49" fmla="*/ 28623 w 105203"/>
                  <a:gd name="connsiteY49" fmla="*/ 9049 h 104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05203" h="104965">
                    <a:moveTo>
                      <a:pt x="28384" y="0"/>
                    </a:moveTo>
                    <a:lnTo>
                      <a:pt x="76819" y="0"/>
                    </a:lnTo>
                    <a:cubicBezTo>
                      <a:pt x="92392" y="0"/>
                      <a:pt x="105204" y="12811"/>
                      <a:pt x="105204" y="28385"/>
                    </a:cubicBezTo>
                    <a:lnTo>
                      <a:pt x="105204" y="76581"/>
                    </a:lnTo>
                    <a:cubicBezTo>
                      <a:pt x="105204" y="92154"/>
                      <a:pt x="92392" y="104966"/>
                      <a:pt x="76819" y="104966"/>
                    </a:cubicBezTo>
                    <a:lnTo>
                      <a:pt x="28384" y="104966"/>
                    </a:lnTo>
                    <a:cubicBezTo>
                      <a:pt x="12811" y="104966"/>
                      <a:pt x="0" y="92154"/>
                      <a:pt x="0" y="76581"/>
                    </a:cubicBezTo>
                    <a:lnTo>
                      <a:pt x="0" y="28385"/>
                    </a:lnTo>
                    <a:cubicBezTo>
                      <a:pt x="0" y="12811"/>
                      <a:pt x="12811" y="0"/>
                      <a:pt x="28384" y="0"/>
                    </a:cubicBezTo>
                    <a:lnTo>
                      <a:pt x="28384" y="0"/>
                    </a:lnTo>
                    <a:close/>
                    <a:moveTo>
                      <a:pt x="80867" y="18336"/>
                    </a:moveTo>
                    <a:lnTo>
                      <a:pt x="80867" y="18336"/>
                    </a:lnTo>
                    <a:cubicBezTo>
                      <a:pt x="84153" y="18336"/>
                      <a:pt x="86916" y="21098"/>
                      <a:pt x="86916" y="24384"/>
                    </a:cubicBezTo>
                    <a:lnTo>
                      <a:pt x="86916" y="24384"/>
                    </a:lnTo>
                    <a:cubicBezTo>
                      <a:pt x="86916" y="27670"/>
                      <a:pt x="84153" y="30432"/>
                      <a:pt x="80867" y="30432"/>
                    </a:cubicBezTo>
                    <a:lnTo>
                      <a:pt x="80867" y="30432"/>
                    </a:lnTo>
                    <a:cubicBezTo>
                      <a:pt x="77343" y="30432"/>
                      <a:pt x="74819" y="27670"/>
                      <a:pt x="74819" y="24384"/>
                    </a:cubicBezTo>
                    <a:lnTo>
                      <a:pt x="74819" y="24384"/>
                    </a:lnTo>
                    <a:cubicBezTo>
                      <a:pt x="74819" y="21098"/>
                      <a:pt x="77343" y="18336"/>
                      <a:pt x="80867" y="18336"/>
                    </a:cubicBezTo>
                    <a:lnTo>
                      <a:pt x="80867" y="18336"/>
                    </a:lnTo>
                    <a:close/>
                    <a:moveTo>
                      <a:pt x="52483" y="23860"/>
                    </a:moveTo>
                    <a:lnTo>
                      <a:pt x="52721" y="23860"/>
                    </a:lnTo>
                    <a:cubicBezTo>
                      <a:pt x="68294" y="23860"/>
                      <a:pt x="81343" y="36909"/>
                      <a:pt x="81343" y="52483"/>
                    </a:cubicBezTo>
                    <a:lnTo>
                      <a:pt x="81343" y="52483"/>
                    </a:lnTo>
                    <a:cubicBezTo>
                      <a:pt x="81343" y="68294"/>
                      <a:pt x="68294" y="81105"/>
                      <a:pt x="52721" y="81105"/>
                    </a:cubicBezTo>
                    <a:lnTo>
                      <a:pt x="52483" y="81105"/>
                    </a:lnTo>
                    <a:cubicBezTo>
                      <a:pt x="36909" y="81105"/>
                      <a:pt x="24098" y="68294"/>
                      <a:pt x="24098" y="52483"/>
                    </a:cubicBezTo>
                    <a:lnTo>
                      <a:pt x="24098" y="52483"/>
                    </a:lnTo>
                    <a:cubicBezTo>
                      <a:pt x="24098" y="36909"/>
                      <a:pt x="36909" y="23860"/>
                      <a:pt x="52483" y="23860"/>
                    </a:cubicBezTo>
                    <a:lnTo>
                      <a:pt x="52483" y="23860"/>
                    </a:lnTo>
                    <a:close/>
                    <a:moveTo>
                      <a:pt x="52483" y="33623"/>
                    </a:moveTo>
                    <a:lnTo>
                      <a:pt x="52721" y="33623"/>
                    </a:lnTo>
                    <a:cubicBezTo>
                      <a:pt x="63008" y="33623"/>
                      <a:pt x="71533" y="42148"/>
                      <a:pt x="71533" y="52435"/>
                    </a:cubicBezTo>
                    <a:lnTo>
                      <a:pt x="71533" y="52435"/>
                    </a:lnTo>
                    <a:cubicBezTo>
                      <a:pt x="71533" y="62960"/>
                      <a:pt x="63008" y="71533"/>
                      <a:pt x="52721" y="71533"/>
                    </a:cubicBezTo>
                    <a:lnTo>
                      <a:pt x="52483" y="71533"/>
                    </a:lnTo>
                    <a:cubicBezTo>
                      <a:pt x="42196" y="71533"/>
                      <a:pt x="33671" y="63008"/>
                      <a:pt x="33671" y="52435"/>
                    </a:cubicBezTo>
                    <a:lnTo>
                      <a:pt x="33671" y="52435"/>
                    </a:lnTo>
                    <a:cubicBezTo>
                      <a:pt x="33671" y="42148"/>
                      <a:pt x="42196" y="33623"/>
                      <a:pt x="52483" y="33623"/>
                    </a:cubicBezTo>
                    <a:lnTo>
                      <a:pt x="52483" y="33623"/>
                    </a:lnTo>
                    <a:close/>
                    <a:moveTo>
                      <a:pt x="28623" y="9049"/>
                    </a:moveTo>
                    <a:lnTo>
                      <a:pt x="76581" y="9049"/>
                    </a:lnTo>
                    <a:cubicBezTo>
                      <a:pt x="87392" y="9049"/>
                      <a:pt x="96155" y="17812"/>
                      <a:pt x="96155" y="28623"/>
                    </a:cubicBezTo>
                    <a:lnTo>
                      <a:pt x="96155" y="76343"/>
                    </a:lnTo>
                    <a:cubicBezTo>
                      <a:pt x="96155" y="87154"/>
                      <a:pt x="87392" y="95917"/>
                      <a:pt x="76581" y="95917"/>
                    </a:cubicBezTo>
                    <a:lnTo>
                      <a:pt x="28623" y="95917"/>
                    </a:lnTo>
                    <a:cubicBezTo>
                      <a:pt x="17812" y="95917"/>
                      <a:pt x="9049" y="87154"/>
                      <a:pt x="9049" y="76343"/>
                    </a:cubicBezTo>
                    <a:lnTo>
                      <a:pt x="9049" y="28623"/>
                    </a:lnTo>
                    <a:cubicBezTo>
                      <a:pt x="9049" y="17812"/>
                      <a:pt x="17812" y="9049"/>
                      <a:pt x="28623" y="9049"/>
                    </a:cubicBezTo>
                    <a:lnTo>
                      <a:pt x="28623" y="9049"/>
                    </a:lnTo>
                    <a:close/>
                  </a:path>
                </a:pathLst>
              </a:custGeom>
              <a:solidFill>
                <a:srgbClr val="FFFFFF"/>
              </a:solidFill>
              <a:ln w="4763" cap="flat">
                <a:noFill/>
                <a:prstDash val="solid"/>
                <a:miter/>
              </a:ln>
            </p:spPr>
            <p:txBody>
              <a:bodyPr rtlCol="0" anchor="ctr"/>
              <a:lstStyle/>
              <a:p>
                <a:endParaRPr lang="en-AU"/>
              </a:p>
            </p:txBody>
          </p:sp>
        </p:grpSp>
        <p:grpSp>
          <p:nvGrpSpPr>
            <p:cNvPr id="24" name="Graphic 3">
              <a:extLst>
                <a:ext uri="{FF2B5EF4-FFF2-40B4-BE49-F238E27FC236}">
                  <a16:creationId xmlns:a16="http://schemas.microsoft.com/office/drawing/2014/main" id="{1E38CE80-668F-33FD-4068-4CE84CB701AD}"/>
                </a:ext>
              </a:extLst>
            </p:cNvPr>
            <p:cNvGrpSpPr/>
            <p:nvPr/>
          </p:nvGrpSpPr>
          <p:grpSpPr>
            <a:xfrm>
              <a:off x="217360" y="4600908"/>
              <a:ext cx="171354" cy="171354"/>
              <a:chOff x="217360" y="4600908"/>
              <a:chExt cx="171354" cy="171354"/>
            </a:xfrm>
            <a:solidFill>
              <a:srgbClr val="FFFFFF"/>
            </a:solidFill>
          </p:grpSpPr>
          <p:sp>
            <p:nvSpPr>
              <p:cNvPr id="25" name="Freeform: Shape 24">
                <a:extLst>
                  <a:ext uri="{FF2B5EF4-FFF2-40B4-BE49-F238E27FC236}">
                    <a16:creationId xmlns:a16="http://schemas.microsoft.com/office/drawing/2014/main" id="{DC5C4339-27F3-3A60-4691-313A45B4636F}"/>
                  </a:ext>
                </a:extLst>
              </p:cNvPr>
              <p:cNvSpPr/>
              <p:nvPr/>
            </p:nvSpPr>
            <p:spPr>
              <a:xfrm>
                <a:off x="217360" y="4600908"/>
                <a:ext cx="171354" cy="171354"/>
              </a:xfrm>
              <a:custGeom>
                <a:avLst/>
                <a:gdLst>
                  <a:gd name="connsiteX0" fmla="*/ 85677 w 171354"/>
                  <a:gd name="connsiteY0" fmla="*/ 171355 h 171354"/>
                  <a:gd name="connsiteX1" fmla="*/ 0 w 171354"/>
                  <a:gd name="connsiteY1" fmla="*/ 85677 h 171354"/>
                  <a:gd name="connsiteX2" fmla="*/ 85677 w 171354"/>
                  <a:gd name="connsiteY2" fmla="*/ 0 h 171354"/>
                  <a:gd name="connsiteX3" fmla="*/ 171355 w 171354"/>
                  <a:gd name="connsiteY3" fmla="*/ 85677 h 171354"/>
                  <a:gd name="connsiteX4" fmla="*/ 85677 w 171354"/>
                  <a:gd name="connsiteY4" fmla="*/ 171355 h 171354"/>
                  <a:gd name="connsiteX5" fmla="*/ 85677 w 171354"/>
                  <a:gd name="connsiteY5" fmla="*/ 6620 h 171354"/>
                  <a:gd name="connsiteX6" fmla="*/ 6620 w 171354"/>
                  <a:gd name="connsiteY6" fmla="*/ 85677 h 171354"/>
                  <a:gd name="connsiteX7" fmla="*/ 85677 w 171354"/>
                  <a:gd name="connsiteY7" fmla="*/ 164735 h 171354"/>
                  <a:gd name="connsiteX8" fmla="*/ 164735 w 171354"/>
                  <a:gd name="connsiteY8" fmla="*/ 85677 h 171354"/>
                  <a:gd name="connsiteX9" fmla="*/ 85677 w 171354"/>
                  <a:gd name="connsiteY9" fmla="*/ 6620 h 171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54" h="171354">
                    <a:moveTo>
                      <a:pt x="85677" y="171355"/>
                    </a:moveTo>
                    <a:cubicBezTo>
                      <a:pt x="38433" y="171355"/>
                      <a:pt x="0" y="132921"/>
                      <a:pt x="0" y="85677"/>
                    </a:cubicBezTo>
                    <a:cubicBezTo>
                      <a:pt x="0" y="38433"/>
                      <a:pt x="38433" y="0"/>
                      <a:pt x="85677" y="0"/>
                    </a:cubicBezTo>
                    <a:cubicBezTo>
                      <a:pt x="132921" y="0"/>
                      <a:pt x="171355" y="38433"/>
                      <a:pt x="171355" y="85677"/>
                    </a:cubicBezTo>
                    <a:cubicBezTo>
                      <a:pt x="171355" y="132921"/>
                      <a:pt x="132921" y="171355"/>
                      <a:pt x="85677" y="171355"/>
                    </a:cubicBezTo>
                    <a:close/>
                    <a:moveTo>
                      <a:pt x="85677" y="6620"/>
                    </a:moveTo>
                    <a:cubicBezTo>
                      <a:pt x="42101" y="6620"/>
                      <a:pt x="6620" y="42101"/>
                      <a:pt x="6620" y="85677"/>
                    </a:cubicBezTo>
                    <a:cubicBezTo>
                      <a:pt x="6620" y="129254"/>
                      <a:pt x="42101" y="164735"/>
                      <a:pt x="85677" y="164735"/>
                    </a:cubicBezTo>
                    <a:cubicBezTo>
                      <a:pt x="129254" y="164735"/>
                      <a:pt x="164735" y="129254"/>
                      <a:pt x="164735" y="85677"/>
                    </a:cubicBezTo>
                    <a:cubicBezTo>
                      <a:pt x="164735" y="42101"/>
                      <a:pt x="129254" y="6620"/>
                      <a:pt x="85677" y="6620"/>
                    </a:cubicBezTo>
                    <a:close/>
                  </a:path>
                </a:pathLst>
              </a:custGeom>
              <a:solidFill>
                <a:srgbClr val="FFFFFF"/>
              </a:solidFill>
              <a:ln w="4763" cap="flat">
                <a:noFill/>
                <a:prstDash val="solid"/>
                <a:miter/>
              </a:ln>
            </p:spPr>
            <p:txBody>
              <a:bodyPr rtlCol="0" anchor="ctr"/>
              <a:lstStyle/>
              <a:p>
                <a:endParaRPr lang="en-AU"/>
              </a:p>
            </p:txBody>
          </p:sp>
          <p:sp>
            <p:nvSpPr>
              <p:cNvPr id="26" name="Freeform: Shape 25">
                <a:extLst>
                  <a:ext uri="{FF2B5EF4-FFF2-40B4-BE49-F238E27FC236}">
                    <a16:creationId xmlns:a16="http://schemas.microsoft.com/office/drawing/2014/main" id="{4E0AF755-8025-9045-AFC0-345262DD6301}"/>
                  </a:ext>
                </a:extLst>
              </p:cNvPr>
              <p:cNvSpPr/>
              <p:nvPr/>
            </p:nvSpPr>
            <p:spPr>
              <a:xfrm>
                <a:off x="265223" y="4643008"/>
                <a:ext cx="75580" cy="76009"/>
              </a:xfrm>
              <a:custGeom>
                <a:avLst/>
                <a:gdLst>
                  <a:gd name="connsiteX0" fmla="*/ 1524 w 75580"/>
                  <a:gd name="connsiteY0" fmla="*/ 25527 h 76009"/>
                  <a:gd name="connsiteX1" fmla="*/ 16526 w 75580"/>
                  <a:gd name="connsiteY1" fmla="*/ 25527 h 76009"/>
                  <a:gd name="connsiteX2" fmla="*/ 16526 w 75580"/>
                  <a:gd name="connsiteY2" fmla="*/ 75914 h 76009"/>
                  <a:gd name="connsiteX3" fmla="*/ 1524 w 75580"/>
                  <a:gd name="connsiteY3" fmla="*/ 75914 h 76009"/>
                  <a:gd name="connsiteX4" fmla="*/ 1524 w 75580"/>
                  <a:gd name="connsiteY4" fmla="*/ 25527 h 76009"/>
                  <a:gd name="connsiteX5" fmla="*/ 8906 w 75580"/>
                  <a:gd name="connsiteY5" fmla="*/ 0 h 76009"/>
                  <a:gd name="connsiteX6" fmla="*/ 18002 w 75580"/>
                  <a:gd name="connsiteY6" fmla="*/ 9096 h 76009"/>
                  <a:gd name="connsiteX7" fmla="*/ 8906 w 75580"/>
                  <a:gd name="connsiteY7" fmla="*/ 18193 h 76009"/>
                  <a:gd name="connsiteX8" fmla="*/ 0 w 75580"/>
                  <a:gd name="connsiteY8" fmla="*/ 9096 h 76009"/>
                  <a:gd name="connsiteX9" fmla="*/ 8906 w 75580"/>
                  <a:gd name="connsiteY9" fmla="*/ 0 h 76009"/>
                  <a:gd name="connsiteX10" fmla="*/ 8906 w 75580"/>
                  <a:gd name="connsiteY10" fmla="*/ 0 h 76009"/>
                  <a:gd name="connsiteX11" fmla="*/ 25384 w 75580"/>
                  <a:gd name="connsiteY11" fmla="*/ 25527 h 76009"/>
                  <a:gd name="connsiteX12" fmla="*/ 40195 w 75580"/>
                  <a:gd name="connsiteY12" fmla="*/ 25527 h 76009"/>
                  <a:gd name="connsiteX13" fmla="*/ 40195 w 75580"/>
                  <a:gd name="connsiteY13" fmla="*/ 32575 h 76009"/>
                  <a:gd name="connsiteX14" fmla="*/ 54435 w 75580"/>
                  <a:gd name="connsiteY14" fmla="*/ 25003 h 76009"/>
                  <a:gd name="connsiteX15" fmla="*/ 58531 w 75580"/>
                  <a:gd name="connsiteY15" fmla="*/ 25003 h 76009"/>
                  <a:gd name="connsiteX16" fmla="*/ 75581 w 75580"/>
                  <a:gd name="connsiteY16" fmla="*/ 42053 h 76009"/>
                  <a:gd name="connsiteX17" fmla="*/ 75581 w 75580"/>
                  <a:gd name="connsiteY17" fmla="*/ 75962 h 76009"/>
                  <a:gd name="connsiteX18" fmla="*/ 60769 w 75580"/>
                  <a:gd name="connsiteY18" fmla="*/ 75962 h 76009"/>
                  <a:gd name="connsiteX19" fmla="*/ 60769 w 75580"/>
                  <a:gd name="connsiteY19" fmla="*/ 71342 h 76009"/>
                  <a:gd name="connsiteX20" fmla="*/ 60769 w 75580"/>
                  <a:gd name="connsiteY20" fmla="*/ 71342 h 76009"/>
                  <a:gd name="connsiteX21" fmla="*/ 60769 w 75580"/>
                  <a:gd name="connsiteY21" fmla="*/ 48768 h 76009"/>
                  <a:gd name="connsiteX22" fmla="*/ 60769 w 75580"/>
                  <a:gd name="connsiteY22" fmla="*/ 48768 h 76009"/>
                  <a:gd name="connsiteX23" fmla="*/ 50959 w 75580"/>
                  <a:gd name="connsiteY23" fmla="*/ 38576 h 76009"/>
                  <a:gd name="connsiteX24" fmla="*/ 50959 w 75580"/>
                  <a:gd name="connsiteY24" fmla="*/ 38576 h 76009"/>
                  <a:gd name="connsiteX25" fmla="*/ 40195 w 75580"/>
                  <a:gd name="connsiteY25" fmla="*/ 48768 h 76009"/>
                  <a:gd name="connsiteX26" fmla="*/ 40195 w 75580"/>
                  <a:gd name="connsiteY26" fmla="*/ 48768 h 76009"/>
                  <a:gd name="connsiteX27" fmla="*/ 40195 w 75580"/>
                  <a:gd name="connsiteY27" fmla="*/ 76009 h 76009"/>
                  <a:gd name="connsiteX28" fmla="*/ 25384 w 75580"/>
                  <a:gd name="connsiteY28" fmla="*/ 76009 h 76009"/>
                  <a:gd name="connsiteX29" fmla="*/ 25384 w 75580"/>
                  <a:gd name="connsiteY29" fmla="*/ 25622 h 76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75580" h="76009">
                    <a:moveTo>
                      <a:pt x="1524" y="25527"/>
                    </a:moveTo>
                    <a:lnTo>
                      <a:pt x="16526" y="25527"/>
                    </a:lnTo>
                    <a:lnTo>
                      <a:pt x="16526" y="75914"/>
                    </a:lnTo>
                    <a:lnTo>
                      <a:pt x="1524" y="75914"/>
                    </a:lnTo>
                    <a:lnTo>
                      <a:pt x="1524" y="25527"/>
                    </a:lnTo>
                    <a:close/>
                    <a:moveTo>
                      <a:pt x="8906" y="0"/>
                    </a:moveTo>
                    <a:cubicBezTo>
                      <a:pt x="13907" y="0"/>
                      <a:pt x="18002" y="4096"/>
                      <a:pt x="18002" y="9096"/>
                    </a:cubicBezTo>
                    <a:cubicBezTo>
                      <a:pt x="18002" y="14097"/>
                      <a:pt x="13907" y="18193"/>
                      <a:pt x="8906" y="18193"/>
                    </a:cubicBezTo>
                    <a:cubicBezTo>
                      <a:pt x="3905" y="18193"/>
                      <a:pt x="0" y="14097"/>
                      <a:pt x="0" y="9096"/>
                    </a:cubicBezTo>
                    <a:cubicBezTo>
                      <a:pt x="0" y="4096"/>
                      <a:pt x="3905" y="0"/>
                      <a:pt x="8906" y="0"/>
                    </a:cubicBezTo>
                    <a:lnTo>
                      <a:pt x="8906" y="0"/>
                    </a:lnTo>
                    <a:close/>
                    <a:moveTo>
                      <a:pt x="25384" y="25527"/>
                    </a:moveTo>
                    <a:lnTo>
                      <a:pt x="40195" y="25527"/>
                    </a:lnTo>
                    <a:lnTo>
                      <a:pt x="40195" y="32575"/>
                    </a:lnTo>
                    <a:cubicBezTo>
                      <a:pt x="43339" y="27956"/>
                      <a:pt x="48530" y="25003"/>
                      <a:pt x="54435" y="25003"/>
                    </a:cubicBezTo>
                    <a:lnTo>
                      <a:pt x="58531" y="25003"/>
                    </a:lnTo>
                    <a:cubicBezTo>
                      <a:pt x="67961" y="25003"/>
                      <a:pt x="75581" y="32766"/>
                      <a:pt x="75581" y="42053"/>
                    </a:cubicBezTo>
                    <a:lnTo>
                      <a:pt x="75581" y="75962"/>
                    </a:lnTo>
                    <a:lnTo>
                      <a:pt x="60769" y="75962"/>
                    </a:lnTo>
                    <a:lnTo>
                      <a:pt x="60769" y="71342"/>
                    </a:lnTo>
                    <a:lnTo>
                      <a:pt x="60769" y="71342"/>
                    </a:lnTo>
                    <a:lnTo>
                      <a:pt x="60769" y="48768"/>
                    </a:lnTo>
                    <a:lnTo>
                      <a:pt x="60769" y="48768"/>
                    </a:lnTo>
                    <a:cubicBezTo>
                      <a:pt x="60579" y="43005"/>
                      <a:pt x="56674" y="38576"/>
                      <a:pt x="50959" y="38576"/>
                    </a:cubicBezTo>
                    <a:lnTo>
                      <a:pt x="50959" y="38576"/>
                    </a:lnTo>
                    <a:cubicBezTo>
                      <a:pt x="45196" y="38576"/>
                      <a:pt x="40386" y="43005"/>
                      <a:pt x="40195" y="48768"/>
                    </a:cubicBezTo>
                    <a:lnTo>
                      <a:pt x="40195" y="48768"/>
                    </a:lnTo>
                    <a:lnTo>
                      <a:pt x="40195" y="76009"/>
                    </a:lnTo>
                    <a:lnTo>
                      <a:pt x="25384" y="76009"/>
                    </a:lnTo>
                    <a:lnTo>
                      <a:pt x="25384" y="25622"/>
                    </a:lnTo>
                    <a:close/>
                  </a:path>
                </a:pathLst>
              </a:custGeom>
              <a:solidFill>
                <a:srgbClr val="FFFFFF"/>
              </a:solidFill>
              <a:ln w="4763" cap="flat">
                <a:noFill/>
                <a:prstDash val="solid"/>
                <a:miter/>
              </a:ln>
            </p:spPr>
            <p:txBody>
              <a:bodyPr rtlCol="0" anchor="ctr"/>
              <a:lstStyle/>
              <a:p>
                <a:endParaRPr lang="en-AU"/>
              </a:p>
            </p:txBody>
          </p:sp>
        </p:grpSp>
        <p:grpSp>
          <p:nvGrpSpPr>
            <p:cNvPr id="27" name="Graphic 3">
              <a:extLst>
                <a:ext uri="{FF2B5EF4-FFF2-40B4-BE49-F238E27FC236}">
                  <a16:creationId xmlns:a16="http://schemas.microsoft.com/office/drawing/2014/main" id="{4AF81122-B682-3D4F-1692-03A9A1D0D0D9}"/>
                </a:ext>
              </a:extLst>
            </p:cNvPr>
            <p:cNvGrpSpPr/>
            <p:nvPr/>
          </p:nvGrpSpPr>
          <p:grpSpPr>
            <a:xfrm>
              <a:off x="991457" y="4600908"/>
              <a:ext cx="171354" cy="171354"/>
              <a:chOff x="991457" y="4600908"/>
              <a:chExt cx="171354" cy="171354"/>
            </a:xfrm>
            <a:solidFill>
              <a:srgbClr val="FFFFFF"/>
            </a:solidFill>
          </p:grpSpPr>
          <p:sp>
            <p:nvSpPr>
              <p:cNvPr id="28" name="Freeform: Shape 27">
                <a:extLst>
                  <a:ext uri="{FF2B5EF4-FFF2-40B4-BE49-F238E27FC236}">
                    <a16:creationId xmlns:a16="http://schemas.microsoft.com/office/drawing/2014/main" id="{C107F021-466F-02E9-8D53-CF6B99842509}"/>
                  </a:ext>
                </a:extLst>
              </p:cNvPr>
              <p:cNvSpPr/>
              <p:nvPr/>
            </p:nvSpPr>
            <p:spPr>
              <a:xfrm>
                <a:off x="991457" y="4600908"/>
                <a:ext cx="171354" cy="171354"/>
              </a:xfrm>
              <a:custGeom>
                <a:avLst/>
                <a:gdLst>
                  <a:gd name="connsiteX0" fmla="*/ 85677 w 171354"/>
                  <a:gd name="connsiteY0" fmla="*/ 171355 h 171354"/>
                  <a:gd name="connsiteX1" fmla="*/ 0 w 171354"/>
                  <a:gd name="connsiteY1" fmla="*/ 85677 h 171354"/>
                  <a:gd name="connsiteX2" fmla="*/ 85677 w 171354"/>
                  <a:gd name="connsiteY2" fmla="*/ 0 h 171354"/>
                  <a:gd name="connsiteX3" fmla="*/ 171355 w 171354"/>
                  <a:gd name="connsiteY3" fmla="*/ 85677 h 171354"/>
                  <a:gd name="connsiteX4" fmla="*/ 85677 w 171354"/>
                  <a:gd name="connsiteY4" fmla="*/ 171355 h 171354"/>
                  <a:gd name="connsiteX5" fmla="*/ 85677 w 171354"/>
                  <a:gd name="connsiteY5" fmla="*/ 6620 h 171354"/>
                  <a:gd name="connsiteX6" fmla="*/ 6620 w 171354"/>
                  <a:gd name="connsiteY6" fmla="*/ 85677 h 171354"/>
                  <a:gd name="connsiteX7" fmla="*/ 85677 w 171354"/>
                  <a:gd name="connsiteY7" fmla="*/ 164735 h 171354"/>
                  <a:gd name="connsiteX8" fmla="*/ 164735 w 171354"/>
                  <a:gd name="connsiteY8" fmla="*/ 85677 h 171354"/>
                  <a:gd name="connsiteX9" fmla="*/ 85677 w 171354"/>
                  <a:gd name="connsiteY9" fmla="*/ 6620 h 171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54" h="171354">
                    <a:moveTo>
                      <a:pt x="85677" y="171355"/>
                    </a:moveTo>
                    <a:cubicBezTo>
                      <a:pt x="38433" y="171355"/>
                      <a:pt x="0" y="132921"/>
                      <a:pt x="0" y="85677"/>
                    </a:cubicBezTo>
                    <a:cubicBezTo>
                      <a:pt x="0" y="38433"/>
                      <a:pt x="38433" y="0"/>
                      <a:pt x="85677" y="0"/>
                    </a:cubicBezTo>
                    <a:cubicBezTo>
                      <a:pt x="132921" y="0"/>
                      <a:pt x="171355" y="38433"/>
                      <a:pt x="171355" y="85677"/>
                    </a:cubicBezTo>
                    <a:cubicBezTo>
                      <a:pt x="171355" y="132921"/>
                      <a:pt x="132921" y="171355"/>
                      <a:pt x="85677" y="171355"/>
                    </a:cubicBezTo>
                    <a:close/>
                    <a:moveTo>
                      <a:pt x="85677" y="6620"/>
                    </a:moveTo>
                    <a:cubicBezTo>
                      <a:pt x="42101" y="6620"/>
                      <a:pt x="6620" y="42101"/>
                      <a:pt x="6620" y="85677"/>
                    </a:cubicBezTo>
                    <a:cubicBezTo>
                      <a:pt x="6620" y="129254"/>
                      <a:pt x="42101" y="164735"/>
                      <a:pt x="85677" y="164735"/>
                    </a:cubicBezTo>
                    <a:cubicBezTo>
                      <a:pt x="129254" y="164735"/>
                      <a:pt x="164735" y="129254"/>
                      <a:pt x="164735" y="85677"/>
                    </a:cubicBezTo>
                    <a:cubicBezTo>
                      <a:pt x="164735" y="42101"/>
                      <a:pt x="129254" y="6620"/>
                      <a:pt x="85677" y="6620"/>
                    </a:cubicBezTo>
                    <a:close/>
                  </a:path>
                </a:pathLst>
              </a:custGeom>
              <a:solidFill>
                <a:srgbClr val="FFFFFF"/>
              </a:solidFill>
              <a:ln w="4763" cap="flat">
                <a:noFill/>
                <a:prstDash val="solid"/>
                <a:miter/>
              </a:ln>
            </p:spPr>
            <p:txBody>
              <a:bodyPr rtlCol="0" anchor="ctr"/>
              <a:lstStyle/>
              <a:p>
                <a:endParaRPr lang="en-AU"/>
              </a:p>
            </p:txBody>
          </p:sp>
          <p:sp>
            <p:nvSpPr>
              <p:cNvPr id="29" name="Freeform: Shape 28">
                <a:extLst>
                  <a:ext uri="{FF2B5EF4-FFF2-40B4-BE49-F238E27FC236}">
                    <a16:creationId xmlns:a16="http://schemas.microsoft.com/office/drawing/2014/main" id="{0A6EAA11-2208-EDD8-E640-9C795B4DAED8}"/>
                  </a:ext>
                </a:extLst>
              </p:cNvPr>
              <p:cNvSpPr/>
              <p:nvPr/>
            </p:nvSpPr>
            <p:spPr>
              <a:xfrm>
                <a:off x="1026509" y="4650581"/>
                <a:ext cx="101441" cy="71723"/>
              </a:xfrm>
              <a:custGeom>
                <a:avLst/>
                <a:gdLst>
                  <a:gd name="connsiteX0" fmla="*/ 100251 w 101441"/>
                  <a:gd name="connsiteY0" fmla="*/ 15764 h 71723"/>
                  <a:gd name="connsiteX1" fmla="*/ 81105 w 101441"/>
                  <a:gd name="connsiteY1" fmla="*/ 1191 h 71723"/>
                  <a:gd name="connsiteX2" fmla="*/ 50721 w 101441"/>
                  <a:gd name="connsiteY2" fmla="*/ 0 h 71723"/>
                  <a:gd name="connsiteX3" fmla="*/ 20336 w 101441"/>
                  <a:gd name="connsiteY3" fmla="*/ 1191 h 71723"/>
                  <a:gd name="connsiteX4" fmla="*/ 1000 w 101441"/>
                  <a:gd name="connsiteY4" fmla="*/ 15764 h 71723"/>
                  <a:gd name="connsiteX5" fmla="*/ 0 w 101441"/>
                  <a:gd name="connsiteY5" fmla="*/ 35862 h 71723"/>
                  <a:gd name="connsiteX6" fmla="*/ 1000 w 101441"/>
                  <a:gd name="connsiteY6" fmla="*/ 55959 h 71723"/>
                  <a:gd name="connsiteX7" fmla="*/ 20336 w 101441"/>
                  <a:gd name="connsiteY7" fmla="*/ 70533 h 71723"/>
                  <a:gd name="connsiteX8" fmla="*/ 50721 w 101441"/>
                  <a:gd name="connsiteY8" fmla="*/ 71723 h 71723"/>
                  <a:gd name="connsiteX9" fmla="*/ 81105 w 101441"/>
                  <a:gd name="connsiteY9" fmla="*/ 70533 h 71723"/>
                  <a:gd name="connsiteX10" fmla="*/ 100251 w 101441"/>
                  <a:gd name="connsiteY10" fmla="*/ 55959 h 71723"/>
                  <a:gd name="connsiteX11" fmla="*/ 101441 w 101441"/>
                  <a:gd name="connsiteY11" fmla="*/ 35862 h 71723"/>
                  <a:gd name="connsiteX12" fmla="*/ 100251 w 101441"/>
                  <a:gd name="connsiteY12" fmla="*/ 15764 h 71723"/>
                  <a:gd name="connsiteX13" fmla="*/ 40481 w 101441"/>
                  <a:gd name="connsiteY13" fmla="*/ 51292 h 71723"/>
                  <a:gd name="connsiteX14" fmla="*/ 40481 w 101441"/>
                  <a:gd name="connsiteY14" fmla="*/ 20717 h 71723"/>
                  <a:gd name="connsiteX15" fmla="*/ 66913 w 101441"/>
                  <a:gd name="connsiteY15" fmla="*/ 35909 h 71723"/>
                  <a:gd name="connsiteX16" fmla="*/ 40481 w 101441"/>
                  <a:gd name="connsiteY16" fmla="*/ 51292 h 71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1441" h="71723">
                    <a:moveTo>
                      <a:pt x="100251" y="15764"/>
                    </a:moveTo>
                    <a:cubicBezTo>
                      <a:pt x="98679" y="4143"/>
                      <a:pt x="92774" y="2143"/>
                      <a:pt x="81105" y="1191"/>
                    </a:cubicBezTo>
                    <a:cubicBezTo>
                      <a:pt x="71057" y="381"/>
                      <a:pt x="59627" y="0"/>
                      <a:pt x="50721" y="0"/>
                    </a:cubicBezTo>
                    <a:cubicBezTo>
                      <a:pt x="41815" y="0"/>
                      <a:pt x="30194" y="381"/>
                      <a:pt x="20336" y="1191"/>
                    </a:cubicBezTo>
                    <a:cubicBezTo>
                      <a:pt x="8715" y="2191"/>
                      <a:pt x="2572" y="4143"/>
                      <a:pt x="1000" y="15764"/>
                    </a:cubicBezTo>
                    <a:cubicBezTo>
                      <a:pt x="429" y="21098"/>
                      <a:pt x="0" y="28384"/>
                      <a:pt x="0" y="35862"/>
                    </a:cubicBezTo>
                    <a:cubicBezTo>
                      <a:pt x="0" y="43339"/>
                      <a:pt x="381" y="50864"/>
                      <a:pt x="1000" y="55959"/>
                    </a:cubicBezTo>
                    <a:cubicBezTo>
                      <a:pt x="2572" y="67818"/>
                      <a:pt x="8715" y="69580"/>
                      <a:pt x="20336" y="70533"/>
                    </a:cubicBezTo>
                    <a:cubicBezTo>
                      <a:pt x="30194" y="71533"/>
                      <a:pt x="41815" y="71723"/>
                      <a:pt x="50721" y="71723"/>
                    </a:cubicBezTo>
                    <a:cubicBezTo>
                      <a:pt x="59627" y="71723"/>
                      <a:pt x="71057" y="71533"/>
                      <a:pt x="81105" y="70533"/>
                    </a:cubicBezTo>
                    <a:cubicBezTo>
                      <a:pt x="92726" y="69532"/>
                      <a:pt x="98679" y="67770"/>
                      <a:pt x="100251" y="55959"/>
                    </a:cubicBezTo>
                    <a:cubicBezTo>
                      <a:pt x="101060" y="50816"/>
                      <a:pt x="101441" y="43339"/>
                      <a:pt x="101441" y="35862"/>
                    </a:cubicBezTo>
                    <a:cubicBezTo>
                      <a:pt x="101441" y="28384"/>
                      <a:pt x="101060" y="21050"/>
                      <a:pt x="100251" y="15764"/>
                    </a:cubicBezTo>
                    <a:close/>
                    <a:moveTo>
                      <a:pt x="40481" y="51292"/>
                    </a:moveTo>
                    <a:lnTo>
                      <a:pt x="40481" y="20717"/>
                    </a:lnTo>
                    <a:lnTo>
                      <a:pt x="66913" y="35909"/>
                    </a:lnTo>
                    <a:lnTo>
                      <a:pt x="40481" y="51292"/>
                    </a:lnTo>
                    <a:close/>
                  </a:path>
                </a:pathLst>
              </a:custGeom>
              <a:solidFill>
                <a:srgbClr val="FFFFFF"/>
              </a:solidFill>
              <a:ln w="4763" cap="flat">
                <a:noFill/>
                <a:prstDash val="solid"/>
                <a:miter/>
              </a:ln>
            </p:spPr>
            <p:txBody>
              <a:bodyPr rtlCol="0" anchor="ctr"/>
              <a:lstStyle/>
              <a:p>
                <a:endParaRPr lang="en-AU"/>
              </a:p>
            </p:txBody>
          </p:sp>
        </p:grpSp>
      </p:grpSp>
      <p:sp>
        <p:nvSpPr>
          <p:cNvPr id="30" name="TextBox 29">
            <a:extLst>
              <a:ext uri="{FF2B5EF4-FFF2-40B4-BE49-F238E27FC236}">
                <a16:creationId xmlns:a16="http://schemas.microsoft.com/office/drawing/2014/main" id="{86AA1CEC-8694-F371-4526-F602B1F47D9A}"/>
              </a:ext>
            </a:extLst>
          </p:cNvPr>
          <p:cNvSpPr txBox="1"/>
          <p:nvPr userDrawn="1"/>
        </p:nvSpPr>
        <p:spPr>
          <a:xfrm>
            <a:off x="293584" y="4859373"/>
            <a:ext cx="3144375" cy="215444"/>
          </a:xfrm>
          <a:prstGeom prst="rect">
            <a:avLst/>
          </a:prstGeom>
          <a:noFill/>
        </p:spPr>
        <p:txBody>
          <a:bodyPr wrap="square" rtlCol="0">
            <a:spAutoFit/>
          </a:bodyPr>
          <a:lstStyle>
            <a:defPPr marR="0" lvl="0" algn="l" rtl="0">
              <a:lnSpc>
                <a:spcPct val="100000"/>
              </a:lnSpc>
              <a:spcBef>
                <a:spcPts val="0"/>
              </a:spcBef>
              <a:spcAft>
                <a:spcPts val="0"/>
              </a:spcAft>
            </a:defPPr>
            <a:lvl1pPr>
              <a:defRPr sz="700">
                <a:solidFill>
                  <a:schemeClr val="bg1"/>
                </a:solidFill>
                <a:effectLst/>
                <a:latin typeface="Verdana" panose="020B0604030504040204" pitchFamily="34" charset="0"/>
                <a:ea typeface="Verdana" panose="020B0604030504040204" pitchFamily="34" charset="0"/>
              </a:defRPr>
            </a:lvl1pPr>
          </a:lstStyle>
          <a:p>
            <a:pPr lvl="0"/>
            <a:r>
              <a:rPr lang="en-US" dirty="0"/>
              <a:t>Copyright © 2025 Ascendion. All rights reserved</a:t>
            </a:r>
          </a:p>
        </p:txBody>
      </p:sp>
      <p:sp>
        <p:nvSpPr>
          <p:cNvPr id="33" name="Google Shape;10;p2">
            <a:extLst>
              <a:ext uri="{FF2B5EF4-FFF2-40B4-BE49-F238E27FC236}">
                <a16:creationId xmlns:a16="http://schemas.microsoft.com/office/drawing/2014/main" id="{D543CF40-CA6C-AB12-3735-CF8AC652A545}"/>
              </a:ext>
            </a:extLst>
          </p:cNvPr>
          <p:cNvSpPr txBox="1">
            <a:spLocks noGrp="1"/>
          </p:cNvSpPr>
          <p:nvPr>
            <p:ph type="ctrTitle" hasCustomPrompt="1"/>
          </p:nvPr>
        </p:nvSpPr>
        <p:spPr>
          <a:xfrm>
            <a:off x="311708" y="2197678"/>
            <a:ext cx="3457652" cy="516890"/>
          </a:xfrm>
          <a:prstGeom prst="rect">
            <a:avLst/>
          </a:prstGeom>
        </p:spPr>
        <p:txBody>
          <a:bodyPr spcFirstLastPara="1" wrap="square" lIns="90000" tIns="90000" rIns="90000" bIns="36000" anchor="b" anchorCtr="0">
            <a:noAutofit/>
          </a:bodyPr>
          <a:lstStyle>
            <a:lvl1pPr lvl="0" algn="l">
              <a:spcBef>
                <a:spcPts val="0"/>
              </a:spcBef>
              <a:spcAft>
                <a:spcPts val="0"/>
              </a:spcAft>
              <a:buSzPts val="5200"/>
              <a:buNone/>
              <a:defRPr sz="2800" b="1">
                <a:solidFill>
                  <a:schemeClr val="tx1"/>
                </a:solidFill>
                <a:latin typeface="PP Neue Machina Plain Ultrabold" pitchFamily="50" charset="0"/>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r>
              <a:rPr lang="en-IN" dirty="0"/>
              <a:t>Thank You</a:t>
            </a:r>
            <a:endParaRPr dirty="0"/>
          </a:p>
        </p:txBody>
      </p:sp>
      <p:sp>
        <p:nvSpPr>
          <p:cNvPr id="3" name="TextBox 2">
            <a:extLst>
              <a:ext uri="{FF2B5EF4-FFF2-40B4-BE49-F238E27FC236}">
                <a16:creationId xmlns:a16="http://schemas.microsoft.com/office/drawing/2014/main" id="{69497E82-4A98-F71A-3215-2276DC36E2B6}"/>
              </a:ext>
            </a:extLst>
          </p:cNvPr>
          <p:cNvSpPr txBox="1"/>
          <p:nvPr userDrawn="1"/>
        </p:nvSpPr>
        <p:spPr>
          <a:xfrm>
            <a:off x="7464222" y="1251107"/>
            <a:ext cx="1531996" cy="2862322"/>
          </a:xfrm>
          <a:prstGeom prst="rect">
            <a:avLst/>
          </a:prstGeom>
          <a:noFill/>
        </p:spPr>
        <p:txBody>
          <a:bodyPr wrap="square">
            <a:spAutoFit/>
          </a:bodyPr>
          <a:lstStyle/>
          <a:p>
            <a:r>
              <a:rPr lang="en-US" sz="900" dirty="0">
                <a:solidFill>
                  <a:schemeClr val="tx1"/>
                </a:solidFill>
                <a:latin typeface="Verdana" panose="020B0604030504040204" pitchFamily="34" charset="0"/>
                <a:ea typeface="Verdana" panose="020B0604030504040204" pitchFamily="34" charset="0"/>
              </a:rPr>
              <a:t>Ascendion provides digital engineering services that power growth and deliver captivating experiences to consumers and employees. Our applied AI, engineering, cloud, data, experience design, and talent transformation capabilities accelerate innovation for Global 2000 clients. Headquartered in New Jersey, our workforce delivers solutions from around the globe. </a:t>
            </a:r>
          </a:p>
        </p:txBody>
      </p:sp>
      <p:sp>
        <p:nvSpPr>
          <p:cNvPr id="4" name="Picture Placeholder 2">
            <a:extLst>
              <a:ext uri="{FF2B5EF4-FFF2-40B4-BE49-F238E27FC236}">
                <a16:creationId xmlns:a16="http://schemas.microsoft.com/office/drawing/2014/main" id="{1938EC65-1DD5-7040-A0CB-EF988A17EA8D}"/>
              </a:ext>
            </a:extLst>
          </p:cNvPr>
          <p:cNvSpPr>
            <a:spLocks noGrp="1"/>
          </p:cNvSpPr>
          <p:nvPr>
            <p:ph type="pic" sz="quarter" idx="13" hasCustomPrompt="1"/>
          </p:nvPr>
        </p:nvSpPr>
        <p:spPr>
          <a:xfrm>
            <a:off x="-8160" y="-1271"/>
            <a:ext cx="9152635" cy="4462781"/>
          </a:xfrm>
          <a:custGeom>
            <a:avLst/>
            <a:gdLst>
              <a:gd name="connsiteX0" fmla="*/ 0 w 9144000"/>
              <a:gd name="connsiteY0" fmla="*/ 0 h 4442826"/>
              <a:gd name="connsiteX1" fmla="*/ 9144000 w 9144000"/>
              <a:gd name="connsiteY1" fmla="*/ 0 h 4442826"/>
              <a:gd name="connsiteX2" fmla="*/ 9144000 w 9144000"/>
              <a:gd name="connsiteY2" fmla="*/ 4442826 h 4442826"/>
              <a:gd name="connsiteX3" fmla="*/ 0 w 9144000"/>
              <a:gd name="connsiteY3" fmla="*/ 4442826 h 4442826"/>
              <a:gd name="connsiteX4" fmla="*/ 0 w 9144000"/>
              <a:gd name="connsiteY4" fmla="*/ 0 h 4442826"/>
              <a:gd name="connsiteX0" fmla="*/ 0 w 9151620"/>
              <a:gd name="connsiteY0" fmla="*/ 0 h 4458066"/>
              <a:gd name="connsiteX1" fmla="*/ 9144000 w 9151620"/>
              <a:gd name="connsiteY1" fmla="*/ 0 h 4458066"/>
              <a:gd name="connsiteX2" fmla="*/ 9151620 w 9151620"/>
              <a:gd name="connsiteY2" fmla="*/ 4458066 h 4458066"/>
              <a:gd name="connsiteX3" fmla="*/ 0 w 9151620"/>
              <a:gd name="connsiteY3" fmla="*/ 4442826 h 4458066"/>
              <a:gd name="connsiteX4" fmla="*/ 0 w 9151620"/>
              <a:gd name="connsiteY4"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0 w 9151620"/>
              <a:gd name="connsiteY4" fmla="*/ 4442826 h 4458066"/>
              <a:gd name="connsiteX5" fmla="*/ 0 w 9151620"/>
              <a:gd name="connsiteY5"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7551420 w 9151620"/>
              <a:gd name="connsiteY4" fmla="*/ 4436111 h 4458066"/>
              <a:gd name="connsiteX5" fmla="*/ 0 w 9151620"/>
              <a:gd name="connsiteY5" fmla="*/ 4442826 h 4458066"/>
              <a:gd name="connsiteX6" fmla="*/ 0 w 9151620"/>
              <a:gd name="connsiteY6"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8282940 w 9151620"/>
              <a:gd name="connsiteY4" fmla="*/ 4436111 h 4458066"/>
              <a:gd name="connsiteX5" fmla="*/ 7551420 w 9151620"/>
              <a:gd name="connsiteY5" fmla="*/ 4436111 h 4458066"/>
              <a:gd name="connsiteX6" fmla="*/ 0 w 9151620"/>
              <a:gd name="connsiteY6" fmla="*/ 4442826 h 4458066"/>
              <a:gd name="connsiteX7" fmla="*/ 0 w 9151620"/>
              <a:gd name="connsiteY7"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8260080 w 9151620"/>
              <a:gd name="connsiteY4" fmla="*/ 4306571 h 4458066"/>
              <a:gd name="connsiteX5" fmla="*/ 7551420 w 9151620"/>
              <a:gd name="connsiteY5" fmla="*/ 4436111 h 4458066"/>
              <a:gd name="connsiteX6" fmla="*/ 0 w 9151620"/>
              <a:gd name="connsiteY6" fmla="*/ 4442826 h 4458066"/>
              <a:gd name="connsiteX7" fmla="*/ 0 w 9151620"/>
              <a:gd name="connsiteY7" fmla="*/ 0 h 4458066"/>
              <a:gd name="connsiteX0" fmla="*/ 0 w 9151620"/>
              <a:gd name="connsiteY0" fmla="*/ 0 h 4462781"/>
              <a:gd name="connsiteX1" fmla="*/ 9144000 w 9151620"/>
              <a:gd name="connsiteY1" fmla="*/ 0 h 4462781"/>
              <a:gd name="connsiteX2" fmla="*/ 9151620 w 9151620"/>
              <a:gd name="connsiteY2" fmla="*/ 4458066 h 4462781"/>
              <a:gd name="connsiteX3" fmla="*/ 8941594 w 9151620"/>
              <a:gd name="connsiteY3" fmla="*/ 4462781 h 4462781"/>
              <a:gd name="connsiteX4" fmla="*/ 8260080 w 9151620"/>
              <a:gd name="connsiteY4" fmla="*/ 4306571 h 4462781"/>
              <a:gd name="connsiteX5" fmla="*/ 7551420 w 9151620"/>
              <a:gd name="connsiteY5" fmla="*/ 4436111 h 4462781"/>
              <a:gd name="connsiteX6" fmla="*/ 0 w 9151620"/>
              <a:gd name="connsiteY6" fmla="*/ 4442826 h 4462781"/>
              <a:gd name="connsiteX7" fmla="*/ 0 w 9151620"/>
              <a:gd name="connsiteY7" fmla="*/ 0 h 4462781"/>
              <a:gd name="connsiteX0" fmla="*/ 0 w 9151620"/>
              <a:gd name="connsiteY0" fmla="*/ 0 h 4462781"/>
              <a:gd name="connsiteX1" fmla="*/ 9144000 w 9151620"/>
              <a:gd name="connsiteY1" fmla="*/ 0 h 4462781"/>
              <a:gd name="connsiteX2" fmla="*/ 9151620 w 9151620"/>
              <a:gd name="connsiteY2" fmla="*/ 4458066 h 4462781"/>
              <a:gd name="connsiteX3" fmla="*/ 8941594 w 9151620"/>
              <a:gd name="connsiteY3" fmla="*/ 4462781 h 4462781"/>
              <a:gd name="connsiteX4" fmla="*/ 8260080 w 9151620"/>
              <a:gd name="connsiteY4" fmla="*/ 4306571 h 4462781"/>
              <a:gd name="connsiteX5" fmla="*/ 7556182 w 9151620"/>
              <a:gd name="connsiteY5" fmla="*/ 4462304 h 4462781"/>
              <a:gd name="connsiteX6" fmla="*/ 0 w 9151620"/>
              <a:gd name="connsiteY6" fmla="*/ 4442826 h 4462781"/>
              <a:gd name="connsiteX7" fmla="*/ 0 w 9151620"/>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41594 w 9144476"/>
              <a:gd name="connsiteY3" fmla="*/ 4462781 h 4462781"/>
              <a:gd name="connsiteX4" fmla="*/ 8260080 w 9144476"/>
              <a:gd name="connsiteY4" fmla="*/ 4306571 h 4462781"/>
              <a:gd name="connsiteX5" fmla="*/ 7556182 w 9144476"/>
              <a:gd name="connsiteY5" fmla="*/ 4462304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41594 w 9144476"/>
              <a:gd name="connsiteY3" fmla="*/ 4462781 h 4462781"/>
              <a:gd name="connsiteX4" fmla="*/ 8260080 w 9144476"/>
              <a:gd name="connsiteY4" fmla="*/ 4306571 h 4462781"/>
              <a:gd name="connsiteX5" fmla="*/ 7541895 w 9144476"/>
              <a:gd name="connsiteY5" fmla="*/ 4452779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53500 w 9144476"/>
              <a:gd name="connsiteY3" fmla="*/ 4462781 h 4462781"/>
              <a:gd name="connsiteX4" fmla="*/ 8260080 w 9144476"/>
              <a:gd name="connsiteY4" fmla="*/ 4306571 h 4462781"/>
              <a:gd name="connsiteX5" fmla="*/ 7541895 w 9144476"/>
              <a:gd name="connsiteY5" fmla="*/ 4452779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53500 w 9144476"/>
              <a:gd name="connsiteY3" fmla="*/ 4462781 h 4462781"/>
              <a:gd name="connsiteX4" fmla="*/ 8260080 w 9144476"/>
              <a:gd name="connsiteY4" fmla="*/ 4306571 h 4462781"/>
              <a:gd name="connsiteX5" fmla="*/ 7551131 w 9144476"/>
              <a:gd name="connsiteY5" fmla="*/ 4462015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53500 w 9144476"/>
              <a:gd name="connsiteY3" fmla="*/ 4462781 h 4462781"/>
              <a:gd name="connsiteX4" fmla="*/ 8260080 w 9144476"/>
              <a:gd name="connsiteY4" fmla="*/ 4306571 h 4462781"/>
              <a:gd name="connsiteX5" fmla="*/ 7551131 w 9144476"/>
              <a:gd name="connsiteY5" fmla="*/ 4462015 h 4462781"/>
              <a:gd name="connsiteX6" fmla="*/ 18473 w 9144476"/>
              <a:gd name="connsiteY6" fmla="*/ 4461299 h 4462781"/>
              <a:gd name="connsiteX7" fmla="*/ 0 w 9144476"/>
              <a:gd name="connsiteY7" fmla="*/ 0 h 4462781"/>
              <a:gd name="connsiteX0" fmla="*/ 8159 w 9152635"/>
              <a:gd name="connsiteY0" fmla="*/ 0 h 4462781"/>
              <a:gd name="connsiteX1" fmla="*/ 9152159 w 9152635"/>
              <a:gd name="connsiteY1" fmla="*/ 0 h 4462781"/>
              <a:gd name="connsiteX2" fmla="*/ 9152635 w 9152635"/>
              <a:gd name="connsiteY2" fmla="*/ 4458066 h 4462781"/>
              <a:gd name="connsiteX3" fmla="*/ 8961659 w 9152635"/>
              <a:gd name="connsiteY3" fmla="*/ 4462781 h 4462781"/>
              <a:gd name="connsiteX4" fmla="*/ 8268239 w 9152635"/>
              <a:gd name="connsiteY4" fmla="*/ 4306571 h 4462781"/>
              <a:gd name="connsiteX5" fmla="*/ 7559290 w 9152635"/>
              <a:gd name="connsiteY5" fmla="*/ 4462015 h 4462781"/>
              <a:gd name="connsiteX6" fmla="*/ 1232 w 9152635"/>
              <a:gd name="connsiteY6" fmla="*/ 4461299 h 4462781"/>
              <a:gd name="connsiteX7" fmla="*/ 8159 w 9152635"/>
              <a:gd name="connsiteY7" fmla="*/ 0 h 4462781"/>
              <a:gd name="connsiteX0" fmla="*/ 8159 w 9152635"/>
              <a:gd name="connsiteY0" fmla="*/ 0 h 4462781"/>
              <a:gd name="connsiteX1" fmla="*/ 9152159 w 9152635"/>
              <a:gd name="connsiteY1" fmla="*/ 0 h 4462781"/>
              <a:gd name="connsiteX2" fmla="*/ 9152635 w 9152635"/>
              <a:gd name="connsiteY2" fmla="*/ 4458066 h 4462781"/>
              <a:gd name="connsiteX3" fmla="*/ 8961659 w 9152635"/>
              <a:gd name="connsiteY3" fmla="*/ 4462781 h 4462781"/>
              <a:gd name="connsiteX4" fmla="*/ 8272049 w 9152635"/>
              <a:gd name="connsiteY4" fmla="*/ 4312286 h 4462781"/>
              <a:gd name="connsiteX5" fmla="*/ 7559290 w 9152635"/>
              <a:gd name="connsiteY5" fmla="*/ 4462015 h 4462781"/>
              <a:gd name="connsiteX6" fmla="*/ 1232 w 9152635"/>
              <a:gd name="connsiteY6" fmla="*/ 4461299 h 4462781"/>
              <a:gd name="connsiteX7" fmla="*/ 8159 w 9152635"/>
              <a:gd name="connsiteY7" fmla="*/ 0 h 4462781"/>
              <a:gd name="connsiteX0" fmla="*/ 8159 w 9152635"/>
              <a:gd name="connsiteY0" fmla="*/ 0 h 4462781"/>
              <a:gd name="connsiteX1" fmla="*/ 9152159 w 9152635"/>
              <a:gd name="connsiteY1" fmla="*/ 0 h 4462781"/>
              <a:gd name="connsiteX2" fmla="*/ 9152635 w 9152635"/>
              <a:gd name="connsiteY2" fmla="*/ 4458066 h 4462781"/>
              <a:gd name="connsiteX3" fmla="*/ 8961659 w 9152635"/>
              <a:gd name="connsiteY3" fmla="*/ 4462781 h 4462781"/>
              <a:gd name="connsiteX4" fmla="*/ 8260619 w 9152635"/>
              <a:gd name="connsiteY4" fmla="*/ 4310381 h 4462781"/>
              <a:gd name="connsiteX5" fmla="*/ 7559290 w 9152635"/>
              <a:gd name="connsiteY5" fmla="*/ 4462015 h 4462781"/>
              <a:gd name="connsiteX6" fmla="*/ 1232 w 9152635"/>
              <a:gd name="connsiteY6" fmla="*/ 4461299 h 4462781"/>
              <a:gd name="connsiteX7" fmla="*/ 8159 w 9152635"/>
              <a:gd name="connsiteY7" fmla="*/ 0 h 4462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52635" h="4462781">
                <a:moveTo>
                  <a:pt x="8159" y="0"/>
                </a:moveTo>
                <a:lnTo>
                  <a:pt x="9152159" y="0"/>
                </a:lnTo>
                <a:cubicBezTo>
                  <a:pt x="9152318" y="1486022"/>
                  <a:pt x="9152476" y="2972044"/>
                  <a:pt x="9152635" y="4458066"/>
                </a:cubicBezTo>
                <a:lnTo>
                  <a:pt x="8961659" y="4462781"/>
                </a:lnTo>
                <a:lnTo>
                  <a:pt x="8260619" y="4310381"/>
                </a:lnTo>
                <a:lnTo>
                  <a:pt x="7559290" y="4462015"/>
                </a:lnTo>
                <a:lnTo>
                  <a:pt x="1232" y="4461299"/>
                </a:lnTo>
                <a:cubicBezTo>
                  <a:pt x="-4926" y="2974199"/>
                  <a:pt x="14317" y="1487100"/>
                  <a:pt x="8159" y="0"/>
                </a:cubicBezTo>
                <a:close/>
              </a:path>
            </a:pathLst>
          </a:custGeom>
          <a:noFill/>
        </p:spPr>
        <p:txBody>
          <a:bodyPr/>
          <a:lstStyle>
            <a:lvl1pPr marL="114300" indent="0">
              <a:buNone/>
              <a:defRPr/>
            </a:lvl1pPr>
          </a:lstStyle>
          <a:p>
            <a:r>
              <a:rPr lang="en-IN" dirty="0"/>
              <a:t> </a:t>
            </a:r>
            <a:endParaRPr lang="en-AU" dirty="0"/>
          </a:p>
        </p:txBody>
      </p:sp>
    </p:spTree>
    <p:extLst>
      <p:ext uri="{BB962C8B-B14F-4D97-AF65-F5344CB8AC3E}">
        <p14:creationId xmlns:p14="http://schemas.microsoft.com/office/powerpoint/2010/main" val="205401164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slide" preserve="1" userDrawn="1">
  <p:cSld name="1_Title slide">
    <p:bg>
      <p:bgPr>
        <a:solidFill>
          <a:schemeClr val="tx1"/>
        </a:solidFill>
        <a:effectLst/>
      </p:bgPr>
    </p:bg>
    <p:spTree>
      <p:nvGrpSpPr>
        <p:cNvPr id="1" name="Shape 9"/>
        <p:cNvGrpSpPr/>
        <p:nvPr/>
      </p:nvGrpSpPr>
      <p:grpSpPr>
        <a:xfrm>
          <a:off x="0" y="0"/>
          <a:ext cx="0" cy="0"/>
          <a:chOff x="0" y="0"/>
          <a:chExt cx="0" cy="0"/>
        </a:xfrm>
      </p:grpSpPr>
      <p:sp>
        <p:nvSpPr>
          <p:cNvPr id="13" name="Freeform: Shape 12">
            <a:extLst>
              <a:ext uri="{FF2B5EF4-FFF2-40B4-BE49-F238E27FC236}">
                <a16:creationId xmlns:a16="http://schemas.microsoft.com/office/drawing/2014/main" id="{DCFA8F1A-438C-2D31-EC45-A4CCF4206F40}"/>
              </a:ext>
            </a:extLst>
          </p:cNvPr>
          <p:cNvSpPr/>
          <p:nvPr/>
        </p:nvSpPr>
        <p:spPr>
          <a:xfrm>
            <a:off x="0" y="4305300"/>
            <a:ext cx="9144000" cy="857250"/>
          </a:xfrm>
          <a:custGeom>
            <a:avLst/>
            <a:gdLst>
              <a:gd name="connsiteX0" fmla="*/ 0 w 9144000"/>
              <a:gd name="connsiteY0" fmla="*/ 857250 h 857250"/>
              <a:gd name="connsiteX1" fmla="*/ 0 w 9144000"/>
              <a:gd name="connsiteY1" fmla="*/ 149828 h 857250"/>
              <a:gd name="connsiteX2" fmla="*/ 7540609 w 9144000"/>
              <a:gd name="connsiteY2" fmla="*/ 149828 h 857250"/>
              <a:gd name="connsiteX3" fmla="*/ 8245698 w 9144000"/>
              <a:gd name="connsiteY3" fmla="*/ 0 h 857250"/>
              <a:gd name="connsiteX4" fmla="*/ 8933831 w 9144000"/>
              <a:gd name="connsiteY4" fmla="*/ 149828 h 857250"/>
              <a:gd name="connsiteX5" fmla="*/ 9144000 w 9144000"/>
              <a:gd name="connsiteY5" fmla="*/ 149828 h 857250"/>
              <a:gd name="connsiteX6" fmla="*/ 9144000 w 9144000"/>
              <a:gd name="connsiteY6" fmla="*/ 857250 h 857250"/>
              <a:gd name="connsiteX7" fmla="*/ 0 w 9144000"/>
              <a:gd name="connsiteY7" fmla="*/ 857250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0" h="857250">
                <a:moveTo>
                  <a:pt x="0" y="857250"/>
                </a:moveTo>
                <a:lnTo>
                  <a:pt x="0" y="149828"/>
                </a:lnTo>
                <a:lnTo>
                  <a:pt x="7540609" y="149828"/>
                </a:lnTo>
                <a:lnTo>
                  <a:pt x="8245698" y="0"/>
                </a:lnTo>
                <a:lnTo>
                  <a:pt x="8933831" y="149828"/>
                </a:lnTo>
                <a:lnTo>
                  <a:pt x="9144000" y="149828"/>
                </a:lnTo>
                <a:lnTo>
                  <a:pt x="9144000" y="857250"/>
                </a:lnTo>
                <a:lnTo>
                  <a:pt x="0" y="857250"/>
                </a:lnTo>
                <a:close/>
              </a:path>
            </a:pathLst>
          </a:custGeom>
          <a:gradFill>
            <a:gsLst>
              <a:gs pos="0">
                <a:srgbClr val="6164AD"/>
              </a:gs>
              <a:gs pos="50000">
                <a:srgbClr val="5C54A4"/>
              </a:gs>
              <a:gs pos="100000">
                <a:srgbClr val="58449B"/>
              </a:gs>
            </a:gsLst>
            <a:lin ang="0" scaled="1"/>
          </a:gradFill>
          <a:ln w="81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lvl="0" defTabSz="914400" eaLnBrk="1" latinLnBrk="0" hangingPunct="1"/>
            <a:endParaRPr lang="en-AU" sz="1800" kern="1200">
              <a:solidFill>
                <a:schemeClr val="tx1"/>
              </a:solidFill>
              <a:latin typeface="+mn-lt"/>
              <a:ea typeface="+mn-ea"/>
              <a:cs typeface="+mn-cs"/>
            </a:endParaRPr>
          </a:p>
        </p:txBody>
      </p:sp>
      <p:sp>
        <p:nvSpPr>
          <p:cNvPr id="14" name="Freeform: Shape 13">
            <a:extLst>
              <a:ext uri="{FF2B5EF4-FFF2-40B4-BE49-F238E27FC236}">
                <a16:creationId xmlns:a16="http://schemas.microsoft.com/office/drawing/2014/main" id="{6332EFC7-40EB-E5E0-6D5B-205A7815463F}"/>
              </a:ext>
            </a:extLst>
          </p:cNvPr>
          <p:cNvSpPr/>
          <p:nvPr/>
        </p:nvSpPr>
        <p:spPr>
          <a:xfrm>
            <a:off x="7540608" y="4441555"/>
            <a:ext cx="1246536" cy="285083"/>
          </a:xfrm>
          <a:custGeom>
            <a:avLst/>
            <a:gdLst>
              <a:gd name="connsiteX0" fmla="*/ 718995 w 1246536"/>
              <a:gd name="connsiteY0" fmla="*/ 0 h 285083"/>
              <a:gd name="connsiteX1" fmla="*/ 769239 w 1246536"/>
              <a:gd name="connsiteY1" fmla="*/ 10668 h 285083"/>
              <a:gd name="connsiteX2" fmla="*/ 842391 w 1246536"/>
              <a:gd name="connsiteY2" fmla="*/ 94726 h 285083"/>
              <a:gd name="connsiteX3" fmla="*/ 769239 w 1246536"/>
              <a:gd name="connsiteY3" fmla="*/ 147876 h 285083"/>
              <a:gd name="connsiteX4" fmla="*/ 718995 w 1246536"/>
              <a:gd name="connsiteY4" fmla="*/ 137208 h 285083"/>
              <a:gd name="connsiteX5" fmla="*/ 718995 w 1246536"/>
              <a:gd name="connsiteY5" fmla="*/ 48 h 285083"/>
              <a:gd name="connsiteX6" fmla="*/ 769239 w 1246536"/>
              <a:gd name="connsiteY6" fmla="*/ 116729 h 285083"/>
              <a:gd name="connsiteX7" fmla="*/ 808530 w 1246536"/>
              <a:gd name="connsiteY7" fmla="*/ 87535 h 285083"/>
              <a:gd name="connsiteX8" fmla="*/ 769239 w 1246536"/>
              <a:gd name="connsiteY8" fmla="*/ 41624 h 285083"/>
              <a:gd name="connsiteX9" fmla="*/ 752856 w 1246536"/>
              <a:gd name="connsiteY9" fmla="*/ 38148 h 285083"/>
              <a:gd name="connsiteX10" fmla="*/ 752856 w 1246536"/>
              <a:gd name="connsiteY10" fmla="*/ 113252 h 285083"/>
              <a:gd name="connsiteX11" fmla="*/ 769239 w 1246536"/>
              <a:gd name="connsiteY11" fmla="*/ 116729 h 285083"/>
              <a:gd name="connsiteX12" fmla="*/ 947024 w 1246536"/>
              <a:gd name="connsiteY12" fmla="*/ 48482 h 285083"/>
              <a:gd name="connsiteX13" fmla="*/ 947024 w 1246536"/>
              <a:gd name="connsiteY13" fmla="*/ 79391 h 285083"/>
              <a:gd name="connsiteX14" fmla="*/ 917067 w 1246536"/>
              <a:gd name="connsiteY14" fmla="*/ 73009 h 285083"/>
              <a:gd name="connsiteX15" fmla="*/ 917067 w 1246536"/>
              <a:gd name="connsiteY15" fmla="*/ 148114 h 285083"/>
              <a:gd name="connsiteX16" fmla="*/ 947024 w 1246536"/>
              <a:gd name="connsiteY16" fmla="*/ 154496 h 285083"/>
              <a:gd name="connsiteX17" fmla="*/ 947024 w 1246536"/>
              <a:gd name="connsiteY17" fmla="*/ 185642 h 285083"/>
              <a:gd name="connsiteX18" fmla="*/ 853393 w 1246536"/>
              <a:gd name="connsiteY18" fmla="*/ 165735 h 285083"/>
              <a:gd name="connsiteX19" fmla="*/ 853393 w 1246536"/>
              <a:gd name="connsiteY19" fmla="*/ 134588 h 285083"/>
              <a:gd name="connsiteX20" fmla="*/ 883349 w 1246536"/>
              <a:gd name="connsiteY20" fmla="*/ 140970 h 285083"/>
              <a:gd name="connsiteX21" fmla="*/ 883349 w 1246536"/>
              <a:gd name="connsiteY21" fmla="*/ 65865 h 285083"/>
              <a:gd name="connsiteX22" fmla="*/ 853393 w 1246536"/>
              <a:gd name="connsiteY22" fmla="*/ 59484 h 285083"/>
              <a:gd name="connsiteX23" fmla="*/ 853393 w 1246536"/>
              <a:gd name="connsiteY23" fmla="*/ 28575 h 285083"/>
              <a:gd name="connsiteX24" fmla="*/ 947024 w 1246536"/>
              <a:gd name="connsiteY24" fmla="*/ 48482 h 285083"/>
              <a:gd name="connsiteX25" fmla="*/ 1026319 w 1246536"/>
              <a:gd name="connsiteY25" fmla="*/ 62627 h 285083"/>
              <a:gd name="connsiteX26" fmla="*/ 1094994 w 1246536"/>
              <a:gd name="connsiteY26" fmla="*/ 148447 h 285083"/>
              <a:gd name="connsiteX27" fmla="*/ 1026319 w 1246536"/>
              <a:gd name="connsiteY27" fmla="*/ 205264 h 285083"/>
              <a:gd name="connsiteX28" fmla="*/ 957263 w 1246536"/>
              <a:gd name="connsiteY28" fmla="*/ 119205 h 285083"/>
              <a:gd name="connsiteX29" fmla="*/ 1026319 w 1246536"/>
              <a:gd name="connsiteY29" fmla="*/ 62675 h 285083"/>
              <a:gd name="connsiteX30" fmla="*/ 1026319 w 1246536"/>
              <a:gd name="connsiteY30" fmla="*/ 173117 h 285083"/>
              <a:gd name="connsiteX31" fmla="*/ 1060180 w 1246536"/>
              <a:gd name="connsiteY31" fmla="*/ 141018 h 285083"/>
              <a:gd name="connsiteX32" fmla="*/ 1026319 w 1246536"/>
              <a:gd name="connsiteY32" fmla="*/ 94726 h 285083"/>
              <a:gd name="connsiteX33" fmla="*/ 992267 w 1246536"/>
              <a:gd name="connsiteY33" fmla="*/ 126587 h 285083"/>
              <a:gd name="connsiteX34" fmla="*/ 1026319 w 1246536"/>
              <a:gd name="connsiteY34" fmla="*/ 173117 h 285083"/>
              <a:gd name="connsiteX35" fmla="*/ 1111949 w 1246536"/>
              <a:gd name="connsiteY35" fmla="*/ 83534 h 285083"/>
              <a:gd name="connsiteX36" fmla="*/ 1175814 w 1246536"/>
              <a:gd name="connsiteY36" fmla="*/ 97107 h 285083"/>
              <a:gd name="connsiteX37" fmla="*/ 1212675 w 1246536"/>
              <a:gd name="connsiteY37" fmla="*/ 230791 h 285083"/>
              <a:gd name="connsiteX38" fmla="*/ 1212675 w 1246536"/>
              <a:gd name="connsiteY38" fmla="*/ 104918 h 285083"/>
              <a:gd name="connsiteX39" fmla="*/ 1246537 w 1246536"/>
              <a:gd name="connsiteY39" fmla="*/ 112109 h 285083"/>
              <a:gd name="connsiteX40" fmla="*/ 1246537 w 1246536"/>
              <a:gd name="connsiteY40" fmla="*/ 249269 h 285083"/>
              <a:gd name="connsiteX41" fmla="*/ 1182672 w 1246536"/>
              <a:gd name="connsiteY41" fmla="*/ 235696 h 285083"/>
              <a:gd name="connsiteX42" fmla="*/ 1145810 w 1246536"/>
              <a:gd name="connsiteY42" fmla="*/ 102013 h 285083"/>
              <a:gd name="connsiteX43" fmla="*/ 1145810 w 1246536"/>
              <a:gd name="connsiteY43" fmla="*/ 227886 h 285083"/>
              <a:gd name="connsiteX44" fmla="*/ 1111949 w 1246536"/>
              <a:gd name="connsiteY44" fmla="*/ 220694 h 285083"/>
              <a:gd name="connsiteX45" fmla="*/ 1111949 w 1246536"/>
              <a:gd name="connsiteY45" fmla="*/ 83534 h 285083"/>
              <a:gd name="connsiteX46" fmla="*/ 42101 w 1246536"/>
              <a:gd name="connsiteY46" fmla="*/ 138970 h 285083"/>
              <a:gd name="connsiteX47" fmla="*/ 104108 w 1246536"/>
              <a:gd name="connsiteY47" fmla="*/ 125778 h 285083"/>
              <a:gd name="connsiteX48" fmla="*/ 145971 w 1246536"/>
              <a:gd name="connsiteY48" fmla="*/ 254032 h 285083"/>
              <a:gd name="connsiteX49" fmla="*/ 110061 w 1246536"/>
              <a:gd name="connsiteY49" fmla="*/ 261652 h 285083"/>
              <a:gd name="connsiteX50" fmla="*/ 97774 w 1246536"/>
              <a:gd name="connsiteY50" fmla="*/ 222837 h 285083"/>
              <a:gd name="connsiteX51" fmla="*/ 47863 w 1246536"/>
              <a:gd name="connsiteY51" fmla="*/ 233458 h 285083"/>
              <a:gd name="connsiteX52" fmla="*/ 35576 w 1246536"/>
              <a:gd name="connsiteY52" fmla="*/ 277511 h 285083"/>
              <a:gd name="connsiteX53" fmla="*/ 0 w 1246536"/>
              <a:gd name="connsiteY53" fmla="*/ 285083 h 285083"/>
              <a:gd name="connsiteX54" fmla="*/ 42053 w 1246536"/>
              <a:gd name="connsiteY54" fmla="*/ 138970 h 285083"/>
              <a:gd name="connsiteX55" fmla="*/ 88440 w 1246536"/>
              <a:gd name="connsiteY55" fmla="*/ 193929 h 285083"/>
              <a:gd name="connsiteX56" fmla="*/ 72819 w 1246536"/>
              <a:gd name="connsiteY56" fmla="*/ 144923 h 285083"/>
              <a:gd name="connsiteX57" fmla="*/ 57198 w 1246536"/>
              <a:gd name="connsiteY57" fmla="*/ 200597 h 285083"/>
              <a:gd name="connsiteX58" fmla="*/ 88488 w 1246536"/>
              <a:gd name="connsiteY58" fmla="*/ 193929 h 285083"/>
              <a:gd name="connsiteX59" fmla="*/ 214646 w 1246536"/>
              <a:gd name="connsiteY59" fmla="*/ 242173 h 285083"/>
              <a:gd name="connsiteX60" fmla="*/ 148733 w 1246536"/>
              <a:gd name="connsiteY60" fmla="*/ 199930 h 285083"/>
              <a:gd name="connsiteX61" fmla="*/ 183738 w 1246536"/>
              <a:gd name="connsiteY61" fmla="*/ 192500 h 285083"/>
              <a:gd name="connsiteX62" fmla="*/ 215408 w 1246536"/>
              <a:gd name="connsiteY62" fmla="*/ 212408 h 285083"/>
              <a:gd name="connsiteX63" fmla="*/ 239030 w 1246536"/>
              <a:gd name="connsiteY63" fmla="*/ 195310 h 285083"/>
              <a:gd name="connsiteX64" fmla="*/ 227886 w 1246536"/>
              <a:gd name="connsiteY64" fmla="*/ 187166 h 285083"/>
              <a:gd name="connsiteX65" fmla="*/ 183975 w 1246536"/>
              <a:gd name="connsiteY65" fmla="*/ 184452 h 285083"/>
              <a:gd name="connsiteX66" fmla="*/ 154210 w 1246536"/>
              <a:gd name="connsiteY66" fmla="*/ 153210 h 285083"/>
              <a:gd name="connsiteX67" fmla="*/ 207645 w 1246536"/>
              <a:gd name="connsiteY67" fmla="*/ 101013 h 285083"/>
              <a:gd name="connsiteX68" fmla="*/ 268891 w 1246536"/>
              <a:gd name="connsiteY68" fmla="*/ 138017 h 285083"/>
              <a:gd name="connsiteX69" fmla="*/ 234077 w 1246536"/>
              <a:gd name="connsiteY69" fmla="*/ 145399 h 285083"/>
              <a:gd name="connsiteX70" fmla="*/ 208217 w 1246536"/>
              <a:gd name="connsiteY70" fmla="*/ 129873 h 285083"/>
              <a:gd name="connsiteX71" fmla="*/ 189215 w 1246536"/>
              <a:gd name="connsiteY71" fmla="*/ 145018 h 285083"/>
              <a:gd name="connsiteX72" fmla="*/ 199454 w 1246536"/>
              <a:gd name="connsiteY72" fmla="*/ 152352 h 285083"/>
              <a:gd name="connsiteX73" fmla="*/ 242078 w 1246536"/>
              <a:gd name="connsiteY73" fmla="*/ 154400 h 285083"/>
              <a:gd name="connsiteX74" fmla="*/ 273891 w 1246536"/>
              <a:gd name="connsiteY74" fmla="*/ 186357 h 285083"/>
              <a:gd name="connsiteX75" fmla="*/ 214694 w 1246536"/>
              <a:gd name="connsiteY75" fmla="*/ 242125 h 285083"/>
              <a:gd name="connsiteX76" fmla="*/ 283702 w 1246536"/>
              <a:gd name="connsiteY76" fmla="*/ 156115 h 285083"/>
              <a:gd name="connsiteX77" fmla="*/ 353330 w 1246536"/>
              <a:gd name="connsiteY77" fmla="*/ 70104 h 285083"/>
              <a:gd name="connsiteX78" fmla="*/ 419767 w 1246536"/>
              <a:gd name="connsiteY78" fmla="*/ 111633 h 285083"/>
              <a:gd name="connsiteX79" fmla="*/ 384953 w 1246536"/>
              <a:gd name="connsiteY79" fmla="*/ 119015 h 285083"/>
              <a:gd name="connsiteX80" fmla="*/ 353473 w 1246536"/>
              <a:gd name="connsiteY80" fmla="*/ 102156 h 285083"/>
              <a:gd name="connsiteX81" fmla="*/ 318659 w 1246536"/>
              <a:gd name="connsiteY81" fmla="*/ 148638 h 285083"/>
              <a:gd name="connsiteX82" fmla="*/ 353473 w 1246536"/>
              <a:gd name="connsiteY82" fmla="*/ 180546 h 285083"/>
              <a:gd name="connsiteX83" fmla="*/ 384953 w 1246536"/>
              <a:gd name="connsiteY83" fmla="*/ 150114 h 285083"/>
              <a:gd name="connsiteX84" fmla="*/ 419767 w 1246536"/>
              <a:gd name="connsiteY84" fmla="*/ 142732 h 285083"/>
              <a:gd name="connsiteX85" fmla="*/ 353330 w 1246536"/>
              <a:gd name="connsiteY85" fmla="*/ 212693 h 285083"/>
              <a:gd name="connsiteX86" fmla="*/ 283702 w 1246536"/>
              <a:gd name="connsiteY86" fmla="*/ 156115 h 285083"/>
              <a:gd name="connsiteX87" fmla="*/ 436340 w 1246536"/>
              <a:gd name="connsiteY87" fmla="*/ 55150 h 285083"/>
              <a:gd name="connsiteX88" fmla="*/ 540782 w 1246536"/>
              <a:gd name="connsiteY88" fmla="*/ 32956 h 285083"/>
              <a:gd name="connsiteX89" fmla="*/ 540782 w 1246536"/>
              <a:gd name="connsiteY89" fmla="*/ 63865 h 285083"/>
              <a:gd name="connsiteX90" fmla="*/ 470440 w 1246536"/>
              <a:gd name="connsiteY90" fmla="*/ 78819 h 285083"/>
              <a:gd name="connsiteX91" fmla="*/ 470440 w 1246536"/>
              <a:gd name="connsiteY91" fmla="*/ 101775 h 285083"/>
              <a:gd name="connsiteX92" fmla="*/ 531495 w 1246536"/>
              <a:gd name="connsiteY92" fmla="*/ 88821 h 285083"/>
              <a:gd name="connsiteX93" fmla="*/ 531495 w 1246536"/>
              <a:gd name="connsiteY93" fmla="*/ 118015 h 285083"/>
              <a:gd name="connsiteX94" fmla="*/ 470440 w 1246536"/>
              <a:gd name="connsiteY94" fmla="*/ 131016 h 285083"/>
              <a:gd name="connsiteX95" fmla="*/ 470440 w 1246536"/>
              <a:gd name="connsiteY95" fmla="*/ 154162 h 285083"/>
              <a:gd name="connsiteX96" fmla="*/ 540782 w 1246536"/>
              <a:gd name="connsiteY96" fmla="*/ 139208 h 285083"/>
              <a:gd name="connsiteX97" fmla="*/ 540782 w 1246536"/>
              <a:gd name="connsiteY97" fmla="*/ 170117 h 285083"/>
              <a:gd name="connsiteX98" fmla="*/ 436340 w 1246536"/>
              <a:gd name="connsiteY98" fmla="*/ 192310 h 285083"/>
              <a:gd name="connsiteX99" fmla="*/ 436340 w 1246536"/>
              <a:gd name="connsiteY99" fmla="*/ 55150 h 285083"/>
              <a:gd name="connsiteX100" fmla="*/ 561308 w 1246536"/>
              <a:gd name="connsiteY100" fmla="*/ 28623 h 285083"/>
              <a:gd name="connsiteX101" fmla="*/ 625173 w 1246536"/>
              <a:gd name="connsiteY101" fmla="*/ 15049 h 285083"/>
              <a:gd name="connsiteX102" fmla="*/ 662035 w 1246536"/>
              <a:gd name="connsiteY102" fmla="*/ 133112 h 285083"/>
              <a:gd name="connsiteX103" fmla="*/ 662035 w 1246536"/>
              <a:gd name="connsiteY103" fmla="*/ 7239 h 285083"/>
              <a:gd name="connsiteX104" fmla="*/ 695897 w 1246536"/>
              <a:gd name="connsiteY104" fmla="*/ 48 h 285083"/>
              <a:gd name="connsiteX105" fmla="*/ 695897 w 1246536"/>
              <a:gd name="connsiteY105" fmla="*/ 137208 h 285083"/>
              <a:gd name="connsiteX106" fmla="*/ 632032 w 1246536"/>
              <a:gd name="connsiteY106" fmla="*/ 150781 h 285083"/>
              <a:gd name="connsiteX107" fmla="*/ 595170 w 1246536"/>
              <a:gd name="connsiteY107" fmla="*/ 32718 h 285083"/>
              <a:gd name="connsiteX108" fmla="*/ 595170 w 1246536"/>
              <a:gd name="connsiteY108" fmla="*/ 158591 h 285083"/>
              <a:gd name="connsiteX109" fmla="*/ 561308 w 1246536"/>
              <a:gd name="connsiteY109" fmla="*/ 165783 h 285083"/>
              <a:gd name="connsiteX110" fmla="*/ 561308 w 1246536"/>
              <a:gd name="connsiteY110" fmla="*/ 28623 h 285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246536" h="285083">
                <a:moveTo>
                  <a:pt x="718995" y="0"/>
                </a:moveTo>
                <a:lnTo>
                  <a:pt x="769239" y="10668"/>
                </a:lnTo>
                <a:cubicBezTo>
                  <a:pt x="805149" y="18288"/>
                  <a:pt x="842391" y="35766"/>
                  <a:pt x="842391" y="94726"/>
                </a:cubicBezTo>
                <a:cubicBezTo>
                  <a:pt x="842391" y="153876"/>
                  <a:pt x="805149" y="155496"/>
                  <a:pt x="769239" y="147876"/>
                </a:cubicBezTo>
                <a:lnTo>
                  <a:pt x="718995" y="137208"/>
                </a:lnTo>
                <a:lnTo>
                  <a:pt x="718995" y="48"/>
                </a:lnTo>
                <a:close/>
                <a:moveTo>
                  <a:pt x="769239" y="116729"/>
                </a:moveTo>
                <a:cubicBezTo>
                  <a:pt x="791766" y="121539"/>
                  <a:pt x="808530" y="124301"/>
                  <a:pt x="808530" y="87535"/>
                </a:cubicBezTo>
                <a:cubicBezTo>
                  <a:pt x="808530" y="50768"/>
                  <a:pt x="791623" y="46387"/>
                  <a:pt x="769239" y="41624"/>
                </a:cubicBezTo>
                <a:lnTo>
                  <a:pt x="752856" y="38148"/>
                </a:lnTo>
                <a:lnTo>
                  <a:pt x="752856" y="113252"/>
                </a:lnTo>
                <a:cubicBezTo>
                  <a:pt x="752856" y="113252"/>
                  <a:pt x="769239" y="116729"/>
                  <a:pt x="769239" y="116729"/>
                </a:cubicBezTo>
                <a:close/>
                <a:moveTo>
                  <a:pt x="947024" y="48482"/>
                </a:moveTo>
                <a:lnTo>
                  <a:pt x="947024" y="79391"/>
                </a:lnTo>
                <a:cubicBezTo>
                  <a:pt x="947024" y="79391"/>
                  <a:pt x="917067" y="73009"/>
                  <a:pt x="917067" y="73009"/>
                </a:cubicBezTo>
                <a:lnTo>
                  <a:pt x="917067" y="148114"/>
                </a:lnTo>
                <a:cubicBezTo>
                  <a:pt x="917067" y="148114"/>
                  <a:pt x="947024" y="154496"/>
                  <a:pt x="947024" y="154496"/>
                </a:cubicBezTo>
                <a:lnTo>
                  <a:pt x="947024" y="185642"/>
                </a:lnTo>
                <a:cubicBezTo>
                  <a:pt x="947024" y="185642"/>
                  <a:pt x="853393" y="165735"/>
                  <a:pt x="853393" y="165735"/>
                </a:cubicBezTo>
                <a:lnTo>
                  <a:pt x="853393" y="134588"/>
                </a:lnTo>
                <a:cubicBezTo>
                  <a:pt x="853393" y="134588"/>
                  <a:pt x="883349" y="140970"/>
                  <a:pt x="883349" y="140970"/>
                </a:cubicBezTo>
                <a:lnTo>
                  <a:pt x="883349" y="65865"/>
                </a:lnTo>
                <a:cubicBezTo>
                  <a:pt x="883349" y="65865"/>
                  <a:pt x="853393" y="59484"/>
                  <a:pt x="853393" y="59484"/>
                </a:cubicBezTo>
                <a:lnTo>
                  <a:pt x="853393" y="28575"/>
                </a:lnTo>
                <a:cubicBezTo>
                  <a:pt x="853393" y="28575"/>
                  <a:pt x="947024" y="48482"/>
                  <a:pt x="947024" y="48482"/>
                </a:cubicBezTo>
                <a:close/>
                <a:moveTo>
                  <a:pt x="1026319" y="62627"/>
                </a:moveTo>
                <a:cubicBezTo>
                  <a:pt x="1068944" y="71676"/>
                  <a:pt x="1094994" y="107966"/>
                  <a:pt x="1094994" y="148447"/>
                </a:cubicBezTo>
                <a:cubicBezTo>
                  <a:pt x="1094994" y="189119"/>
                  <a:pt x="1068944" y="214313"/>
                  <a:pt x="1026319" y="205264"/>
                </a:cubicBezTo>
                <a:cubicBezTo>
                  <a:pt x="983504" y="196167"/>
                  <a:pt x="957263" y="159829"/>
                  <a:pt x="957263" y="119205"/>
                </a:cubicBezTo>
                <a:cubicBezTo>
                  <a:pt x="957263" y="78724"/>
                  <a:pt x="983504" y="53578"/>
                  <a:pt x="1026319" y="62675"/>
                </a:cubicBezTo>
                <a:moveTo>
                  <a:pt x="1026319" y="173117"/>
                </a:moveTo>
                <a:cubicBezTo>
                  <a:pt x="1049036" y="177927"/>
                  <a:pt x="1060180" y="165926"/>
                  <a:pt x="1060180" y="141018"/>
                </a:cubicBezTo>
                <a:cubicBezTo>
                  <a:pt x="1060180" y="116110"/>
                  <a:pt x="1048846" y="99489"/>
                  <a:pt x="1026319" y="94726"/>
                </a:cubicBezTo>
                <a:cubicBezTo>
                  <a:pt x="1003602" y="89916"/>
                  <a:pt x="992267" y="101870"/>
                  <a:pt x="992267" y="126587"/>
                </a:cubicBezTo>
                <a:cubicBezTo>
                  <a:pt x="992267" y="151495"/>
                  <a:pt x="1003649" y="168307"/>
                  <a:pt x="1026319" y="173117"/>
                </a:cubicBezTo>
                <a:moveTo>
                  <a:pt x="1111949" y="83534"/>
                </a:moveTo>
                <a:lnTo>
                  <a:pt x="1175814" y="97107"/>
                </a:lnTo>
                <a:lnTo>
                  <a:pt x="1212675" y="230791"/>
                </a:lnTo>
                <a:lnTo>
                  <a:pt x="1212675" y="104918"/>
                </a:lnTo>
                <a:cubicBezTo>
                  <a:pt x="1212675" y="104918"/>
                  <a:pt x="1246537" y="112109"/>
                  <a:pt x="1246537" y="112109"/>
                </a:cubicBezTo>
                <a:lnTo>
                  <a:pt x="1246537" y="249269"/>
                </a:lnTo>
                <a:cubicBezTo>
                  <a:pt x="1246537" y="249269"/>
                  <a:pt x="1182672" y="235696"/>
                  <a:pt x="1182672" y="235696"/>
                </a:cubicBezTo>
                <a:lnTo>
                  <a:pt x="1145810" y="102013"/>
                </a:lnTo>
                <a:lnTo>
                  <a:pt x="1145810" y="227886"/>
                </a:lnTo>
                <a:cubicBezTo>
                  <a:pt x="1145810" y="227886"/>
                  <a:pt x="1111949" y="220694"/>
                  <a:pt x="1111949" y="220694"/>
                </a:cubicBezTo>
                <a:lnTo>
                  <a:pt x="1111949" y="83534"/>
                </a:lnTo>
                <a:close/>
                <a:moveTo>
                  <a:pt x="42101" y="138970"/>
                </a:moveTo>
                <a:lnTo>
                  <a:pt x="104108" y="125778"/>
                </a:lnTo>
                <a:lnTo>
                  <a:pt x="145971" y="254032"/>
                </a:lnTo>
                <a:lnTo>
                  <a:pt x="110061" y="261652"/>
                </a:lnTo>
                <a:lnTo>
                  <a:pt x="97774" y="222837"/>
                </a:lnTo>
                <a:lnTo>
                  <a:pt x="47863" y="233458"/>
                </a:lnTo>
                <a:lnTo>
                  <a:pt x="35576" y="277511"/>
                </a:lnTo>
                <a:lnTo>
                  <a:pt x="0" y="285083"/>
                </a:lnTo>
                <a:lnTo>
                  <a:pt x="42053" y="138970"/>
                </a:lnTo>
                <a:close/>
                <a:moveTo>
                  <a:pt x="88440" y="193929"/>
                </a:moveTo>
                <a:lnTo>
                  <a:pt x="72819" y="144923"/>
                </a:lnTo>
                <a:lnTo>
                  <a:pt x="57198" y="200597"/>
                </a:lnTo>
                <a:lnTo>
                  <a:pt x="88488" y="193929"/>
                </a:lnTo>
                <a:close/>
                <a:moveTo>
                  <a:pt x="214646" y="242173"/>
                </a:moveTo>
                <a:cubicBezTo>
                  <a:pt x="168307" y="252031"/>
                  <a:pt x="148733" y="235553"/>
                  <a:pt x="148733" y="199930"/>
                </a:cubicBezTo>
                <a:lnTo>
                  <a:pt x="183738" y="192500"/>
                </a:lnTo>
                <a:cubicBezTo>
                  <a:pt x="183738" y="211979"/>
                  <a:pt x="190977" y="217599"/>
                  <a:pt x="215408" y="212408"/>
                </a:cubicBezTo>
                <a:cubicBezTo>
                  <a:pt x="231982" y="208883"/>
                  <a:pt x="239030" y="203883"/>
                  <a:pt x="239030" y="195310"/>
                </a:cubicBezTo>
                <a:cubicBezTo>
                  <a:pt x="239030" y="190452"/>
                  <a:pt x="235315" y="187547"/>
                  <a:pt x="227886" y="187166"/>
                </a:cubicBezTo>
                <a:lnTo>
                  <a:pt x="183975" y="184452"/>
                </a:lnTo>
                <a:cubicBezTo>
                  <a:pt x="161258" y="182880"/>
                  <a:pt x="154210" y="170545"/>
                  <a:pt x="154210" y="153210"/>
                </a:cubicBezTo>
                <a:cubicBezTo>
                  <a:pt x="154210" y="126540"/>
                  <a:pt x="173212" y="108299"/>
                  <a:pt x="207645" y="101013"/>
                </a:cubicBezTo>
                <a:cubicBezTo>
                  <a:pt x="248603" y="92297"/>
                  <a:pt x="268891" y="108252"/>
                  <a:pt x="268891" y="138017"/>
                </a:cubicBezTo>
                <a:lnTo>
                  <a:pt x="234077" y="145399"/>
                </a:lnTo>
                <a:cubicBezTo>
                  <a:pt x="234077" y="130635"/>
                  <a:pt x="226076" y="126111"/>
                  <a:pt x="208217" y="129873"/>
                </a:cubicBezTo>
                <a:cubicBezTo>
                  <a:pt x="195739" y="132540"/>
                  <a:pt x="189215" y="137208"/>
                  <a:pt x="189215" y="145018"/>
                </a:cubicBezTo>
                <a:cubicBezTo>
                  <a:pt x="189215" y="148923"/>
                  <a:pt x="191262" y="151781"/>
                  <a:pt x="199454" y="152352"/>
                </a:cubicBezTo>
                <a:lnTo>
                  <a:pt x="242078" y="154400"/>
                </a:lnTo>
                <a:cubicBezTo>
                  <a:pt x="263843" y="155400"/>
                  <a:pt x="273891" y="166306"/>
                  <a:pt x="273891" y="186357"/>
                </a:cubicBezTo>
                <a:cubicBezTo>
                  <a:pt x="273891" y="212408"/>
                  <a:pt x="256747" y="233172"/>
                  <a:pt x="214694" y="242125"/>
                </a:cubicBezTo>
                <a:moveTo>
                  <a:pt x="283702" y="156115"/>
                </a:moveTo>
                <a:cubicBezTo>
                  <a:pt x="283702" y="115633"/>
                  <a:pt x="310325" y="79248"/>
                  <a:pt x="353330" y="70104"/>
                </a:cubicBezTo>
                <a:cubicBezTo>
                  <a:pt x="390906" y="62103"/>
                  <a:pt x="415862" y="78010"/>
                  <a:pt x="419767" y="111633"/>
                </a:cubicBezTo>
                <a:lnTo>
                  <a:pt x="384953" y="119015"/>
                </a:lnTo>
                <a:cubicBezTo>
                  <a:pt x="382143" y="104823"/>
                  <a:pt x="370047" y="98631"/>
                  <a:pt x="353473" y="102156"/>
                </a:cubicBezTo>
                <a:cubicBezTo>
                  <a:pt x="333185" y="106490"/>
                  <a:pt x="318659" y="121634"/>
                  <a:pt x="318659" y="148638"/>
                </a:cubicBezTo>
                <a:cubicBezTo>
                  <a:pt x="318659" y="175879"/>
                  <a:pt x="333185" y="184833"/>
                  <a:pt x="353473" y="180546"/>
                </a:cubicBezTo>
                <a:cubicBezTo>
                  <a:pt x="370047" y="177022"/>
                  <a:pt x="382143" y="165497"/>
                  <a:pt x="384953" y="150114"/>
                </a:cubicBezTo>
                <a:lnTo>
                  <a:pt x="419767" y="142732"/>
                </a:lnTo>
                <a:cubicBezTo>
                  <a:pt x="415862" y="178213"/>
                  <a:pt x="390906" y="204692"/>
                  <a:pt x="353330" y="212693"/>
                </a:cubicBezTo>
                <a:cubicBezTo>
                  <a:pt x="310325" y="221837"/>
                  <a:pt x="283702" y="196739"/>
                  <a:pt x="283702" y="156115"/>
                </a:cubicBezTo>
                <a:moveTo>
                  <a:pt x="436340" y="55150"/>
                </a:moveTo>
                <a:lnTo>
                  <a:pt x="540782" y="32956"/>
                </a:lnTo>
                <a:lnTo>
                  <a:pt x="540782" y="63865"/>
                </a:lnTo>
                <a:cubicBezTo>
                  <a:pt x="540782" y="63865"/>
                  <a:pt x="470440" y="78819"/>
                  <a:pt x="470440" y="78819"/>
                </a:cubicBezTo>
                <a:lnTo>
                  <a:pt x="470440" y="101775"/>
                </a:lnTo>
                <a:cubicBezTo>
                  <a:pt x="470440" y="101775"/>
                  <a:pt x="531495" y="88821"/>
                  <a:pt x="531495" y="88821"/>
                </a:cubicBezTo>
                <a:lnTo>
                  <a:pt x="531495" y="118015"/>
                </a:lnTo>
                <a:cubicBezTo>
                  <a:pt x="531495" y="118015"/>
                  <a:pt x="470440" y="131016"/>
                  <a:pt x="470440" y="131016"/>
                </a:cubicBezTo>
                <a:lnTo>
                  <a:pt x="470440" y="154162"/>
                </a:lnTo>
                <a:cubicBezTo>
                  <a:pt x="470440" y="154162"/>
                  <a:pt x="540782" y="139208"/>
                  <a:pt x="540782" y="139208"/>
                </a:cubicBezTo>
                <a:lnTo>
                  <a:pt x="540782" y="170117"/>
                </a:lnTo>
                <a:cubicBezTo>
                  <a:pt x="540782" y="170117"/>
                  <a:pt x="436340" y="192310"/>
                  <a:pt x="436340" y="192310"/>
                </a:cubicBezTo>
                <a:lnTo>
                  <a:pt x="436340" y="55150"/>
                </a:lnTo>
                <a:close/>
                <a:moveTo>
                  <a:pt x="561308" y="28623"/>
                </a:moveTo>
                <a:lnTo>
                  <a:pt x="625173" y="15049"/>
                </a:lnTo>
                <a:lnTo>
                  <a:pt x="662035" y="133112"/>
                </a:lnTo>
                <a:lnTo>
                  <a:pt x="662035" y="7239"/>
                </a:lnTo>
                <a:cubicBezTo>
                  <a:pt x="662035" y="7239"/>
                  <a:pt x="695897" y="48"/>
                  <a:pt x="695897" y="48"/>
                </a:cubicBezTo>
                <a:lnTo>
                  <a:pt x="695897" y="137208"/>
                </a:lnTo>
                <a:cubicBezTo>
                  <a:pt x="695897" y="137208"/>
                  <a:pt x="632032" y="150781"/>
                  <a:pt x="632032" y="150781"/>
                </a:cubicBezTo>
                <a:lnTo>
                  <a:pt x="595170" y="32718"/>
                </a:lnTo>
                <a:lnTo>
                  <a:pt x="595170" y="158591"/>
                </a:lnTo>
                <a:cubicBezTo>
                  <a:pt x="595170" y="158591"/>
                  <a:pt x="561308" y="165783"/>
                  <a:pt x="561308" y="165783"/>
                </a:cubicBezTo>
                <a:lnTo>
                  <a:pt x="561308" y="28623"/>
                </a:lnTo>
                <a:close/>
              </a:path>
            </a:pathLst>
          </a:custGeom>
          <a:solidFill>
            <a:srgbClr val="FFFFFF"/>
          </a:solidFill>
          <a:ln w="4763" cap="flat">
            <a:noFill/>
            <a:prstDash val="solid"/>
            <a:miter/>
          </a:ln>
        </p:spPr>
        <p:txBody>
          <a:bodyPr rtlCol="0" anchor="ctr"/>
          <a:lstStyle/>
          <a:p>
            <a:endParaRPr lang="en-AU"/>
          </a:p>
        </p:txBody>
      </p:sp>
      <p:grpSp>
        <p:nvGrpSpPr>
          <p:cNvPr id="20" name="Graphic 3">
            <a:extLst>
              <a:ext uri="{FF2B5EF4-FFF2-40B4-BE49-F238E27FC236}">
                <a16:creationId xmlns:a16="http://schemas.microsoft.com/office/drawing/2014/main" id="{11580F78-9730-E8CF-5F00-5083728E0E3D}"/>
              </a:ext>
            </a:extLst>
          </p:cNvPr>
          <p:cNvGrpSpPr/>
          <p:nvPr/>
        </p:nvGrpSpPr>
        <p:grpSpPr>
          <a:xfrm>
            <a:off x="378275" y="4600765"/>
            <a:ext cx="945451" cy="171497"/>
            <a:chOff x="217360" y="4600765"/>
            <a:chExt cx="945451" cy="171497"/>
          </a:xfrm>
          <a:solidFill>
            <a:srgbClr val="FFFFFF"/>
          </a:solidFill>
        </p:grpSpPr>
        <p:grpSp>
          <p:nvGrpSpPr>
            <p:cNvPr id="21" name="Graphic 3">
              <a:extLst>
                <a:ext uri="{FF2B5EF4-FFF2-40B4-BE49-F238E27FC236}">
                  <a16:creationId xmlns:a16="http://schemas.microsoft.com/office/drawing/2014/main" id="{034EE8A3-A127-9A71-99DC-9A0E6F91654D}"/>
                </a:ext>
              </a:extLst>
            </p:cNvPr>
            <p:cNvGrpSpPr/>
            <p:nvPr/>
          </p:nvGrpSpPr>
          <p:grpSpPr>
            <a:xfrm>
              <a:off x="604408" y="4600765"/>
              <a:ext cx="171354" cy="171354"/>
              <a:chOff x="604408" y="4600765"/>
              <a:chExt cx="171354" cy="171354"/>
            </a:xfrm>
            <a:solidFill>
              <a:srgbClr val="FFFFFF"/>
            </a:solidFill>
          </p:grpSpPr>
          <p:sp>
            <p:nvSpPr>
              <p:cNvPr id="22" name="Freeform: Shape 21">
                <a:extLst>
                  <a:ext uri="{FF2B5EF4-FFF2-40B4-BE49-F238E27FC236}">
                    <a16:creationId xmlns:a16="http://schemas.microsoft.com/office/drawing/2014/main" id="{0D5749F5-CE41-31DE-FF35-61FA298CA95A}"/>
                  </a:ext>
                </a:extLst>
              </p:cNvPr>
              <p:cNvSpPr/>
              <p:nvPr/>
            </p:nvSpPr>
            <p:spPr>
              <a:xfrm>
                <a:off x="604408" y="4600765"/>
                <a:ext cx="171354" cy="171354"/>
              </a:xfrm>
              <a:custGeom>
                <a:avLst/>
                <a:gdLst>
                  <a:gd name="connsiteX0" fmla="*/ 85677 w 171354"/>
                  <a:gd name="connsiteY0" fmla="*/ 171355 h 171354"/>
                  <a:gd name="connsiteX1" fmla="*/ 0 w 171354"/>
                  <a:gd name="connsiteY1" fmla="*/ 85677 h 171354"/>
                  <a:gd name="connsiteX2" fmla="*/ 85677 w 171354"/>
                  <a:gd name="connsiteY2" fmla="*/ 0 h 171354"/>
                  <a:gd name="connsiteX3" fmla="*/ 171355 w 171354"/>
                  <a:gd name="connsiteY3" fmla="*/ 85677 h 171354"/>
                  <a:gd name="connsiteX4" fmla="*/ 85677 w 171354"/>
                  <a:gd name="connsiteY4" fmla="*/ 171355 h 171354"/>
                  <a:gd name="connsiteX5" fmla="*/ 85677 w 171354"/>
                  <a:gd name="connsiteY5" fmla="*/ 6667 h 171354"/>
                  <a:gd name="connsiteX6" fmla="*/ 6620 w 171354"/>
                  <a:gd name="connsiteY6" fmla="*/ 85725 h 171354"/>
                  <a:gd name="connsiteX7" fmla="*/ 85677 w 171354"/>
                  <a:gd name="connsiteY7" fmla="*/ 164783 h 171354"/>
                  <a:gd name="connsiteX8" fmla="*/ 164735 w 171354"/>
                  <a:gd name="connsiteY8" fmla="*/ 85725 h 171354"/>
                  <a:gd name="connsiteX9" fmla="*/ 85677 w 171354"/>
                  <a:gd name="connsiteY9" fmla="*/ 6667 h 171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54" h="171354">
                    <a:moveTo>
                      <a:pt x="85677" y="171355"/>
                    </a:moveTo>
                    <a:cubicBezTo>
                      <a:pt x="38433" y="171355"/>
                      <a:pt x="0" y="132921"/>
                      <a:pt x="0" y="85677"/>
                    </a:cubicBezTo>
                    <a:cubicBezTo>
                      <a:pt x="0" y="38433"/>
                      <a:pt x="38433" y="0"/>
                      <a:pt x="85677" y="0"/>
                    </a:cubicBezTo>
                    <a:cubicBezTo>
                      <a:pt x="132921" y="0"/>
                      <a:pt x="171355" y="38433"/>
                      <a:pt x="171355" y="85677"/>
                    </a:cubicBezTo>
                    <a:cubicBezTo>
                      <a:pt x="171355" y="132921"/>
                      <a:pt x="132921" y="171355"/>
                      <a:pt x="85677" y="171355"/>
                    </a:cubicBezTo>
                    <a:close/>
                    <a:moveTo>
                      <a:pt x="85677" y="6667"/>
                    </a:moveTo>
                    <a:cubicBezTo>
                      <a:pt x="42100" y="6667"/>
                      <a:pt x="6620" y="42148"/>
                      <a:pt x="6620" y="85725"/>
                    </a:cubicBezTo>
                    <a:cubicBezTo>
                      <a:pt x="6620" y="129302"/>
                      <a:pt x="42100" y="164783"/>
                      <a:pt x="85677" y="164783"/>
                    </a:cubicBezTo>
                    <a:cubicBezTo>
                      <a:pt x="129254" y="164783"/>
                      <a:pt x="164735" y="129302"/>
                      <a:pt x="164735" y="85725"/>
                    </a:cubicBezTo>
                    <a:cubicBezTo>
                      <a:pt x="164735" y="42148"/>
                      <a:pt x="129254" y="6667"/>
                      <a:pt x="85677" y="6667"/>
                    </a:cubicBezTo>
                    <a:close/>
                  </a:path>
                </a:pathLst>
              </a:custGeom>
              <a:solidFill>
                <a:srgbClr val="FFFFFF"/>
              </a:solidFill>
              <a:ln w="4763" cap="flat">
                <a:noFill/>
                <a:prstDash val="solid"/>
                <a:miter/>
              </a:ln>
            </p:spPr>
            <p:txBody>
              <a:bodyPr rtlCol="0" anchor="ctr"/>
              <a:lstStyle/>
              <a:p>
                <a:endParaRPr lang="en-AU"/>
              </a:p>
            </p:txBody>
          </p:sp>
          <p:sp>
            <p:nvSpPr>
              <p:cNvPr id="23" name="Freeform: Shape 22">
                <a:extLst>
                  <a:ext uri="{FF2B5EF4-FFF2-40B4-BE49-F238E27FC236}">
                    <a16:creationId xmlns:a16="http://schemas.microsoft.com/office/drawing/2014/main" id="{044BA208-EA2B-AEB2-6DA2-25482C2C6D12}"/>
                  </a:ext>
                </a:extLst>
              </p:cNvPr>
              <p:cNvSpPr/>
              <p:nvPr/>
            </p:nvSpPr>
            <p:spPr>
              <a:xfrm>
                <a:off x="637460" y="4634007"/>
                <a:ext cx="105203" cy="104965"/>
              </a:xfrm>
              <a:custGeom>
                <a:avLst/>
                <a:gdLst>
                  <a:gd name="connsiteX0" fmla="*/ 28384 w 105203"/>
                  <a:gd name="connsiteY0" fmla="*/ 0 h 104965"/>
                  <a:gd name="connsiteX1" fmla="*/ 76819 w 105203"/>
                  <a:gd name="connsiteY1" fmla="*/ 0 h 104965"/>
                  <a:gd name="connsiteX2" fmla="*/ 105204 w 105203"/>
                  <a:gd name="connsiteY2" fmla="*/ 28385 h 104965"/>
                  <a:gd name="connsiteX3" fmla="*/ 105204 w 105203"/>
                  <a:gd name="connsiteY3" fmla="*/ 76581 h 104965"/>
                  <a:gd name="connsiteX4" fmla="*/ 76819 w 105203"/>
                  <a:gd name="connsiteY4" fmla="*/ 104966 h 104965"/>
                  <a:gd name="connsiteX5" fmla="*/ 28384 w 105203"/>
                  <a:gd name="connsiteY5" fmla="*/ 104966 h 104965"/>
                  <a:gd name="connsiteX6" fmla="*/ 0 w 105203"/>
                  <a:gd name="connsiteY6" fmla="*/ 76581 h 104965"/>
                  <a:gd name="connsiteX7" fmla="*/ 0 w 105203"/>
                  <a:gd name="connsiteY7" fmla="*/ 28385 h 104965"/>
                  <a:gd name="connsiteX8" fmla="*/ 28384 w 105203"/>
                  <a:gd name="connsiteY8" fmla="*/ 0 h 104965"/>
                  <a:gd name="connsiteX9" fmla="*/ 28384 w 105203"/>
                  <a:gd name="connsiteY9" fmla="*/ 0 h 104965"/>
                  <a:gd name="connsiteX10" fmla="*/ 80867 w 105203"/>
                  <a:gd name="connsiteY10" fmla="*/ 18336 h 104965"/>
                  <a:gd name="connsiteX11" fmla="*/ 80867 w 105203"/>
                  <a:gd name="connsiteY11" fmla="*/ 18336 h 104965"/>
                  <a:gd name="connsiteX12" fmla="*/ 86916 w 105203"/>
                  <a:gd name="connsiteY12" fmla="*/ 24384 h 104965"/>
                  <a:gd name="connsiteX13" fmla="*/ 86916 w 105203"/>
                  <a:gd name="connsiteY13" fmla="*/ 24384 h 104965"/>
                  <a:gd name="connsiteX14" fmla="*/ 80867 w 105203"/>
                  <a:gd name="connsiteY14" fmla="*/ 30432 h 104965"/>
                  <a:gd name="connsiteX15" fmla="*/ 80867 w 105203"/>
                  <a:gd name="connsiteY15" fmla="*/ 30432 h 104965"/>
                  <a:gd name="connsiteX16" fmla="*/ 74819 w 105203"/>
                  <a:gd name="connsiteY16" fmla="*/ 24384 h 104965"/>
                  <a:gd name="connsiteX17" fmla="*/ 74819 w 105203"/>
                  <a:gd name="connsiteY17" fmla="*/ 24384 h 104965"/>
                  <a:gd name="connsiteX18" fmla="*/ 80867 w 105203"/>
                  <a:gd name="connsiteY18" fmla="*/ 18336 h 104965"/>
                  <a:gd name="connsiteX19" fmla="*/ 80867 w 105203"/>
                  <a:gd name="connsiteY19" fmla="*/ 18336 h 104965"/>
                  <a:gd name="connsiteX20" fmla="*/ 52483 w 105203"/>
                  <a:gd name="connsiteY20" fmla="*/ 23860 h 104965"/>
                  <a:gd name="connsiteX21" fmla="*/ 52721 w 105203"/>
                  <a:gd name="connsiteY21" fmla="*/ 23860 h 104965"/>
                  <a:gd name="connsiteX22" fmla="*/ 81343 w 105203"/>
                  <a:gd name="connsiteY22" fmla="*/ 52483 h 104965"/>
                  <a:gd name="connsiteX23" fmla="*/ 81343 w 105203"/>
                  <a:gd name="connsiteY23" fmla="*/ 52483 h 104965"/>
                  <a:gd name="connsiteX24" fmla="*/ 52721 w 105203"/>
                  <a:gd name="connsiteY24" fmla="*/ 81105 h 104965"/>
                  <a:gd name="connsiteX25" fmla="*/ 52483 w 105203"/>
                  <a:gd name="connsiteY25" fmla="*/ 81105 h 104965"/>
                  <a:gd name="connsiteX26" fmla="*/ 24098 w 105203"/>
                  <a:gd name="connsiteY26" fmla="*/ 52483 h 104965"/>
                  <a:gd name="connsiteX27" fmla="*/ 24098 w 105203"/>
                  <a:gd name="connsiteY27" fmla="*/ 52483 h 104965"/>
                  <a:gd name="connsiteX28" fmla="*/ 52483 w 105203"/>
                  <a:gd name="connsiteY28" fmla="*/ 23860 h 104965"/>
                  <a:gd name="connsiteX29" fmla="*/ 52483 w 105203"/>
                  <a:gd name="connsiteY29" fmla="*/ 23860 h 104965"/>
                  <a:gd name="connsiteX30" fmla="*/ 52483 w 105203"/>
                  <a:gd name="connsiteY30" fmla="*/ 33623 h 104965"/>
                  <a:gd name="connsiteX31" fmla="*/ 52721 w 105203"/>
                  <a:gd name="connsiteY31" fmla="*/ 33623 h 104965"/>
                  <a:gd name="connsiteX32" fmla="*/ 71533 w 105203"/>
                  <a:gd name="connsiteY32" fmla="*/ 52435 h 104965"/>
                  <a:gd name="connsiteX33" fmla="*/ 71533 w 105203"/>
                  <a:gd name="connsiteY33" fmla="*/ 52435 h 104965"/>
                  <a:gd name="connsiteX34" fmla="*/ 52721 w 105203"/>
                  <a:gd name="connsiteY34" fmla="*/ 71533 h 104965"/>
                  <a:gd name="connsiteX35" fmla="*/ 52483 w 105203"/>
                  <a:gd name="connsiteY35" fmla="*/ 71533 h 104965"/>
                  <a:gd name="connsiteX36" fmla="*/ 33671 w 105203"/>
                  <a:gd name="connsiteY36" fmla="*/ 52435 h 104965"/>
                  <a:gd name="connsiteX37" fmla="*/ 33671 w 105203"/>
                  <a:gd name="connsiteY37" fmla="*/ 52435 h 104965"/>
                  <a:gd name="connsiteX38" fmla="*/ 52483 w 105203"/>
                  <a:gd name="connsiteY38" fmla="*/ 33623 h 104965"/>
                  <a:gd name="connsiteX39" fmla="*/ 52483 w 105203"/>
                  <a:gd name="connsiteY39" fmla="*/ 33623 h 104965"/>
                  <a:gd name="connsiteX40" fmla="*/ 28623 w 105203"/>
                  <a:gd name="connsiteY40" fmla="*/ 9049 h 104965"/>
                  <a:gd name="connsiteX41" fmla="*/ 76581 w 105203"/>
                  <a:gd name="connsiteY41" fmla="*/ 9049 h 104965"/>
                  <a:gd name="connsiteX42" fmla="*/ 96155 w 105203"/>
                  <a:gd name="connsiteY42" fmla="*/ 28623 h 104965"/>
                  <a:gd name="connsiteX43" fmla="*/ 96155 w 105203"/>
                  <a:gd name="connsiteY43" fmla="*/ 76343 h 104965"/>
                  <a:gd name="connsiteX44" fmla="*/ 76581 w 105203"/>
                  <a:gd name="connsiteY44" fmla="*/ 95917 h 104965"/>
                  <a:gd name="connsiteX45" fmla="*/ 28623 w 105203"/>
                  <a:gd name="connsiteY45" fmla="*/ 95917 h 104965"/>
                  <a:gd name="connsiteX46" fmla="*/ 9049 w 105203"/>
                  <a:gd name="connsiteY46" fmla="*/ 76343 h 104965"/>
                  <a:gd name="connsiteX47" fmla="*/ 9049 w 105203"/>
                  <a:gd name="connsiteY47" fmla="*/ 28623 h 104965"/>
                  <a:gd name="connsiteX48" fmla="*/ 28623 w 105203"/>
                  <a:gd name="connsiteY48" fmla="*/ 9049 h 104965"/>
                  <a:gd name="connsiteX49" fmla="*/ 28623 w 105203"/>
                  <a:gd name="connsiteY49" fmla="*/ 9049 h 104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05203" h="104965">
                    <a:moveTo>
                      <a:pt x="28384" y="0"/>
                    </a:moveTo>
                    <a:lnTo>
                      <a:pt x="76819" y="0"/>
                    </a:lnTo>
                    <a:cubicBezTo>
                      <a:pt x="92392" y="0"/>
                      <a:pt x="105204" y="12811"/>
                      <a:pt x="105204" y="28385"/>
                    </a:cubicBezTo>
                    <a:lnTo>
                      <a:pt x="105204" y="76581"/>
                    </a:lnTo>
                    <a:cubicBezTo>
                      <a:pt x="105204" y="92154"/>
                      <a:pt x="92392" y="104966"/>
                      <a:pt x="76819" y="104966"/>
                    </a:cubicBezTo>
                    <a:lnTo>
                      <a:pt x="28384" y="104966"/>
                    </a:lnTo>
                    <a:cubicBezTo>
                      <a:pt x="12811" y="104966"/>
                      <a:pt x="0" y="92154"/>
                      <a:pt x="0" y="76581"/>
                    </a:cubicBezTo>
                    <a:lnTo>
                      <a:pt x="0" y="28385"/>
                    </a:lnTo>
                    <a:cubicBezTo>
                      <a:pt x="0" y="12811"/>
                      <a:pt x="12811" y="0"/>
                      <a:pt x="28384" y="0"/>
                    </a:cubicBezTo>
                    <a:lnTo>
                      <a:pt x="28384" y="0"/>
                    </a:lnTo>
                    <a:close/>
                    <a:moveTo>
                      <a:pt x="80867" y="18336"/>
                    </a:moveTo>
                    <a:lnTo>
                      <a:pt x="80867" y="18336"/>
                    </a:lnTo>
                    <a:cubicBezTo>
                      <a:pt x="84153" y="18336"/>
                      <a:pt x="86916" y="21098"/>
                      <a:pt x="86916" y="24384"/>
                    </a:cubicBezTo>
                    <a:lnTo>
                      <a:pt x="86916" y="24384"/>
                    </a:lnTo>
                    <a:cubicBezTo>
                      <a:pt x="86916" y="27670"/>
                      <a:pt x="84153" y="30432"/>
                      <a:pt x="80867" y="30432"/>
                    </a:cubicBezTo>
                    <a:lnTo>
                      <a:pt x="80867" y="30432"/>
                    </a:lnTo>
                    <a:cubicBezTo>
                      <a:pt x="77343" y="30432"/>
                      <a:pt x="74819" y="27670"/>
                      <a:pt x="74819" y="24384"/>
                    </a:cubicBezTo>
                    <a:lnTo>
                      <a:pt x="74819" y="24384"/>
                    </a:lnTo>
                    <a:cubicBezTo>
                      <a:pt x="74819" y="21098"/>
                      <a:pt x="77343" y="18336"/>
                      <a:pt x="80867" y="18336"/>
                    </a:cubicBezTo>
                    <a:lnTo>
                      <a:pt x="80867" y="18336"/>
                    </a:lnTo>
                    <a:close/>
                    <a:moveTo>
                      <a:pt x="52483" y="23860"/>
                    </a:moveTo>
                    <a:lnTo>
                      <a:pt x="52721" y="23860"/>
                    </a:lnTo>
                    <a:cubicBezTo>
                      <a:pt x="68294" y="23860"/>
                      <a:pt x="81343" y="36909"/>
                      <a:pt x="81343" y="52483"/>
                    </a:cubicBezTo>
                    <a:lnTo>
                      <a:pt x="81343" y="52483"/>
                    </a:lnTo>
                    <a:cubicBezTo>
                      <a:pt x="81343" y="68294"/>
                      <a:pt x="68294" y="81105"/>
                      <a:pt x="52721" y="81105"/>
                    </a:cubicBezTo>
                    <a:lnTo>
                      <a:pt x="52483" y="81105"/>
                    </a:lnTo>
                    <a:cubicBezTo>
                      <a:pt x="36909" y="81105"/>
                      <a:pt x="24098" y="68294"/>
                      <a:pt x="24098" y="52483"/>
                    </a:cubicBezTo>
                    <a:lnTo>
                      <a:pt x="24098" y="52483"/>
                    </a:lnTo>
                    <a:cubicBezTo>
                      <a:pt x="24098" y="36909"/>
                      <a:pt x="36909" y="23860"/>
                      <a:pt x="52483" y="23860"/>
                    </a:cubicBezTo>
                    <a:lnTo>
                      <a:pt x="52483" y="23860"/>
                    </a:lnTo>
                    <a:close/>
                    <a:moveTo>
                      <a:pt x="52483" y="33623"/>
                    </a:moveTo>
                    <a:lnTo>
                      <a:pt x="52721" y="33623"/>
                    </a:lnTo>
                    <a:cubicBezTo>
                      <a:pt x="63008" y="33623"/>
                      <a:pt x="71533" y="42148"/>
                      <a:pt x="71533" y="52435"/>
                    </a:cubicBezTo>
                    <a:lnTo>
                      <a:pt x="71533" y="52435"/>
                    </a:lnTo>
                    <a:cubicBezTo>
                      <a:pt x="71533" y="62960"/>
                      <a:pt x="63008" y="71533"/>
                      <a:pt x="52721" y="71533"/>
                    </a:cubicBezTo>
                    <a:lnTo>
                      <a:pt x="52483" y="71533"/>
                    </a:lnTo>
                    <a:cubicBezTo>
                      <a:pt x="42196" y="71533"/>
                      <a:pt x="33671" y="63008"/>
                      <a:pt x="33671" y="52435"/>
                    </a:cubicBezTo>
                    <a:lnTo>
                      <a:pt x="33671" y="52435"/>
                    </a:lnTo>
                    <a:cubicBezTo>
                      <a:pt x="33671" y="42148"/>
                      <a:pt x="42196" y="33623"/>
                      <a:pt x="52483" y="33623"/>
                    </a:cubicBezTo>
                    <a:lnTo>
                      <a:pt x="52483" y="33623"/>
                    </a:lnTo>
                    <a:close/>
                    <a:moveTo>
                      <a:pt x="28623" y="9049"/>
                    </a:moveTo>
                    <a:lnTo>
                      <a:pt x="76581" y="9049"/>
                    </a:lnTo>
                    <a:cubicBezTo>
                      <a:pt x="87392" y="9049"/>
                      <a:pt x="96155" y="17812"/>
                      <a:pt x="96155" y="28623"/>
                    </a:cubicBezTo>
                    <a:lnTo>
                      <a:pt x="96155" y="76343"/>
                    </a:lnTo>
                    <a:cubicBezTo>
                      <a:pt x="96155" y="87154"/>
                      <a:pt x="87392" y="95917"/>
                      <a:pt x="76581" y="95917"/>
                    </a:cubicBezTo>
                    <a:lnTo>
                      <a:pt x="28623" y="95917"/>
                    </a:lnTo>
                    <a:cubicBezTo>
                      <a:pt x="17812" y="95917"/>
                      <a:pt x="9049" y="87154"/>
                      <a:pt x="9049" y="76343"/>
                    </a:cubicBezTo>
                    <a:lnTo>
                      <a:pt x="9049" y="28623"/>
                    </a:lnTo>
                    <a:cubicBezTo>
                      <a:pt x="9049" y="17812"/>
                      <a:pt x="17812" y="9049"/>
                      <a:pt x="28623" y="9049"/>
                    </a:cubicBezTo>
                    <a:lnTo>
                      <a:pt x="28623" y="9049"/>
                    </a:lnTo>
                    <a:close/>
                  </a:path>
                </a:pathLst>
              </a:custGeom>
              <a:solidFill>
                <a:srgbClr val="FFFFFF"/>
              </a:solidFill>
              <a:ln w="4763" cap="flat">
                <a:noFill/>
                <a:prstDash val="solid"/>
                <a:miter/>
              </a:ln>
            </p:spPr>
            <p:txBody>
              <a:bodyPr rtlCol="0" anchor="ctr"/>
              <a:lstStyle/>
              <a:p>
                <a:endParaRPr lang="en-AU"/>
              </a:p>
            </p:txBody>
          </p:sp>
        </p:grpSp>
        <p:grpSp>
          <p:nvGrpSpPr>
            <p:cNvPr id="24" name="Graphic 3">
              <a:extLst>
                <a:ext uri="{FF2B5EF4-FFF2-40B4-BE49-F238E27FC236}">
                  <a16:creationId xmlns:a16="http://schemas.microsoft.com/office/drawing/2014/main" id="{1E38CE80-668F-33FD-4068-4CE84CB701AD}"/>
                </a:ext>
              </a:extLst>
            </p:cNvPr>
            <p:cNvGrpSpPr/>
            <p:nvPr/>
          </p:nvGrpSpPr>
          <p:grpSpPr>
            <a:xfrm>
              <a:off x="217360" y="4600908"/>
              <a:ext cx="171354" cy="171354"/>
              <a:chOff x="217360" y="4600908"/>
              <a:chExt cx="171354" cy="171354"/>
            </a:xfrm>
            <a:solidFill>
              <a:srgbClr val="FFFFFF"/>
            </a:solidFill>
          </p:grpSpPr>
          <p:sp>
            <p:nvSpPr>
              <p:cNvPr id="25" name="Freeform: Shape 24">
                <a:extLst>
                  <a:ext uri="{FF2B5EF4-FFF2-40B4-BE49-F238E27FC236}">
                    <a16:creationId xmlns:a16="http://schemas.microsoft.com/office/drawing/2014/main" id="{DC5C4339-27F3-3A60-4691-313A45B4636F}"/>
                  </a:ext>
                </a:extLst>
              </p:cNvPr>
              <p:cNvSpPr/>
              <p:nvPr/>
            </p:nvSpPr>
            <p:spPr>
              <a:xfrm>
                <a:off x="217360" y="4600908"/>
                <a:ext cx="171354" cy="171354"/>
              </a:xfrm>
              <a:custGeom>
                <a:avLst/>
                <a:gdLst>
                  <a:gd name="connsiteX0" fmla="*/ 85677 w 171354"/>
                  <a:gd name="connsiteY0" fmla="*/ 171355 h 171354"/>
                  <a:gd name="connsiteX1" fmla="*/ 0 w 171354"/>
                  <a:gd name="connsiteY1" fmla="*/ 85677 h 171354"/>
                  <a:gd name="connsiteX2" fmla="*/ 85677 w 171354"/>
                  <a:gd name="connsiteY2" fmla="*/ 0 h 171354"/>
                  <a:gd name="connsiteX3" fmla="*/ 171355 w 171354"/>
                  <a:gd name="connsiteY3" fmla="*/ 85677 h 171354"/>
                  <a:gd name="connsiteX4" fmla="*/ 85677 w 171354"/>
                  <a:gd name="connsiteY4" fmla="*/ 171355 h 171354"/>
                  <a:gd name="connsiteX5" fmla="*/ 85677 w 171354"/>
                  <a:gd name="connsiteY5" fmla="*/ 6620 h 171354"/>
                  <a:gd name="connsiteX6" fmla="*/ 6620 w 171354"/>
                  <a:gd name="connsiteY6" fmla="*/ 85677 h 171354"/>
                  <a:gd name="connsiteX7" fmla="*/ 85677 w 171354"/>
                  <a:gd name="connsiteY7" fmla="*/ 164735 h 171354"/>
                  <a:gd name="connsiteX8" fmla="*/ 164735 w 171354"/>
                  <a:gd name="connsiteY8" fmla="*/ 85677 h 171354"/>
                  <a:gd name="connsiteX9" fmla="*/ 85677 w 171354"/>
                  <a:gd name="connsiteY9" fmla="*/ 6620 h 171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54" h="171354">
                    <a:moveTo>
                      <a:pt x="85677" y="171355"/>
                    </a:moveTo>
                    <a:cubicBezTo>
                      <a:pt x="38433" y="171355"/>
                      <a:pt x="0" y="132921"/>
                      <a:pt x="0" y="85677"/>
                    </a:cubicBezTo>
                    <a:cubicBezTo>
                      <a:pt x="0" y="38433"/>
                      <a:pt x="38433" y="0"/>
                      <a:pt x="85677" y="0"/>
                    </a:cubicBezTo>
                    <a:cubicBezTo>
                      <a:pt x="132921" y="0"/>
                      <a:pt x="171355" y="38433"/>
                      <a:pt x="171355" y="85677"/>
                    </a:cubicBezTo>
                    <a:cubicBezTo>
                      <a:pt x="171355" y="132921"/>
                      <a:pt x="132921" y="171355"/>
                      <a:pt x="85677" y="171355"/>
                    </a:cubicBezTo>
                    <a:close/>
                    <a:moveTo>
                      <a:pt x="85677" y="6620"/>
                    </a:moveTo>
                    <a:cubicBezTo>
                      <a:pt x="42101" y="6620"/>
                      <a:pt x="6620" y="42101"/>
                      <a:pt x="6620" y="85677"/>
                    </a:cubicBezTo>
                    <a:cubicBezTo>
                      <a:pt x="6620" y="129254"/>
                      <a:pt x="42101" y="164735"/>
                      <a:pt x="85677" y="164735"/>
                    </a:cubicBezTo>
                    <a:cubicBezTo>
                      <a:pt x="129254" y="164735"/>
                      <a:pt x="164735" y="129254"/>
                      <a:pt x="164735" y="85677"/>
                    </a:cubicBezTo>
                    <a:cubicBezTo>
                      <a:pt x="164735" y="42101"/>
                      <a:pt x="129254" y="6620"/>
                      <a:pt x="85677" y="6620"/>
                    </a:cubicBezTo>
                    <a:close/>
                  </a:path>
                </a:pathLst>
              </a:custGeom>
              <a:solidFill>
                <a:srgbClr val="FFFFFF"/>
              </a:solidFill>
              <a:ln w="4763" cap="flat">
                <a:noFill/>
                <a:prstDash val="solid"/>
                <a:miter/>
              </a:ln>
            </p:spPr>
            <p:txBody>
              <a:bodyPr rtlCol="0" anchor="ctr"/>
              <a:lstStyle/>
              <a:p>
                <a:endParaRPr lang="en-AU"/>
              </a:p>
            </p:txBody>
          </p:sp>
          <p:sp>
            <p:nvSpPr>
              <p:cNvPr id="26" name="Freeform: Shape 25">
                <a:extLst>
                  <a:ext uri="{FF2B5EF4-FFF2-40B4-BE49-F238E27FC236}">
                    <a16:creationId xmlns:a16="http://schemas.microsoft.com/office/drawing/2014/main" id="{4E0AF755-8025-9045-AFC0-345262DD6301}"/>
                  </a:ext>
                </a:extLst>
              </p:cNvPr>
              <p:cNvSpPr/>
              <p:nvPr/>
            </p:nvSpPr>
            <p:spPr>
              <a:xfrm>
                <a:off x="265223" y="4643008"/>
                <a:ext cx="75580" cy="76009"/>
              </a:xfrm>
              <a:custGeom>
                <a:avLst/>
                <a:gdLst>
                  <a:gd name="connsiteX0" fmla="*/ 1524 w 75580"/>
                  <a:gd name="connsiteY0" fmla="*/ 25527 h 76009"/>
                  <a:gd name="connsiteX1" fmla="*/ 16526 w 75580"/>
                  <a:gd name="connsiteY1" fmla="*/ 25527 h 76009"/>
                  <a:gd name="connsiteX2" fmla="*/ 16526 w 75580"/>
                  <a:gd name="connsiteY2" fmla="*/ 75914 h 76009"/>
                  <a:gd name="connsiteX3" fmla="*/ 1524 w 75580"/>
                  <a:gd name="connsiteY3" fmla="*/ 75914 h 76009"/>
                  <a:gd name="connsiteX4" fmla="*/ 1524 w 75580"/>
                  <a:gd name="connsiteY4" fmla="*/ 25527 h 76009"/>
                  <a:gd name="connsiteX5" fmla="*/ 8906 w 75580"/>
                  <a:gd name="connsiteY5" fmla="*/ 0 h 76009"/>
                  <a:gd name="connsiteX6" fmla="*/ 18002 w 75580"/>
                  <a:gd name="connsiteY6" fmla="*/ 9096 h 76009"/>
                  <a:gd name="connsiteX7" fmla="*/ 8906 w 75580"/>
                  <a:gd name="connsiteY7" fmla="*/ 18193 h 76009"/>
                  <a:gd name="connsiteX8" fmla="*/ 0 w 75580"/>
                  <a:gd name="connsiteY8" fmla="*/ 9096 h 76009"/>
                  <a:gd name="connsiteX9" fmla="*/ 8906 w 75580"/>
                  <a:gd name="connsiteY9" fmla="*/ 0 h 76009"/>
                  <a:gd name="connsiteX10" fmla="*/ 8906 w 75580"/>
                  <a:gd name="connsiteY10" fmla="*/ 0 h 76009"/>
                  <a:gd name="connsiteX11" fmla="*/ 25384 w 75580"/>
                  <a:gd name="connsiteY11" fmla="*/ 25527 h 76009"/>
                  <a:gd name="connsiteX12" fmla="*/ 40195 w 75580"/>
                  <a:gd name="connsiteY12" fmla="*/ 25527 h 76009"/>
                  <a:gd name="connsiteX13" fmla="*/ 40195 w 75580"/>
                  <a:gd name="connsiteY13" fmla="*/ 32575 h 76009"/>
                  <a:gd name="connsiteX14" fmla="*/ 54435 w 75580"/>
                  <a:gd name="connsiteY14" fmla="*/ 25003 h 76009"/>
                  <a:gd name="connsiteX15" fmla="*/ 58531 w 75580"/>
                  <a:gd name="connsiteY15" fmla="*/ 25003 h 76009"/>
                  <a:gd name="connsiteX16" fmla="*/ 75581 w 75580"/>
                  <a:gd name="connsiteY16" fmla="*/ 42053 h 76009"/>
                  <a:gd name="connsiteX17" fmla="*/ 75581 w 75580"/>
                  <a:gd name="connsiteY17" fmla="*/ 75962 h 76009"/>
                  <a:gd name="connsiteX18" fmla="*/ 60769 w 75580"/>
                  <a:gd name="connsiteY18" fmla="*/ 75962 h 76009"/>
                  <a:gd name="connsiteX19" fmla="*/ 60769 w 75580"/>
                  <a:gd name="connsiteY19" fmla="*/ 71342 h 76009"/>
                  <a:gd name="connsiteX20" fmla="*/ 60769 w 75580"/>
                  <a:gd name="connsiteY20" fmla="*/ 71342 h 76009"/>
                  <a:gd name="connsiteX21" fmla="*/ 60769 w 75580"/>
                  <a:gd name="connsiteY21" fmla="*/ 48768 h 76009"/>
                  <a:gd name="connsiteX22" fmla="*/ 60769 w 75580"/>
                  <a:gd name="connsiteY22" fmla="*/ 48768 h 76009"/>
                  <a:gd name="connsiteX23" fmla="*/ 50959 w 75580"/>
                  <a:gd name="connsiteY23" fmla="*/ 38576 h 76009"/>
                  <a:gd name="connsiteX24" fmla="*/ 50959 w 75580"/>
                  <a:gd name="connsiteY24" fmla="*/ 38576 h 76009"/>
                  <a:gd name="connsiteX25" fmla="*/ 40195 w 75580"/>
                  <a:gd name="connsiteY25" fmla="*/ 48768 h 76009"/>
                  <a:gd name="connsiteX26" fmla="*/ 40195 w 75580"/>
                  <a:gd name="connsiteY26" fmla="*/ 48768 h 76009"/>
                  <a:gd name="connsiteX27" fmla="*/ 40195 w 75580"/>
                  <a:gd name="connsiteY27" fmla="*/ 76009 h 76009"/>
                  <a:gd name="connsiteX28" fmla="*/ 25384 w 75580"/>
                  <a:gd name="connsiteY28" fmla="*/ 76009 h 76009"/>
                  <a:gd name="connsiteX29" fmla="*/ 25384 w 75580"/>
                  <a:gd name="connsiteY29" fmla="*/ 25622 h 76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75580" h="76009">
                    <a:moveTo>
                      <a:pt x="1524" y="25527"/>
                    </a:moveTo>
                    <a:lnTo>
                      <a:pt x="16526" y="25527"/>
                    </a:lnTo>
                    <a:lnTo>
                      <a:pt x="16526" y="75914"/>
                    </a:lnTo>
                    <a:lnTo>
                      <a:pt x="1524" y="75914"/>
                    </a:lnTo>
                    <a:lnTo>
                      <a:pt x="1524" y="25527"/>
                    </a:lnTo>
                    <a:close/>
                    <a:moveTo>
                      <a:pt x="8906" y="0"/>
                    </a:moveTo>
                    <a:cubicBezTo>
                      <a:pt x="13907" y="0"/>
                      <a:pt x="18002" y="4096"/>
                      <a:pt x="18002" y="9096"/>
                    </a:cubicBezTo>
                    <a:cubicBezTo>
                      <a:pt x="18002" y="14097"/>
                      <a:pt x="13907" y="18193"/>
                      <a:pt x="8906" y="18193"/>
                    </a:cubicBezTo>
                    <a:cubicBezTo>
                      <a:pt x="3905" y="18193"/>
                      <a:pt x="0" y="14097"/>
                      <a:pt x="0" y="9096"/>
                    </a:cubicBezTo>
                    <a:cubicBezTo>
                      <a:pt x="0" y="4096"/>
                      <a:pt x="3905" y="0"/>
                      <a:pt x="8906" y="0"/>
                    </a:cubicBezTo>
                    <a:lnTo>
                      <a:pt x="8906" y="0"/>
                    </a:lnTo>
                    <a:close/>
                    <a:moveTo>
                      <a:pt x="25384" y="25527"/>
                    </a:moveTo>
                    <a:lnTo>
                      <a:pt x="40195" y="25527"/>
                    </a:lnTo>
                    <a:lnTo>
                      <a:pt x="40195" y="32575"/>
                    </a:lnTo>
                    <a:cubicBezTo>
                      <a:pt x="43339" y="27956"/>
                      <a:pt x="48530" y="25003"/>
                      <a:pt x="54435" y="25003"/>
                    </a:cubicBezTo>
                    <a:lnTo>
                      <a:pt x="58531" y="25003"/>
                    </a:lnTo>
                    <a:cubicBezTo>
                      <a:pt x="67961" y="25003"/>
                      <a:pt x="75581" y="32766"/>
                      <a:pt x="75581" y="42053"/>
                    </a:cubicBezTo>
                    <a:lnTo>
                      <a:pt x="75581" y="75962"/>
                    </a:lnTo>
                    <a:lnTo>
                      <a:pt x="60769" y="75962"/>
                    </a:lnTo>
                    <a:lnTo>
                      <a:pt x="60769" y="71342"/>
                    </a:lnTo>
                    <a:lnTo>
                      <a:pt x="60769" y="71342"/>
                    </a:lnTo>
                    <a:lnTo>
                      <a:pt x="60769" y="48768"/>
                    </a:lnTo>
                    <a:lnTo>
                      <a:pt x="60769" y="48768"/>
                    </a:lnTo>
                    <a:cubicBezTo>
                      <a:pt x="60579" y="43005"/>
                      <a:pt x="56674" y="38576"/>
                      <a:pt x="50959" y="38576"/>
                    </a:cubicBezTo>
                    <a:lnTo>
                      <a:pt x="50959" y="38576"/>
                    </a:lnTo>
                    <a:cubicBezTo>
                      <a:pt x="45196" y="38576"/>
                      <a:pt x="40386" y="43005"/>
                      <a:pt x="40195" y="48768"/>
                    </a:cubicBezTo>
                    <a:lnTo>
                      <a:pt x="40195" y="48768"/>
                    </a:lnTo>
                    <a:lnTo>
                      <a:pt x="40195" y="76009"/>
                    </a:lnTo>
                    <a:lnTo>
                      <a:pt x="25384" y="76009"/>
                    </a:lnTo>
                    <a:lnTo>
                      <a:pt x="25384" y="25622"/>
                    </a:lnTo>
                    <a:close/>
                  </a:path>
                </a:pathLst>
              </a:custGeom>
              <a:solidFill>
                <a:srgbClr val="FFFFFF"/>
              </a:solidFill>
              <a:ln w="4763" cap="flat">
                <a:noFill/>
                <a:prstDash val="solid"/>
                <a:miter/>
              </a:ln>
            </p:spPr>
            <p:txBody>
              <a:bodyPr rtlCol="0" anchor="ctr"/>
              <a:lstStyle/>
              <a:p>
                <a:endParaRPr lang="en-AU"/>
              </a:p>
            </p:txBody>
          </p:sp>
        </p:grpSp>
        <p:grpSp>
          <p:nvGrpSpPr>
            <p:cNvPr id="27" name="Graphic 3">
              <a:extLst>
                <a:ext uri="{FF2B5EF4-FFF2-40B4-BE49-F238E27FC236}">
                  <a16:creationId xmlns:a16="http://schemas.microsoft.com/office/drawing/2014/main" id="{4AF81122-B682-3D4F-1692-03A9A1D0D0D9}"/>
                </a:ext>
              </a:extLst>
            </p:cNvPr>
            <p:cNvGrpSpPr/>
            <p:nvPr/>
          </p:nvGrpSpPr>
          <p:grpSpPr>
            <a:xfrm>
              <a:off x="991457" y="4600908"/>
              <a:ext cx="171354" cy="171354"/>
              <a:chOff x="991457" y="4600908"/>
              <a:chExt cx="171354" cy="171354"/>
            </a:xfrm>
            <a:solidFill>
              <a:srgbClr val="FFFFFF"/>
            </a:solidFill>
          </p:grpSpPr>
          <p:sp>
            <p:nvSpPr>
              <p:cNvPr id="28" name="Freeform: Shape 27">
                <a:extLst>
                  <a:ext uri="{FF2B5EF4-FFF2-40B4-BE49-F238E27FC236}">
                    <a16:creationId xmlns:a16="http://schemas.microsoft.com/office/drawing/2014/main" id="{C107F021-466F-02E9-8D53-CF6B99842509}"/>
                  </a:ext>
                </a:extLst>
              </p:cNvPr>
              <p:cNvSpPr/>
              <p:nvPr/>
            </p:nvSpPr>
            <p:spPr>
              <a:xfrm>
                <a:off x="991457" y="4600908"/>
                <a:ext cx="171354" cy="171354"/>
              </a:xfrm>
              <a:custGeom>
                <a:avLst/>
                <a:gdLst>
                  <a:gd name="connsiteX0" fmla="*/ 85677 w 171354"/>
                  <a:gd name="connsiteY0" fmla="*/ 171355 h 171354"/>
                  <a:gd name="connsiteX1" fmla="*/ 0 w 171354"/>
                  <a:gd name="connsiteY1" fmla="*/ 85677 h 171354"/>
                  <a:gd name="connsiteX2" fmla="*/ 85677 w 171354"/>
                  <a:gd name="connsiteY2" fmla="*/ 0 h 171354"/>
                  <a:gd name="connsiteX3" fmla="*/ 171355 w 171354"/>
                  <a:gd name="connsiteY3" fmla="*/ 85677 h 171354"/>
                  <a:gd name="connsiteX4" fmla="*/ 85677 w 171354"/>
                  <a:gd name="connsiteY4" fmla="*/ 171355 h 171354"/>
                  <a:gd name="connsiteX5" fmla="*/ 85677 w 171354"/>
                  <a:gd name="connsiteY5" fmla="*/ 6620 h 171354"/>
                  <a:gd name="connsiteX6" fmla="*/ 6620 w 171354"/>
                  <a:gd name="connsiteY6" fmla="*/ 85677 h 171354"/>
                  <a:gd name="connsiteX7" fmla="*/ 85677 w 171354"/>
                  <a:gd name="connsiteY7" fmla="*/ 164735 h 171354"/>
                  <a:gd name="connsiteX8" fmla="*/ 164735 w 171354"/>
                  <a:gd name="connsiteY8" fmla="*/ 85677 h 171354"/>
                  <a:gd name="connsiteX9" fmla="*/ 85677 w 171354"/>
                  <a:gd name="connsiteY9" fmla="*/ 6620 h 171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54" h="171354">
                    <a:moveTo>
                      <a:pt x="85677" y="171355"/>
                    </a:moveTo>
                    <a:cubicBezTo>
                      <a:pt x="38433" y="171355"/>
                      <a:pt x="0" y="132921"/>
                      <a:pt x="0" y="85677"/>
                    </a:cubicBezTo>
                    <a:cubicBezTo>
                      <a:pt x="0" y="38433"/>
                      <a:pt x="38433" y="0"/>
                      <a:pt x="85677" y="0"/>
                    </a:cubicBezTo>
                    <a:cubicBezTo>
                      <a:pt x="132921" y="0"/>
                      <a:pt x="171355" y="38433"/>
                      <a:pt x="171355" y="85677"/>
                    </a:cubicBezTo>
                    <a:cubicBezTo>
                      <a:pt x="171355" y="132921"/>
                      <a:pt x="132921" y="171355"/>
                      <a:pt x="85677" y="171355"/>
                    </a:cubicBezTo>
                    <a:close/>
                    <a:moveTo>
                      <a:pt x="85677" y="6620"/>
                    </a:moveTo>
                    <a:cubicBezTo>
                      <a:pt x="42101" y="6620"/>
                      <a:pt x="6620" y="42101"/>
                      <a:pt x="6620" y="85677"/>
                    </a:cubicBezTo>
                    <a:cubicBezTo>
                      <a:pt x="6620" y="129254"/>
                      <a:pt x="42101" y="164735"/>
                      <a:pt x="85677" y="164735"/>
                    </a:cubicBezTo>
                    <a:cubicBezTo>
                      <a:pt x="129254" y="164735"/>
                      <a:pt x="164735" y="129254"/>
                      <a:pt x="164735" y="85677"/>
                    </a:cubicBezTo>
                    <a:cubicBezTo>
                      <a:pt x="164735" y="42101"/>
                      <a:pt x="129254" y="6620"/>
                      <a:pt x="85677" y="6620"/>
                    </a:cubicBezTo>
                    <a:close/>
                  </a:path>
                </a:pathLst>
              </a:custGeom>
              <a:solidFill>
                <a:srgbClr val="FFFFFF"/>
              </a:solidFill>
              <a:ln w="4763" cap="flat">
                <a:noFill/>
                <a:prstDash val="solid"/>
                <a:miter/>
              </a:ln>
            </p:spPr>
            <p:txBody>
              <a:bodyPr rtlCol="0" anchor="ctr"/>
              <a:lstStyle/>
              <a:p>
                <a:endParaRPr lang="en-AU"/>
              </a:p>
            </p:txBody>
          </p:sp>
          <p:sp>
            <p:nvSpPr>
              <p:cNvPr id="29" name="Freeform: Shape 28">
                <a:extLst>
                  <a:ext uri="{FF2B5EF4-FFF2-40B4-BE49-F238E27FC236}">
                    <a16:creationId xmlns:a16="http://schemas.microsoft.com/office/drawing/2014/main" id="{0A6EAA11-2208-EDD8-E640-9C795B4DAED8}"/>
                  </a:ext>
                </a:extLst>
              </p:cNvPr>
              <p:cNvSpPr/>
              <p:nvPr/>
            </p:nvSpPr>
            <p:spPr>
              <a:xfrm>
                <a:off x="1026509" y="4650581"/>
                <a:ext cx="101441" cy="71723"/>
              </a:xfrm>
              <a:custGeom>
                <a:avLst/>
                <a:gdLst>
                  <a:gd name="connsiteX0" fmla="*/ 100251 w 101441"/>
                  <a:gd name="connsiteY0" fmla="*/ 15764 h 71723"/>
                  <a:gd name="connsiteX1" fmla="*/ 81105 w 101441"/>
                  <a:gd name="connsiteY1" fmla="*/ 1191 h 71723"/>
                  <a:gd name="connsiteX2" fmla="*/ 50721 w 101441"/>
                  <a:gd name="connsiteY2" fmla="*/ 0 h 71723"/>
                  <a:gd name="connsiteX3" fmla="*/ 20336 w 101441"/>
                  <a:gd name="connsiteY3" fmla="*/ 1191 h 71723"/>
                  <a:gd name="connsiteX4" fmla="*/ 1000 w 101441"/>
                  <a:gd name="connsiteY4" fmla="*/ 15764 h 71723"/>
                  <a:gd name="connsiteX5" fmla="*/ 0 w 101441"/>
                  <a:gd name="connsiteY5" fmla="*/ 35862 h 71723"/>
                  <a:gd name="connsiteX6" fmla="*/ 1000 w 101441"/>
                  <a:gd name="connsiteY6" fmla="*/ 55959 h 71723"/>
                  <a:gd name="connsiteX7" fmla="*/ 20336 w 101441"/>
                  <a:gd name="connsiteY7" fmla="*/ 70533 h 71723"/>
                  <a:gd name="connsiteX8" fmla="*/ 50721 w 101441"/>
                  <a:gd name="connsiteY8" fmla="*/ 71723 h 71723"/>
                  <a:gd name="connsiteX9" fmla="*/ 81105 w 101441"/>
                  <a:gd name="connsiteY9" fmla="*/ 70533 h 71723"/>
                  <a:gd name="connsiteX10" fmla="*/ 100251 w 101441"/>
                  <a:gd name="connsiteY10" fmla="*/ 55959 h 71723"/>
                  <a:gd name="connsiteX11" fmla="*/ 101441 w 101441"/>
                  <a:gd name="connsiteY11" fmla="*/ 35862 h 71723"/>
                  <a:gd name="connsiteX12" fmla="*/ 100251 w 101441"/>
                  <a:gd name="connsiteY12" fmla="*/ 15764 h 71723"/>
                  <a:gd name="connsiteX13" fmla="*/ 40481 w 101441"/>
                  <a:gd name="connsiteY13" fmla="*/ 51292 h 71723"/>
                  <a:gd name="connsiteX14" fmla="*/ 40481 w 101441"/>
                  <a:gd name="connsiteY14" fmla="*/ 20717 h 71723"/>
                  <a:gd name="connsiteX15" fmla="*/ 66913 w 101441"/>
                  <a:gd name="connsiteY15" fmla="*/ 35909 h 71723"/>
                  <a:gd name="connsiteX16" fmla="*/ 40481 w 101441"/>
                  <a:gd name="connsiteY16" fmla="*/ 51292 h 71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1441" h="71723">
                    <a:moveTo>
                      <a:pt x="100251" y="15764"/>
                    </a:moveTo>
                    <a:cubicBezTo>
                      <a:pt x="98679" y="4143"/>
                      <a:pt x="92774" y="2143"/>
                      <a:pt x="81105" y="1191"/>
                    </a:cubicBezTo>
                    <a:cubicBezTo>
                      <a:pt x="71057" y="381"/>
                      <a:pt x="59627" y="0"/>
                      <a:pt x="50721" y="0"/>
                    </a:cubicBezTo>
                    <a:cubicBezTo>
                      <a:pt x="41815" y="0"/>
                      <a:pt x="30194" y="381"/>
                      <a:pt x="20336" y="1191"/>
                    </a:cubicBezTo>
                    <a:cubicBezTo>
                      <a:pt x="8715" y="2191"/>
                      <a:pt x="2572" y="4143"/>
                      <a:pt x="1000" y="15764"/>
                    </a:cubicBezTo>
                    <a:cubicBezTo>
                      <a:pt x="429" y="21098"/>
                      <a:pt x="0" y="28384"/>
                      <a:pt x="0" y="35862"/>
                    </a:cubicBezTo>
                    <a:cubicBezTo>
                      <a:pt x="0" y="43339"/>
                      <a:pt x="381" y="50864"/>
                      <a:pt x="1000" y="55959"/>
                    </a:cubicBezTo>
                    <a:cubicBezTo>
                      <a:pt x="2572" y="67818"/>
                      <a:pt x="8715" y="69580"/>
                      <a:pt x="20336" y="70533"/>
                    </a:cubicBezTo>
                    <a:cubicBezTo>
                      <a:pt x="30194" y="71533"/>
                      <a:pt x="41815" y="71723"/>
                      <a:pt x="50721" y="71723"/>
                    </a:cubicBezTo>
                    <a:cubicBezTo>
                      <a:pt x="59627" y="71723"/>
                      <a:pt x="71057" y="71533"/>
                      <a:pt x="81105" y="70533"/>
                    </a:cubicBezTo>
                    <a:cubicBezTo>
                      <a:pt x="92726" y="69532"/>
                      <a:pt x="98679" y="67770"/>
                      <a:pt x="100251" y="55959"/>
                    </a:cubicBezTo>
                    <a:cubicBezTo>
                      <a:pt x="101060" y="50816"/>
                      <a:pt x="101441" y="43339"/>
                      <a:pt x="101441" y="35862"/>
                    </a:cubicBezTo>
                    <a:cubicBezTo>
                      <a:pt x="101441" y="28384"/>
                      <a:pt x="101060" y="21050"/>
                      <a:pt x="100251" y="15764"/>
                    </a:cubicBezTo>
                    <a:close/>
                    <a:moveTo>
                      <a:pt x="40481" y="51292"/>
                    </a:moveTo>
                    <a:lnTo>
                      <a:pt x="40481" y="20717"/>
                    </a:lnTo>
                    <a:lnTo>
                      <a:pt x="66913" y="35909"/>
                    </a:lnTo>
                    <a:lnTo>
                      <a:pt x="40481" y="51292"/>
                    </a:lnTo>
                    <a:close/>
                  </a:path>
                </a:pathLst>
              </a:custGeom>
              <a:solidFill>
                <a:srgbClr val="FFFFFF"/>
              </a:solidFill>
              <a:ln w="4763" cap="flat">
                <a:noFill/>
                <a:prstDash val="solid"/>
                <a:miter/>
              </a:ln>
            </p:spPr>
            <p:txBody>
              <a:bodyPr rtlCol="0" anchor="ctr"/>
              <a:lstStyle/>
              <a:p>
                <a:endParaRPr lang="en-AU"/>
              </a:p>
            </p:txBody>
          </p:sp>
        </p:grpSp>
      </p:grpSp>
      <p:sp>
        <p:nvSpPr>
          <p:cNvPr id="30" name="TextBox 29">
            <a:extLst>
              <a:ext uri="{FF2B5EF4-FFF2-40B4-BE49-F238E27FC236}">
                <a16:creationId xmlns:a16="http://schemas.microsoft.com/office/drawing/2014/main" id="{86AA1CEC-8694-F371-4526-F602B1F47D9A}"/>
              </a:ext>
            </a:extLst>
          </p:cNvPr>
          <p:cNvSpPr txBox="1"/>
          <p:nvPr userDrawn="1"/>
        </p:nvSpPr>
        <p:spPr>
          <a:xfrm>
            <a:off x="293584" y="4859373"/>
            <a:ext cx="3144375" cy="215444"/>
          </a:xfrm>
          <a:prstGeom prst="rect">
            <a:avLst/>
          </a:prstGeom>
          <a:noFill/>
        </p:spPr>
        <p:txBody>
          <a:bodyPr wrap="square" rtlCol="0">
            <a:spAutoFit/>
          </a:bodyPr>
          <a:lstStyle>
            <a:defPPr marR="0" lvl="0" algn="l" rtl="0">
              <a:lnSpc>
                <a:spcPct val="100000"/>
              </a:lnSpc>
              <a:spcBef>
                <a:spcPts val="0"/>
              </a:spcBef>
              <a:spcAft>
                <a:spcPts val="0"/>
              </a:spcAft>
            </a:defPPr>
            <a:lvl1pPr>
              <a:defRPr sz="700">
                <a:solidFill>
                  <a:schemeClr val="bg1"/>
                </a:solidFill>
                <a:effectLst/>
                <a:latin typeface="Verdana" panose="020B0604030504040204" pitchFamily="34" charset="0"/>
                <a:ea typeface="Verdana" panose="020B0604030504040204" pitchFamily="34" charset="0"/>
              </a:defRPr>
            </a:lvl1pPr>
          </a:lstStyle>
          <a:p>
            <a:pPr lvl="0"/>
            <a:r>
              <a:rPr lang="en-US" dirty="0"/>
              <a:t>Copyright © 2025 Ascendion. All rights reserved</a:t>
            </a:r>
          </a:p>
        </p:txBody>
      </p:sp>
      <p:sp>
        <p:nvSpPr>
          <p:cNvPr id="33" name="Google Shape;10;p2">
            <a:extLst>
              <a:ext uri="{FF2B5EF4-FFF2-40B4-BE49-F238E27FC236}">
                <a16:creationId xmlns:a16="http://schemas.microsoft.com/office/drawing/2014/main" id="{D543CF40-CA6C-AB12-3735-CF8AC652A545}"/>
              </a:ext>
            </a:extLst>
          </p:cNvPr>
          <p:cNvSpPr txBox="1">
            <a:spLocks noGrp="1"/>
          </p:cNvSpPr>
          <p:nvPr>
            <p:ph type="ctrTitle" hasCustomPrompt="1"/>
          </p:nvPr>
        </p:nvSpPr>
        <p:spPr>
          <a:xfrm>
            <a:off x="311708" y="2197678"/>
            <a:ext cx="3457652" cy="516890"/>
          </a:xfrm>
          <a:prstGeom prst="rect">
            <a:avLst/>
          </a:prstGeom>
        </p:spPr>
        <p:txBody>
          <a:bodyPr spcFirstLastPara="1" wrap="square" lIns="90000" tIns="90000" rIns="90000" bIns="36000" anchor="b" anchorCtr="0">
            <a:noAutofit/>
          </a:bodyPr>
          <a:lstStyle>
            <a:lvl1pPr lvl="0" algn="l">
              <a:spcBef>
                <a:spcPts val="0"/>
              </a:spcBef>
              <a:spcAft>
                <a:spcPts val="0"/>
              </a:spcAft>
              <a:buSzPts val="5200"/>
              <a:buNone/>
              <a:defRPr sz="2800" b="1">
                <a:solidFill>
                  <a:schemeClr val="bg1"/>
                </a:solidFill>
                <a:latin typeface="PP Neue Machina Plain Ultrabold" pitchFamily="50" charset="0"/>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r>
              <a:rPr lang="en-IN" dirty="0"/>
              <a:t>Thank You</a:t>
            </a:r>
            <a:endParaRPr dirty="0"/>
          </a:p>
        </p:txBody>
      </p:sp>
      <p:sp>
        <p:nvSpPr>
          <p:cNvPr id="3" name="TextBox 2">
            <a:extLst>
              <a:ext uri="{FF2B5EF4-FFF2-40B4-BE49-F238E27FC236}">
                <a16:creationId xmlns:a16="http://schemas.microsoft.com/office/drawing/2014/main" id="{C0648692-D1CE-9F54-8418-728D145CAD1A}"/>
              </a:ext>
            </a:extLst>
          </p:cNvPr>
          <p:cNvSpPr txBox="1"/>
          <p:nvPr userDrawn="1"/>
        </p:nvSpPr>
        <p:spPr>
          <a:xfrm>
            <a:off x="7464222" y="1251107"/>
            <a:ext cx="1531996" cy="2862322"/>
          </a:xfrm>
          <a:prstGeom prst="rect">
            <a:avLst/>
          </a:prstGeom>
          <a:noFill/>
        </p:spPr>
        <p:txBody>
          <a:bodyPr wrap="square">
            <a:spAutoFit/>
          </a:bodyPr>
          <a:lstStyle/>
          <a:p>
            <a:r>
              <a:rPr lang="en-US" sz="900" dirty="0">
                <a:solidFill>
                  <a:schemeClr val="bg1"/>
                </a:solidFill>
                <a:latin typeface="Verdana" panose="020B0604030504040204" pitchFamily="34" charset="0"/>
                <a:ea typeface="Verdana" panose="020B0604030504040204" pitchFamily="34" charset="0"/>
              </a:rPr>
              <a:t>Ascendion provides digital engineering services that power growth and deliver captivating experiences to consumers and employees. Our applied AI, engineering, cloud, data, experience design, and talent transformation capabilities accelerate innovation for Global 2000 clients. Headquartered in New Jersey, our workforce delivers solutions from around the globe. </a:t>
            </a:r>
          </a:p>
        </p:txBody>
      </p:sp>
      <p:sp>
        <p:nvSpPr>
          <p:cNvPr id="4" name="Picture Placeholder 2">
            <a:extLst>
              <a:ext uri="{FF2B5EF4-FFF2-40B4-BE49-F238E27FC236}">
                <a16:creationId xmlns:a16="http://schemas.microsoft.com/office/drawing/2014/main" id="{06FED17C-FE7B-0F0D-2920-C0867F0F8A44}"/>
              </a:ext>
            </a:extLst>
          </p:cNvPr>
          <p:cNvSpPr>
            <a:spLocks noGrp="1"/>
          </p:cNvSpPr>
          <p:nvPr>
            <p:ph type="pic" sz="quarter" idx="13" hasCustomPrompt="1"/>
          </p:nvPr>
        </p:nvSpPr>
        <p:spPr>
          <a:xfrm>
            <a:off x="-8160" y="-1271"/>
            <a:ext cx="9152635" cy="4462781"/>
          </a:xfrm>
          <a:custGeom>
            <a:avLst/>
            <a:gdLst>
              <a:gd name="connsiteX0" fmla="*/ 0 w 9144000"/>
              <a:gd name="connsiteY0" fmla="*/ 0 h 4442826"/>
              <a:gd name="connsiteX1" fmla="*/ 9144000 w 9144000"/>
              <a:gd name="connsiteY1" fmla="*/ 0 h 4442826"/>
              <a:gd name="connsiteX2" fmla="*/ 9144000 w 9144000"/>
              <a:gd name="connsiteY2" fmla="*/ 4442826 h 4442826"/>
              <a:gd name="connsiteX3" fmla="*/ 0 w 9144000"/>
              <a:gd name="connsiteY3" fmla="*/ 4442826 h 4442826"/>
              <a:gd name="connsiteX4" fmla="*/ 0 w 9144000"/>
              <a:gd name="connsiteY4" fmla="*/ 0 h 4442826"/>
              <a:gd name="connsiteX0" fmla="*/ 0 w 9151620"/>
              <a:gd name="connsiteY0" fmla="*/ 0 h 4458066"/>
              <a:gd name="connsiteX1" fmla="*/ 9144000 w 9151620"/>
              <a:gd name="connsiteY1" fmla="*/ 0 h 4458066"/>
              <a:gd name="connsiteX2" fmla="*/ 9151620 w 9151620"/>
              <a:gd name="connsiteY2" fmla="*/ 4458066 h 4458066"/>
              <a:gd name="connsiteX3" fmla="*/ 0 w 9151620"/>
              <a:gd name="connsiteY3" fmla="*/ 4442826 h 4458066"/>
              <a:gd name="connsiteX4" fmla="*/ 0 w 9151620"/>
              <a:gd name="connsiteY4"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0 w 9151620"/>
              <a:gd name="connsiteY4" fmla="*/ 4442826 h 4458066"/>
              <a:gd name="connsiteX5" fmla="*/ 0 w 9151620"/>
              <a:gd name="connsiteY5"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7551420 w 9151620"/>
              <a:gd name="connsiteY4" fmla="*/ 4436111 h 4458066"/>
              <a:gd name="connsiteX5" fmla="*/ 0 w 9151620"/>
              <a:gd name="connsiteY5" fmla="*/ 4442826 h 4458066"/>
              <a:gd name="connsiteX6" fmla="*/ 0 w 9151620"/>
              <a:gd name="connsiteY6"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8282940 w 9151620"/>
              <a:gd name="connsiteY4" fmla="*/ 4436111 h 4458066"/>
              <a:gd name="connsiteX5" fmla="*/ 7551420 w 9151620"/>
              <a:gd name="connsiteY5" fmla="*/ 4436111 h 4458066"/>
              <a:gd name="connsiteX6" fmla="*/ 0 w 9151620"/>
              <a:gd name="connsiteY6" fmla="*/ 4442826 h 4458066"/>
              <a:gd name="connsiteX7" fmla="*/ 0 w 9151620"/>
              <a:gd name="connsiteY7"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8260080 w 9151620"/>
              <a:gd name="connsiteY4" fmla="*/ 4306571 h 4458066"/>
              <a:gd name="connsiteX5" fmla="*/ 7551420 w 9151620"/>
              <a:gd name="connsiteY5" fmla="*/ 4436111 h 4458066"/>
              <a:gd name="connsiteX6" fmla="*/ 0 w 9151620"/>
              <a:gd name="connsiteY6" fmla="*/ 4442826 h 4458066"/>
              <a:gd name="connsiteX7" fmla="*/ 0 w 9151620"/>
              <a:gd name="connsiteY7" fmla="*/ 0 h 4458066"/>
              <a:gd name="connsiteX0" fmla="*/ 0 w 9151620"/>
              <a:gd name="connsiteY0" fmla="*/ 0 h 4462781"/>
              <a:gd name="connsiteX1" fmla="*/ 9144000 w 9151620"/>
              <a:gd name="connsiteY1" fmla="*/ 0 h 4462781"/>
              <a:gd name="connsiteX2" fmla="*/ 9151620 w 9151620"/>
              <a:gd name="connsiteY2" fmla="*/ 4458066 h 4462781"/>
              <a:gd name="connsiteX3" fmla="*/ 8941594 w 9151620"/>
              <a:gd name="connsiteY3" fmla="*/ 4462781 h 4462781"/>
              <a:gd name="connsiteX4" fmla="*/ 8260080 w 9151620"/>
              <a:gd name="connsiteY4" fmla="*/ 4306571 h 4462781"/>
              <a:gd name="connsiteX5" fmla="*/ 7551420 w 9151620"/>
              <a:gd name="connsiteY5" fmla="*/ 4436111 h 4462781"/>
              <a:gd name="connsiteX6" fmla="*/ 0 w 9151620"/>
              <a:gd name="connsiteY6" fmla="*/ 4442826 h 4462781"/>
              <a:gd name="connsiteX7" fmla="*/ 0 w 9151620"/>
              <a:gd name="connsiteY7" fmla="*/ 0 h 4462781"/>
              <a:gd name="connsiteX0" fmla="*/ 0 w 9151620"/>
              <a:gd name="connsiteY0" fmla="*/ 0 h 4462781"/>
              <a:gd name="connsiteX1" fmla="*/ 9144000 w 9151620"/>
              <a:gd name="connsiteY1" fmla="*/ 0 h 4462781"/>
              <a:gd name="connsiteX2" fmla="*/ 9151620 w 9151620"/>
              <a:gd name="connsiteY2" fmla="*/ 4458066 h 4462781"/>
              <a:gd name="connsiteX3" fmla="*/ 8941594 w 9151620"/>
              <a:gd name="connsiteY3" fmla="*/ 4462781 h 4462781"/>
              <a:gd name="connsiteX4" fmla="*/ 8260080 w 9151620"/>
              <a:gd name="connsiteY4" fmla="*/ 4306571 h 4462781"/>
              <a:gd name="connsiteX5" fmla="*/ 7556182 w 9151620"/>
              <a:gd name="connsiteY5" fmla="*/ 4462304 h 4462781"/>
              <a:gd name="connsiteX6" fmla="*/ 0 w 9151620"/>
              <a:gd name="connsiteY6" fmla="*/ 4442826 h 4462781"/>
              <a:gd name="connsiteX7" fmla="*/ 0 w 9151620"/>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41594 w 9144476"/>
              <a:gd name="connsiteY3" fmla="*/ 4462781 h 4462781"/>
              <a:gd name="connsiteX4" fmla="*/ 8260080 w 9144476"/>
              <a:gd name="connsiteY4" fmla="*/ 4306571 h 4462781"/>
              <a:gd name="connsiteX5" fmla="*/ 7556182 w 9144476"/>
              <a:gd name="connsiteY5" fmla="*/ 4462304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41594 w 9144476"/>
              <a:gd name="connsiteY3" fmla="*/ 4462781 h 4462781"/>
              <a:gd name="connsiteX4" fmla="*/ 8260080 w 9144476"/>
              <a:gd name="connsiteY4" fmla="*/ 4306571 h 4462781"/>
              <a:gd name="connsiteX5" fmla="*/ 7541895 w 9144476"/>
              <a:gd name="connsiteY5" fmla="*/ 4452779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53500 w 9144476"/>
              <a:gd name="connsiteY3" fmla="*/ 4462781 h 4462781"/>
              <a:gd name="connsiteX4" fmla="*/ 8260080 w 9144476"/>
              <a:gd name="connsiteY4" fmla="*/ 4306571 h 4462781"/>
              <a:gd name="connsiteX5" fmla="*/ 7541895 w 9144476"/>
              <a:gd name="connsiteY5" fmla="*/ 4452779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53500 w 9144476"/>
              <a:gd name="connsiteY3" fmla="*/ 4462781 h 4462781"/>
              <a:gd name="connsiteX4" fmla="*/ 8260080 w 9144476"/>
              <a:gd name="connsiteY4" fmla="*/ 4306571 h 4462781"/>
              <a:gd name="connsiteX5" fmla="*/ 7551131 w 9144476"/>
              <a:gd name="connsiteY5" fmla="*/ 4462015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53500 w 9144476"/>
              <a:gd name="connsiteY3" fmla="*/ 4462781 h 4462781"/>
              <a:gd name="connsiteX4" fmla="*/ 8260080 w 9144476"/>
              <a:gd name="connsiteY4" fmla="*/ 4306571 h 4462781"/>
              <a:gd name="connsiteX5" fmla="*/ 7551131 w 9144476"/>
              <a:gd name="connsiteY5" fmla="*/ 4462015 h 4462781"/>
              <a:gd name="connsiteX6" fmla="*/ 18473 w 9144476"/>
              <a:gd name="connsiteY6" fmla="*/ 4461299 h 4462781"/>
              <a:gd name="connsiteX7" fmla="*/ 0 w 9144476"/>
              <a:gd name="connsiteY7" fmla="*/ 0 h 4462781"/>
              <a:gd name="connsiteX0" fmla="*/ 8159 w 9152635"/>
              <a:gd name="connsiteY0" fmla="*/ 0 h 4462781"/>
              <a:gd name="connsiteX1" fmla="*/ 9152159 w 9152635"/>
              <a:gd name="connsiteY1" fmla="*/ 0 h 4462781"/>
              <a:gd name="connsiteX2" fmla="*/ 9152635 w 9152635"/>
              <a:gd name="connsiteY2" fmla="*/ 4458066 h 4462781"/>
              <a:gd name="connsiteX3" fmla="*/ 8961659 w 9152635"/>
              <a:gd name="connsiteY3" fmla="*/ 4462781 h 4462781"/>
              <a:gd name="connsiteX4" fmla="*/ 8268239 w 9152635"/>
              <a:gd name="connsiteY4" fmla="*/ 4306571 h 4462781"/>
              <a:gd name="connsiteX5" fmla="*/ 7559290 w 9152635"/>
              <a:gd name="connsiteY5" fmla="*/ 4462015 h 4462781"/>
              <a:gd name="connsiteX6" fmla="*/ 1232 w 9152635"/>
              <a:gd name="connsiteY6" fmla="*/ 4461299 h 4462781"/>
              <a:gd name="connsiteX7" fmla="*/ 8159 w 9152635"/>
              <a:gd name="connsiteY7" fmla="*/ 0 h 4462781"/>
              <a:gd name="connsiteX0" fmla="*/ 8159 w 9152635"/>
              <a:gd name="connsiteY0" fmla="*/ 0 h 4462781"/>
              <a:gd name="connsiteX1" fmla="*/ 9152159 w 9152635"/>
              <a:gd name="connsiteY1" fmla="*/ 0 h 4462781"/>
              <a:gd name="connsiteX2" fmla="*/ 9152635 w 9152635"/>
              <a:gd name="connsiteY2" fmla="*/ 4458066 h 4462781"/>
              <a:gd name="connsiteX3" fmla="*/ 8961659 w 9152635"/>
              <a:gd name="connsiteY3" fmla="*/ 4462781 h 4462781"/>
              <a:gd name="connsiteX4" fmla="*/ 8272049 w 9152635"/>
              <a:gd name="connsiteY4" fmla="*/ 4312286 h 4462781"/>
              <a:gd name="connsiteX5" fmla="*/ 7559290 w 9152635"/>
              <a:gd name="connsiteY5" fmla="*/ 4462015 h 4462781"/>
              <a:gd name="connsiteX6" fmla="*/ 1232 w 9152635"/>
              <a:gd name="connsiteY6" fmla="*/ 4461299 h 4462781"/>
              <a:gd name="connsiteX7" fmla="*/ 8159 w 9152635"/>
              <a:gd name="connsiteY7" fmla="*/ 0 h 4462781"/>
              <a:gd name="connsiteX0" fmla="*/ 8159 w 9152635"/>
              <a:gd name="connsiteY0" fmla="*/ 0 h 4462781"/>
              <a:gd name="connsiteX1" fmla="*/ 9152159 w 9152635"/>
              <a:gd name="connsiteY1" fmla="*/ 0 h 4462781"/>
              <a:gd name="connsiteX2" fmla="*/ 9152635 w 9152635"/>
              <a:gd name="connsiteY2" fmla="*/ 4458066 h 4462781"/>
              <a:gd name="connsiteX3" fmla="*/ 8961659 w 9152635"/>
              <a:gd name="connsiteY3" fmla="*/ 4462781 h 4462781"/>
              <a:gd name="connsiteX4" fmla="*/ 8260619 w 9152635"/>
              <a:gd name="connsiteY4" fmla="*/ 4310381 h 4462781"/>
              <a:gd name="connsiteX5" fmla="*/ 7559290 w 9152635"/>
              <a:gd name="connsiteY5" fmla="*/ 4462015 h 4462781"/>
              <a:gd name="connsiteX6" fmla="*/ 1232 w 9152635"/>
              <a:gd name="connsiteY6" fmla="*/ 4461299 h 4462781"/>
              <a:gd name="connsiteX7" fmla="*/ 8159 w 9152635"/>
              <a:gd name="connsiteY7" fmla="*/ 0 h 4462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52635" h="4462781">
                <a:moveTo>
                  <a:pt x="8159" y="0"/>
                </a:moveTo>
                <a:lnTo>
                  <a:pt x="9152159" y="0"/>
                </a:lnTo>
                <a:cubicBezTo>
                  <a:pt x="9152318" y="1486022"/>
                  <a:pt x="9152476" y="2972044"/>
                  <a:pt x="9152635" y="4458066"/>
                </a:cubicBezTo>
                <a:lnTo>
                  <a:pt x="8961659" y="4462781"/>
                </a:lnTo>
                <a:lnTo>
                  <a:pt x="8260619" y="4310381"/>
                </a:lnTo>
                <a:lnTo>
                  <a:pt x="7559290" y="4462015"/>
                </a:lnTo>
                <a:lnTo>
                  <a:pt x="1232" y="4461299"/>
                </a:lnTo>
                <a:cubicBezTo>
                  <a:pt x="-4926" y="2974199"/>
                  <a:pt x="14317" y="1487100"/>
                  <a:pt x="8159" y="0"/>
                </a:cubicBezTo>
                <a:close/>
              </a:path>
            </a:pathLst>
          </a:custGeom>
          <a:noFill/>
        </p:spPr>
        <p:txBody>
          <a:bodyPr/>
          <a:lstStyle>
            <a:lvl1pPr marL="114300" indent="0">
              <a:buNone/>
              <a:defRPr/>
            </a:lvl1pPr>
          </a:lstStyle>
          <a:p>
            <a:r>
              <a:rPr lang="en-IN" dirty="0"/>
              <a:t> </a:t>
            </a:r>
            <a:endParaRPr lang="en-AU" dirty="0"/>
          </a:p>
        </p:txBody>
      </p:sp>
    </p:spTree>
    <p:extLst>
      <p:ext uri="{BB962C8B-B14F-4D97-AF65-F5344CB8AC3E}">
        <p14:creationId xmlns:p14="http://schemas.microsoft.com/office/powerpoint/2010/main" val="4129850599"/>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slide" preserve="1" userDrawn="1">
  <p:cSld name="1_Title slide">
    <p:bg>
      <p:bgPr>
        <a:solidFill>
          <a:schemeClr val="bg1"/>
        </a:solidFill>
        <a:effectLst/>
      </p:bgPr>
    </p:bg>
    <p:spTree>
      <p:nvGrpSpPr>
        <p:cNvPr id="1" name="Shape 9"/>
        <p:cNvGrpSpPr/>
        <p:nvPr/>
      </p:nvGrpSpPr>
      <p:grpSpPr>
        <a:xfrm>
          <a:off x="0" y="0"/>
          <a:ext cx="0" cy="0"/>
          <a:chOff x="0" y="0"/>
          <a:chExt cx="0" cy="0"/>
        </a:xfrm>
      </p:grpSpPr>
      <p:grpSp>
        <p:nvGrpSpPr>
          <p:cNvPr id="10" name="Group 9">
            <a:extLst>
              <a:ext uri="{FF2B5EF4-FFF2-40B4-BE49-F238E27FC236}">
                <a16:creationId xmlns:a16="http://schemas.microsoft.com/office/drawing/2014/main" id="{C8694848-DBB5-CC33-BFFD-ABB9B9448869}"/>
              </a:ext>
            </a:extLst>
          </p:cNvPr>
          <p:cNvGrpSpPr/>
          <p:nvPr userDrawn="1"/>
        </p:nvGrpSpPr>
        <p:grpSpPr>
          <a:xfrm>
            <a:off x="-19051" y="3238500"/>
            <a:ext cx="9163050" cy="1905000"/>
            <a:chOff x="-19051" y="3238500"/>
            <a:chExt cx="9163050" cy="1905000"/>
          </a:xfrm>
        </p:grpSpPr>
        <p:sp>
          <p:nvSpPr>
            <p:cNvPr id="6" name="Freeform: Shape 5">
              <a:extLst>
                <a:ext uri="{FF2B5EF4-FFF2-40B4-BE49-F238E27FC236}">
                  <a16:creationId xmlns:a16="http://schemas.microsoft.com/office/drawing/2014/main" id="{C49332EC-B95E-5892-C870-8CD1804B7887}"/>
                </a:ext>
              </a:extLst>
            </p:cNvPr>
            <p:cNvSpPr/>
            <p:nvPr/>
          </p:nvSpPr>
          <p:spPr>
            <a:xfrm>
              <a:off x="-19051" y="3238500"/>
              <a:ext cx="9163050" cy="1905000"/>
            </a:xfrm>
            <a:custGeom>
              <a:avLst/>
              <a:gdLst>
                <a:gd name="connsiteX0" fmla="*/ 0 w 5829300"/>
                <a:gd name="connsiteY0" fmla="*/ 1905000 h 1905000"/>
                <a:gd name="connsiteX1" fmla="*/ 0 w 5829300"/>
                <a:gd name="connsiteY1" fmla="*/ 134493 h 1905000"/>
                <a:gd name="connsiteX2" fmla="*/ 4285393 w 5829300"/>
                <a:gd name="connsiteY2" fmla="*/ 134493 h 1905000"/>
                <a:gd name="connsiteX3" fmla="*/ 4915853 w 5829300"/>
                <a:gd name="connsiteY3" fmla="*/ 0 h 1905000"/>
                <a:gd name="connsiteX4" fmla="*/ 5541740 w 5829300"/>
                <a:gd name="connsiteY4" fmla="*/ 134493 h 1905000"/>
                <a:gd name="connsiteX5" fmla="*/ 5829300 w 5829300"/>
                <a:gd name="connsiteY5" fmla="*/ 134493 h 1905000"/>
                <a:gd name="connsiteX6" fmla="*/ 5829300 w 5829300"/>
                <a:gd name="connsiteY6" fmla="*/ 1905000 h 1905000"/>
                <a:gd name="connsiteX7" fmla="*/ 0 w 5829300"/>
                <a:gd name="connsiteY7" fmla="*/ 1905000 h 1905000"/>
                <a:gd name="connsiteX0" fmla="*/ 3324225 w 9153525"/>
                <a:gd name="connsiteY0" fmla="*/ 1905000 h 1905000"/>
                <a:gd name="connsiteX1" fmla="*/ 0 w 9153525"/>
                <a:gd name="connsiteY1" fmla="*/ 153543 h 1905000"/>
                <a:gd name="connsiteX2" fmla="*/ 7609618 w 9153525"/>
                <a:gd name="connsiteY2" fmla="*/ 134493 h 1905000"/>
                <a:gd name="connsiteX3" fmla="*/ 8240078 w 9153525"/>
                <a:gd name="connsiteY3" fmla="*/ 0 h 1905000"/>
                <a:gd name="connsiteX4" fmla="*/ 8865965 w 9153525"/>
                <a:gd name="connsiteY4" fmla="*/ 134493 h 1905000"/>
                <a:gd name="connsiteX5" fmla="*/ 9153525 w 9153525"/>
                <a:gd name="connsiteY5" fmla="*/ 134493 h 1905000"/>
                <a:gd name="connsiteX6" fmla="*/ 9153525 w 9153525"/>
                <a:gd name="connsiteY6" fmla="*/ 1905000 h 1905000"/>
                <a:gd name="connsiteX7" fmla="*/ 3324225 w 9153525"/>
                <a:gd name="connsiteY7" fmla="*/ 1905000 h 1905000"/>
                <a:gd name="connsiteX0" fmla="*/ 0 w 9163050"/>
                <a:gd name="connsiteY0" fmla="*/ 1895475 h 1905000"/>
                <a:gd name="connsiteX1" fmla="*/ 9525 w 9163050"/>
                <a:gd name="connsiteY1" fmla="*/ 153543 h 1905000"/>
                <a:gd name="connsiteX2" fmla="*/ 7619143 w 9163050"/>
                <a:gd name="connsiteY2" fmla="*/ 134493 h 1905000"/>
                <a:gd name="connsiteX3" fmla="*/ 8249603 w 9163050"/>
                <a:gd name="connsiteY3" fmla="*/ 0 h 1905000"/>
                <a:gd name="connsiteX4" fmla="*/ 8875490 w 9163050"/>
                <a:gd name="connsiteY4" fmla="*/ 134493 h 1905000"/>
                <a:gd name="connsiteX5" fmla="*/ 9163050 w 9163050"/>
                <a:gd name="connsiteY5" fmla="*/ 134493 h 1905000"/>
                <a:gd name="connsiteX6" fmla="*/ 9163050 w 9163050"/>
                <a:gd name="connsiteY6" fmla="*/ 1905000 h 1905000"/>
                <a:gd name="connsiteX7" fmla="*/ 0 w 9163050"/>
                <a:gd name="connsiteY7" fmla="*/ 1895475 h 1905000"/>
                <a:gd name="connsiteX0" fmla="*/ 0 w 9163050"/>
                <a:gd name="connsiteY0" fmla="*/ 1902619 h 1905000"/>
                <a:gd name="connsiteX1" fmla="*/ 9525 w 9163050"/>
                <a:gd name="connsiteY1" fmla="*/ 153543 h 1905000"/>
                <a:gd name="connsiteX2" fmla="*/ 7619143 w 9163050"/>
                <a:gd name="connsiteY2" fmla="*/ 134493 h 1905000"/>
                <a:gd name="connsiteX3" fmla="*/ 8249603 w 9163050"/>
                <a:gd name="connsiteY3" fmla="*/ 0 h 1905000"/>
                <a:gd name="connsiteX4" fmla="*/ 8875490 w 9163050"/>
                <a:gd name="connsiteY4" fmla="*/ 134493 h 1905000"/>
                <a:gd name="connsiteX5" fmla="*/ 9163050 w 9163050"/>
                <a:gd name="connsiteY5" fmla="*/ 134493 h 1905000"/>
                <a:gd name="connsiteX6" fmla="*/ 9163050 w 9163050"/>
                <a:gd name="connsiteY6" fmla="*/ 1905000 h 1905000"/>
                <a:gd name="connsiteX7" fmla="*/ 0 w 9163050"/>
                <a:gd name="connsiteY7" fmla="*/ 1902619 h 190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63050" h="1905000">
                  <a:moveTo>
                    <a:pt x="0" y="1902619"/>
                  </a:moveTo>
                  <a:lnTo>
                    <a:pt x="9525" y="153543"/>
                  </a:lnTo>
                  <a:lnTo>
                    <a:pt x="7619143" y="134493"/>
                  </a:lnTo>
                  <a:lnTo>
                    <a:pt x="8249603" y="0"/>
                  </a:lnTo>
                  <a:lnTo>
                    <a:pt x="8875490" y="134493"/>
                  </a:lnTo>
                  <a:lnTo>
                    <a:pt x="9163050" y="134493"/>
                  </a:lnTo>
                  <a:lnTo>
                    <a:pt x="9163050" y="1905000"/>
                  </a:lnTo>
                  <a:lnTo>
                    <a:pt x="0" y="1902619"/>
                  </a:lnTo>
                  <a:close/>
                </a:path>
              </a:pathLst>
            </a:custGeom>
            <a:gradFill>
              <a:gsLst>
                <a:gs pos="0">
                  <a:srgbClr val="6164AD"/>
                </a:gs>
                <a:gs pos="50000">
                  <a:srgbClr val="5C54A4"/>
                </a:gs>
                <a:gs pos="100000">
                  <a:srgbClr val="58449B"/>
                </a:gs>
              </a:gsLst>
              <a:lin ang="0" scaled="1"/>
            </a:gradFill>
            <a:ln w="81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lvl="0" defTabSz="914400" eaLnBrk="1" latinLnBrk="0" hangingPunct="1"/>
              <a:endParaRPr lang="en-AU" sz="1800" kern="1200">
                <a:solidFill>
                  <a:schemeClr val="tx1"/>
                </a:solidFill>
                <a:latin typeface="+mn-lt"/>
                <a:ea typeface="+mn-ea"/>
                <a:cs typeface="+mn-cs"/>
              </a:endParaRPr>
            </a:p>
          </p:txBody>
        </p:sp>
        <p:grpSp>
          <p:nvGrpSpPr>
            <p:cNvPr id="20" name="Graphic 3">
              <a:extLst>
                <a:ext uri="{FF2B5EF4-FFF2-40B4-BE49-F238E27FC236}">
                  <a16:creationId xmlns:a16="http://schemas.microsoft.com/office/drawing/2014/main" id="{11580F78-9730-E8CF-5F00-5083728E0E3D}"/>
                </a:ext>
              </a:extLst>
            </p:cNvPr>
            <p:cNvGrpSpPr/>
            <p:nvPr/>
          </p:nvGrpSpPr>
          <p:grpSpPr>
            <a:xfrm>
              <a:off x="378275" y="4315015"/>
              <a:ext cx="945451" cy="171497"/>
              <a:chOff x="217360" y="4600765"/>
              <a:chExt cx="945451" cy="171497"/>
            </a:xfrm>
            <a:solidFill>
              <a:srgbClr val="FFFFFF"/>
            </a:solidFill>
          </p:grpSpPr>
          <p:grpSp>
            <p:nvGrpSpPr>
              <p:cNvPr id="21" name="Graphic 3">
                <a:extLst>
                  <a:ext uri="{FF2B5EF4-FFF2-40B4-BE49-F238E27FC236}">
                    <a16:creationId xmlns:a16="http://schemas.microsoft.com/office/drawing/2014/main" id="{034EE8A3-A127-9A71-99DC-9A0E6F91654D}"/>
                  </a:ext>
                </a:extLst>
              </p:cNvPr>
              <p:cNvGrpSpPr/>
              <p:nvPr/>
            </p:nvGrpSpPr>
            <p:grpSpPr>
              <a:xfrm>
                <a:off x="604408" y="4600765"/>
                <a:ext cx="171354" cy="171354"/>
                <a:chOff x="604408" y="4600765"/>
                <a:chExt cx="171354" cy="171354"/>
              </a:xfrm>
              <a:solidFill>
                <a:srgbClr val="FFFFFF"/>
              </a:solidFill>
            </p:grpSpPr>
            <p:sp>
              <p:nvSpPr>
                <p:cNvPr id="22" name="Freeform: Shape 21">
                  <a:extLst>
                    <a:ext uri="{FF2B5EF4-FFF2-40B4-BE49-F238E27FC236}">
                      <a16:creationId xmlns:a16="http://schemas.microsoft.com/office/drawing/2014/main" id="{0D5749F5-CE41-31DE-FF35-61FA298CA95A}"/>
                    </a:ext>
                  </a:extLst>
                </p:cNvPr>
                <p:cNvSpPr/>
                <p:nvPr/>
              </p:nvSpPr>
              <p:spPr>
                <a:xfrm>
                  <a:off x="604408" y="4600765"/>
                  <a:ext cx="171354" cy="171354"/>
                </a:xfrm>
                <a:custGeom>
                  <a:avLst/>
                  <a:gdLst>
                    <a:gd name="connsiteX0" fmla="*/ 85677 w 171354"/>
                    <a:gd name="connsiteY0" fmla="*/ 171355 h 171354"/>
                    <a:gd name="connsiteX1" fmla="*/ 0 w 171354"/>
                    <a:gd name="connsiteY1" fmla="*/ 85677 h 171354"/>
                    <a:gd name="connsiteX2" fmla="*/ 85677 w 171354"/>
                    <a:gd name="connsiteY2" fmla="*/ 0 h 171354"/>
                    <a:gd name="connsiteX3" fmla="*/ 171355 w 171354"/>
                    <a:gd name="connsiteY3" fmla="*/ 85677 h 171354"/>
                    <a:gd name="connsiteX4" fmla="*/ 85677 w 171354"/>
                    <a:gd name="connsiteY4" fmla="*/ 171355 h 171354"/>
                    <a:gd name="connsiteX5" fmla="*/ 85677 w 171354"/>
                    <a:gd name="connsiteY5" fmla="*/ 6667 h 171354"/>
                    <a:gd name="connsiteX6" fmla="*/ 6620 w 171354"/>
                    <a:gd name="connsiteY6" fmla="*/ 85725 h 171354"/>
                    <a:gd name="connsiteX7" fmla="*/ 85677 w 171354"/>
                    <a:gd name="connsiteY7" fmla="*/ 164783 h 171354"/>
                    <a:gd name="connsiteX8" fmla="*/ 164735 w 171354"/>
                    <a:gd name="connsiteY8" fmla="*/ 85725 h 171354"/>
                    <a:gd name="connsiteX9" fmla="*/ 85677 w 171354"/>
                    <a:gd name="connsiteY9" fmla="*/ 6667 h 171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54" h="171354">
                      <a:moveTo>
                        <a:pt x="85677" y="171355"/>
                      </a:moveTo>
                      <a:cubicBezTo>
                        <a:pt x="38433" y="171355"/>
                        <a:pt x="0" y="132921"/>
                        <a:pt x="0" y="85677"/>
                      </a:cubicBezTo>
                      <a:cubicBezTo>
                        <a:pt x="0" y="38433"/>
                        <a:pt x="38433" y="0"/>
                        <a:pt x="85677" y="0"/>
                      </a:cubicBezTo>
                      <a:cubicBezTo>
                        <a:pt x="132921" y="0"/>
                        <a:pt x="171355" y="38433"/>
                        <a:pt x="171355" y="85677"/>
                      </a:cubicBezTo>
                      <a:cubicBezTo>
                        <a:pt x="171355" y="132921"/>
                        <a:pt x="132921" y="171355"/>
                        <a:pt x="85677" y="171355"/>
                      </a:cubicBezTo>
                      <a:close/>
                      <a:moveTo>
                        <a:pt x="85677" y="6667"/>
                      </a:moveTo>
                      <a:cubicBezTo>
                        <a:pt x="42100" y="6667"/>
                        <a:pt x="6620" y="42148"/>
                        <a:pt x="6620" y="85725"/>
                      </a:cubicBezTo>
                      <a:cubicBezTo>
                        <a:pt x="6620" y="129302"/>
                        <a:pt x="42100" y="164783"/>
                        <a:pt x="85677" y="164783"/>
                      </a:cubicBezTo>
                      <a:cubicBezTo>
                        <a:pt x="129254" y="164783"/>
                        <a:pt x="164735" y="129302"/>
                        <a:pt x="164735" y="85725"/>
                      </a:cubicBezTo>
                      <a:cubicBezTo>
                        <a:pt x="164735" y="42148"/>
                        <a:pt x="129254" y="6667"/>
                        <a:pt x="85677" y="6667"/>
                      </a:cubicBezTo>
                      <a:close/>
                    </a:path>
                  </a:pathLst>
                </a:custGeom>
                <a:solidFill>
                  <a:srgbClr val="FFFFFF"/>
                </a:solidFill>
                <a:ln w="4763" cap="flat">
                  <a:noFill/>
                  <a:prstDash val="solid"/>
                  <a:miter/>
                </a:ln>
              </p:spPr>
              <p:txBody>
                <a:bodyPr rtlCol="0" anchor="ctr"/>
                <a:lstStyle/>
                <a:p>
                  <a:endParaRPr lang="en-AU"/>
                </a:p>
              </p:txBody>
            </p:sp>
            <p:sp>
              <p:nvSpPr>
                <p:cNvPr id="23" name="Freeform: Shape 22">
                  <a:extLst>
                    <a:ext uri="{FF2B5EF4-FFF2-40B4-BE49-F238E27FC236}">
                      <a16:creationId xmlns:a16="http://schemas.microsoft.com/office/drawing/2014/main" id="{044BA208-EA2B-AEB2-6DA2-25482C2C6D12}"/>
                    </a:ext>
                  </a:extLst>
                </p:cNvPr>
                <p:cNvSpPr/>
                <p:nvPr/>
              </p:nvSpPr>
              <p:spPr>
                <a:xfrm>
                  <a:off x="637460" y="4634007"/>
                  <a:ext cx="105203" cy="104965"/>
                </a:xfrm>
                <a:custGeom>
                  <a:avLst/>
                  <a:gdLst>
                    <a:gd name="connsiteX0" fmla="*/ 28384 w 105203"/>
                    <a:gd name="connsiteY0" fmla="*/ 0 h 104965"/>
                    <a:gd name="connsiteX1" fmla="*/ 76819 w 105203"/>
                    <a:gd name="connsiteY1" fmla="*/ 0 h 104965"/>
                    <a:gd name="connsiteX2" fmla="*/ 105204 w 105203"/>
                    <a:gd name="connsiteY2" fmla="*/ 28385 h 104965"/>
                    <a:gd name="connsiteX3" fmla="*/ 105204 w 105203"/>
                    <a:gd name="connsiteY3" fmla="*/ 76581 h 104965"/>
                    <a:gd name="connsiteX4" fmla="*/ 76819 w 105203"/>
                    <a:gd name="connsiteY4" fmla="*/ 104966 h 104965"/>
                    <a:gd name="connsiteX5" fmla="*/ 28384 w 105203"/>
                    <a:gd name="connsiteY5" fmla="*/ 104966 h 104965"/>
                    <a:gd name="connsiteX6" fmla="*/ 0 w 105203"/>
                    <a:gd name="connsiteY6" fmla="*/ 76581 h 104965"/>
                    <a:gd name="connsiteX7" fmla="*/ 0 w 105203"/>
                    <a:gd name="connsiteY7" fmla="*/ 28385 h 104965"/>
                    <a:gd name="connsiteX8" fmla="*/ 28384 w 105203"/>
                    <a:gd name="connsiteY8" fmla="*/ 0 h 104965"/>
                    <a:gd name="connsiteX9" fmla="*/ 28384 w 105203"/>
                    <a:gd name="connsiteY9" fmla="*/ 0 h 104965"/>
                    <a:gd name="connsiteX10" fmla="*/ 80867 w 105203"/>
                    <a:gd name="connsiteY10" fmla="*/ 18336 h 104965"/>
                    <a:gd name="connsiteX11" fmla="*/ 80867 w 105203"/>
                    <a:gd name="connsiteY11" fmla="*/ 18336 h 104965"/>
                    <a:gd name="connsiteX12" fmla="*/ 86916 w 105203"/>
                    <a:gd name="connsiteY12" fmla="*/ 24384 h 104965"/>
                    <a:gd name="connsiteX13" fmla="*/ 86916 w 105203"/>
                    <a:gd name="connsiteY13" fmla="*/ 24384 h 104965"/>
                    <a:gd name="connsiteX14" fmla="*/ 80867 w 105203"/>
                    <a:gd name="connsiteY14" fmla="*/ 30432 h 104965"/>
                    <a:gd name="connsiteX15" fmla="*/ 80867 w 105203"/>
                    <a:gd name="connsiteY15" fmla="*/ 30432 h 104965"/>
                    <a:gd name="connsiteX16" fmla="*/ 74819 w 105203"/>
                    <a:gd name="connsiteY16" fmla="*/ 24384 h 104965"/>
                    <a:gd name="connsiteX17" fmla="*/ 74819 w 105203"/>
                    <a:gd name="connsiteY17" fmla="*/ 24384 h 104965"/>
                    <a:gd name="connsiteX18" fmla="*/ 80867 w 105203"/>
                    <a:gd name="connsiteY18" fmla="*/ 18336 h 104965"/>
                    <a:gd name="connsiteX19" fmla="*/ 80867 w 105203"/>
                    <a:gd name="connsiteY19" fmla="*/ 18336 h 104965"/>
                    <a:gd name="connsiteX20" fmla="*/ 52483 w 105203"/>
                    <a:gd name="connsiteY20" fmla="*/ 23860 h 104965"/>
                    <a:gd name="connsiteX21" fmla="*/ 52721 w 105203"/>
                    <a:gd name="connsiteY21" fmla="*/ 23860 h 104965"/>
                    <a:gd name="connsiteX22" fmla="*/ 81343 w 105203"/>
                    <a:gd name="connsiteY22" fmla="*/ 52483 h 104965"/>
                    <a:gd name="connsiteX23" fmla="*/ 81343 w 105203"/>
                    <a:gd name="connsiteY23" fmla="*/ 52483 h 104965"/>
                    <a:gd name="connsiteX24" fmla="*/ 52721 w 105203"/>
                    <a:gd name="connsiteY24" fmla="*/ 81105 h 104965"/>
                    <a:gd name="connsiteX25" fmla="*/ 52483 w 105203"/>
                    <a:gd name="connsiteY25" fmla="*/ 81105 h 104965"/>
                    <a:gd name="connsiteX26" fmla="*/ 24098 w 105203"/>
                    <a:gd name="connsiteY26" fmla="*/ 52483 h 104965"/>
                    <a:gd name="connsiteX27" fmla="*/ 24098 w 105203"/>
                    <a:gd name="connsiteY27" fmla="*/ 52483 h 104965"/>
                    <a:gd name="connsiteX28" fmla="*/ 52483 w 105203"/>
                    <a:gd name="connsiteY28" fmla="*/ 23860 h 104965"/>
                    <a:gd name="connsiteX29" fmla="*/ 52483 w 105203"/>
                    <a:gd name="connsiteY29" fmla="*/ 23860 h 104965"/>
                    <a:gd name="connsiteX30" fmla="*/ 52483 w 105203"/>
                    <a:gd name="connsiteY30" fmla="*/ 33623 h 104965"/>
                    <a:gd name="connsiteX31" fmla="*/ 52721 w 105203"/>
                    <a:gd name="connsiteY31" fmla="*/ 33623 h 104965"/>
                    <a:gd name="connsiteX32" fmla="*/ 71533 w 105203"/>
                    <a:gd name="connsiteY32" fmla="*/ 52435 h 104965"/>
                    <a:gd name="connsiteX33" fmla="*/ 71533 w 105203"/>
                    <a:gd name="connsiteY33" fmla="*/ 52435 h 104965"/>
                    <a:gd name="connsiteX34" fmla="*/ 52721 w 105203"/>
                    <a:gd name="connsiteY34" fmla="*/ 71533 h 104965"/>
                    <a:gd name="connsiteX35" fmla="*/ 52483 w 105203"/>
                    <a:gd name="connsiteY35" fmla="*/ 71533 h 104965"/>
                    <a:gd name="connsiteX36" fmla="*/ 33671 w 105203"/>
                    <a:gd name="connsiteY36" fmla="*/ 52435 h 104965"/>
                    <a:gd name="connsiteX37" fmla="*/ 33671 w 105203"/>
                    <a:gd name="connsiteY37" fmla="*/ 52435 h 104965"/>
                    <a:gd name="connsiteX38" fmla="*/ 52483 w 105203"/>
                    <a:gd name="connsiteY38" fmla="*/ 33623 h 104965"/>
                    <a:gd name="connsiteX39" fmla="*/ 52483 w 105203"/>
                    <a:gd name="connsiteY39" fmla="*/ 33623 h 104965"/>
                    <a:gd name="connsiteX40" fmla="*/ 28623 w 105203"/>
                    <a:gd name="connsiteY40" fmla="*/ 9049 h 104965"/>
                    <a:gd name="connsiteX41" fmla="*/ 76581 w 105203"/>
                    <a:gd name="connsiteY41" fmla="*/ 9049 h 104965"/>
                    <a:gd name="connsiteX42" fmla="*/ 96155 w 105203"/>
                    <a:gd name="connsiteY42" fmla="*/ 28623 h 104965"/>
                    <a:gd name="connsiteX43" fmla="*/ 96155 w 105203"/>
                    <a:gd name="connsiteY43" fmla="*/ 76343 h 104965"/>
                    <a:gd name="connsiteX44" fmla="*/ 76581 w 105203"/>
                    <a:gd name="connsiteY44" fmla="*/ 95917 h 104965"/>
                    <a:gd name="connsiteX45" fmla="*/ 28623 w 105203"/>
                    <a:gd name="connsiteY45" fmla="*/ 95917 h 104965"/>
                    <a:gd name="connsiteX46" fmla="*/ 9049 w 105203"/>
                    <a:gd name="connsiteY46" fmla="*/ 76343 h 104965"/>
                    <a:gd name="connsiteX47" fmla="*/ 9049 w 105203"/>
                    <a:gd name="connsiteY47" fmla="*/ 28623 h 104965"/>
                    <a:gd name="connsiteX48" fmla="*/ 28623 w 105203"/>
                    <a:gd name="connsiteY48" fmla="*/ 9049 h 104965"/>
                    <a:gd name="connsiteX49" fmla="*/ 28623 w 105203"/>
                    <a:gd name="connsiteY49" fmla="*/ 9049 h 104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05203" h="104965">
                      <a:moveTo>
                        <a:pt x="28384" y="0"/>
                      </a:moveTo>
                      <a:lnTo>
                        <a:pt x="76819" y="0"/>
                      </a:lnTo>
                      <a:cubicBezTo>
                        <a:pt x="92392" y="0"/>
                        <a:pt x="105204" y="12811"/>
                        <a:pt x="105204" y="28385"/>
                      </a:cubicBezTo>
                      <a:lnTo>
                        <a:pt x="105204" y="76581"/>
                      </a:lnTo>
                      <a:cubicBezTo>
                        <a:pt x="105204" y="92154"/>
                        <a:pt x="92392" y="104966"/>
                        <a:pt x="76819" y="104966"/>
                      </a:cubicBezTo>
                      <a:lnTo>
                        <a:pt x="28384" y="104966"/>
                      </a:lnTo>
                      <a:cubicBezTo>
                        <a:pt x="12811" y="104966"/>
                        <a:pt x="0" y="92154"/>
                        <a:pt x="0" y="76581"/>
                      </a:cubicBezTo>
                      <a:lnTo>
                        <a:pt x="0" y="28385"/>
                      </a:lnTo>
                      <a:cubicBezTo>
                        <a:pt x="0" y="12811"/>
                        <a:pt x="12811" y="0"/>
                        <a:pt x="28384" y="0"/>
                      </a:cubicBezTo>
                      <a:lnTo>
                        <a:pt x="28384" y="0"/>
                      </a:lnTo>
                      <a:close/>
                      <a:moveTo>
                        <a:pt x="80867" y="18336"/>
                      </a:moveTo>
                      <a:lnTo>
                        <a:pt x="80867" y="18336"/>
                      </a:lnTo>
                      <a:cubicBezTo>
                        <a:pt x="84153" y="18336"/>
                        <a:pt x="86916" y="21098"/>
                        <a:pt x="86916" y="24384"/>
                      </a:cubicBezTo>
                      <a:lnTo>
                        <a:pt x="86916" y="24384"/>
                      </a:lnTo>
                      <a:cubicBezTo>
                        <a:pt x="86916" y="27670"/>
                        <a:pt x="84153" y="30432"/>
                        <a:pt x="80867" y="30432"/>
                      </a:cubicBezTo>
                      <a:lnTo>
                        <a:pt x="80867" y="30432"/>
                      </a:lnTo>
                      <a:cubicBezTo>
                        <a:pt x="77343" y="30432"/>
                        <a:pt x="74819" y="27670"/>
                        <a:pt x="74819" y="24384"/>
                      </a:cubicBezTo>
                      <a:lnTo>
                        <a:pt x="74819" y="24384"/>
                      </a:lnTo>
                      <a:cubicBezTo>
                        <a:pt x="74819" y="21098"/>
                        <a:pt x="77343" y="18336"/>
                        <a:pt x="80867" y="18336"/>
                      </a:cubicBezTo>
                      <a:lnTo>
                        <a:pt x="80867" y="18336"/>
                      </a:lnTo>
                      <a:close/>
                      <a:moveTo>
                        <a:pt x="52483" y="23860"/>
                      </a:moveTo>
                      <a:lnTo>
                        <a:pt x="52721" y="23860"/>
                      </a:lnTo>
                      <a:cubicBezTo>
                        <a:pt x="68294" y="23860"/>
                        <a:pt x="81343" y="36909"/>
                        <a:pt x="81343" y="52483"/>
                      </a:cubicBezTo>
                      <a:lnTo>
                        <a:pt x="81343" y="52483"/>
                      </a:lnTo>
                      <a:cubicBezTo>
                        <a:pt x="81343" y="68294"/>
                        <a:pt x="68294" y="81105"/>
                        <a:pt x="52721" y="81105"/>
                      </a:cubicBezTo>
                      <a:lnTo>
                        <a:pt x="52483" y="81105"/>
                      </a:lnTo>
                      <a:cubicBezTo>
                        <a:pt x="36909" y="81105"/>
                        <a:pt x="24098" y="68294"/>
                        <a:pt x="24098" y="52483"/>
                      </a:cubicBezTo>
                      <a:lnTo>
                        <a:pt x="24098" y="52483"/>
                      </a:lnTo>
                      <a:cubicBezTo>
                        <a:pt x="24098" y="36909"/>
                        <a:pt x="36909" y="23860"/>
                        <a:pt x="52483" y="23860"/>
                      </a:cubicBezTo>
                      <a:lnTo>
                        <a:pt x="52483" y="23860"/>
                      </a:lnTo>
                      <a:close/>
                      <a:moveTo>
                        <a:pt x="52483" y="33623"/>
                      </a:moveTo>
                      <a:lnTo>
                        <a:pt x="52721" y="33623"/>
                      </a:lnTo>
                      <a:cubicBezTo>
                        <a:pt x="63008" y="33623"/>
                        <a:pt x="71533" y="42148"/>
                        <a:pt x="71533" y="52435"/>
                      </a:cubicBezTo>
                      <a:lnTo>
                        <a:pt x="71533" y="52435"/>
                      </a:lnTo>
                      <a:cubicBezTo>
                        <a:pt x="71533" y="62960"/>
                        <a:pt x="63008" y="71533"/>
                        <a:pt x="52721" y="71533"/>
                      </a:cubicBezTo>
                      <a:lnTo>
                        <a:pt x="52483" y="71533"/>
                      </a:lnTo>
                      <a:cubicBezTo>
                        <a:pt x="42196" y="71533"/>
                        <a:pt x="33671" y="63008"/>
                        <a:pt x="33671" y="52435"/>
                      </a:cubicBezTo>
                      <a:lnTo>
                        <a:pt x="33671" y="52435"/>
                      </a:lnTo>
                      <a:cubicBezTo>
                        <a:pt x="33671" y="42148"/>
                        <a:pt x="42196" y="33623"/>
                        <a:pt x="52483" y="33623"/>
                      </a:cubicBezTo>
                      <a:lnTo>
                        <a:pt x="52483" y="33623"/>
                      </a:lnTo>
                      <a:close/>
                      <a:moveTo>
                        <a:pt x="28623" y="9049"/>
                      </a:moveTo>
                      <a:lnTo>
                        <a:pt x="76581" y="9049"/>
                      </a:lnTo>
                      <a:cubicBezTo>
                        <a:pt x="87392" y="9049"/>
                        <a:pt x="96155" y="17812"/>
                        <a:pt x="96155" y="28623"/>
                      </a:cubicBezTo>
                      <a:lnTo>
                        <a:pt x="96155" y="76343"/>
                      </a:lnTo>
                      <a:cubicBezTo>
                        <a:pt x="96155" y="87154"/>
                        <a:pt x="87392" y="95917"/>
                        <a:pt x="76581" y="95917"/>
                      </a:cubicBezTo>
                      <a:lnTo>
                        <a:pt x="28623" y="95917"/>
                      </a:lnTo>
                      <a:cubicBezTo>
                        <a:pt x="17812" y="95917"/>
                        <a:pt x="9049" y="87154"/>
                        <a:pt x="9049" y="76343"/>
                      </a:cubicBezTo>
                      <a:lnTo>
                        <a:pt x="9049" y="28623"/>
                      </a:lnTo>
                      <a:cubicBezTo>
                        <a:pt x="9049" y="17812"/>
                        <a:pt x="17812" y="9049"/>
                        <a:pt x="28623" y="9049"/>
                      </a:cubicBezTo>
                      <a:lnTo>
                        <a:pt x="28623" y="9049"/>
                      </a:lnTo>
                      <a:close/>
                    </a:path>
                  </a:pathLst>
                </a:custGeom>
                <a:solidFill>
                  <a:srgbClr val="FFFFFF"/>
                </a:solidFill>
                <a:ln w="4763" cap="flat">
                  <a:noFill/>
                  <a:prstDash val="solid"/>
                  <a:miter/>
                </a:ln>
              </p:spPr>
              <p:txBody>
                <a:bodyPr rtlCol="0" anchor="ctr"/>
                <a:lstStyle/>
                <a:p>
                  <a:endParaRPr lang="en-AU"/>
                </a:p>
              </p:txBody>
            </p:sp>
          </p:grpSp>
          <p:grpSp>
            <p:nvGrpSpPr>
              <p:cNvPr id="24" name="Graphic 3">
                <a:extLst>
                  <a:ext uri="{FF2B5EF4-FFF2-40B4-BE49-F238E27FC236}">
                    <a16:creationId xmlns:a16="http://schemas.microsoft.com/office/drawing/2014/main" id="{1E38CE80-668F-33FD-4068-4CE84CB701AD}"/>
                  </a:ext>
                </a:extLst>
              </p:cNvPr>
              <p:cNvGrpSpPr/>
              <p:nvPr/>
            </p:nvGrpSpPr>
            <p:grpSpPr>
              <a:xfrm>
                <a:off x="217360" y="4600908"/>
                <a:ext cx="171354" cy="171354"/>
                <a:chOff x="217360" y="4600908"/>
                <a:chExt cx="171354" cy="171354"/>
              </a:xfrm>
              <a:solidFill>
                <a:srgbClr val="FFFFFF"/>
              </a:solidFill>
            </p:grpSpPr>
            <p:sp>
              <p:nvSpPr>
                <p:cNvPr id="25" name="Freeform: Shape 24">
                  <a:extLst>
                    <a:ext uri="{FF2B5EF4-FFF2-40B4-BE49-F238E27FC236}">
                      <a16:creationId xmlns:a16="http://schemas.microsoft.com/office/drawing/2014/main" id="{DC5C4339-27F3-3A60-4691-313A45B4636F}"/>
                    </a:ext>
                  </a:extLst>
                </p:cNvPr>
                <p:cNvSpPr/>
                <p:nvPr/>
              </p:nvSpPr>
              <p:spPr>
                <a:xfrm>
                  <a:off x="217360" y="4600908"/>
                  <a:ext cx="171354" cy="171354"/>
                </a:xfrm>
                <a:custGeom>
                  <a:avLst/>
                  <a:gdLst>
                    <a:gd name="connsiteX0" fmla="*/ 85677 w 171354"/>
                    <a:gd name="connsiteY0" fmla="*/ 171355 h 171354"/>
                    <a:gd name="connsiteX1" fmla="*/ 0 w 171354"/>
                    <a:gd name="connsiteY1" fmla="*/ 85677 h 171354"/>
                    <a:gd name="connsiteX2" fmla="*/ 85677 w 171354"/>
                    <a:gd name="connsiteY2" fmla="*/ 0 h 171354"/>
                    <a:gd name="connsiteX3" fmla="*/ 171355 w 171354"/>
                    <a:gd name="connsiteY3" fmla="*/ 85677 h 171354"/>
                    <a:gd name="connsiteX4" fmla="*/ 85677 w 171354"/>
                    <a:gd name="connsiteY4" fmla="*/ 171355 h 171354"/>
                    <a:gd name="connsiteX5" fmla="*/ 85677 w 171354"/>
                    <a:gd name="connsiteY5" fmla="*/ 6620 h 171354"/>
                    <a:gd name="connsiteX6" fmla="*/ 6620 w 171354"/>
                    <a:gd name="connsiteY6" fmla="*/ 85677 h 171354"/>
                    <a:gd name="connsiteX7" fmla="*/ 85677 w 171354"/>
                    <a:gd name="connsiteY7" fmla="*/ 164735 h 171354"/>
                    <a:gd name="connsiteX8" fmla="*/ 164735 w 171354"/>
                    <a:gd name="connsiteY8" fmla="*/ 85677 h 171354"/>
                    <a:gd name="connsiteX9" fmla="*/ 85677 w 171354"/>
                    <a:gd name="connsiteY9" fmla="*/ 6620 h 171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54" h="171354">
                      <a:moveTo>
                        <a:pt x="85677" y="171355"/>
                      </a:moveTo>
                      <a:cubicBezTo>
                        <a:pt x="38433" y="171355"/>
                        <a:pt x="0" y="132921"/>
                        <a:pt x="0" y="85677"/>
                      </a:cubicBezTo>
                      <a:cubicBezTo>
                        <a:pt x="0" y="38433"/>
                        <a:pt x="38433" y="0"/>
                        <a:pt x="85677" y="0"/>
                      </a:cubicBezTo>
                      <a:cubicBezTo>
                        <a:pt x="132921" y="0"/>
                        <a:pt x="171355" y="38433"/>
                        <a:pt x="171355" y="85677"/>
                      </a:cubicBezTo>
                      <a:cubicBezTo>
                        <a:pt x="171355" y="132921"/>
                        <a:pt x="132921" y="171355"/>
                        <a:pt x="85677" y="171355"/>
                      </a:cubicBezTo>
                      <a:close/>
                      <a:moveTo>
                        <a:pt x="85677" y="6620"/>
                      </a:moveTo>
                      <a:cubicBezTo>
                        <a:pt x="42101" y="6620"/>
                        <a:pt x="6620" y="42101"/>
                        <a:pt x="6620" y="85677"/>
                      </a:cubicBezTo>
                      <a:cubicBezTo>
                        <a:pt x="6620" y="129254"/>
                        <a:pt x="42101" y="164735"/>
                        <a:pt x="85677" y="164735"/>
                      </a:cubicBezTo>
                      <a:cubicBezTo>
                        <a:pt x="129254" y="164735"/>
                        <a:pt x="164735" y="129254"/>
                        <a:pt x="164735" y="85677"/>
                      </a:cubicBezTo>
                      <a:cubicBezTo>
                        <a:pt x="164735" y="42101"/>
                        <a:pt x="129254" y="6620"/>
                        <a:pt x="85677" y="6620"/>
                      </a:cubicBezTo>
                      <a:close/>
                    </a:path>
                  </a:pathLst>
                </a:custGeom>
                <a:solidFill>
                  <a:srgbClr val="FFFFFF"/>
                </a:solidFill>
                <a:ln w="4763" cap="flat">
                  <a:noFill/>
                  <a:prstDash val="solid"/>
                  <a:miter/>
                </a:ln>
              </p:spPr>
              <p:txBody>
                <a:bodyPr rtlCol="0" anchor="ctr"/>
                <a:lstStyle/>
                <a:p>
                  <a:endParaRPr lang="en-AU"/>
                </a:p>
              </p:txBody>
            </p:sp>
            <p:sp>
              <p:nvSpPr>
                <p:cNvPr id="26" name="Freeform: Shape 25">
                  <a:extLst>
                    <a:ext uri="{FF2B5EF4-FFF2-40B4-BE49-F238E27FC236}">
                      <a16:creationId xmlns:a16="http://schemas.microsoft.com/office/drawing/2014/main" id="{4E0AF755-8025-9045-AFC0-345262DD6301}"/>
                    </a:ext>
                  </a:extLst>
                </p:cNvPr>
                <p:cNvSpPr/>
                <p:nvPr/>
              </p:nvSpPr>
              <p:spPr>
                <a:xfrm>
                  <a:off x="265223" y="4643008"/>
                  <a:ext cx="75580" cy="76009"/>
                </a:xfrm>
                <a:custGeom>
                  <a:avLst/>
                  <a:gdLst>
                    <a:gd name="connsiteX0" fmla="*/ 1524 w 75580"/>
                    <a:gd name="connsiteY0" fmla="*/ 25527 h 76009"/>
                    <a:gd name="connsiteX1" fmla="*/ 16526 w 75580"/>
                    <a:gd name="connsiteY1" fmla="*/ 25527 h 76009"/>
                    <a:gd name="connsiteX2" fmla="*/ 16526 w 75580"/>
                    <a:gd name="connsiteY2" fmla="*/ 75914 h 76009"/>
                    <a:gd name="connsiteX3" fmla="*/ 1524 w 75580"/>
                    <a:gd name="connsiteY3" fmla="*/ 75914 h 76009"/>
                    <a:gd name="connsiteX4" fmla="*/ 1524 w 75580"/>
                    <a:gd name="connsiteY4" fmla="*/ 25527 h 76009"/>
                    <a:gd name="connsiteX5" fmla="*/ 8906 w 75580"/>
                    <a:gd name="connsiteY5" fmla="*/ 0 h 76009"/>
                    <a:gd name="connsiteX6" fmla="*/ 18002 w 75580"/>
                    <a:gd name="connsiteY6" fmla="*/ 9096 h 76009"/>
                    <a:gd name="connsiteX7" fmla="*/ 8906 w 75580"/>
                    <a:gd name="connsiteY7" fmla="*/ 18193 h 76009"/>
                    <a:gd name="connsiteX8" fmla="*/ 0 w 75580"/>
                    <a:gd name="connsiteY8" fmla="*/ 9096 h 76009"/>
                    <a:gd name="connsiteX9" fmla="*/ 8906 w 75580"/>
                    <a:gd name="connsiteY9" fmla="*/ 0 h 76009"/>
                    <a:gd name="connsiteX10" fmla="*/ 8906 w 75580"/>
                    <a:gd name="connsiteY10" fmla="*/ 0 h 76009"/>
                    <a:gd name="connsiteX11" fmla="*/ 25384 w 75580"/>
                    <a:gd name="connsiteY11" fmla="*/ 25527 h 76009"/>
                    <a:gd name="connsiteX12" fmla="*/ 40195 w 75580"/>
                    <a:gd name="connsiteY12" fmla="*/ 25527 h 76009"/>
                    <a:gd name="connsiteX13" fmla="*/ 40195 w 75580"/>
                    <a:gd name="connsiteY13" fmla="*/ 32575 h 76009"/>
                    <a:gd name="connsiteX14" fmla="*/ 54435 w 75580"/>
                    <a:gd name="connsiteY14" fmla="*/ 25003 h 76009"/>
                    <a:gd name="connsiteX15" fmla="*/ 58531 w 75580"/>
                    <a:gd name="connsiteY15" fmla="*/ 25003 h 76009"/>
                    <a:gd name="connsiteX16" fmla="*/ 75581 w 75580"/>
                    <a:gd name="connsiteY16" fmla="*/ 42053 h 76009"/>
                    <a:gd name="connsiteX17" fmla="*/ 75581 w 75580"/>
                    <a:gd name="connsiteY17" fmla="*/ 75962 h 76009"/>
                    <a:gd name="connsiteX18" fmla="*/ 60769 w 75580"/>
                    <a:gd name="connsiteY18" fmla="*/ 75962 h 76009"/>
                    <a:gd name="connsiteX19" fmla="*/ 60769 w 75580"/>
                    <a:gd name="connsiteY19" fmla="*/ 71342 h 76009"/>
                    <a:gd name="connsiteX20" fmla="*/ 60769 w 75580"/>
                    <a:gd name="connsiteY20" fmla="*/ 71342 h 76009"/>
                    <a:gd name="connsiteX21" fmla="*/ 60769 w 75580"/>
                    <a:gd name="connsiteY21" fmla="*/ 48768 h 76009"/>
                    <a:gd name="connsiteX22" fmla="*/ 60769 w 75580"/>
                    <a:gd name="connsiteY22" fmla="*/ 48768 h 76009"/>
                    <a:gd name="connsiteX23" fmla="*/ 50959 w 75580"/>
                    <a:gd name="connsiteY23" fmla="*/ 38576 h 76009"/>
                    <a:gd name="connsiteX24" fmla="*/ 50959 w 75580"/>
                    <a:gd name="connsiteY24" fmla="*/ 38576 h 76009"/>
                    <a:gd name="connsiteX25" fmla="*/ 40195 w 75580"/>
                    <a:gd name="connsiteY25" fmla="*/ 48768 h 76009"/>
                    <a:gd name="connsiteX26" fmla="*/ 40195 w 75580"/>
                    <a:gd name="connsiteY26" fmla="*/ 48768 h 76009"/>
                    <a:gd name="connsiteX27" fmla="*/ 40195 w 75580"/>
                    <a:gd name="connsiteY27" fmla="*/ 76009 h 76009"/>
                    <a:gd name="connsiteX28" fmla="*/ 25384 w 75580"/>
                    <a:gd name="connsiteY28" fmla="*/ 76009 h 76009"/>
                    <a:gd name="connsiteX29" fmla="*/ 25384 w 75580"/>
                    <a:gd name="connsiteY29" fmla="*/ 25622 h 76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75580" h="76009">
                      <a:moveTo>
                        <a:pt x="1524" y="25527"/>
                      </a:moveTo>
                      <a:lnTo>
                        <a:pt x="16526" y="25527"/>
                      </a:lnTo>
                      <a:lnTo>
                        <a:pt x="16526" y="75914"/>
                      </a:lnTo>
                      <a:lnTo>
                        <a:pt x="1524" y="75914"/>
                      </a:lnTo>
                      <a:lnTo>
                        <a:pt x="1524" y="25527"/>
                      </a:lnTo>
                      <a:close/>
                      <a:moveTo>
                        <a:pt x="8906" y="0"/>
                      </a:moveTo>
                      <a:cubicBezTo>
                        <a:pt x="13907" y="0"/>
                        <a:pt x="18002" y="4096"/>
                        <a:pt x="18002" y="9096"/>
                      </a:cubicBezTo>
                      <a:cubicBezTo>
                        <a:pt x="18002" y="14097"/>
                        <a:pt x="13907" y="18193"/>
                        <a:pt x="8906" y="18193"/>
                      </a:cubicBezTo>
                      <a:cubicBezTo>
                        <a:pt x="3905" y="18193"/>
                        <a:pt x="0" y="14097"/>
                        <a:pt x="0" y="9096"/>
                      </a:cubicBezTo>
                      <a:cubicBezTo>
                        <a:pt x="0" y="4096"/>
                        <a:pt x="3905" y="0"/>
                        <a:pt x="8906" y="0"/>
                      </a:cubicBezTo>
                      <a:lnTo>
                        <a:pt x="8906" y="0"/>
                      </a:lnTo>
                      <a:close/>
                      <a:moveTo>
                        <a:pt x="25384" y="25527"/>
                      </a:moveTo>
                      <a:lnTo>
                        <a:pt x="40195" y="25527"/>
                      </a:lnTo>
                      <a:lnTo>
                        <a:pt x="40195" y="32575"/>
                      </a:lnTo>
                      <a:cubicBezTo>
                        <a:pt x="43339" y="27956"/>
                        <a:pt x="48530" y="25003"/>
                        <a:pt x="54435" y="25003"/>
                      </a:cubicBezTo>
                      <a:lnTo>
                        <a:pt x="58531" y="25003"/>
                      </a:lnTo>
                      <a:cubicBezTo>
                        <a:pt x="67961" y="25003"/>
                        <a:pt x="75581" y="32766"/>
                        <a:pt x="75581" y="42053"/>
                      </a:cubicBezTo>
                      <a:lnTo>
                        <a:pt x="75581" y="75962"/>
                      </a:lnTo>
                      <a:lnTo>
                        <a:pt x="60769" y="75962"/>
                      </a:lnTo>
                      <a:lnTo>
                        <a:pt x="60769" y="71342"/>
                      </a:lnTo>
                      <a:lnTo>
                        <a:pt x="60769" y="71342"/>
                      </a:lnTo>
                      <a:lnTo>
                        <a:pt x="60769" y="48768"/>
                      </a:lnTo>
                      <a:lnTo>
                        <a:pt x="60769" y="48768"/>
                      </a:lnTo>
                      <a:cubicBezTo>
                        <a:pt x="60579" y="43005"/>
                        <a:pt x="56674" y="38576"/>
                        <a:pt x="50959" y="38576"/>
                      </a:cubicBezTo>
                      <a:lnTo>
                        <a:pt x="50959" y="38576"/>
                      </a:lnTo>
                      <a:cubicBezTo>
                        <a:pt x="45196" y="38576"/>
                        <a:pt x="40386" y="43005"/>
                        <a:pt x="40195" y="48768"/>
                      </a:cubicBezTo>
                      <a:lnTo>
                        <a:pt x="40195" y="48768"/>
                      </a:lnTo>
                      <a:lnTo>
                        <a:pt x="40195" y="76009"/>
                      </a:lnTo>
                      <a:lnTo>
                        <a:pt x="25384" y="76009"/>
                      </a:lnTo>
                      <a:lnTo>
                        <a:pt x="25384" y="25622"/>
                      </a:lnTo>
                      <a:close/>
                    </a:path>
                  </a:pathLst>
                </a:custGeom>
                <a:solidFill>
                  <a:srgbClr val="FFFFFF"/>
                </a:solidFill>
                <a:ln w="4763" cap="flat">
                  <a:noFill/>
                  <a:prstDash val="solid"/>
                  <a:miter/>
                </a:ln>
              </p:spPr>
              <p:txBody>
                <a:bodyPr rtlCol="0" anchor="ctr"/>
                <a:lstStyle/>
                <a:p>
                  <a:endParaRPr lang="en-AU"/>
                </a:p>
              </p:txBody>
            </p:sp>
          </p:grpSp>
          <p:grpSp>
            <p:nvGrpSpPr>
              <p:cNvPr id="27" name="Graphic 3">
                <a:extLst>
                  <a:ext uri="{FF2B5EF4-FFF2-40B4-BE49-F238E27FC236}">
                    <a16:creationId xmlns:a16="http://schemas.microsoft.com/office/drawing/2014/main" id="{4AF81122-B682-3D4F-1692-03A9A1D0D0D9}"/>
                  </a:ext>
                </a:extLst>
              </p:cNvPr>
              <p:cNvGrpSpPr/>
              <p:nvPr/>
            </p:nvGrpSpPr>
            <p:grpSpPr>
              <a:xfrm>
                <a:off x="991457" y="4600908"/>
                <a:ext cx="171354" cy="171354"/>
                <a:chOff x="991457" y="4600908"/>
                <a:chExt cx="171354" cy="171354"/>
              </a:xfrm>
              <a:solidFill>
                <a:srgbClr val="FFFFFF"/>
              </a:solidFill>
            </p:grpSpPr>
            <p:sp>
              <p:nvSpPr>
                <p:cNvPr id="28" name="Freeform: Shape 27">
                  <a:extLst>
                    <a:ext uri="{FF2B5EF4-FFF2-40B4-BE49-F238E27FC236}">
                      <a16:creationId xmlns:a16="http://schemas.microsoft.com/office/drawing/2014/main" id="{C107F021-466F-02E9-8D53-CF6B99842509}"/>
                    </a:ext>
                  </a:extLst>
                </p:cNvPr>
                <p:cNvSpPr/>
                <p:nvPr/>
              </p:nvSpPr>
              <p:spPr>
                <a:xfrm>
                  <a:off x="991457" y="4600908"/>
                  <a:ext cx="171354" cy="171354"/>
                </a:xfrm>
                <a:custGeom>
                  <a:avLst/>
                  <a:gdLst>
                    <a:gd name="connsiteX0" fmla="*/ 85677 w 171354"/>
                    <a:gd name="connsiteY0" fmla="*/ 171355 h 171354"/>
                    <a:gd name="connsiteX1" fmla="*/ 0 w 171354"/>
                    <a:gd name="connsiteY1" fmla="*/ 85677 h 171354"/>
                    <a:gd name="connsiteX2" fmla="*/ 85677 w 171354"/>
                    <a:gd name="connsiteY2" fmla="*/ 0 h 171354"/>
                    <a:gd name="connsiteX3" fmla="*/ 171355 w 171354"/>
                    <a:gd name="connsiteY3" fmla="*/ 85677 h 171354"/>
                    <a:gd name="connsiteX4" fmla="*/ 85677 w 171354"/>
                    <a:gd name="connsiteY4" fmla="*/ 171355 h 171354"/>
                    <a:gd name="connsiteX5" fmla="*/ 85677 w 171354"/>
                    <a:gd name="connsiteY5" fmla="*/ 6620 h 171354"/>
                    <a:gd name="connsiteX6" fmla="*/ 6620 w 171354"/>
                    <a:gd name="connsiteY6" fmla="*/ 85677 h 171354"/>
                    <a:gd name="connsiteX7" fmla="*/ 85677 w 171354"/>
                    <a:gd name="connsiteY7" fmla="*/ 164735 h 171354"/>
                    <a:gd name="connsiteX8" fmla="*/ 164735 w 171354"/>
                    <a:gd name="connsiteY8" fmla="*/ 85677 h 171354"/>
                    <a:gd name="connsiteX9" fmla="*/ 85677 w 171354"/>
                    <a:gd name="connsiteY9" fmla="*/ 6620 h 171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54" h="171354">
                      <a:moveTo>
                        <a:pt x="85677" y="171355"/>
                      </a:moveTo>
                      <a:cubicBezTo>
                        <a:pt x="38433" y="171355"/>
                        <a:pt x="0" y="132921"/>
                        <a:pt x="0" y="85677"/>
                      </a:cubicBezTo>
                      <a:cubicBezTo>
                        <a:pt x="0" y="38433"/>
                        <a:pt x="38433" y="0"/>
                        <a:pt x="85677" y="0"/>
                      </a:cubicBezTo>
                      <a:cubicBezTo>
                        <a:pt x="132921" y="0"/>
                        <a:pt x="171355" y="38433"/>
                        <a:pt x="171355" y="85677"/>
                      </a:cubicBezTo>
                      <a:cubicBezTo>
                        <a:pt x="171355" y="132921"/>
                        <a:pt x="132921" y="171355"/>
                        <a:pt x="85677" y="171355"/>
                      </a:cubicBezTo>
                      <a:close/>
                      <a:moveTo>
                        <a:pt x="85677" y="6620"/>
                      </a:moveTo>
                      <a:cubicBezTo>
                        <a:pt x="42101" y="6620"/>
                        <a:pt x="6620" y="42101"/>
                        <a:pt x="6620" y="85677"/>
                      </a:cubicBezTo>
                      <a:cubicBezTo>
                        <a:pt x="6620" y="129254"/>
                        <a:pt x="42101" y="164735"/>
                        <a:pt x="85677" y="164735"/>
                      </a:cubicBezTo>
                      <a:cubicBezTo>
                        <a:pt x="129254" y="164735"/>
                        <a:pt x="164735" y="129254"/>
                        <a:pt x="164735" y="85677"/>
                      </a:cubicBezTo>
                      <a:cubicBezTo>
                        <a:pt x="164735" y="42101"/>
                        <a:pt x="129254" y="6620"/>
                        <a:pt x="85677" y="6620"/>
                      </a:cubicBezTo>
                      <a:close/>
                    </a:path>
                  </a:pathLst>
                </a:custGeom>
                <a:solidFill>
                  <a:srgbClr val="FFFFFF"/>
                </a:solidFill>
                <a:ln w="4763" cap="flat">
                  <a:noFill/>
                  <a:prstDash val="solid"/>
                  <a:miter/>
                </a:ln>
              </p:spPr>
              <p:txBody>
                <a:bodyPr rtlCol="0" anchor="ctr"/>
                <a:lstStyle/>
                <a:p>
                  <a:endParaRPr lang="en-AU"/>
                </a:p>
              </p:txBody>
            </p:sp>
            <p:sp>
              <p:nvSpPr>
                <p:cNvPr id="29" name="Freeform: Shape 28">
                  <a:extLst>
                    <a:ext uri="{FF2B5EF4-FFF2-40B4-BE49-F238E27FC236}">
                      <a16:creationId xmlns:a16="http://schemas.microsoft.com/office/drawing/2014/main" id="{0A6EAA11-2208-EDD8-E640-9C795B4DAED8}"/>
                    </a:ext>
                  </a:extLst>
                </p:cNvPr>
                <p:cNvSpPr/>
                <p:nvPr/>
              </p:nvSpPr>
              <p:spPr>
                <a:xfrm>
                  <a:off x="1026509" y="4650581"/>
                  <a:ext cx="101441" cy="71723"/>
                </a:xfrm>
                <a:custGeom>
                  <a:avLst/>
                  <a:gdLst>
                    <a:gd name="connsiteX0" fmla="*/ 100251 w 101441"/>
                    <a:gd name="connsiteY0" fmla="*/ 15764 h 71723"/>
                    <a:gd name="connsiteX1" fmla="*/ 81105 w 101441"/>
                    <a:gd name="connsiteY1" fmla="*/ 1191 h 71723"/>
                    <a:gd name="connsiteX2" fmla="*/ 50721 w 101441"/>
                    <a:gd name="connsiteY2" fmla="*/ 0 h 71723"/>
                    <a:gd name="connsiteX3" fmla="*/ 20336 w 101441"/>
                    <a:gd name="connsiteY3" fmla="*/ 1191 h 71723"/>
                    <a:gd name="connsiteX4" fmla="*/ 1000 w 101441"/>
                    <a:gd name="connsiteY4" fmla="*/ 15764 h 71723"/>
                    <a:gd name="connsiteX5" fmla="*/ 0 w 101441"/>
                    <a:gd name="connsiteY5" fmla="*/ 35862 h 71723"/>
                    <a:gd name="connsiteX6" fmla="*/ 1000 w 101441"/>
                    <a:gd name="connsiteY6" fmla="*/ 55959 h 71723"/>
                    <a:gd name="connsiteX7" fmla="*/ 20336 w 101441"/>
                    <a:gd name="connsiteY7" fmla="*/ 70533 h 71723"/>
                    <a:gd name="connsiteX8" fmla="*/ 50721 w 101441"/>
                    <a:gd name="connsiteY8" fmla="*/ 71723 h 71723"/>
                    <a:gd name="connsiteX9" fmla="*/ 81105 w 101441"/>
                    <a:gd name="connsiteY9" fmla="*/ 70533 h 71723"/>
                    <a:gd name="connsiteX10" fmla="*/ 100251 w 101441"/>
                    <a:gd name="connsiteY10" fmla="*/ 55959 h 71723"/>
                    <a:gd name="connsiteX11" fmla="*/ 101441 w 101441"/>
                    <a:gd name="connsiteY11" fmla="*/ 35862 h 71723"/>
                    <a:gd name="connsiteX12" fmla="*/ 100251 w 101441"/>
                    <a:gd name="connsiteY12" fmla="*/ 15764 h 71723"/>
                    <a:gd name="connsiteX13" fmla="*/ 40481 w 101441"/>
                    <a:gd name="connsiteY13" fmla="*/ 51292 h 71723"/>
                    <a:gd name="connsiteX14" fmla="*/ 40481 w 101441"/>
                    <a:gd name="connsiteY14" fmla="*/ 20717 h 71723"/>
                    <a:gd name="connsiteX15" fmla="*/ 66913 w 101441"/>
                    <a:gd name="connsiteY15" fmla="*/ 35909 h 71723"/>
                    <a:gd name="connsiteX16" fmla="*/ 40481 w 101441"/>
                    <a:gd name="connsiteY16" fmla="*/ 51292 h 71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1441" h="71723">
                      <a:moveTo>
                        <a:pt x="100251" y="15764"/>
                      </a:moveTo>
                      <a:cubicBezTo>
                        <a:pt x="98679" y="4143"/>
                        <a:pt x="92774" y="2143"/>
                        <a:pt x="81105" y="1191"/>
                      </a:cubicBezTo>
                      <a:cubicBezTo>
                        <a:pt x="71057" y="381"/>
                        <a:pt x="59627" y="0"/>
                        <a:pt x="50721" y="0"/>
                      </a:cubicBezTo>
                      <a:cubicBezTo>
                        <a:pt x="41815" y="0"/>
                        <a:pt x="30194" y="381"/>
                        <a:pt x="20336" y="1191"/>
                      </a:cubicBezTo>
                      <a:cubicBezTo>
                        <a:pt x="8715" y="2191"/>
                        <a:pt x="2572" y="4143"/>
                        <a:pt x="1000" y="15764"/>
                      </a:cubicBezTo>
                      <a:cubicBezTo>
                        <a:pt x="429" y="21098"/>
                        <a:pt x="0" y="28384"/>
                        <a:pt x="0" y="35862"/>
                      </a:cubicBezTo>
                      <a:cubicBezTo>
                        <a:pt x="0" y="43339"/>
                        <a:pt x="381" y="50864"/>
                        <a:pt x="1000" y="55959"/>
                      </a:cubicBezTo>
                      <a:cubicBezTo>
                        <a:pt x="2572" y="67818"/>
                        <a:pt x="8715" y="69580"/>
                        <a:pt x="20336" y="70533"/>
                      </a:cubicBezTo>
                      <a:cubicBezTo>
                        <a:pt x="30194" y="71533"/>
                        <a:pt x="41815" y="71723"/>
                        <a:pt x="50721" y="71723"/>
                      </a:cubicBezTo>
                      <a:cubicBezTo>
                        <a:pt x="59627" y="71723"/>
                        <a:pt x="71057" y="71533"/>
                        <a:pt x="81105" y="70533"/>
                      </a:cubicBezTo>
                      <a:cubicBezTo>
                        <a:pt x="92726" y="69532"/>
                        <a:pt x="98679" y="67770"/>
                        <a:pt x="100251" y="55959"/>
                      </a:cubicBezTo>
                      <a:cubicBezTo>
                        <a:pt x="101060" y="50816"/>
                        <a:pt x="101441" y="43339"/>
                        <a:pt x="101441" y="35862"/>
                      </a:cubicBezTo>
                      <a:cubicBezTo>
                        <a:pt x="101441" y="28384"/>
                        <a:pt x="101060" y="21050"/>
                        <a:pt x="100251" y="15764"/>
                      </a:cubicBezTo>
                      <a:close/>
                      <a:moveTo>
                        <a:pt x="40481" y="51292"/>
                      </a:moveTo>
                      <a:lnTo>
                        <a:pt x="40481" y="20717"/>
                      </a:lnTo>
                      <a:lnTo>
                        <a:pt x="66913" y="35909"/>
                      </a:lnTo>
                      <a:lnTo>
                        <a:pt x="40481" y="51292"/>
                      </a:lnTo>
                      <a:close/>
                    </a:path>
                  </a:pathLst>
                </a:custGeom>
                <a:solidFill>
                  <a:srgbClr val="FFFFFF"/>
                </a:solidFill>
                <a:ln w="4763" cap="flat">
                  <a:noFill/>
                  <a:prstDash val="solid"/>
                  <a:miter/>
                </a:ln>
              </p:spPr>
              <p:txBody>
                <a:bodyPr rtlCol="0" anchor="ctr"/>
                <a:lstStyle/>
                <a:p>
                  <a:endParaRPr lang="en-AU"/>
                </a:p>
              </p:txBody>
            </p:sp>
          </p:grpSp>
        </p:grpSp>
        <p:sp>
          <p:nvSpPr>
            <p:cNvPr id="30" name="TextBox 29">
              <a:extLst>
                <a:ext uri="{FF2B5EF4-FFF2-40B4-BE49-F238E27FC236}">
                  <a16:creationId xmlns:a16="http://schemas.microsoft.com/office/drawing/2014/main" id="{86AA1CEC-8694-F371-4526-F602B1F47D9A}"/>
                </a:ext>
              </a:extLst>
            </p:cNvPr>
            <p:cNvSpPr txBox="1"/>
            <p:nvPr userDrawn="1"/>
          </p:nvSpPr>
          <p:spPr>
            <a:xfrm>
              <a:off x="293584" y="4573623"/>
              <a:ext cx="2485901" cy="200055"/>
            </a:xfrm>
            <a:prstGeom prst="rect">
              <a:avLst/>
            </a:prstGeom>
            <a:noFill/>
          </p:spPr>
          <p:txBody>
            <a:bodyPr wrap="square" rtlCol="0">
              <a:spAutoFit/>
            </a:bodyPr>
            <a:lstStyle>
              <a:defPPr marR="0" lvl="0" algn="l" rtl="0">
                <a:lnSpc>
                  <a:spcPct val="100000"/>
                </a:lnSpc>
                <a:spcBef>
                  <a:spcPts val="0"/>
                </a:spcBef>
                <a:spcAft>
                  <a:spcPts val="0"/>
                </a:spcAft>
              </a:defPPr>
              <a:lvl1pPr>
                <a:defRPr sz="700">
                  <a:solidFill>
                    <a:schemeClr val="bg1"/>
                  </a:solidFill>
                  <a:effectLst/>
                  <a:latin typeface="Verdana" panose="020B0604030504040204" pitchFamily="34" charset="0"/>
                  <a:ea typeface="Verdana" panose="020B0604030504040204" pitchFamily="34" charset="0"/>
                </a:defRPr>
              </a:lvl1pPr>
            </a:lstStyle>
            <a:p>
              <a:pPr lvl="0"/>
              <a:r>
                <a:rPr lang="en-US" dirty="0"/>
                <a:t>Copyright © 2025 Ascendion. All rights reserved</a:t>
              </a:r>
            </a:p>
          </p:txBody>
        </p:sp>
        <p:sp>
          <p:nvSpPr>
            <p:cNvPr id="7" name="Freeform: Shape 6">
              <a:extLst>
                <a:ext uri="{FF2B5EF4-FFF2-40B4-BE49-F238E27FC236}">
                  <a16:creationId xmlns:a16="http://schemas.microsoft.com/office/drawing/2014/main" id="{062A0499-A8C5-48B9-4332-0E2E556AADE8}"/>
                </a:ext>
              </a:extLst>
            </p:cNvPr>
            <p:cNvSpPr/>
            <p:nvPr/>
          </p:nvSpPr>
          <p:spPr>
            <a:xfrm>
              <a:off x="7594568" y="3364420"/>
              <a:ext cx="1126807" cy="257746"/>
            </a:xfrm>
            <a:custGeom>
              <a:avLst/>
              <a:gdLst>
                <a:gd name="connsiteX0" fmla="*/ 649986 w 1126807"/>
                <a:gd name="connsiteY0" fmla="*/ 95 h 257746"/>
                <a:gd name="connsiteX1" fmla="*/ 695421 w 1126807"/>
                <a:gd name="connsiteY1" fmla="*/ 9715 h 257746"/>
                <a:gd name="connsiteX2" fmla="*/ 761524 w 1126807"/>
                <a:gd name="connsiteY2" fmla="*/ 85725 h 257746"/>
                <a:gd name="connsiteX3" fmla="*/ 695421 w 1126807"/>
                <a:gd name="connsiteY3" fmla="*/ 133731 h 257746"/>
                <a:gd name="connsiteX4" fmla="*/ 649986 w 1126807"/>
                <a:gd name="connsiteY4" fmla="*/ 124111 h 257746"/>
                <a:gd name="connsiteX5" fmla="*/ 649986 w 1126807"/>
                <a:gd name="connsiteY5" fmla="*/ 95 h 257746"/>
                <a:gd name="connsiteX6" fmla="*/ 695421 w 1126807"/>
                <a:gd name="connsiteY6" fmla="*/ 105537 h 257746"/>
                <a:gd name="connsiteX7" fmla="*/ 730949 w 1126807"/>
                <a:gd name="connsiteY7" fmla="*/ 79153 h 257746"/>
                <a:gd name="connsiteX8" fmla="*/ 695421 w 1126807"/>
                <a:gd name="connsiteY8" fmla="*/ 37624 h 257746"/>
                <a:gd name="connsiteX9" fmla="*/ 680656 w 1126807"/>
                <a:gd name="connsiteY9" fmla="*/ 34481 h 257746"/>
                <a:gd name="connsiteX10" fmla="*/ 680656 w 1126807"/>
                <a:gd name="connsiteY10" fmla="*/ 102394 h 257746"/>
                <a:gd name="connsiteX11" fmla="*/ 695421 w 1126807"/>
                <a:gd name="connsiteY11" fmla="*/ 105537 h 257746"/>
                <a:gd name="connsiteX12" fmla="*/ 856107 w 1126807"/>
                <a:gd name="connsiteY12" fmla="*/ 43910 h 257746"/>
                <a:gd name="connsiteX13" fmla="*/ 856107 w 1126807"/>
                <a:gd name="connsiteY13" fmla="*/ 71914 h 257746"/>
                <a:gd name="connsiteX14" fmla="*/ 829056 w 1126807"/>
                <a:gd name="connsiteY14" fmla="*/ 66199 h 257746"/>
                <a:gd name="connsiteX15" fmla="*/ 829056 w 1126807"/>
                <a:gd name="connsiteY15" fmla="*/ 134112 h 257746"/>
                <a:gd name="connsiteX16" fmla="*/ 856107 w 1126807"/>
                <a:gd name="connsiteY16" fmla="*/ 139827 h 257746"/>
                <a:gd name="connsiteX17" fmla="*/ 856107 w 1126807"/>
                <a:gd name="connsiteY17" fmla="*/ 168021 h 257746"/>
                <a:gd name="connsiteX18" fmla="*/ 771430 w 1126807"/>
                <a:gd name="connsiteY18" fmla="*/ 150019 h 257746"/>
                <a:gd name="connsiteX19" fmla="*/ 771430 w 1126807"/>
                <a:gd name="connsiteY19" fmla="*/ 121920 h 257746"/>
                <a:gd name="connsiteX20" fmla="*/ 798576 w 1126807"/>
                <a:gd name="connsiteY20" fmla="*/ 127635 h 257746"/>
                <a:gd name="connsiteX21" fmla="*/ 798576 w 1126807"/>
                <a:gd name="connsiteY21" fmla="*/ 59722 h 257746"/>
                <a:gd name="connsiteX22" fmla="*/ 771430 w 1126807"/>
                <a:gd name="connsiteY22" fmla="*/ 54007 h 257746"/>
                <a:gd name="connsiteX23" fmla="*/ 771430 w 1126807"/>
                <a:gd name="connsiteY23" fmla="*/ 26003 h 257746"/>
                <a:gd name="connsiteX24" fmla="*/ 856107 w 1126807"/>
                <a:gd name="connsiteY24" fmla="*/ 44006 h 257746"/>
                <a:gd name="connsiteX25" fmla="*/ 927830 w 1126807"/>
                <a:gd name="connsiteY25" fmla="*/ 56674 h 257746"/>
                <a:gd name="connsiteX26" fmla="*/ 989934 w 1126807"/>
                <a:gd name="connsiteY26" fmla="*/ 134207 h 257746"/>
                <a:gd name="connsiteX27" fmla="*/ 927830 w 1126807"/>
                <a:gd name="connsiteY27" fmla="*/ 185547 h 257746"/>
                <a:gd name="connsiteX28" fmla="*/ 865442 w 1126807"/>
                <a:gd name="connsiteY28" fmla="*/ 107728 h 257746"/>
                <a:gd name="connsiteX29" fmla="*/ 927830 w 1126807"/>
                <a:gd name="connsiteY29" fmla="*/ 56578 h 257746"/>
                <a:gd name="connsiteX30" fmla="*/ 927830 w 1126807"/>
                <a:gd name="connsiteY30" fmla="*/ 156591 h 257746"/>
                <a:gd name="connsiteX31" fmla="*/ 958406 w 1126807"/>
                <a:gd name="connsiteY31" fmla="*/ 127540 h 257746"/>
                <a:gd name="connsiteX32" fmla="*/ 927830 w 1126807"/>
                <a:gd name="connsiteY32" fmla="*/ 85630 h 257746"/>
                <a:gd name="connsiteX33" fmla="*/ 897065 w 1126807"/>
                <a:gd name="connsiteY33" fmla="*/ 114395 h 257746"/>
                <a:gd name="connsiteX34" fmla="*/ 927830 w 1126807"/>
                <a:gd name="connsiteY34" fmla="*/ 156496 h 257746"/>
                <a:gd name="connsiteX35" fmla="*/ 1005173 w 1126807"/>
                <a:gd name="connsiteY35" fmla="*/ 75533 h 257746"/>
                <a:gd name="connsiteX36" fmla="*/ 1062895 w 1126807"/>
                <a:gd name="connsiteY36" fmla="*/ 87821 h 257746"/>
                <a:gd name="connsiteX37" fmla="*/ 1096232 w 1126807"/>
                <a:gd name="connsiteY37" fmla="*/ 208693 h 257746"/>
                <a:gd name="connsiteX38" fmla="*/ 1096232 w 1126807"/>
                <a:gd name="connsiteY38" fmla="*/ 94869 h 257746"/>
                <a:gd name="connsiteX39" fmla="*/ 1126808 w 1126807"/>
                <a:gd name="connsiteY39" fmla="*/ 101346 h 257746"/>
                <a:gd name="connsiteX40" fmla="*/ 1126808 w 1126807"/>
                <a:gd name="connsiteY40" fmla="*/ 225362 h 257746"/>
                <a:gd name="connsiteX41" fmla="*/ 1069086 w 1126807"/>
                <a:gd name="connsiteY41" fmla="*/ 213074 h 257746"/>
                <a:gd name="connsiteX42" fmla="*/ 1035749 w 1126807"/>
                <a:gd name="connsiteY42" fmla="*/ 92202 h 257746"/>
                <a:gd name="connsiteX43" fmla="*/ 1035749 w 1126807"/>
                <a:gd name="connsiteY43" fmla="*/ 206026 h 257746"/>
                <a:gd name="connsiteX44" fmla="*/ 1005173 w 1126807"/>
                <a:gd name="connsiteY44" fmla="*/ 199549 h 257746"/>
                <a:gd name="connsiteX45" fmla="*/ 1005173 w 1126807"/>
                <a:gd name="connsiteY45" fmla="*/ 75533 h 257746"/>
                <a:gd name="connsiteX46" fmla="*/ 38005 w 1126807"/>
                <a:gd name="connsiteY46" fmla="*/ 125730 h 257746"/>
                <a:gd name="connsiteX47" fmla="*/ 94012 w 1126807"/>
                <a:gd name="connsiteY47" fmla="*/ 113824 h 257746"/>
                <a:gd name="connsiteX48" fmla="*/ 131921 w 1126807"/>
                <a:gd name="connsiteY48" fmla="*/ 229743 h 257746"/>
                <a:gd name="connsiteX49" fmla="*/ 99441 w 1126807"/>
                <a:gd name="connsiteY49" fmla="*/ 236601 h 257746"/>
                <a:gd name="connsiteX50" fmla="*/ 88297 w 1126807"/>
                <a:gd name="connsiteY50" fmla="*/ 201454 h 257746"/>
                <a:gd name="connsiteX51" fmla="*/ 43244 w 1126807"/>
                <a:gd name="connsiteY51" fmla="*/ 211074 h 257746"/>
                <a:gd name="connsiteX52" fmla="*/ 32099 w 1126807"/>
                <a:gd name="connsiteY52" fmla="*/ 250889 h 257746"/>
                <a:gd name="connsiteX53" fmla="*/ 0 w 1126807"/>
                <a:gd name="connsiteY53" fmla="*/ 257746 h 257746"/>
                <a:gd name="connsiteX54" fmla="*/ 38005 w 1126807"/>
                <a:gd name="connsiteY54" fmla="*/ 125635 h 257746"/>
                <a:gd name="connsiteX55" fmla="*/ 79915 w 1126807"/>
                <a:gd name="connsiteY55" fmla="*/ 175355 h 257746"/>
                <a:gd name="connsiteX56" fmla="*/ 65818 w 1126807"/>
                <a:gd name="connsiteY56" fmla="*/ 131064 h 257746"/>
                <a:gd name="connsiteX57" fmla="*/ 51721 w 1126807"/>
                <a:gd name="connsiteY57" fmla="*/ 181356 h 257746"/>
                <a:gd name="connsiteX58" fmla="*/ 80010 w 1126807"/>
                <a:gd name="connsiteY58" fmla="*/ 175355 h 257746"/>
                <a:gd name="connsiteX59" fmla="*/ 194025 w 1126807"/>
                <a:gd name="connsiteY59" fmla="*/ 218980 h 257746"/>
                <a:gd name="connsiteX60" fmla="*/ 134493 w 1126807"/>
                <a:gd name="connsiteY60" fmla="*/ 180785 h 257746"/>
                <a:gd name="connsiteX61" fmla="*/ 166116 w 1126807"/>
                <a:gd name="connsiteY61" fmla="*/ 174022 h 257746"/>
                <a:gd name="connsiteX62" fmla="*/ 194691 w 1126807"/>
                <a:gd name="connsiteY62" fmla="*/ 192024 h 257746"/>
                <a:gd name="connsiteX63" fmla="*/ 216027 w 1126807"/>
                <a:gd name="connsiteY63" fmla="*/ 176594 h 257746"/>
                <a:gd name="connsiteX64" fmla="*/ 205931 w 1126807"/>
                <a:gd name="connsiteY64" fmla="*/ 169259 h 257746"/>
                <a:gd name="connsiteX65" fmla="*/ 166211 w 1126807"/>
                <a:gd name="connsiteY65" fmla="*/ 166783 h 257746"/>
                <a:gd name="connsiteX66" fmla="*/ 139256 w 1126807"/>
                <a:gd name="connsiteY66" fmla="*/ 138589 h 257746"/>
                <a:gd name="connsiteX67" fmla="*/ 187547 w 1126807"/>
                <a:gd name="connsiteY67" fmla="*/ 91345 h 257746"/>
                <a:gd name="connsiteX68" fmla="*/ 242888 w 1126807"/>
                <a:gd name="connsiteY68" fmla="*/ 124777 h 257746"/>
                <a:gd name="connsiteX69" fmla="*/ 211455 w 1126807"/>
                <a:gd name="connsiteY69" fmla="*/ 131445 h 257746"/>
                <a:gd name="connsiteX70" fmla="*/ 188024 w 1126807"/>
                <a:gd name="connsiteY70" fmla="*/ 117443 h 257746"/>
                <a:gd name="connsiteX71" fmla="*/ 170879 w 1126807"/>
                <a:gd name="connsiteY71" fmla="*/ 131159 h 257746"/>
                <a:gd name="connsiteX72" fmla="*/ 180118 w 1126807"/>
                <a:gd name="connsiteY72" fmla="*/ 137827 h 257746"/>
                <a:gd name="connsiteX73" fmla="*/ 218694 w 1126807"/>
                <a:gd name="connsiteY73" fmla="*/ 139636 h 257746"/>
                <a:gd name="connsiteX74" fmla="*/ 247460 w 1126807"/>
                <a:gd name="connsiteY74" fmla="*/ 168497 h 257746"/>
                <a:gd name="connsiteX75" fmla="*/ 193929 w 1126807"/>
                <a:gd name="connsiteY75" fmla="*/ 218885 h 257746"/>
                <a:gd name="connsiteX76" fmla="*/ 256413 w 1126807"/>
                <a:gd name="connsiteY76" fmla="*/ 141161 h 257746"/>
                <a:gd name="connsiteX77" fmla="*/ 319373 w 1126807"/>
                <a:gd name="connsiteY77" fmla="*/ 63436 h 257746"/>
                <a:gd name="connsiteX78" fmla="*/ 379476 w 1126807"/>
                <a:gd name="connsiteY78" fmla="*/ 100965 h 257746"/>
                <a:gd name="connsiteX79" fmla="*/ 348044 w 1126807"/>
                <a:gd name="connsiteY79" fmla="*/ 107633 h 257746"/>
                <a:gd name="connsiteX80" fmla="*/ 319564 w 1126807"/>
                <a:gd name="connsiteY80" fmla="*/ 92393 h 257746"/>
                <a:gd name="connsiteX81" fmla="*/ 288131 w 1126807"/>
                <a:gd name="connsiteY81" fmla="*/ 134398 h 257746"/>
                <a:gd name="connsiteX82" fmla="*/ 319564 w 1126807"/>
                <a:gd name="connsiteY82" fmla="*/ 163259 h 257746"/>
                <a:gd name="connsiteX83" fmla="*/ 348044 w 1126807"/>
                <a:gd name="connsiteY83" fmla="*/ 135731 h 257746"/>
                <a:gd name="connsiteX84" fmla="*/ 379476 w 1126807"/>
                <a:gd name="connsiteY84" fmla="*/ 129064 h 257746"/>
                <a:gd name="connsiteX85" fmla="*/ 319373 w 1126807"/>
                <a:gd name="connsiteY85" fmla="*/ 192310 h 257746"/>
                <a:gd name="connsiteX86" fmla="*/ 256413 w 1126807"/>
                <a:gd name="connsiteY86" fmla="*/ 141161 h 257746"/>
                <a:gd name="connsiteX87" fmla="*/ 394430 w 1126807"/>
                <a:gd name="connsiteY87" fmla="*/ 49911 h 257746"/>
                <a:gd name="connsiteX88" fmla="*/ 488823 w 1126807"/>
                <a:gd name="connsiteY88" fmla="*/ 29813 h 257746"/>
                <a:gd name="connsiteX89" fmla="*/ 488823 w 1126807"/>
                <a:gd name="connsiteY89" fmla="*/ 57817 h 257746"/>
                <a:gd name="connsiteX90" fmla="*/ 425196 w 1126807"/>
                <a:gd name="connsiteY90" fmla="*/ 71342 h 257746"/>
                <a:gd name="connsiteX91" fmla="*/ 425196 w 1126807"/>
                <a:gd name="connsiteY91" fmla="*/ 92107 h 257746"/>
                <a:gd name="connsiteX92" fmla="*/ 480441 w 1126807"/>
                <a:gd name="connsiteY92" fmla="*/ 80391 h 257746"/>
                <a:gd name="connsiteX93" fmla="*/ 480441 w 1126807"/>
                <a:gd name="connsiteY93" fmla="*/ 106775 h 257746"/>
                <a:gd name="connsiteX94" fmla="*/ 425196 w 1126807"/>
                <a:gd name="connsiteY94" fmla="*/ 118491 h 257746"/>
                <a:gd name="connsiteX95" fmla="*/ 425196 w 1126807"/>
                <a:gd name="connsiteY95" fmla="*/ 139446 h 257746"/>
                <a:gd name="connsiteX96" fmla="*/ 488823 w 1126807"/>
                <a:gd name="connsiteY96" fmla="*/ 125921 h 257746"/>
                <a:gd name="connsiteX97" fmla="*/ 488823 w 1126807"/>
                <a:gd name="connsiteY97" fmla="*/ 153924 h 257746"/>
                <a:gd name="connsiteX98" fmla="*/ 394430 w 1126807"/>
                <a:gd name="connsiteY98" fmla="*/ 174022 h 257746"/>
                <a:gd name="connsiteX99" fmla="*/ 394430 w 1126807"/>
                <a:gd name="connsiteY99" fmla="*/ 50006 h 257746"/>
                <a:gd name="connsiteX100" fmla="*/ 507397 w 1126807"/>
                <a:gd name="connsiteY100" fmla="*/ 25908 h 257746"/>
                <a:gd name="connsiteX101" fmla="*/ 565118 w 1126807"/>
                <a:gd name="connsiteY101" fmla="*/ 13621 h 257746"/>
                <a:gd name="connsiteX102" fmla="*/ 598456 w 1126807"/>
                <a:gd name="connsiteY102" fmla="*/ 120301 h 257746"/>
                <a:gd name="connsiteX103" fmla="*/ 598456 w 1126807"/>
                <a:gd name="connsiteY103" fmla="*/ 6477 h 257746"/>
                <a:gd name="connsiteX104" fmla="*/ 629126 w 1126807"/>
                <a:gd name="connsiteY104" fmla="*/ 0 h 257746"/>
                <a:gd name="connsiteX105" fmla="*/ 629126 w 1126807"/>
                <a:gd name="connsiteY105" fmla="*/ 124015 h 257746"/>
                <a:gd name="connsiteX106" fmla="*/ 571405 w 1126807"/>
                <a:gd name="connsiteY106" fmla="*/ 136303 h 257746"/>
                <a:gd name="connsiteX107" fmla="*/ 538067 w 1126807"/>
                <a:gd name="connsiteY107" fmla="*/ 29623 h 257746"/>
                <a:gd name="connsiteX108" fmla="*/ 538067 w 1126807"/>
                <a:gd name="connsiteY108" fmla="*/ 143447 h 257746"/>
                <a:gd name="connsiteX109" fmla="*/ 507397 w 1126807"/>
                <a:gd name="connsiteY109" fmla="*/ 149923 h 257746"/>
                <a:gd name="connsiteX110" fmla="*/ 507397 w 1126807"/>
                <a:gd name="connsiteY110" fmla="*/ 25908 h 257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126807" h="257746">
                  <a:moveTo>
                    <a:pt x="649986" y="95"/>
                  </a:moveTo>
                  <a:lnTo>
                    <a:pt x="695421" y="9715"/>
                  </a:lnTo>
                  <a:cubicBezTo>
                    <a:pt x="727901" y="16573"/>
                    <a:pt x="761524" y="32385"/>
                    <a:pt x="761524" y="85725"/>
                  </a:cubicBezTo>
                  <a:cubicBezTo>
                    <a:pt x="761524" y="139160"/>
                    <a:pt x="727901" y="140684"/>
                    <a:pt x="695421" y="133731"/>
                  </a:cubicBezTo>
                  <a:lnTo>
                    <a:pt x="649986" y="124111"/>
                  </a:lnTo>
                  <a:lnTo>
                    <a:pt x="649986" y="95"/>
                  </a:lnTo>
                  <a:close/>
                  <a:moveTo>
                    <a:pt x="695421" y="105537"/>
                  </a:moveTo>
                  <a:cubicBezTo>
                    <a:pt x="715804" y="109823"/>
                    <a:pt x="730949" y="112395"/>
                    <a:pt x="730949" y="79153"/>
                  </a:cubicBezTo>
                  <a:cubicBezTo>
                    <a:pt x="730949" y="45911"/>
                    <a:pt x="715614" y="41910"/>
                    <a:pt x="695421" y="37624"/>
                  </a:cubicBezTo>
                  <a:lnTo>
                    <a:pt x="680656" y="34481"/>
                  </a:lnTo>
                  <a:lnTo>
                    <a:pt x="680656" y="102394"/>
                  </a:lnTo>
                  <a:cubicBezTo>
                    <a:pt x="680656" y="102394"/>
                    <a:pt x="695421" y="105537"/>
                    <a:pt x="695421" y="105537"/>
                  </a:cubicBezTo>
                  <a:close/>
                  <a:moveTo>
                    <a:pt x="856107" y="43910"/>
                  </a:moveTo>
                  <a:lnTo>
                    <a:pt x="856107" y="71914"/>
                  </a:lnTo>
                  <a:cubicBezTo>
                    <a:pt x="856107" y="71914"/>
                    <a:pt x="829056" y="66199"/>
                    <a:pt x="829056" y="66199"/>
                  </a:cubicBezTo>
                  <a:lnTo>
                    <a:pt x="829056" y="134112"/>
                  </a:lnTo>
                  <a:cubicBezTo>
                    <a:pt x="829056" y="134112"/>
                    <a:pt x="856107" y="139827"/>
                    <a:pt x="856107" y="139827"/>
                  </a:cubicBezTo>
                  <a:lnTo>
                    <a:pt x="856107" y="168021"/>
                  </a:lnTo>
                  <a:cubicBezTo>
                    <a:pt x="856107" y="168021"/>
                    <a:pt x="771430" y="150019"/>
                    <a:pt x="771430" y="150019"/>
                  </a:cubicBezTo>
                  <a:lnTo>
                    <a:pt x="771430" y="121920"/>
                  </a:lnTo>
                  <a:cubicBezTo>
                    <a:pt x="771430" y="121920"/>
                    <a:pt x="798576" y="127635"/>
                    <a:pt x="798576" y="127635"/>
                  </a:cubicBezTo>
                  <a:lnTo>
                    <a:pt x="798576" y="59722"/>
                  </a:lnTo>
                  <a:cubicBezTo>
                    <a:pt x="798576" y="59722"/>
                    <a:pt x="771430" y="54007"/>
                    <a:pt x="771430" y="54007"/>
                  </a:cubicBezTo>
                  <a:lnTo>
                    <a:pt x="771430" y="26003"/>
                  </a:lnTo>
                  <a:cubicBezTo>
                    <a:pt x="771430" y="26003"/>
                    <a:pt x="856107" y="44006"/>
                    <a:pt x="856107" y="44006"/>
                  </a:cubicBezTo>
                  <a:close/>
                  <a:moveTo>
                    <a:pt x="927830" y="56674"/>
                  </a:moveTo>
                  <a:cubicBezTo>
                    <a:pt x="966406" y="64865"/>
                    <a:pt x="989934" y="97631"/>
                    <a:pt x="989934" y="134207"/>
                  </a:cubicBezTo>
                  <a:cubicBezTo>
                    <a:pt x="989934" y="170974"/>
                    <a:pt x="966406" y="193739"/>
                    <a:pt x="927830" y="185547"/>
                  </a:cubicBezTo>
                  <a:cubicBezTo>
                    <a:pt x="889159" y="177356"/>
                    <a:pt x="865442" y="144494"/>
                    <a:pt x="865442" y="107728"/>
                  </a:cubicBezTo>
                  <a:cubicBezTo>
                    <a:pt x="865442" y="71152"/>
                    <a:pt x="889159" y="48387"/>
                    <a:pt x="927830" y="56578"/>
                  </a:cubicBezTo>
                  <a:moveTo>
                    <a:pt x="927830" y="156591"/>
                  </a:moveTo>
                  <a:cubicBezTo>
                    <a:pt x="948405" y="160973"/>
                    <a:pt x="958406" y="150114"/>
                    <a:pt x="958406" y="127540"/>
                  </a:cubicBezTo>
                  <a:cubicBezTo>
                    <a:pt x="958406" y="104965"/>
                    <a:pt x="948119" y="90011"/>
                    <a:pt x="927830" y="85630"/>
                  </a:cubicBezTo>
                  <a:cubicBezTo>
                    <a:pt x="907257" y="81248"/>
                    <a:pt x="897065" y="92107"/>
                    <a:pt x="897065" y="114395"/>
                  </a:cubicBezTo>
                  <a:cubicBezTo>
                    <a:pt x="897065" y="136684"/>
                    <a:pt x="907352" y="152114"/>
                    <a:pt x="927830" y="156496"/>
                  </a:cubicBezTo>
                  <a:moveTo>
                    <a:pt x="1005173" y="75533"/>
                  </a:moveTo>
                  <a:lnTo>
                    <a:pt x="1062895" y="87821"/>
                  </a:lnTo>
                  <a:lnTo>
                    <a:pt x="1096232" y="208693"/>
                  </a:lnTo>
                  <a:lnTo>
                    <a:pt x="1096232" y="94869"/>
                  </a:lnTo>
                  <a:cubicBezTo>
                    <a:pt x="1096232" y="94869"/>
                    <a:pt x="1126808" y="101346"/>
                    <a:pt x="1126808" y="101346"/>
                  </a:cubicBezTo>
                  <a:lnTo>
                    <a:pt x="1126808" y="225362"/>
                  </a:lnTo>
                  <a:cubicBezTo>
                    <a:pt x="1126808" y="225362"/>
                    <a:pt x="1069086" y="213074"/>
                    <a:pt x="1069086" y="213074"/>
                  </a:cubicBezTo>
                  <a:lnTo>
                    <a:pt x="1035749" y="92202"/>
                  </a:lnTo>
                  <a:lnTo>
                    <a:pt x="1035749" y="206026"/>
                  </a:lnTo>
                  <a:cubicBezTo>
                    <a:pt x="1035749" y="206026"/>
                    <a:pt x="1005173" y="199549"/>
                    <a:pt x="1005173" y="199549"/>
                  </a:cubicBezTo>
                  <a:lnTo>
                    <a:pt x="1005173" y="75533"/>
                  </a:lnTo>
                  <a:close/>
                  <a:moveTo>
                    <a:pt x="38005" y="125730"/>
                  </a:moveTo>
                  <a:lnTo>
                    <a:pt x="94012" y="113824"/>
                  </a:lnTo>
                  <a:lnTo>
                    <a:pt x="131921" y="229743"/>
                  </a:lnTo>
                  <a:lnTo>
                    <a:pt x="99441" y="236601"/>
                  </a:lnTo>
                  <a:lnTo>
                    <a:pt x="88297" y="201454"/>
                  </a:lnTo>
                  <a:lnTo>
                    <a:pt x="43244" y="211074"/>
                  </a:lnTo>
                  <a:lnTo>
                    <a:pt x="32099" y="250889"/>
                  </a:lnTo>
                  <a:lnTo>
                    <a:pt x="0" y="257746"/>
                  </a:lnTo>
                  <a:lnTo>
                    <a:pt x="38005" y="125635"/>
                  </a:lnTo>
                  <a:close/>
                  <a:moveTo>
                    <a:pt x="79915" y="175355"/>
                  </a:moveTo>
                  <a:lnTo>
                    <a:pt x="65818" y="131064"/>
                  </a:lnTo>
                  <a:lnTo>
                    <a:pt x="51721" y="181356"/>
                  </a:lnTo>
                  <a:lnTo>
                    <a:pt x="80010" y="175355"/>
                  </a:lnTo>
                  <a:close/>
                  <a:moveTo>
                    <a:pt x="194025" y="218980"/>
                  </a:moveTo>
                  <a:cubicBezTo>
                    <a:pt x="152114" y="227838"/>
                    <a:pt x="134493" y="212979"/>
                    <a:pt x="134493" y="180785"/>
                  </a:cubicBezTo>
                  <a:lnTo>
                    <a:pt x="166116" y="174022"/>
                  </a:lnTo>
                  <a:cubicBezTo>
                    <a:pt x="166116" y="191643"/>
                    <a:pt x="172688" y="196691"/>
                    <a:pt x="194691" y="192024"/>
                  </a:cubicBezTo>
                  <a:cubicBezTo>
                    <a:pt x="209645" y="188881"/>
                    <a:pt x="216027" y="184309"/>
                    <a:pt x="216027" y="176594"/>
                  </a:cubicBezTo>
                  <a:cubicBezTo>
                    <a:pt x="216027" y="172212"/>
                    <a:pt x="212693" y="169545"/>
                    <a:pt x="205931" y="169259"/>
                  </a:cubicBezTo>
                  <a:lnTo>
                    <a:pt x="166211" y="166783"/>
                  </a:lnTo>
                  <a:cubicBezTo>
                    <a:pt x="145637" y="165354"/>
                    <a:pt x="139256" y="154210"/>
                    <a:pt x="139256" y="138589"/>
                  </a:cubicBezTo>
                  <a:cubicBezTo>
                    <a:pt x="139256" y="114490"/>
                    <a:pt x="156401" y="98012"/>
                    <a:pt x="187547" y="91345"/>
                  </a:cubicBezTo>
                  <a:cubicBezTo>
                    <a:pt x="224600" y="83439"/>
                    <a:pt x="242888" y="97917"/>
                    <a:pt x="242888" y="124777"/>
                  </a:cubicBezTo>
                  <a:lnTo>
                    <a:pt x="211455" y="131445"/>
                  </a:lnTo>
                  <a:cubicBezTo>
                    <a:pt x="211455" y="118110"/>
                    <a:pt x="204216" y="114014"/>
                    <a:pt x="188024" y="117443"/>
                  </a:cubicBezTo>
                  <a:cubicBezTo>
                    <a:pt x="176784" y="119824"/>
                    <a:pt x="170879" y="124111"/>
                    <a:pt x="170879" y="131159"/>
                  </a:cubicBezTo>
                  <a:cubicBezTo>
                    <a:pt x="170879" y="134684"/>
                    <a:pt x="172688" y="137255"/>
                    <a:pt x="180118" y="137827"/>
                  </a:cubicBezTo>
                  <a:lnTo>
                    <a:pt x="218694" y="139636"/>
                  </a:lnTo>
                  <a:cubicBezTo>
                    <a:pt x="238411" y="140589"/>
                    <a:pt x="247460" y="150400"/>
                    <a:pt x="247460" y="168497"/>
                  </a:cubicBezTo>
                  <a:cubicBezTo>
                    <a:pt x="247460" y="192024"/>
                    <a:pt x="231934" y="210788"/>
                    <a:pt x="193929" y="218885"/>
                  </a:cubicBezTo>
                  <a:moveTo>
                    <a:pt x="256413" y="141161"/>
                  </a:moveTo>
                  <a:cubicBezTo>
                    <a:pt x="256413" y="104585"/>
                    <a:pt x="280511" y="71628"/>
                    <a:pt x="319373" y="63436"/>
                  </a:cubicBezTo>
                  <a:cubicBezTo>
                    <a:pt x="353378" y="56198"/>
                    <a:pt x="375952" y="70580"/>
                    <a:pt x="379476" y="100965"/>
                  </a:cubicBezTo>
                  <a:lnTo>
                    <a:pt x="348044" y="107633"/>
                  </a:lnTo>
                  <a:cubicBezTo>
                    <a:pt x="345472" y="94774"/>
                    <a:pt x="334613" y="89249"/>
                    <a:pt x="319564" y="92393"/>
                  </a:cubicBezTo>
                  <a:cubicBezTo>
                    <a:pt x="301181" y="96298"/>
                    <a:pt x="288131" y="110014"/>
                    <a:pt x="288131" y="134398"/>
                  </a:cubicBezTo>
                  <a:cubicBezTo>
                    <a:pt x="288131" y="159068"/>
                    <a:pt x="301276" y="167164"/>
                    <a:pt x="319564" y="163259"/>
                  </a:cubicBezTo>
                  <a:cubicBezTo>
                    <a:pt x="334518" y="160115"/>
                    <a:pt x="345472" y="149638"/>
                    <a:pt x="348044" y="135731"/>
                  </a:cubicBezTo>
                  <a:lnTo>
                    <a:pt x="379476" y="129064"/>
                  </a:lnTo>
                  <a:cubicBezTo>
                    <a:pt x="375952" y="161163"/>
                    <a:pt x="353378" y="185071"/>
                    <a:pt x="319373" y="192310"/>
                  </a:cubicBezTo>
                  <a:cubicBezTo>
                    <a:pt x="280511" y="200596"/>
                    <a:pt x="256413" y="177927"/>
                    <a:pt x="256413" y="141161"/>
                  </a:cubicBezTo>
                  <a:moveTo>
                    <a:pt x="394430" y="49911"/>
                  </a:moveTo>
                  <a:lnTo>
                    <a:pt x="488823" y="29813"/>
                  </a:lnTo>
                  <a:lnTo>
                    <a:pt x="488823" y="57817"/>
                  </a:lnTo>
                  <a:cubicBezTo>
                    <a:pt x="488823" y="57817"/>
                    <a:pt x="425196" y="71342"/>
                    <a:pt x="425196" y="71342"/>
                  </a:cubicBezTo>
                  <a:lnTo>
                    <a:pt x="425196" y="92107"/>
                  </a:lnTo>
                  <a:cubicBezTo>
                    <a:pt x="425196" y="92107"/>
                    <a:pt x="480441" y="80391"/>
                    <a:pt x="480441" y="80391"/>
                  </a:cubicBezTo>
                  <a:lnTo>
                    <a:pt x="480441" y="106775"/>
                  </a:lnTo>
                  <a:cubicBezTo>
                    <a:pt x="480441" y="106775"/>
                    <a:pt x="425196" y="118491"/>
                    <a:pt x="425196" y="118491"/>
                  </a:cubicBezTo>
                  <a:lnTo>
                    <a:pt x="425196" y="139446"/>
                  </a:lnTo>
                  <a:cubicBezTo>
                    <a:pt x="425196" y="139446"/>
                    <a:pt x="488823" y="125921"/>
                    <a:pt x="488823" y="125921"/>
                  </a:cubicBezTo>
                  <a:lnTo>
                    <a:pt x="488823" y="153924"/>
                  </a:lnTo>
                  <a:cubicBezTo>
                    <a:pt x="488823" y="153924"/>
                    <a:pt x="394430" y="174022"/>
                    <a:pt x="394430" y="174022"/>
                  </a:cubicBezTo>
                  <a:lnTo>
                    <a:pt x="394430" y="50006"/>
                  </a:lnTo>
                  <a:close/>
                  <a:moveTo>
                    <a:pt x="507397" y="25908"/>
                  </a:moveTo>
                  <a:lnTo>
                    <a:pt x="565118" y="13621"/>
                  </a:lnTo>
                  <a:lnTo>
                    <a:pt x="598456" y="120301"/>
                  </a:lnTo>
                  <a:lnTo>
                    <a:pt x="598456" y="6477"/>
                  </a:lnTo>
                  <a:cubicBezTo>
                    <a:pt x="598456" y="6477"/>
                    <a:pt x="629126" y="0"/>
                    <a:pt x="629126" y="0"/>
                  </a:cubicBezTo>
                  <a:lnTo>
                    <a:pt x="629126" y="124015"/>
                  </a:lnTo>
                  <a:cubicBezTo>
                    <a:pt x="629126" y="124015"/>
                    <a:pt x="571405" y="136303"/>
                    <a:pt x="571405" y="136303"/>
                  </a:cubicBezTo>
                  <a:lnTo>
                    <a:pt x="538067" y="29623"/>
                  </a:lnTo>
                  <a:lnTo>
                    <a:pt x="538067" y="143447"/>
                  </a:lnTo>
                  <a:cubicBezTo>
                    <a:pt x="538067" y="143447"/>
                    <a:pt x="507397" y="149923"/>
                    <a:pt x="507397" y="149923"/>
                  </a:cubicBezTo>
                  <a:lnTo>
                    <a:pt x="507397" y="25908"/>
                  </a:lnTo>
                  <a:close/>
                </a:path>
              </a:pathLst>
            </a:custGeom>
            <a:solidFill>
              <a:srgbClr val="FFFFFF"/>
            </a:solidFill>
            <a:ln w="9525" cap="flat">
              <a:noFill/>
              <a:prstDash val="solid"/>
              <a:miter/>
            </a:ln>
          </p:spPr>
          <p:txBody>
            <a:bodyPr rtlCol="0" anchor="ctr"/>
            <a:lstStyle/>
            <a:p>
              <a:endParaRPr lang="en-AU"/>
            </a:p>
          </p:txBody>
        </p:sp>
        <p:sp>
          <p:nvSpPr>
            <p:cNvPr id="9" name="TextBox 8">
              <a:extLst>
                <a:ext uri="{FF2B5EF4-FFF2-40B4-BE49-F238E27FC236}">
                  <a16:creationId xmlns:a16="http://schemas.microsoft.com/office/drawing/2014/main" id="{4C022F62-B967-ACD0-F1C1-4BCF678F8D51}"/>
                </a:ext>
              </a:extLst>
            </p:cNvPr>
            <p:cNvSpPr txBox="1"/>
            <p:nvPr userDrawn="1"/>
          </p:nvSpPr>
          <p:spPr>
            <a:xfrm>
              <a:off x="3544881" y="3521839"/>
              <a:ext cx="3398844" cy="1238096"/>
            </a:xfrm>
            <a:prstGeom prst="rect">
              <a:avLst/>
            </a:prstGeom>
            <a:noFill/>
          </p:spPr>
          <p:txBody>
            <a:bodyPr wrap="square">
              <a:spAutoFit/>
            </a:bodyPr>
            <a:lstStyle/>
            <a:p>
              <a:pPr>
                <a:lnSpc>
                  <a:spcPct val="120000"/>
                </a:lnSpc>
              </a:pPr>
              <a:r>
                <a:rPr lang="en-US" sz="900" dirty="0">
                  <a:solidFill>
                    <a:schemeClr val="bg1"/>
                  </a:solidFill>
                  <a:latin typeface="Verdana" panose="020B0604030504040204" pitchFamily="34" charset="0"/>
                  <a:ea typeface="Verdana" panose="020B0604030504040204" pitchFamily="34" charset="0"/>
                </a:rPr>
                <a:t>Ascendion provides digital engineering services that power growth and deliver captivating experiences to consumers and employees. Our applied AI, engineering, cloud, data, experience design, and talent transformation capabilities accelerate innovation for Global 2000 clients. Headquartered in New Jersey, our workforce delivers solutions from around the globe. </a:t>
              </a:r>
            </a:p>
          </p:txBody>
        </p:sp>
      </p:grpSp>
      <p:sp>
        <p:nvSpPr>
          <p:cNvPr id="33" name="Google Shape;10;p2">
            <a:extLst>
              <a:ext uri="{FF2B5EF4-FFF2-40B4-BE49-F238E27FC236}">
                <a16:creationId xmlns:a16="http://schemas.microsoft.com/office/drawing/2014/main" id="{D543CF40-CA6C-AB12-3735-CF8AC652A545}"/>
              </a:ext>
            </a:extLst>
          </p:cNvPr>
          <p:cNvSpPr txBox="1">
            <a:spLocks noGrp="1"/>
          </p:cNvSpPr>
          <p:nvPr>
            <p:ph type="ctrTitle" hasCustomPrompt="1"/>
          </p:nvPr>
        </p:nvSpPr>
        <p:spPr>
          <a:xfrm>
            <a:off x="311708" y="3502603"/>
            <a:ext cx="2812492" cy="516890"/>
          </a:xfrm>
          <a:prstGeom prst="rect">
            <a:avLst/>
          </a:prstGeom>
        </p:spPr>
        <p:txBody>
          <a:bodyPr spcFirstLastPara="1" wrap="square" lIns="90000" tIns="90000" rIns="90000" bIns="36000" anchor="b" anchorCtr="0">
            <a:noAutofit/>
          </a:bodyPr>
          <a:lstStyle>
            <a:lvl1pPr lvl="0" algn="l">
              <a:spcBef>
                <a:spcPts val="0"/>
              </a:spcBef>
              <a:spcAft>
                <a:spcPts val="0"/>
              </a:spcAft>
              <a:buSzPts val="5200"/>
              <a:buNone/>
              <a:defRPr sz="2800" b="1">
                <a:solidFill>
                  <a:schemeClr val="bg1"/>
                </a:solidFill>
                <a:latin typeface="PP Neue Machina Plain Ultrabold" pitchFamily="50" charset="0"/>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r>
              <a:rPr lang="en-IN" dirty="0"/>
              <a:t>Thank You</a:t>
            </a:r>
            <a:endParaRPr dirty="0"/>
          </a:p>
        </p:txBody>
      </p:sp>
      <p:sp>
        <p:nvSpPr>
          <p:cNvPr id="2" name="Picture Placeholder 2">
            <a:extLst>
              <a:ext uri="{FF2B5EF4-FFF2-40B4-BE49-F238E27FC236}">
                <a16:creationId xmlns:a16="http://schemas.microsoft.com/office/drawing/2014/main" id="{DC1B0462-E3F9-1E61-41F0-9EA5C1DCACCC}"/>
              </a:ext>
            </a:extLst>
          </p:cNvPr>
          <p:cNvSpPr>
            <a:spLocks noGrp="1"/>
          </p:cNvSpPr>
          <p:nvPr>
            <p:ph type="pic" sz="quarter" idx="13" hasCustomPrompt="1"/>
          </p:nvPr>
        </p:nvSpPr>
        <p:spPr>
          <a:xfrm>
            <a:off x="-7310" y="-1270"/>
            <a:ext cx="9152737" cy="3397458"/>
          </a:xfrm>
          <a:custGeom>
            <a:avLst/>
            <a:gdLst>
              <a:gd name="connsiteX0" fmla="*/ 0 w 9144000"/>
              <a:gd name="connsiteY0" fmla="*/ 0 h 4442826"/>
              <a:gd name="connsiteX1" fmla="*/ 9144000 w 9144000"/>
              <a:gd name="connsiteY1" fmla="*/ 0 h 4442826"/>
              <a:gd name="connsiteX2" fmla="*/ 9144000 w 9144000"/>
              <a:gd name="connsiteY2" fmla="*/ 4442826 h 4442826"/>
              <a:gd name="connsiteX3" fmla="*/ 0 w 9144000"/>
              <a:gd name="connsiteY3" fmla="*/ 4442826 h 4442826"/>
              <a:gd name="connsiteX4" fmla="*/ 0 w 9144000"/>
              <a:gd name="connsiteY4" fmla="*/ 0 h 4442826"/>
              <a:gd name="connsiteX0" fmla="*/ 0 w 9151620"/>
              <a:gd name="connsiteY0" fmla="*/ 0 h 4458066"/>
              <a:gd name="connsiteX1" fmla="*/ 9144000 w 9151620"/>
              <a:gd name="connsiteY1" fmla="*/ 0 h 4458066"/>
              <a:gd name="connsiteX2" fmla="*/ 9151620 w 9151620"/>
              <a:gd name="connsiteY2" fmla="*/ 4458066 h 4458066"/>
              <a:gd name="connsiteX3" fmla="*/ 0 w 9151620"/>
              <a:gd name="connsiteY3" fmla="*/ 4442826 h 4458066"/>
              <a:gd name="connsiteX4" fmla="*/ 0 w 9151620"/>
              <a:gd name="connsiteY4"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0 w 9151620"/>
              <a:gd name="connsiteY4" fmla="*/ 4442826 h 4458066"/>
              <a:gd name="connsiteX5" fmla="*/ 0 w 9151620"/>
              <a:gd name="connsiteY5"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7551420 w 9151620"/>
              <a:gd name="connsiteY4" fmla="*/ 4436111 h 4458066"/>
              <a:gd name="connsiteX5" fmla="*/ 0 w 9151620"/>
              <a:gd name="connsiteY5" fmla="*/ 4442826 h 4458066"/>
              <a:gd name="connsiteX6" fmla="*/ 0 w 9151620"/>
              <a:gd name="connsiteY6"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8282940 w 9151620"/>
              <a:gd name="connsiteY4" fmla="*/ 4436111 h 4458066"/>
              <a:gd name="connsiteX5" fmla="*/ 7551420 w 9151620"/>
              <a:gd name="connsiteY5" fmla="*/ 4436111 h 4458066"/>
              <a:gd name="connsiteX6" fmla="*/ 0 w 9151620"/>
              <a:gd name="connsiteY6" fmla="*/ 4442826 h 4458066"/>
              <a:gd name="connsiteX7" fmla="*/ 0 w 9151620"/>
              <a:gd name="connsiteY7"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8260080 w 9151620"/>
              <a:gd name="connsiteY4" fmla="*/ 4306571 h 4458066"/>
              <a:gd name="connsiteX5" fmla="*/ 7551420 w 9151620"/>
              <a:gd name="connsiteY5" fmla="*/ 4436111 h 4458066"/>
              <a:gd name="connsiteX6" fmla="*/ 0 w 9151620"/>
              <a:gd name="connsiteY6" fmla="*/ 4442826 h 4458066"/>
              <a:gd name="connsiteX7" fmla="*/ 0 w 9151620"/>
              <a:gd name="connsiteY7" fmla="*/ 0 h 4458066"/>
              <a:gd name="connsiteX0" fmla="*/ 0 w 9151620"/>
              <a:gd name="connsiteY0" fmla="*/ 0 h 4462781"/>
              <a:gd name="connsiteX1" fmla="*/ 9144000 w 9151620"/>
              <a:gd name="connsiteY1" fmla="*/ 0 h 4462781"/>
              <a:gd name="connsiteX2" fmla="*/ 9151620 w 9151620"/>
              <a:gd name="connsiteY2" fmla="*/ 4458066 h 4462781"/>
              <a:gd name="connsiteX3" fmla="*/ 8941594 w 9151620"/>
              <a:gd name="connsiteY3" fmla="*/ 4462781 h 4462781"/>
              <a:gd name="connsiteX4" fmla="*/ 8260080 w 9151620"/>
              <a:gd name="connsiteY4" fmla="*/ 4306571 h 4462781"/>
              <a:gd name="connsiteX5" fmla="*/ 7551420 w 9151620"/>
              <a:gd name="connsiteY5" fmla="*/ 4436111 h 4462781"/>
              <a:gd name="connsiteX6" fmla="*/ 0 w 9151620"/>
              <a:gd name="connsiteY6" fmla="*/ 4442826 h 4462781"/>
              <a:gd name="connsiteX7" fmla="*/ 0 w 9151620"/>
              <a:gd name="connsiteY7" fmla="*/ 0 h 4462781"/>
              <a:gd name="connsiteX0" fmla="*/ 0 w 9151620"/>
              <a:gd name="connsiteY0" fmla="*/ 0 h 4462781"/>
              <a:gd name="connsiteX1" fmla="*/ 9144000 w 9151620"/>
              <a:gd name="connsiteY1" fmla="*/ 0 h 4462781"/>
              <a:gd name="connsiteX2" fmla="*/ 9151620 w 9151620"/>
              <a:gd name="connsiteY2" fmla="*/ 4458066 h 4462781"/>
              <a:gd name="connsiteX3" fmla="*/ 8941594 w 9151620"/>
              <a:gd name="connsiteY3" fmla="*/ 4462781 h 4462781"/>
              <a:gd name="connsiteX4" fmla="*/ 8260080 w 9151620"/>
              <a:gd name="connsiteY4" fmla="*/ 4306571 h 4462781"/>
              <a:gd name="connsiteX5" fmla="*/ 7556182 w 9151620"/>
              <a:gd name="connsiteY5" fmla="*/ 4462304 h 4462781"/>
              <a:gd name="connsiteX6" fmla="*/ 0 w 9151620"/>
              <a:gd name="connsiteY6" fmla="*/ 4442826 h 4462781"/>
              <a:gd name="connsiteX7" fmla="*/ 0 w 9151620"/>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41594 w 9144476"/>
              <a:gd name="connsiteY3" fmla="*/ 4462781 h 4462781"/>
              <a:gd name="connsiteX4" fmla="*/ 8260080 w 9144476"/>
              <a:gd name="connsiteY4" fmla="*/ 4306571 h 4462781"/>
              <a:gd name="connsiteX5" fmla="*/ 7556182 w 9144476"/>
              <a:gd name="connsiteY5" fmla="*/ 4462304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41594 w 9144476"/>
              <a:gd name="connsiteY3" fmla="*/ 4462781 h 4462781"/>
              <a:gd name="connsiteX4" fmla="*/ 8260080 w 9144476"/>
              <a:gd name="connsiteY4" fmla="*/ 4306571 h 4462781"/>
              <a:gd name="connsiteX5" fmla="*/ 7541895 w 9144476"/>
              <a:gd name="connsiteY5" fmla="*/ 4452779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53500 w 9144476"/>
              <a:gd name="connsiteY3" fmla="*/ 4462781 h 4462781"/>
              <a:gd name="connsiteX4" fmla="*/ 8260080 w 9144476"/>
              <a:gd name="connsiteY4" fmla="*/ 4306571 h 4462781"/>
              <a:gd name="connsiteX5" fmla="*/ 7541895 w 9144476"/>
              <a:gd name="connsiteY5" fmla="*/ 4452779 h 4462781"/>
              <a:gd name="connsiteX6" fmla="*/ 0 w 9144476"/>
              <a:gd name="connsiteY6" fmla="*/ 4442826 h 4462781"/>
              <a:gd name="connsiteX7" fmla="*/ 0 w 9144476"/>
              <a:gd name="connsiteY7" fmla="*/ 0 h 4462781"/>
              <a:gd name="connsiteX0" fmla="*/ 0 w 9154001"/>
              <a:gd name="connsiteY0" fmla="*/ 0 h 4462781"/>
              <a:gd name="connsiteX1" fmla="*/ 9144000 w 9154001"/>
              <a:gd name="connsiteY1" fmla="*/ 0 h 4462781"/>
              <a:gd name="connsiteX2" fmla="*/ 9154001 w 9154001"/>
              <a:gd name="connsiteY2" fmla="*/ 3362691 h 4462781"/>
              <a:gd name="connsiteX3" fmla="*/ 8953500 w 9154001"/>
              <a:gd name="connsiteY3" fmla="*/ 4462781 h 4462781"/>
              <a:gd name="connsiteX4" fmla="*/ 8260080 w 9154001"/>
              <a:gd name="connsiteY4" fmla="*/ 4306571 h 4462781"/>
              <a:gd name="connsiteX5" fmla="*/ 7541895 w 9154001"/>
              <a:gd name="connsiteY5" fmla="*/ 4452779 h 4462781"/>
              <a:gd name="connsiteX6" fmla="*/ 0 w 9154001"/>
              <a:gd name="connsiteY6" fmla="*/ 4442826 h 4462781"/>
              <a:gd name="connsiteX7" fmla="*/ 0 w 9154001"/>
              <a:gd name="connsiteY7" fmla="*/ 0 h 4462781"/>
              <a:gd name="connsiteX0" fmla="*/ 0 w 9154001"/>
              <a:gd name="connsiteY0" fmla="*/ 0 h 4462781"/>
              <a:gd name="connsiteX1" fmla="*/ 9144000 w 9154001"/>
              <a:gd name="connsiteY1" fmla="*/ 0 h 4462781"/>
              <a:gd name="connsiteX2" fmla="*/ 9154001 w 9154001"/>
              <a:gd name="connsiteY2" fmla="*/ 3362691 h 4462781"/>
              <a:gd name="connsiteX3" fmla="*/ 8953500 w 9154001"/>
              <a:gd name="connsiteY3" fmla="*/ 4462781 h 4462781"/>
              <a:gd name="connsiteX4" fmla="*/ 8260080 w 9154001"/>
              <a:gd name="connsiteY4" fmla="*/ 4306571 h 4462781"/>
              <a:gd name="connsiteX5" fmla="*/ 7541895 w 9154001"/>
              <a:gd name="connsiteY5" fmla="*/ 4452779 h 4462781"/>
              <a:gd name="connsiteX6" fmla="*/ 9525 w 9154001"/>
              <a:gd name="connsiteY6" fmla="*/ 3376026 h 4462781"/>
              <a:gd name="connsiteX7" fmla="*/ 0 w 9154001"/>
              <a:gd name="connsiteY7" fmla="*/ 0 h 4462781"/>
              <a:gd name="connsiteX0" fmla="*/ 0 w 9154001"/>
              <a:gd name="connsiteY0" fmla="*/ 0 h 4452779"/>
              <a:gd name="connsiteX1" fmla="*/ 9144000 w 9154001"/>
              <a:gd name="connsiteY1" fmla="*/ 0 h 4452779"/>
              <a:gd name="connsiteX2" fmla="*/ 9154001 w 9154001"/>
              <a:gd name="connsiteY2" fmla="*/ 3362691 h 4452779"/>
              <a:gd name="connsiteX3" fmla="*/ 8858250 w 9154001"/>
              <a:gd name="connsiteY3" fmla="*/ 3395981 h 4452779"/>
              <a:gd name="connsiteX4" fmla="*/ 8260080 w 9154001"/>
              <a:gd name="connsiteY4" fmla="*/ 4306571 h 4452779"/>
              <a:gd name="connsiteX5" fmla="*/ 7541895 w 9154001"/>
              <a:gd name="connsiteY5" fmla="*/ 4452779 h 4452779"/>
              <a:gd name="connsiteX6" fmla="*/ 9525 w 9154001"/>
              <a:gd name="connsiteY6" fmla="*/ 3376026 h 4452779"/>
              <a:gd name="connsiteX7" fmla="*/ 0 w 9154001"/>
              <a:gd name="connsiteY7" fmla="*/ 0 h 4452779"/>
              <a:gd name="connsiteX0" fmla="*/ 0 w 9154001"/>
              <a:gd name="connsiteY0" fmla="*/ 0 h 4452779"/>
              <a:gd name="connsiteX1" fmla="*/ 9144000 w 9154001"/>
              <a:gd name="connsiteY1" fmla="*/ 0 h 4452779"/>
              <a:gd name="connsiteX2" fmla="*/ 9154001 w 9154001"/>
              <a:gd name="connsiteY2" fmla="*/ 3362691 h 4452779"/>
              <a:gd name="connsiteX3" fmla="*/ 8858250 w 9154001"/>
              <a:gd name="connsiteY3" fmla="*/ 3395981 h 4452779"/>
              <a:gd name="connsiteX4" fmla="*/ 8231505 w 9154001"/>
              <a:gd name="connsiteY4" fmla="*/ 3230246 h 4452779"/>
              <a:gd name="connsiteX5" fmla="*/ 7541895 w 9154001"/>
              <a:gd name="connsiteY5" fmla="*/ 4452779 h 4452779"/>
              <a:gd name="connsiteX6" fmla="*/ 9525 w 9154001"/>
              <a:gd name="connsiteY6" fmla="*/ 3376026 h 4452779"/>
              <a:gd name="connsiteX7" fmla="*/ 0 w 9154001"/>
              <a:gd name="connsiteY7" fmla="*/ 0 h 4452779"/>
              <a:gd name="connsiteX0" fmla="*/ 0 w 9154001"/>
              <a:gd name="connsiteY0" fmla="*/ 0 h 3395981"/>
              <a:gd name="connsiteX1" fmla="*/ 9144000 w 9154001"/>
              <a:gd name="connsiteY1" fmla="*/ 0 h 3395981"/>
              <a:gd name="connsiteX2" fmla="*/ 9154001 w 9154001"/>
              <a:gd name="connsiteY2" fmla="*/ 3362691 h 3395981"/>
              <a:gd name="connsiteX3" fmla="*/ 8858250 w 9154001"/>
              <a:gd name="connsiteY3" fmla="*/ 3395981 h 3395981"/>
              <a:gd name="connsiteX4" fmla="*/ 8231505 w 9154001"/>
              <a:gd name="connsiteY4" fmla="*/ 3230246 h 3395981"/>
              <a:gd name="connsiteX5" fmla="*/ 7627620 w 9154001"/>
              <a:gd name="connsiteY5" fmla="*/ 3366929 h 3395981"/>
              <a:gd name="connsiteX6" fmla="*/ 9525 w 9154001"/>
              <a:gd name="connsiteY6" fmla="*/ 3376026 h 3395981"/>
              <a:gd name="connsiteX7" fmla="*/ 0 w 9154001"/>
              <a:gd name="connsiteY7" fmla="*/ 0 h 3395981"/>
              <a:gd name="connsiteX0" fmla="*/ 0 w 9154001"/>
              <a:gd name="connsiteY0" fmla="*/ 0 h 3395981"/>
              <a:gd name="connsiteX1" fmla="*/ 9144000 w 9154001"/>
              <a:gd name="connsiteY1" fmla="*/ 0 h 3395981"/>
              <a:gd name="connsiteX2" fmla="*/ 9154001 w 9154001"/>
              <a:gd name="connsiteY2" fmla="*/ 3372216 h 3395981"/>
              <a:gd name="connsiteX3" fmla="*/ 8858250 w 9154001"/>
              <a:gd name="connsiteY3" fmla="*/ 3395981 h 3395981"/>
              <a:gd name="connsiteX4" fmla="*/ 8231505 w 9154001"/>
              <a:gd name="connsiteY4" fmla="*/ 3230246 h 3395981"/>
              <a:gd name="connsiteX5" fmla="*/ 7627620 w 9154001"/>
              <a:gd name="connsiteY5" fmla="*/ 3366929 h 3395981"/>
              <a:gd name="connsiteX6" fmla="*/ 9525 w 9154001"/>
              <a:gd name="connsiteY6" fmla="*/ 3376026 h 3395981"/>
              <a:gd name="connsiteX7" fmla="*/ 0 w 9154001"/>
              <a:gd name="connsiteY7" fmla="*/ 0 h 3395981"/>
              <a:gd name="connsiteX0" fmla="*/ 0 w 9144004"/>
              <a:gd name="connsiteY0" fmla="*/ 0 h 3395981"/>
              <a:gd name="connsiteX1" fmla="*/ 9144000 w 9144004"/>
              <a:gd name="connsiteY1" fmla="*/ 0 h 3395981"/>
              <a:gd name="connsiteX2" fmla="*/ 9139713 w 9144004"/>
              <a:gd name="connsiteY2" fmla="*/ 3372216 h 3395981"/>
              <a:gd name="connsiteX3" fmla="*/ 8858250 w 9144004"/>
              <a:gd name="connsiteY3" fmla="*/ 3395981 h 3395981"/>
              <a:gd name="connsiteX4" fmla="*/ 8231505 w 9144004"/>
              <a:gd name="connsiteY4" fmla="*/ 3230246 h 3395981"/>
              <a:gd name="connsiteX5" fmla="*/ 7627620 w 9144004"/>
              <a:gd name="connsiteY5" fmla="*/ 3366929 h 3395981"/>
              <a:gd name="connsiteX6" fmla="*/ 9525 w 9144004"/>
              <a:gd name="connsiteY6" fmla="*/ 3376026 h 3395981"/>
              <a:gd name="connsiteX7" fmla="*/ 0 w 9144004"/>
              <a:gd name="connsiteY7" fmla="*/ 0 h 3395981"/>
              <a:gd name="connsiteX0" fmla="*/ 0 w 9144004"/>
              <a:gd name="connsiteY0" fmla="*/ 0 h 3391219"/>
              <a:gd name="connsiteX1" fmla="*/ 9144000 w 9144004"/>
              <a:gd name="connsiteY1" fmla="*/ 0 h 3391219"/>
              <a:gd name="connsiteX2" fmla="*/ 9139713 w 9144004"/>
              <a:gd name="connsiteY2" fmla="*/ 3372216 h 3391219"/>
              <a:gd name="connsiteX3" fmla="*/ 8882062 w 9144004"/>
              <a:gd name="connsiteY3" fmla="*/ 3391219 h 3391219"/>
              <a:gd name="connsiteX4" fmla="*/ 8231505 w 9144004"/>
              <a:gd name="connsiteY4" fmla="*/ 3230246 h 3391219"/>
              <a:gd name="connsiteX5" fmla="*/ 7627620 w 9144004"/>
              <a:gd name="connsiteY5" fmla="*/ 3366929 h 3391219"/>
              <a:gd name="connsiteX6" fmla="*/ 9525 w 9144004"/>
              <a:gd name="connsiteY6" fmla="*/ 3376026 h 3391219"/>
              <a:gd name="connsiteX7" fmla="*/ 0 w 9144004"/>
              <a:gd name="connsiteY7" fmla="*/ 0 h 3391219"/>
              <a:gd name="connsiteX0" fmla="*/ 0 w 9144004"/>
              <a:gd name="connsiteY0" fmla="*/ 0 h 3395076"/>
              <a:gd name="connsiteX1" fmla="*/ 9144000 w 9144004"/>
              <a:gd name="connsiteY1" fmla="*/ 0 h 3395076"/>
              <a:gd name="connsiteX2" fmla="*/ 9139713 w 9144004"/>
              <a:gd name="connsiteY2" fmla="*/ 3372216 h 3395076"/>
              <a:gd name="connsiteX3" fmla="*/ 8882062 w 9144004"/>
              <a:gd name="connsiteY3" fmla="*/ 3391219 h 3395076"/>
              <a:gd name="connsiteX4" fmla="*/ 8231505 w 9144004"/>
              <a:gd name="connsiteY4" fmla="*/ 3230246 h 3395076"/>
              <a:gd name="connsiteX5" fmla="*/ 7627620 w 9144004"/>
              <a:gd name="connsiteY5" fmla="*/ 3366929 h 3395076"/>
              <a:gd name="connsiteX6" fmla="*/ 4763 w 9144004"/>
              <a:gd name="connsiteY6" fmla="*/ 3395076 h 3395076"/>
              <a:gd name="connsiteX7" fmla="*/ 0 w 9144004"/>
              <a:gd name="connsiteY7" fmla="*/ 0 h 3395076"/>
              <a:gd name="connsiteX0" fmla="*/ 0 w 9144004"/>
              <a:gd name="connsiteY0" fmla="*/ 0 h 3395504"/>
              <a:gd name="connsiteX1" fmla="*/ 9144000 w 9144004"/>
              <a:gd name="connsiteY1" fmla="*/ 0 h 3395504"/>
              <a:gd name="connsiteX2" fmla="*/ 9139713 w 9144004"/>
              <a:gd name="connsiteY2" fmla="*/ 3372216 h 3395504"/>
              <a:gd name="connsiteX3" fmla="*/ 8882062 w 9144004"/>
              <a:gd name="connsiteY3" fmla="*/ 3391219 h 3395504"/>
              <a:gd name="connsiteX4" fmla="*/ 8231505 w 9144004"/>
              <a:gd name="connsiteY4" fmla="*/ 3230246 h 3395504"/>
              <a:gd name="connsiteX5" fmla="*/ 7656195 w 9144004"/>
              <a:gd name="connsiteY5" fmla="*/ 3395504 h 3395504"/>
              <a:gd name="connsiteX6" fmla="*/ 4763 w 9144004"/>
              <a:gd name="connsiteY6" fmla="*/ 3395076 h 3395504"/>
              <a:gd name="connsiteX7" fmla="*/ 0 w 9144004"/>
              <a:gd name="connsiteY7" fmla="*/ 0 h 3395504"/>
              <a:gd name="connsiteX0" fmla="*/ 0 w 9144004"/>
              <a:gd name="connsiteY0" fmla="*/ 0 h 3395504"/>
              <a:gd name="connsiteX1" fmla="*/ 9144000 w 9144004"/>
              <a:gd name="connsiteY1" fmla="*/ 0 h 3395504"/>
              <a:gd name="connsiteX2" fmla="*/ 9139713 w 9144004"/>
              <a:gd name="connsiteY2" fmla="*/ 3372216 h 3395504"/>
              <a:gd name="connsiteX3" fmla="*/ 8882062 w 9144004"/>
              <a:gd name="connsiteY3" fmla="*/ 3391219 h 3395504"/>
              <a:gd name="connsiteX4" fmla="*/ 8233886 w 9144004"/>
              <a:gd name="connsiteY4" fmla="*/ 3239771 h 3395504"/>
              <a:gd name="connsiteX5" fmla="*/ 7656195 w 9144004"/>
              <a:gd name="connsiteY5" fmla="*/ 3395504 h 3395504"/>
              <a:gd name="connsiteX6" fmla="*/ 4763 w 9144004"/>
              <a:gd name="connsiteY6" fmla="*/ 3395076 h 3395504"/>
              <a:gd name="connsiteX7" fmla="*/ 0 w 9144004"/>
              <a:gd name="connsiteY7" fmla="*/ 0 h 3395504"/>
              <a:gd name="connsiteX0" fmla="*/ 7309 w 9151313"/>
              <a:gd name="connsiteY0" fmla="*/ 0 h 3397458"/>
              <a:gd name="connsiteX1" fmla="*/ 9151309 w 9151313"/>
              <a:gd name="connsiteY1" fmla="*/ 0 h 3397458"/>
              <a:gd name="connsiteX2" fmla="*/ 9147022 w 9151313"/>
              <a:gd name="connsiteY2" fmla="*/ 3372216 h 3397458"/>
              <a:gd name="connsiteX3" fmla="*/ 8889371 w 9151313"/>
              <a:gd name="connsiteY3" fmla="*/ 3391219 h 3397458"/>
              <a:gd name="connsiteX4" fmla="*/ 8241195 w 9151313"/>
              <a:gd name="connsiteY4" fmla="*/ 3239771 h 3397458"/>
              <a:gd name="connsiteX5" fmla="*/ 7663504 w 9151313"/>
              <a:gd name="connsiteY5" fmla="*/ 3395504 h 3397458"/>
              <a:gd name="connsiteX6" fmla="*/ 166 w 9151313"/>
              <a:gd name="connsiteY6" fmla="*/ 3397458 h 3397458"/>
              <a:gd name="connsiteX7" fmla="*/ 7309 w 9151313"/>
              <a:gd name="connsiteY7" fmla="*/ 0 h 3397458"/>
              <a:gd name="connsiteX0" fmla="*/ 7309 w 9152737"/>
              <a:gd name="connsiteY0" fmla="*/ 0 h 3397458"/>
              <a:gd name="connsiteX1" fmla="*/ 9151309 w 9152737"/>
              <a:gd name="connsiteY1" fmla="*/ 0 h 3397458"/>
              <a:gd name="connsiteX2" fmla="*/ 9152737 w 9152737"/>
              <a:gd name="connsiteY2" fmla="*/ 3377931 h 3397458"/>
              <a:gd name="connsiteX3" fmla="*/ 8889371 w 9152737"/>
              <a:gd name="connsiteY3" fmla="*/ 3391219 h 3397458"/>
              <a:gd name="connsiteX4" fmla="*/ 8241195 w 9152737"/>
              <a:gd name="connsiteY4" fmla="*/ 3239771 h 3397458"/>
              <a:gd name="connsiteX5" fmla="*/ 7663504 w 9152737"/>
              <a:gd name="connsiteY5" fmla="*/ 3395504 h 3397458"/>
              <a:gd name="connsiteX6" fmla="*/ 166 w 9152737"/>
              <a:gd name="connsiteY6" fmla="*/ 3397458 h 3397458"/>
              <a:gd name="connsiteX7" fmla="*/ 7309 w 9152737"/>
              <a:gd name="connsiteY7" fmla="*/ 0 h 3397458"/>
              <a:gd name="connsiteX0" fmla="*/ 7309 w 9152737"/>
              <a:gd name="connsiteY0" fmla="*/ 0 h 3397458"/>
              <a:gd name="connsiteX1" fmla="*/ 9151309 w 9152737"/>
              <a:gd name="connsiteY1" fmla="*/ 0 h 3397458"/>
              <a:gd name="connsiteX2" fmla="*/ 9152737 w 9152737"/>
              <a:gd name="connsiteY2" fmla="*/ 3377931 h 3397458"/>
              <a:gd name="connsiteX3" fmla="*/ 8883656 w 9152737"/>
              <a:gd name="connsiteY3" fmla="*/ 3385504 h 3397458"/>
              <a:gd name="connsiteX4" fmla="*/ 8241195 w 9152737"/>
              <a:gd name="connsiteY4" fmla="*/ 3239771 h 3397458"/>
              <a:gd name="connsiteX5" fmla="*/ 7663504 w 9152737"/>
              <a:gd name="connsiteY5" fmla="*/ 3395504 h 3397458"/>
              <a:gd name="connsiteX6" fmla="*/ 166 w 9152737"/>
              <a:gd name="connsiteY6" fmla="*/ 3397458 h 3397458"/>
              <a:gd name="connsiteX7" fmla="*/ 7309 w 9152737"/>
              <a:gd name="connsiteY7" fmla="*/ 0 h 3397458"/>
              <a:gd name="connsiteX0" fmla="*/ 7309 w 9152737"/>
              <a:gd name="connsiteY0" fmla="*/ 0 h 3397458"/>
              <a:gd name="connsiteX1" fmla="*/ 9151309 w 9152737"/>
              <a:gd name="connsiteY1" fmla="*/ 0 h 3397458"/>
              <a:gd name="connsiteX2" fmla="*/ 9152737 w 9152737"/>
              <a:gd name="connsiteY2" fmla="*/ 3377931 h 3397458"/>
              <a:gd name="connsiteX3" fmla="*/ 8883656 w 9152737"/>
              <a:gd name="connsiteY3" fmla="*/ 3385504 h 3397458"/>
              <a:gd name="connsiteX4" fmla="*/ 8241195 w 9152737"/>
              <a:gd name="connsiteY4" fmla="*/ 3239771 h 3397458"/>
              <a:gd name="connsiteX5" fmla="*/ 7610164 w 9152737"/>
              <a:gd name="connsiteY5" fmla="*/ 3387884 h 3397458"/>
              <a:gd name="connsiteX6" fmla="*/ 166 w 9152737"/>
              <a:gd name="connsiteY6" fmla="*/ 3397458 h 3397458"/>
              <a:gd name="connsiteX7" fmla="*/ 7309 w 9152737"/>
              <a:gd name="connsiteY7" fmla="*/ 0 h 3397458"/>
              <a:gd name="connsiteX0" fmla="*/ 7309 w 9152737"/>
              <a:gd name="connsiteY0" fmla="*/ 0 h 3397458"/>
              <a:gd name="connsiteX1" fmla="*/ 9151309 w 9152737"/>
              <a:gd name="connsiteY1" fmla="*/ 0 h 3397458"/>
              <a:gd name="connsiteX2" fmla="*/ 9152737 w 9152737"/>
              <a:gd name="connsiteY2" fmla="*/ 3377931 h 3397458"/>
              <a:gd name="connsiteX3" fmla="*/ 8883656 w 9152737"/>
              <a:gd name="connsiteY3" fmla="*/ 3385504 h 3397458"/>
              <a:gd name="connsiteX4" fmla="*/ 8237385 w 9152737"/>
              <a:gd name="connsiteY4" fmla="*/ 3245486 h 3397458"/>
              <a:gd name="connsiteX5" fmla="*/ 7610164 w 9152737"/>
              <a:gd name="connsiteY5" fmla="*/ 3387884 h 3397458"/>
              <a:gd name="connsiteX6" fmla="*/ 166 w 9152737"/>
              <a:gd name="connsiteY6" fmla="*/ 3397458 h 3397458"/>
              <a:gd name="connsiteX7" fmla="*/ 7309 w 9152737"/>
              <a:gd name="connsiteY7" fmla="*/ 0 h 3397458"/>
              <a:gd name="connsiteX0" fmla="*/ 7309 w 9152737"/>
              <a:gd name="connsiteY0" fmla="*/ 0 h 3397458"/>
              <a:gd name="connsiteX1" fmla="*/ 9151309 w 9152737"/>
              <a:gd name="connsiteY1" fmla="*/ 0 h 3397458"/>
              <a:gd name="connsiteX2" fmla="*/ 9152737 w 9152737"/>
              <a:gd name="connsiteY2" fmla="*/ 3377931 h 3397458"/>
              <a:gd name="connsiteX3" fmla="*/ 8883656 w 9152737"/>
              <a:gd name="connsiteY3" fmla="*/ 3385504 h 3397458"/>
              <a:gd name="connsiteX4" fmla="*/ 8237385 w 9152737"/>
              <a:gd name="connsiteY4" fmla="*/ 3245486 h 3397458"/>
              <a:gd name="connsiteX5" fmla="*/ 7602544 w 9152737"/>
              <a:gd name="connsiteY5" fmla="*/ 3378359 h 3397458"/>
              <a:gd name="connsiteX6" fmla="*/ 166 w 9152737"/>
              <a:gd name="connsiteY6" fmla="*/ 3397458 h 3397458"/>
              <a:gd name="connsiteX7" fmla="*/ 7309 w 9152737"/>
              <a:gd name="connsiteY7" fmla="*/ 0 h 3397458"/>
              <a:gd name="connsiteX0" fmla="*/ 7309 w 9152737"/>
              <a:gd name="connsiteY0" fmla="*/ 0 h 3397458"/>
              <a:gd name="connsiteX1" fmla="*/ 9151309 w 9152737"/>
              <a:gd name="connsiteY1" fmla="*/ 0 h 3397458"/>
              <a:gd name="connsiteX2" fmla="*/ 9152737 w 9152737"/>
              <a:gd name="connsiteY2" fmla="*/ 3377931 h 3397458"/>
              <a:gd name="connsiteX3" fmla="*/ 8883656 w 9152737"/>
              <a:gd name="connsiteY3" fmla="*/ 3385504 h 3397458"/>
              <a:gd name="connsiteX4" fmla="*/ 8237385 w 9152737"/>
              <a:gd name="connsiteY4" fmla="*/ 3245486 h 3397458"/>
              <a:gd name="connsiteX5" fmla="*/ 7608259 w 9152737"/>
              <a:gd name="connsiteY5" fmla="*/ 3384074 h 3397458"/>
              <a:gd name="connsiteX6" fmla="*/ 166 w 9152737"/>
              <a:gd name="connsiteY6" fmla="*/ 3397458 h 3397458"/>
              <a:gd name="connsiteX7" fmla="*/ 7309 w 9152737"/>
              <a:gd name="connsiteY7" fmla="*/ 0 h 3397458"/>
              <a:gd name="connsiteX0" fmla="*/ 7309 w 9152737"/>
              <a:gd name="connsiteY0" fmla="*/ 0 h 3397458"/>
              <a:gd name="connsiteX1" fmla="*/ 9151309 w 9152737"/>
              <a:gd name="connsiteY1" fmla="*/ 0 h 3397458"/>
              <a:gd name="connsiteX2" fmla="*/ 9152737 w 9152737"/>
              <a:gd name="connsiteY2" fmla="*/ 3377931 h 3397458"/>
              <a:gd name="connsiteX3" fmla="*/ 8883656 w 9152737"/>
              <a:gd name="connsiteY3" fmla="*/ 3385504 h 3397458"/>
              <a:gd name="connsiteX4" fmla="*/ 8237385 w 9152737"/>
              <a:gd name="connsiteY4" fmla="*/ 3245486 h 3397458"/>
              <a:gd name="connsiteX5" fmla="*/ 7602544 w 9152737"/>
              <a:gd name="connsiteY5" fmla="*/ 3378359 h 3397458"/>
              <a:gd name="connsiteX6" fmla="*/ 166 w 9152737"/>
              <a:gd name="connsiteY6" fmla="*/ 3397458 h 3397458"/>
              <a:gd name="connsiteX7" fmla="*/ 7309 w 9152737"/>
              <a:gd name="connsiteY7" fmla="*/ 0 h 3397458"/>
              <a:gd name="connsiteX0" fmla="*/ 7309 w 9152737"/>
              <a:gd name="connsiteY0" fmla="*/ 0 h 3397458"/>
              <a:gd name="connsiteX1" fmla="*/ 9151309 w 9152737"/>
              <a:gd name="connsiteY1" fmla="*/ 0 h 3397458"/>
              <a:gd name="connsiteX2" fmla="*/ 9152737 w 9152737"/>
              <a:gd name="connsiteY2" fmla="*/ 3377931 h 3397458"/>
              <a:gd name="connsiteX3" fmla="*/ 8883656 w 9152737"/>
              <a:gd name="connsiteY3" fmla="*/ 3385504 h 3397458"/>
              <a:gd name="connsiteX4" fmla="*/ 8237385 w 9152737"/>
              <a:gd name="connsiteY4" fmla="*/ 3245486 h 3397458"/>
              <a:gd name="connsiteX5" fmla="*/ 7606354 w 9152737"/>
              <a:gd name="connsiteY5" fmla="*/ 3385979 h 3397458"/>
              <a:gd name="connsiteX6" fmla="*/ 166 w 9152737"/>
              <a:gd name="connsiteY6" fmla="*/ 3397458 h 3397458"/>
              <a:gd name="connsiteX7" fmla="*/ 7309 w 9152737"/>
              <a:gd name="connsiteY7" fmla="*/ 0 h 3397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52737" h="3397458">
                <a:moveTo>
                  <a:pt x="7309" y="0"/>
                </a:moveTo>
                <a:lnTo>
                  <a:pt x="9151309" y="0"/>
                </a:lnTo>
                <a:cubicBezTo>
                  <a:pt x="9151468" y="1486022"/>
                  <a:pt x="9152578" y="1891909"/>
                  <a:pt x="9152737" y="3377931"/>
                </a:cubicBezTo>
                <a:lnTo>
                  <a:pt x="8883656" y="3385504"/>
                </a:lnTo>
                <a:lnTo>
                  <a:pt x="8237385" y="3245486"/>
                </a:lnTo>
                <a:lnTo>
                  <a:pt x="7606354" y="3385979"/>
                </a:lnTo>
                <a:lnTo>
                  <a:pt x="166" y="3397458"/>
                </a:lnTo>
                <a:cubicBezTo>
                  <a:pt x="-1422" y="2265766"/>
                  <a:pt x="8897" y="1131692"/>
                  <a:pt x="7309" y="0"/>
                </a:cubicBezTo>
                <a:close/>
              </a:path>
            </a:pathLst>
          </a:custGeom>
          <a:noFill/>
        </p:spPr>
        <p:txBody>
          <a:bodyPr anchor="ctr">
            <a:normAutofit/>
          </a:bodyPr>
          <a:lstStyle>
            <a:lvl1pPr marL="114300" indent="0" algn="ctr">
              <a:buNone/>
              <a:defRPr sz="1200"/>
            </a:lvl1pPr>
          </a:lstStyle>
          <a:p>
            <a:r>
              <a:rPr lang="en-US"/>
              <a:t>Click here to add image</a:t>
            </a:r>
            <a:endParaRPr lang="en-US" dirty="0"/>
          </a:p>
        </p:txBody>
      </p:sp>
    </p:spTree>
    <p:extLst>
      <p:ext uri="{BB962C8B-B14F-4D97-AF65-F5344CB8AC3E}">
        <p14:creationId xmlns:p14="http://schemas.microsoft.com/office/powerpoint/2010/main" val="3062670441"/>
      </p:ext>
    </p:extLst>
  </p:cSld>
  <p:clrMapOvr>
    <a:masterClrMapping/>
  </p:clrMapOvr>
  <p:extLst>
    <p:ext uri="{DCECCB84-F9BA-43D5-87BE-67443E8EF086}">
      <p15:sldGuideLst xmlns:p15="http://schemas.microsoft.com/office/powerpoint/2012/main">
        <p15:guide id="1" orient="horz" pos="2130" userDrawn="1">
          <p15:clr>
            <a:srgbClr val="FBAE40"/>
          </p15:clr>
        </p15:guide>
        <p15:guide id="2" pos="288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Content">
    <p:bg>
      <p:bgPr>
        <a:solidFill>
          <a:schemeClr val="bg1"/>
        </a:solidFill>
        <a:effectLst/>
      </p:bgPr>
    </p:bg>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13AE9919-8BE1-9B8D-8546-E7527B31B533}"/>
              </a:ext>
            </a:extLst>
          </p:cNvPr>
          <p:cNvSpPr>
            <a:spLocks noGrp="1"/>
          </p:cNvSpPr>
          <p:nvPr>
            <p:ph type="title" hasCustomPrompt="1"/>
          </p:nvPr>
        </p:nvSpPr>
        <p:spPr>
          <a:xfrm>
            <a:off x="386952" y="292100"/>
            <a:ext cx="8377635" cy="723900"/>
          </a:xfrm>
          <a:prstGeom prst="rect">
            <a:avLst/>
          </a:prstGeom>
        </p:spPr>
        <p:txBody>
          <a:bodyPr vert="horz" lIns="0" tIns="0" rIns="0" bIns="0" rtlCol="0" anchor="t">
            <a:normAutofit/>
          </a:bodyPr>
          <a:lstStyle>
            <a:lvl1pPr>
              <a:defRPr b="1"/>
            </a:lvl1pPr>
          </a:lstStyle>
          <a:p>
            <a:r>
              <a:rPr lang="en-US" dirty="0"/>
              <a:t>Click To Edit Master Title Style</a:t>
            </a:r>
          </a:p>
        </p:txBody>
      </p:sp>
      <p:sp>
        <p:nvSpPr>
          <p:cNvPr id="3" name="Text Placeholder 2">
            <a:extLst>
              <a:ext uri="{FF2B5EF4-FFF2-40B4-BE49-F238E27FC236}">
                <a16:creationId xmlns:a16="http://schemas.microsoft.com/office/drawing/2014/main" id="{A1949B20-CE4F-2CE3-7EBD-9F382E2320AD}"/>
              </a:ext>
            </a:extLst>
          </p:cNvPr>
          <p:cNvSpPr>
            <a:spLocks noGrp="1"/>
          </p:cNvSpPr>
          <p:nvPr>
            <p:ph type="body" sz="quarter" idx="10"/>
          </p:nvPr>
        </p:nvSpPr>
        <p:spPr>
          <a:xfrm>
            <a:off x="379413" y="1203325"/>
            <a:ext cx="8369300" cy="3470275"/>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Tree>
    <p:extLst>
      <p:ext uri="{BB962C8B-B14F-4D97-AF65-F5344CB8AC3E}">
        <p14:creationId xmlns:p14="http://schemas.microsoft.com/office/powerpoint/2010/main" val="426774090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Only Title">
    <p:bg>
      <p:bgPr>
        <a:solidFill>
          <a:schemeClr val="bg1"/>
        </a:solidFill>
        <a:effectLst/>
      </p:bgPr>
    </p:bg>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3AE39CB6-1273-B9BE-269A-89044B2EACB5}"/>
              </a:ext>
            </a:extLst>
          </p:cNvPr>
          <p:cNvSpPr>
            <a:spLocks noGrp="1"/>
          </p:cNvSpPr>
          <p:nvPr>
            <p:ph type="title" hasCustomPrompt="1"/>
          </p:nvPr>
        </p:nvSpPr>
        <p:spPr>
          <a:xfrm>
            <a:off x="386952" y="292100"/>
            <a:ext cx="8377635" cy="723900"/>
          </a:xfrm>
          <a:prstGeom prst="rect">
            <a:avLst/>
          </a:prstGeom>
        </p:spPr>
        <p:txBody>
          <a:bodyPr vert="horz" lIns="0" tIns="0" rIns="0" bIns="0" rtlCol="0" anchor="t">
            <a:normAutofit/>
          </a:bodyPr>
          <a:lstStyle>
            <a:lvl1pPr>
              <a:defRPr b="1"/>
            </a:lvl1pPr>
          </a:lstStyle>
          <a:p>
            <a:r>
              <a:rPr lang="en-US" dirty="0"/>
              <a:t>Click To Edit Master Title Style</a:t>
            </a:r>
          </a:p>
        </p:txBody>
      </p:sp>
    </p:spTree>
    <p:extLst>
      <p:ext uri="{BB962C8B-B14F-4D97-AF65-F5344CB8AC3E}">
        <p14:creationId xmlns:p14="http://schemas.microsoft.com/office/powerpoint/2010/main" val="186744888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bg1"/>
        </a:solidFill>
        <a:effectLst/>
      </p:bgPr>
    </p:bg>
    <p:spTree>
      <p:nvGrpSpPr>
        <p:cNvPr id="1" name="Shape 48"/>
        <p:cNvGrpSpPr/>
        <p:nvPr/>
      </p:nvGrpSpPr>
      <p:grpSpPr>
        <a:xfrm>
          <a:off x="0" y="0"/>
          <a:ext cx="0" cy="0"/>
          <a:chOff x="0" y="0"/>
          <a:chExt cx="0" cy="0"/>
        </a:xfrm>
      </p:grpSpPr>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and two columns" userDrawn="1">
  <p:cSld name="Title and two columns">
    <p:bg>
      <p:bgPr>
        <a:solidFill>
          <a:schemeClr val="bg1"/>
        </a:solidFill>
        <a:effectLst/>
      </p:bgPr>
    </p:bg>
    <p:spTree>
      <p:nvGrpSpPr>
        <p:cNvPr id="1" name="Shape 20"/>
        <p:cNvGrpSpPr/>
        <p:nvPr/>
      </p:nvGrpSpPr>
      <p:grpSpPr>
        <a:xfrm>
          <a:off x="0" y="0"/>
          <a:ext cx="0" cy="0"/>
          <a:chOff x="0" y="0"/>
          <a:chExt cx="0" cy="0"/>
        </a:xfrm>
      </p:grpSpPr>
      <p:sp>
        <p:nvSpPr>
          <p:cNvPr id="2" name="Title 1">
            <a:extLst>
              <a:ext uri="{FF2B5EF4-FFF2-40B4-BE49-F238E27FC236}">
                <a16:creationId xmlns:a16="http://schemas.microsoft.com/office/drawing/2014/main" id="{D0BA8766-ADC2-F883-E66A-19762FBDD3A9}"/>
              </a:ext>
            </a:extLst>
          </p:cNvPr>
          <p:cNvSpPr>
            <a:spLocks noGrp="1"/>
          </p:cNvSpPr>
          <p:nvPr>
            <p:ph type="title" hasCustomPrompt="1"/>
          </p:nvPr>
        </p:nvSpPr>
        <p:spPr>
          <a:xfrm>
            <a:off x="386952" y="295565"/>
            <a:ext cx="8378757" cy="723900"/>
          </a:xfrm>
        </p:spPr>
        <p:txBody>
          <a:bodyPr>
            <a:noAutofit/>
          </a:bodyPr>
          <a:lstStyle/>
          <a:p>
            <a:r>
              <a:rPr lang="en-US" dirty="0"/>
              <a:t>Click To Edit Master Title Style</a:t>
            </a:r>
            <a:endParaRPr lang="en-AU" dirty="0"/>
          </a:p>
        </p:txBody>
      </p:sp>
      <p:sp>
        <p:nvSpPr>
          <p:cNvPr id="4" name="Text Placeholder 2">
            <a:extLst>
              <a:ext uri="{FF2B5EF4-FFF2-40B4-BE49-F238E27FC236}">
                <a16:creationId xmlns:a16="http://schemas.microsoft.com/office/drawing/2014/main" id="{7F54B2D3-931D-FABC-43B5-1DB36990372C}"/>
              </a:ext>
            </a:extLst>
          </p:cNvPr>
          <p:cNvSpPr>
            <a:spLocks noGrp="1"/>
          </p:cNvSpPr>
          <p:nvPr>
            <p:ph type="body" sz="quarter" idx="10"/>
          </p:nvPr>
        </p:nvSpPr>
        <p:spPr>
          <a:xfrm>
            <a:off x="400600" y="1206500"/>
            <a:ext cx="4080118" cy="3467100"/>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5" name="Text Placeholder 2">
            <a:extLst>
              <a:ext uri="{FF2B5EF4-FFF2-40B4-BE49-F238E27FC236}">
                <a16:creationId xmlns:a16="http://schemas.microsoft.com/office/drawing/2014/main" id="{CB6A62C1-D558-B3F6-C36A-CB65636B74FF}"/>
              </a:ext>
            </a:extLst>
          </p:cNvPr>
          <p:cNvSpPr>
            <a:spLocks noGrp="1"/>
          </p:cNvSpPr>
          <p:nvPr>
            <p:ph type="body" sz="quarter" idx="11"/>
          </p:nvPr>
        </p:nvSpPr>
        <p:spPr>
          <a:xfrm>
            <a:off x="4663283" y="1206500"/>
            <a:ext cx="4102427" cy="3467100"/>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Tree>
  </p:cSld>
  <p:clrMapOvr>
    <a:masterClrMapping/>
  </p:clrMapOvr>
  <p:extLst>
    <p:ext uri="{DCECCB84-F9BA-43D5-87BE-67443E8EF086}">
      <p15:sldGuideLst xmlns:p15="http://schemas.microsoft.com/office/powerpoint/2012/main">
        <p15:guide id="1" orient="horz" pos="1643">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wo Content with Image - Light">
    <p:bg>
      <p:bgPr>
        <a:solidFill>
          <a:schemeClr val="bg1"/>
        </a:solidFill>
        <a:effectLst/>
      </p:bgPr>
    </p:bg>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A611BBA6-9D53-141F-E542-580F8ED80DFE}"/>
              </a:ext>
            </a:extLst>
          </p:cNvPr>
          <p:cNvSpPr>
            <a:spLocks noGrp="1"/>
          </p:cNvSpPr>
          <p:nvPr>
            <p:ph sz="half" idx="1"/>
          </p:nvPr>
        </p:nvSpPr>
        <p:spPr>
          <a:xfrm>
            <a:off x="386952" y="3070910"/>
            <a:ext cx="4093763" cy="1595439"/>
          </a:xfrm>
        </p:spPr>
        <p:txBody>
          <a:bodyPr>
            <a:noAutofit/>
          </a:bodyPr>
          <a:lstStyle>
            <a:lvl1pPr>
              <a:defRPr sz="1100" b="0" i="0">
                <a:latin typeface="Verdana" panose="020B0604030504040204" pitchFamily="34" charset="0"/>
                <a:ea typeface="Verdana" panose="020B0604030504040204" pitchFamily="34" charset="0"/>
                <a:cs typeface="Verdana" panose="020B0604030504040204" pitchFamily="34" charset="0"/>
              </a:defRPr>
            </a:lvl1pPr>
            <a:lvl2pPr>
              <a:defRPr sz="1050" b="0" i="0">
                <a:latin typeface="Verdana" panose="020B0604030504040204" pitchFamily="34" charset="0"/>
                <a:ea typeface="Verdana" panose="020B0604030504040204" pitchFamily="34" charset="0"/>
                <a:cs typeface="Verdana" panose="020B0604030504040204" pitchFamily="34" charset="0"/>
              </a:defRPr>
            </a:lvl2pPr>
            <a:lvl3pPr>
              <a:defRPr sz="800" b="0" i="0">
                <a:latin typeface="Verdana" panose="020B0604030504040204" pitchFamily="34" charset="0"/>
                <a:ea typeface="Verdana" panose="020B0604030504040204" pitchFamily="34" charset="0"/>
                <a:cs typeface="Verdana" panose="020B0604030504040204" pitchFamily="34" charset="0"/>
              </a:defRPr>
            </a:lvl3pPr>
            <a:lvl4pPr>
              <a:defRPr b="0" i="0">
                <a:latin typeface="Aptos" panose="020B0004020202020204" pitchFamily="34" charset="0"/>
                <a:cs typeface="Aptos" panose="020B0004020202020204" pitchFamily="34" charset="0"/>
              </a:defRPr>
            </a:lvl4pPr>
            <a:lvl5pPr>
              <a:defRPr b="0" i="0">
                <a:latin typeface="Aptos" panose="020B0004020202020204" pitchFamily="34" charset="0"/>
                <a:cs typeface="Aptos"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4" name="Content Placeholder 3">
            <a:extLst>
              <a:ext uri="{FF2B5EF4-FFF2-40B4-BE49-F238E27FC236}">
                <a16:creationId xmlns:a16="http://schemas.microsoft.com/office/drawing/2014/main" id="{DD4CC844-CCB4-F589-7428-48010A1EC405}"/>
              </a:ext>
            </a:extLst>
          </p:cNvPr>
          <p:cNvSpPr>
            <a:spLocks noGrp="1"/>
          </p:cNvSpPr>
          <p:nvPr>
            <p:ph sz="half" idx="2"/>
          </p:nvPr>
        </p:nvSpPr>
        <p:spPr>
          <a:xfrm>
            <a:off x="4663283" y="3070910"/>
            <a:ext cx="4093764" cy="1595439"/>
          </a:xfrm>
        </p:spPr>
        <p:txBody>
          <a:bodyPr>
            <a:noAutofit/>
          </a:bodyPr>
          <a:lstStyle>
            <a:lvl1pPr>
              <a:defRPr sz="1100" b="0" i="0">
                <a:latin typeface="Verdana" panose="020B0604030504040204" pitchFamily="34" charset="0"/>
                <a:ea typeface="Verdana" panose="020B0604030504040204" pitchFamily="34" charset="0"/>
                <a:cs typeface="Verdana" panose="020B0604030504040204" pitchFamily="34" charset="0"/>
              </a:defRPr>
            </a:lvl1pPr>
            <a:lvl2pPr>
              <a:defRPr sz="1050" b="0" i="0">
                <a:latin typeface="Verdana" panose="020B0604030504040204" pitchFamily="34" charset="0"/>
                <a:ea typeface="Verdana" panose="020B0604030504040204" pitchFamily="34" charset="0"/>
                <a:cs typeface="Verdana" panose="020B0604030504040204" pitchFamily="34" charset="0"/>
              </a:defRPr>
            </a:lvl2pPr>
            <a:lvl3pPr>
              <a:defRPr sz="800" b="0" i="0">
                <a:latin typeface="Verdana" panose="020B0604030504040204" pitchFamily="34" charset="0"/>
                <a:ea typeface="Verdana" panose="020B0604030504040204" pitchFamily="34" charset="0"/>
                <a:cs typeface="Verdana" panose="020B0604030504040204" pitchFamily="34" charset="0"/>
              </a:defRPr>
            </a:lvl3pPr>
            <a:lvl4pPr>
              <a:defRPr b="0" i="0">
                <a:latin typeface="Aptos" panose="020B0004020202020204" pitchFamily="34" charset="0"/>
                <a:cs typeface="Aptos" panose="020B0004020202020204" pitchFamily="34" charset="0"/>
              </a:defRPr>
            </a:lvl4pPr>
            <a:lvl5pPr>
              <a:defRPr b="0" i="0">
                <a:latin typeface="Aptos" panose="020B0004020202020204" pitchFamily="34" charset="0"/>
                <a:cs typeface="Aptos"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8" name="Picture Placeholder 6">
            <a:extLst>
              <a:ext uri="{FF2B5EF4-FFF2-40B4-BE49-F238E27FC236}">
                <a16:creationId xmlns:a16="http://schemas.microsoft.com/office/drawing/2014/main" id="{C4D61149-7027-7DA2-D194-EC6543F0B621}"/>
              </a:ext>
            </a:extLst>
          </p:cNvPr>
          <p:cNvSpPr>
            <a:spLocks noGrp="1"/>
          </p:cNvSpPr>
          <p:nvPr>
            <p:ph type="pic" sz="quarter" idx="15" hasCustomPrompt="1"/>
          </p:nvPr>
        </p:nvSpPr>
        <p:spPr>
          <a:xfrm>
            <a:off x="386954" y="1203326"/>
            <a:ext cx="8370094" cy="1685018"/>
          </a:xfrm>
        </p:spPr>
        <p:txBody>
          <a:bodyPr anchor="ctr">
            <a:normAutofit/>
          </a:bodyPr>
          <a:lstStyle>
            <a:lvl1pPr marL="0" indent="0" algn="ctr">
              <a:buNone/>
              <a:defRPr b="0" i="0">
                <a:latin typeface="Verdana" panose="020B0604030504040204" pitchFamily="34" charset="0"/>
                <a:ea typeface="Verdana" panose="020B0604030504040204" pitchFamily="34" charset="0"/>
              </a:defRPr>
            </a:lvl1pPr>
          </a:lstStyle>
          <a:p>
            <a:r>
              <a:rPr lang="en-US" dirty="0"/>
              <a:t>Click icon to add image</a:t>
            </a:r>
          </a:p>
        </p:txBody>
      </p:sp>
      <p:sp>
        <p:nvSpPr>
          <p:cNvPr id="5" name="Title Placeholder 1">
            <a:extLst>
              <a:ext uri="{FF2B5EF4-FFF2-40B4-BE49-F238E27FC236}">
                <a16:creationId xmlns:a16="http://schemas.microsoft.com/office/drawing/2014/main" id="{B5EBE5AB-7BB8-E06A-33E4-B973D0D25675}"/>
              </a:ext>
            </a:extLst>
          </p:cNvPr>
          <p:cNvSpPr>
            <a:spLocks noGrp="1"/>
          </p:cNvSpPr>
          <p:nvPr>
            <p:ph type="title" hasCustomPrompt="1"/>
          </p:nvPr>
        </p:nvSpPr>
        <p:spPr>
          <a:xfrm>
            <a:off x="386953" y="292100"/>
            <a:ext cx="8370094" cy="723900"/>
          </a:xfrm>
          <a:prstGeom prst="rect">
            <a:avLst/>
          </a:prstGeom>
        </p:spPr>
        <p:txBody>
          <a:bodyPr vert="horz" lIns="0" tIns="0" rIns="0" bIns="0" rtlCol="0" anchor="t">
            <a:noAutofit/>
          </a:bodyPr>
          <a:lstStyle>
            <a:lvl1pPr>
              <a:defRPr b="1"/>
            </a:lvl1pPr>
          </a:lstStyle>
          <a:p>
            <a:r>
              <a:rPr lang="en-US" dirty="0"/>
              <a:t>Click To Edit Master Title Style</a:t>
            </a:r>
          </a:p>
        </p:txBody>
      </p:sp>
    </p:spTree>
    <p:extLst>
      <p:ext uri="{BB962C8B-B14F-4D97-AF65-F5344CB8AC3E}">
        <p14:creationId xmlns:p14="http://schemas.microsoft.com/office/powerpoint/2010/main" val="4048710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hree content - Light">
    <p:bg>
      <p:bgPr>
        <a:solidFill>
          <a:schemeClr val="bg1"/>
        </a:solidFill>
        <a:effectLst/>
      </p:bgPr>
    </p:bg>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FDD3FDA0-BC1E-5BAD-0BC2-6A0786A219DA}"/>
              </a:ext>
            </a:extLst>
          </p:cNvPr>
          <p:cNvSpPr>
            <a:spLocks noGrp="1"/>
          </p:cNvSpPr>
          <p:nvPr>
            <p:ph sz="half" idx="1"/>
          </p:nvPr>
        </p:nvSpPr>
        <p:spPr>
          <a:xfrm>
            <a:off x="386954" y="1203325"/>
            <a:ext cx="2669562" cy="3437732"/>
          </a:xfrm>
        </p:spPr>
        <p:txBody>
          <a:bodyPr>
            <a:noAutofit/>
          </a:bodyPr>
          <a:lstStyle>
            <a:lvl1pPr marL="214313" indent="-214313">
              <a:buFont typeface="Aptos" panose="020B0004020202020204" pitchFamily="34" charset="0"/>
              <a:buChar char="•"/>
              <a:defRPr sz="1100" b="0" i="0">
                <a:latin typeface="Verdana" panose="020B0604030504040204" pitchFamily="34" charset="0"/>
                <a:ea typeface="Verdana" panose="020B0604030504040204" pitchFamily="34" charset="0"/>
                <a:cs typeface="Verdana" panose="020B0604030504040204" pitchFamily="34" charset="0"/>
              </a:defRPr>
            </a:lvl1pPr>
            <a:lvl2pPr marL="557213" indent="-214313">
              <a:buFont typeface="Aptos" panose="020B0004020202020204" pitchFamily="34" charset="0"/>
              <a:buChar char="•"/>
              <a:defRPr sz="1050" b="0" i="0">
                <a:latin typeface="Verdana" panose="020B0604030504040204" pitchFamily="34" charset="0"/>
                <a:ea typeface="Verdana" panose="020B0604030504040204" pitchFamily="34" charset="0"/>
                <a:cs typeface="Verdana" panose="020B0604030504040204" pitchFamily="34" charset="0"/>
              </a:defRPr>
            </a:lvl2pPr>
            <a:lvl3pPr marL="900113" indent="-214313">
              <a:buFont typeface="Aptos" panose="020B0004020202020204" pitchFamily="34" charset="0"/>
              <a:buChar char="•"/>
              <a:defRPr sz="800" b="0" i="0">
                <a:latin typeface="Verdana" panose="020B0604030504040204" pitchFamily="34" charset="0"/>
                <a:ea typeface="Verdana" panose="020B0604030504040204" pitchFamily="34" charset="0"/>
                <a:cs typeface="Verdana" panose="020B0604030504040204" pitchFamily="34" charset="0"/>
              </a:defRPr>
            </a:lvl3pPr>
            <a:lvl4pPr marL="1028700" indent="0">
              <a:buNone/>
              <a:defRPr b="0" i="0">
                <a:latin typeface="Aptos" panose="020B0004020202020204" pitchFamily="34" charset="0"/>
                <a:cs typeface="Aptos" panose="020B0004020202020204" pitchFamily="34" charset="0"/>
              </a:defRPr>
            </a:lvl4pPr>
            <a:lvl5pPr marL="1371600" indent="0">
              <a:buNone/>
              <a:defRPr b="0" i="0">
                <a:latin typeface="Aptos" panose="020B0004020202020204" pitchFamily="34" charset="0"/>
                <a:cs typeface="Aptos"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4" name="Content Placeholder 3">
            <a:extLst>
              <a:ext uri="{FF2B5EF4-FFF2-40B4-BE49-F238E27FC236}">
                <a16:creationId xmlns:a16="http://schemas.microsoft.com/office/drawing/2014/main" id="{883EF872-CADA-4305-48D8-E5D0AE68A62D}"/>
              </a:ext>
            </a:extLst>
          </p:cNvPr>
          <p:cNvSpPr>
            <a:spLocks noGrp="1"/>
          </p:cNvSpPr>
          <p:nvPr>
            <p:ph sz="half" idx="2"/>
          </p:nvPr>
        </p:nvSpPr>
        <p:spPr>
          <a:xfrm>
            <a:off x="3236336" y="1203325"/>
            <a:ext cx="2668086" cy="3437732"/>
          </a:xfrm>
        </p:spPr>
        <p:txBody>
          <a:bodyPr>
            <a:noAutofit/>
          </a:bodyPr>
          <a:lstStyle>
            <a:lvl1pPr marL="214313" indent="-214313">
              <a:buFont typeface="Aptos" panose="020B0004020202020204" pitchFamily="34" charset="0"/>
              <a:buChar char="•"/>
              <a:defRPr sz="1100" b="0" i="0">
                <a:latin typeface="Verdana" panose="020B0604030504040204" pitchFamily="34" charset="0"/>
                <a:ea typeface="Verdana" panose="020B0604030504040204" pitchFamily="34" charset="0"/>
                <a:cs typeface="Verdana" panose="020B0604030504040204" pitchFamily="34" charset="0"/>
              </a:defRPr>
            </a:lvl1pPr>
            <a:lvl2pPr marL="557213" indent="-214313">
              <a:buFont typeface="Aptos" panose="020B0004020202020204" pitchFamily="34" charset="0"/>
              <a:buChar char="•"/>
              <a:defRPr sz="1050" b="0" i="0">
                <a:latin typeface="Verdana" panose="020B0604030504040204" pitchFamily="34" charset="0"/>
                <a:ea typeface="Verdana" panose="020B0604030504040204" pitchFamily="34" charset="0"/>
                <a:cs typeface="Verdana" panose="020B0604030504040204" pitchFamily="34" charset="0"/>
              </a:defRPr>
            </a:lvl2pPr>
            <a:lvl3pPr marL="900113" indent="-214313">
              <a:buFont typeface="Aptos" panose="020B0004020202020204" pitchFamily="34" charset="0"/>
              <a:buChar char="•"/>
              <a:defRPr sz="800" b="0" i="0">
                <a:latin typeface="Verdana" panose="020B0604030504040204" pitchFamily="34" charset="0"/>
                <a:ea typeface="Verdana" panose="020B0604030504040204" pitchFamily="34" charset="0"/>
                <a:cs typeface="Verdana" panose="020B0604030504040204" pitchFamily="34" charset="0"/>
              </a:defRPr>
            </a:lvl3pPr>
            <a:lvl4pPr marL="1028700" indent="0">
              <a:buNone/>
              <a:defRPr b="0" i="0">
                <a:latin typeface="Aptos" panose="020B0004020202020204" pitchFamily="34" charset="0"/>
                <a:cs typeface="Aptos" panose="020B0004020202020204" pitchFamily="34" charset="0"/>
              </a:defRPr>
            </a:lvl4pPr>
            <a:lvl5pPr marL="1371600" indent="0">
              <a:buNone/>
              <a:defRPr b="0" i="0">
                <a:latin typeface="Aptos" panose="020B0004020202020204" pitchFamily="34" charset="0"/>
                <a:cs typeface="Aptos" panose="020B0004020202020204" pitchFamily="34" charset="0"/>
              </a:defRPr>
            </a:lvl5pPr>
          </a:lstStyle>
          <a:p>
            <a:pPr lvl="0"/>
            <a:r>
              <a:rPr lang="en-US"/>
              <a:t>Click to edit Master text styles</a:t>
            </a:r>
          </a:p>
          <a:p>
            <a:pPr lvl="1"/>
            <a:r>
              <a:rPr lang="en-US"/>
              <a:t>Second level</a:t>
            </a:r>
          </a:p>
          <a:p>
            <a:pPr lvl="2"/>
            <a:r>
              <a:rPr lang="en-US"/>
              <a:t>Third level</a:t>
            </a:r>
          </a:p>
        </p:txBody>
      </p:sp>
      <p:sp>
        <p:nvSpPr>
          <p:cNvPr id="5" name="Content Placeholder 3">
            <a:extLst>
              <a:ext uri="{FF2B5EF4-FFF2-40B4-BE49-F238E27FC236}">
                <a16:creationId xmlns:a16="http://schemas.microsoft.com/office/drawing/2014/main" id="{76FACBDB-927C-FD70-4B48-AA8F12DF1F52}"/>
              </a:ext>
            </a:extLst>
          </p:cNvPr>
          <p:cNvSpPr>
            <a:spLocks noGrp="1"/>
          </p:cNvSpPr>
          <p:nvPr>
            <p:ph sz="half" idx="15"/>
          </p:nvPr>
        </p:nvSpPr>
        <p:spPr>
          <a:xfrm>
            <a:off x="6091933" y="1203325"/>
            <a:ext cx="2664344" cy="3437732"/>
          </a:xfrm>
        </p:spPr>
        <p:txBody>
          <a:bodyPr>
            <a:noAutofit/>
          </a:bodyPr>
          <a:lstStyle>
            <a:lvl1pPr marL="214313" indent="-214313">
              <a:buFont typeface="Aptos" panose="020B0004020202020204" pitchFamily="34" charset="0"/>
              <a:buChar char="•"/>
              <a:defRPr sz="1100" b="0" i="0">
                <a:latin typeface="Verdana" panose="020B0604030504040204" pitchFamily="34" charset="0"/>
                <a:ea typeface="Verdana" panose="020B0604030504040204" pitchFamily="34" charset="0"/>
                <a:cs typeface="Verdana" panose="020B0604030504040204" pitchFamily="34" charset="0"/>
              </a:defRPr>
            </a:lvl1pPr>
            <a:lvl2pPr marL="557213" indent="-214313">
              <a:buFont typeface="Aptos" panose="020B0004020202020204" pitchFamily="34" charset="0"/>
              <a:buChar char="•"/>
              <a:defRPr sz="1050" b="0" i="0">
                <a:latin typeface="Verdana" panose="020B0604030504040204" pitchFamily="34" charset="0"/>
                <a:ea typeface="Verdana" panose="020B0604030504040204" pitchFamily="34" charset="0"/>
                <a:cs typeface="Verdana" panose="020B0604030504040204" pitchFamily="34" charset="0"/>
              </a:defRPr>
            </a:lvl2pPr>
            <a:lvl3pPr marL="900113" indent="-214313">
              <a:buFont typeface="Aptos" panose="020B0004020202020204" pitchFamily="34" charset="0"/>
              <a:buChar char="•"/>
              <a:defRPr sz="800" b="0" i="0">
                <a:latin typeface="Verdana" panose="020B0604030504040204" pitchFamily="34" charset="0"/>
                <a:ea typeface="Verdana" panose="020B0604030504040204" pitchFamily="34" charset="0"/>
                <a:cs typeface="Verdana" panose="020B0604030504040204" pitchFamily="34" charset="0"/>
              </a:defRPr>
            </a:lvl3pPr>
            <a:lvl4pPr marL="1028700" indent="0">
              <a:buNone/>
              <a:defRPr b="0" i="0">
                <a:latin typeface="Aptos" panose="020B0004020202020204" pitchFamily="34" charset="0"/>
                <a:cs typeface="Aptos" panose="020B0004020202020204" pitchFamily="34" charset="0"/>
              </a:defRPr>
            </a:lvl4pPr>
            <a:lvl5pPr marL="1371600" indent="0">
              <a:buNone/>
              <a:defRPr b="0" i="0">
                <a:latin typeface="Aptos" panose="020B0004020202020204" pitchFamily="34" charset="0"/>
                <a:cs typeface="Aptos"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6" name="Title 1">
            <a:extLst>
              <a:ext uri="{FF2B5EF4-FFF2-40B4-BE49-F238E27FC236}">
                <a16:creationId xmlns:a16="http://schemas.microsoft.com/office/drawing/2014/main" id="{E996B9B8-11CC-BDF5-91D0-C42F5535A6DC}"/>
              </a:ext>
            </a:extLst>
          </p:cNvPr>
          <p:cNvSpPr>
            <a:spLocks noGrp="1"/>
          </p:cNvSpPr>
          <p:nvPr>
            <p:ph type="title" hasCustomPrompt="1"/>
          </p:nvPr>
        </p:nvSpPr>
        <p:spPr>
          <a:xfrm>
            <a:off x="386952" y="295565"/>
            <a:ext cx="8378757" cy="723900"/>
          </a:xfrm>
        </p:spPr>
        <p:txBody>
          <a:bodyPr>
            <a:noAutofit/>
          </a:bodyPr>
          <a:lstStyle/>
          <a:p>
            <a:r>
              <a:rPr lang="en-US" dirty="0"/>
              <a:t>Click To Edit Master Title Style</a:t>
            </a:r>
            <a:endParaRPr lang="en-AU" dirty="0"/>
          </a:p>
        </p:txBody>
      </p:sp>
    </p:spTree>
    <p:extLst>
      <p:ext uri="{BB962C8B-B14F-4D97-AF65-F5344CB8AC3E}">
        <p14:creationId xmlns:p14="http://schemas.microsoft.com/office/powerpoint/2010/main" val="276215471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2 - Four content - Light">
    <p:bg>
      <p:bgPr>
        <a:solidFill>
          <a:schemeClr val="bg1"/>
        </a:solidFill>
        <a:effectLst/>
      </p:bgPr>
    </p:bg>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8FA82F68-95E9-FC7A-BF04-AFB8D54C33AF}"/>
              </a:ext>
            </a:extLst>
          </p:cNvPr>
          <p:cNvSpPr>
            <a:spLocks noGrp="1"/>
          </p:cNvSpPr>
          <p:nvPr>
            <p:ph sz="half" idx="1"/>
          </p:nvPr>
        </p:nvSpPr>
        <p:spPr>
          <a:xfrm>
            <a:off x="386954" y="1203325"/>
            <a:ext cx="1953192" cy="3470275"/>
          </a:xfrm>
        </p:spPr>
        <p:txBody>
          <a:bodyPr>
            <a:noAutofit/>
          </a:bodyPr>
          <a:lstStyle>
            <a:lvl1pPr>
              <a:defRPr sz="1100"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defRPr sz="1050" b="0" i="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sz="800" b="0" i="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E2B5120F-8E28-E3E6-6F05-96B9B0FA333B}"/>
              </a:ext>
            </a:extLst>
          </p:cNvPr>
          <p:cNvSpPr>
            <a:spLocks noGrp="1"/>
          </p:cNvSpPr>
          <p:nvPr>
            <p:ph sz="half" idx="2"/>
          </p:nvPr>
        </p:nvSpPr>
        <p:spPr>
          <a:xfrm>
            <a:off x="2526563" y="1203325"/>
            <a:ext cx="1953192" cy="3470275"/>
          </a:xfrm>
        </p:spPr>
        <p:txBody>
          <a:bodyPr>
            <a:noAutofit/>
          </a:bodyPr>
          <a:lstStyle>
            <a:lvl1pPr>
              <a:defRPr sz="1100"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defRPr sz="1050" b="0" i="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sz="800" b="0" i="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US"/>
              <a:t>Click to edit Master text styles</a:t>
            </a:r>
          </a:p>
          <a:p>
            <a:pPr lvl="1"/>
            <a:r>
              <a:rPr lang="en-US"/>
              <a:t>Second level</a:t>
            </a:r>
          </a:p>
          <a:p>
            <a:pPr lvl="2"/>
            <a:r>
              <a:rPr lang="en-US"/>
              <a:t>Third level</a:t>
            </a:r>
          </a:p>
        </p:txBody>
      </p:sp>
      <p:sp>
        <p:nvSpPr>
          <p:cNvPr id="9" name="Content Placeholder 3">
            <a:extLst>
              <a:ext uri="{FF2B5EF4-FFF2-40B4-BE49-F238E27FC236}">
                <a16:creationId xmlns:a16="http://schemas.microsoft.com/office/drawing/2014/main" id="{108C64B6-9750-E862-F817-C637084E22C8}"/>
              </a:ext>
            </a:extLst>
          </p:cNvPr>
          <p:cNvSpPr>
            <a:spLocks noGrp="1"/>
          </p:cNvSpPr>
          <p:nvPr>
            <p:ph sz="half" idx="15"/>
          </p:nvPr>
        </p:nvSpPr>
        <p:spPr>
          <a:xfrm>
            <a:off x="4664247" y="1203325"/>
            <a:ext cx="1955117" cy="3470275"/>
          </a:xfrm>
        </p:spPr>
        <p:txBody>
          <a:bodyPr>
            <a:noAutofit/>
          </a:bodyPr>
          <a:lstStyle>
            <a:lvl1pPr>
              <a:defRPr sz="1100"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defRPr sz="1050" b="0" i="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sz="800" b="0" i="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US"/>
              <a:t>Click to edit Master text styles</a:t>
            </a:r>
          </a:p>
          <a:p>
            <a:pPr lvl="1"/>
            <a:r>
              <a:rPr lang="en-US"/>
              <a:t>Second level</a:t>
            </a:r>
          </a:p>
          <a:p>
            <a:pPr lvl="2"/>
            <a:r>
              <a:rPr lang="en-US"/>
              <a:t>Third level</a:t>
            </a:r>
          </a:p>
        </p:txBody>
      </p:sp>
      <p:sp>
        <p:nvSpPr>
          <p:cNvPr id="10" name="Content Placeholder 3">
            <a:extLst>
              <a:ext uri="{FF2B5EF4-FFF2-40B4-BE49-F238E27FC236}">
                <a16:creationId xmlns:a16="http://schemas.microsoft.com/office/drawing/2014/main" id="{82BFF784-792A-5CE7-B9DD-E865F8438610}"/>
              </a:ext>
            </a:extLst>
          </p:cNvPr>
          <p:cNvSpPr>
            <a:spLocks noGrp="1"/>
          </p:cNvSpPr>
          <p:nvPr>
            <p:ph sz="half" idx="17"/>
          </p:nvPr>
        </p:nvSpPr>
        <p:spPr>
          <a:xfrm>
            <a:off x="6801930" y="1203325"/>
            <a:ext cx="1955117" cy="3470275"/>
          </a:xfrm>
        </p:spPr>
        <p:txBody>
          <a:bodyPr>
            <a:noAutofit/>
          </a:bodyPr>
          <a:lstStyle>
            <a:lvl1pPr>
              <a:defRPr sz="1100"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defRPr sz="1050" b="0" i="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sz="800" b="0" i="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US"/>
              <a:t>Click to edit Master text styles</a:t>
            </a:r>
          </a:p>
          <a:p>
            <a:pPr lvl="1"/>
            <a:r>
              <a:rPr lang="en-US"/>
              <a:t>Second level</a:t>
            </a:r>
          </a:p>
          <a:p>
            <a:pPr lvl="2"/>
            <a:r>
              <a:rPr lang="en-US"/>
              <a:t>Third level</a:t>
            </a:r>
          </a:p>
        </p:txBody>
      </p:sp>
      <p:sp>
        <p:nvSpPr>
          <p:cNvPr id="3" name="Title 1">
            <a:extLst>
              <a:ext uri="{FF2B5EF4-FFF2-40B4-BE49-F238E27FC236}">
                <a16:creationId xmlns:a16="http://schemas.microsoft.com/office/drawing/2014/main" id="{DE6CBAB6-263D-6304-DFD2-BE6724F6B179}"/>
              </a:ext>
            </a:extLst>
          </p:cNvPr>
          <p:cNvSpPr>
            <a:spLocks noGrp="1"/>
          </p:cNvSpPr>
          <p:nvPr>
            <p:ph type="title" hasCustomPrompt="1"/>
          </p:nvPr>
        </p:nvSpPr>
        <p:spPr>
          <a:xfrm>
            <a:off x="386952" y="295565"/>
            <a:ext cx="8378757" cy="723900"/>
          </a:xfrm>
        </p:spPr>
        <p:txBody>
          <a:bodyPr>
            <a:noAutofit/>
          </a:bodyPr>
          <a:lstStyle/>
          <a:p>
            <a:r>
              <a:rPr lang="en-US" dirty="0"/>
              <a:t>Click To Edit Master Title Style</a:t>
            </a:r>
            <a:endParaRPr lang="en-AU" dirty="0"/>
          </a:p>
        </p:txBody>
      </p:sp>
    </p:spTree>
    <p:extLst>
      <p:ext uri="{BB962C8B-B14F-4D97-AF65-F5344CB8AC3E}">
        <p14:creationId xmlns:p14="http://schemas.microsoft.com/office/powerpoint/2010/main" val="168907023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hree content with Images">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5647041-080A-5891-BC5C-1E84522472FB}"/>
              </a:ext>
            </a:extLst>
          </p:cNvPr>
          <p:cNvSpPr/>
          <p:nvPr userDrawn="1"/>
        </p:nvSpPr>
        <p:spPr>
          <a:xfrm>
            <a:off x="0" y="2064545"/>
            <a:ext cx="9144000" cy="2609055"/>
          </a:xfrm>
          <a:prstGeom prst="rect">
            <a:avLst/>
          </a:prstGeom>
          <a:solidFill>
            <a:schemeClr val="bg1">
              <a:lumMod val="7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050" b="0" i="0">
              <a:latin typeface="Aptos" panose="020B0004020202020204" pitchFamily="34" charset="0"/>
            </a:endParaRPr>
          </a:p>
        </p:txBody>
      </p:sp>
      <p:sp>
        <p:nvSpPr>
          <p:cNvPr id="2" name="Content Placeholder 2">
            <a:extLst>
              <a:ext uri="{FF2B5EF4-FFF2-40B4-BE49-F238E27FC236}">
                <a16:creationId xmlns:a16="http://schemas.microsoft.com/office/drawing/2014/main" id="{FDD3FDA0-BC1E-5BAD-0BC2-6A0786A219DA}"/>
              </a:ext>
            </a:extLst>
          </p:cNvPr>
          <p:cNvSpPr>
            <a:spLocks noGrp="1"/>
          </p:cNvSpPr>
          <p:nvPr>
            <p:ph sz="half" idx="1"/>
          </p:nvPr>
        </p:nvSpPr>
        <p:spPr>
          <a:xfrm>
            <a:off x="386497" y="2670098"/>
            <a:ext cx="2671200" cy="1892475"/>
          </a:xfrm>
        </p:spPr>
        <p:txBody>
          <a:bodyPr vert="horz" lIns="90000" tIns="90000" rIns="90000" bIns="90000" rtlCol="0">
            <a:noAutofit/>
          </a:bodyPr>
          <a:lstStyle>
            <a:lvl1pPr marL="0" indent="0" algn="ctr">
              <a:buNone/>
              <a:defRPr lang="en-US" sz="1100" dirty="0"/>
            </a:lvl1pPr>
            <a:lvl2pPr marL="342900" indent="0" algn="ctr">
              <a:buNone/>
              <a:defRPr lang="en-US" sz="1050" dirty="0"/>
            </a:lvl2pPr>
          </a:lstStyle>
          <a:p>
            <a:pPr marL="171450" lvl="0" indent="-171450" algn="ctr">
              <a:spcBef>
                <a:spcPts val="0"/>
              </a:spcBef>
              <a:spcAft>
                <a:spcPts val="0"/>
              </a:spcAft>
            </a:pPr>
            <a:r>
              <a:rPr lang="en-US" dirty="0"/>
              <a:t>Click to edit Master text styles</a:t>
            </a:r>
          </a:p>
          <a:p>
            <a:pPr marL="557213" lvl="1" indent="-214313"/>
            <a:r>
              <a:rPr lang="en-US" dirty="0"/>
              <a:t>Second level</a:t>
            </a:r>
          </a:p>
        </p:txBody>
      </p:sp>
      <p:sp>
        <p:nvSpPr>
          <p:cNvPr id="4" name="Content Placeholder 3">
            <a:extLst>
              <a:ext uri="{FF2B5EF4-FFF2-40B4-BE49-F238E27FC236}">
                <a16:creationId xmlns:a16="http://schemas.microsoft.com/office/drawing/2014/main" id="{883EF872-CADA-4305-48D8-E5D0AE68A62D}"/>
              </a:ext>
            </a:extLst>
          </p:cNvPr>
          <p:cNvSpPr>
            <a:spLocks noGrp="1"/>
          </p:cNvSpPr>
          <p:nvPr>
            <p:ph sz="half" idx="2"/>
          </p:nvPr>
        </p:nvSpPr>
        <p:spPr>
          <a:xfrm>
            <a:off x="3237593" y="2657474"/>
            <a:ext cx="2671200" cy="1892476"/>
          </a:xfrm>
        </p:spPr>
        <p:txBody>
          <a:bodyPr vert="horz" lIns="90000" tIns="90000" rIns="90000" bIns="90000" rtlCol="0">
            <a:noAutofit/>
          </a:bodyPr>
          <a:lstStyle>
            <a:lvl1pPr marL="0" indent="0" algn="ctr">
              <a:buNone/>
              <a:defRPr lang="en-US" sz="1100"/>
            </a:lvl1pPr>
            <a:lvl2pPr marL="342900" indent="0" algn="ctr">
              <a:buNone/>
              <a:defRPr lang="en-US" sz="1050"/>
            </a:lvl2pPr>
          </a:lstStyle>
          <a:p>
            <a:pPr marL="171450" lvl="0" indent="-171450" algn="ctr">
              <a:spcBef>
                <a:spcPts val="0"/>
              </a:spcBef>
              <a:spcAft>
                <a:spcPts val="0"/>
              </a:spcAft>
            </a:pPr>
            <a:r>
              <a:rPr lang="en-US"/>
              <a:t>Click to edit Master text styles</a:t>
            </a:r>
          </a:p>
          <a:p>
            <a:pPr marL="557213" lvl="1" indent="-214313"/>
            <a:r>
              <a:rPr lang="en-US"/>
              <a:t>Second level</a:t>
            </a:r>
          </a:p>
        </p:txBody>
      </p:sp>
      <p:sp>
        <p:nvSpPr>
          <p:cNvPr id="5" name="Content Placeholder 3">
            <a:extLst>
              <a:ext uri="{FF2B5EF4-FFF2-40B4-BE49-F238E27FC236}">
                <a16:creationId xmlns:a16="http://schemas.microsoft.com/office/drawing/2014/main" id="{76FACBDB-927C-FD70-4B48-AA8F12DF1F52}"/>
              </a:ext>
            </a:extLst>
          </p:cNvPr>
          <p:cNvSpPr>
            <a:spLocks noGrp="1"/>
          </p:cNvSpPr>
          <p:nvPr>
            <p:ph sz="half" idx="15"/>
          </p:nvPr>
        </p:nvSpPr>
        <p:spPr>
          <a:xfrm>
            <a:off x="6088688" y="2670097"/>
            <a:ext cx="2671200" cy="1892476"/>
          </a:xfrm>
        </p:spPr>
        <p:txBody>
          <a:bodyPr vert="horz" lIns="90000" tIns="90000" rIns="90000" bIns="90000" rtlCol="0">
            <a:noAutofit/>
          </a:bodyPr>
          <a:lstStyle>
            <a:lvl1pPr marL="0" indent="0" algn="ctr">
              <a:buNone/>
              <a:defRPr lang="en-US" sz="1100"/>
            </a:lvl1pPr>
            <a:lvl2pPr marL="342900" indent="0" algn="ctr">
              <a:buNone/>
              <a:defRPr lang="en-US" sz="1050"/>
            </a:lvl2pPr>
          </a:lstStyle>
          <a:p>
            <a:pPr marL="171450" lvl="0" indent="-171450" algn="ctr">
              <a:spcBef>
                <a:spcPts val="0"/>
              </a:spcBef>
              <a:spcAft>
                <a:spcPts val="0"/>
              </a:spcAft>
            </a:pPr>
            <a:r>
              <a:rPr lang="en-US" dirty="0"/>
              <a:t>Click to edit Master text styles</a:t>
            </a:r>
          </a:p>
          <a:p>
            <a:pPr marL="557213" lvl="1" indent="-214313"/>
            <a:r>
              <a:rPr lang="en-US" dirty="0"/>
              <a:t>Second level</a:t>
            </a:r>
          </a:p>
        </p:txBody>
      </p:sp>
      <p:sp>
        <p:nvSpPr>
          <p:cNvPr id="14" name="Flowchart: Connector 13">
            <a:extLst>
              <a:ext uri="{FF2B5EF4-FFF2-40B4-BE49-F238E27FC236}">
                <a16:creationId xmlns:a16="http://schemas.microsoft.com/office/drawing/2014/main" id="{480D7A99-5A1A-2B5C-7EF1-262D389D23C6}"/>
              </a:ext>
            </a:extLst>
          </p:cNvPr>
          <p:cNvSpPr/>
          <p:nvPr userDrawn="1"/>
        </p:nvSpPr>
        <p:spPr>
          <a:xfrm>
            <a:off x="3838407" y="1151947"/>
            <a:ext cx="1469572" cy="1469572"/>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0" i="0">
              <a:latin typeface="Aptos" panose="020B0004020202020204" pitchFamily="34" charset="0"/>
            </a:endParaRPr>
          </a:p>
        </p:txBody>
      </p:sp>
      <p:sp>
        <p:nvSpPr>
          <p:cNvPr id="11" name="Picture Placeholder 10">
            <a:extLst>
              <a:ext uri="{FF2B5EF4-FFF2-40B4-BE49-F238E27FC236}">
                <a16:creationId xmlns:a16="http://schemas.microsoft.com/office/drawing/2014/main" id="{6122B51D-677F-57F3-3408-594B581F2862}"/>
              </a:ext>
            </a:extLst>
          </p:cNvPr>
          <p:cNvSpPr>
            <a:spLocks noGrp="1"/>
          </p:cNvSpPr>
          <p:nvPr>
            <p:ph type="pic" sz="quarter" idx="16" hasCustomPrompt="1"/>
          </p:nvPr>
        </p:nvSpPr>
        <p:spPr>
          <a:xfrm>
            <a:off x="3858818" y="1223858"/>
            <a:ext cx="1428750" cy="1397661"/>
          </a:xfrm>
          <a:prstGeom prst="flowChartConnector">
            <a:avLst/>
          </a:prstGeom>
        </p:spPr>
        <p:txBody>
          <a:bodyPr anchor="ctr"/>
          <a:lstStyle>
            <a:lvl1pPr marL="0" indent="0" algn="ctr">
              <a:buNone/>
              <a:defRPr b="0" i="0">
                <a:latin typeface="Aptos" panose="020B0004020202020204" pitchFamily="34" charset="0"/>
              </a:defRPr>
            </a:lvl1pPr>
          </a:lstStyle>
          <a:p>
            <a:r>
              <a:rPr lang="en-US" dirty="0"/>
              <a:t>  Image</a:t>
            </a:r>
          </a:p>
        </p:txBody>
      </p:sp>
      <p:sp>
        <p:nvSpPr>
          <p:cNvPr id="15" name="Flowchart: Connector 14">
            <a:extLst>
              <a:ext uri="{FF2B5EF4-FFF2-40B4-BE49-F238E27FC236}">
                <a16:creationId xmlns:a16="http://schemas.microsoft.com/office/drawing/2014/main" id="{B3FEFA6A-0657-A66A-6534-E378526E6CB8}"/>
              </a:ext>
            </a:extLst>
          </p:cNvPr>
          <p:cNvSpPr/>
          <p:nvPr userDrawn="1"/>
        </p:nvSpPr>
        <p:spPr>
          <a:xfrm>
            <a:off x="6689502" y="1151947"/>
            <a:ext cx="1469572" cy="1469572"/>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0" i="0">
              <a:latin typeface="Aptos" panose="020B0004020202020204" pitchFamily="34" charset="0"/>
            </a:endParaRPr>
          </a:p>
        </p:txBody>
      </p:sp>
      <p:sp>
        <p:nvSpPr>
          <p:cNvPr id="16" name="Picture Placeholder 10">
            <a:extLst>
              <a:ext uri="{FF2B5EF4-FFF2-40B4-BE49-F238E27FC236}">
                <a16:creationId xmlns:a16="http://schemas.microsoft.com/office/drawing/2014/main" id="{4A883661-25FC-D431-6FB1-5B3B533BD05A}"/>
              </a:ext>
            </a:extLst>
          </p:cNvPr>
          <p:cNvSpPr>
            <a:spLocks noGrp="1"/>
          </p:cNvSpPr>
          <p:nvPr>
            <p:ph type="pic" sz="quarter" idx="17" hasCustomPrompt="1"/>
          </p:nvPr>
        </p:nvSpPr>
        <p:spPr>
          <a:xfrm>
            <a:off x="6709913" y="1223858"/>
            <a:ext cx="1428750" cy="1397661"/>
          </a:xfrm>
          <a:prstGeom prst="flowChartConnector">
            <a:avLst/>
          </a:prstGeom>
        </p:spPr>
        <p:txBody>
          <a:bodyPr anchor="ctr"/>
          <a:lstStyle>
            <a:lvl1pPr marL="0" indent="0" algn="ctr">
              <a:buNone/>
              <a:defRPr b="0" i="0">
                <a:latin typeface="Aptos" panose="020B0004020202020204" pitchFamily="34" charset="0"/>
              </a:defRPr>
            </a:lvl1pPr>
          </a:lstStyle>
          <a:p>
            <a:r>
              <a:rPr lang="en-US" dirty="0"/>
              <a:t>  Image</a:t>
            </a:r>
          </a:p>
        </p:txBody>
      </p:sp>
      <p:sp>
        <p:nvSpPr>
          <p:cNvPr id="17" name="Flowchart: Connector 16">
            <a:extLst>
              <a:ext uri="{FF2B5EF4-FFF2-40B4-BE49-F238E27FC236}">
                <a16:creationId xmlns:a16="http://schemas.microsoft.com/office/drawing/2014/main" id="{971108D2-1E64-FE15-22CB-E7D9892EEB4D}"/>
              </a:ext>
            </a:extLst>
          </p:cNvPr>
          <p:cNvSpPr/>
          <p:nvPr userDrawn="1"/>
        </p:nvSpPr>
        <p:spPr>
          <a:xfrm>
            <a:off x="987311" y="1151947"/>
            <a:ext cx="1469572" cy="1469572"/>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0" i="0">
              <a:latin typeface="Aptos" panose="020B0004020202020204" pitchFamily="34" charset="0"/>
            </a:endParaRPr>
          </a:p>
        </p:txBody>
      </p:sp>
      <p:sp>
        <p:nvSpPr>
          <p:cNvPr id="18" name="Picture Placeholder 10">
            <a:extLst>
              <a:ext uri="{FF2B5EF4-FFF2-40B4-BE49-F238E27FC236}">
                <a16:creationId xmlns:a16="http://schemas.microsoft.com/office/drawing/2014/main" id="{6C5FB1CA-7436-BAE4-06DC-E110760AED3E}"/>
              </a:ext>
            </a:extLst>
          </p:cNvPr>
          <p:cNvSpPr>
            <a:spLocks noGrp="1"/>
          </p:cNvSpPr>
          <p:nvPr>
            <p:ph type="pic" sz="quarter" idx="18" hasCustomPrompt="1"/>
          </p:nvPr>
        </p:nvSpPr>
        <p:spPr>
          <a:xfrm>
            <a:off x="1007722" y="1223858"/>
            <a:ext cx="1428750" cy="1397661"/>
          </a:xfrm>
          <a:prstGeom prst="flowChartConnector">
            <a:avLst/>
          </a:prstGeom>
        </p:spPr>
        <p:txBody>
          <a:bodyPr anchor="ctr"/>
          <a:lstStyle>
            <a:lvl1pPr marL="0" indent="0" algn="ctr">
              <a:buNone/>
              <a:defRPr b="0" i="0">
                <a:latin typeface="Aptos" panose="020B0004020202020204" pitchFamily="34" charset="0"/>
              </a:defRPr>
            </a:lvl1pPr>
          </a:lstStyle>
          <a:p>
            <a:r>
              <a:rPr lang="en-US" dirty="0"/>
              <a:t> Image</a:t>
            </a:r>
          </a:p>
        </p:txBody>
      </p:sp>
      <p:sp>
        <p:nvSpPr>
          <p:cNvPr id="9" name="Title 1">
            <a:extLst>
              <a:ext uri="{FF2B5EF4-FFF2-40B4-BE49-F238E27FC236}">
                <a16:creationId xmlns:a16="http://schemas.microsoft.com/office/drawing/2014/main" id="{C09A1BC7-8974-7903-0CDB-099AB5093ACC}"/>
              </a:ext>
            </a:extLst>
          </p:cNvPr>
          <p:cNvSpPr>
            <a:spLocks noGrp="1"/>
          </p:cNvSpPr>
          <p:nvPr>
            <p:ph type="title" hasCustomPrompt="1"/>
          </p:nvPr>
        </p:nvSpPr>
        <p:spPr>
          <a:xfrm>
            <a:off x="386952" y="295565"/>
            <a:ext cx="8378757" cy="723900"/>
          </a:xfrm>
        </p:spPr>
        <p:txBody>
          <a:bodyPr>
            <a:noAutofit/>
          </a:bodyPr>
          <a:lstStyle/>
          <a:p>
            <a:r>
              <a:rPr lang="en-US" dirty="0"/>
              <a:t>Click To Edit Master Title Style</a:t>
            </a:r>
            <a:endParaRPr lang="en-AU" dirty="0"/>
          </a:p>
        </p:txBody>
      </p:sp>
      <p:sp>
        <p:nvSpPr>
          <p:cNvPr id="3" name="Rectangle 2">
            <a:extLst>
              <a:ext uri="{FF2B5EF4-FFF2-40B4-BE49-F238E27FC236}">
                <a16:creationId xmlns:a16="http://schemas.microsoft.com/office/drawing/2014/main" id="{A9FF28D8-F834-728C-9721-3C885598C6C0}"/>
              </a:ext>
            </a:extLst>
          </p:cNvPr>
          <p:cNvSpPr/>
          <p:nvPr userDrawn="1"/>
        </p:nvSpPr>
        <p:spPr>
          <a:xfrm>
            <a:off x="3117165" y="2064545"/>
            <a:ext cx="60960" cy="2610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Rectangle 6">
            <a:extLst>
              <a:ext uri="{FF2B5EF4-FFF2-40B4-BE49-F238E27FC236}">
                <a16:creationId xmlns:a16="http://schemas.microsoft.com/office/drawing/2014/main" id="{E8845875-EA38-3F60-0BD2-FCC8A359AB7D}"/>
              </a:ext>
            </a:extLst>
          </p:cNvPr>
          <p:cNvSpPr/>
          <p:nvPr userDrawn="1"/>
        </p:nvSpPr>
        <p:spPr>
          <a:xfrm>
            <a:off x="5968261" y="2064545"/>
            <a:ext cx="60960" cy="2610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10401681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 - Case Study Template - Light">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A6A9094-A25C-C476-ADF7-5818D23514A1}"/>
              </a:ext>
            </a:extLst>
          </p:cNvPr>
          <p:cNvSpPr/>
          <p:nvPr userDrawn="1"/>
        </p:nvSpPr>
        <p:spPr>
          <a:xfrm>
            <a:off x="0" y="2109837"/>
            <a:ext cx="1553766" cy="2571750"/>
          </a:xfrm>
          <a:prstGeom prst="rect">
            <a:avLst/>
          </a:prstGeom>
          <a:solidFill>
            <a:srgbClr val="8C00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de-DE" sz="1050" b="0" i="0">
              <a:latin typeface="Aptos" panose="020B0004020202020204" pitchFamily="34" charset="0"/>
            </a:endParaRPr>
          </a:p>
        </p:txBody>
      </p:sp>
      <p:sp>
        <p:nvSpPr>
          <p:cNvPr id="3" name="Rectangle 2">
            <a:extLst>
              <a:ext uri="{FF2B5EF4-FFF2-40B4-BE49-F238E27FC236}">
                <a16:creationId xmlns:a16="http://schemas.microsoft.com/office/drawing/2014/main" id="{8FC091E0-9FAF-4FE5-D106-FA3E43B76942}"/>
              </a:ext>
            </a:extLst>
          </p:cNvPr>
          <p:cNvSpPr/>
          <p:nvPr userDrawn="1"/>
        </p:nvSpPr>
        <p:spPr>
          <a:xfrm>
            <a:off x="1553766" y="1219027"/>
            <a:ext cx="7590234" cy="46209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050" b="0" i="0">
              <a:solidFill>
                <a:schemeClr val="bg1"/>
              </a:solidFill>
              <a:latin typeface="Aptos" panose="020B0004020202020204" pitchFamily="34" charset="0"/>
            </a:endParaRPr>
          </a:p>
        </p:txBody>
      </p:sp>
      <p:sp>
        <p:nvSpPr>
          <p:cNvPr id="13" name="Picture Placeholder 12">
            <a:extLst>
              <a:ext uri="{FF2B5EF4-FFF2-40B4-BE49-F238E27FC236}">
                <a16:creationId xmlns:a16="http://schemas.microsoft.com/office/drawing/2014/main" id="{6D9BE2CB-078E-195D-BC0F-19DCEDE5A835}"/>
              </a:ext>
            </a:extLst>
          </p:cNvPr>
          <p:cNvSpPr>
            <a:spLocks noGrp="1"/>
          </p:cNvSpPr>
          <p:nvPr>
            <p:ph type="pic" sz="quarter" idx="10" hasCustomPrompt="1"/>
          </p:nvPr>
        </p:nvSpPr>
        <p:spPr>
          <a:xfrm>
            <a:off x="0" y="0"/>
            <a:ext cx="1553766" cy="2109837"/>
          </a:xfrm>
          <a:prstGeom prst="rect">
            <a:avLst/>
          </a:prstGeom>
          <a:solidFill>
            <a:schemeClr val="bg1"/>
          </a:solidFill>
        </p:spPr>
        <p:txBody>
          <a:bodyPr wrap="square" anchor="ctr">
            <a:noAutofit/>
          </a:bodyPr>
          <a:lstStyle>
            <a:lvl1pPr marL="0" indent="0" algn="ctr">
              <a:buNone/>
              <a:defRPr b="0" i="0">
                <a:latin typeface="Aptos" panose="020B0004020202020204" pitchFamily="34" charset="0"/>
              </a:defRPr>
            </a:lvl1pPr>
          </a:lstStyle>
          <a:p>
            <a:r>
              <a:rPr lang="de-DE" dirty="0"/>
              <a:t>Image</a:t>
            </a:r>
          </a:p>
        </p:txBody>
      </p:sp>
      <p:sp>
        <p:nvSpPr>
          <p:cNvPr id="18" name="Content Placeholder 2">
            <a:extLst>
              <a:ext uri="{FF2B5EF4-FFF2-40B4-BE49-F238E27FC236}">
                <a16:creationId xmlns:a16="http://schemas.microsoft.com/office/drawing/2014/main" id="{1E8C6222-4482-5FB1-2AE4-5A8F512E1392}"/>
              </a:ext>
            </a:extLst>
          </p:cNvPr>
          <p:cNvSpPr>
            <a:spLocks noGrp="1"/>
          </p:cNvSpPr>
          <p:nvPr>
            <p:ph sz="half" idx="28"/>
          </p:nvPr>
        </p:nvSpPr>
        <p:spPr>
          <a:xfrm>
            <a:off x="1700538" y="1772238"/>
            <a:ext cx="1600949" cy="2901361"/>
          </a:xfrm>
        </p:spPr>
        <p:txBody>
          <a:bodyPr wrap="square">
            <a:noAutofit/>
          </a:bodyPr>
          <a:lstStyle>
            <a:lvl1pPr>
              <a:defRPr sz="1000"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defRPr sz="1000" b="0" i="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0" i="0">
                <a:solidFill>
                  <a:schemeClr val="tx1"/>
                </a:solidFill>
                <a:latin typeface="Aptos" panose="020B0004020202020204" pitchFamily="34" charset="0"/>
                <a:cs typeface="Aptos" panose="020B000402020202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US" dirty="0"/>
              <a:t>Click to edit Master text styles</a:t>
            </a:r>
          </a:p>
          <a:p>
            <a:pPr lvl="1"/>
            <a:r>
              <a:rPr lang="en-US" dirty="0"/>
              <a:t>Second level</a:t>
            </a:r>
          </a:p>
        </p:txBody>
      </p:sp>
      <p:sp>
        <p:nvSpPr>
          <p:cNvPr id="21" name="Text Placeholder 20">
            <a:extLst>
              <a:ext uri="{FF2B5EF4-FFF2-40B4-BE49-F238E27FC236}">
                <a16:creationId xmlns:a16="http://schemas.microsoft.com/office/drawing/2014/main" id="{3ABF10A2-C9DA-5DAE-C7DB-0602BB4D5EE0}"/>
              </a:ext>
            </a:extLst>
          </p:cNvPr>
          <p:cNvSpPr>
            <a:spLocks noGrp="1"/>
          </p:cNvSpPr>
          <p:nvPr>
            <p:ph type="body" sz="quarter" idx="30"/>
          </p:nvPr>
        </p:nvSpPr>
        <p:spPr>
          <a:xfrm>
            <a:off x="104618" y="2477720"/>
            <a:ext cx="1293019" cy="391801"/>
          </a:xfrm>
        </p:spPr>
        <p:txBody>
          <a:bodyPr wrap="square">
            <a:noAutofit/>
          </a:bodyPr>
          <a:lstStyle>
            <a:lvl1pPr marL="0" indent="0">
              <a:buNone/>
              <a:defRPr sz="800" b="0" i="0">
                <a:solidFill>
                  <a:schemeClr val="bg1"/>
                </a:solidFill>
                <a:latin typeface="Verdana" panose="020B0604030504040204" pitchFamily="34" charset="0"/>
                <a:ea typeface="Verdana" panose="020B0604030504040204" pitchFamily="34" charset="0"/>
              </a:defRPr>
            </a:lvl1pPr>
          </a:lstStyle>
          <a:p>
            <a:pPr lvl="0"/>
            <a:r>
              <a:rPr lang="en-US" dirty="0"/>
              <a:t>Click to edit Master text styles</a:t>
            </a:r>
          </a:p>
        </p:txBody>
      </p:sp>
      <p:sp>
        <p:nvSpPr>
          <p:cNvPr id="28" name="TextBox 27">
            <a:extLst>
              <a:ext uri="{FF2B5EF4-FFF2-40B4-BE49-F238E27FC236}">
                <a16:creationId xmlns:a16="http://schemas.microsoft.com/office/drawing/2014/main" id="{5B26B514-4B29-D25C-E426-090F0CCDED2B}"/>
              </a:ext>
            </a:extLst>
          </p:cNvPr>
          <p:cNvSpPr txBox="1"/>
          <p:nvPr userDrawn="1"/>
        </p:nvSpPr>
        <p:spPr>
          <a:xfrm>
            <a:off x="129511" y="2240945"/>
            <a:ext cx="937550" cy="276999"/>
          </a:xfrm>
          <a:prstGeom prst="rect">
            <a:avLst/>
          </a:prstGeom>
          <a:noFill/>
        </p:spPr>
        <p:txBody>
          <a:bodyPr wrap="square" lIns="0" tIns="0" rIns="0" bIns="0">
            <a:normAutofit/>
          </a:bodyPr>
          <a:lstStyle/>
          <a:p>
            <a:pPr algn="l"/>
            <a:r>
              <a:rPr lang="en-US" sz="1100" dirty="0">
                <a:solidFill>
                  <a:schemeClr val="bg1"/>
                </a:solidFill>
                <a:latin typeface="Verdana" panose="020B0604030504040204" pitchFamily="34" charset="0"/>
                <a:ea typeface="Verdana" panose="020B0604030504040204" pitchFamily="34" charset="0"/>
              </a:rPr>
              <a:t>Industry</a:t>
            </a:r>
          </a:p>
        </p:txBody>
      </p:sp>
      <p:sp>
        <p:nvSpPr>
          <p:cNvPr id="29" name="TextBox 28">
            <a:extLst>
              <a:ext uri="{FF2B5EF4-FFF2-40B4-BE49-F238E27FC236}">
                <a16:creationId xmlns:a16="http://schemas.microsoft.com/office/drawing/2014/main" id="{457D9ADA-1122-CD1D-3A8A-07F0E1EEE9EB}"/>
              </a:ext>
            </a:extLst>
          </p:cNvPr>
          <p:cNvSpPr txBox="1"/>
          <p:nvPr userDrawn="1"/>
        </p:nvSpPr>
        <p:spPr>
          <a:xfrm>
            <a:off x="107409" y="3113412"/>
            <a:ext cx="1370675" cy="276999"/>
          </a:xfrm>
          <a:prstGeom prst="rect">
            <a:avLst/>
          </a:prstGeom>
          <a:noFill/>
        </p:spPr>
        <p:txBody>
          <a:bodyPr wrap="square" lIns="0" tIns="0" rIns="0" bIns="0">
            <a:normAutofit/>
          </a:bodyPr>
          <a:lstStyle/>
          <a:p>
            <a:pPr algn="l"/>
            <a:r>
              <a:rPr lang="en-US" sz="1100" dirty="0">
                <a:solidFill>
                  <a:schemeClr val="bg1"/>
                </a:solidFill>
                <a:latin typeface="Verdana" panose="020B0604030504040204" pitchFamily="34" charset="0"/>
                <a:ea typeface="Verdana" panose="020B0604030504040204" pitchFamily="34" charset="0"/>
              </a:rPr>
              <a:t>Core Offering</a:t>
            </a:r>
          </a:p>
        </p:txBody>
      </p:sp>
      <p:sp>
        <p:nvSpPr>
          <p:cNvPr id="33" name="TextBox 32">
            <a:extLst>
              <a:ext uri="{FF2B5EF4-FFF2-40B4-BE49-F238E27FC236}">
                <a16:creationId xmlns:a16="http://schemas.microsoft.com/office/drawing/2014/main" id="{63B28BD4-B927-D5D7-3E8E-3B8E9CDB9CE1}"/>
              </a:ext>
            </a:extLst>
          </p:cNvPr>
          <p:cNvSpPr txBox="1"/>
          <p:nvPr userDrawn="1"/>
        </p:nvSpPr>
        <p:spPr>
          <a:xfrm>
            <a:off x="1700538" y="1303324"/>
            <a:ext cx="1620267" cy="276999"/>
          </a:xfrm>
          <a:prstGeom prst="rect">
            <a:avLst/>
          </a:prstGeom>
          <a:noFill/>
        </p:spPr>
        <p:txBody>
          <a:bodyPr wrap="square" lIns="0" tIns="0" rIns="0" bIns="0" anchor="ctr">
            <a:normAutofit/>
          </a:bodyPr>
          <a:lstStyle/>
          <a:p>
            <a:pPr algn="l"/>
            <a:r>
              <a:rPr lang="en-US" sz="1100" dirty="0">
                <a:solidFill>
                  <a:schemeClr val="bg1"/>
                </a:solidFill>
                <a:latin typeface="Verdana" panose="020B0604030504040204" pitchFamily="34" charset="0"/>
                <a:ea typeface="Verdana" panose="020B0604030504040204" pitchFamily="34" charset="0"/>
              </a:rPr>
              <a:t>The Need</a:t>
            </a:r>
          </a:p>
        </p:txBody>
      </p:sp>
      <p:sp>
        <p:nvSpPr>
          <p:cNvPr id="34" name="TextBox 33">
            <a:extLst>
              <a:ext uri="{FF2B5EF4-FFF2-40B4-BE49-F238E27FC236}">
                <a16:creationId xmlns:a16="http://schemas.microsoft.com/office/drawing/2014/main" id="{422F0849-857F-20D1-6423-0570268546AD}"/>
              </a:ext>
            </a:extLst>
          </p:cNvPr>
          <p:cNvSpPr txBox="1"/>
          <p:nvPr userDrawn="1"/>
        </p:nvSpPr>
        <p:spPr>
          <a:xfrm>
            <a:off x="3516625" y="1303324"/>
            <a:ext cx="1603541" cy="276999"/>
          </a:xfrm>
          <a:prstGeom prst="rect">
            <a:avLst/>
          </a:prstGeom>
          <a:noFill/>
        </p:spPr>
        <p:txBody>
          <a:bodyPr wrap="square" lIns="0" tIns="0" rIns="0" bIns="0" anchor="ctr">
            <a:normAutofit/>
          </a:bodyPr>
          <a:lstStyle/>
          <a:p>
            <a:pPr algn="l"/>
            <a:r>
              <a:rPr lang="en-US" sz="1100" dirty="0">
                <a:solidFill>
                  <a:schemeClr val="bg1"/>
                </a:solidFill>
                <a:latin typeface="Verdana" panose="020B0604030504040204" pitchFamily="34" charset="0"/>
                <a:ea typeface="Verdana" panose="020B0604030504040204" pitchFamily="34" charset="0"/>
              </a:rPr>
              <a:t>The Challenge</a:t>
            </a:r>
          </a:p>
        </p:txBody>
      </p:sp>
      <p:sp>
        <p:nvSpPr>
          <p:cNvPr id="35" name="TextBox 34">
            <a:extLst>
              <a:ext uri="{FF2B5EF4-FFF2-40B4-BE49-F238E27FC236}">
                <a16:creationId xmlns:a16="http://schemas.microsoft.com/office/drawing/2014/main" id="{2D57DCEF-1560-9AF1-7A04-418461ED32AF}"/>
              </a:ext>
            </a:extLst>
          </p:cNvPr>
          <p:cNvSpPr txBox="1"/>
          <p:nvPr userDrawn="1"/>
        </p:nvSpPr>
        <p:spPr>
          <a:xfrm>
            <a:off x="7148800" y="1317508"/>
            <a:ext cx="1600949" cy="276999"/>
          </a:xfrm>
          <a:prstGeom prst="rect">
            <a:avLst/>
          </a:prstGeom>
          <a:noFill/>
        </p:spPr>
        <p:txBody>
          <a:bodyPr wrap="square" lIns="0" tIns="0" rIns="0" bIns="0" anchor="ctr">
            <a:normAutofit/>
          </a:bodyPr>
          <a:lstStyle/>
          <a:p>
            <a:pPr algn="l"/>
            <a:r>
              <a:rPr lang="en-US" sz="1100">
                <a:solidFill>
                  <a:schemeClr val="bg1"/>
                </a:solidFill>
                <a:latin typeface="Verdana" panose="020B0604030504040204" pitchFamily="34" charset="0"/>
                <a:ea typeface="Verdana" panose="020B0604030504040204" pitchFamily="34" charset="0"/>
              </a:rPr>
              <a:t>Business Impact</a:t>
            </a:r>
          </a:p>
        </p:txBody>
      </p:sp>
      <p:cxnSp>
        <p:nvCxnSpPr>
          <p:cNvPr id="20" name="Straight Connector 19">
            <a:extLst>
              <a:ext uri="{FF2B5EF4-FFF2-40B4-BE49-F238E27FC236}">
                <a16:creationId xmlns:a16="http://schemas.microsoft.com/office/drawing/2014/main" id="{8F52324D-44E9-7A47-42C3-953653BD00DF}"/>
              </a:ext>
            </a:extLst>
          </p:cNvPr>
          <p:cNvCxnSpPr>
            <a:cxnSpLocks/>
          </p:cNvCxnSpPr>
          <p:nvPr userDrawn="1"/>
        </p:nvCxnSpPr>
        <p:spPr>
          <a:xfrm>
            <a:off x="5225954" y="1303324"/>
            <a:ext cx="0" cy="289188"/>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DE24740-BF49-13A2-D93B-760FA193E090}"/>
              </a:ext>
            </a:extLst>
          </p:cNvPr>
          <p:cNvCxnSpPr>
            <a:cxnSpLocks/>
          </p:cNvCxnSpPr>
          <p:nvPr userDrawn="1"/>
        </p:nvCxnSpPr>
        <p:spPr>
          <a:xfrm>
            <a:off x="3420992" y="1303324"/>
            <a:ext cx="0" cy="289188"/>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6FE8FD2C-FFE2-E8F7-2153-D79EBD4A283A}"/>
              </a:ext>
            </a:extLst>
          </p:cNvPr>
          <p:cNvSpPr>
            <a:spLocks noGrp="1"/>
          </p:cNvSpPr>
          <p:nvPr>
            <p:ph sz="half" idx="32"/>
          </p:nvPr>
        </p:nvSpPr>
        <p:spPr>
          <a:xfrm>
            <a:off x="3516625" y="1772238"/>
            <a:ext cx="1600949" cy="2901361"/>
          </a:xfrm>
        </p:spPr>
        <p:txBody>
          <a:bodyPr wrap="square">
            <a:noAutofit/>
          </a:bodyPr>
          <a:lstStyle>
            <a:lvl1pPr>
              <a:defRPr sz="1000"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defRPr sz="1000" b="0" i="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0" i="0">
                <a:solidFill>
                  <a:schemeClr val="tx1"/>
                </a:solidFill>
                <a:latin typeface="Aptos" panose="020B0004020202020204" pitchFamily="34" charset="0"/>
                <a:cs typeface="Aptos" panose="020B000402020202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US"/>
              <a:t>Click to edit Master text styles</a:t>
            </a:r>
          </a:p>
          <a:p>
            <a:pPr lvl="1"/>
            <a:r>
              <a:rPr lang="en-US"/>
              <a:t>Second level</a:t>
            </a:r>
          </a:p>
        </p:txBody>
      </p:sp>
      <p:sp>
        <p:nvSpPr>
          <p:cNvPr id="5" name="Content Placeholder 2">
            <a:extLst>
              <a:ext uri="{FF2B5EF4-FFF2-40B4-BE49-F238E27FC236}">
                <a16:creationId xmlns:a16="http://schemas.microsoft.com/office/drawing/2014/main" id="{4943A43A-EBDD-8F84-F264-07442277D8F0}"/>
              </a:ext>
            </a:extLst>
          </p:cNvPr>
          <p:cNvSpPr>
            <a:spLocks noGrp="1"/>
          </p:cNvSpPr>
          <p:nvPr>
            <p:ph sz="half" idx="33"/>
          </p:nvPr>
        </p:nvSpPr>
        <p:spPr>
          <a:xfrm>
            <a:off x="5332712" y="1772238"/>
            <a:ext cx="1600949" cy="2901361"/>
          </a:xfrm>
        </p:spPr>
        <p:txBody>
          <a:bodyPr wrap="square">
            <a:noAutofit/>
          </a:bodyPr>
          <a:lstStyle>
            <a:lvl1pPr>
              <a:defRPr sz="1000"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defRPr sz="1000" b="0" i="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0" i="0">
                <a:solidFill>
                  <a:schemeClr val="tx1"/>
                </a:solidFill>
                <a:latin typeface="Aptos" panose="020B0004020202020204" pitchFamily="34" charset="0"/>
                <a:cs typeface="Aptos" panose="020B000402020202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US"/>
              <a:t>Click to edit Master text styles</a:t>
            </a:r>
          </a:p>
          <a:p>
            <a:pPr lvl="1"/>
            <a:r>
              <a:rPr lang="en-US"/>
              <a:t>Second level</a:t>
            </a:r>
          </a:p>
        </p:txBody>
      </p:sp>
      <p:sp>
        <p:nvSpPr>
          <p:cNvPr id="9" name="Content Placeholder 2">
            <a:extLst>
              <a:ext uri="{FF2B5EF4-FFF2-40B4-BE49-F238E27FC236}">
                <a16:creationId xmlns:a16="http://schemas.microsoft.com/office/drawing/2014/main" id="{CEC79830-8908-1E07-2437-518AB0A44B50}"/>
              </a:ext>
            </a:extLst>
          </p:cNvPr>
          <p:cNvSpPr>
            <a:spLocks noGrp="1"/>
          </p:cNvSpPr>
          <p:nvPr>
            <p:ph sz="half" idx="34"/>
          </p:nvPr>
        </p:nvSpPr>
        <p:spPr>
          <a:xfrm>
            <a:off x="7148800" y="1772238"/>
            <a:ext cx="1600949" cy="2901361"/>
          </a:xfrm>
        </p:spPr>
        <p:txBody>
          <a:bodyPr wrap="square">
            <a:noAutofit/>
          </a:bodyPr>
          <a:lstStyle>
            <a:lvl1pPr>
              <a:defRPr sz="1000"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defRPr sz="1000" b="0" i="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0" i="0">
                <a:solidFill>
                  <a:schemeClr val="tx1"/>
                </a:solidFill>
                <a:latin typeface="Aptos" panose="020B0004020202020204" pitchFamily="34" charset="0"/>
                <a:cs typeface="Aptos" panose="020B000402020202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US" dirty="0"/>
              <a:t>Click to edit Master text styles</a:t>
            </a:r>
          </a:p>
          <a:p>
            <a:pPr lvl="1"/>
            <a:r>
              <a:rPr lang="en-US" dirty="0"/>
              <a:t>Second level</a:t>
            </a:r>
          </a:p>
        </p:txBody>
      </p:sp>
      <p:cxnSp>
        <p:nvCxnSpPr>
          <p:cNvPr id="12" name="Straight Connector 11">
            <a:extLst>
              <a:ext uri="{FF2B5EF4-FFF2-40B4-BE49-F238E27FC236}">
                <a16:creationId xmlns:a16="http://schemas.microsoft.com/office/drawing/2014/main" id="{CE680F4E-05A8-E43C-4B6B-350DE6E011E3}"/>
              </a:ext>
            </a:extLst>
          </p:cNvPr>
          <p:cNvCxnSpPr>
            <a:cxnSpLocks/>
          </p:cNvCxnSpPr>
          <p:nvPr userDrawn="1"/>
        </p:nvCxnSpPr>
        <p:spPr>
          <a:xfrm>
            <a:off x="7035913" y="1300537"/>
            <a:ext cx="0" cy="289188"/>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B73689D8-C9B4-2D34-07F0-DB463189E114}"/>
              </a:ext>
            </a:extLst>
          </p:cNvPr>
          <p:cNvSpPr txBox="1"/>
          <p:nvPr userDrawn="1"/>
        </p:nvSpPr>
        <p:spPr>
          <a:xfrm>
            <a:off x="5332712" y="1303324"/>
            <a:ext cx="1555568" cy="276999"/>
          </a:xfrm>
          <a:prstGeom prst="rect">
            <a:avLst/>
          </a:prstGeom>
          <a:noFill/>
        </p:spPr>
        <p:txBody>
          <a:bodyPr wrap="square" lIns="0" tIns="0" rIns="0" bIns="0" anchor="ctr">
            <a:normAutofit/>
          </a:bodyPr>
          <a:lstStyle/>
          <a:p>
            <a:pPr algn="l"/>
            <a:r>
              <a:rPr lang="en-US" sz="1100" dirty="0">
                <a:solidFill>
                  <a:schemeClr val="bg1"/>
                </a:solidFill>
                <a:latin typeface="Verdana" panose="020B0604030504040204" pitchFamily="34" charset="0"/>
                <a:ea typeface="Verdana" panose="020B0604030504040204" pitchFamily="34" charset="0"/>
              </a:rPr>
              <a:t>Solution</a:t>
            </a:r>
          </a:p>
        </p:txBody>
      </p:sp>
      <p:sp>
        <p:nvSpPr>
          <p:cNvPr id="16" name="TextBox 15">
            <a:extLst>
              <a:ext uri="{FF2B5EF4-FFF2-40B4-BE49-F238E27FC236}">
                <a16:creationId xmlns:a16="http://schemas.microsoft.com/office/drawing/2014/main" id="{5E5B966B-1280-A9DA-8598-2560A332500B}"/>
              </a:ext>
            </a:extLst>
          </p:cNvPr>
          <p:cNvSpPr txBox="1"/>
          <p:nvPr userDrawn="1"/>
        </p:nvSpPr>
        <p:spPr>
          <a:xfrm>
            <a:off x="107409" y="3923042"/>
            <a:ext cx="1370675" cy="276999"/>
          </a:xfrm>
          <a:prstGeom prst="rect">
            <a:avLst/>
          </a:prstGeom>
          <a:noFill/>
        </p:spPr>
        <p:txBody>
          <a:bodyPr wrap="square" lIns="0" tIns="0" rIns="0" bIns="0">
            <a:normAutofit/>
          </a:bodyPr>
          <a:lstStyle/>
          <a:p>
            <a:pPr algn="l"/>
            <a:r>
              <a:rPr lang="en-US" sz="1100">
                <a:solidFill>
                  <a:schemeClr val="bg1"/>
                </a:solidFill>
                <a:latin typeface="Verdana" panose="020B0604030504040204" pitchFamily="34" charset="0"/>
                <a:ea typeface="Verdana" panose="020B0604030504040204" pitchFamily="34" charset="0"/>
              </a:rPr>
              <a:t>Presence</a:t>
            </a:r>
          </a:p>
        </p:txBody>
      </p:sp>
      <p:sp>
        <p:nvSpPr>
          <p:cNvPr id="24" name="Text Placeholder 20">
            <a:extLst>
              <a:ext uri="{FF2B5EF4-FFF2-40B4-BE49-F238E27FC236}">
                <a16:creationId xmlns:a16="http://schemas.microsoft.com/office/drawing/2014/main" id="{3B36562D-95D3-D0A4-CCA6-FA7F6904A36A}"/>
              </a:ext>
            </a:extLst>
          </p:cNvPr>
          <p:cNvSpPr>
            <a:spLocks noGrp="1"/>
          </p:cNvSpPr>
          <p:nvPr>
            <p:ph type="body" sz="quarter" idx="36"/>
          </p:nvPr>
        </p:nvSpPr>
        <p:spPr>
          <a:xfrm>
            <a:off x="130374" y="3359287"/>
            <a:ext cx="1293019" cy="391801"/>
          </a:xfrm>
        </p:spPr>
        <p:txBody>
          <a:bodyPr wrap="square">
            <a:noAutofit/>
          </a:bodyPr>
          <a:lstStyle>
            <a:lvl1pPr marL="0" indent="0">
              <a:buNone/>
              <a:defRPr sz="800" b="0" i="0">
                <a:solidFill>
                  <a:schemeClr val="bg1"/>
                </a:solidFill>
                <a:latin typeface="Verdana" panose="020B0604030504040204" pitchFamily="34" charset="0"/>
                <a:ea typeface="Verdana" panose="020B0604030504040204" pitchFamily="34" charset="0"/>
              </a:defRPr>
            </a:lvl1pPr>
          </a:lstStyle>
          <a:p>
            <a:pPr lvl="0"/>
            <a:r>
              <a:rPr lang="en-US"/>
              <a:t>Click to edit Master text styles</a:t>
            </a:r>
          </a:p>
        </p:txBody>
      </p:sp>
      <p:sp>
        <p:nvSpPr>
          <p:cNvPr id="25" name="Text Placeholder 20">
            <a:extLst>
              <a:ext uri="{FF2B5EF4-FFF2-40B4-BE49-F238E27FC236}">
                <a16:creationId xmlns:a16="http://schemas.microsoft.com/office/drawing/2014/main" id="{5979479E-8C44-825E-CA22-2ECE22F9D655}"/>
              </a:ext>
            </a:extLst>
          </p:cNvPr>
          <p:cNvSpPr>
            <a:spLocks noGrp="1"/>
          </p:cNvSpPr>
          <p:nvPr>
            <p:ph type="body" sz="quarter" idx="37"/>
          </p:nvPr>
        </p:nvSpPr>
        <p:spPr>
          <a:xfrm>
            <a:off x="129511" y="4175664"/>
            <a:ext cx="1293019" cy="391801"/>
          </a:xfrm>
        </p:spPr>
        <p:txBody>
          <a:bodyPr wrap="square">
            <a:noAutofit/>
          </a:bodyPr>
          <a:lstStyle>
            <a:lvl1pPr marL="0" indent="0">
              <a:buNone/>
              <a:defRPr sz="800" b="0" i="0">
                <a:solidFill>
                  <a:schemeClr val="bg1"/>
                </a:solidFill>
                <a:latin typeface="Verdana" panose="020B0604030504040204" pitchFamily="34" charset="0"/>
                <a:ea typeface="Verdana" panose="020B0604030504040204" pitchFamily="34" charset="0"/>
              </a:defRPr>
            </a:lvl1pPr>
          </a:lstStyle>
          <a:p>
            <a:pPr lvl="0"/>
            <a:r>
              <a:rPr lang="en-US"/>
              <a:t>Click to edit Master text styles</a:t>
            </a:r>
          </a:p>
        </p:txBody>
      </p:sp>
      <p:sp>
        <p:nvSpPr>
          <p:cNvPr id="11" name="Title 1">
            <a:extLst>
              <a:ext uri="{FF2B5EF4-FFF2-40B4-BE49-F238E27FC236}">
                <a16:creationId xmlns:a16="http://schemas.microsoft.com/office/drawing/2014/main" id="{0773BCE4-316C-2824-8669-331C25E93F9D}"/>
              </a:ext>
            </a:extLst>
          </p:cNvPr>
          <p:cNvSpPr>
            <a:spLocks noGrp="1"/>
          </p:cNvSpPr>
          <p:nvPr>
            <p:ph type="title" hasCustomPrompt="1"/>
          </p:nvPr>
        </p:nvSpPr>
        <p:spPr>
          <a:xfrm>
            <a:off x="1681220" y="295565"/>
            <a:ext cx="7084489" cy="723900"/>
          </a:xfrm>
        </p:spPr>
        <p:txBody>
          <a:bodyPr>
            <a:noAutofit/>
          </a:bodyPr>
          <a:lstStyle/>
          <a:p>
            <a:r>
              <a:rPr lang="en-US" dirty="0"/>
              <a:t>Click To Edit Master Title Style</a:t>
            </a:r>
            <a:endParaRPr lang="en-AU" dirty="0"/>
          </a:p>
        </p:txBody>
      </p:sp>
    </p:spTree>
    <p:extLst>
      <p:ext uri="{BB962C8B-B14F-4D97-AF65-F5344CB8AC3E}">
        <p14:creationId xmlns:p14="http://schemas.microsoft.com/office/powerpoint/2010/main" val="254736347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2 - Case Study Template - Light">
    <p:bg>
      <p:bgPr>
        <a:solidFill>
          <a:schemeClr val="bg1"/>
        </a:solidFill>
        <a:effectLst/>
      </p:bgPr>
    </p:bg>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6D9BE2CB-078E-195D-BC0F-19DCEDE5A835}"/>
              </a:ext>
            </a:extLst>
          </p:cNvPr>
          <p:cNvSpPr>
            <a:spLocks noGrp="1"/>
          </p:cNvSpPr>
          <p:nvPr>
            <p:ph type="pic" sz="quarter" idx="10" hasCustomPrompt="1"/>
          </p:nvPr>
        </p:nvSpPr>
        <p:spPr>
          <a:xfrm>
            <a:off x="5921298" y="1210084"/>
            <a:ext cx="3222703" cy="3448947"/>
          </a:xfrm>
          <a:prstGeom prst="rect">
            <a:avLst/>
          </a:prstGeom>
          <a:solidFill>
            <a:schemeClr val="bg1"/>
          </a:solidFill>
        </p:spPr>
        <p:txBody>
          <a:bodyPr wrap="square" anchor="ctr">
            <a:noAutofit/>
          </a:bodyPr>
          <a:lstStyle>
            <a:lvl1pPr marL="0" indent="0" algn="ctr">
              <a:buNone/>
              <a:defRPr sz="1100" b="0" i="0">
                <a:latin typeface="Verdana" panose="020B0604030504040204" pitchFamily="34" charset="0"/>
                <a:ea typeface="Verdana" panose="020B0604030504040204" pitchFamily="34" charset="0"/>
              </a:defRPr>
            </a:lvl1pPr>
          </a:lstStyle>
          <a:p>
            <a:r>
              <a:rPr lang="de-DE" dirty="0"/>
              <a:t>Image</a:t>
            </a:r>
          </a:p>
        </p:txBody>
      </p:sp>
      <p:sp>
        <p:nvSpPr>
          <p:cNvPr id="9" name="Rectangle 8">
            <a:extLst>
              <a:ext uri="{FF2B5EF4-FFF2-40B4-BE49-F238E27FC236}">
                <a16:creationId xmlns:a16="http://schemas.microsoft.com/office/drawing/2014/main" id="{D74601F4-528F-F337-00F9-6759A7127E8E}"/>
              </a:ext>
            </a:extLst>
          </p:cNvPr>
          <p:cNvSpPr/>
          <p:nvPr userDrawn="1"/>
        </p:nvSpPr>
        <p:spPr>
          <a:xfrm>
            <a:off x="386953" y="1202728"/>
            <a:ext cx="5258352" cy="284356"/>
          </a:xfrm>
          <a:prstGeom prst="rect">
            <a:avLst/>
          </a:prstGeom>
          <a:solidFill>
            <a:schemeClr val="accent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000" b="0" i="0">
              <a:latin typeface="Verdana" panose="020B0604030504040204" pitchFamily="34" charset="0"/>
              <a:ea typeface="Verdana" panose="020B0604030504040204" pitchFamily="34" charset="0"/>
            </a:endParaRPr>
          </a:p>
        </p:txBody>
      </p:sp>
      <p:sp>
        <p:nvSpPr>
          <p:cNvPr id="10" name="Rectangle 9">
            <a:extLst>
              <a:ext uri="{FF2B5EF4-FFF2-40B4-BE49-F238E27FC236}">
                <a16:creationId xmlns:a16="http://schemas.microsoft.com/office/drawing/2014/main" id="{EF055DE9-65C3-3EB8-D8BF-E2BFF444B64E}"/>
              </a:ext>
            </a:extLst>
          </p:cNvPr>
          <p:cNvSpPr/>
          <p:nvPr userDrawn="1"/>
        </p:nvSpPr>
        <p:spPr>
          <a:xfrm>
            <a:off x="386953" y="2870376"/>
            <a:ext cx="2423155" cy="284356"/>
          </a:xfrm>
          <a:prstGeom prst="rect">
            <a:avLst/>
          </a:prstGeom>
          <a:solidFill>
            <a:schemeClr val="accent1"/>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000" b="0" i="0">
              <a:latin typeface="Verdana" panose="020B0604030504040204" pitchFamily="34" charset="0"/>
              <a:ea typeface="Verdana" panose="020B0604030504040204" pitchFamily="34" charset="0"/>
            </a:endParaRPr>
          </a:p>
        </p:txBody>
      </p:sp>
      <p:sp>
        <p:nvSpPr>
          <p:cNvPr id="11" name="Rectangle 10">
            <a:extLst>
              <a:ext uri="{FF2B5EF4-FFF2-40B4-BE49-F238E27FC236}">
                <a16:creationId xmlns:a16="http://schemas.microsoft.com/office/drawing/2014/main" id="{2230974A-A07E-A5F1-A9BD-7A4B30E3891D}"/>
              </a:ext>
            </a:extLst>
          </p:cNvPr>
          <p:cNvSpPr/>
          <p:nvPr userDrawn="1"/>
        </p:nvSpPr>
        <p:spPr>
          <a:xfrm>
            <a:off x="3222150" y="2870376"/>
            <a:ext cx="2423155" cy="284356"/>
          </a:xfrm>
          <a:prstGeom prst="rect">
            <a:avLst/>
          </a:prstGeom>
          <a:solidFill>
            <a:schemeClr val="accent4"/>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000" b="0" i="0">
              <a:latin typeface="Verdana" panose="020B0604030504040204" pitchFamily="34" charset="0"/>
              <a:ea typeface="Verdana" panose="020B0604030504040204" pitchFamily="34" charset="0"/>
            </a:endParaRPr>
          </a:p>
        </p:txBody>
      </p:sp>
      <p:sp>
        <p:nvSpPr>
          <p:cNvPr id="33" name="TextBox 32">
            <a:extLst>
              <a:ext uri="{FF2B5EF4-FFF2-40B4-BE49-F238E27FC236}">
                <a16:creationId xmlns:a16="http://schemas.microsoft.com/office/drawing/2014/main" id="{63B28BD4-B927-D5D7-3E8E-3B8E9CDB9CE1}"/>
              </a:ext>
            </a:extLst>
          </p:cNvPr>
          <p:cNvSpPr txBox="1"/>
          <p:nvPr userDrawn="1"/>
        </p:nvSpPr>
        <p:spPr>
          <a:xfrm>
            <a:off x="477193" y="1210084"/>
            <a:ext cx="2242673" cy="276999"/>
          </a:xfrm>
          <a:prstGeom prst="rect">
            <a:avLst/>
          </a:prstGeom>
          <a:noFill/>
        </p:spPr>
        <p:txBody>
          <a:bodyPr wrap="square" lIns="0" tIns="0" rIns="0" bIns="0" anchor="ctr">
            <a:normAutofit/>
          </a:bodyPr>
          <a:lstStyle/>
          <a:p>
            <a:pPr algn="l"/>
            <a:r>
              <a:rPr lang="en-US" sz="1100">
                <a:solidFill>
                  <a:schemeClr val="bg1"/>
                </a:solidFill>
                <a:latin typeface="Verdana" panose="020B0604030504040204" pitchFamily="34" charset="0"/>
                <a:ea typeface="Verdana" panose="020B0604030504040204" pitchFamily="34" charset="0"/>
              </a:rPr>
              <a:t>The Challenge</a:t>
            </a:r>
          </a:p>
        </p:txBody>
      </p:sp>
      <p:sp>
        <p:nvSpPr>
          <p:cNvPr id="12" name="TextBox 11">
            <a:extLst>
              <a:ext uri="{FF2B5EF4-FFF2-40B4-BE49-F238E27FC236}">
                <a16:creationId xmlns:a16="http://schemas.microsoft.com/office/drawing/2014/main" id="{08D1FA6B-2360-0121-7292-A1CDE1A23140}"/>
              </a:ext>
            </a:extLst>
          </p:cNvPr>
          <p:cNvSpPr txBox="1"/>
          <p:nvPr userDrawn="1"/>
        </p:nvSpPr>
        <p:spPr>
          <a:xfrm>
            <a:off x="477193" y="2870376"/>
            <a:ext cx="2242673" cy="276999"/>
          </a:xfrm>
          <a:prstGeom prst="rect">
            <a:avLst/>
          </a:prstGeom>
          <a:noFill/>
        </p:spPr>
        <p:txBody>
          <a:bodyPr wrap="square" lIns="0" tIns="0" rIns="0" bIns="0" anchor="ctr">
            <a:normAutofit/>
          </a:bodyPr>
          <a:lstStyle/>
          <a:p>
            <a:pPr algn="l"/>
            <a:r>
              <a:rPr lang="en-US" sz="1100">
                <a:solidFill>
                  <a:schemeClr val="bg1"/>
                </a:solidFill>
                <a:latin typeface="Verdana" panose="020B0604030504040204" pitchFamily="34" charset="0"/>
                <a:ea typeface="Verdana" panose="020B0604030504040204" pitchFamily="34" charset="0"/>
              </a:rPr>
              <a:t>The Solution</a:t>
            </a:r>
          </a:p>
        </p:txBody>
      </p:sp>
      <p:sp>
        <p:nvSpPr>
          <p:cNvPr id="14" name="TextBox 13">
            <a:extLst>
              <a:ext uri="{FF2B5EF4-FFF2-40B4-BE49-F238E27FC236}">
                <a16:creationId xmlns:a16="http://schemas.microsoft.com/office/drawing/2014/main" id="{E8A8D9C9-402E-E931-BA12-3C00810128F6}"/>
              </a:ext>
            </a:extLst>
          </p:cNvPr>
          <p:cNvSpPr txBox="1"/>
          <p:nvPr userDrawn="1"/>
        </p:nvSpPr>
        <p:spPr>
          <a:xfrm>
            <a:off x="3312391" y="2877732"/>
            <a:ext cx="2242673" cy="276999"/>
          </a:xfrm>
          <a:prstGeom prst="rect">
            <a:avLst/>
          </a:prstGeom>
          <a:noFill/>
        </p:spPr>
        <p:txBody>
          <a:bodyPr wrap="square" lIns="0" tIns="0" rIns="0" bIns="0" anchor="ctr">
            <a:normAutofit/>
          </a:bodyPr>
          <a:lstStyle/>
          <a:p>
            <a:pPr algn="l"/>
            <a:r>
              <a:rPr lang="en-US" sz="1100">
                <a:solidFill>
                  <a:schemeClr val="bg1"/>
                </a:solidFill>
                <a:latin typeface="Verdana" panose="020B0604030504040204" pitchFamily="34" charset="0"/>
                <a:ea typeface="Verdana" panose="020B0604030504040204" pitchFamily="34" charset="0"/>
              </a:rPr>
              <a:t>Business Impact</a:t>
            </a:r>
          </a:p>
        </p:txBody>
      </p:sp>
      <p:sp>
        <p:nvSpPr>
          <p:cNvPr id="20" name="Content Placeholder 2">
            <a:extLst>
              <a:ext uri="{FF2B5EF4-FFF2-40B4-BE49-F238E27FC236}">
                <a16:creationId xmlns:a16="http://schemas.microsoft.com/office/drawing/2014/main" id="{4B07B6CE-3309-07D1-52B1-7F1448FF875F}"/>
              </a:ext>
            </a:extLst>
          </p:cNvPr>
          <p:cNvSpPr>
            <a:spLocks noGrp="1"/>
          </p:cNvSpPr>
          <p:nvPr>
            <p:ph sz="half" idx="28"/>
          </p:nvPr>
        </p:nvSpPr>
        <p:spPr>
          <a:xfrm>
            <a:off x="386950" y="1629262"/>
            <a:ext cx="5258352" cy="1096846"/>
          </a:xfrm>
        </p:spPr>
        <p:txBody>
          <a:bodyPr wrap="square" lIns="72000">
            <a:noAutofit/>
          </a:bodyPr>
          <a:lstStyle>
            <a:lvl1pPr>
              <a:defRPr sz="1000"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defRPr sz="1000" b="0" i="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0" i="0">
                <a:solidFill>
                  <a:schemeClr val="tx1"/>
                </a:solidFill>
                <a:latin typeface="Aptos" panose="020B0004020202020204" pitchFamily="34" charset="0"/>
                <a:cs typeface="Aptos" panose="020B000402020202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US" dirty="0"/>
              <a:t>Click to edit Master text styles</a:t>
            </a:r>
          </a:p>
          <a:p>
            <a:pPr lvl="1"/>
            <a:r>
              <a:rPr lang="en-US" dirty="0"/>
              <a:t>Second level</a:t>
            </a:r>
          </a:p>
        </p:txBody>
      </p:sp>
      <p:sp>
        <p:nvSpPr>
          <p:cNvPr id="26" name="Content Placeholder 2">
            <a:extLst>
              <a:ext uri="{FF2B5EF4-FFF2-40B4-BE49-F238E27FC236}">
                <a16:creationId xmlns:a16="http://schemas.microsoft.com/office/drawing/2014/main" id="{30FC2570-2B4A-0849-BB7F-453DC1B0B2A8}"/>
              </a:ext>
            </a:extLst>
          </p:cNvPr>
          <p:cNvSpPr>
            <a:spLocks noGrp="1"/>
          </p:cNvSpPr>
          <p:nvPr>
            <p:ph sz="half" idx="29"/>
          </p:nvPr>
        </p:nvSpPr>
        <p:spPr>
          <a:xfrm>
            <a:off x="386950" y="3299000"/>
            <a:ext cx="2423155" cy="1360031"/>
          </a:xfrm>
        </p:spPr>
        <p:txBody>
          <a:bodyPr wrap="square" lIns="72000">
            <a:noAutofit/>
          </a:bodyPr>
          <a:lstStyle>
            <a:lvl1pPr>
              <a:defRPr sz="1000"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defRPr sz="1000" b="0" i="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0" i="0">
                <a:solidFill>
                  <a:schemeClr val="tx1"/>
                </a:solidFill>
                <a:latin typeface="Aptos" panose="020B0004020202020204" pitchFamily="34" charset="0"/>
                <a:cs typeface="Aptos" panose="020B000402020202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US" dirty="0"/>
              <a:t>Click to edit Master text styles</a:t>
            </a:r>
          </a:p>
          <a:p>
            <a:pPr lvl="1"/>
            <a:r>
              <a:rPr lang="en-US" dirty="0"/>
              <a:t>Second level</a:t>
            </a:r>
          </a:p>
        </p:txBody>
      </p:sp>
      <p:sp>
        <p:nvSpPr>
          <p:cNvPr id="27" name="Content Placeholder 2">
            <a:extLst>
              <a:ext uri="{FF2B5EF4-FFF2-40B4-BE49-F238E27FC236}">
                <a16:creationId xmlns:a16="http://schemas.microsoft.com/office/drawing/2014/main" id="{915EB2C9-7B59-46AC-C4E8-243BB8DEA0BE}"/>
              </a:ext>
            </a:extLst>
          </p:cNvPr>
          <p:cNvSpPr>
            <a:spLocks noGrp="1"/>
          </p:cNvSpPr>
          <p:nvPr>
            <p:ph sz="half" idx="30"/>
          </p:nvPr>
        </p:nvSpPr>
        <p:spPr>
          <a:xfrm>
            <a:off x="3222150" y="3299000"/>
            <a:ext cx="2423155" cy="1360031"/>
          </a:xfrm>
        </p:spPr>
        <p:txBody>
          <a:bodyPr wrap="square" lIns="72000">
            <a:noAutofit/>
          </a:bodyPr>
          <a:lstStyle>
            <a:lvl1pPr>
              <a:defRPr sz="1000"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defRPr sz="1000" b="0" i="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0" i="0">
                <a:solidFill>
                  <a:schemeClr val="tx1"/>
                </a:solidFill>
                <a:latin typeface="Aptos" panose="020B0004020202020204" pitchFamily="34" charset="0"/>
                <a:cs typeface="Aptos" panose="020B000402020202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US"/>
              <a:t>Click to edit Master text styles</a:t>
            </a:r>
          </a:p>
          <a:p>
            <a:pPr lvl="1"/>
            <a:r>
              <a:rPr lang="en-US"/>
              <a:t>Second level</a:t>
            </a:r>
          </a:p>
        </p:txBody>
      </p:sp>
      <p:sp>
        <p:nvSpPr>
          <p:cNvPr id="3" name="Title 1">
            <a:extLst>
              <a:ext uri="{FF2B5EF4-FFF2-40B4-BE49-F238E27FC236}">
                <a16:creationId xmlns:a16="http://schemas.microsoft.com/office/drawing/2014/main" id="{A95EDC12-290F-485B-9E72-9551694D7FB0}"/>
              </a:ext>
            </a:extLst>
          </p:cNvPr>
          <p:cNvSpPr>
            <a:spLocks noGrp="1"/>
          </p:cNvSpPr>
          <p:nvPr>
            <p:ph type="title" hasCustomPrompt="1"/>
          </p:nvPr>
        </p:nvSpPr>
        <p:spPr>
          <a:xfrm>
            <a:off x="386952" y="295565"/>
            <a:ext cx="8378757" cy="723900"/>
          </a:xfrm>
        </p:spPr>
        <p:txBody>
          <a:bodyPr>
            <a:noAutofit/>
          </a:bodyPr>
          <a:lstStyle/>
          <a:p>
            <a:r>
              <a:rPr lang="en-US" dirty="0"/>
              <a:t>Click To Edit Master Title Style</a:t>
            </a:r>
            <a:endParaRPr lang="en-AU" dirty="0"/>
          </a:p>
        </p:txBody>
      </p:sp>
    </p:spTree>
    <p:extLst>
      <p:ext uri="{BB962C8B-B14F-4D97-AF65-F5344CB8AC3E}">
        <p14:creationId xmlns:p14="http://schemas.microsoft.com/office/powerpoint/2010/main" val="1361181466"/>
      </p:ext>
    </p:extLst>
  </p:cSld>
  <p:clrMapOvr>
    <a:masterClrMapping/>
  </p:clrMapOvr>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Slide with logo and Photos">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CCABE89A-4DCD-3A08-F360-DBDDBE06447A}"/>
              </a:ext>
            </a:extLst>
          </p:cNvPr>
          <p:cNvSpPr>
            <a:spLocks noGrp="1"/>
          </p:cNvSpPr>
          <p:nvPr>
            <p:ph type="pic" sz="quarter" idx="10"/>
          </p:nvPr>
        </p:nvSpPr>
        <p:spPr>
          <a:xfrm>
            <a:off x="857267" y="1512040"/>
            <a:ext cx="581621" cy="581621"/>
          </a:xfrm>
        </p:spPr>
        <p:txBody>
          <a:bodyPr anchor="ctr"/>
          <a:lstStyle>
            <a:lvl1pPr marL="0" indent="0" algn="ctr">
              <a:buNone/>
              <a:defRPr sz="450" b="0" i="0">
                <a:solidFill>
                  <a:schemeClr val="tx2"/>
                </a:solidFill>
              </a:defRPr>
            </a:lvl1pPr>
          </a:lstStyle>
          <a:p>
            <a:endParaRPr lang="en-RU"/>
          </a:p>
        </p:txBody>
      </p:sp>
      <p:sp>
        <p:nvSpPr>
          <p:cNvPr id="4" name="Picture Placeholder 2">
            <a:extLst>
              <a:ext uri="{FF2B5EF4-FFF2-40B4-BE49-F238E27FC236}">
                <a16:creationId xmlns:a16="http://schemas.microsoft.com/office/drawing/2014/main" id="{CBC69FCB-B6EE-0F97-7B10-35DDF50D8A0F}"/>
              </a:ext>
            </a:extLst>
          </p:cNvPr>
          <p:cNvSpPr>
            <a:spLocks noGrp="1"/>
          </p:cNvSpPr>
          <p:nvPr>
            <p:ph type="pic" sz="quarter" idx="11"/>
          </p:nvPr>
        </p:nvSpPr>
        <p:spPr>
          <a:xfrm>
            <a:off x="1615804" y="1512040"/>
            <a:ext cx="581621" cy="581621"/>
          </a:xfrm>
        </p:spPr>
        <p:txBody>
          <a:bodyPr anchor="ctr"/>
          <a:lstStyle>
            <a:lvl1pPr marL="0" indent="0" algn="ctr">
              <a:buNone/>
              <a:defRPr sz="450" b="0" i="0">
                <a:solidFill>
                  <a:schemeClr val="tx2"/>
                </a:solidFill>
              </a:defRPr>
            </a:lvl1pPr>
          </a:lstStyle>
          <a:p>
            <a:endParaRPr lang="en-RU"/>
          </a:p>
        </p:txBody>
      </p:sp>
      <p:sp>
        <p:nvSpPr>
          <p:cNvPr id="5" name="Picture Placeholder 2">
            <a:extLst>
              <a:ext uri="{FF2B5EF4-FFF2-40B4-BE49-F238E27FC236}">
                <a16:creationId xmlns:a16="http://schemas.microsoft.com/office/drawing/2014/main" id="{5D6C41B2-C9D5-9715-47F8-7652C4AB845A}"/>
              </a:ext>
            </a:extLst>
          </p:cNvPr>
          <p:cNvSpPr>
            <a:spLocks noGrp="1"/>
          </p:cNvSpPr>
          <p:nvPr>
            <p:ph type="pic" sz="quarter" idx="12"/>
          </p:nvPr>
        </p:nvSpPr>
        <p:spPr>
          <a:xfrm>
            <a:off x="2374340" y="1512040"/>
            <a:ext cx="581621" cy="581621"/>
          </a:xfrm>
        </p:spPr>
        <p:txBody>
          <a:bodyPr anchor="ctr"/>
          <a:lstStyle>
            <a:lvl1pPr marL="0" indent="0" algn="ctr">
              <a:buNone/>
              <a:defRPr sz="450" b="0" i="0">
                <a:solidFill>
                  <a:schemeClr val="tx2"/>
                </a:solidFill>
              </a:defRPr>
            </a:lvl1pPr>
          </a:lstStyle>
          <a:p>
            <a:endParaRPr lang="en-RU"/>
          </a:p>
        </p:txBody>
      </p:sp>
      <p:sp>
        <p:nvSpPr>
          <p:cNvPr id="6" name="Picture Placeholder 2">
            <a:extLst>
              <a:ext uri="{FF2B5EF4-FFF2-40B4-BE49-F238E27FC236}">
                <a16:creationId xmlns:a16="http://schemas.microsoft.com/office/drawing/2014/main" id="{E422FFF8-11A8-1FAF-32BB-BA9DE5BC2FDA}"/>
              </a:ext>
            </a:extLst>
          </p:cNvPr>
          <p:cNvSpPr>
            <a:spLocks noGrp="1"/>
          </p:cNvSpPr>
          <p:nvPr>
            <p:ph type="pic" sz="quarter" idx="13"/>
          </p:nvPr>
        </p:nvSpPr>
        <p:spPr>
          <a:xfrm>
            <a:off x="3132877" y="1512040"/>
            <a:ext cx="581621" cy="581621"/>
          </a:xfrm>
        </p:spPr>
        <p:txBody>
          <a:bodyPr anchor="ctr"/>
          <a:lstStyle>
            <a:lvl1pPr marL="0" indent="0" algn="ctr">
              <a:buNone/>
              <a:defRPr sz="450" b="0" i="0">
                <a:solidFill>
                  <a:schemeClr val="tx2"/>
                </a:solidFill>
              </a:defRPr>
            </a:lvl1pPr>
          </a:lstStyle>
          <a:p>
            <a:endParaRPr lang="en-RU"/>
          </a:p>
        </p:txBody>
      </p:sp>
      <p:sp>
        <p:nvSpPr>
          <p:cNvPr id="7" name="Picture Placeholder 2">
            <a:extLst>
              <a:ext uri="{FF2B5EF4-FFF2-40B4-BE49-F238E27FC236}">
                <a16:creationId xmlns:a16="http://schemas.microsoft.com/office/drawing/2014/main" id="{BFF1CD55-D85D-DDEB-BB3C-7C18274510BA}"/>
              </a:ext>
            </a:extLst>
          </p:cNvPr>
          <p:cNvSpPr>
            <a:spLocks noGrp="1"/>
          </p:cNvSpPr>
          <p:nvPr>
            <p:ph type="pic" sz="quarter" idx="14"/>
          </p:nvPr>
        </p:nvSpPr>
        <p:spPr>
          <a:xfrm>
            <a:off x="3891413" y="1512040"/>
            <a:ext cx="581621" cy="581621"/>
          </a:xfrm>
        </p:spPr>
        <p:txBody>
          <a:bodyPr anchor="ctr"/>
          <a:lstStyle>
            <a:lvl1pPr marL="0" indent="0" algn="ctr">
              <a:buNone/>
              <a:defRPr sz="450" b="0" i="0">
                <a:solidFill>
                  <a:schemeClr val="tx2"/>
                </a:solidFill>
              </a:defRPr>
            </a:lvl1pPr>
          </a:lstStyle>
          <a:p>
            <a:endParaRPr lang="en-RU"/>
          </a:p>
        </p:txBody>
      </p:sp>
      <p:sp>
        <p:nvSpPr>
          <p:cNvPr id="8" name="Picture Placeholder 2">
            <a:extLst>
              <a:ext uri="{FF2B5EF4-FFF2-40B4-BE49-F238E27FC236}">
                <a16:creationId xmlns:a16="http://schemas.microsoft.com/office/drawing/2014/main" id="{B35BCFDC-A7BA-DB0C-00EF-A8B3EB2FD7D8}"/>
              </a:ext>
            </a:extLst>
          </p:cNvPr>
          <p:cNvSpPr>
            <a:spLocks noGrp="1"/>
          </p:cNvSpPr>
          <p:nvPr>
            <p:ph type="pic" sz="quarter" idx="15"/>
          </p:nvPr>
        </p:nvSpPr>
        <p:spPr>
          <a:xfrm>
            <a:off x="4649950" y="1512040"/>
            <a:ext cx="581621" cy="581621"/>
          </a:xfrm>
        </p:spPr>
        <p:txBody>
          <a:bodyPr anchor="ctr"/>
          <a:lstStyle>
            <a:lvl1pPr marL="0" indent="0" algn="ctr">
              <a:buNone/>
              <a:defRPr sz="450" b="0" i="0">
                <a:solidFill>
                  <a:schemeClr val="tx2"/>
                </a:solidFill>
              </a:defRPr>
            </a:lvl1pPr>
          </a:lstStyle>
          <a:p>
            <a:endParaRPr lang="en-RU"/>
          </a:p>
        </p:txBody>
      </p:sp>
      <p:sp>
        <p:nvSpPr>
          <p:cNvPr id="9" name="Picture Placeholder 2">
            <a:extLst>
              <a:ext uri="{FF2B5EF4-FFF2-40B4-BE49-F238E27FC236}">
                <a16:creationId xmlns:a16="http://schemas.microsoft.com/office/drawing/2014/main" id="{2D0BA068-EA8B-A188-1809-129AAAF8AE51}"/>
              </a:ext>
            </a:extLst>
          </p:cNvPr>
          <p:cNvSpPr>
            <a:spLocks noGrp="1"/>
          </p:cNvSpPr>
          <p:nvPr>
            <p:ph type="pic" sz="quarter" idx="16"/>
          </p:nvPr>
        </p:nvSpPr>
        <p:spPr>
          <a:xfrm>
            <a:off x="5408486" y="1512040"/>
            <a:ext cx="581621" cy="581621"/>
          </a:xfrm>
        </p:spPr>
        <p:txBody>
          <a:bodyPr anchor="ctr"/>
          <a:lstStyle>
            <a:lvl1pPr marL="0" indent="0" algn="ctr">
              <a:buNone/>
              <a:defRPr sz="450" b="0" i="0">
                <a:solidFill>
                  <a:schemeClr val="tx2"/>
                </a:solidFill>
              </a:defRPr>
            </a:lvl1pPr>
          </a:lstStyle>
          <a:p>
            <a:endParaRPr lang="en-RU"/>
          </a:p>
        </p:txBody>
      </p:sp>
      <p:sp>
        <p:nvSpPr>
          <p:cNvPr id="10" name="Picture Placeholder 2">
            <a:extLst>
              <a:ext uri="{FF2B5EF4-FFF2-40B4-BE49-F238E27FC236}">
                <a16:creationId xmlns:a16="http://schemas.microsoft.com/office/drawing/2014/main" id="{97AE27C7-10E8-5D0A-4CAC-093091295A53}"/>
              </a:ext>
            </a:extLst>
          </p:cNvPr>
          <p:cNvSpPr>
            <a:spLocks noGrp="1"/>
          </p:cNvSpPr>
          <p:nvPr>
            <p:ph type="pic" sz="quarter" idx="17"/>
          </p:nvPr>
        </p:nvSpPr>
        <p:spPr>
          <a:xfrm>
            <a:off x="6167023" y="1512040"/>
            <a:ext cx="581621" cy="581621"/>
          </a:xfrm>
        </p:spPr>
        <p:txBody>
          <a:bodyPr anchor="ctr"/>
          <a:lstStyle>
            <a:lvl1pPr marL="0" indent="0" algn="ctr">
              <a:buNone/>
              <a:defRPr sz="450" b="0" i="0">
                <a:solidFill>
                  <a:schemeClr val="tx2"/>
                </a:solidFill>
              </a:defRPr>
            </a:lvl1pPr>
          </a:lstStyle>
          <a:p>
            <a:endParaRPr lang="en-RU"/>
          </a:p>
        </p:txBody>
      </p:sp>
      <p:sp>
        <p:nvSpPr>
          <p:cNvPr id="11" name="Picture Placeholder 2">
            <a:extLst>
              <a:ext uri="{FF2B5EF4-FFF2-40B4-BE49-F238E27FC236}">
                <a16:creationId xmlns:a16="http://schemas.microsoft.com/office/drawing/2014/main" id="{ADD5ED4B-C005-5FC7-5B66-B67F31D949F6}"/>
              </a:ext>
            </a:extLst>
          </p:cNvPr>
          <p:cNvSpPr>
            <a:spLocks noGrp="1"/>
          </p:cNvSpPr>
          <p:nvPr>
            <p:ph type="pic" sz="quarter" idx="18"/>
          </p:nvPr>
        </p:nvSpPr>
        <p:spPr>
          <a:xfrm>
            <a:off x="6925559" y="1512040"/>
            <a:ext cx="581621" cy="581621"/>
          </a:xfrm>
        </p:spPr>
        <p:txBody>
          <a:bodyPr anchor="ctr"/>
          <a:lstStyle>
            <a:lvl1pPr marL="0" indent="0" algn="ctr">
              <a:buNone/>
              <a:defRPr sz="450" b="0" i="0">
                <a:solidFill>
                  <a:schemeClr val="tx2"/>
                </a:solidFill>
              </a:defRPr>
            </a:lvl1pPr>
          </a:lstStyle>
          <a:p>
            <a:endParaRPr lang="en-RU"/>
          </a:p>
        </p:txBody>
      </p:sp>
      <p:sp>
        <p:nvSpPr>
          <p:cNvPr id="12" name="Picture Placeholder 2">
            <a:extLst>
              <a:ext uri="{FF2B5EF4-FFF2-40B4-BE49-F238E27FC236}">
                <a16:creationId xmlns:a16="http://schemas.microsoft.com/office/drawing/2014/main" id="{4E05A8FF-3283-C72E-5453-CCC22BA7DF08}"/>
              </a:ext>
            </a:extLst>
          </p:cNvPr>
          <p:cNvSpPr>
            <a:spLocks noGrp="1"/>
          </p:cNvSpPr>
          <p:nvPr>
            <p:ph type="pic" sz="quarter" idx="19"/>
          </p:nvPr>
        </p:nvSpPr>
        <p:spPr>
          <a:xfrm>
            <a:off x="7684094" y="1512040"/>
            <a:ext cx="581621" cy="581621"/>
          </a:xfrm>
        </p:spPr>
        <p:txBody>
          <a:bodyPr anchor="ctr"/>
          <a:lstStyle>
            <a:lvl1pPr marL="0" indent="0" algn="ctr">
              <a:buNone/>
              <a:defRPr sz="450" b="0" i="0">
                <a:solidFill>
                  <a:schemeClr val="tx2"/>
                </a:solidFill>
              </a:defRPr>
            </a:lvl1pPr>
          </a:lstStyle>
          <a:p>
            <a:endParaRPr lang="en-RU"/>
          </a:p>
        </p:txBody>
      </p:sp>
      <p:sp>
        <p:nvSpPr>
          <p:cNvPr id="13" name="Picture Placeholder 2">
            <a:extLst>
              <a:ext uri="{FF2B5EF4-FFF2-40B4-BE49-F238E27FC236}">
                <a16:creationId xmlns:a16="http://schemas.microsoft.com/office/drawing/2014/main" id="{9B5412C4-6ABF-334D-7337-D45F72B31D25}"/>
              </a:ext>
            </a:extLst>
          </p:cNvPr>
          <p:cNvSpPr>
            <a:spLocks noGrp="1"/>
          </p:cNvSpPr>
          <p:nvPr>
            <p:ph type="pic" sz="quarter" idx="20"/>
          </p:nvPr>
        </p:nvSpPr>
        <p:spPr>
          <a:xfrm>
            <a:off x="857267" y="2280940"/>
            <a:ext cx="581621" cy="581621"/>
          </a:xfrm>
        </p:spPr>
        <p:txBody>
          <a:bodyPr anchor="ctr"/>
          <a:lstStyle>
            <a:lvl1pPr marL="0" indent="0" algn="ctr">
              <a:buNone/>
              <a:defRPr sz="450" b="0" i="0">
                <a:solidFill>
                  <a:schemeClr val="tx2"/>
                </a:solidFill>
              </a:defRPr>
            </a:lvl1pPr>
          </a:lstStyle>
          <a:p>
            <a:endParaRPr lang="en-RU"/>
          </a:p>
        </p:txBody>
      </p:sp>
      <p:sp>
        <p:nvSpPr>
          <p:cNvPr id="14" name="Picture Placeholder 2">
            <a:extLst>
              <a:ext uri="{FF2B5EF4-FFF2-40B4-BE49-F238E27FC236}">
                <a16:creationId xmlns:a16="http://schemas.microsoft.com/office/drawing/2014/main" id="{A3903E87-88BE-ABA1-8E9D-B4965559B2C1}"/>
              </a:ext>
            </a:extLst>
          </p:cNvPr>
          <p:cNvSpPr>
            <a:spLocks noGrp="1"/>
          </p:cNvSpPr>
          <p:nvPr>
            <p:ph type="pic" sz="quarter" idx="21"/>
          </p:nvPr>
        </p:nvSpPr>
        <p:spPr>
          <a:xfrm>
            <a:off x="1615804" y="2280940"/>
            <a:ext cx="581621" cy="581621"/>
          </a:xfrm>
        </p:spPr>
        <p:txBody>
          <a:bodyPr anchor="ctr"/>
          <a:lstStyle>
            <a:lvl1pPr marL="0" indent="0" algn="ctr">
              <a:buNone/>
              <a:defRPr sz="450" b="0" i="0">
                <a:solidFill>
                  <a:schemeClr val="tx2"/>
                </a:solidFill>
              </a:defRPr>
            </a:lvl1pPr>
          </a:lstStyle>
          <a:p>
            <a:endParaRPr lang="en-RU"/>
          </a:p>
        </p:txBody>
      </p:sp>
      <p:sp>
        <p:nvSpPr>
          <p:cNvPr id="15" name="Picture Placeholder 2">
            <a:extLst>
              <a:ext uri="{FF2B5EF4-FFF2-40B4-BE49-F238E27FC236}">
                <a16:creationId xmlns:a16="http://schemas.microsoft.com/office/drawing/2014/main" id="{813CD308-68FF-A999-19DD-634C516F89EF}"/>
              </a:ext>
            </a:extLst>
          </p:cNvPr>
          <p:cNvSpPr>
            <a:spLocks noGrp="1"/>
          </p:cNvSpPr>
          <p:nvPr>
            <p:ph type="pic" sz="quarter" idx="22"/>
          </p:nvPr>
        </p:nvSpPr>
        <p:spPr>
          <a:xfrm>
            <a:off x="2374340" y="2280940"/>
            <a:ext cx="581621" cy="581621"/>
          </a:xfrm>
        </p:spPr>
        <p:txBody>
          <a:bodyPr anchor="ctr"/>
          <a:lstStyle>
            <a:lvl1pPr marL="0" indent="0" algn="ctr">
              <a:buNone/>
              <a:defRPr sz="450" b="0" i="0">
                <a:solidFill>
                  <a:schemeClr val="tx2"/>
                </a:solidFill>
              </a:defRPr>
            </a:lvl1pPr>
          </a:lstStyle>
          <a:p>
            <a:endParaRPr lang="en-RU"/>
          </a:p>
        </p:txBody>
      </p:sp>
      <p:sp>
        <p:nvSpPr>
          <p:cNvPr id="16" name="Picture Placeholder 2">
            <a:extLst>
              <a:ext uri="{FF2B5EF4-FFF2-40B4-BE49-F238E27FC236}">
                <a16:creationId xmlns:a16="http://schemas.microsoft.com/office/drawing/2014/main" id="{544B2EF2-F98E-60C1-CF73-66C68921CC8B}"/>
              </a:ext>
            </a:extLst>
          </p:cNvPr>
          <p:cNvSpPr>
            <a:spLocks noGrp="1"/>
          </p:cNvSpPr>
          <p:nvPr>
            <p:ph type="pic" sz="quarter" idx="23"/>
          </p:nvPr>
        </p:nvSpPr>
        <p:spPr>
          <a:xfrm>
            <a:off x="3132877" y="2280940"/>
            <a:ext cx="581621" cy="581621"/>
          </a:xfrm>
        </p:spPr>
        <p:txBody>
          <a:bodyPr anchor="ctr"/>
          <a:lstStyle>
            <a:lvl1pPr marL="0" indent="0" algn="ctr">
              <a:buNone/>
              <a:defRPr sz="450" b="0" i="0">
                <a:solidFill>
                  <a:schemeClr val="tx2"/>
                </a:solidFill>
              </a:defRPr>
            </a:lvl1pPr>
          </a:lstStyle>
          <a:p>
            <a:endParaRPr lang="en-RU"/>
          </a:p>
        </p:txBody>
      </p:sp>
      <p:sp>
        <p:nvSpPr>
          <p:cNvPr id="17" name="Picture Placeholder 2">
            <a:extLst>
              <a:ext uri="{FF2B5EF4-FFF2-40B4-BE49-F238E27FC236}">
                <a16:creationId xmlns:a16="http://schemas.microsoft.com/office/drawing/2014/main" id="{EF35E500-B40C-731B-F160-646A4E4096E5}"/>
              </a:ext>
            </a:extLst>
          </p:cNvPr>
          <p:cNvSpPr>
            <a:spLocks noGrp="1"/>
          </p:cNvSpPr>
          <p:nvPr>
            <p:ph type="pic" sz="quarter" idx="24"/>
          </p:nvPr>
        </p:nvSpPr>
        <p:spPr>
          <a:xfrm>
            <a:off x="3891413" y="2280940"/>
            <a:ext cx="581621" cy="581621"/>
          </a:xfrm>
        </p:spPr>
        <p:txBody>
          <a:bodyPr anchor="ctr"/>
          <a:lstStyle>
            <a:lvl1pPr marL="0" indent="0" algn="ctr">
              <a:buNone/>
              <a:defRPr sz="450" b="0" i="0">
                <a:solidFill>
                  <a:schemeClr val="tx2"/>
                </a:solidFill>
              </a:defRPr>
            </a:lvl1pPr>
          </a:lstStyle>
          <a:p>
            <a:endParaRPr lang="en-RU"/>
          </a:p>
        </p:txBody>
      </p:sp>
      <p:sp>
        <p:nvSpPr>
          <p:cNvPr id="22" name="Picture Placeholder 2">
            <a:extLst>
              <a:ext uri="{FF2B5EF4-FFF2-40B4-BE49-F238E27FC236}">
                <a16:creationId xmlns:a16="http://schemas.microsoft.com/office/drawing/2014/main" id="{C40576C6-8178-6534-18F2-8538E221D600}"/>
              </a:ext>
            </a:extLst>
          </p:cNvPr>
          <p:cNvSpPr>
            <a:spLocks noGrp="1"/>
          </p:cNvSpPr>
          <p:nvPr>
            <p:ph type="pic" sz="quarter" idx="25"/>
          </p:nvPr>
        </p:nvSpPr>
        <p:spPr>
          <a:xfrm>
            <a:off x="4649950" y="2280940"/>
            <a:ext cx="581621" cy="581621"/>
          </a:xfrm>
        </p:spPr>
        <p:txBody>
          <a:bodyPr anchor="ctr"/>
          <a:lstStyle>
            <a:lvl1pPr marL="0" indent="0" algn="ctr">
              <a:buNone/>
              <a:defRPr sz="450" b="0" i="0">
                <a:solidFill>
                  <a:schemeClr val="tx2"/>
                </a:solidFill>
              </a:defRPr>
            </a:lvl1pPr>
          </a:lstStyle>
          <a:p>
            <a:endParaRPr lang="en-RU"/>
          </a:p>
        </p:txBody>
      </p:sp>
      <p:sp>
        <p:nvSpPr>
          <p:cNvPr id="23" name="Picture Placeholder 2">
            <a:extLst>
              <a:ext uri="{FF2B5EF4-FFF2-40B4-BE49-F238E27FC236}">
                <a16:creationId xmlns:a16="http://schemas.microsoft.com/office/drawing/2014/main" id="{AD9496EA-0470-FB29-CDD5-F6E48214DB02}"/>
              </a:ext>
            </a:extLst>
          </p:cNvPr>
          <p:cNvSpPr>
            <a:spLocks noGrp="1"/>
          </p:cNvSpPr>
          <p:nvPr>
            <p:ph type="pic" sz="quarter" idx="26"/>
          </p:nvPr>
        </p:nvSpPr>
        <p:spPr>
          <a:xfrm>
            <a:off x="5408486" y="2280940"/>
            <a:ext cx="581621" cy="581621"/>
          </a:xfrm>
        </p:spPr>
        <p:txBody>
          <a:bodyPr anchor="ctr"/>
          <a:lstStyle>
            <a:lvl1pPr marL="0" indent="0" algn="ctr">
              <a:buNone/>
              <a:defRPr sz="450" b="0" i="0">
                <a:solidFill>
                  <a:schemeClr val="tx2"/>
                </a:solidFill>
              </a:defRPr>
            </a:lvl1pPr>
          </a:lstStyle>
          <a:p>
            <a:endParaRPr lang="en-RU"/>
          </a:p>
        </p:txBody>
      </p:sp>
      <p:sp>
        <p:nvSpPr>
          <p:cNvPr id="24" name="Picture Placeholder 2">
            <a:extLst>
              <a:ext uri="{FF2B5EF4-FFF2-40B4-BE49-F238E27FC236}">
                <a16:creationId xmlns:a16="http://schemas.microsoft.com/office/drawing/2014/main" id="{88D9A9B2-8B65-E4F4-8417-58309B0510AF}"/>
              </a:ext>
            </a:extLst>
          </p:cNvPr>
          <p:cNvSpPr>
            <a:spLocks noGrp="1"/>
          </p:cNvSpPr>
          <p:nvPr>
            <p:ph type="pic" sz="quarter" idx="27"/>
          </p:nvPr>
        </p:nvSpPr>
        <p:spPr>
          <a:xfrm>
            <a:off x="6167023" y="2280940"/>
            <a:ext cx="581621" cy="581621"/>
          </a:xfrm>
        </p:spPr>
        <p:txBody>
          <a:bodyPr anchor="ctr"/>
          <a:lstStyle>
            <a:lvl1pPr marL="0" indent="0" algn="ctr">
              <a:buNone/>
              <a:defRPr sz="450" b="0" i="0">
                <a:solidFill>
                  <a:schemeClr val="tx2"/>
                </a:solidFill>
              </a:defRPr>
            </a:lvl1pPr>
          </a:lstStyle>
          <a:p>
            <a:endParaRPr lang="en-RU"/>
          </a:p>
        </p:txBody>
      </p:sp>
      <p:sp>
        <p:nvSpPr>
          <p:cNvPr id="25" name="Picture Placeholder 2">
            <a:extLst>
              <a:ext uri="{FF2B5EF4-FFF2-40B4-BE49-F238E27FC236}">
                <a16:creationId xmlns:a16="http://schemas.microsoft.com/office/drawing/2014/main" id="{A68EAFA6-9A39-E5F2-2C60-69021D6C01CD}"/>
              </a:ext>
            </a:extLst>
          </p:cNvPr>
          <p:cNvSpPr>
            <a:spLocks noGrp="1"/>
          </p:cNvSpPr>
          <p:nvPr>
            <p:ph type="pic" sz="quarter" idx="28"/>
          </p:nvPr>
        </p:nvSpPr>
        <p:spPr>
          <a:xfrm>
            <a:off x="6925559" y="2280940"/>
            <a:ext cx="581621" cy="581621"/>
          </a:xfrm>
        </p:spPr>
        <p:txBody>
          <a:bodyPr anchor="ctr"/>
          <a:lstStyle>
            <a:lvl1pPr marL="0" indent="0" algn="ctr">
              <a:buNone/>
              <a:defRPr sz="450" b="0" i="0">
                <a:solidFill>
                  <a:schemeClr val="tx2"/>
                </a:solidFill>
              </a:defRPr>
            </a:lvl1pPr>
          </a:lstStyle>
          <a:p>
            <a:endParaRPr lang="en-RU"/>
          </a:p>
        </p:txBody>
      </p:sp>
      <p:sp>
        <p:nvSpPr>
          <p:cNvPr id="26" name="Picture Placeholder 2">
            <a:extLst>
              <a:ext uri="{FF2B5EF4-FFF2-40B4-BE49-F238E27FC236}">
                <a16:creationId xmlns:a16="http://schemas.microsoft.com/office/drawing/2014/main" id="{05C09156-4CED-2208-EB2C-7A3FBEB9A045}"/>
              </a:ext>
            </a:extLst>
          </p:cNvPr>
          <p:cNvSpPr>
            <a:spLocks noGrp="1"/>
          </p:cNvSpPr>
          <p:nvPr>
            <p:ph type="pic" sz="quarter" idx="29"/>
          </p:nvPr>
        </p:nvSpPr>
        <p:spPr>
          <a:xfrm>
            <a:off x="7684094" y="2280940"/>
            <a:ext cx="581621" cy="581621"/>
          </a:xfrm>
        </p:spPr>
        <p:txBody>
          <a:bodyPr anchor="ctr"/>
          <a:lstStyle>
            <a:lvl1pPr marL="0" indent="0" algn="ctr">
              <a:buNone/>
              <a:defRPr sz="450" b="0" i="0">
                <a:solidFill>
                  <a:schemeClr val="tx2"/>
                </a:solidFill>
              </a:defRPr>
            </a:lvl1pPr>
          </a:lstStyle>
          <a:p>
            <a:endParaRPr lang="en-RU"/>
          </a:p>
        </p:txBody>
      </p:sp>
      <p:sp>
        <p:nvSpPr>
          <p:cNvPr id="27" name="Picture Placeholder 2">
            <a:extLst>
              <a:ext uri="{FF2B5EF4-FFF2-40B4-BE49-F238E27FC236}">
                <a16:creationId xmlns:a16="http://schemas.microsoft.com/office/drawing/2014/main" id="{09D9452F-6C66-AD51-CF30-5CC0A15F86E5}"/>
              </a:ext>
            </a:extLst>
          </p:cNvPr>
          <p:cNvSpPr>
            <a:spLocks noGrp="1"/>
          </p:cNvSpPr>
          <p:nvPr>
            <p:ph type="pic" sz="quarter" idx="30"/>
          </p:nvPr>
        </p:nvSpPr>
        <p:spPr>
          <a:xfrm>
            <a:off x="867658" y="3049840"/>
            <a:ext cx="581621" cy="581621"/>
          </a:xfrm>
        </p:spPr>
        <p:txBody>
          <a:bodyPr anchor="ctr"/>
          <a:lstStyle>
            <a:lvl1pPr marL="0" indent="0" algn="ctr">
              <a:buNone/>
              <a:defRPr sz="450" b="0" i="0">
                <a:solidFill>
                  <a:schemeClr val="tx2"/>
                </a:solidFill>
              </a:defRPr>
            </a:lvl1pPr>
          </a:lstStyle>
          <a:p>
            <a:endParaRPr lang="en-RU"/>
          </a:p>
        </p:txBody>
      </p:sp>
      <p:sp>
        <p:nvSpPr>
          <p:cNvPr id="28" name="Picture Placeholder 2">
            <a:extLst>
              <a:ext uri="{FF2B5EF4-FFF2-40B4-BE49-F238E27FC236}">
                <a16:creationId xmlns:a16="http://schemas.microsoft.com/office/drawing/2014/main" id="{7D50050F-0DD0-7A0E-6197-0C4E8EFAF7D6}"/>
              </a:ext>
            </a:extLst>
          </p:cNvPr>
          <p:cNvSpPr>
            <a:spLocks noGrp="1"/>
          </p:cNvSpPr>
          <p:nvPr>
            <p:ph type="pic" sz="quarter" idx="31"/>
          </p:nvPr>
        </p:nvSpPr>
        <p:spPr>
          <a:xfrm>
            <a:off x="1626195" y="3049840"/>
            <a:ext cx="581621" cy="581621"/>
          </a:xfrm>
        </p:spPr>
        <p:txBody>
          <a:bodyPr anchor="ctr"/>
          <a:lstStyle>
            <a:lvl1pPr marL="0" indent="0" algn="ctr">
              <a:buNone/>
              <a:defRPr sz="450" b="0" i="0">
                <a:solidFill>
                  <a:schemeClr val="tx2"/>
                </a:solidFill>
              </a:defRPr>
            </a:lvl1pPr>
          </a:lstStyle>
          <a:p>
            <a:endParaRPr lang="en-RU"/>
          </a:p>
        </p:txBody>
      </p:sp>
      <p:sp>
        <p:nvSpPr>
          <p:cNvPr id="29" name="Picture Placeholder 2">
            <a:extLst>
              <a:ext uri="{FF2B5EF4-FFF2-40B4-BE49-F238E27FC236}">
                <a16:creationId xmlns:a16="http://schemas.microsoft.com/office/drawing/2014/main" id="{459806BF-8A6A-042D-6D9B-73644467F3E4}"/>
              </a:ext>
            </a:extLst>
          </p:cNvPr>
          <p:cNvSpPr>
            <a:spLocks noGrp="1"/>
          </p:cNvSpPr>
          <p:nvPr>
            <p:ph type="pic" sz="quarter" idx="32"/>
          </p:nvPr>
        </p:nvSpPr>
        <p:spPr>
          <a:xfrm>
            <a:off x="2384731" y="3049840"/>
            <a:ext cx="581621" cy="581621"/>
          </a:xfrm>
        </p:spPr>
        <p:txBody>
          <a:bodyPr anchor="ctr"/>
          <a:lstStyle>
            <a:lvl1pPr marL="0" indent="0" algn="ctr">
              <a:buNone/>
              <a:defRPr sz="450" b="0" i="0">
                <a:solidFill>
                  <a:schemeClr val="tx2"/>
                </a:solidFill>
              </a:defRPr>
            </a:lvl1pPr>
          </a:lstStyle>
          <a:p>
            <a:endParaRPr lang="en-RU"/>
          </a:p>
        </p:txBody>
      </p:sp>
      <p:sp>
        <p:nvSpPr>
          <p:cNvPr id="30" name="Picture Placeholder 2">
            <a:extLst>
              <a:ext uri="{FF2B5EF4-FFF2-40B4-BE49-F238E27FC236}">
                <a16:creationId xmlns:a16="http://schemas.microsoft.com/office/drawing/2014/main" id="{40485814-37EE-542B-DC21-18BB842798EF}"/>
              </a:ext>
            </a:extLst>
          </p:cNvPr>
          <p:cNvSpPr>
            <a:spLocks noGrp="1"/>
          </p:cNvSpPr>
          <p:nvPr>
            <p:ph type="pic" sz="quarter" idx="33"/>
          </p:nvPr>
        </p:nvSpPr>
        <p:spPr>
          <a:xfrm>
            <a:off x="3143268" y="3049840"/>
            <a:ext cx="581621" cy="581621"/>
          </a:xfrm>
        </p:spPr>
        <p:txBody>
          <a:bodyPr anchor="ctr"/>
          <a:lstStyle>
            <a:lvl1pPr marL="0" indent="0" algn="ctr">
              <a:buNone/>
              <a:defRPr sz="450" b="0" i="0">
                <a:solidFill>
                  <a:schemeClr val="tx2"/>
                </a:solidFill>
              </a:defRPr>
            </a:lvl1pPr>
          </a:lstStyle>
          <a:p>
            <a:endParaRPr lang="en-RU"/>
          </a:p>
        </p:txBody>
      </p:sp>
      <p:sp>
        <p:nvSpPr>
          <p:cNvPr id="31" name="Picture Placeholder 2">
            <a:extLst>
              <a:ext uri="{FF2B5EF4-FFF2-40B4-BE49-F238E27FC236}">
                <a16:creationId xmlns:a16="http://schemas.microsoft.com/office/drawing/2014/main" id="{1DC128D0-29F0-94C1-DEA8-5433F2802AE5}"/>
              </a:ext>
            </a:extLst>
          </p:cNvPr>
          <p:cNvSpPr>
            <a:spLocks noGrp="1"/>
          </p:cNvSpPr>
          <p:nvPr>
            <p:ph type="pic" sz="quarter" idx="34"/>
          </p:nvPr>
        </p:nvSpPr>
        <p:spPr>
          <a:xfrm>
            <a:off x="3901804" y="3049840"/>
            <a:ext cx="581621" cy="581621"/>
          </a:xfrm>
        </p:spPr>
        <p:txBody>
          <a:bodyPr anchor="ctr"/>
          <a:lstStyle>
            <a:lvl1pPr marL="0" indent="0" algn="ctr">
              <a:buNone/>
              <a:defRPr sz="450" b="0" i="0">
                <a:solidFill>
                  <a:schemeClr val="tx2"/>
                </a:solidFill>
              </a:defRPr>
            </a:lvl1pPr>
          </a:lstStyle>
          <a:p>
            <a:endParaRPr lang="en-RU"/>
          </a:p>
        </p:txBody>
      </p:sp>
      <p:sp>
        <p:nvSpPr>
          <p:cNvPr id="32" name="Picture Placeholder 2">
            <a:extLst>
              <a:ext uri="{FF2B5EF4-FFF2-40B4-BE49-F238E27FC236}">
                <a16:creationId xmlns:a16="http://schemas.microsoft.com/office/drawing/2014/main" id="{7340B07C-B799-2E7A-E48D-8862005B62D5}"/>
              </a:ext>
            </a:extLst>
          </p:cNvPr>
          <p:cNvSpPr>
            <a:spLocks noGrp="1"/>
          </p:cNvSpPr>
          <p:nvPr>
            <p:ph type="pic" sz="quarter" idx="35"/>
          </p:nvPr>
        </p:nvSpPr>
        <p:spPr>
          <a:xfrm>
            <a:off x="4660341" y="3049840"/>
            <a:ext cx="581621" cy="581621"/>
          </a:xfrm>
        </p:spPr>
        <p:txBody>
          <a:bodyPr anchor="ctr"/>
          <a:lstStyle>
            <a:lvl1pPr marL="0" indent="0" algn="ctr">
              <a:buNone/>
              <a:defRPr sz="450" b="0" i="0">
                <a:solidFill>
                  <a:schemeClr val="tx2"/>
                </a:solidFill>
              </a:defRPr>
            </a:lvl1pPr>
          </a:lstStyle>
          <a:p>
            <a:endParaRPr lang="en-RU"/>
          </a:p>
        </p:txBody>
      </p:sp>
      <p:sp>
        <p:nvSpPr>
          <p:cNvPr id="33" name="Picture Placeholder 2">
            <a:extLst>
              <a:ext uri="{FF2B5EF4-FFF2-40B4-BE49-F238E27FC236}">
                <a16:creationId xmlns:a16="http://schemas.microsoft.com/office/drawing/2014/main" id="{5B883DDA-943E-3560-048D-76A1F9F393AE}"/>
              </a:ext>
            </a:extLst>
          </p:cNvPr>
          <p:cNvSpPr>
            <a:spLocks noGrp="1"/>
          </p:cNvSpPr>
          <p:nvPr>
            <p:ph type="pic" sz="quarter" idx="36"/>
          </p:nvPr>
        </p:nvSpPr>
        <p:spPr>
          <a:xfrm>
            <a:off x="5418877" y="3049840"/>
            <a:ext cx="581621" cy="581621"/>
          </a:xfrm>
        </p:spPr>
        <p:txBody>
          <a:bodyPr anchor="ctr"/>
          <a:lstStyle>
            <a:lvl1pPr marL="0" indent="0" algn="ctr">
              <a:buNone/>
              <a:defRPr sz="450" b="0" i="0">
                <a:solidFill>
                  <a:schemeClr val="tx2"/>
                </a:solidFill>
              </a:defRPr>
            </a:lvl1pPr>
          </a:lstStyle>
          <a:p>
            <a:endParaRPr lang="en-RU"/>
          </a:p>
        </p:txBody>
      </p:sp>
      <p:sp>
        <p:nvSpPr>
          <p:cNvPr id="34" name="Picture Placeholder 2">
            <a:extLst>
              <a:ext uri="{FF2B5EF4-FFF2-40B4-BE49-F238E27FC236}">
                <a16:creationId xmlns:a16="http://schemas.microsoft.com/office/drawing/2014/main" id="{FAE15F83-05D8-A35F-5D7E-46BFC808306D}"/>
              </a:ext>
            </a:extLst>
          </p:cNvPr>
          <p:cNvSpPr>
            <a:spLocks noGrp="1"/>
          </p:cNvSpPr>
          <p:nvPr>
            <p:ph type="pic" sz="quarter" idx="37"/>
          </p:nvPr>
        </p:nvSpPr>
        <p:spPr>
          <a:xfrm>
            <a:off x="6177414" y="3049840"/>
            <a:ext cx="581621" cy="581621"/>
          </a:xfrm>
        </p:spPr>
        <p:txBody>
          <a:bodyPr anchor="ctr"/>
          <a:lstStyle>
            <a:lvl1pPr marL="0" indent="0" algn="ctr">
              <a:buNone/>
              <a:defRPr sz="450" b="0" i="0">
                <a:solidFill>
                  <a:schemeClr val="tx2"/>
                </a:solidFill>
              </a:defRPr>
            </a:lvl1pPr>
          </a:lstStyle>
          <a:p>
            <a:endParaRPr lang="en-RU"/>
          </a:p>
        </p:txBody>
      </p:sp>
      <p:sp>
        <p:nvSpPr>
          <p:cNvPr id="35" name="Picture Placeholder 2">
            <a:extLst>
              <a:ext uri="{FF2B5EF4-FFF2-40B4-BE49-F238E27FC236}">
                <a16:creationId xmlns:a16="http://schemas.microsoft.com/office/drawing/2014/main" id="{20949296-3209-7548-ECB3-40CEE1759B50}"/>
              </a:ext>
            </a:extLst>
          </p:cNvPr>
          <p:cNvSpPr>
            <a:spLocks noGrp="1"/>
          </p:cNvSpPr>
          <p:nvPr>
            <p:ph type="pic" sz="quarter" idx="38"/>
          </p:nvPr>
        </p:nvSpPr>
        <p:spPr>
          <a:xfrm>
            <a:off x="6935950" y="3049840"/>
            <a:ext cx="581621" cy="581621"/>
          </a:xfrm>
        </p:spPr>
        <p:txBody>
          <a:bodyPr anchor="ctr"/>
          <a:lstStyle>
            <a:lvl1pPr marL="0" indent="0" algn="ctr">
              <a:buNone/>
              <a:defRPr sz="450" b="0" i="0">
                <a:solidFill>
                  <a:schemeClr val="tx2"/>
                </a:solidFill>
              </a:defRPr>
            </a:lvl1pPr>
          </a:lstStyle>
          <a:p>
            <a:endParaRPr lang="en-RU"/>
          </a:p>
        </p:txBody>
      </p:sp>
      <p:sp>
        <p:nvSpPr>
          <p:cNvPr id="36" name="Picture Placeholder 2">
            <a:extLst>
              <a:ext uri="{FF2B5EF4-FFF2-40B4-BE49-F238E27FC236}">
                <a16:creationId xmlns:a16="http://schemas.microsoft.com/office/drawing/2014/main" id="{0878085A-B695-0ACE-ED86-DE6F934FD6F5}"/>
              </a:ext>
            </a:extLst>
          </p:cNvPr>
          <p:cNvSpPr>
            <a:spLocks noGrp="1"/>
          </p:cNvSpPr>
          <p:nvPr>
            <p:ph type="pic" sz="quarter" idx="39"/>
          </p:nvPr>
        </p:nvSpPr>
        <p:spPr>
          <a:xfrm>
            <a:off x="7694485" y="3049840"/>
            <a:ext cx="581621" cy="581621"/>
          </a:xfrm>
        </p:spPr>
        <p:txBody>
          <a:bodyPr anchor="ctr"/>
          <a:lstStyle>
            <a:lvl1pPr marL="0" indent="0" algn="ctr">
              <a:buNone/>
              <a:defRPr sz="450" b="0" i="0">
                <a:solidFill>
                  <a:schemeClr val="tx2"/>
                </a:solidFill>
              </a:defRPr>
            </a:lvl1pPr>
          </a:lstStyle>
          <a:p>
            <a:endParaRPr lang="en-RU"/>
          </a:p>
        </p:txBody>
      </p:sp>
      <p:sp>
        <p:nvSpPr>
          <p:cNvPr id="18" name="Title 1">
            <a:extLst>
              <a:ext uri="{FF2B5EF4-FFF2-40B4-BE49-F238E27FC236}">
                <a16:creationId xmlns:a16="http://schemas.microsoft.com/office/drawing/2014/main" id="{60BE254E-3C97-2E87-7895-4528B05777DC}"/>
              </a:ext>
            </a:extLst>
          </p:cNvPr>
          <p:cNvSpPr>
            <a:spLocks noGrp="1"/>
          </p:cNvSpPr>
          <p:nvPr>
            <p:ph type="title" hasCustomPrompt="1"/>
          </p:nvPr>
        </p:nvSpPr>
        <p:spPr>
          <a:xfrm>
            <a:off x="386952" y="295565"/>
            <a:ext cx="8378757" cy="723900"/>
          </a:xfrm>
        </p:spPr>
        <p:txBody>
          <a:bodyPr>
            <a:noAutofit/>
          </a:bodyPr>
          <a:lstStyle/>
          <a:p>
            <a:r>
              <a:rPr lang="en-US" dirty="0"/>
              <a:t>Click To Edit Master Title Style</a:t>
            </a:r>
            <a:endParaRPr lang="en-AU" dirty="0"/>
          </a:p>
        </p:txBody>
      </p:sp>
    </p:spTree>
    <p:extLst>
      <p:ext uri="{BB962C8B-B14F-4D97-AF65-F5344CB8AC3E}">
        <p14:creationId xmlns:p14="http://schemas.microsoft.com/office/powerpoint/2010/main" val="945944723"/>
      </p:ext>
    </p:extLst>
  </p:cSld>
  <p:clrMapOvr>
    <a:masterClrMapping/>
  </p:clrMapOvr>
  <p:transition spd="med"/>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Content - Dark">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13AE9919-8BE1-9B8D-8546-E7527B31B533}"/>
              </a:ext>
            </a:extLst>
          </p:cNvPr>
          <p:cNvSpPr>
            <a:spLocks noGrp="1"/>
          </p:cNvSpPr>
          <p:nvPr>
            <p:ph type="title" hasCustomPrompt="1"/>
          </p:nvPr>
        </p:nvSpPr>
        <p:spPr>
          <a:xfrm>
            <a:off x="386952" y="292100"/>
            <a:ext cx="8377635" cy="723900"/>
          </a:xfrm>
          <a:prstGeom prst="rect">
            <a:avLst/>
          </a:prstGeom>
        </p:spPr>
        <p:txBody>
          <a:bodyPr vert="horz" lIns="0" tIns="0" rIns="0" bIns="0" rtlCol="0" anchor="t">
            <a:normAutofit/>
          </a:bodyPr>
          <a:lstStyle>
            <a:lvl1pPr>
              <a:defRPr b="1"/>
            </a:lvl1pPr>
          </a:lstStyle>
          <a:p>
            <a:r>
              <a:rPr lang="en-US" dirty="0"/>
              <a:t>Click To Edit Master Title Style</a:t>
            </a:r>
          </a:p>
        </p:txBody>
      </p:sp>
      <p:sp>
        <p:nvSpPr>
          <p:cNvPr id="3" name="Text Placeholder 2">
            <a:extLst>
              <a:ext uri="{FF2B5EF4-FFF2-40B4-BE49-F238E27FC236}">
                <a16:creationId xmlns:a16="http://schemas.microsoft.com/office/drawing/2014/main" id="{A1949B20-CE4F-2CE3-7EBD-9F382E2320AD}"/>
              </a:ext>
            </a:extLst>
          </p:cNvPr>
          <p:cNvSpPr>
            <a:spLocks noGrp="1"/>
          </p:cNvSpPr>
          <p:nvPr>
            <p:ph type="body" sz="quarter" idx="10"/>
          </p:nvPr>
        </p:nvSpPr>
        <p:spPr>
          <a:xfrm>
            <a:off x="379413" y="1203325"/>
            <a:ext cx="8369300" cy="347027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Tree>
    <p:extLst>
      <p:ext uri="{BB962C8B-B14F-4D97-AF65-F5344CB8AC3E}">
        <p14:creationId xmlns:p14="http://schemas.microsoft.com/office/powerpoint/2010/main" val="104738193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Only Title - Dar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92662-CDB7-0D2F-E428-AED45F92F026}"/>
              </a:ext>
            </a:extLst>
          </p:cNvPr>
          <p:cNvSpPr>
            <a:spLocks noGrp="1"/>
          </p:cNvSpPr>
          <p:nvPr>
            <p:ph type="title" hasCustomPrompt="1"/>
          </p:nvPr>
        </p:nvSpPr>
        <p:spPr>
          <a:xfrm>
            <a:off x="386952" y="292100"/>
            <a:ext cx="8382000" cy="723900"/>
          </a:xfrm>
        </p:spPr>
        <p:txBody>
          <a:bodyPr>
            <a:noAutofit/>
          </a:bodyPr>
          <a:lstStyle/>
          <a:p>
            <a:r>
              <a:rPr lang="en-US" dirty="0"/>
              <a:t>Click To Edit Master Title Style</a:t>
            </a:r>
            <a:endParaRPr lang="en-AU" dirty="0"/>
          </a:p>
        </p:txBody>
      </p:sp>
    </p:spTree>
    <p:extLst>
      <p:ext uri="{BB962C8B-B14F-4D97-AF65-F5344CB8AC3E}">
        <p14:creationId xmlns:p14="http://schemas.microsoft.com/office/powerpoint/2010/main" val="366487786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itle and two columns" preserve="1" userDrawn="1">
  <p:cSld name="Title and two columns">
    <p:spTree>
      <p:nvGrpSpPr>
        <p:cNvPr id="1" name="Shape 20"/>
        <p:cNvGrpSpPr/>
        <p:nvPr/>
      </p:nvGrpSpPr>
      <p:grpSpPr>
        <a:xfrm>
          <a:off x="0" y="0"/>
          <a:ext cx="0" cy="0"/>
          <a:chOff x="0" y="0"/>
          <a:chExt cx="0" cy="0"/>
        </a:xfrm>
      </p:grpSpPr>
      <p:sp>
        <p:nvSpPr>
          <p:cNvPr id="2" name="Title 1">
            <a:extLst>
              <a:ext uri="{FF2B5EF4-FFF2-40B4-BE49-F238E27FC236}">
                <a16:creationId xmlns:a16="http://schemas.microsoft.com/office/drawing/2014/main" id="{D0BA8766-ADC2-F883-E66A-19762FBDD3A9}"/>
              </a:ext>
            </a:extLst>
          </p:cNvPr>
          <p:cNvSpPr>
            <a:spLocks noGrp="1"/>
          </p:cNvSpPr>
          <p:nvPr>
            <p:ph type="title" hasCustomPrompt="1"/>
          </p:nvPr>
        </p:nvSpPr>
        <p:spPr>
          <a:xfrm>
            <a:off x="386952" y="295565"/>
            <a:ext cx="8378757" cy="723900"/>
          </a:xfrm>
        </p:spPr>
        <p:txBody>
          <a:bodyPr>
            <a:noAutofit/>
          </a:bodyPr>
          <a:lstStyle/>
          <a:p>
            <a:r>
              <a:rPr lang="en-US" dirty="0"/>
              <a:t>Click To Edit Master Title Style</a:t>
            </a:r>
            <a:endParaRPr lang="en-AU" dirty="0"/>
          </a:p>
        </p:txBody>
      </p:sp>
      <p:sp>
        <p:nvSpPr>
          <p:cNvPr id="4" name="Text Placeholder 2">
            <a:extLst>
              <a:ext uri="{FF2B5EF4-FFF2-40B4-BE49-F238E27FC236}">
                <a16:creationId xmlns:a16="http://schemas.microsoft.com/office/drawing/2014/main" id="{7F54B2D3-931D-FABC-43B5-1DB36990372C}"/>
              </a:ext>
            </a:extLst>
          </p:cNvPr>
          <p:cNvSpPr>
            <a:spLocks noGrp="1"/>
          </p:cNvSpPr>
          <p:nvPr>
            <p:ph type="body" sz="quarter" idx="10"/>
          </p:nvPr>
        </p:nvSpPr>
        <p:spPr>
          <a:xfrm>
            <a:off x="400600" y="1206500"/>
            <a:ext cx="4076700" cy="34671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7" name="Text Placeholder 2">
            <a:extLst>
              <a:ext uri="{FF2B5EF4-FFF2-40B4-BE49-F238E27FC236}">
                <a16:creationId xmlns:a16="http://schemas.microsoft.com/office/drawing/2014/main" id="{733C3E95-7C24-B7BD-6750-0D4AC5E09DCA}"/>
              </a:ext>
            </a:extLst>
          </p:cNvPr>
          <p:cNvSpPr>
            <a:spLocks noGrp="1"/>
          </p:cNvSpPr>
          <p:nvPr>
            <p:ph type="body" sz="quarter" idx="11"/>
          </p:nvPr>
        </p:nvSpPr>
        <p:spPr>
          <a:xfrm>
            <a:off x="4677400" y="1206500"/>
            <a:ext cx="4076700" cy="34671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Tree>
    <p:extLst>
      <p:ext uri="{BB962C8B-B14F-4D97-AF65-F5344CB8AC3E}">
        <p14:creationId xmlns:p14="http://schemas.microsoft.com/office/powerpoint/2010/main" val="2610025434"/>
      </p:ext>
    </p:extLst>
  </p:cSld>
  <p:clrMapOvr>
    <a:masterClrMapping/>
  </p:clrMapOvr>
  <p:extLst>
    <p:ext uri="{DCECCB84-F9BA-43D5-87BE-67443E8EF086}">
      <p15:sldGuideLst xmlns:p15="http://schemas.microsoft.com/office/powerpoint/2012/main">
        <p15:guide id="1" orient="horz" pos="1643" userDrawn="1">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Blank" type="blank" preserve="1">
  <p:cSld name="Blank">
    <p:spTree>
      <p:nvGrpSpPr>
        <p:cNvPr id="1" name="Shape 48"/>
        <p:cNvGrpSpPr/>
        <p:nvPr/>
      </p:nvGrpSpPr>
      <p:grpSpPr>
        <a:xfrm>
          <a:off x="0" y="0"/>
          <a:ext cx="0" cy="0"/>
          <a:chOff x="0" y="0"/>
          <a:chExt cx="0" cy="0"/>
        </a:xfrm>
      </p:grpSpPr>
    </p:spTree>
    <p:extLst>
      <p:ext uri="{BB962C8B-B14F-4D97-AF65-F5344CB8AC3E}">
        <p14:creationId xmlns:p14="http://schemas.microsoft.com/office/powerpoint/2010/main" val="239824932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wo Content with Image - Dark">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A611BBA6-9D53-141F-E542-580F8ED80DFE}"/>
              </a:ext>
            </a:extLst>
          </p:cNvPr>
          <p:cNvSpPr>
            <a:spLocks noGrp="1"/>
          </p:cNvSpPr>
          <p:nvPr>
            <p:ph sz="half" idx="1"/>
          </p:nvPr>
        </p:nvSpPr>
        <p:spPr>
          <a:xfrm>
            <a:off x="386952" y="3073400"/>
            <a:ext cx="4089400" cy="1600200"/>
          </a:xfrm>
        </p:spPr>
        <p:txBody>
          <a:bodyPr>
            <a:noAutofit/>
          </a:bodyPr>
          <a:lstStyle>
            <a:lvl1pPr>
              <a:defRPr sz="1100" b="0" i="0">
                <a:latin typeface="Verdana" panose="020B0604030504040204" pitchFamily="34" charset="0"/>
                <a:ea typeface="Verdana" panose="020B0604030504040204" pitchFamily="34" charset="0"/>
                <a:cs typeface="Verdana" panose="020B0604030504040204" pitchFamily="34" charset="0"/>
              </a:defRPr>
            </a:lvl1pPr>
            <a:lvl2pPr>
              <a:defRPr sz="1050" b="0" i="0">
                <a:latin typeface="Verdana" panose="020B0604030504040204" pitchFamily="34" charset="0"/>
                <a:ea typeface="Verdana" panose="020B0604030504040204" pitchFamily="34" charset="0"/>
                <a:cs typeface="Verdana" panose="020B0604030504040204" pitchFamily="34" charset="0"/>
              </a:defRPr>
            </a:lvl2pPr>
            <a:lvl3pPr>
              <a:defRPr sz="800" b="0" i="0">
                <a:latin typeface="Verdana" panose="020B0604030504040204" pitchFamily="34" charset="0"/>
                <a:ea typeface="Verdana" panose="020B0604030504040204" pitchFamily="34" charset="0"/>
                <a:cs typeface="Verdana" panose="020B0604030504040204" pitchFamily="34" charset="0"/>
              </a:defRPr>
            </a:lvl3pPr>
            <a:lvl4pPr>
              <a:defRPr b="0" i="0">
                <a:latin typeface="Aptos" panose="020B0004020202020204" pitchFamily="34" charset="0"/>
                <a:cs typeface="Aptos" panose="020B0004020202020204" pitchFamily="34" charset="0"/>
              </a:defRPr>
            </a:lvl4pPr>
            <a:lvl5pPr>
              <a:defRPr b="0" i="0">
                <a:latin typeface="Aptos" panose="020B0004020202020204" pitchFamily="34" charset="0"/>
                <a:cs typeface="Aptos"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4" name="Content Placeholder 3">
            <a:extLst>
              <a:ext uri="{FF2B5EF4-FFF2-40B4-BE49-F238E27FC236}">
                <a16:creationId xmlns:a16="http://schemas.microsoft.com/office/drawing/2014/main" id="{DD4CC844-CCB4-F589-7428-48010A1EC405}"/>
              </a:ext>
            </a:extLst>
          </p:cNvPr>
          <p:cNvSpPr>
            <a:spLocks noGrp="1"/>
          </p:cNvSpPr>
          <p:nvPr>
            <p:ph sz="half" idx="2"/>
          </p:nvPr>
        </p:nvSpPr>
        <p:spPr>
          <a:xfrm>
            <a:off x="4667627" y="3073400"/>
            <a:ext cx="4089400" cy="1600200"/>
          </a:xfrm>
        </p:spPr>
        <p:txBody>
          <a:bodyPr>
            <a:noAutofit/>
          </a:bodyPr>
          <a:lstStyle>
            <a:lvl1pPr>
              <a:defRPr sz="1100" b="0" i="0">
                <a:latin typeface="Verdana" panose="020B0604030504040204" pitchFamily="34" charset="0"/>
                <a:ea typeface="Verdana" panose="020B0604030504040204" pitchFamily="34" charset="0"/>
                <a:cs typeface="Verdana" panose="020B0604030504040204" pitchFamily="34" charset="0"/>
              </a:defRPr>
            </a:lvl1pPr>
            <a:lvl2pPr>
              <a:defRPr sz="1050" b="0" i="0">
                <a:latin typeface="Verdana" panose="020B0604030504040204" pitchFamily="34" charset="0"/>
                <a:ea typeface="Verdana" panose="020B0604030504040204" pitchFamily="34" charset="0"/>
                <a:cs typeface="Verdana" panose="020B0604030504040204" pitchFamily="34" charset="0"/>
              </a:defRPr>
            </a:lvl2pPr>
            <a:lvl3pPr>
              <a:defRPr sz="800" b="0" i="0">
                <a:latin typeface="Verdana" panose="020B0604030504040204" pitchFamily="34" charset="0"/>
                <a:ea typeface="Verdana" panose="020B0604030504040204" pitchFamily="34" charset="0"/>
                <a:cs typeface="Verdana" panose="020B0604030504040204" pitchFamily="34" charset="0"/>
              </a:defRPr>
            </a:lvl3pPr>
            <a:lvl4pPr>
              <a:defRPr b="0" i="0">
                <a:latin typeface="Aptos" panose="020B0004020202020204" pitchFamily="34" charset="0"/>
                <a:cs typeface="Aptos" panose="020B0004020202020204" pitchFamily="34" charset="0"/>
              </a:defRPr>
            </a:lvl4pPr>
            <a:lvl5pPr>
              <a:defRPr b="0" i="0">
                <a:latin typeface="Aptos" panose="020B0004020202020204" pitchFamily="34" charset="0"/>
                <a:cs typeface="Aptos"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8" name="Picture Placeholder 6">
            <a:extLst>
              <a:ext uri="{FF2B5EF4-FFF2-40B4-BE49-F238E27FC236}">
                <a16:creationId xmlns:a16="http://schemas.microsoft.com/office/drawing/2014/main" id="{C4D61149-7027-7DA2-D194-EC6543F0B621}"/>
              </a:ext>
            </a:extLst>
          </p:cNvPr>
          <p:cNvSpPr>
            <a:spLocks noGrp="1"/>
          </p:cNvSpPr>
          <p:nvPr>
            <p:ph type="pic" sz="quarter" idx="15" hasCustomPrompt="1"/>
          </p:nvPr>
        </p:nvSpPr>
        <p:spPr>
          <a:xfrm>
            <a:off x="386954" y="1206500"/>
            <a:ext cx="8369300" cy="1689100"/>
          </a:xfrm>
        </p:spPr>
        <p:txBody>
          <a:bodyPr anchor="ctr">
            <a:normAutofit/>
          </a:bodyPr>
          <a:lstStyle>
            <a:lvl1pPr marL="0" indent="0" algn="ctr">
              <a:buNone/>
              <a:defRPr sz="1100" b="0" i="0">
                <a:latin typeface="Verdana" panose="020B0604030504040204" pitchFamily="34" charset="0"/>
                <a:ea typeface="Verdana" panose="020B0604030504040204" pitchFamily="34" charset="0"/>
              </a:defRPr>
            </a:lvl1pPr>
          </a:lstStyle>
          <a:p>
            <a:r>
              <a:rPr lang="en-US" dirty="0"/>
              <a:t>Click here to add image</a:t>
            </a:r>
          </a:p>
        </p:txBody>
      </p:sp>
      <p:sp>
        <p:nvSpPr>
          <p:cNvPr id="5" name="Title Placeholder 1">
            <a:extLst>
              <a:ext uri="{FF2B5EF4-FFF2-40B4-BE49-F238E27FC236}">
                <a16:creationId xmlns:a16="http://schemas.microsoft.com/office/drawing/2014/main" id="{B5EBE5AB-7BB8-E06A-33E4-B973D0D25675}"/>
              </a:ext>
            </a:extLst>
          </p:cNvPr>
          <p:cNvSpPr>
            <a:spLocks noGrp="1"/>
          </p:cNvSpPr>
          <p:nvPr>
            <p:ph type="title" hasCustomPrompt="1"/>
          </p:nvPr>
        </p:nvSpPr>
        <p:spPr>
          <a:xfrm>
            <a:off x="386953" y="292100"/>
            <a:ext cx="8370094" cy="723900"/>
          </a:xfrm>
          <a:prstGeom prst="rect">
            <a:avLst/>
          </a:prstGeom>
        </p:spPr>
        <p:txBody>
          <a:bodyPr vert="horz" lIns="0" tIns="0" rIns="0" bIns="0" rtlCol="0" anchor="t">
            <a:noAutofit/>
          </a:bodyPr>
          <a:lstStyle>
            <a:lvl1pPr>
              <a:defRPr b="1"/>
            </a:lvl1pPr>
          </a:lstStyle>
          <a:p>
            <a:r>
              <a:rPr lang="en-US" dirty="0"/>
              <a:t>Click To Edit Master Title Style</a:t>
            </a:r>
          </a:p>
        </p:txBody>
      </p:sp>
    </p:spTree>
    <p:extLst>
      <p:ext uri="{BB962C8B-B14F-4D97-AF65-F5344CB8AC3E}">
        <p14:creationId xmlns:p14="http://schemas.microsoft.com/office/powerpoint/2010/main" val="248650192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hree content - Dark">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FDD3FDA0-BC1E-5BAD-0BC2-6A0786A219DA}"/>
              </a:ext>
            </a:extLst>
          </p:cNvPr>
          <p:cNvSpPr>
            <a:spLocks noGrp="1"/>
          </p:cNvSpPr>
          <p:nvPr>
            <p:ph sz="half" idx="1"/>
          </p:nvPr>
        </p:nvSpPr>
        <p:spPr>
          <a:xfrm>
            <a:off x="386954" y="1203325"/>
            <a:ext cx="2667000" cy="3441700"/>
          </a:xfrm>
        </p:spPr>
        <p:txBody>
          <a:bodyPr>
            <a:noAutofit/>
          </a:bodyPr>
          <a:lstStyle>
            <a:lvl1pPr marL="214313" indent="-214313">
              <a:buFont typeface="Aptos" panose="020B0004020202020204" pitchFamily="34" charset="0"/>
              <a:buChar char="•"/>
              <a:defRPr sz="1100" b="0" i="0">
                <a:latin typeface="Verdana" panose="020B0604030504040204" pitchFamily="34" charset="0"/>
                <a:ea typeface="Verdana" panose="020B0604030504040204" pitchFamily="34" charset="0"/>
                <a:cs typeface="Verdana" panose="020B0604030504040204" pitchFamily="34" charset="0"/>
              </a:defRPr>
            </a:lvl1pPr>
            <a:lvl2pPr marL="557213" indent="-214313">
              <a:buFont typeface="Aptos" panose="020B0004020202020204" pitchFamily="34" charset="0"/>
              <a:buChar char="•"/>
              <a:defRPr sz="1050" b="0" i="0">
                <a:latin typeface="Verdana" panose="020B0604030504040204" pitchFamily="34" charset="0"/>
                <a:ea typeface="Verdana" panose="020B0604030504040204" pitchFamily="34" charset="0"/>
                <a:cs typeface="Verdana" panose="020B0604030504040204" pitchFamily="34" charset="0"/>
              </a:defRPr>
            </a:lvl2pPr>
            <a:lvl3pPr marL="900113" indent="-214313">
              <a:buFont typeface="Aptos" panose="020B0004020202020204" pitchFamily="34" charset="0"/>
              <a:buChar char="•"/>
              <a:defRPr sz="800" b="0" i="0">
                <a:latin typeface="Verdana" panose="020B0604030504040204" pitchFamily="34" charset="0"/>
                <a:ea typeface="Verdana" panose="020B0604030504040204" pitchFamily="34" charset="0"/>
                <a:cs typeface="Verdana" panose="020B0604030504040204" pitchFamily="34" charset="0"/>
              </a:defRPr>
            </a:lvl3pPr>
            <a:lvl4pPr marL="1028700" indent="0">
              <a:buNone/>
              <a:defRPr b="0" i="0">
                <a:latin typeface="Aptos" panose="020B0004020202020204" pitchFamily="34" charset="0"/>
                <a:cs typeface="Aptos" panose="020B0004020202020204" pitchFamily="34" charset="0"/>
              </a:defRPr>
            </a:lvl4pPr>
            <a:lvl5pPr marL="1371600" indent="0">
              <a:buNone/>
              <a:defRPr b="0" i="0">
                <a:latin typeface="Aptos" panose="020B0004020202020204" pitchFamily="34" charset="0"/>
                <a:cs typeface="Aptos"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4" name="Content Placeholder 3">
            <a:extLst>
              <a:ext uri="{FF2B5EF4-FFF2-40B4-BE49-F238E27FC236}">
                <a16:creationId xmlns:a16="http://schemas.microsoft.com/office/drawing/2014/main" id="{883EF872-CADA-4305-48D8-E5D0AE68A62D}"/>
              </a:ext>
            </a:extLst>
          </p:cNvPr>
          <p:cNvSpPr>
            <a:spLocks noGrp="1"/>
          </p:cNvSpPr>
          <p:nvPr>
            <p:ph sz="half" idx="2"/>
          </p:nvPr>
        </p:nvSpPr>
        <p:spPr>
          <a:xfrm>
            <a:off x="3242832" y="1203325"/>
            <a:ext cx="2667000" cy="3441700"/>
          </a:xfrm>
        </p:spPr>
        <p:txBody>
          <a:bodyPr>
            <a:noAutofit/>
          </a:bodyPr>
          <a:lstStyle>
            <a:lvl1pPr marL="214313" indent="-214313">
              <a:buFont typeface="Aptos" panose="020B0004020202020204" pitchFamily="34" charset="0"/>
              <a:buChar char="•"/>
              <a:defRPr sz="1100" b="0" i="0">
                <a:latin typeface="Verdana" panose="020B0604030504040204" pitchFamily="34" charset="0"/>
                <a:ea typeface="Verdana" panose="020B0604030504040204" pitchFamily="34" charset="0"/>
                <a:cs typeface="Verdana" panose="020B0604030504040204" pitchFamily="34" charset="0"/>
              </a:defRPr>
            </a:lvl1pPr>
            <a:lvl2pPr marL="557213" indent="-214313">
              <a:buFont typeface="Aptos" panose="020B0004020202020204" pitchFamily="34" charset="0"/>
              <a:buChar char="•"/>
              <a:defRPr sz="1050" b="0" i="0">
                <a:latin typeface="Verdana" panose="020B0604030504040204" pitchFamily="34" charset="0"/>
                <a:ea typeface="Verdana" panose="020B0604030504040204" pitchFamily="34" charset="0"/>
                <a:cs typeface="Verdana" panose="020B0604030504040204" pitchFamily="34" charset="0"/>
              </a:defRPr>
            </a:lvl2pPr>
            <a:lvl3pPr marL="900113" indent="-214313">
              <a:buFont typeface="Aptos" panose="020B0004020202020204" pitchFamily="34" charset="0"/>
              <a:buChar char="•"/>
              <a:defRPr sz="800" b="0" i="0">
                <a:latin typeface="Verdana" panose="020B0604030504040204" pitchFamily="34" charset="0"/>
                <a:ea typeface="Verdana" panose="020B0604030504040204" pitchFamily="34" charset="0"/>
                <a:cs typeface="Verdana" panose="020B0604030504040204" pitchFamily="34" charset="0"/>
              </a:defRPr>
            </a:lvl3pPr>
            <a:lvl4pPr marL="1028700" indent="0">
              <a:buNone/>
              <a:defRPr b="0" i="0">
                <a:latin typeface="Aptos" panose="020B0004020202020204" pitchFamily="34" charset="0"/>
                <a:cs typeface="Aptos" panose="020B0004020202020204" pitchFamily="34" charset="0"/>
              </a:defRPr>
            </a:lvl4pPr>
            <a:lvl5pPr marL="1371600" indent="0">
              <a:buNone/>
              <a:defRPr b="0" i="0">
                <a:latin typeface="Aptos" panose="020B0004020202020204" pitchFamily="34" charset="0"/>
                <a:cs typeface="Aptos"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5" name="Content Placeholder 3">
            <a:extLst>
              <a:ext uri="{FF2B5EF4-FFF2-40B4-BE49-F238E27FC236}">
                <a16:creationId xmlns:a16="http://schemas.microsoft.com/office/drawing/2014/main" id="{76FACBDB-927C-FD70-4B48-AA8F12DF1F52}"/>
              </a:ext>
            </a:extLst>
          </p:cNvPr>
          <p:cNvSpPr>
            <a:spLocks noGrp="1"/>
          </p:cNvSpPr>
          <p:nvPr>
            <p:ph sz="half" idx="15"/>
          </p:nvPr>
        </p:nvSpPr>
        <p:spPr>
          <a:xfrm>
            <a:off x="6098709" y="1203325"/>
            <a:ext cx="2667000" cy="3441700"/>
          </a:xfrm>
        </p:spPr>
        <p:txBody>
          <a:bodyPr>
            <a:noAutofit/>
          </a:bodyPr>
          <a:lstStyle>
            <a:lvl1pPr marL="214313" indent="-214313">
              <a:buFont typeface="Aptos" panose="020B0004020202020204" pitchFamily="34" charset="0"/>
              <a:buChar char="•"/>
              <a:defRPr sz="1100" b="0" i="0">
                <a:latin typeface="Verdana" panose="020B0604030504040204" pitchFamily="34" charset="0"/>
                <a:ea typeface="Verdana" panose="020B0604030504040204" pitchFamily="34" charset="0"/>
                <a:cs typeface="Verdana" panose="020B0604030504040204" pitchFamily="34" charset="0"/>
              </a:defRPr>
            </a:lvl1pPr>
            <a:lvl2pPr marL="557213" indent="-214313">
              <a:buFont typeface="Aptos" panose="020B0004020202020204" pitchFamily="34" charset="0"/>
              <a:buChar char="•"/>
              <a:defRPr sz="1050" b="0" i="0">
                <a:latin typeface="Verdana" panose="020B0604030504040204" pitchFamily="34" charset="0"/>
                <a:ea typeface="Verdana" panose="020B0604030504040204" pitchFamily="34" charset="0"/>
                <a:cs typeface="Verdana" panose="020B0604030504040204" pitchFamily="34" charset="0"/>
              </a:defRPr>
            </a:lvl2pPr>
            <a:lvl3pPr marL="900113" indent="-214313">
              <a:buFont typeface="Aptos" panose="020B0004020202020204" pitchFamily="34" charset="0"/>
              <a:buChar char="•"/>
              <a:defRPr sz="800" b="0" i="0">
                <a:latin typeface="Verdana" panose="020B0604030504040204" pitchFamily="34" charset="0"/>
                <a:ea typeface="Verdana" panose="020B0604030504040204" pitchFamily="34" charset="0"/>
                <a:cs typeface="Verdana" panose="020B0604030504040204" pitchFamily="34" charset="0"/>
              </a:defRPr>
            </a:lvl3pPr>
            <a:lvl4pPr marL="1028700" indent="0">
              <a:buNone/>
              <a:defRPr b="0" i="0">
                <a:latin typeface="Aptos" panose="020B0004020202020204" pitchFamily="34" charset="0"/>
                <a:cs typeface="Aptos" panose="020B0004020202020204" pitchFamily="34" charset="0"/>
              </a:defRPr>
            </a:lvl4pPr>
            <a:lvl5pPr marL="1371600" indent="0">
              <a:buNone/>
              <a:defRPr b="0" i="0">
                <a:latin typeface="Aptos" panose="020B0004020202020204" pitchFamily="34" charset="0"/>
                <a:cs typeface="Aptos"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6" name="Title 1">
            <a:extLst>
              <a:ext uri="{FF2B5EF4-FFF2-40B4-BE49-F238E27FC236}">
                <a16:creationId xmlns:a16="http://schemas.microsoft.com/office/drawing/2014/main" id="{E996B9B8-11CC-BDF5-91D0-C42F5535A6DC}"/>
              </a:ext>
            </a:extLst>
          </p:cNvPr>
          <p:cNvSpPr>
            <a:spLocks noGrp="1"/>
          </p:cNvSpPr>
          <p:nvPr>
            <p:ph type="title" hasCustomPrompt="1"/>
          </p:nvPr>
        </p:nvSpPr>
        <p:spPr>
          <a:xfrm>
            <a:off x="386952" y="295565"/>
            <a:ext cx="8378757" cy="723900"/>
          </a:xfrm>
        </p:spPr>
        <p:txBody>
          <a:bodyPr>
            <a:noAutofit/>
          </a:bodyPr>
          <a:lstStyle/>
          <a:p>
            <a:r>
              <a:rPr lang="en-US" dirty="0"/>
              <a:t>Click To Edit Master Title Style</a:t>
            </a:r>
            <a:endParaRPr lang="en-AU" dirty="0"/>
          </a:p>
        </p:txBody>
      </p:sp>
    </p:spTree>
    <p:extLst>
      <p:ext uri="{BB962C8B-B14F-4D97-AF65-F5344CB8AC3E}">
        <p14:creationId xmlns:p14="http://schemas.microsoft.com/office/powerpoint/2010/main" val="245254369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Four content - Dark">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8FA82F68-95E9-FC7A-BF04-AFB8D54C33AF}"/>
              </a:ext>
            </a:extLst>
          </p:cNvPr>
          <p:cNvSpPr>
            <a:spLocks noGrp="1"/>
          </p:cNvSpPr>
          <p:nvPr>
            <p:ph sz="half" idx="1"/>
          </p:nvPr>
        </p:nvSpPr>
        <p:spPr>
          <a:xfrm>
            <a:off x="386954" y="1220576"/>
            <a:ext cx="1955800" cy="3453024"/>
          </a:xfrm>
        </p:spPr>
        <p:txBody>
          <a:bodyPr>
            <a:noAutofit/>
          </a:bodyPr>
          <a:lstStyle>
            <a:lvl1pPr>
              <a:defRPr sz="1100" b="0" i="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a:defRPr sz="1050" b="0" i="0">
                <a:solidFill>
                  <a:schemeClr val="bg1"/>
                </a:solidFill>
                <a:latin typeface="Verdana" panose="020B0604030504040204" pitchFamily="34" charset="0"/>
                <a:ea typeface="Verdana" panose="020B0604030504040204" pitchFamily="34" charset="0"/>
                <a:cs typeface="Verdana" panose="020B0604030504040204" pitchFamily="34" charset="0"/>
              </a:defRPr>
            </a:lvl2pPr>
            <a:lvl3pPr>
              <a:defRPr sz="800" b="0" i="0">
                <a:solidFill>
                  <a:schemeClr val="bg1"/>
                </a:solidFill>
                <a:latin typeface="Verdana" panose="020B0604030504040204" pitchFamily="34" charset="0"/>
                <a:ea typeface="Verdana" panose="020B0604030504040204" pitchFamily="34" charset="0"/>
                <a:cs typeface="Verdana" panose="020B060403050404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E2B5120F-8E28-E3E6-6F05-96B9B0FA333B}"/>
              </a:ext>
            </a:extLst>
          </p:cNvPr>
          <p:cNvSpPr>
            <a:spLocks noGrp="1"/>
          </p:cNvSpPr>
          <p:nvPr>
            <p:ph sz="half" idx="2"/>
          </p:nvPr>
        </p:nvSpPr>
        <p:spPr>
          <a:xfrm>
            <a:off x="2527939" y="1220576"/>
            <a:ext cx="1955800" cy="3453024"/>
          </a:xfrm>
        </p:spPr>
        <p:txBody>
          <a:bodyPr>
            <a:noAutofit/>
          </a:bodyPr>
          <a:lstStyle>
            <a:lvl1pPr>
              <a:defRPr sz="1100" b="0" i="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a:defRPr sz="1050" b="0" i="0">
                <a:solidFill>
                  <a:schemeClr val="bg1"/>
                </a:solidFill>
                <a:latin typeface="Verdana" panose="020B0604030504040204" pitchFamily="34" charset="0"/>
                <a:ea typeface="Verdana" panose="020B0604030504040204" pitchFamily="34" charset="0"/>
                <a:cs typeface="Verdana" panose="020B0604030504040204" pitchFamily="34" charset="0"/>
              </a:defRPr>
            </a:lvl2pPr>
            <a:lvl3pPr>
              <a:defRPr sz="800" b="0" i="0">
                <a:solidFill>
                  <a:schemeClr val="bg1"/>
                </a:solidFill>
                <a:latin typeface="Verdana" panose="020B0604030504040204" pitchFamily="34" charset="0"/>
                <a:ea typeface="Verdana" panose="020B0604030504040204" pitchFamily="34" charset="0"/>
                <a:cs typeface="Verdana" panose="020B060403050404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US"/>
              <a:t>Click to edit Master text styles</a:t>
            </a:r>
          </a:p>
          <a:p>
            <a:pPr lvl="1"/>
            <a:r>
              <a:rPr lang="en-US"/>
              <a:t>Second level</a:t>
            </a:r>
          </a:p>
          <a:p>
            <a:pPr lvl="2"/>
            <a:r>
              <a:rPr lang="en-US"/>
              <a:t>Third level</a:t>
            </a:r>
          </a:p>
        </p:txBody>
      </p:sp>
      <p:sp>
        <p:nvSpPr>
          <p:cNvPr id="9" name="Content Placeholder 3">
            <a:extLst>
              <a:ext uri="{FF2B5EF4-FFF2-40B4-BE49-F238E27FC236}">
                <a16:creationId xmlns:a16="http://schemas.microsoft.com/office/drawing/2014/main" id="{108C64B6-9750-E862-F817-C637084E22C8}"/>
              </a:ext>
            </a:extLst>
          </p:cNvPr>
          <p:cNvSpPr>
            <a:spLocks noGrp="1"/>
          </p:cNvSpPr>
          <p:nvPr>
            <p:ph sz="half" idx="15"/>
          </p:nvPr>
        </p:nvSpPr>
        <p:spPr>
          <a:xfrm>
            <a:off x="4668924" y="1220576"/>
            <a:ext cx="1955800" cy="3453024"/>
          </a:xfrm>
        </p:spPr>
        <p:txBody>
          <a:bodyPr>
            <a:noAutofit/>
          </a:bodyPr>
          <a:lstStyle>
            <a:lvl1pPr>
              <a:defRPr sz="1100" b="0" i="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a:defRPr sz="1050" b="0" i="0">
                <a:solidFill>
                  <a:schemeClr val="bg1"/>
                </a:solidFill>
                <a:latin typeface="Verdana" panose="020B0604030504040204" pitchFamily="34" charset="0"/>
                <a:ea typeface="Verdana" panose="020B0604030504040204" pitchFamily="34" charset="0"/>
                <a:cs typeface="Verdana" panose="020B0604030504040204" pitchFamily="34" charset="0"/>
              </a:defRPr>
            </a:lvl2pPr>
            <a:lvl3pPr>
              <a:defRPr sz="800" b="0" i="0">
                <a:solidFill>
                  <a:schemeClr val="bg1"/>
                </a:solidFill>
                <a:latin typeface="Verdana" panose="020B0604030504040204" pitchFamily="34" charset="0"/>
                <a:ea typeface="Verdana" panose="020B0604030504040204" pitchFamily="34" charset="0"/>
                <a:cs typeface="Verdana" panose="020B060403050404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US"/>
              <a:t>Click to edit Master text styles</a:t>
            </a:r>
          </a:p>
          <a:p>
            <a:pPr lvl="1"/>
            <a:r>
              <a:rPr lang="en-US"/>
              <a:t>Second level</a:t>
            </a:r>
          </a:p>
          <a:p>
            <a:pPr lvl="2"/>
            <a:r>
              <a:rPr lang="en-US"/>
              <a:t>Third level</a:t>
            </a:r>
          </a:p>
        </p:txBody>
      </p:sp>
      <p:sp>
        <p:nvSpPr>
          <p:cNvPr id="10" name="Content Placeholder 3">
            <a:extLst>
              <a:ext uri="{FF2B5EF4-FFF2-40B4-BE49-F238E27FC236}">
                <a16:creationId xmlns:a16="http://schemas.microsoft.com/office/drawing/2014/main" id="{82BFF784-792A-5CE7-B9DD-E865F8438610}"/>
              </a:ext>
            </a:extLst>
          </p:cNvPr>
          <p:cNvSpPr>
            <a:spLocks noGrp="1"/>
          </p:cNvSpPr>
          <p:nvPr>
            <p:ph sz="half" idx="17"/>
          </p:nvPr>
        </p:nvSpPr>
        <p:spPr>
          <a:xfrm>
            <a:off x="6809909" y="1220576"/>
            <a:ext cx="1955800" cy="3453024"/>
          </a:xfrm>
        </p:spPr>
        <p:txBody>
          <a:bodyPr>
            <a:noAutofit/>
          </a:bodyPr>
          <a:lstStyle>
            <a:lvl1pPr>
              <a:defRPr sz="1100" b="0" i="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a:defRPr sz="1050" b="0" i="0">
                <a:solidFill>
                  <a:schemeClr val="bg1"/>
                </a:solidFill>
                <a:latin typeface="Verdana" panose="020B0604030504040204" pitchFamily="34" charset="0"/>
                <a:ea typeface="Verdana" panose="020B0604030504040204" pitchFamily="34" charset="0"/>
                <a:cs typeface="Verdana" panose="020B0604030504040204" pitchFamily="34" charset="0"/>
              </a:defRPr>
            </a:lvl2pPr>
            <a:lvl3pPr>
              <a:defRPr sz="800" b="0" i="0">
                <a:solidFill>
                  <a:schemeClr val="bg1"/>
                </a:solidFill>
                <a:latin typeface="Verdana" panose="020B0604030504040204" pitchFamily="34" charset="0"/>
                <a:ea typeface="Verdana" panose="020B0604030504040204" pitchFamily="34" charset="0"/>
                <a:cs typeface="Verdana" panose="020B060403050404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US"/>
              <a:t>Click to edit Master text styles</a:t>
            </a:r>
          </a:p>
          <a:p>
            <a:pPr lvl="1"/>
            <a:r>
              <a:rPr lang="en-US"/>
              <a:t>Second level</a:t>
            </a:r>
          </a:p>
          <a:p>
            <a:pPr lvl="2"/>
            <a:r>
              <a:rPr lang="en-US"/>
              <a:t>Third level</a:t>
            </a:r>
          </a:p>
        </p:txBody>
      </p:sp>
      <p:sp>
        <p:nvSpPr>
          <p:cNvPr id="3" name="Title 1">
            <a:extLst>
              <a:ext uri="{FF2B5EF4-FFF2-40B4-BE49-F238E27FC236}">
                <a16:creationId xmlns:a16="http://schemas.microsoft.com/office/drawing/2014/main" id="{DE6CBAB6-263D-6304-DFD2-BE6724F6B179}"/>
              </a:ext>
            </a:extLst>
          </p:cNvPr>
          <p:cNvSpPr>
            <a:spLocks noGrp="1"/>
          </p:cNvSpPr>
          <p:nvPr>
            <p:ph type="title" hasCustomPrompt="1"/>
          </p:nvPr>
        </p:nvSpPr>
        <p:spPr>
          <a:xfrm>
            <a:off x="386952" y="295565"/>
            <a:ext cx="8378757" cy="723900"/>
          </a:xfrm>
        </p:spPr>
        <p:txBody>
          <a:bodyPr>
            <a:noAutofit/>
          </a:bodyPr>
          <a:lstStyle/>
          <a:p>
            <a:r>
              <a:rPr lang="en-US" dirty="0"/>
              <a:t>Click To Edit Master Title Style</a:t>
            </a:r>
            <a:endParaRPr lang="en-AU" dirty="0"/>
          </a:p>
        </p:txBody>
      </p:sp>
    </p:spTree>
    <p:extLst>
      <p:ext uri="{BB962C8B-B14F-4D97-AF65-F5344CB8AC3E}">
        <p14:creationId xmlns:p14="http://schemas.microsoft.com/office/powerpoint/2010/main" val="212925046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hree content with Images - Dark">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5647041-080A-5891-BC5C-1E84522472FB}"/>
              </a:ext>
            </a:extLst>
          </p:cNvPr>
          <p:cNvSpPr/>
          <p:nvPr userDrawn="1"/>
        </p:nvSpPr>
        <p:spPr>
          <a:xfrm>
            <a:off x="0" y="2064545"/>
            <a:ext cx="9144000" cy="2609055"/>
          </a:xfrm>
          <a:prstGeom prst="rect">
            <a:avLst/>
          </a:prstGeom>
          <a:solidFill>
            <a:schemeClr val="bg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050" b="0" i="0">
              <a:latin typeface="Aptos" panose="020B0004020202020204" pitchFamily="34" charset="0"/>
            </a:endParaRPr>
          </a:p>
        </p:txBody>
      </p:sp>
      <p:sp>
        <p:nvSpPr>
          <p:cNvPr id="14" name="Flowchart: Connector 13">
            <a:extLst>
              <a:ext uri="{FF2B5EF4-FFF2-40B4-BE49-F238E27FC236}">
                <a16:creationId xmlns:a16="http://schemas.microsoft.com/office/drawing/2014/main" id="{480D7A99-5A1A-2B5C-7EF1-262D389D23C6}"/>
              </a:ext>
            </a:extLst>
          </p:cNvPr>
          <p:cNvSpPr/>
          <p:nvPr userDrawn="1"/>
        </p:nvSpPr>
        <p:spPr>
          <a:xfrm>
            <a:off x="3838407" y="1151947"/>
            <a:ext cx="1469572" cy="1469572"/>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0" i="0">
              <a:latin typeface="Aptos" panose="020B0004020202020204" pitchFamily="34" charset="0"/>
            </a:endParaRPr>
          </a:p>
        </p:txBody>
      </p:sp>
      <p:sp>
        <p:nvSpPr>
          <p:cNvPr id="15" name="Flowchart: Connector 14">
            <a:extLst>
              <a:ext uri="{FF2B5EF4-FFF2-40B4-BE49-F238E27FC236}">
                <a16:creationId xmlns:a16="http://schemas.microsoft.com/office/drawing/2014/main" id="{B3FEFA6A-0657-A66A-6534-E378526E6CB8}"/>
              </a:ext>
            </a:extLst>
          </p:cNvPr>
          <p:cNvSpPr/>
          <p:nvPr userDrawn="1"/>
        </p:nvSpPr>
        <p:spPr>
          <a:xfrm>
            <a:off x="6689502" y="1151947"/>
            <a:ext cx="1469572" cy="1469572"/>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0" i="0">
              <a:latin typeface="Aptos" panose="020B0004020202020204" pitchFamily="34" charset="0"/>
            </a:endParaRPr>
          </a:p>
        </p:txBody>
      </p:sp>
      <p:sp>
        <p:nvSpPr>
          <p:cNvPr id="16" name="Picture Placeholder 10">
            <a:extLst>
              <a:ext uri="{FF2B5EF4-FFF2-40B4-BE49-F238E27FC236}">
                <a16:creationId xmlns:a16="http://schemas.microsoft.com/office/drawing/2014/main" id="{4A883661-25FC-D431-6FB1-5B3B533BD05A}"/>
              </a:ext>
            </a:extLst>
          </p:cNvPr>
          <p:cNvSpPr>
            <a:spLocks noGrp="1"/>
          </p:cNvSpPr>
          <p:nvPr>
            <p:ph type="pic" sz="quarter" idx="17" hasCustomPrompt="1"/>
          </p:nvPr>
        </p:nvSpPr>
        <p:spPr>
          <a:xfrm>
            <a:off x="6709913" y="1223858"/>
            <a:ext cx="1428750" cy="1397661"/>
          </a:xfrm>
          <a:prstGeom prst="flowChartConnector">
            <a:avLst/>
          </a:prstGeom>
        </p:spPr>
        <p:txBody>
          <a:bodyPr anchor="ctr"/>
          <a:lstStyle>
            <a:lvl1pPr marL="0" indent="0" algn="ctr">
              <a:buNone/>
              <a:defRPr b="0" i="0">
                <a:solidFill>
                  <a:schemeClr val="tx1"/>
                </a:solidFill>
                <a:latin typeface="Aptos" panose="020B0004020202020204" pitchFamily="34" charset="0"/>
              </a:defRPr>
            </a:lvl1pPr>
          </a:lstStyle>
          <a:p>
            <a:r>
              <a:rPr lang="en-US" dirty="0"/>
              <a:t> Image</a:t>
            </a:r>
          </a:p>
        </p:txBody>
      </p:sp>
      <p:sp>
        <p:nvSpPr>
          <p:cNvPr id="17" name="Flowchart: Connector 16">
            <a:extLst>
              <a:ext uri="{FF2B5EF4-FFF2-40B4-BE49-F238E27FC236}">
                <a16:creationId xmlns:a16="http://schemas.microsoft.com/office/drawing/2014/main" id="{971108D2-1E64-FE15-22CB-E7D9892EEB4D}"/>
              </a:ext>
            </a:extLst>
          </p:cNvPr>
          <p:cNvSpPr/>
          <p:nvPr userDrawn="1"/>
        </p:nvSpPr>
        <p:spPr>
          <a:xfrm>
            <a:off x="987311" y="1151947"/>
            <a:ext cx="1469572" cy="1469572"/>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0" i="0">
              <a:latin typeface="Aptos" panose="020B0004020202020204" pitchFamily="34" charset="0"/>
            </a:endParaRPr>
          </a:p>
        </p:txBody>
      </p:sp>
      <p:sp>
        <p:nvSpPr>
          <p:cNvPr id="18" name="Picture Placeholder 10">
            <a:extLst>
              <a:ext uri="{FF2B5EF4-FFF2-40B4-BE49-F238E27FC236}">
                <a16:creationId xmlns:a16="http://schemas.microsoft.com/office/drawing/2014/main" id="{6C5FB1CA-7436-BAE4-06DC-E110760AED3E}"/>
              </a:ext>
            </a:extLst>
          </p:cNvPr>
          <p:cNvSpPr>
            <a:spLocks noGrp="1"/>
          </p:cNvSpPr>
          <p:nvPr>
            <p:ph type="pic" sz="quarter" idx="18" hasCustomPrompt="1"/>
          </p:nvPr>
        </p:nvSpPr>
        <p:spPr>
          <a:xfrm>
            <a:off x="1007722" y="1223858"/>
            <a:ext cx="1428750" cy="1397661"/>
          </a:xfrm>
          <a:prstGeom prst="flowChartConnector">
            <a:avLst/>
          </a:prstGeom>
        </p:spPr>
        <p:txBody>
          <a:bodyPr anchor="ctr"/>
          <a:lstStyle>
            <a:lvl1pPr marL="0" indent="0" algn="ctr">
              <a:buNone/>
              <a:defRPr b="0" i="0">
                <a:solidFill>
                  <a:schemeClr val="tx1"/>
                </a:solidFill>
                <a:latin typeface="Aptos" panose="020B0004020202020204" pitchFamily="34" charset="0"/>
              </a:defRPr>
            </a:lvl1pPr>
          </a:lstStyle>
          <a:p>
            <a:r>
              <a:rPr lang="en-US" dirty="0"/>
              <a:t> Image</a:t>
            </a:r>
          </a:p>
        </p:txBody>
      </p:sp>
      <p:sp>
        <p:nvSpPr>
          <p:cNvPr id="9" name="Title 1">
            <a:extLst>
              <a:ext uri="{FF2B5EF4-FFF2-40B4-BE49-F238E27FC236}">
                <a16:creationId xmlns:a16="http://schemas.microsoft.com/office/drawing/2014/main" id="{C09A1BC7-8974-7903-0CDB-099AB5093ACC}"/>
              </a:ext>
            </a:extLst>
          </p:cNvPr>
          <p:cNvSpPr>
            <a:spLocks noGrp="1"/>
          </p:cNvSpPr>
          <p:nvPr>
            <p:ph type="title" hasCustomPrompt="1"/>
          </p:nvPr>
        </p:nvSpPr>
        <p:spPr>
          <a:xfrm>
            <a:off x="386952" y="295565"/>
            <a:ext cx="8378757" cy="723900"/>
          </a:xfrm>
        </p:spPr>
        <p:txBody>
          <a:bodyPr>
            <a:noAutofit/>
          </a:bodyPr>
          <a:lstStyle/>
          <a:p>
            <a:r>
              <a:rPr lang="en-US" dirty="0"/>
              <a:t>Click To Edit Master Title Style</a:t>
            </a:r>
            <a:endParaRPr lang="en-AU" dirty="0"/>
          </a:p>
        </p:txBody>
      </p:sp>
      <p:sp>
        <p:nvSpPr>
          <p:cNvPr id="3" name="Content Placeholder 2">
            <a:extLst>
              <a:ext uri="{FF2B5EF4-FFF2-40B4-BE49-F238E27FC236}">
                <a16:creationId xmlns:a16="http://schemas.microsoft.com/office/drawing/2014/main" id="{22EC775C-9B94-733E-1F76-10AB95EB8BF7}"/>
              </a:ext>
            </a:extLst>
          </p:cNvPr>
          <p:cNvSpPr>
            <a:spLocks noGrp="1"/>
          </p:cNvSpPr>
          <p:nvPr>
            <p:ph sz="half" idx="1"/>
          </p:nvPr>
        </p:nvSpPr>
        <p:spPr>
          <a:xfrm>
            <a:off x="386497" y="2670098"/>
            <a:ext cx="2671200" cy="1892475"/>
          </a:xfrm>
        </p:spPr>
        <p:txBody>
          <a:bodyPr vert="horz" lIns="90000" tIns="90000" rIns="90000" bIns="90000" rtlCol="0">
            <a:noAutofit/>
          </a:bodyPr>
          <a:lstStyle>
            <a:lvl1pPr marL="0" indent="0" algn="ctr">
              <a:buNone/>
              <a:defRPr lang="en-US" sz="1100" dirty="0">
                <a:solidFill>
                  <a:schemeClr val="tx1"/>
                </a:solidFill>
              </a:defRPr>
            </a:lvl1pPr>
            <a:lvl2pPr marL="342900" indent="0" algn="ctr">
              <a:buNone/>
              <a:defRPr lang="en-US" sz="1050" dirty="0">
                <a:solidFill>
                  <a:schemeClr val="tx1"/>
                </a:solidFill>
              </a:defRPr>
            </a:lvl2pPr>
          </a:lstStyle>
          <a:p>
            <a:pPr marL="171450" lvl="0" indent="-171450" algn="ctr">
              <a:spcBef>
                <a:spcPts val="0"/>
              </a:spcBef>
              <a:spcAft>
                <a:spcPts val="0"/>
              </a:spcAft>
            </a:pPr>
            <a:r>
              <a:rPr lang="en-US" dirty="0"/>
              <a:t>Click to edit Master text styles</a:t>
            </a:r>
          </a:p>
          <a:p>
            <a:pPr marL="557213" lvl="1" indent="-214313"/>
            <a:r>
              <a:rPr lang="en-US" dirty="0"/>
              <a:t>Second level</a:t>
            </a:r>
          </a:p>
        </p:txBody>
      </p:sp>
      <p:sp>
        <p:nvSpPr>
          <p:cNvPr id="8" name="Content Placeholder 3">
            <a:extLst>
              <a:ext uri="{FF2B5EF4-FFF2-40B4-BE49-F238E27FC236}">
                <a16:creationId xmlns:a16="http://schemas.microsoft.com/office/drawing/2014/main" id="{BC53E111-7910-F5CD-D70D-8A26F6494706}"/>
              </a:ext>
            </a:extLst>
          </p:cNvPr>
          <p:cNvSpPr>
            <a:spLocks noGrp="1"/>
          </p:cNvSpPr>
          <p:nvPr>
            <p:ph sz="half" idx="2"/>
          </p:nvPr>
        </p:nvSpPr>
        <p:spPr>
          <a:xfrm>
            <a:off x="3237593" y="2657474"/>
            <a:ext cx="2671200" cy="1892476"/>
          </a:xfrm>
        </p:spPr>
        <p:txBody>
          <a:bodyPr vert="horz" lIns="90000" tIns="90000" rIns="90000" bIns="90000" rtlCol="0">
            <a:noAutofit/>
          </a:bodyPr>
          <a:lstStyle>
            <a:lvl1pPr marL="0" indent="0" algn="ctr">
              <a:buNone/>
              <a:defRPr lang="en-US" sz="1100">
                <a:solidFill>
                  <a:schemeClr val="tx1"/>
                </a:solidFill>
              </a:defRPr>
            </a:lvl1pPr>
            <a:lvl2pPr marL="342900" indent="0" algn="ctr">
              <a:buNone/>
              <a:defRPr lang="en-US" sz="1050">
                <a:solidFill>
                  <a:schemeClr val="tx1"/>
                </a:solidFill>
              </a:defRPr>
            </a:lvl2pPr>
          </a:lstStyle>
          <a:p>
            <a:pPr marL="171450" lvl="0" indent="-171450" algn="ctr">
              <a:spcBef>
                <a:spcPts val="0"/>
              </a:spcBef>
              <a:spcAft>
                <a:spcPts val="0"/>
              </a:spcAft>
            </a:pPr>
            <a:r>
              <a:rPr lang="en-US"/>
              <a:t>Click to edit Master text styles</a:t>
            </a:r>
          </a:p>
          <a:p>
            <a:pPr marL="557213" lvl="1" indent="-214313"/>
            <a:r>
              <a:rPr lang="en-US"/>
              <a:t>Second level</a:t>
            </a:r>
          </a:p>
        </p:txBody>
      </p:sp>
      <p:sp>
        <p:nvSpPr>
          <p:cNvPr id="10" name="Content Placeholder 3">
            <a:extLst>
              <a:ext uri="{FF2B5EF4-FFF2-40B4-BE49-F238E27FC236}">
                <a16:creationId xmlns:a16="http://schemas.microsoft.com/office/drawing/2014/main" id="{1FC6D2E2-123A-1393-89E5-07E82D3BA9C3}"/>
              </a:ext>
            </a:extLst>
          </p:cNvPr>
          <p:cNvSpPr>
            <a:spLocks noGrp="1"/>
          </p:cNvSpPr>
          <p:nvPr>
            <p:ph sz="half" idx="15"/>
          </p:nvPr>
        </p:nvSpPr>
        <p:spPr>
          <a:xfrm>
            <a:off x="6088688" y="2670097"/>
            <a:ext cx="2671200" cy="1892476"/>
          </a:xfrm>
        </p:spPr>
        <p:txBody>
          <a:bodyPr vert="horz" lIns="90000" tIns="90000" rIns="90000" bIns="90000" rtlCol="0">
            <a:noAutofit/>
          </a:bodyPr>
          <a:lstStyle>
            <a:lvl1pPr marL="0" indent="0" algn="ctr">
              <a:buNone/>
              <a:defRPr lang="en-US" sz="1100">
                <a:solidFill>
                  <a:schemeClr val="tx1"/>
                </a:solidFill>
              </a:defRPr>
            </a:lvl1pPr>
            <a:lvl2pPr marL="342900" indent="0" algn="ctr">
              <a:buNone/>
              <a:defRPr lang="en-US" sz="1050">
                <a:solidFill>
                  <a:schemeClr val="tx1"/>
                </a:solidFill>
              </a:defRPr>
            </a:lvl2pPr>
          </a:lstStyle>
          <a:p>
            <a:pPr marL="171450" lvl="0" indent="-171450" algn="ctr">
              <a:spcBef>
                <a:spcPts val="0"/>
              </a:spcBef>
              <a:spcAft>
                <a:spcPts val="0"/>
              </a:spcAft>
            </a:pPr>
            <a:r>
              <a:rPr lang="en-US" dirty="0"/>
              <a:t>Click to edit Master text styles</a:t>
            </a:r>
          </a:p>
          <a:p>
            <a:pPr marL="557213" lvl="1" indent="-214313"/>
            <a:r>
              <a:rPr lang="en-US" dirty="0"/>
              <a:t>Second level</a:t>
            </a:r>
          </a:p>
        </p:txBody>
      </p:sp>
      <p:sp>
        <p:nvSpPr>
          <p:cNvPr id="12" name="Rectangle 11">
            <a:extLst>
              <a:ext uri="{FF2B5EF4-FFF2-40B4-BE49-F238E27FC236}">
                <a16:creationId xmlns:a16="http://schemas.microsoft.com/office/drawing/2014/main" id="{1B5F5023-0246-08A3-AF1B-7F2711D118F2}"/>
              </a:ext>
            </a:extLst>
          </p:cNvPr>
          <p:cNvSpPr/>
          <p:nvPr userDrawn="1"/>
        </p:nvSpPr>
        <p:spPr>
          <a:xfrm>
            <a:off x="3117165" y="2064545"/>
            <a:ext cx="60960" cy="2610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 name="Rectangle 12">
            <a:extLst>
              <a:ext uri="{FF2B5EF4-FFF2-40B4-BE49-F238E27FC236}">
                <a16:creationId xmlns:a16="http://schemas.microsoft.com/office/drawing/2014/main" id="{ACE34536-80ED-FFBF-6469-347B78D44378}"/>
              </a:ext>
            </a:extLst>
          </p:cNvPr>
          <p:cNvSpPr/>
          <p:nvPr userDrawn="1"/>
        </p:nvSpPr>
        <p:spPr>
          <a:xfrm>
            <a:off x="5968261" y="2064545"/>
            <a:ext cx="60960" cy="2610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1" name="Picture Placeholder 10">
            <a:extLst>
              <a:ext uri="{FF2B5EF4-FFF2-40B4-BE49-F238E27FC236}">
                <a16:creationId xmlns:a16="http://schemas.microsoft.com/office/drawing/2014/main" id="{93A1F562-7628-F123-187B-C6CDD99C7DEC}"/>
              </a:ext>
            </a:extLst>
          </p:cNvPr>
          <p:cNvSpPr>
            <a:spLocks noGrp="1"/>
          </p:cNvSpPr>
          <p:nvPr>
            <p:ph type="pic" sz="quarter" idx="19" hasCustomPrompt="1"/>
          </p:nvPr>
        </p:nvSpPr>
        <p:spPr>
          <a:xfrm>
            <a:off x="3858818" y="1219200"/>
            <a:ext cx="1428750" cy="1397661"/>
          </a:xfrm>
          <a:prstGeom prst="flowChartConnector">
            <a:avLst/>
          </a:prstGeom>
        </p:spPr>
        <p:txBody>
          <a:bodyPr anchor="ctr"/>
          <a:lstStyle>
            <a:lvl1pPr marL="0" indent="0" algn="ctr">
              <a:buNone/>
              <a:defRPr b="0" i="0">
                <a:solidFill>
                  <a:schemeClr val="tx1"/>
                </a:solidFill>
                <a:latin typeface="Aptos" panose="020B0004020202020204" pitchFamily="34" charset="0"/>
              </a:defRPr>
            </a:lvl1pPr>
          </a:lstStyle>
          <a:p>
            <a:r>
              <a:rPr lang="en-US" dirty="0"/>
              <a:t> Image</a:t>
            </a:r>
          </a:p>
        </p:txBody>
      </p:sp>
    </p:spTree>
    <p:extLst>
      <p:ext uri="{BB962C8B-B14F-4D97-AF65-F5344CB8AC3E}">
        <p14:creationId xmlns:p14="http://schemas.microsoft.com/office/powerpoint/2010/main" val="103980116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 - Case Study Template - Dark">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A6A9094-A25C-C476-ADF7-5818D23514A1}"/>
              </a:ext>
            </a:extLst>
          </p:cNvPr>
          <p:cNvSpPr/>
          <p:nvPr userDrawn="1"/>
        </p:nvSpPr>
        <p:spPr>
          <a:xfrm>
            <a:off x="0" y="2109837"/>
            <a:ext cx="1553766" cy="2571750"/>
          </a:xfrm>
          <a:prstGeom prst="rect">
            <a:avLst/>
          </a:prstGeom>
          <a:solidFill>
            <a:srgbClr val="0064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de-DE" sz="1000" b="0" i="0">
              <a:solidFill>
                <a:schemeClr val="bg1"/>
              </a:solidFill>
              <a:latin typeface="Verdana" panose="020B0604030504040204" pitchFamily="34" charset="0"/>
              <a:ea typeface="Verdana" panose="020B0604030504040204" pitchFamily="34" charset="0"/>
            </a:endParaRPr>
          </a:p>
        </p:txBody>
      </p:sp>
      <p:sp>
        <p:nvSpPr>
          <p:cNvPr id="3" name="Rectangle 2">
            <a:extLst>
              <a:ext uri="{FF2B5EF4-FFF2-40B4-BE49-F238E27FC236}">
                <a16:creationId xmlns:a16="http://schemas.microsoft.com/office/drawing/2014/main" id="{8FC091E0-9FAF-4FE5-D106-FA3E43B76942}"/>
              </a:ext>
            </a:extLst>
          </p:cNvPr>
          <p:cNvSpPr/>
          <p:nvPr userDrawn="1"/>
        </p:nvSpPr>
        <p:spPr>
          <a:xfrm>
            <a:off x="1553766" y="1219027"/>
            <a:ext cx="7590234" cy="46209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050" b="0" i="0">
              <a:solidFill>
                <a:schemeClr val="bg1"/>
              </a:solidFill>
              <a:latin typeface="Aptos" panose="020B0004020202020204" pitchFamily="34" charset="0"/>
            </a:endParaRPr>
          </a:p>
        </p:txBody>
      </p:sp>
      <p:sp>
        <p:nvSpPr>
          <p:cNvPr id="13" name="Picture Placeholder 12">
            <a:extLst>
              <a:ext uri="{FF2B5EF4-FFF2-40B4-BE49-F238E27FC236}">
                <a16:creationId xmlns:a16="http://schemas.microsoft.com/office/drawing/2014/main" id="{6D9BE2CB-078E-195D-BC0F-19DCEDE5A835}"/>
              </a:ext>
            </a:extLst>
          </p:cNvPr>
          <p:cNvSpPr>
            <a:spLocks noGrp="1"/>
          </p:cNvSpPr>
          <p:nvPr>
            <p:ph type="pic" sz="quarter" idx="10" hasCustomPrompt="1"/>
          </p:nvPr>
        </p:nvSpPr>
        <p:spPr>
          <a:xfrm>
            <a:off x="0" y="0"/>
            <a:ext cx="1553766" cy="2109837"/>
          </a:xfrm>
          <a:prstGeom prst="rect">
            <a:avLst/>
          </a:prstGeom>
          <a:solidFill>
            <a:schemeClr val="bg1"/>
          </a:solidFill>
        </p:spPr>
        <p:txBody>
          <a:bodyPr wrap="square" anchor="ctr">
            <a:noAutofit/>
          </a:bodyPr>
          <a:lstStyle>
            <a:lvl1pPr marL="0" indent="0" algn="ctr">
              <a:buNone/>
              <a:defRPr b="0" i="0">
                <a:solidFill>
                  <a:schemeClr val="tx1"/>
                </a:solidFill>
                <a:latin typeface="Aptos" panose="020B0004020202020204" pitchFamily="34" charset="0"/>
              </a:defRPr>
            </a:lvl1pPr>
          </a:lstStyle>
          <a:p>
            <a:r>
              <a:rPr lang="de-DE" dirty="0"/>
              <a:t>Image</a:t>
            </a:r>
          </a:p>
        </p:txBody>
      </p:sp>
      <p:sp>
        <p:nvSpPr>
          <p:cNvPr id="18" name="Content Placeholder 2">
            <a:extLst>
              <a:ext uri="{FF2B5EF4-FFF2-40B4-BE49-F238E27FC236}">
                <a16:creationId xmlns:a16="http://schemas.microsoft.com/office/drawing/2014/main" id="{1E8C6222-4482-5FB1-2AE4-5A8F512E1392}"/>
              </a:ext>
            </a:extLst>
          </p:cNvPr>
          <p:cNvSpPr>
            <a:spLocks noGrp="1"/>
          </p:cNvSpPr>
          <p:nvPr>
            <p:ph sz="half" idx="28"/>
          </p:nvPr>
        </p:nvSpPr>
        <p:spPr>
          <a:xfrm>
            <a:off x="1700538" y="1772239"/>
            <a:ext cx="1600949" cy="2901362"/>
          </a:xfrm>
        </p:spPr>
        <p:txBody>
          <a:bodyPr wrap="square">
            <a:noAutofit/>
          </a:bodyPr>
          <a:lstStyle>
            <a:lvl1pPr>
              <a:defRPr sz="1000" b="0" i="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a:defRPr sz="1000" b="0" i="0">
                <a:solidFill>
                  <a:schemeClr val="bg1"/>
                </a:solidFill>
                <a:latin typeface="Verdana" panose="020B0604030504040204" pitchFamily="34" charset="0"/>
                <a:ea typeface="Verdana" panose="020B0604030504040204" pitchFamily="34" charset="0"/>
                <a:cs typeface="Verdana" panose="020B0604030504040204" pitchFamily="34" charset="0"/>
              </a:defRPr>
            </a:lvl2pPr>
            <a:lvl3pPr>
              <a:defRPr b="0" i="0">
                <a:solidFill>
                  <a:schemeClr val="tx1"/>
                </a:solidFill>
                <a:latin typeface="Aptos" panose="020B0004020202020204" pitchFamily="34" charset="0"/>
                <a:cs typeface="Aptos" panose="020B000402020202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US" dirty="0"/>
              <a:t>Click to edit Master text styles</a:t>
            </a:r>
          </a:p>
          <a:p>
            <a:pPr lvl="1"/>
            <a:r>
              <a:rPr lang="en-US" dirty="0"/>
              <a:t>Second level</a:t>
            </a:r>
          </a:p>
        </p:txBody>
      </p:sp>
      <p:sp>
        <p:nvSpPr>
          <p:cNvPr id="21" name="Text Placeholder 20">
            <a:extLst>
              <a:ext uri="{FF2B5EF4-FFF2-40B4-BE49-F238E27FC236}">
                <a16:creationId xmlns:a16="http://schemas.microsoft.com/office/drawing/2014/main" id="{3ABF10A2-C9DA-5DAE-C7DB-0602BB4D5EE0}"/>
              </a:ext>
            </a:extLst>
          </p:cNvPr>
          <p:cNvSpPr>
            <a:spLocks noGrp="1"/>
          </p:cNvSpPr>
          <p:nvPr>
            <p:ph type="body" sz="quarter" idx="30"/>
          </p:nvPr>
        </p:nvSpPr>
        <p:spPr>
          <a:xfrm>
            <a:off x="104618" y="2477720"/>
            <a:ext cx="1293019" cy="391801"/>
          </a:xfrm>
        </p:spPr>
        <p:txBody>
          <a:bodyPr wrap="square">
            <a:noAutofit/>
          </a:bodyPr>
          <a:lstStyle>
            <a:lvl1pPr marL="0" indent="0">
              <a:buNone/>
              <a:defRPr sz="800" b="0" i="0">
                <a:solidFill>
                  <a:schemeClr val="bg1"/>
                </a:solidFill>
                <a:latin typeface="Verdana" panose="020B0604030504040204" pitchFamily="34" charset="0"/>
                <a:ea typeface="Verdana" panose="020B0604030504040204" pitchFamily="34" charset="0"/>
              </a:defRPr>
            </a:lvl1pPr>
          </a:lstStyle>
          <a:p>
            <a:pPr lvl="0"/>
            <a:r>
              <a:rPr lang="en-US"/>
              <a:t>Click to edit Master text styles</a:t>
            </a:r>
          </a:p>
        </p:txBody>
      </p:sp>
      <p:sp>
        <p:nvSpPr>
          <p:cNvPr id="28" name="TextBox 27">
            <a:extLst>
              <a:ext uri="{FF2B5EF4-FFF2-40B4-BE49-F238E27FC236}">
                <a16:creationId xmlns:a16="http://schemas.microsoft.com/office/drawing/2014/main" id="{5B26B514-4B29-D25C-E426-090F0CCDED2B}"/>
              </a:ext>
            </a:extLst>
          </p:cNvPr>
          <p:cNvSpPr txBox="1"/>
          <p:nvPr userDrawn="1"/>
        </p:nvSpPr>
        <p:spPr>
          <a:xfrm>
            <a:off x="129511" y="2240945"/>
            <a:ext cx="937550" cy="276999"/>
          </a:xfrm>
          <a:prstGeom prst="rect">
            <a:avLst/>
          </a:prstGeom>
          <a:noFill/>
        </p:spPr>
        <p:txBody>
          <a:bodyPr wrap="square" lIns="0" tIns="0" rIns="0" bIns="0">
            <a:normAutofit/>
          </a:bodyPr>
          <a:lstStyle/>
          <a:p>
            <a:pPr algn="l"/>
            <a:r>
              <a:rPr lang="en-US" sz="1100" dirty="0">
                <a:solidFill>
                  <a:schemeClr val="bg1"/>
                </a:solidFill>
                <a:latin typeface="Verdana" panose="020B0604030504040204" pitchFamily="34" charset="0"/>
                <a:ea typeface="Verdana" panose="020B0604030504040204" pitchFamily="34" charset="0"/>
              </a:rPr>
              <a:t>Industry</a:t>
            </a:r>
          </a:p>
        </p:txBody>
      </p:sp>
      <p:sp>
        <p:nvSpPr>
          <p:cNvPr id="29" name="TextBox 28">
            <a:extLst>
              <a:ext uri="{FF2B5EF4-FFF2-40B4-BE49-F238E27FC236}">
                <a16:creationId xmlns:a16="http://schemas.microsoft.com/office/drawing/2014/main" id="{457D9ADA-1122-CD1D-3A8A-07F0E1EEE9EB}"/>
              </a:ext>
            </a:extLst>
          </p:cNvPr>
          <p:cNvSpPr txBox="1"/>
          <p:nvPr userDrawn="1"/>
        </p:nvSpPr>
        <p:spPr>
          <a:xfrm>
            <a:off x="107409" y="3113412"/>
            <a:ext cx="1370675" cy="276999"/>
          </a:xfrm>
          <a:prstGeom prst="rect">
            <a:avLst/>
          </a:prstGeom>
          <a:noFill/>
        </p:spPr>
        <p:txBody>
          <a:bodyPr wrap="square" lIns="0" tIns="0" rIns="0" bIns="0">
            <a:normAutofit/>
          </a:bodyPr>
          <a:lstStyle/>
          <a:p>
            <a:pPr algn="l"/>
            <a:r>
              <a:rPr lang="en-US" sz="1100">
                <a:solidFill>
                  <a:schemeClr val="bg1"/>
                </a:solidFill>
                <a:latin typeface="Verdana" panose="020B0604030504040204" pitchFamily="34" charset="0"/>
                <a:ea typeface="Verdana" panose="020B0604030504040204" pitchFamily="34" charset="0"/>
              </a:rPr>
              <a:t>Core Offering</a:t>
            </a:r>
          </a:p>
        </p:txBody>
      </p:sp>
      <p:sp>
        <p:nvSpPr>
          <p:cNvPr id="33" name="TextBox 32">
            <a:extLst>
              <a:ext uri="{FF2B5EF4-FFF2-40B4-BE49-F238E27FC236}">
                <a16:creationId xmlns:a16="http://schemas.microsoft.com/office/drawing/2014/main" id="{63B28BD4-B927-D5D7-3E8E-3B8E9CDB9CE1}"/>
              </a:ext>
            </a:extLst>
          </p:cNvPr>
          <p:cNvSpPr txBox="1"/>
          <p:nvPr userDrawn="1"/>
        </p:nvSpPr>
        <p:spPr>
          <a:xfrm>
            <a:off x="1700538" y="1303324"/>
            <a:ext cx="1620267" cy="276999"/>
          </a:xfrm>
          <a:prstGeom prst="rect">
            <a:avLst/>
          </a:prstGeom>
          <a:noFill/>
        </p:spPr>
        <p:txBody>
          <a:bodyPr wrap="square" lIns="0" tIns="0" rIns="0" bIns="0" anchor="ctr">
            <a:normAutofit/>
          </a:bodyPr>
          <a:lstStyle/>
          <a:p>
            <a:pPr algn="l"/>
            <a:r>
              <a:rPr lang="en-US" sz="1100" dirty="0">
                <a:solidFill>
                  <a:schemeClr val="bg1"/>
                </a:solidFill>
                <a:latin typeface="Verdana" panose="020B0604030504040204" pitchFamily="34" charset="0"/>
                <a:ea typeface="Verdana" panose="020B0604030504040204" pitchFamily="34" charset="0"/>
              </a:rPr>
              <a:t>The Need</a:t>
            </a:r>
          </a:p>
        </p:txBody>
      </p:sp>
      <p:sp>
        <p:nvSpPr>
          <p:cNvPr id="34" name="TextBox 33">
            <a:extLst>
              <a:ext uri="{FF2B5EF4-FFF2-40B4-BE49-F238E27FC236}">
                <a16:creationId xmlns:a16="http://schemas.microsoft.com/office/drawing/2014/main" id="{422F0849-857F-20D1-6423-0570268546AD}"/>
              </a:ext>
            </a:extLst>
          </p:cNvPr>
          <p:cNvSpPr txBox="1"/>
          <p:nvPr userDrawn="1"/>
        </p:nvSpPr>
        <p:spPr>
          <a:xfrm>
            <a:off x="3516625" y="1303324"/>
            <a:ext cx="1603541" cy="276999"/>
          </a:xfrm>
          <a:prstGeom prst="rect">
            <a:avLst/>
          </a:prstGeom>
          <a:noFill/>
        </p:spPr>
        <p:txBody>
          <a:bodyPr wrap="square" lIns="0" tIns="0" rIns="0" bIns="0" anchor="ctr">
            <a:normAutofit/>
          </a:bodyPr>
          <a:lstStyle/>
          <a:p>
            <a:pPr algn="l"/>
            <a:r>
              <a:rPr lang="en-US" sz="1100" dirty="0">
                <a:solidFill>
                  <a:schemeClr val="bg1"/>
                </a:solidFill>
                <a:latin typeface="Verdana" panose="020B0604030504040204" pitchFamily="34" charset="0"/>
                <a:ea typeface="Verdana" panose="020B0604030504040204" pitchFamily="34" charset="0"/>
              </a:rPr>
              <a:t>The Challenge</a:t>
            </a:r>
          </a:p>
        </p:txBody>
      </p:sp>
      <p:sp>
        <p:nvSpPr>
          <p:cNvPr id="35" name="TextBox 34">
            <a:extLst>
              <a:ext uri="{FF2B5EF4-FFF2-40B4-BE49-F238E27FC236}">
                <a16:creationId xmlns:a16="http://schemas.microsoft.com/office/drawing/2014/main" id="{2D57DCEF-1560-9AF1-7A04-418461ED32AF}"/>
              </a:ext>
            </a:extLst>
          </p:cNvPr>
          <p:cNvSpPr txBox="1"/>
          <p:nvPr userDrawn="1"/>
        </p:nvSpPr>
        <p:spPr>
          <a:xfrm>
            <a:off x="7148800" y="1317508"/>
            <a:ext cx="1600949" cy="276999"/>
          </a:xfrm>
          <a:prstGeom prst="rect">
            <a:avLst/>
          </a:prstGeom>
          <a:noFill/>
        </p:spPr>
        <p:txBody>
          <a:bodyPr wrap="square" lIns="0" tIns="0" rIns="0" bIns="0" anchor="ctr">
            <a:normAutofit/>
          </a:bodyPr>
          <a:lstStyle/>
          <a:p>
            <a:pPr algn="l"/>
            <a:r>
              <a:rPr lang="en-US" sz="1100" dirty="0">
                <a:solidFill>
                  <a:schemeClr val="bg1"/>
                </a:solidFill>
                <a:latin typeface="Verdana" panose="020B0604030504040204" pitchFamily="34" charset="0"/>
                <a:ea typeface="Verdana" panose="020B0604030504040204" pitchFamily="34" charset="0"/>
              </a:rPr>
              <a:t>Business Impact</a:t>
            </a:r>
          </a:p>
        </p:txBody>
      </p:sp>
      <p:cxnSp>
        <p:nvCxnSpPr>
          <p:cNvPr id="20" name="Straight Connector 19">
            <a:extLst>
              <a:ext uri="{FF2B5EF4-FFF2-40B4-BE49-F238E27FC236}">
                <a16:creationId xmlns:a16="http://schemas.microsoft.com/office/drawing/2014/main" id="{8F52324D-44E9-7A47-42C3-953653BD00DF}"/>
              </a:ext>
            </a:extLst>
          </p:cNvPr>
          <p:cNvCxnSpPr>
            <a:cxnSpLocks/>
          </p:cNvCxnSpPr>
          <p:nvPr userDrawn="1"/>
        </p:nvCxnSpPr>
        <p:spPr>
          <a:xfrm>
            <a:off x="5225954" y="1303324"/>
            <a:ext cx="0" cy="289188"/>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DE24740-BF49-13A2-D93B-760FA193E090}"/>
              </a:ext>
            </a:extLst>
          </p:cNvPr>
          <p:cNvCxnSpPr>
            <a:cxnSpLocks/>
          </p:cNvCxnSpPr>
          <p:nvPr userDrawn="1"/>
        </p:nvCxnSpPr>
        <p:spPr>
          <a:xfrm>
            <a:off x="3420992" y="1303324"/>
            <a:ext cx="0" cy="289188"/>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6FE8FD2C-FFE2-E8F7-2153-D79EBD4A283A}"/>
              </a:ext>
            </a:extLst>
          </p:cNvPr>
          <p:cNvSpPr>
            <a:spLocks noGrp="1"/>
          </p:cNvSpPr>
          <p:nvPr>
            <p:ph sz="half" idx="32"/>
          </p:nvPr>
        </p:nvSpPr>
        <p:spPr>
          <a:xfrm>
            <a:off x="3516625" y="1772239"/>
            <a:ext cx="1600949" cy="2901362"/>
          </a:xfrm>
        </p:spPr>
        <p:txBody>
          <a:bodyPr wrap="square">
            <a:noAutofit/>
          </a:bodyPr>
          <a:lstStyle>
            <a:lvl1pPr>
              <a:defRPr sz="1000" b="0" i="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a:defRPr sz="1000" b="0" i="0">
                <a:solidFill>
                  <a:schemeClr val="bg1"/>
                </a:solidFill>
                <a:latin typeface="Verdana" panose="020B0604030504040204" pitchFamily="34" charset="0"/>
                <a:ea typeface="Verdana" panose="020B0604030504040204" pitchFamily="34" charset="0"/>
                <a:cs typeface="Verdana" panose="020B0604030504040204" pitchFamily="34" charset="0"/>
              </a:defRPr>
            </a:lvl2pPr>
            <a:lvl3pPr>
              <a:defRPr b="0" i="0">
                <a:solidFill>
                  <a:schemeClr val="tx1"/>
                </a:solidFill>
                <a:latin typeface="Aptos" panose="020B0004020202020204" pitchFamily="34" charset="0"/>
                <a:cs typeface="Aptos" panose="020B000402020202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US"/>
              <a:t>Click to edit Master text styles</a:t>
            </a:r>
          </a:p>
          <a:p>
            <a:pPr lvl="1"/>
            <a:r>
              <a:rPr lang="en-US"/>
              <a:t>Second level</a:t>
            </a:r>
          </a:p>
        </p:txBody>
      </p:sp>
      <p:sp>
        <p:nvSpPr>
          <p:cNvPr id="5" name="Content Placeholder 2">
            <a:extLst>
              <a:ext uri="{FF2B5EF4-FFF2-40B4-BE49-F238E27FC236}">
                <a16:creationId xmlns:a16="http://schemas.microsoft.com/office/drawing/2014/main" id="{4943A43A-EBDD-8F84-F264-07442277D8F0}"/>
              </a:ext>
            </a:extLst>
          </p:cNvPr>
          <p:cNvSpPr>
            <a:spLocks noGrp="1"/>
          </p:cNvSpPr>
          <p:nvPr>
            <p:ph sz="half" idx="33"/>
          </p:nvPr>
        </p:nvSpPr>
        <p:spPr>
          <a:xfrm>
            <a:off x="5332712" y="1772239"/>
            <a:ext cx="1600949" cy="2901362"/>
          </a:xfrm>
        </p:spPr>
        <p:txBody>
          <a:bodyPr wrap="square">
            <a:noAutofit/>
          </a:bodyPr>
          <a:lstStyle>
            <a:lvl1pPr>
              <a:defRPr sz="1000" b="0" i="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a:defRPr sz="1000" b="0" i="0">
                <a:solidFill>
                  <a:schemeClr val="bg1"/>
                </a:solidFill>
                <a:latin typeface="Verdana" panose="020B0604030504040204" pitchFamily="34" charset="0"/>
                <a:ea typeface="Verdana" panose="020B0604030504040204" pitchFamily="34" charset="0"/>
                <a:cs typeface="Verdana" panose="020B0604030504040204" pitchFamily="34" charset="0"/>
              </a:defRPr>
            </a:lvl2pPr>
            <a:lvl3pPr>
              <a:defRPr b="0" i="0">
                <a:solidFill>
                  <a:schemeClr val="tx1"/>
                </a:solidFill>
                <a:latin typeface="Aptos" panose="020B0004020202020204" pitchFamily="34" charset="0"/>
                <a:cs typeface="Aptos" panose="020B000402020202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US"/>
              <a:t>Click to edit Master text styles</a:t>
            </a:r>
          </a:p>
          <a:p>
            <a:pPr lvl="1"/>
            <a:r>
              <a:rPr lang="en-US"/>
              <a:t>Second level</a:t>
            </a:r>
          </a:p>
        </p:txBody>
      </p:sp>
      <p:sp>
        <p:nvSpPr>
          <p:cNvPr id="9" name="Content Placeholder 2">
            <a:extLst>
              <a:ext uri="{FF2B5EF4-FFF2-40B4-BE49-F238E27FC236}">
                <a16:creationId xmlns:a16="http://schemas.microsoft.com/office/drawing/2014/main" id="{CEC79830-8908-1E07-2437-518AB0A44B50}"/>
              </a:ext>
            </a:extLst>
          </p:cNvPr>
          <p:cNvSpPr>
            <a:spLocks noGrp="1"/>
          </p:cNvSpPr>
          <p:nvPr>
            <p:ph sz="half" idx="34"/>
          </p:nvPr>
        </p:nvSpPr>
        <p:spPr>
          <a:xfrm>
            <a:off x="7148800" y="1772239"/>
            <a:ext cx="1600949" cy="2901362"/>
          </a:xfrm>
        </p:spPr>
        <p:txBody>
          <a:bodyPr wrap="square">
            <a:noAutofit/>
          </a:bodyPr>
          <a:lstStyle>
            <a:lvl1pPr>
              <a:defRPr sz="1000" b="0" i="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a:defRPr sz="1000" b="0" i="0">
                <a:solidFill>
                  <a:schemeClr val="bg1"/>
                </a:solidFill>
                <a:latin typeface="Verdana" panose="020B0604030504040204" pitchFamily="34" charset="0"/>
                <a:ea typeface="Verdana" panose="020B0604030504040204" pitchFamily="34" charset="0"/>
                <a:cs typeface="Verdana" panose="020B0604030504040204" pitchFamily="34" charset="0"/>
              </a:defRPr>
            </a:lvl2pPr>
            <a:lvl3pPr>
              <a:defRPr b="0" i="0">
                <a:solidFill>
                  <a:schemeClr val="tx1"/>
                </a:solidFill>
                <a:latin typeface="Aptos" panose="020B0004020202020204" pitchFamily="34" charset="0"/>
                <a:cs typeface="Aptos" panose="020B000402020202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US" dirty="0"/>
              <a:t>Click to edit Master text styles</a:t>
            </a:r>
          </a:p>
          <a:p>
            <a:pPr lvl="1"/>
            <a:r>
              <a:rPr lang="en-US" dirty="0"/>
              <a:t>Second level</a:t>
            </a:r>
          </a:p>
        </p:txBody>
      </p:sp>
      <p:cxnSp>
        <p:nvCxnSpPr>
          <p:cNvPr id="12" name="Straight Connector 11">
            <a:extLst>
              <a:ext uri="{FF2B5EF4-FFF2-40B4-BE49-F238E27FC236}">
                <a16:creationId xmlns:a16="http://schemas.microsoft.com/office/drawing/2014/main" id="{CE680F4E-05A8-E43C-4B6B-350DE6E011E3}"/>
              </a:ext>
            </a:extLst>
          </p:cNvPr>
          <p:cNvCxnSpPr>
            <a:cxnSpLocks/>
          </p:cNvCxnSpPr>
          <p:nvPr userDrawn="1"/>
        </p:nvCxnSpPr>
        <p:spPr>
          <a:xfrm>
            <a:off x="7035913" y="1300537"/>
            <a:ext cx="0" cy="289188"/>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B73689D8-C9B4-2D34-07F0-DB463189E114}"/>
              </a:ext>
            </a:extLst>
          </p:cNvPr>
          <p:cNvSpPr txBox="1"/>
          <p:nvPr userDrawn="1"/>
        </p:nvSpPr>
        <p:spPr>
          <a:xfrm>
            <a:off x="5332712" y="1303324"/>
            <a:ext cx="1555568" cy="276999"/>
          </a:xfrm>
          <a:prstGeom prst="rect">
            <a:avLst/>
          </a:prstGeom>
          <a:noFill/>
        </p:spPr>
        <p:txBody>
          <a:bodyPr wrap="square" lIns="0" tIns="0" rIns="0" bIns="0" anchor="ctr">
            <a:normAutofit/>
          </a:bodyPr>
          <a:lstStyle/>
          <a:p>
            <a:pPr algn="l"/>
            <a:r>
              <a:rPr lang="en-US" sz="1100" dirty="0">
                <a:solidFill>
                  <a:schemeClr val="bg1"/>
                </a:solidFill>
                <a:latin typeface="Verdana" panose="020B0604030504040204" pitchFamily="34" charset="0"/>
                <a:ea typeface="Verdana" panose="020B0604030504040204" pitchFamily="34" charset="0"/>
              </a:rPr>
              <a:t>Solution</a:t>
            </a:r>
          </a:p>
        </p:txBody>
      </p:sp>
      <p:sp>
        <p:nvSpPr>
          <p:cNvPr id="16" name="TextBox 15">
            <a:extLst>
              <a:ext uri="{FF2B5EF4-FFF2-40B4-BE49-F238E27FC236}">
                <a16:creationId xmlns:a16="http://schemas.microsoft.com/office/drawing/2014/main" id="{5E5B966B-1280-A9DA-8598-2560A332500B}"/>
              </a:ext>
            </a:extLst>
          </p:cNvPr>
          <p:cNvSpPr txBox="1"/>
          <p:nvPr userDrawn="1"/>
        </p:nvSpPr>
        <p:spPr>
          <a:xfrm>
            <a:off x="107409" y="3923042"/>
            <a:ext cx="1370675" cy="276999"/>
          </a:xfrm>
          <a:prstGeom prst="rect">
            <a:avLst/>
          </a:prstGeom>
          <a:noFill/>
        </p:spPr>
        <p:txBody>
          <a:bodyPr wrap="square" lIns="0" tIns="0" rIns="0" bIns="0">
            <a:normAutofit/>
          </a:bodyPr>
          <a:lstStyle/>
          <a:p>
            <a:pPr algn="l"/>
            <a:r>
              <a:rPr lang="en-US" sz="1100">
                <a:solidFill>
                  <a:schemeClr val="bg1"/>
                </a:solidFill>
                <a:latin typeface="Verdana" panose="020B0604030504040204" pitchFamily="34" charset="0"/>
                <a:ea typeface="Verdana" panose="020B0604030504040204" pitchFamily="34" charset="0"/>
              </a:rPr>
              <a:t>Presence</a:t>
            </a:r>
          </a:p>
        </p:txBody>
      </p:sp>
      <p:sp>
        <p:nvSpPr>
          <p:cNvPr id="24" name="Text Placeholder 20">
            <a:extLst>
              <a:ext uri="{FF2B5EF4-FFF2-40B4-BE49-F238E27FC236}">
                <a16:creationId xmlns:a16="http://schemas.microsoft.com/office/drawing/2014/main" id="{3B36562D-95D3-D0A4-CCA6-FA7F6904A36A}"/>
              </a:ext>
            </a:extLst>
          </p:cNvPr>
          <p:cNvSpPr>
            <a:spLocks noGrp="1"/>
          </p:cNvSpPr>
          <p:nvPr>
            <p:ph type="body" sz="quarter" idx="36"/>
          </p:nvPr>
        </p:nvSpPr>
        <p:spPr>
          <a:xfrm>
            <a:off x="130374" y="3359287"/>
            <a:ext cx="1293019" cy="391801"/>
          </a:xfrm>
        </p:spPr>
        <p:txBody>
          <a:bodyPr wrap="square">
            <a:noAutofit/>
          </a:bodyPr>
          <a:lstStyle>
            <a:lvl1pPr marL="0" indent="0">
              <a:buNone/>
              <a:defRPr sz="800" b="0" i="0">
                <a:solidFill>
                  <a:schemeClr val="bg1"/>
                </a:solidFill>
                <a:latin typeface="Verdana" panose="020B0604030504040204" pitchFamily="34" charset="0"/>
                <a:ea typeface="Verdana" panose="020B0604030504040204" pitchFamily="34" charset="0"/>
              </a:defRPr>
            </a:lvl1pPr>
          </a:lstStyle>
          <a:p>
            <a:pPr lvl="0"/>
            <a:r>
              <a:rPr lang="en-US"/>
              <a:t>Click to edit Master text styles</a:t>
            </a:r>
          </a:p>
        </p:txBody>
      </p:sp>
      <p:sp>
        <p:nvSpPr>
          <p:cNvPr id="25" name="Text Placeholder 20">
            <a:extLst>
              <a:ext uri="{FF2B5EF4-FFF2-40B4-BE49-F238E27FC236}">
                <a16:creationId xmlns:a16="http://schemas.microsoft.com/office/drawing/2014/main" id="{5979479E-8C44-825E-CA22-2ECE22F9D655}"/>
              </a:ext>
            </a:extLst>
          </p:cNvPr>
          <p:cNvSpPr>
            <a:spLocks noGrp="1"/>
          </p:cNvSpPr>
          <p:nvPr>
            <p:ph type="body" sz="quarter" idx="37"/>
          </p:nvPr>
        </p:nvSpPr>
        <p:spPr>
          <a:xfrm>
            <a:off x="129511" y="4175664"/>
            <a:ext cx="1293019" cy="391801"/>
          </a:xfrm>
        </p:spPr>
        <p:txBody>
          <a:bodyPr wrap="square">
            <a:noAutofit/>
          </a:bodyPr>
          <a:lstStyle>
            <a:lvl1pPr marL="0" indent="0">
              <a:buNone/>
              <a:defRPr sz="800" b="0" i="0">
                <a:solidFill>
                  <a:schemeClr val="bg1"/>
                </a:solidFill>
                <a:latin typeface="Verdana" panose="020B0604030504040204" pitchFamily="34" charset="0"/>
                <a:ea typeface="Verdana" panose="020B0604030504040204" pitchFamily="34" charset="0"/>
              </a:defRPr>
            </a:lvl1pPr>
          </a:lstStyle>
          <a:p>
            <a:pPr lvl="0"/>
            <a:r>
              <a:rPr lang="en-US"/>
              <a:t>Click to edit Master text styles</a:t>
            </a:r>
          </a:p>
        </p:txBody>
      </p:sp>
      <p:sp>
        <p:nvSpPr>
          <p:cNvPr id="11" name="Title 1">
            <a:extLst>
              <a:ext uri="{FF2B5EF4-FFF2-40B4-BE49-F238E27FC236}">
                <a16:creationId xmlns:a16="http://schemas.microsoft.com/office/drawing/2014/main" id="{0773BCE4-316C-2824-8669-331C25E93F9D}"/>
              </a:ext>
            </a:extLst>
          </p:cNvPr>
          <p:cNvSpPr>
            <a:spLocks noGrp="1"/>
          </p:cNvSpPr>
          <p:nvPr>
            <p:ph type="title" hasCustomPrompt="1"/>
          </p:nvPr>
        </p:nvSpPr>
        <p:spPr>
          <a:xfrm>
            <a:off x="1681220" y="295565"/>
            <a:ext cx="7084489" cy="723900"/>
          </a:xfrm>
        </p:spPr>
        <p:txBody>
          <a:bodyPr>
            <a:noAutofit/>
          </a:bodyPr>
          <a:lstStyle/>
          <a:p>
            <a:r>
              <a:rPr lang="en-US" dirty="0"/>
              <a:t>Click To Edit Master Title Style</a:t>
            </a:r>
            <a:endParaRPr lang="en-AU" dirty="0"/>
          </a:p>
        </p:txBody>
      </p:sp>
    </p:spTree>
    <p:extLst>
      <p:ext uri="{BB962C8B-B14F-4D97-AF65-F5344CB8AC3E}">
        <p14:creationId xmlns:p14="http://schemas.microsoft.com/office/powerpoint/2010/main" val="144661681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2 - Case Study Template - Dark">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6D9BE2CB-078E-195D-BC0F-19DCEDE5A835}"/>
              </a:ext>
            </a:extLst>
          </p:cNvPr>
          <p:cNvSpPr>
            <a:spLocks noGrp="1"/>
          </p:cNvSpPr>
          <p:nvPr>
            <p:ph type="pic" sz="quarter" idx="10" hasCustomPrompt="1"/>
          </p:nvPr>
        </p:nvSpPr>
        <p:spPr>
          <a:xfrm>
            <a:off x="5921298" y="1210084"/>
            <a:ext cx="3222703" cy="3448947"/>
          </a:xfrm>
          <a:prstGeom prst="rect">
            <a:avLst/>
          </a:prstGeom>
          <a:noFill/>
        </p:spPr>
        <p:txBody>
          <a:bodyPr wrap="square" anchor="ctr">
            <a:noAutofit/>
          </a:bodyPr>
          <a:lstStyle>
            <a:lvl1pPr marL="0" indent="0" algn="ctr">
              <a:buNone/>
              <a:defRPr b="0" i="0">
                <a:solidFill>
                  <a:schemeClr val="bg1"/>
                </a:solidFill>
                <a:latin typeface="Aptos" panose="020B0004020202020204" pitchFamily="34" charset="0"/>
              </a:defRPr>
            </a:lvl1pPr>
          </a:lstStyle>
          <a:p>
            <a:r>
              <a:rPr lang="de-DE" dirty="0"/>
              <a:t>Image</a:t>
            </a:r>
          </a:p>
        </p:txBody>
      </p:sp>
      <p:sp>
        <p:nvSpPr>
          <p:cNvPr id="9" name="Rectangle 8">
            <a:extLst>
              <a:ext uri="{FF2B5EF4-FFF2-40B4-BE49-F238E27FC236}">
                <a16:creationId xmlns:a16="http://schemas.microsoft.com/office/drawing/2014/main" id="{D74601F4-528F-F337-00F9-6759A7127E8E}"/>
              </a:ext>
            </a:extLst>
          </p:cNvPr>
          <p:cNvSpPr/>
          <p:nvPr userDrawn="1"/>
        </p:nvSpPr>
        <p:spPr>
          <a:xfrm>
            <a:off x="386953" y="1202728"/>
            <a:ext cx="5258352" cy="284356"/>
          </a:xfrm>
          <a:prstGeom prst="rect">
            <a:avLst/>
          </a:prstGeom>
          <a:solidFill>
            <a:schemeClr val="accent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000" b="0" i="0">
              <a:solidFill>
                <a:schemeClr val="bg1"/>
              </a:solidFill>
              <a:latin typeface="Verdana" panose="020B0604030504040204" pitchFamily="34" charset="0"/>
              <a:ea typeface="Verdana" panose="020B0604030504040204" pitchFamily="34" charset="0"/>
            </a:endParaRPr>
          </a:p>
        </p:txBody>
      </p:sp>
      <p:sp>
        <p:nvSpPr>
          <p:cNvPr id="10" name="Rectangle 9">
            <a:extLst>
              <a:ext uri="{FF2B5EF4-FFF2-40B4-BE49-F238E27FC236}">
                <a16:creationId xmlns:a16="http://schemas.microsoft.com/office/drawing/2014/main" id="{EF055DE9-65C3-3EB8-D8BF-E2BFF444B64E}"/>
              </a:ext>
            </a:extLst>
          </p:cNvPr>
          <p:cNvSpPr/>
          <p:nvPr userDrawn="1"/>
        </p:nvSpPr>
        <p:spPr>
          <a:xfrm>
            <a:off x="386953" y="2870376"/>
            <a:ext cx="2423155" cy="284356"/>
          </a:xfrm>
          <a:prstGeom prst="rect">
            <a:avLst/>
          </a:prstGeom>
          <a:solidFill>
            <a:schemeClr val="accent1"/>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000" b="0" i="0">
              <a:solidFill>
                <a:schemeClr val="bg1"/>
              </a:solidFill>
              <a:latin typeface="Verdana" panose="020B0604030504040204" pitchFamily="34" charset="0"/>
              <a:ea typeface="Verdana" panose="020B0604030504040204" pitchFamily="34" charset="0"/>
            </a:endParaRPr>
          </a:p>
        </p:txBody>
      </p:sp>
      <p:sp>
        <p:nvSpPr>
          <p:cNvPr id="11" name="Rectangle 10">
            <a:extLst>
              <a:ext uri="{FF2B5EF4-FFF2-40B4-BE49-F238E27FC236}">
                <a16:creationId xmlns:a16="http://schemas.microsoft.com/office/drawing/2014/main" id="{2230974A-A07E-A5F1-A9BD-7A4B30E3891D}"/>
              </a:ext>
            </a:extLst>
          </p:cNvPr>
          <p:cNvSpPr/>
          <p:nvPr userDrawn="1"/>
        </p:nvSpPr>
        <p:spPr>
          <a:xfrm>
            <a:off x="3222150" y="2870376"/>
            <a:ext cx="2423155" cy="284356"/>
          </a:xfrm>
          <a:prstGeom prst="rect">
            <a:avLst/>
          </a:prstGeom>
          <a:solidFill>
            <a:schemeClr val="accent4"/>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000" b="0" i="0">
              <a:solidFill>
                <a:schemeClr val="bg1"/>
              </a:solidFill>
              <a:latin typeface="Verdana" panose="020B0604030504040204" pitchFamily="34" charset="0"/>
              <a:ea typeface="Verdana" panose="020B0604030504040204" pitchFamily="34" charset="0"/>
            </a:endParaRPr>
          </a:p>
        </p:txBody>
      </p:sp>
      <p:sp>
        <p:nvSpPr>
          <p:cNvPr id="33" name="TextBox 32">
            <a:extLst>
              <a:ext uri="{FF2B5EF4-FFF2-40B4-BE49-F238E27FC236}">
                <a16:creationId xmlns:a16="http://schemas.microsoft.com/office/drawing/2014/main" id="{63B28BD4-B927-D5D7-3E8E-3B8E9CDB9CE1}"/>
              </a:ext>
            </a:extLst>
          </p:cNvPr>
          <p:cNvSpPr txBox="1"/>
          <p:nvPr userDrawn="1"/>
        </p:nvSpPr>
        <p:spPr>
          <a:xfrm>
            <a:off x="477193" y="1210084"/>
            <a:ext cx="2242673" cy="276999"/>
          </a:xfrm>
          <a:prstGeom prst="rect">
            <a:avLst/>
          </a:prstGeom>
          <a:noFill/>
        </p:spPr>
        <p:txBody>
          <a:bodyPr wrap="square" lIns="0" tIns="0" rIns="0" bIns="0" anchor="ctr">
            <a:normAutofit/>
          </a:bodyPr>
          <a:lstStyle/>
          <a:p>
            <a:pPr algn="l"/>
            <a:r>
              <a:rPr lang="en-US" sz="1100" dirty="0">
                <a:solidFill>
                  <a:schemeClr val="bg1"/>
                </a:solidFill>
                <a:latin typeface="Verdana" panose="020B0604030504040204" pitchFamily="34" charset="0"/>
                <a:ea typeface="Verdana" panose="020B0604030504040204" pitchFamily="34" charset="0"/>
              </a:rPr>
              <a:t>The Challenge</a:t>
            </a:r>
          </a:p>
        </p:txBody>
      </p:sp>
      <p:sp>
        <p:nvSpPr>
          <p:cNvPr id="12" name="TextBox 11">
            <a:extLst>
              <a:ext uri="{FF2B5EF4-FFF2-40B4-BE49-F238E27FC236}">
                <a16:creationId xmlns:a16="http://schemas.microsoft.com/office/drawing/2014/main" id="{08D1FA6B-2360-0121-7292-A1CDE1A23140}"/>
              </a:ext>
            </a:extLst>
          </p:cNvPr>
          <p:cNvSpPr txBox="1"/>
          <p:nvPr userDrawn="1"/>
        </p:nvSpPr>
        <p:spPr>
          <a:xfrm>
            <a:off x="477193" y="2870376"/>
            <a:ext cx="2242673" cy="276999"/>
          </a:xfrm>
          <a:prstGeom prst="rect">
            <a:avLst/>
          </a:prstGeom>
          <a:noFill/>
        </p:spPr>
        <p:txBody>
          <a:bodyPr wrap="square" lIns="0" tIns="0" rIns="0" bIns="0" anchor="ctr">
            <a:normAutofit/>
          </a:bodyPr>
          <a:lstStyle/>
          <a:p>
            <a:pPr algn="l"/>
            <a:r>
              <a:rPr lang="en-US" sz="1100">
                <a:solidFill>
                  <a:schemeClr val="bg1"/>
                </a:solidFill>
                <a:latin typeface="Verdana" panose="020B0604030504040204" pitchFamily="34" charset="0"/>
                <a:ea typeface="Verdana" panose="020B0604030504040204" pitchFamily="34" charset="0"/>
              </a:rPr>
              <a:t>The Solution</a:t>
            </a:r>
          </a:p>
        </p:txBody>
      </p:sp>
      <p:sp>
        <p:nvSpPr>
          <p:cNvPr id="14" name="TextBox 13">
            <a:extLst>
              <a:ext uri="{FF2B5EF4-FFF2-40B4-BE49-F238E27FC236}">
                <a16:creationId xmlns:a16="http://schemas.microsoft.com/office/drawing/2014/main" id="{E8A8D9C9-402E-E931-BA12-3C00810128F6}"/>
              </a:ext>
            </a:extLst>
          </p:cNvPr>
          <p:cNvSpPr txBox="1"/>
          <p:nvPr userDrawn="1"/>
        </p:nvSpPr>
        <p:spPr>
          <a:xfrm>
            <a:off x="3312391" y="2877732"/>
            <a:ext cx="2242673" cy="276999"/>
          </a:xfrm>
          <a:prstGeom prst="rect">
            <a:avLst/>
          </a:prstGeom>
          <a:noFill/>
        </p:spPr>
        <p:txBody>
          <a:bodyPr wrap="square" lIns="0" tIns="0" rIns="0" bIns="0" anchor="ctr">
            <a:normAutofit/>
          </a:bodyPr>
          <a:lstStyle/>
          <a:p>
            <a:pPr algn="l"/>
            <a:r>
              <a:rPr lang="en-US" sz="1100">
                <a:solidFill>
                  <a:schemeClr val="bg1"/>
                </a:solidFill>
                <a:latin typeface="Verdana" panose="020B0604030504040204" pitchFamily="34" charset="0"/>
                <a:ea typeface="Verdana" panose="020B0604030504040204" pitchFamily="34" charset="0"/>
              </a:rPr>
              <a:t>Business Impact</a:t>
            </a:r>
          </a:p>
        </p:txBody>
      </p:sp>
      <p:sp>
        <p:nvSpPr>
          <p:cNvPr id="20" name="Content Placeholder 2">
            <a:extLst>
              <a:ext uri="{FF2B5EF4-FFF2-40B4-BE49-F238E27FC236}">
                <a16:creationId xmlns:a16="http://schemas.microsoft.com/office/drawing/2014/main" id="{4B07B6CE-3309-07D1-52B1-7F1448FF875F}"/>
              </a:ext>
            </a:extLst>
          </p:cNvPr>
          <p:cNvSpPr>
            <a:spLocks noGrp="1"/>
          </p:cNvSpPr>
          <p:nvPr>
            <p:ph sz="half" idx="28"/>
          </p:nvPr>
        </p:nvSpPr>
        <p:spPr>
          <a:xfrm>
            <a:off x="386950" y="1629262"/>
            <a:ext cx="5258352" cy="1096846"/>
          </a:xfrm>
        </p:spPr>
        <p:txBody>
          <a:bodyPr wrap="square" lIns="72000">
            <a:noAutofit/>
          </a:bodyPr>
          <a:lstStyle>
            <a:lvl1pPr>
              <a:defRPr sz="1000" b="0" i="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a:defRPr sz="1000" b="0" i="0">
                <a:solidFill>
                  <a:schemeClr val="bg1"/>
                </a:solidFill>
                <a:latin typeface="Verdana" panose="020B0604030504040204" pitchFamily="34" charset="0"/>
                <a:ea typeface="Verdana" panose="020B0604030504040204" pitchFamily="34" charset="0"/>
                <a:cs typeface="Verdana" panose="020B0604030504040204" pitchFamily="34" charset="0"/>
              </a:defRPr>
            </a:lvl2pPr>
            <a:lvl3pPr>
              <a:defRPr b="0" i="0">
                <a:solidFill>
                  <a:schemeClr val="tx1"/>
                </a:solidFill>
                <a:latin typeface="Aptos" panose="020B0004020202020204" pitchFamily="34" charset="0"/>
                <a:cs typeface="Aptos" panose="020B000402020202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US" dirty="0"/>
              <a:t>Click to edit Master text styles</a:t>
            </a:r>
          </a:p>
          <a:p>
            <a:pPr lvl="1"/>
            <a:r>
              <a:rPr lang="en-US" dirty="0"/>
              <a:t>Second level</a:t>
            </a:r>
          </a:p>
        </p:txBody>
      </p:sp>
      <p:sp>
        <p:nvSpPr>
          <p:cNvPr id="26" name="Content Placeholder 2">
            <a:extLst>
              <a:ext uri="{FF2B5EF4-FFF2-40B4-BE49-F238E27FC236}">
                <a16:creationId xmlns:a16="http://schemas.microsoft.com/office/drawing/2014/main" id="{30FC2570-2B4A-0849-BB7F-453DC1B0B2A8}"/>
              </a:ext>
            </a:extLst>
          </p:cNvPr>
          <p:cNvSpPr>
            <a:spLocks noGrp="1"/>
          </p:cNvSpPr>
          <p:nvPr>
            <p:ph sz="half" idx="29"/>
          </p:nvPr>
        </p:nvSpPr>
        <p:spPr>
          <a:xfrm>
            <a:off x="386950" y="3299000"/>
            <a:ext cx="2423155" cy="1360031"/>
          </a:xfrm>
        </p:spPr>
        <p:txBody>
          <a:bodyPr wrap="square" lIns="72000">
            <a:noAutofit/>
          </a:bodyPr>
          <a:lstStyle>
            <a:lvl1pPr>
              <a:defRPr sz="1000" b="0" i="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a:defRPr sz="1000" b="0" i="0">
                <a:solidFill>
                  <a:schemeClr val="bg1"/>
                </a:solidFill>
                <a:latin typeface="Verdana" panose="020B0604030504040204" pitchFamily="34" charset="0"/>
                <a:ea typeface="Verdana" panose="020B0604030504040204" pitchFamily="34" charset="0"/>
                <a:cs typeface="Verdana" panose="020B0604030504040204" pitchFamily="34" charset="0"/>
              </a:defRPr>
            </a:lvl2pPr>
            <a:lvl3pPr>
              <a:defRPr b="0" i="0">
                <a:solidFill>
                  <a:schemeClr val="tx1"/>
                </a:solidFill>
                <a:latin typeface="Aptos" panose="020B0004020202020204" pitchFamily="34" charset="0"/>
                <a:cs typeface="Aptos" panose="020B000402020202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US"/>
              <a:t>Click to edit Master text styles</a:t>
            </a:r>
          </a:p>
          <a:p>
            <a:pPr lvl="1"/>
            <a:r>
              <a:rPr lang="en-US"/>
              <a:t>Second level</a:t>
            </a:r>
          </a:p>
        </p:txBody>
      </p:sp>
      <p:sp>
        <p:nvSpPr>
          <p:cNvPr id="27" name="Content Placeholder 2">
            <a:extLst>
              <a:ext uri="{FF2B5EF4-FFF2-40B4-BE49-F238E27FC236}">
                <a16:creationId xmlns:a16="http://schemas.microsoft.com/office/drawing/2014/main" id="{915EB2C9-7B59-46AC-C4E8-243BB8DEA0BE}"/>
              </a:ext>
            </a:extLst>
          </p:cNvPr>
          <p:cNvSpPr>
            <a:spLocks noGrp="1"/>
          </p:cNvSpPr>
          <p:nvPr>
            <p:ph sz="half" idx="30"/>
          </p:nvPr>
        </p:nvSpPr>
        <p:spPr>
          <a:xfrm>
            <a:off x="3222150" y="3299000"/>
            <a:ext cx="2423155" cy="1360031"/>
          </a:xfrm>
        </p:spPr>
        <p:txBody>
          <a:bodyPr wrap="square" lIns="72000">
            <a:noAutofit/>
          </a:bodyPr>
          <a:lstStyle>
            <a:lvl1pPr>
              <a:defRPr sz="1000" b="0" i="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a:defRPr sz="1000" b="0" i="0">
                <a:solidFill>
                  <a:schemeClr val="bg1"/>
                </a:solidFill>
                <a:latin typeface="Verdana" panose="020B0604030504040204" pitchFamily="34" charset="0"/>
                <a:ea typeface="Verdana" panose="020B0604030504040204" pitchFamily="34" charset="0"/>
                <a:cs typeface="Verdana" panose="020B0604030504040204" pitchFamily="34" charset="0"/>
              </a:defRPr>
            </a:lvl2pPr>
            <a:lvl3pPr>
              <a:defRPr b="0" i="0">
                <a:solidFill>
                  <a:schemeClr val="tx1"/>
                </a:solidFill>
                <a:latin typeface="Aptos" panose="020B0004020202020204" pitchFamily="34" charset="0"/>
                <a:cs typeface="Aptos" panose="020B000402020202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US"/>
              <a:t>Click to edit Master text styles</a:t>
            </a:r>
          </a:p>
          <a:p>
            <a:pPr lvl="1"/>
            <a:r>
              <a:rPr lang="en-US"/>
              <a:t>Second level</a:t>
            </a:r>
          </a:p>
        </p:txBody>
      </p:sp>
      <p:sp>
        <p:nvSpPr>
          <p:cNvPr id="3" name="Title 1">
            <a:extLst>
              <a:ext uri="{FF2B5EF4-FFF2-40B4-BE49-F238E27FC236}">
                <a16:creationId xmlns:a16="http://schemas.microsoft.com/office/drawing/2014/main" id="{A95EDC12-290F-485B-9E72-9551694D7FB0}"/>
              </a:ext>
            </a:extLst>
          </p:cNvPr>
          <p:cNvSpPr>
            <a:spLocks noGrp="1"/>
          </p:cNvSpPr>
          <p:nvPr>
            <p:ph type="title" hasCustomPrompt="1"/>
          </p:nvPr>
        </p:nvSpPr>
        <p:spPr>
          <a:xfrm>
            <a:off x="386952" y="295565"/>
            <a:ext cx="8378757" cy="723900"/>
          </a:xfrm>
        </p:spPr>
        <p:txBody>
          <a:bodyPr>
            <a:noAutofit/>
          </a:bodyPr>
          <a:lstStyle/>
          <a:p>
            <a:r>
              <a:rPr lang="en-US" dirty="0"/>
              <a:t>Click To Edit Master Title Style</a:t>
            </a:r>
            <a:endParaRPr lang="en-AU" dirty="0"/>
          </a:p>
        </p:txBody>
      </p:sp>
    </p:spTree>
    <p:extLst>
      <p:ext uri="{BB962C8B-B14F-4D97-AF65-F5344CB8AC3E}">
        <p14:creationId xmlns:p14="http://schemas.microsoft.com/office/powerpoint/2010/main" val="269324347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Slide with logo and Photos - Dark">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CCABE89A-4DCD-3A08-F360-DBDDBE06447A}"/>
              </a:ext>
            </a:extLst>
          </p:cNvPr>
          <p:cNvSpPr>
            <a:spLocks noGrp="1"/>
          </p:cNvSpPr>
          <p:nvPr>
            <p:ph type="pic" sz="quarter" idx="10"/>
          </p:nvPr>
        </p:nvSpPr>
        <p:spPr>
          <a:xfrm>
            <a:off x="857267" y="1512040"/>
            <a:ext cx="581621" cy="581621"/>
          </a:xfrm>
        </p:spPr>
        <p:txBody>
          <a:bodyPr anchor="ctr"/>
          <a:lstStyle>
            <a:lvl1pPr marL="0" indent="0" algn="ctr">
              <a:buNone/>
              <a:defRPr sz="450" b="0" i="0">
                <a:solidFill>
                  <a:schemeClr val="bg1"/>
                </a:solidFill>
              </a:defRPr>
            </a:lvl1pPr>
          </a:lstStyle>
          <a:p>
            <a:endParaRPr lang="en-RU"/>
          </a:p>
        </p:txBody>
      </p:sp>
      <p:sp>
        <p:nvSpPr>
          <p:cNvPr id="4" name="Picture Placeholder 2">
            <a:extLst>
              <a:ext uri="{FF2B5EF4-FFF2-40B4-BE49-F238E27FC236}">
                <a16:creationId xmlns:a16="http://schemas.microsoft.com/office/drawing/2014/main" id="{CBC69FCB-B6EE-0F97-7B10-35DDF50D8A0F}"/>
              </a:ext>
            </a:extLst>
          </p:cNvPr>
          <p:cNvSpPr>
            <a:spLocks noGrp="1"/>
          </p:cNvSpPr>
          <p:nvPr>
            <p:ph type="pic" sz="quarter" idx="11"/>
          </p:nvPr>
        </p:nvSpPr>
        <p:spPr>
          <a:xfrm>
            <a:off x="1615804" y="1512040"/>
            <a:ext cx="581621" cy="581621"/>
          </a:xfrm>
        </p:spPr>
        <p:txBody>
          <a:bodyPr anchor="ctr"/>
          <a:lstStyle>
            <a:lvl1pPr marL="0" indent="0" algn="ctr">
              <a:buNone/>
              <a:defRPr sz="450" b="0" i="0">
                <a:solidFill>
                  <a:schemeClr val="bg1"/>
                </a:solidFill>
              </a:defRPr>
            </a:lvl1pPr>
          </a:lstStyle>
          <a:p>
            <a:endParaRPr lang="en-RU"/>
          </a:p>
        </p:txBody>
      </p:sp>
      <p:sp>
        <p:nvSpPr>
          <p:cNvPr id="5" name="Picture Placeholder 2">
            <a:extLst>
              <a:ext uri="{FF2B5EF4-FFF2-40B4-BE49-F238E27FC236}">
                <a16:creationId xmlns:a16="http://schemas.microsoft.com/office/drawing/2014/main" id="{5D6C41B2-C9D5-9715-47F8-7652C4AB845A}"/>
              </a:ext>
            </a:extLst>
          </p:cNvPr>
          <p:cNvSpPr>
            <a:spLocks noGrp="1"/>
          </p:cNvSpPr>
          <p:nvPr>
            <p:ph type="pic" sz="quarter" idx="12"/>
          </p:nvPr>
        </p:nvSpPr>
        <p:spPr>
          <a:xfrm>
            <a:off x="2374340" y="1512040"/>
            <a:ext cx="581621" cy="581621"/>
          </a:xfrm>
        </p:spPr>
        <p:txBody>
          <a:bodyPr anchor="ctr"/>
          <a:lstStyle>
            <a:lvl1pPr marL="0" indent="0" algn="ctr">
              <a:buNone/>
              <a:defRPr sz="450" b="0" i="0">
                <a:solidFill>
                  <a:schemeClr val="bg1"/>
                </a:solidFill>
              </a:defRPr>
            </a:lvl1pPr>
          </a:lstStyle>
          <a:p>
            <a:endParaRPr lang="en-RU"/>
          </a:p>
        </p:txBody>
      </p:sp>
      <p:sp>
        <p:nvSpPr>
          <p:cNvPr id="6" name="Picture Placeholder 2">
            <a:extLst>
              <a:ext uri="{FF2B5EF4-FFF2-40B4-BE49-F238E27FC236}">
                <a16:creationId xmlns:a16="http://schemas.microsoft.com/office/drawing/2014/main" id="{E422FFF8-11A8-1FAF-32BB-BA9DE5BC2FDA}"/>
              </a:ext>
            </a:extLst>
          </p:cNvPr>
          <p:cNvSpPr>
            <a:spLocks noGrp="1"/>
          </p:cNvSpPr>
          <p:nvPr>
            <p:ph type="pic" sz="quarter" idx="13"/>
          </p:nvPr>
        </p:nvSpPr>
        <p:spPr>
          <a:xfrm>
            <a:off x="3132877" y="1512040"/>
            <a:ext cx="581621" cy="581621"/>
          </a:xfrm>
        </p:spPr>
        <p:txBody>
          <a:bodyPr anchor="ctr"/>
          <a:lstStyle>
            <a:lvl1pPr marL="0" indent="0" algn="ctr">
              <a:buNone/>
              <a:defRPr sz="450" b="0" i="0">
                <a:solidFill>
                  <a:schemeClr val="bg1"/>
                </a:solidFill>
              </a:defRPr>
            </a:lvl1pPr>
          </a:lstStyle>
          <a:p>
            <a:endParaRPr lang="en-RU"/>
          </a:p>
        </p:txBody>
      </p:sp>
      <p:sp>
        <p:nvSpPr>
          <p:cNvPr id="7" name="Picture Placeholder 2">
            <a:extLst>
              <a:ext uri="{FF2B5EF4-FFF2-40B4-BE49-F238E27FC236}">
                <a16:creationId xmlns:a16="http://schemas.microsoft.com/office/drawing/2014/main" id="{BFF1CD55-D85D-DDEB-BB3C-7C18274510BA}"/>
              </a:ext>
            </a:extLst>
          </p:cNvPr>
          <p:cNvSpPr>
            <a:spLocks noGrp="1"/>
          </p:cNvSpPr>
          <p:nvPr>
            <p:ph type="pic" sz="quarter" idx="14"/>
          </p:nvPr>
        </p:nvSpPr>
        <p:spPr>
          <a:xfrm>
            <a:off x="3891413" y="1512040"/>
            <a:ext cx="581621" cy="581621"/>
          </a:xfrm>
        </p:spPr>
        <p:txBody>
          <a:bodyPr anchor="ctr"/>
          <a:lstStyle>
            <a:lvl1pPr marL="0" indent="0" algn="ctr">
              <a:buNone/>
              <a:defRPr sz="450" b="0" i="0">
                <a:solidFill>
                  <a:schemeClr val="bg1"/>
                </a:solidFill>
              </a:defRPr>
            </a:lvl1pPr>
          </a:lstStyle>
          <a:p>
            <a:endParaRPr lang="en-RU"/>
          </a:p>
        </p:txBody>
      </p:sp>
      <p:sp>
        <p:nvSpPr>
          <p:cNvPr id="8" name="Picture Placeholder 2">
            <a:extLst>
              <a:ext uri="{FF2B5EF4-FFF2-40B4-BE49-F238E27FC236}">
                <a16:creationId xmlns:a16="http://schemas.microsoft.com/office/drawing/2014/main" id="{B35BCFDC-A7BA-DB0C-00EF-A8B3EB2FD7D8}"/>
              </a:ext>
            </a:extLst>
          </p:cNvPr>
          <p:cNvSpPr>
            <a:spLocks noGrp="1"/>
          </p:cNvSpPr>
          <p:nvPr>
            <p:ph type="pic" sz="quarter" idx="15"/>
          </p:nvPr>
        </p:nvSpPr>
        <p:spPr>
          <a:xfrm>
            <a:off x="4649950" y="1512040"/>
            <a:ext cx="581621" cy="581621"/>
          </a:xfrm>
        </p:spPr>
        <p:txBody>
          <a:bodyPr anchor="ctr"/>
          <a:lstStyle>
            <a:lvl1pPr marL="0" indent="0" algn="ctr">
              <a:buNone/>
              <a:defRPr sz="450" b="0" i="0">
                <a:solidFill>
                  <a:schemeClr val="bg1"/>
                </a:solidFill>
              </a:defRPr>
            </a:lvl1pPr>
          </a:lstStyle>
          <a:p>
            <a:endParaRPr lang="en-RU"/>
          </a:p>
        </p:txBody>
      </p:sp>
      <p:sp>
        <p:nvSpPr>
          <p:cNvPr id="9" name="Picture Placeholder 2">
            <a:extLst>
              <a:ext uri="{FF2B5EF4-FFF2-40B4-BE49-F238E27FC236}">
                <a16:creationId xmlns:a16="http://schemas.microsoft.com/office/drawing/2014/main" id="{2D0BA068-EA8B-A188-1809-129AAAF8AE51}"/>
              </a:ext>
            </a:extLst>
          </p:cNvPr>
          <p:cNvSpPr>
            <a:spLocks noGrp="1"/>
          </p:cNvSpPr>
          <p:nvPr>
            <p:ph type="pic" sz="quarter" idx="16"/>
          </p:nvPr>
        </p:nvSpPr>
        <p:spPr>
          <a:xfrm>
            <a:off x="5408486" y="1512040"/>
            <a:ext cx="581621" cy="581621"/>
          </a:xfrm>
        </p:spPr>
        <p:txBody>
          <a:bodyPr anchor="ctr"/>
          <a:lstStyle>
            <a:lvl1pPr marL="0" indent="0" algn="ctr">
              <a:buNone/>
              <a:defRPr sz="450" b="0" i="0">
                <a:solidFill>
                  <a:schemeClr val="bg1"/>
                </a:solidFill>
              </a:defRPr>
            </a:lvl1pPr>
          </a:lstStyle>
          <a:p>
            <a:endParaRPr lang="en-RU"/>
          </a:p>
        </p:txBody>
      </p:sp>
      <p:sp>
        <p:nvSpPr>
          <p:cNvPr id="10" name="Picture Placeholder 2">
            <a:extLst>
              <a:ext uri="{FF2B5EF4-FFF2-40B4-BE49-F238E27FC236}">
                <a16:creationId xmlns:a16="http://schemas.microsoft.com/office/drawing/2014/main" id="{97AE27C7-10E8-5D0A-4CAC-093091295A53}"/>
              </a:ext>
            </a:extLst>
          </p:cNvPr>
          <p:cNvSpPr>
            <a:spLocks noGrp="1"/>
          </p:cNvSpPr>
          <p:nvPr>
            <p:ph type="pic" sz="quarter" idx="17"/>
          </p:nvPr>
        </p:nvSpPr>
        <p:spPr>
          <a:xfrm>
            <a:off x="6167023" y="1512040"/>
            <a:ext cx="581621" cy="581621"/>
          </a:xfrm>
        </p:spPr>
        <p:txBody>
          <a:bodyPr anchor="ctr"/>
          <a:lstStyle>
            <a:lvl1pPr marL="0" indent="0" algn="ctr">
              <a:buNone/>
              <a:defRPr sz="450" b="0" i="0">
                <a:solidFill>
                  <a:schemeClr val="bg1"/>
                </a:solidFill>
              </a:defRPr>
            </a:lvl1pPr>
          </a:lstStyle>
          <a:p>
            <a:endParaRPr lang="en-RU"/>
          </a:p>
        </p:txBody>
      </p:sp>
      <p:sp>
        <p:nvSpPr>
          <p:cNvPr id="11" name="Picture Placeholder 2">
            <a:extLst>
              <a:ext uri="{FF2B5EF4-FFF2-40B4-BE49-F238E27FC236}">
                <a16:creationId xmlns:a16="http://schemas.microsoft.com/office/drawing/2014/main" id="{ADD5ED4B-C005-5FC7-5B66-B67F31D949F6}"/>
              </a:ext>
            </a:extLst>
          </p:cNvPr>
          <p:cNvSpPr>
            <a:spLocks noGrp="1"/>
          </p:cNvSpPr>
          <p:nvPr>
            <p:ph type="pic" sz="quarter" idx="18"/>
          </p:nvPr>
        </p:nvSpPr>
        <p:spPr>
          <a:xfrm>
            <a:off x="6925559" y="1512040"/>
            <a:ext cx="581621" cy="581621"/>
          </a:xfrm>
        </p:spPr>
        <p:txBody>
          <a:bodyPr anchor="ctr"/>
          <a:lstStyle>
            <a:lvl1pPr marL="0" indent="0" algn="ctr">
              <a:buNone/>
              <a:defRPr sz="450" b="0" i="0">
                <a:solidFill>
                  <a:schemeClr val="bg1"/>
                </a:solidFill>
              </a:defRPr>
            </a:lvl1pPr>
          </a:lstStyle>
          <a:p>
            <a:endParaRPr lang="en-RU"/>
          </a:p>
        </p:txBody>
      </p:sp>
      <p:sp>
        <p:nvSpPr>
          <p:cNvPr id="12" name="Picture Placeholder 2">
            <a:extLst>
              <a:ext uri="{FF2B5EF4-FFF2-40B4-BE49-F238E27FC236}">
                <a16:creationId xmlns:a16="http://schemas.microsoft.com/office/drawing/2014/main" id="{4E05A8FF-3283-C72E-5453-CCC22BA7DF08}"/>
              </a:ext>
            </a:extLst>
          </p:cNvPr>
          <p:cNvSpPr>
            <a:spLocks noGrp="1"/>
          </p:cNvSpPr>
          <p:nvPr>
            <p:ph type="pic" sz="quarter" idx="19"/>
          </p:nvPr>
        </p:nvSpPr>
        <p:spPr>
          <a:xfrm>
            <a:off x="7684094" y="1512040"/>
            <a:ext cx="581621" cy="581621"/>
          </a:xfrm>
        </p:spPr>
        <p:txBody>
          <a:bodyPr anchor="ctr"/>
          <a:lstStyle>
            <a:lvl1pPr marL="0" indent="0" algn="ctr">
              <a:buNone/>
              <a:defRPr sz="450" b="0" i="0">
                <a:solidFill>
                  <a:schemeClr val="bg1"/>
                </a:solidFill>
              </a:defRPr>
            </a:lvl1pPr>
          </a:lstStyle>
          <a:p>
            <a:endParaRPr lang="en-RU"/>
          </a:p>
        </p:txBody>
      </p:sp>
      <p:sp>
        <p:nvSpPr>
          <p:cNvPr id="13" name="Picture Placeholder 2">
            <a:extLst>
              <a:ext uri="{FF2B5EF4-FFF2-40B4-BE49-F238E27FC236}">
                <a16:creationId xmlns:a16="http://schemas.microsoft.com/office/drawing/2014/main" id="{9B5412C4-6ABF-334D-7337-D45F72B31D25}"/>
              </a:ext>
            </a:extLst>
          </p:cNvPr>
          <p:cNvSpPr>
            <a:spLocks noGrp="1"/>
          </p:cNvSpPr>
          <p:nvPr>
            <p:ph type="pic" sz="quarter" idx="20"/>
          </p:nvPr>
        </p:nvSpPr>
        <p:spPr>
          <a:xfrm>
            <a:off x="857267" y="2280940"/>
            <a:ext cx="581621" cy="581621"/>
          </a:xfrm>
        </p:spPr>
        <p:txBody>
          <a:bodyPr anchor="ctr"/>
          <a:lstStyle>
            <a:lvl1pPr marL="0" indent="0" algn="ctr">
              <a:buNone/>
              <a:defRPr sz="450" b="0" i="0">
                <a:solidFill>
                  <a:schemeClr val="bg1"/>
                </a:solidFill>
              </a:defRPr>
            </a:lvl1pPr>
          </a:lstStyle>
          <a:p>
            <a:endParaRPr lang="en-RU"/>
          </a:p>
        </p:txBody>
      </p:sp>
      <p:sp>
        <p:nvSpPr>
          <p:cNvPr id="14" name="Picture Placeholder 2">
            <a:extLst>
              <a:ext uri="{FF2B5EF4-FFF2-40B4-BE49-F238E27FC236}">
                <a16:creationId xmlns:a16="http://schemas.microsoft.com/office/drawing/2014/main" id="{A3903E87-88BE-ABA1-8E9D-B4965559B2C1}"/>
              </a:ext>
            </a:extLst>
          </p:cNvPr>
          <p:cNvSpPr>
            <a:spLocks noGrp="1"/>
          </p:cNvSpPr>
          <p:nvPr>
            <p:ph type="pic" sz="quarter" idx="21"/>
          </p:nvPr>
        </p:nvSpPr>
        <p:spPr>
          <a:xfrm>
            <a:off x="1615804" y="2280940"/>
            <a:ext cx="581621" cy="581621"/>
          </a:xfrm>
        </p:spPr>
        <p:txBody>
          <a:bodyPr anchor="ctr"/>
          <a:lstStyle>
            <a:lvl1pPr marL="0" indent="0" algn="ctr">
              <a:buNone/>
              <a:defRPr sz="450" b="0" i="0">
                <a:solidFill>
                  <a:schemeClr val="bg1"/>
                </a:solidFill>
              </a:defRPr>
            </a:lvl1pPr>
          </a:lstStyle>
          <a:p>
            <a:endParaRPr lang="en-RU"/>
          </a:p>
        </p:txBody>
      </p:sp>
      <p:sp>
        <p:nvSpPr>
          <p:cNvPr id="15" name="Picture Placeholder 2">
            <a:extLst>
              <a:ext uri="{FF2B5EF4-FFF2-40B4-BE49-F238E27FC236}">
                <a16:creationId xmlns:a16="http://schemas.microsoft.com/office/drawing/2014/main" id="{813CD308-68FF-A999-19DD-634C516F89EF}"/>
              </a:ext>
            </a:extLst>
          </p:cNvPr>
          <p:cNvSpPr>
            <a:spLocks noGrp="1"/>
          </p:cNvSpPr>
          <p:nvPr>
            <p:ph type="pic" sz="quarter" idx="22"/>
          </p:nvPr>
        </p:nvSpPr>
        <p:spPr>
          <a:xfrm>
            <a:off x="2374340" y="2280940"/>
            <a:ext cx="581621" cy="581621"/>
          </a:xfrm>
        </p:spPr>
        <p:txBody>
          <a:bodyPr anchor="ctr"/>
          <a:lstStyle>
            <a:lvl1pPr marL="0" indent="0" algn="ctr">
              <a:buNone/>
              <a:defRPr sz="450" b="0" i="0">
                <a:solidFill>
                  <a:schemeClr val="bg1"/>
                </a:solidFill>
              </a:defRPr>
            </a:lvl1pPr>
          </a:lstStyle>
          <a:p>
            <a:endParaRPr lang="en-RU"/>
          </a:p>
        </p:txBody>
      </p:sp>
      <p:sp>
        <p:nvSpPr>
          <p:cNvPr id="16" name="Picture Placeholder 2">
            <a:extLst>
              <a:ext uri="{FF2B5EF4-FFF2-40B4-BE49-F238E27FC236}">
                <a16:creationId xmlns:a16="http://schemas.microsoft.com/office/drawing/2014/main" id="{544B2EF2-F98E-60C1-CF73-66C68921CC8B}"/>
              </a:ext>
            </a:extLst>
          </p:cNvPr>
          <p:cNvSpPr>
            <a:spLocks noGrp="1"/>
          </p:cNvSpPr>
          <p:nvPr>
            <p:ph type="pic" sz="quarter" idx="23"/>
          </p:nvPr>
        </p:nvSpPr>
        <p:spPr>
          <a:xfrm>
            <a:off x="3132877" y="2280940"/>
            <a:ext cx="581621" cy="581621"/>
          </a:xfrm>
        </p:spPr>
        <p:txBody>
          <a:bodyPr anchor="ctr"/>
          <a:lstStyle>
            <a:lvl1pPr marL="0" indent="0" algn="ctr">
              <a:buNone/>
              <a:defRPr sz="450" b="0" i="0">
                <a:solidFill>
                  <a:schemeClr val="bg1"/>
                </a:solidFill>
              </a:defRPr>
            </a:lvl1pPr>
          </a:lstStyle>
          <a:p>
            <a:endParaRPr lang="en-RU"/>
          </a:p>
        </p:txBody>
      </p:sp>
      <p:sp>
        <p:nvSpPr>
          <p:cNvPr id="17" name="Picture Placeholder 2">
            <a:extLst>
              <a:ext uri="{FF2B5EF4-FFF2-40B4-BE49-F238E27FC236}">
                <a16:creationId xmlns:a16="http://schemas.microsoft.com/office/drawing/2014/main" id="{EF35E500-B40C-731B-F160-646A4E4096E5}"/>
              </a:ext>
            </a:extLst>
          </p:cNvPr>
          <p:cNvSpPr>
            <a:spLocks noGrp="1"/>
          </p:cNvSpPr>
          <p:nvPr>
            <p:ph type="pic" sz="quarter" idx="24"/>
          </p:nvPr>
        </p:nvSpPr>
        <p:spPr>
          <a:xfrm>
            <a:off x="3891413" y="2280940"/>
            <a:ext cx="581621" cy="581621"/>
          </a:xfrm>
        </p:spPr>
        <p:txBody>
          <a:bodyPr anchor="ctr"/>
          <a:lstStyle>
            <a:lvl1pPr marL="0" indent="0" algn="ctr">
              <a:buNone/>
              <a:defRPr sz="450" b="0" i="0">
                <a:solidFill>
                  <a:schemeClr val="bg1"/>
                </a:solidFill>
              </a:defRPr>
            </a:lvl1pPr>
          </a:lstStyle>
          <a:p>
            <a:endParaRPr lang="en-RU"/>
          </a:p>
        </p:txBody>
      </p:sp>
      <p:sp>
        <p:nvSpPr>
          <p:cNvPr id="22" name="Picture Placeholder 2">
            <a:extLst>
              <a:ext uri="{FF2B5EF4-FFF2-40B4-BE49-F238E27FC236}">
                <a16:creationId xmlns:a16="http://schemas.microsoft.com/office/drawing/2014/main" id="{C40576C6-8178-6534-18F2-8538E221D600}"/>
              </a:ext>
            </a:extLst>
          </p:cNvPr>
          <p:cNvSpPr>
            <a:spLocks noGrp="1"/>
          </p:cNvSpPr>
          <p:nvPr>
            <p:ph type="pic" sz="quarter" idx="25"/>
          </p:nvPr>
        </p:nvSpPr>
        <p:spPr>
          <a:xfrm>
            <a:off x="4649950" y="2280940"/>
            <a:ext cx="581621" cy="581621"/>
          </a:xfrm>
        </p:spPr>
        <p:txBody>
          <a:bodyPr anchor="ctr"/>
          <a:lstStyle>
            <a:lvl1pPr marL="0" indent="0" algn="ctr">
              <a:buNone/>
              <a:defRPr sz="450" b="0" i="0">
                <a:solidFill>
                  <a:schemeClr val="bg1"/>
                </a:solidFill>
              </a:defRPr>
            </a:lvl1pPr>
          </a:lstStyle>
          <a:p>
            <a:endParaRPr lang="en-RU"/>
          </a:p>
        </p:txBody>
      </p:sp>
      <p:sp>
        <p:nvSpPr>
          <p:cNvPr id="23" name="Picture Placeholder 2">
            <a:extLst>
              <a:ext uri="{FF2B5EF4-FFF2-40B4-BE49-F238E27FC236}">
                <a16:creationId xmlns:a16="http://schemas.microsoft.com/office/drawing/2014/main" id="{AD9496EA-0470-FB29-CDD5-F6E48214DB02}"/>
              </a:ext>
            </a:extLst>
          </p:cNvPr>
          <p:cNvSpPr>
            <a:spLocks noGrp="1"/>
          </p:cNvSpPr>
          <p:nvPr>
            <p:ph type="pic" sz="quarter" idx="26"/>
          </p:nvPr>
        </p:nvSpPr>
        <p:spPr>
          <a:xfrm>
            <a:off x="5408486" y="2280940"/>
            <a:ext cx="581621" cy="581621"/>
          </a:xfrm>
        </p:spPr>
        <p:txBody>
          <a:bodyPr anchor="ctr"/>
          <a:lstStyle>
            <a:lvl1pPr marL="0" indent="0" algn="ctr">
              <a:buNone/>
              <a:defRPr sz="450" b="0" i="0">
                <a:solidFill>
                  <a:schemeClr val="bg1"/>
                </a:solidFill>
              </a:defRPr>
            </a:lvl1pPr>
          </a:lstStyle>
          <a:p>
            <a:endParaRPr lang="en-RU"/>
          </a:p>
        </p:txBody>
      </p:sp>
      <p:sp>
        <p:nvSpPr>
          <p:cNvPr id="24" name="Picture Placeholder 2">
            <a:extLst>
              <a:ext uri="{FF2B5EF4-FFF2-40B4-BE49-F238E27FC236}">
                <a16:creationId xmlns:a16="http://schemas.microsoft.com/office/drawing/2014/main" id="{88D9A9B2-8B65-E4F4-8417-58309B0510AF}"/>
              </a:ext>
            </a:extLst>
          </p:cNvPr>
          <p:cNvSpPr>
            <a:spLocks noGrp="1"/>
          </p:cNvSpPr>
          <p:nvPr>
            <p:ph type="pic" sz="quarter" idx="27"/>
          </p:nvPr>
        </p:nvSpPr>
        <p:spPr>
          <a:xfrm>
            <a:off x="6167023" y="2280940"/>
            <a:ext cx="581621" cy="581621"/>
          </a:xfrm>
        </p:spPr>
        <p:txBody>
          <a:bodyPr anchor="ctr"/>
          <a:lstStyle>
            <a:lvl1pPr marL="0" indent="0" algn="ctr">
              <a:buNone/>
              <a:defRPr sz="450" b="0" i="0">
                <a:solidFill>
                  <a:schemeClr val="bg1"/>
                </a:solidFill>
              </a:defRPr>
            </a:lvl1pPr>
          </a:lstStyle>
          <a:p>
            <a:endParaRPr lang="en-RU"/>
          </a:p>
        </p:txBody>
      </p:sp>
      <p:sp>
        <p:nvSpPr>
          <p:cNvPr id="25" name="Picture Placeholder 2">
            <a:extLst>
              <a:ext uri="{FF2B5EF4-FFF2-40B4-BE49-F238E27FC236}">
                <a16:creationId xmlns:a16="http://schemas.microsoft.com/office/drawing/2014/main" id="{A68EAFA6-9A39-E5F2-2C60-69021D6C01CD}"/>
              </a:ext>
            </a:extLst>
          </p:cNvPr>
          <p:cNvSpPr>
            <a:spLocks noGrp="1"/>
          </p:cNvSpPr>
          <p:nvPr>
            <p:ph type="pic" sz="quarter" idx="28"/>
          </p:nvPr>
        </p:nvSpPr>
        <p:spPr>
          <a:xfrm>
            <a:off x="6925559" y="2280940"/>
            <a:ext cx="581621" cy="581621"/>
          </a:xfrm>
        </p:spPr>
        <p:txBody>
          <a:bodyPr anchor="ctr"/>
          <a:lstStyle>
            <a:lvl1pPr marL="0" indent="0" algn="ctr">
              <a:buNone/>
              <a:defRPr sz="450" b="0" i="0">
                <a:solidFill>
                  <a:schemeClr val="bg1"/>
                </a:solidFill>
              </a:defRPr>
            </a:lvl1pPr>
          </a:lstStyle>
          <a:p>
            <a:endParaRPr lang="en-RU"/>
          </a:p>
        </p:txBody>
      </p:sp>
      <p:sp>
        <p:nvSpPr>
          <p:cNvPr id="26" name="Picture Placeholder 2">
            <a:extLst>
              <a:ext uri="{FF2B5EF4-FFF2-40B4-BE49-F238E27FC236}">
                <a16:creationId xmlns:a16="http://schemas.microsoft.com/office/drawing/2014/main" id="{05C09156-4CED-2208-EB2C-7A3FBEB9A045}"/>
              </a:ext>
            </a:extLst>
          </p:cNvPr>
          <p:cNvSpPr>
            <a:spLocks noGrp="1"/>
          </p:cNvSpPr>
          <p:nvPr>
            <p:ph type="pic" sz="quarter" idx="29"/>
          </p:nvPr>
        </p:nvSpPr>
        <p:spPr>
          <a:xfrm>
            <a:off x="7684094" y="2280940"/>
            <a:ext cx="581621" cy="581621"/>
          </a:xfrm>
        </p:spPr>
        <p:txBody>
          <a:bodyPr anchor="ctr"/>
          <a:lstStyle>
            <a:lvl1pPr marL="0" indent="0" algn="ctr">
              <a:buNone/>
              <a:defRPr sz="450" b="0" i="0">
                <a:solidFill>
                  <a:schemeClr val="bg1"/>
                </a:solidFill>
              </a:defRPr>
            </a:lvl1pPr>
          </a:lstStyle>
          <a:p>
            <a:endParaRPr lang="en-RU"/>
          </a:p>
        </p:txBody>
      </p:sp>
      <p:sp>
        <p:nvSpPr>
          <p:cNvPr id="27" name="Picture Placeholder 2">
            <a:extLst>
              <a:ext uri="{FF2B5EF4-FFF2-40B4-BE49-F238E27FC236}">
                <a16:creationId xmlns:a16="http://schemas.microsoft.com/office/drawing/2014/main" id="{09D9452F-6C66-AD51-CF30-5CC0A15F86E5}"/>
              </a:ext>
            </a:extLst>
          </p:cNvPr>
          <p:cNvSpPr>
            <a:spLocks noGrp="1"/>
          </p:cNvSpPr>
          <p:nvPr>
            <p:ph type="pic" sz="quarter" idx="30"/>
          </p:nvPr>
        </p:nvSpPr>
        <p:spPr>
          <a:xfrm>
            <a:off x="867658" y="3049840"/>
            <a:ext cx="581621" cy="581621"/>
          </a:xfrm>
        </p:spPr>
        <p:txBody>
          <a:bodyPr anchor="ctr"/>
          <a:lstStyle>
            <a:lvl1pPr marL="0" indent="0" algn="ctr">
              <a:buNone/>
              <a:defRPr sz="450" b="0" i="0">
                <a:solidFill>
                  <a:schemeClr val="bg1"/>
                </a:solidFill>
              </a:defRPr>
            </a:lvl1pPr>
          </a:lstStyle>
          <a:p>
            <a:endParaRPr lang="en-RU"/>
          </a:p>
        </p:txBody>
      </p:sp>
      <p:sp>
        <p:nvSpPr>
          <p:cNvPr id="28" name="Picture Placeholder 2">
            <a:extLst>
              <a:ext uri="{FF2B5EF4-FFF2-40B4-BE49-F238E27FC236}">
                <a16:creationId xmlns:a16="http://schemas.microsoft.com/office/drawing/2014/main" id="{7D50050F-0DD0-7A0E-6197-0C4E8EFAF7D6}"/>
              </a:ext>
            </a:extLst>
          </p:cNvPr>
          <p:cNvSpPr>
            <a:spLocks noGrp="1"/>
          </p:cNvSpPr>
          <p:nvPr>
            <p:ph type="pic" sz="quarter" idx="31"/>
          </p:nvPr>
        </p:nvSpPr>
        <p:spPr>
          <a:xfrm>
            <a:off x="1626195" y="3049840"/>
            <a:ext cx="581621" cy="581621"/>
          </a:xfrm>
        </p:spPr>
        <p:txBody>
          <a:bodyPr anchor="ctr"/>
          <a:lstStyle>
            <a:lvl1pPr marL="0" indent="0" algn="ctr">
              <a:buNone/>
              <a:defRPr sz="450" b="0" i="0">
                <a:solidFill>
                  <a:schemeClr val="bg1"/>
                </a:solidFill>
              </a:defRPr>
            </a:lvl1pPr>
          </a:lstStyle>
          <a:p>
            <a:endParaRPr lang="en-RU"/>
          </a:p>
        </p:txBody>
      </p:sp>
      <p:sp>
        <p:nvSpPr>
          <p:cNvPr id="29" name="Picture Placeholder 2">
            <a:extLst>
              <a:ext uri="{FF2B5EF4-FFF2-40B4-BE49-F238E27FC236}">
                <a16:creationId xmlns:a16="http://schemas.microsoft.com/office/drawing/2014/main" id="{459806BF-8A6A-042D-6D9B-73644467F3E4}"/>
              </a:ext>
            </a:extLst>
          </p:cNvPr>
          <p:cNvSpPr>
            <a:spLocks noGrp="1"/>
          </p:cNvSpPr>
          <p:nvPr>
            <p:ph type="pic" sz="quarter" idx="32"/>
          </p:nvPr>
        </p:nvSpPr>
        <p:spPr>
          <a:xfrm>
            <a:off x="2384731" y="3049840"/>
            <a:ext cx="581621" cy="581621"/>
          </a:xfrm>
        </p:spPr>
        <p:txBody>
          <a:bodyPr anchor="ctr"/>
          <a:lstStyle>
            <a:lvl1pPr marL="0" indent="0" algn="ctr">
              <a:buNone/>
              <a:defRPr sz="450" b="0" i="0">
                <a:solidFill>
                  <a:schemeClr val="bg1"/>
                </a:solidFill>
              </a:defRPr>
            </a:lvl1pPr>
          </a:lstStyle>
          <a:p>
            <a:endParaRPr lang="en-RU"/>
          </a:p>
        </p:txBody>
      </p:sp>
      <p:sp>
        <p:nvSpPr>
          <p:cNvPr id="30" name="Picture Placeholder 2">
            <a:extLst>
              <a:ext uri="{FF2B5EF4-FFF2-40B4-BE49-F238E27FC236}">
                <a16:creationId xmlns:a16="http://schemas.microsoft.com/office/drawing/2014/main" id="{40485814-37EE-542B-DC21-18BB842798EF}"/>
              </a:ext>
            </a:extLst>
          </p:cNvPr>
          <p:cNvSpPr>
            <a:spLocks noGrp="1"/>
          </p:cNvSpPr>
          <p:nvPr>
            <p:ph type="pic" sz="quarter" idx="33"/>
          </p:nvPr>
        </p:nvSpPr>
        <p:spPr>
          <a:xfrm>
            <a:off x="3143268" y="3049840"/>
            <a:ext cx="581621" cy="581621"/>
          </a:xfrm>
        </p:spPr>
        <p:txBody>
          <a:bodyPr anchor="ctr"/>
          <a:lstStyle>
            <a:lvl1pPr marL="0" indent="0" algn="ctr">
              <a:buNone/>
              <a:defRPr sz="450" b="0" i="0">
                <a:solidFill>
                  <a:schemeClr val="bg1"/>
                </a:solidFill>
              </a:defRPr>
            </a:lvl1pPr>
          </a:lstStyle>
          <a:p>
            <a:endParaRPr lang="en-RU"/>
          </a:p>
        </p:txBody>
      </p:sp>
      <p:sp>
        <p:nvSpPr>
          <p:cNvPr id="31" name="Picture Placeholder 2">
            <a:extLst>
              <a:ext uri="{FF2B5EF4-FFF2-40B4-BE49-F238E27FC236}">
                <a16:creationId xmlns:a16="http://schemas.microsoft.com/office/drawing/2014/main" id="{1DC128D0-29F0-94C1-DEA8-5433F2802AE5}"/>
              </a:ext>
            </a:extLst>
          </p:cNvPr>
          <p:cNvSpPr>
            <a:spLocks noGrp="1"/>
          </p:cNvSpPr>
          <p:nvPr>
            <p:ph type="pic" sz="quarter" idx="34"/>
          </p:nvPr>
        </p:nvSpPr>
        <p:spPr>
          <a:xfrm>
            <a:off x="3901804" y="3049840"/>
            <a:ext cx="581621" cy="581621"/>
          </a:xfrm>
        </p:spPr>
        <p:txBody>
          <a:bodyPr anchor="ctr"/>
          <a:lstStyle>
            <a:lvl1pPr marL="0" indent="0" algn="ctr">
              <a:buNone/>
              <a:defRPr sz="450" b="0" i="0">
                <a:solidFill>
                  <a:schemeClr val="bg1"/>
                </a:solidFill>
              </a:defRPr>
            </a:lvl1pPr>
          </a:lstStyle>
          <a:p>
            <a:endParaRPr lang="en-RU"/>
          </a:p>
        </p:txBody>
      </p:sp>
      <p:sp>
        <p:nvSpPr>
          <p:cNvPr id="32" name="Picture Placeholder 2">
            <a:extLst>
              <a:ext uri="{FF2B5EF4-FFF2-40B4-BE49-F238E27FC236}">
                <a16:creationId xmlns:a16="http://schemas.microsoft.com/office/drawing/2014/main" id="{7340B07C-B799-2E7A-E48D-8862005B62D5}"/>
              </a:ext>
            </a:extLst>
          </p:cNvPr>
          <p:cNvSpPr>
            <a:spLocks noGrp="1"/>
          </p:cNvSpPr>
          <p:nvPr>
            <p:ph type="pic" sz="quarter" idx="35"/>
          </p:nvPr>
        </p:nvSpPr>
        <p:spPr>
          <a:xfrm>
            <a:off x="4660341" y="3049840"/>
            <a:ext cx="581621" cy="581621"/>
          </a:xfrm>
        </p:spPr>
        <p:txBody>
          <a:bodyPr anchor="ctr"/>
          <a:lstStyle>
            <a:lvl1pPr marL="0" indent="0" algn="ctr">
              <a:buNone/>
              <a:defRPr sz="450" b="0" i="0">
                <a:solidFill>
                  <a:schemeClr val="bg1"/>
                </a:solidFill>
              </a:defRPr>
            </a:lvl1pPr>
          </a:lstStyle>
          <a:p>
            <a:endParaRPr lang="en-RU"/>
          </a:p>
        </p:txBody>
      </p:sp>
      <p:sp>
        <p:nvSpPr>
          <p:cNvPr id="33" name="Picture Placeholder 2">
            <a:extLst>
              <a:ext uri="{FF2B5EF4-FFF2-40B4-BE49-F238E27FC236}">
                <a16:creationId xmlns:a16="http://schemas.microsoft.com/office/drawing/2014/main" id="{5B883DDA-943E-3560-048D-76A1F9F393AE}"/>
              </a:ext>
            </a:extLst>
          </p:cNvPr>
          <p:cNvSpPr>
            <a:spLocks noGrp="1"/>
          </p:cNvSpPr>
          <p:nvPr>
            <p:ph type="pic" sz="quarter" idx="36"/>
          </p:nvPr>
        </p:nvSpPr>
        <p:spPr>
          <a:xfrm>
            <a:off x="5418877" y="3049840"/>
            <a:ext cx="581621" cy="581621"/>
          </a:xfrm>
        </p:spPr>
        <p:txBody>
          <a:bodyPr anchor="ctr"/>
          <a:lstStyle>
            <a:lvl1pPr marL="0" indent="0" algn="ctr">
              <a:buNone/>
              <a:defRPr sz="450" b="0" i="0">
                <a:solidFill>
                  <a:schemeClr val="bg1"/>
                </a:solidFill>
              </a:defRPr>
            </a:lvl1pPr>
          </a:lstStyle>
          <a:p>
            <a:endParaRPr lang="en-RU"/>
          </a:p>
        </p:txBody>
      </p:sp>
      <p:sp>
        <p:nvSpPr>
          <p:cNvPr id="34" name="Picture Placeholder 2">
            <a:extLst>
              <a:ext uri="{FF2B5EF4-FFF2-40B4-BE49-F238E27FC236}">
                <a16:creationId xmlns:a16="http://schemas.microsoft.com/office/drawing/2014/main" id="{FAE15F83-05D8-A35F-5D7E-46BFC808306D}"/>
              </a:ext>
            </a:extLst>
          </p:cNvPr>
          <p:cNvSpPr>
            <a:spLocks noGrp="1"/>
          </p:cNvSpPr>
          <p:nvPr>
            <p:ph type="pic" sz="quarter" idx="37"/>
          </p:nvPr>
        </p:nvSpPr>
        <p:spPr>
          <a:xfrm>
            <a:off x="6177414" y="3049840"/>
            <a:ext cx="581621" cy="581621"/>
          </a:xfrm>
        </p:spPr>
        <p:txBody>
          <a:bodyPr anchor="ctr"/>
          <a:lstStyle>
            <a:lvl1pPr marL="0" indent="0" algn="ctr">
              <a:buNone/>
              <a:defRPr sz="450" b="0" i="0">
                <a:solidFill>
                  <a:schemeClr val="bg1"/>
                </a:solidFill>
              </a:defRPr>
            </a:lvl1pPr>
          </a:lstStyle>
          <a:p>
            <a:endParaRPr lang="en-RU"/>
          </a:p>
        </p:txBody>
      </p:sp>
      <p:sp>
        <p:nvSpPr>
          <p:cNvPr id="35" name="Picture Placeholder 2">
            <a:extLst>
              <a:ext uri="{FF2B5EF4-FFF2-40B4-BE49-F238E27FC236}">
                <a16:creationId xmlns:a16="http://schemas.microsoft.com/office/drawing/2014/main" id="{20949296-3209-7548-ECB3-40CEE1759B50}"/>
              </a:ext>
            </a:extLst>
          </p:cNvPr>
          <p:cNvSpPr>
            <a:spLocks noGrp="1"/>
          </p:cNvSpPr>
          <p:nvPr>
            <p:ph type="pic" sz="quarter" idx="38"/>
          </p:nvPr>
        </p:nvSpPr>
        <p:spPr>
          <a:xfrm>
            <a:off x="6935950" y="3049840"/>
            <a:ext cx="581621" cy="581621"/>
          </a:xfrm>
        </p:spPr>
        <p:txBody>
          <a:bodyPr anchor="ctr"/>
          <a:lstStyle>
            <a:lvl1pPr marL="0" indent="0" algn="ctr">
              <a:buNone/>
              <a:defRPr sz="450" b="0" i="0">
                <a:solidFill>
                  <a:schemeClr val="bg1"/>
                </a:solidFill>
              </a:defRPr>
            </a:lvl1pPr>
          </a:lstStyle>
          <a:p>
            <a:endParaRPr lang="en-RU"/>
          </a:p>
        </p:txBody>
      </p:sp>
      <p:sp>
        <p:nvSpPr>
          <p:cNvPr id="36" name="Picture Placeholder 2">
            <a:extLst>
              <a:ext uri="{FF2B5EF4-FFF2-40B4-BE49-F238E27FC236}">
                <a16:creationId xmlns:a16="http://schemas.microsoft.com/office/drawing/2014/main" id="{0878085A-B695-0ACE-ED86-DE6F934FD6F5}"/>
              </a:ext>
            </a:extLst>
          </p:cNvPr>
          <p:cNvSpPr>
            <a:spLocks noGrp="1"/>
          </p:cNvSpPr>
          <p:nvPr>
            <p:ph type="pic" sz="quarter" idx="39"/>
          </p:nvPr>
        </p:nvSpPr>
        <p:spPr>
          <a:xfrm>
            <a:off x="7694485" y="3049840"/>
            <a:ext cx="581621" cy="581621"/>
          </a:xfrm>
        </p:spPr>
        <p:txBody>
          <a:bodyPr anchor="ctr"/>
          <a:lstStyle>
            <a:lvl1pPr marL="0" indent="0" algn="ctr">
              <a:buNone/>
              <a:defRPr sz="450" b="0" i="0">
                <a:solidFill>
                  <a:schemeClr val="bg1"/>
                </a:solidFill>
              </a:defRPr>
            </a:lvl1pPr>
          </a:lstStyle>
          <a:p>
            <a:endParaRPr lang="en-RU"/>
          </a:p>
        </p:txBody>
      </p:sp>
      <p:sp>
        <p:nvSpPr>
          <p:cNvPr id="2" name="Title 1">
            <a:extLst>
              <a:ext uri="{FF2B5EF4-FFF2-40B4-BE49-F238E27FC236}">
                <a16:creationId xmlns:a16="http://schemas.microsoft.com/office/drawing/2014/main" id="{ED7450DB-2727-A306-DB85-62DAD7ADBC4C}"/>
              </a:ext>
            </a:extLst>
          </p:cNvPr>
          <p:cNvSpPr>
            <a:spLocks noGrp="1"/>
          </p:cNvSpPr>
          <p:nvPr>
            <p:ph type="title" hasCustomPrompt="1"/>
          </p:nvPr>
        </p:nvSpPr>
        <p:spPr>
          <a:xfrm>
            <a:off x="386952" y="295565"/>
            <a:ext cx="8378757" cy="723900"/>
          </a:xfrm>
        </p:spPr>
        <p:txBody>
          <a:bodyPr>
            <a:noAutofit/>
          </a:bodyPr>
          <a:lstStyle/>
          <a:p>
            <a:r>
              <a:rPr lang="en-US" dirty="0"/>
              <a:t>Click To Edit Master Title Style</a:t>
            </a:r>
            <a:endParaRPr lang="en-AU" dirty="0"/>
          </a:p>
        </p:txBody>
      </p:sp>
    </p:spTree>
    <p:extLst>
      <p:ext uri="{BB962C8B-B14F-4D97-AF65-F5344CB8AC3E}">
        <p14:creationId xmlns:p14="http://schemas.microsoft.com/office/powerpoint/2010/main" val="3494425704"/>
      </p:ext>
    </p:extLst>
  </p:cSld>
  <p:clrMapOvr>
    <a:masterClrMapping/>
  </p:clrMapOvr>
  <p:transition spd="med"/>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7.xml"/><Relationship Id="rId3" Type="http://schemas.openxmlformats.org/officeDocument/2006/relationships/slideLayout" Target="../slideLayouts/slideLayout42.xml"/><Relationship Id="rId7" Type="http://schemas.openxmlformats.org/officeDocument/2006/relationships/slideLayout" Target="../slideLayouts/slideLayout46.xml"/><Relationship Id="rId12" Type="http://schemas.openxmlformats.org/officeDocument/2006/relationships/theme" Target="../theme/theme2.xml"/><Relationship Id="rId2" Type="http://schemas.openxmlformats.org/officeDocument/2006/relationships/slideLayout" Target="../slideLayouts/slideLayout41.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slideLayout" Target="../slideLayouts/slideLayout50.xml"/><Relationship Id="rId5" Type="http://schemas.openxmlformats.org/officeDocument/2006/relationships/slideLayout" Target="../slideLayouts/slideLayout44.xml"/><Relationship Id="rId10" Type="http://schemas.openxmlformats.org/officeDocument/2006/relationships/slideLayout" Target="../slideLayouts/slideLayout49.xml"/><Relationship Id="rId4" Type="http://schemas.openxmlformats.org/officeDocument/2006/relationships/slideLayout" Target="../slideLayouts/slideLayout43.xml"/><Relationship Id="rId9" Type="http://schemas.openxmlformats.org/officeDocument/2006/relationships/slideLayout" Target="../slideLayouts/slideLayout48.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58.xml"/><Relationship Id="rId13" Type="http://schemas.openxmlformats.org/officeDocument/2006/relationships/image" Target="../media/image1.png"/><Relationship Id="rId3" Type="http://schemas.openxmlformats.org/officeDocument/2006/relationships/slideLayout" Target="../slideLayouts/slideLayout53.xml"/><Relationship Id="rId7" Type="http://schemas.openxmlformats.org/officeDocument/2006/relationships/slideLayout" Target="../slideLayouts/slideLayout57.xml"/><Relationship Id="rId12" Type="http://schemas.openxmlformats.org/officeDocument/2006/relationships/theme" Target="../theme/theme3.xml"/><Relationship Id="rId2" Type="http://schemas.openxmlformats.org/officeDocument/2006/relationships/slideLayout" Target="../slideLayouts/slideLayout52.xml"/><Relationship Id="rId1" Type="http://schemas.openxmlformats.org/officeDocument/2006/relationships/slideLayout" Target="../slideLayouts/slideLayout51.xml"/><Relationship Id="rId6" Type="http://schemas.openxmlformats.org/officeDocument/2006/relationships/slideLayout" Target="../slideLayouts/slideLayout56.xml"/><Relationship Id="rId11" Type="http://schemas.openxmlformats.org/officeDocument/2006/relationships/slideLayout" Target="../slideLayouts/slideLayout61.xml"/><Relationship Id="rId5" Type="http://schemas.openxmlformats.org/officeDocument/2006/relationships/slideLayout" Target="../slideLayouts/slideLayout55.xml"/><Relationship Id="rId10" Type="http://schemas.openxmlformats.org/officeDocument/2006/relationships/slideLayout" Target="../slideLayouts/slideLayout60.xml"/><Relationship Id="rId4" Type="http://schemas.openxmlformats.org/officeDocument/2006/relationships/slideLayout" Target="../slideLayouts/slideLayout54.xml"/><Relationship Id="rId9" Type="http://schemas.openxmlformats.org/officeDocument/2006/relationships/slideLayout" Target="../slideLayouts/slideLayout59.xml"/><Relationship Id="rId14"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DA2C381-613C-35D5-B071-866A31D29ABA}"/>
              </a:ext>
            </a:extLst>
          </p:cNvPr>
          <p:cNvSpPr>
            <a:spLocks noGrp="1"/>
          </p:cNvSpPr>
          <p:nvPr>
            <p:ph type="title"/>
          </p:nvPr>
        </p:nvSpPr>
        <p:spPr>
          <a:xfrm>
            <a:off x="386953" y="295565"/>
            <a:ext cx="8370092" cy="728374"/>
          </a:xfrm>
          <a:prstGeom prst="rect">
            <a:avLst/>
          </a:prstGeom>
        </p:spPr>
        <p:txBody>
          <a:bodyPr vert="horz" lIns="0" tIns="0" rIns="0" bIns="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16248D-B3A3-056F-8479-0D6380B8D80E}"/>
              </a:ext>
            </a:extLst>
          </p:cNvPr>
          <p:cNvSpPr>
            <a:spLocks noGrp="1"/>
          </p:cNvSpPr>
          <p:nvPr>
            <p:ph type="body" idx="1"/>
          </p:nvPr>
        </p:nvSpPr>
        <p:spPr>
          <a:xfrm>
            <a:off x="386953" y="1219200"/>
            <a:ext cx="8370092" cy="3513138"/>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887097197"/>
      </p:ext>
    </p:extLst>
  </p:cSld>
  <p:clrMap bg1="lt1" tx1="dk1" bg2="lt2" tx2="dk2" accent1="accent1" accent2="accent2" accent3="accent3" accent4="accent4" accent5="accent5" accent6="accent6" hlink="hlink" folHlink="folHlink"/>
  <p:sldLayoutIdLst>
    <p:sldLayoutId id="2147483953" r:id="rId1"/>
    <p:sldLayoutId id="2147483956" r:id="rId2"/>
    <p:sldLayoutId id="2147483955" r:id="rId3"/>
    <p:sldLayoutId id="2147483954" r:id="rId4"/>
    <p:sldLayoutId id="2147483938" r:id="rId5"/>
    <p:sldLayoutId id="2147483957" r:id="rId6"/>
    <p:sldLayoutId id="2147483958" r:id="rId7"/>
    <p:sldLayoutId id="2147483962" r:id="rId8"/>
    <p:sldLayoutId id="2147483963" r:id="rId9"/>
    <p:sldLayoutId id="2147483964" r:id="rId10"/>
    <p:sldLayoutId id="2147483961" r:id="rId11"/>
    <p:sldLayoutId id="2147483959" r:id="rId12"/>
    <p:sldLayoutId id="2147483960" r:id="rId13"/>
    <p:sldLayoutId id="2147484002" r:id="rId14"/>
    <p:sldLayoutId id="2147483966" r:id="rId15"/>
    <p:sldLayoutId id="2147483967" r:id="rId16"/>
    <p:sldLayoutId id="2147483968" r:id="rId17"/>
    <p:sldLayoutId id="2147483969" r:id="rId18"/>
    <p:sldLayoutId id="2147483970" r:id="rId19"/>
    <p:sldLayoutId id="2147483971" r:id="rId20"/>
    <p:sldLayoutId id="2147483972" r:id="rId21"/>
    <p:sldLayoutId id="2147483973" r:id="rId22"/>
    <p:sldLayoutId id="2147483974" r:id="rId23"/>
    <p:sldLayoutId id="2147483975" r:id="rId24"/>
    <p:sldLayoutId id="2147483976" r:id="rId25"/>
    <p:sldLayoutId id="2147483977" r:id="rId26"/>
    <p:sldLayoutId id="2147484003" r:id="rId27"/>
    <p:sldLayoutId id="2147484004" r:id="rId28"/>
    <p:sldLayoutId id="2147484005" r:id="rId29"/>
    <p:sldLayoutId id="2147484006" r:id="rId30"/>
    <p:sldLayoutId id="2147484007" r:id="rId31"/>
    <p:sldLayoutId id="2147484008" r:id="rId32"/>
    <p:sldLayoutId id="2147484009" r:id="rId33"/>
    <p:sldLayoutId id="2147484010" r:id="rId34"/>
    <p:sldLayoutId id="2147484011" r:id="rId35"/>
    <p:sldLayoutId id="2147484012" r:id="rId36"/>
    <p:sldLayoutId id="2147484013" r:id="rId37"/>
    <p:sldLayoutId id="2147484014" r:id="rId38"/>
    <p:sldLayoutId id="2147484015" r:id="rId39"/>
  </p:sldLayoutIdLst>
  <p:hf hdr="0" dt="0"/>
  <p:txStyles>
    <p:titleStyle>
      <a:lvl1pPr algn="l" defTabSz="685800" rtl="0" eaLnBrk="1" latinLnBrk="0" hangingPunct="1">
        <a:lnSpc>
          <a:spcPct val="100000"/>
        </a:lnSpc>
        <a:spcBef>
          <a:spcPct val="0"/>
        </a:spcBef>
        <a:spcAft>
          <a:spcPts val="450"/>
        </a:spcAft>
        <a:buNone/>
        <a:defRPr sz="2200" b="1" i="0" kern="1200">
          <a:solidFill>
            <a:schemeClr val="tx1"/>
          </a:solidFill>
          <a:latin typeface="PP Neue Machina Plain Ultrabold" pitchFamily="50" charset="0"/>
          <a:ea typeface="+mj-ea"/>
          <a:cs typeface="+mj-cs"/>
        </a:defRPr>
      </a:lvl1pPr>
    </p:titleStyle>
    <p:bodyStyle>
      <a:lvl1pPr marL="171450" indent="-171450" algn="l" defTabSz="685800" rtl="0" eaLnBrk="1" latinLnBrk="0" hangingPunct="1">
        <a:lnSpc>
          <a:spcPct val="100000"/>
        </a:lnSpc>
        <a:spcBef>
          <a:spcPts val="750"/>
        </a:spcBef>
        <a:spcAft>
          <a:spcPts val="450"/>
        </a:spcAft>
        <a:buFont typeface="Aptos" panose="020B0004020202020204" pitchFamily="34" charset="0"/>
        <a:buChar char="•"/>
        <a:defRPr sz="135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514350" indent="-171450" algn="l" defTabSz="685800" rtl="0" eaLnBrk="1" latinLnBrk="0" hangingPunct="1">
        <a:lnSpc>
          <a:spcPct val="100000"/>
        </a:lnSpc>
        <a:spcBef>
          <a:spcPts val="375"/>
        </a:spcBef>
        <a:spcAft>
          <a:spcPts val="450"/>
        </a:spcAft>
        <a:buFont typeface="Aptos" panose="020B0004020202020204" pitchFamily="34" charset="0"/>
        <a:buChar char="•"/>
        <a:defRPr sz="12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857250" indent="-171450" algn="l" defTabSz="685800" rtl="0" eaLnBrk="1" latinLnBrk="0" hangingPunct="1">
        <a:lnSpc>
          <a:spcPct val="100000"/>
        </a:lnSpc>
        <a:spcBef>
          <a:spcPts val="375"/>
        </a:spcBef>
        <a:spcAft>
          <a:spcPts val="450"/>
        </a:spcAft>
        <a:buFont typeface="Aptos" panose="020B0004020202020204" pitchFamily="34" charset="0"/>
        <a:buChar char="•"/>
        <a:defRPr sz="105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200150" indent="-171450" algn="l" defTabSz="685800" rtl="0" eaLnBrk="1" latinLnBrk="0" hangingPunct="1">
        <a:lnSpc>
          <a:spcPct val="90000"/>
        </a:lnSpc>
        <a:spcBef>
          <a:spcPts val="375"/>
        </a:spcBef>
        <a:buFont typeface="Aptos" panose="020B0004020202020204" pitchFamily="34" charset="0"/>
        <a:buChar char="•"/>
        <a:defRPr sz="900" b="0" i="0" kern="1200">
          <a:solidFill>
            <a:schemeClr val="tx1"/>
          </a:solidFill>
          <a:latin typeface="Aptos" panose="020B0004020202020204" pitchFamily="34" charset="0"/>
          <a:ea typeface="+mn-ea"/>
          <a:cs typeface="Aptos" panose="020B0004020202020204" pitchFamily="34" charset="0"/>
        </a:defRPr>
      </a:lvl4pPr>
      <a:lvl5pPr marL="1543050" indent="-171450" algn="l" defTabSz="685800" rtl="0" eaLnBrk="1" latinLnBrk="0" hangingPunct="1">
        <a:lnSpc>
          <a:spcPct val="90000"/>
        </a:lnSpc>
        <a:spcBef>
          <a:spcPts val="375"/>
        </a:spcBef>
        <a:buFont typeface="Aptos" panose="020B0004020202020204" pitchFamily="34" charset="0"/>
        <a:buChar char="•"/>
        <a:defRPr sz="900" b="0" i="0" kern="1200">
          <a:solidFill>
            <a:schemeClr val="tx1"/>
          </a:solidFill>
          <a:latin typeface="Aptos" panose="020B0004020202020204" pitchFamily="34" charset="0"/>
          <a:ea typeface="+mn-ea"/>
          <a:cs typeface="Aptos" panose="020B0004020202020204" pitchFamily="34" charset="0"/>
        </a:defRPr>
      </a:lvl5pPr>
      <a:lvl6pPr marL="1885950" indent="-171450" algn="l" defTabSz="685800" rtl="0" eaLnBrk="1" latinLnBrk="0" hangingPunct="1">
        <a:lnSpc>
          <a:spcPct val="90000"/>
        </a:lnSpc>
        <a:spcBef>
          <a:spcPts val="375"/>
        </a:spcBef>
        <a:buFont typeface="Aptos" panose="020B00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ptos" panose="020B00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ptos" panose="020B00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ptos" panose="020B00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981">
          <p15:clr>
            <a:srgbClr val="F26B43"/>
          </p15:clr>
        </p15:guide>
        <p15:guide id="2" pos="5521">
          <p15:clr>
            <a:srgbClr val="F26B43"/>
          </p15:clr>
        </p15:guide>
        <p15:guide id="3" pos="240" userDrawn="1">
          <p15:clr>
            <a:srgbClr val="F26B43"/>
          </p15:clr>
        </p15:guide>
        <p15:guide id="4" pos="7354">
          <p15:clr>
            <a:srgbClr val="F26B43"/>
          </p15:clr>
        </p15:guide>
        <p15:guide id="5" orient="horz" pos="3898">
          <p15:clr>
            <a:srgbClr val="F26B43"/>
          </p15:clr>
        </p15:guide>
        <p15:guide id="6" orient="horz" pos="758">
          <p15:clr>
            <a:srgbClr val="F26B43"/>
          </p15:clr>
        </p15:guide>
        <p15:guide id="7" pos="2868">
          <p15:clr>
            <a:srgbClr val="F26B43"/>
          </p15:clr>
        </p15:guide>
        <p15:guide id="8" orient="horz" pos="645">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DA2C381-613C-35D5-B071-866A31D29ABA}"/>
              </a:ext>
            </a:extLst>
          </p:cNvPr>
          <p:cNvSpPr>
            <a:spLocks noGrp="1"/>
          </p:cNvSpPr>
          <p:nvPr>
            <p:ph type="title"/>
          </p:nvPr>
        </p:nvSpPr>
        <p:spPr>
          <a:xfrm>
            <a:off x="386952" y="295565"/>
            <a:ext cx="8370091" cy="728374"/>
          </a:xfrm>
          <a:prstGeom prst="rect">
            <a:avLst/>
          </a:prstGeom>
        </p:spPr>
        <p:txBody>
          <a:bodyPr vert="horz" lIns="0" tIns="0" rIns="0" bIns="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F316248D-B3A3-056F-8479-0D6380B8D80E}"/>
              </a:ext>
            </a:extLst>
          </p:cNvPr>
          <p:cNvSpPr>
            <a:spLocks noGrp="1"/>
          </p:cNvSpPr>
          <p:nvPr>
            <p:ph type="body" idx="1"/>
          </p:nvPr>
        </p:nvSpPr>
        <p:spPr>
          <a:xfrm>
            <a:off x="386953" y="1219200"/>
            <a:ext cx="8370092" cy="3454400"/>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p:txBody>
      </p:sp>
      <p:grpSp>
        <p:nvGrpSpPr>
          <p:cNvPr id="7" name="Graphic 4">
            <a:extLst>
              <a:ext uri="{FF2B5EF4-FFF2-40B4-BE49-F238E27FC236}">
                <a16:creationId xmlns:a16="http://schemas.microsoft.com/office/drawing/2014/main" id="{FC3011FE-129A-723F-0258-2C3653C963AD}"/>
              </a:ext>
            </a:extLst>
          </p:cNvPr>
          <p:cNvGrpSpPr/>
          <p:nvPr/>
        </p:nvGrpSpPr>
        <p:grpSpPr>
          <a:xfrm>
            <a:off x="8148638" y="4851400"/>
            <a:ext cx="139700" cy="152400"/>
            <a:chOff x="8176402" y="4885530"/>
            <a:chExt cx="135493" cy="143018"/>
          </a:xfrm>
        </p:grpSpPr>
        <p:sp>
          <p:nvSpPr>
            <p:cNvPr id="21" name="Freeform: Shape 20">
              <a:extLst>
                <a:ext uri="{FF2B5EF4-FFF2-40B4-BE49-F238E27FC236}">
                  <a16:creationId xmlns:a16="http://schemas.microsoft.com/office/drawing/2014/main" id="{FDD1C6C7-4F4F-56E8-A7C8-A48C7E8DA5B6}"/>
                </a:ext>
              </a:extLst>
            </p:cNvPr>
            <p:cNvSpPr/>
            <p:nvPr/>
          </p:nvSpPr>
          <p:spPr>
            <a:xfrm>
              <a:off x="8176402" y="4885530"/>
              <a:ext cx="67770" cy="143018"/>
            </a:xfrm>
            <a:custGeom>
              <a:avLst/>
              <a:gdLst>
                <a:gd name="connsiteX0" fmla="*/ 67771 w 67770"/>
                <a:gd name="connsiteY0" fmla="*/ 0 h 143018"/>
                <a:gd name="connsiteX1" fmla="*/ 38767 w 67770"/>
                <a:gd name="connsiteY1" fmla="*/ 6144 h 143018"/>
                <a:gd name="connsiteX2" fmla="*/ 0 w 67770"/>
                <a:gd name="connsiteY2" fmla="*/ 143018 h 143018"/>
                <a:gd name="connsiteX3" fmla="*/ 33147 w 67770"/>
                <a:gd name="connsiteY3" fmla="*/ 135970 h 143018"/>
                <a:gd name="connsiteX4" fmla="*/ 44768 w 67770"/>
                <a:gd name="connsiteY4" fmla="*/ 93869 h 143018"/>
                <a:gd name="connsiteX5" fmla="*/ 67771 w 67770"/>
                <a:gd name="connsiteY5" fmla="*/ 88964 h 143018"/>
                <a:gd name="connsiteX6" fmla="*/ 67771 w 67770"/>
                <a:gd name="connsiteY6" fmla="*/ 60341 h 143018"/>
                <a:gd name="connsiteX7" fmla="*/ 53293 w 67770"/>
                <a:gd name="connsiteY7" fmla="*/ 63389 h 143018"/>
                <a:gd name="connsiteX8" fmla="*/ 67771 w 67770"/>
                <a:gd name="connsiteY8" fmla="*/ 11097 h 143018"/>
                <a:gd name="connsiteX9" fmla="*/ 67771 w 67770"/>
                <a:gd name="connsiteY9" fmla="*/ 0 h 143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770" h="143018">
                  <a:moveTo>
                    <a:pt x="67771" y="0"/>
                  </a:moveTo>
                  <a:lnTo>
                    <a:pt x="38767" y="6144"/>
                  </a:lnTo>
                  <a:lnTo>
                    <a:pt x="0" y="143018"/>
                  </a:lnTo>
                  <a:lnTo>
                    <a:pt x="33147" y="135970"/>
                  </a:lnTo>
                  <a:lnTo>
                    <a:pt x="44768" y="93869"/>
                  </a:lnTo>
                  <a:lnTo>
                    <a:pt x="67771" y="88964"/>
                  </a:lnTo>
                  <a:lnTo>
                    <a:pt x="67771" y="60341"/>
                  </a:lnTo>
                  <a:lnTo>
                    <a:pt x="53293" y="63389"/>
                  </a:lnTo>
                  <a:lnTo>
                    <a:pt x="67771" y="11097"/>
                  </a:lnTo>
                  <a:lnTo>
                    <a:pt x="67771" y="0"/>
                  </a:lnTo>
                  <a:close/>
                </a:path>
              </a:pathLst>
            </a:custGeom>
            <a:solidFill>
              <a:srgbClr val="000000"/>
            </a:solidFill>
            <a:ln w="4763" cap="flat">
              <a:noFill/>
              <a:prstDash val="solid"/>
              <a:miter/>
            </a:ln>
          </p:spPr>
          <p:txBody>
            <a:bodyPr rtlCol="0" anchor="ctr"/>
            <a:lstStyle/>
            <a:p>
              <a:endParaRPr lang="en-AU" sz="1800"/>
            </a:p>
          </p:txBody>
        </p:sp>
        <p:sp>
          <p:nvSpPr>
            <p:cNvPr id="22" name="Freeform: Shape 21">
              <a:extLst>
                <a:ext uri="{FF2B5EF4-FFF2-40B4-BE49-F238E27FC236}">
                  <a16:creationId xmlns:a16="http://schemas.microsoft.com/office/drawing/2014/main" id="{DABD7C35-BA12-9F26-537D-75B82B7D3876}"/>
                </a:ext>
              </a:extLst>
            </p:cNvPr>
            <p:cNvSpPr/>
            <p:nvPr/>
          </p:nvSpPr>
          <p:spPr>
            <a:xfrm>
              <a:off x="8244173" y="4885530"/>
              <a:ext cx="67722" cy="143018"/>
            </a:xfrm>
            <a:custGeom>
              <a:avLst/>
              <a:gdLst>
                <a:gd name="connsiteX0" fmla="*/ 0 w 67722"/>
                <a:gd name="connsiteY0" fmla="*/ 0 h 143018"/>
                <a:gd name="connsiteX1" fmla="*/ 0 w 67722"/>
                <a:gd name="connsiteY1" fmla="*/ 11097 h 143018"/>
                <a:gd name="connsiteX2" fmla="*/ 14478 w 67722"/>
                <a:gd name="connsiteY2" fmla="*/ 63389 h 143018"/>
                <a:gd name="connsiteX3" fmla="*/ 0 w 67722"/>
                <a:gd name="connsiteY3" fmla="*/ 60341 h 143018"/>
                <a:gd name="connsiteX4" fmla="*/ 0 w 67722"/>
                <a:gd name="connsiteY4" fmla="*/ 88964 h 143018"/>
                <a:gd name="connsiteX5" fmla="*/ 22955 w 67722"/>
                <a:gd name="connsiteY5" fmla="*/ 93869 h 143018"/>
                <a:gd name="connsiteX6" fmla="*/ 34575 w 67722"/>
                <a:gd name="connsiteY6" fmla="*/ 135970 h 143018"/>
                <a:gd name="connsiteX7" fmla="*/ 67723 w 67722"/>
                <a:gd name="connsiteY7" fmla="*/ 143018 h 143018"/>
                <a:gd name="connsiteX8" fmla="*/ 28956 w 67722"/>
                <a:gd name="connsiteY8" fmla="*/ 6144 h 143018"/>
                <a:gd name="connsiteX9" fmla="*/ 0 w 67722"/>
                <a:gd name="connsiteY9" fmla="*/ 0 h 143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722" h="143018">
                  <a:moveTo>
                    <a:pt x="0" y="0"/>
                  </a:moveTo>
                  <a:lnTo>
                    <a:pt x="0" y="11097"/>
                  </a:lnTo>
                  <a:lnTo>
                    <a:pt x="14478" y="63389"/>
                  </a:lnTo>
                  <a:lnTo>
                    <a:pt x="0" y="60341"/>
                  </a:lnTo>
                  <a:lnTo>
                    <a:pt x="0" y="88964"/>
                  </a:lnTo>
                  <a:lnTo>
                    <a:pt x="22955" y="93869"/>
                  </a:lnTo>
                  <a:lnTo>
                    <a:pt x="34575" y="135970"/>
                  </a:lnTo>
                  <a:lnTo>
                    <a:pt x="67723" y="143018"/>
                  </a:lnTo>
                  <a:lnTo>
                    <a:pt x="28956" y="6144"/>
                  </a:lnTo>
                  <a:lnTo>
                    <a:pt x="0" y="0"/>
                  </a:lnTo>
                  <a:close/>
                </a:path>
              </a:pathLst>
            </a:custGeom>
            <a:solidFill>
              <a:srgbClr val="808080"/>
            </a:solidFill>
            <a:ln w="4763" cap="flat">
              <a:noFill/>
              <a:prstDash val="solid"/>
              <a:miter/>
            </a:ln>
          </p:spPr>
          <p:txBody>
            <a:bodyPr rtlCol="0" anchor="ctr"/>
            <a:lstStyle/>
            <a:p>
              <a:endParaRPr lang="en-AU" sz="1800"/>
            </a:p>
          </p:txBody>
        </p:sp>
      </p:grpSp>
      <p:sp>
        <p:nvSpPr>
          <p:cNvPr id="8" name="Slide Number Placeholder 18">
            <a:extLst>
              <a:ext uri="{FF2B5EF4-FFF2-40B4-BE49-F238E27FC236}">
                <a16:creationId xmlns:a16="http://schemas.microsoft.com/office/drawing/2014/main" id="{56348CC3-4D9E-3009-191A-52A4BBC22FD7}"/>
              </a:ext>
            </a:extLst>
          </p:cNvPr>
          <p:cNvSpPr txBox="1">
            <a:spLocks/>
          </p:cNvSpPr>
          <p:nvPr userDrawn="1"/>
        </p:nvSpPr>
        <p:spPr>
          <a:xfrm>
            <a:off x="1341121" y="4772024"/>
            <a:ext cx="352168" cy="200055"/>
          </a:xfrm>
          <a:prstGeom prst="rect">
            <a:avLst/>
          </a:prstGeom>
          <a:noFill/>
        </p:spPr>
        <p:txBody>
          <a:bodyPr wrap="square">
            <a:sp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ptos" panose="020B0004020202020204" pitchFamily="34" charset="0"/>
              <a:defRPr lang="en-AU" sz="800" b="0" i="0" u="none" strike="noStrike" cap="none" smtClean="0">
                <a:solidFill>
                  <a:srgbClr val="000000"/>
                </a:solidFill>
                <a:latin typeface="+mj-lt"/>
                <a:ea typeface="Aptos" panose="020B0004020202020204" pitchFamily="34" charset="0"/>
                <a:cs typeface="Aptos" panose="020B0004020202020204" pitchFamily="34" charset="0"/>
                <a:sym typeface="Aptos" panose="020B0004020202020204" pitchFamily="34" charset="0"/>
              </a:defRPr>
            </a:lvl1pPr>
            <a:lvl2pPr marR="0" lvl="1"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2pPr>
            <a:lvl3pPr marR="0" lvl="2"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3pPr>
            <a:lvl4pPr marR="0" lvl="3"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4pPr>
            <a:lvl5pPr marR="0" lvl="4"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5pPr>
            <a:lvl6pPr marR="0" lvl="5"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6pPr>
            <a:lvl7pPr marR="0" lvl="6"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7pPr>
            <a:lvl8pPr marR="0" lvl="7"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8pPr>
            <a:lvl9pPr marR="0" lvl="8"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9pPr>
          </a:lstStyle>
          <a:p>
            <a:fld id="{A2294E5B-DE56-4C0C-83A2-06393784158A}" type="slidenum">
              <a:rPr lang="en-AU" sz="700" smtClean="0">
                <a:solidFill>
                  <a:schemeClr val="tx1"/>
                </a:solidFill>
                <a:latin typeface="Verdana" panose="020B0604030504040204" pitchFamily="34" charset="0"/>
                <a:ea typeface="Verdana" panose="020B0604030504040204" pitchFamily="34" charset="0"/>
              </a:rPr>
              <a:pPr/>
              <a:t>‹#›</a:t>
            </a:fld>
            <a:endParaRPr lang="en-AU" sz="700" dirty="0">
              <a:solidFill>
                <a:schemeClr val="tx1"/>
              </a:solidFill>
              <a:latin typeface="Verdana" panose="020B0604030504040204" pitchFamily="34" charset="0"/>
              <a:ea typeface="Verdana" panose="020B0604030504040204" pitchFamily="34" charset="0"/>
            </a:endParaRPr>
          </a:p>
        </p:txBody>
      </p:sp>
      <p:sp>
        <p:nvSpPr>
          <p:cNvPr id="9" name="TextBox 8">
            <a:extLst>
              <a:ext uri="{FF2B5EF4-FFF2-40B4-BE49-F238E27FC236}">
                <a16:creationId xmlns:a16="http://schemas.microsoft.com/office/drawing/2014/main" id="{BDB4E33F-C9AE-AD75-BA0B-87F4D61986B6}"/>
              </a:ext>
            </a:extLst>
          </p:cNvPr>
          <p:cNvSpPr txBox="1"/>
          <p:nvPr userDrawn="1"/>
        </p:nvSpPr>
        <p:spPr>
          <a:xfrm>
            <a:off x="206091" y="4772020"/>
            <a:ext cx="1247775" cy="200055"/>
          </a:xfrm>
          <a:prstGeom prst="rect">
            <a:avLst/>
          </a:prstGeom>
          <a:noFill/>
        </p:spPr>
        <p:txBody>
          <a:bodyPr wrap="square">
            <a:spAutoFit/>
          </a:bodyPr>
          <a:lstStyle/>
          <a:p>
            <a:pPr algn="l"/>
            <a:r>
              <a:rPr lang="en-US" sz="700" b="0" i="0" baseline="0" dirty="0">
                <a:solidFill>
                  <a:schemeClr val="tx1"/>
                </a:solidFill>
                <a:latin typeface="Verdana" panose="020B0604030504040204" pitchFamily="34" charset="0"/>
                <a:ea typeface="Verdana" panose="020B0604030504040204" pitchFamily="34" charset="0"/>
              </a:rPr>
              <a:t>Ascendion Confidential</a:t>
            </a:r>
          </a:p>
        </p:txBody>
      </p:sp>
      <p:cxnSp>
        <p:nvCxnSpPr>
          <p:cNvPr id="13" name="Straight Connector 12">
            <a:extLst>
              <a:ext uri="{FF2B5EF4-FFF2-40B4-BE49-F238E27FC236}">
                <a16:creationId xmlns:a16="http://schemas.microsoft.com/office/drawing/2014/main" id="{8A8BB966-C387-C92B-FA58-18AA05DC5645}"/>
              </a:ext>
            </a:extLst>
          </p:cNvPr>
          <p:cNvCxnSpPr>
            <a:cxnSpLocks/>
          </p:cNvCxnSpPr>
          <p:nvPr userDrawn="1"/>
        </p:nvCxnSpPr>
        <p:spPr>
          <a:xfrm>
            <a:off x="0" y="4886325"/>
            <a:ext cx="228600" cy="0"/>
          </a:xfrm>
          <a:prstGeom prst="line">
            <a:avLst/>
          </a:prstGeom>
          <a:noFill/>
          <a:ln w="9525" cap="flat">
            <a:solidFill>
              <a:schemeClr val="tx1"/>
            </a:solidFill>
            <a:prstDash val="solid"/>
            <a:miter/>
          </a:ln>
        </p:spPr>
        <p:style>
          <a:lnRef idx="1">
            <a:schemeClr val="accent1"/>
          </a:lnRef>
          <a:fillRef idx="0">
            <a:schemeClr val="accent1"/>
          </a:fillRef>
          <a:effectRef idx="0">
            <a:schemeClr val="accent1"/>
          </a:effectRef>
          <a:fontRef idx="minor">
            <a:schemeClr val="tx1"/>
          </a:fontRef>
        </p:style>
      </p:cxnSp>
      <p:sp>
        <p:nvSpPr>
          <p:cNvPr id="6" name="Graphic 10">
            <a:extLst>
              <a:ext uri="{FF2B5EF4-FFF2-40B4-BE49-F238E27FC236}">
                <a16:creationId xmlns:a16="http://schemas.microsoft.com/office/drawing/2014/main" id="{0FD9F3DC-AFB9-E0B0-30B6-8BB7BDA139B8}"/>
              </a:ext>
            </a:extLst>
          </p:cNvPr>
          <p:cNvSpPr/>
          <p:nvPr userDrawn="1"/>
        </p:nvSpPr>
        <p:spPr>
          <a:xfrm>
            <a:off x="1697354" y="4753069"/>
            <a:ext cx="7446645" cy="134493"/>
          </a:xfrm>
          <a:custGeom>
            <a:avLst/>
            <a:gdLst>
              <a:gd name="connsiteX0" fmla="*/ 5829300 w 5829300"/>
              <a:gd name="connsiteY0" fmla="*/ 134493 h 134493"/>
              <a:gd name="connsiteX1" fmla="*/ 5541740 w 5829300"/>
              <a:gd name="connsiteY1" fmla="*/ 134493 h 134493"/>
              <a:gd name="connsiteX2" fmla="*/ 4915853 w 5829300"/>
              <a:gd name="connsiteY2" fmla="*/ 0 h 134493"/>
              <a:gd name="connsiteX3" fmla="*/ 4285393 w 5829300"/>
              <a:gd name="connsiteY3" fmla="*/ 134493 h 134493"/>
              <a:gd name="connsiteX4" fmla="*/ 0 w 5829300"/>
              <a:gd name="connsiteY4" fmla="*/ 134493 h 134493"/>
              <a:gd name="connsiteX0" fmla="*/ 7446645 w 7446645"/>
              <a:gd name="connsiteY0" fmla="*/ 134493 h 134493"/>
              <a:gd name="connsiteX1" fmla="*/ 7159085 w 7446645"/>
              <a:gd name="connsiteY1" fmla="*/ 134493 h 134493"/>
              <a:gd name="connsiteX2" fmla="*/ 6533198 w 7446645"/>
              <a:gd name="connsiteY2" fmla="*/ 0 h 134493"/>
              <a:gd name="connsiteX3" fmla="*/ 5902738 w 7446645"/>
              <a:gd name="connsiteY3" fmla="*/ 134493 h 134493"/>
              <a:gd name="connsiteX4" fmla="*/ 0 w 7446645"/>
              <a:gd name="connsiteY4" fmla="*/ 134493 h 1344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46645" h="134493">
                <a:moveTo>
                  <a:pt x="7446645" y="134493"/>
                </a:moveTo>
                <a:lnTo>
                  <a:pt x="7159085" y="134493"/>
                </a:lnTo>
                <a:lnTo>
                  <a:pt x="6533198" y="0"/>
                </a:lnTo>
                <a:lnTo>
                  <a:pt x="5902738" y="134493"/>
                </a:lnTo>
                <a:lnTo>
                  <a:pt x="0" y="134493"/>
                </a:lnTo>
              </a:path>
            </a:pathLst>
          </a:custGeom>
          <a:noFill/>
          <a:ln w="9525" cap="flat">
            <a:solidFill>
              <a:schemeClr val="tx1"/>
            </a:solidFill>
            <a:prstDash val="solid"/>
            <a:miter/>
          </a:ln>
        </p:spPr>
        <p:txBody>
          <a:bodyPr rtlCol="0" anchor="ctr"/>
          <a:lstStyle/>
          <a:p>
            <a:endParaRPr lang="en-AU"/>
          </a:p>
        </p:txBody>
      </p:sp>
    </p:spTree>
    <p:extLst>
      <p:ext uri="{BB962C8B-B14F-4D97-AF65-F5344CB8AC3E}">
        <p14:creationId xmlns:p14="http://schemas.microsoft.com/office/powerpoint/2010/main" val="2192468936"/>
      </p:ext>
    </p:extLst>
  </p:cSld>
  <p:clrMap bg1="lt1" tx1="dk1" bg2="lt2" tx2="dk2" accent1="accent1" accent2="accent2" accent3="accent3" accent4="accent4" accent5="accent5" accent6="accent6" hlink="hlink" folHlink="folHlink"/>
  <p:sldLayoutIdLst>
    <p:sldLayoutId id="2147483934" r:id="rId1"/>
    <p:sldLayoutId id="2147483875" r:id="rId2"/>
    <p:sldLayoutId id="2147483658" r:id="rId3"/>
    <p:sldLayoutId id="2147483651" r:id="rId4"/>
    <p:sldLayoutId id="2147483856" r:id="rId5"/>
    <p:sldLayoutId id="2147483858" r:id="rId6"/>
    <p:sldLayoutId id="2147483861" r:id="rId7"/>
    <p:sldLayoutId id="2147483859" r:id="rId8"/>
    <p:sldLayoutId id="2147483863" r:id="rId9"/>
    <p:sldLayoutId id="2147483864" r:id="rId10"/>
    <p:sldLayoutId id="2147483874" r:id="rId11"/>
  </p:sldLayoutIdLst>
  <p:hf hdr="0" dt="0"/>
  <p:txStyles>
    <p:titleStyle>
      <a:lvl1pPr algn="l" defTabSz="685800" rtl="0" eaLnBrk="1" latinLnBrk="0" hangingPunct="1">
        <a:lnSpc>
          <a:spcPct val="100000"/>
        </a:lnSpc>
        <a:spcBef>
          <a:spcPct val="0"/>
        </a:spcBef>
        <a:spcAft>
          <a:spcPts val="450"/>
        </a:spcAft>
        <a:buNone/>
        <a:defRPr sz="2200" b="1" i="0" kern="1200">
          <a:solidFill>
            <a:schemeClr val="tx1"/>
          </a:solidFill>
          <a:latin typeface="PP Neue Machina Plain Ultrabold" pitchFamily="50" charset="0"/>
          <a:ea typeface="+mj-ea"/>
          <a:cs typeface="+mj-cs"/>
        </a:defRPr>
      </a:lvl1pPr>
    </p:titleStyle>
    <p:bodyStyle>
      <a:lvl1pPr marL="171450" indent="-171450" algn="l" defTabSz="685800" rtl="0" eaLnBrk="1" latinLnBrk="0" hangingPunct="1">
        <a:lnSpc>
          <a:spcPct val="100000"/>
        </a:lnSpc>
        <a:spcBef>
          <a:spcPts val="750"/>
        </a:spcBef>
        <a:spcAft>
          <a:spcPts val="450"/>
        </a:spcAft>
        <a:buFont typeface="Aptos" panose="020B0004020202020204" pitchFamily="34" charset="0"/>
        <a:buChar char="•"/>
        <a:defRPr sz="12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514350" indent="-171450" algn="l" defTabSz="685800" rtl="0" eaLnBrk="1" latinLnBrk="0" hangingPunct="1">
        <a:lnSpc>
          <a:spcPct val="100000"/>
        </a:lnSpc>
        <a:spcBef>
          <a:spcPts val="375"/>
        </a:spcBef>
        <a:spcAft>
          <a:spcPts val="450"/>
        </a:spcAft>
        <a:buFont typeface="Aptos" panose="020B0004020202020204" pitchFamily="34" charset="0"/>
        <a:buChar char="•"/>
        <a:defRPr sz="11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857250" indent="-171450" algn="l" defTabSz="685800" rtl="0" eaLnBrk="1" latinLnBrk="0" hangingPunct="1">
        <a:lnSpc>
          <a:spcPct val="100000"/>
        </a:lnSpc>
        <a:spcBef>
          <a:spcPts val="375"/>
        </a:spcBef>
        <a:spcAft>
          <a:spcPts val="450"/>
        </a:spcAft>
        <a:buFont typeface="Aptos" panose="020B0004020202020204" pitchFamily="34" charset="0"/>
        <a:buChar char="•"/>
        <a:defRPr sz="9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200150" indent="-171450" algn="l" defTabSz="685800" rtl="0" eaLnBrk="1" latinLnBrk="0" hangingPunct="1">
        <a:lnSpc>
          <a:spcPct val="90000"/>
        </a:lnSpc>
        <a:spcBef>
          <a:spcPts val="375"/>
        </a:spcBef>
        <a:buFont typeface="Aptos" panose="020B0004020202020204" pitchFamily="34" charset="0"/>
        <a:buChar char="•"/>
        <a:defRPr sz="900" b="0" i="0" kern="1200">
          <a:solidFill>
            <a:schemeClr val="tx1"/>
          </a:solidFill>
          <a:latin typeface="Aptos" panose="020B0004020202020204" pitchFamily="34" charset="0"/>
          <a:ea typeface="+mn-ea"/>
          <a:cs typeface="Aptos" panose="020B0004020202020204" pitchFamily="34" charset="0"/>
        </a:defRPr>
      </a:lvl4pPr>
      <a:lvl5pPr marL="1543050" indent="-171450" algn="l" defTabSz="685800" rtl="0" eaLnBrk="1" latinLnBrk="0" hangingPunct="1">
        <a:lnSpc>
          <a:spcPct val="90000"/>
        </a:lnSpc>
        <a:spcBef>
          <a:spcPts val="375"/>
        </a:spcBef>
        <a:buFont typeface="Aptos" panose="020B0004020202020204" pitchFamily="34" charset="0"/>
        <a:buChar char="•"/>
        <a:defRPr sz="900" b="0" i="0" kern="1200">
          <a:solidFill>
            <a:schemeClr val="tx1"/>
          </a:solidFill>
          <a:latin typeface="Aptos" panose="020B0004020202020204" pitchFamily="34" charset="0"/>
          <a:ea typeface="+mn-ea"/>
          <a:cs typeface="Aptos" panose="020B0004020202020204" pitchFamily="34" charset="0"/>
        </a:defRPr>
      </a:lvl5pPr>
      <a:lvl6pPr marL="1885950" indent="-171450" algn="l" defTabSz="685800" rtl="0" eaLnBrk="1" latinLnBrk="0" hangingPunct="1">
        <a:lnSpc>
          <a:spcPct val="90000"/>
        </a:lnSpc>
        <a:spcBef>
          <a:spcPts val="375"/>
        </a:spcBef>
        <a:buFont typeface="Aptos" panose="020B00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ptos" panose="020B00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ptos" panose="020B00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ptos" panose="020B00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944">
          <p15:clr>
            <a:srgbClr val="F26B43"/>
          </p15:clr>
        </p15:guide>
        <p15:guide id="2" pos="5521">
          <p15:clr>
            <a:srgbClr val="F26B43"/>
          </p15:clr>
        </p15:guide>
        <p15:guide id="3" pos="239">
          <p15:clr>
            <a:srgbClr val="F26B43"/>
          </p15:clr>
        </p15:guide>
        <p15:guide id="4" pos="7354">
          <p15:clr>
            <a:srgbClr val="F26B43"/>
          </p15:clr>
        </p15:guide>
        <p15:guide id="5" orient="horz" pos="3898">
          <p15:clr>
            <a:srgbClr val="F26B43"/>
          </p15:clr>
        </p15:guide>
        <p15:guide id="6" orient="horz" pos="758">
          <p15:clr>
            <a:srgbClr val="F26B43"/>
          </p15:clr>
        </p15:guide>
        <p15:guide id="7" pos="2880">
          <p15:clr>
            <a:srgbClr val="F26B43"/>
          </p15:clr>
        </p15:guide>
        <p15:guide id="8" orient="horz" pos="645">
          <p15:clr>
            <a:srgbClr val="F26B43"/>
          </p15:clr>
        </p15:guide>
        <p15:guide id="9" orient="horz" pos="368">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DA2C381-613C-35D5-B071-866A31D29ABA}"/>
              </a:ext>
            </a:extLst>
          </p:cNvPr>
          <p:cNvSpPr>
            <a:spLocks noGrp="1"/>
          </p:cNvSpPr>
          <p:nvPr>
            <p:ph type="title"/>
          </p:nvPr>
        </p:nvSpPr>
        <p:spPr>
          <a:xfrm>
            <a:off x="386952" y="295565"/>
            <a:ext cx="8370091" cy="728374"/>
          </a:xfrm>
          <a:prstGeom prst="rect">
            <a:avLst/>
          </a:prstGeom>
        </p:spPr>
        <p:txBody>
          <a:bodyPr vert="horz" lIns="0" tIns="0" rIns="0" bIns="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F316248D-B3A3-056F-8479-0D6380B8D80E}"/>
              </a:ext>
            </a:extLst>
          </p:cNvPr>
          <p:cNvSpPr>
            <a:spLocks noGrp="1"/>
          </p:cNvSpPr>
          <p:nvPr>
            <p:ph type="body" idx="1"/>
          </p:nvPr>
        </p:nvSpPr>
        <p:spPr>
          <a:xfrm>
            <a:off x="386953" y="1219200"/>
            <a:ext cx="8370092" cy="3454400"/>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p:txBody>
      </p:sp>
      <p:pic>
        <p:nvPicPr>
          <p:cNvPr id="4" name="Graphic 3">
            <a:extLst>
              <a:ext uri="{FF2B5EF4-FFF2-40B4-BE49-F238E27FC236}">
                <a16:creationId xmlns:a16="http://schemas.microsoft.com/office/drawing/2014/main" id="{067134DD-645D-7499-A1FD-3696EB4D172C}"/>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8148638" y="4857750"/>
            <a:ext cx="137096" cy="146888"/>
          </a:xfrm>
          <a:prstGeom prst="rect">
            <a:avLst/>
          </a:prstGeom>
        </p:spPr>
      </p:pic>
      <p:sp>
        <p:nvSpPr>
          <p:cNvPr id="6" name="Slide Number Placeholder 18">
            <a:extLst>
              <a:ext uri="{FF2B5EF4-FFF2-40B4-BE49-F238E27FC236}">
                <a16:creationId xmlns:a16="http://schemas.microsoft.com/office/drawing/2014/main" id="{5B97538A-9BF3-5950-BE5A-66CADE79A486}"/>
              </a:ext>
            </a:extLst>
          </p:cNvPr>
          <p:cNvSpPr txBox="1">
            <a:spLocks/>
          </p:cNvSpPr>
          <p:nvPr userDrawn="1"/>
        </p:nvSpPr>
        <p:spPr>
          <a:xfrm>
            <a:off x="1354455" y="4772024"/>
            <a:ext cx="338833" cy="200055"/>
          </a:xfrm>
          <a:prstGeom prst="rect">
            <a:avLst/>
          </a:prstGeom>
          <a:noFill/>
        </p:spPr>
        <p:txBody>
          <a:bodyPr wrap="square">
            <a:sp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ptos" panose="020B0004020202020204" pitchFamily="34" charset="0"/>
              <a:defRPr lang="en-AU" sz="800" b="0" i="0" u="none" strike="noStrike" cap="none" smtClean="0">
                <a:solidFill>
                  <a:srgbClr val="000000"/>
                </a:solidFill>
                <a:latin typeface="+mj-lt"/>
                <a:ea typeface="Aptos" panose="020B0004020202020204" pitchFamily="34" charset="0"/>
                <a:cs typeface="Aptos" panose="020B0004020202020204" pitchFamily="34" charset="0"/>
                <a:sym typeface="Aptos" panose="020B0004020202020204" pitchFamily="34" charset="0"/>
              </a:defRPr>
            </a:lvl1pPr>
            <a:lvl2pPr marR="0" lvl="1"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2pPr>
            <a:lvl3pPr marR="0" lvl="2"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3pPr>
            <a:lvl4pPr marR="0" lvl="3"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4pPr>
            <a:lvl5pPr marR="0" lvl="4"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5pPr>
            <a:lvl6pPr marR="0" lvl="5"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6pPr>
            <a:lvl7pPr marR="0" lvl="6"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7pPr>
            <a:lvl8pPr marR="0" lvl="7"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8pPr>
            <a:lvl9pPr marR="0" lvl="8"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9pPr>
          </a:lstStyle>
          <a:p>
            <a:fld id="{A2294E5B-DE56-4C0C-83A2-06393784158A}" type="slidenum">
              <a:rPr lang="en-AU" sz="700" smtClean="0">
                <a:solidFill>
                  <a:schemeClr val="bg1"/>
                </a:solidFill>
                <a:latin typeface="Verdana" panose="020B0604030504040204" pitchFamily="34" charset="0"/>
                <a:ea typeface="Verdana" panose="020B0604030504040204" pitchFamily="34" charset="0"/>
              </a:rPr>
              <a:pPr/>
              <a:t>‹#›</a:t>
            </a:fld>
            <a:endParaRPr lang="en-AU" sz="700" dirty="0">
              <a:solidFill>
                <a:schemeClr val="bg1"/>
              </a:solidFill>
              <a:latin typeface="Verdana" panose="020B0604030504040204" pitchFamily="34" charset="0"/>
              <a:ea typeface="Verdana" panose="020B0604030504040204" pitchFamily="34" charset="0"/>
            </a:endParaRPr>
          </a:p>
        </p:txBody>
      </p:sp>
      <p:sp>
        <p:nvSpPr>
          <p:cNvPr id="16" name="TextBox 15">
            <a:extLst>
              <a:ext uri="{FF2B5EF4-FFF2-40B4-BE49-F238E27FC236}">
                <a16:creationId xmlns:a16="http://schemas.microsoft.com/office/drawing/2014/main" id="{A5AEF123-834A-3C2E-7EDC-775B6C920C5F}"/>
              </a:ext>
            </a:extLst>
          </p:cNvPr>
          <p:cNvSpPr txBox="1"/>
          <p:nvPr/>
        </p:nvSpPr>
        <p:spPr>
          <a:xfrm>
            <a:off x="206091" y="4772020"/>
            <a:ext cx="1247775" cy="200055"/>
          </a:xfrm>
          <a:prstGeom prst="rect">
            <a:avLst/>
          </a:prstGeom>
          <a:noFill/>
        </p:spPr>
        <p:txBody>
          <a:bodyPr wrap="square">
            <a:spAutoFit/>
          </a:bodyPr>
          <a:lstStyle/>
          <a:p>
            <a:pPr algn="l"/>
            <a:r>
              <a:rPr lang="en-US" sz="700" b="0" i="0" dirty="0">
                <a:solidFill>
                  <a:schemeClr val="bg1"/>
                </a:solidFill>
                <a:latin typeface="Verdana" panose="020B0604030504040204" pitchFamily="34" charset="0"/>
                <a:ea typeface="Verdana" panose="020B0604030504040204" pitchFamily="34" charset="0"/>
              </a:rPr>
              <a:t>Ascendion Confidential</a:t>
            </a:r>
          </a:p>
        </p:txBody>
      </p:sp>
      <p:cxnSp>
        <p:nvCxnSpPr>
          <p:cNvPr id="20" name="Straight Connector 19">
            <a:extLst>
              <a:ext uri="{FF2B5EF4-FFF2-40B4-BE49-F238E27FC236}">
                <a16:creationId xmlns:a16="http://schemas.microsoft.com/office/drawing/2014/main" id="{5904AB48-29AA-8BD1-7AC2-4093FEB12BF7}"/>
              </a:ext>
            </a:extLst>
          </p:cNvPr>
          <p:cNvCxnSpPr>
            <a:cxnSpLocks/>
          </p:cNvCxnSpPr>
          <p:nvPr userDrawn="1"/>
        </p:nvCxnSpPr>
        <p:spPr>
          <a:xfrm>
            <a:off x="0" y="4886325"/>
            <a:ext cx="228600" cy="0"/>
          </a:xfrm>
          <a:prstGeom prst="line">
            <a:avLst/>
          </a:prstGeom>
          <a:noFill/>
          <a:ln w="9525" cap="flat">
            <a:solidFill>
              <a:schemeClr val="bg1"/>
            </a:solidFill>
            <a:prstDash val="solid"/>
            <a:miter/>
          </a:ln>
        </p:spPr>
        <p:style>
          <a:lnRef idx="1">
            <a:schemeClr val="accent1"/>
          </a:lnRef>
          <a:fillRef idx="0">
            <a:schemeClr val="accent1"/>
          </a:fillRef>
          <a:effectRef idx="0">
            <a:schemeClr val="accent1"/>
          </a:effectRef>
          <a:fontRef idx="minor">
            <a:schemeClr val="tx1"/>
          </a:fontRef>
        </p:style>
      </p:cxnSp>
      <p:sp>
        <p:nvSpPr>
          <p:cNvPr id="5" name="Graphic 10">
            <a:extLst>
              <a:ext uri="{FF2B5EF4-FFF2-40B4-BE49-F238E27FC236}">
                <a16:creationId xmlns:a16="http://schemas.microsoft.com/office/drawing/2014/main" id="{17B18758-E2A8-2B34-B2AF-E32E0755CFED}"/>
              </a:ext>
            </a:extLst>
          </p:cNvPr>
          <p:cNvSpPr/>
          <p:nvPr userDrawn="1"/>
        </p:nvSpPr>
        <p:spPr>
          <a:xfrm>
            <a:off x="1697354" y="4753069"/>
            <a:ext cx="7446645" cy="134493"/>
          </a:xfrm>
          <a:custGeom>
            <a:avLst/>
            <a:gdLst>
              <a:gd name="connsiteX0" fmla="*/ 5829300 w 5829300"/>
              <a:gd name="connsiteY0" fmla="*/ 134493 h 134493"/>
              <a:gd name="connsiteX1" fmla="*/ 5541740 w 5829300"/>
              <a:gd name="connsiteY1" fmla="*/ 134493 h 134493"/>
              <a:gd name="connsiteX2" fmla="*/ 4915853 w 5829300"/>
              <a:gd name="connsiteY2" fmla="*/ 0 h 134493"/>
              <a:gd name="connsiteX3" fmla="*/ 4285393 w 5829300"/>
              <a:gd name="connsiteY3" fmla="*/ 134493 h 134493"/>
              <a:gd name="connsiteX4" fmla="*/ 0 w 5829300"/>
              <a:gd name="connsiteY4" fmla="*/ 134493 h 134493"/>
              <a:gd name="connsiteX0" fmla="*/ 7446645 w 7446645"/>
              <a:gd name="connsiteY0" fmla="*/ 134493 h 134493"/>
              <a:gd name="connsiteX1" fmla="*/ 7159085 w 7446645"/>
              <a:gd name="connsiteY1" fmla="*/ 134493 h 134493"/>
              <a:gd name="connsiteX2" fmla="*/ 6533198 w 7446645"/>
              <a:gd name="connsiteY2" fmla="*/ 0 h 134493"/>
              <a:gd name="connsiteX3" fmla="*/ 5902738 w 7446645"/>
              <a:gd name="connsiteY3" fmla="*/ 134493 h 134493"/>
              <a:gd name="connsiteX4" fmla="*/ 0 w 7446645"/>
              <a:gd name="connsiteY4" fmla="*/ 134493 h 1344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46645" h="134493">
                <a:moveTo>
                  <a:pt x="7446645" y="134493"/>
                </a:moveTo>
                <a:lnTo>
                  <a:pt x="7159085" y="134493"/>
                </a:lnTo>
                <a:lnTo>
                  <a:pt x="6533198" y="0"/>
                </a:lnTo>
                <a:lnTo>
                  <a:pt x="5902738" y="134493"/>
                </a:lnTo>
                <a:lnTo>
                  <a:pt x="0" y="134493"/>
                </a:lnTo>
              </a:path>
            </a:pathLst>
          </a:custGeom>
          <a:noFill/>
          <a:ln w="9525" cap="flat">
            <a:solidFill>
              <a:srgbClr val="FFFFFF"/>
            </a:solidFill>
            <a:prstDash val="solid"/>
            <a:miter/>
          </a:ln>
        </p:spPr>
        <p:txBody>
          <a:bodyPr rtlCol="0" anchor="ctr"/>
          <a:lstStyle/>
          <a:p>
            <a:endParaRPr lang="en-AU"/>
          </a:p>
        </p:txBody>
      </p:sp>
    </p:spTree>
    <p:extLst>
      <p:ext uri="{BB962C8B-B14F-4D97-AF65-F5344CB8AC3E}">
        <p14:creationId xmlns:p14="http://schemas.microsoft.com/office/powerpoint/2010/main" val="680788081"/>
      </p:ext>
    </p:extLst>
  </p:cSld>
  <p:clrMap bg1="lt1" tx1="dk1" bg2="lt2" tx2="dk2" accent1="accent1" accent2="accent2" accent3="accent3" accent4="accent4" accent5="accent5" accent6="accent6" hlink="hlink" folHlink="folHlink"/>
  <p:sldLayoutIdLst>
    <p:sldLayoutId id="2147483991" r:id="rId1"/>
    <p:sldLayoutId id="2147483992" r:id="rId2"/>
    <p:sldLayoutId id="2147483993" r:id="rId3"/>
    <p:sldLayoutId id="2147483994" r:id="rId4"/>
    <p:sldLayoutId id="2147483995" r:id="rId5"/>
    <p:sldLayoutId id="2147483996" r:id="rId6"/>
    <p:sldLayoutId id="2147483997" r:id="rId7"/>
    <p:sldLayoutId id="2147483998" r:id="rId8"/>
    <p:sldLayoutId id="2147483999" r:id="rId9"/>
    <p:sldLayoutId id="2147484000" r:id="rId10"/>
    <p:sldLayoutId id="2147484001" r:id="rId11"/>
  </p:sldLayoutIdLst>
  <p:hf hdr="0" dt="0"/>
  <p:txStyles>
    <p:titleStyle>
      <a:lvl1pPr algn="l" defTabSz="685800" rtl="0" eaLnBrk="1" latinLnBrk="0" hangingPunct="1">
        <a:lnSpc>
          <a:spcPct val="100000"/>
        </a:lnSpc>
        <a:spcBef>
          <a:spcPct val="0"/>
        </a:spcBef>
        <a:spcAft>
          <a:spcPts val="450"/>
        </a:spcAft>
        <a:buNone/>
        <a:defRPr sz="2200" b="1" i="0" kern="1200">
          <a:solidFill>
            <a:schemeClr val="bg1"/>
          </a:solidFill>
          <a:latin typeface="PP Neue Machina Plain Ultrabold" pitchFamily="50" charset="0"/>
          <a:ea typeface="+mj-ea"/>
          <a:cs typeface="+mj-cs"/>
        </a:defRPr>
      </a:lvl1pPr>
    </p:titleStyle>
    <p:bodyStyle>
      <a:lvl1pPr marL="171450" indent="-171450" algn="l" defTabSz="685800" rtl="0" eaLnBrk="1" latinLnBrk="0" hangingPunct="1">
        <a:lnSpc>
          <a:spcPct val="100000"/>
        </a:lnSpc>
        <a:spcBef>
          <a:spcPts val="750"/>
        </a:spcBef>
        <a:spcAft>
          <a:spcPts val="450"/>
        </a:spcAft>
        <a:buFont typeface="Aptos" panose="020B0004020202020204" pitchFamily="34" charset="0"/>
        <a:buChar char="•"/>
        <a:defRPr sz="1200" b="0" i="0" kern="120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514350" indent="-171450" algn="l" defTabSz="685800" rtl="0" eaLnBrk="1" latinLnBrk="0" hangingPunct="1">
        <a:lnSpc>
          <a:spcPct val="100000"/>
        </a:lnSpc>
        <a:spcBef>
          <a:spcPts val="375"/>
        </a:spcBef>
        <a:spcAft>
          <a:spcPts val="450"/>
        </a:spcAft>
        <a:buFont typeface="Aptos" panose="020B0004020202020204" pitchFamily="34" charset="0"/>
        <a:buChar char="•"/>
        <a:defRPr sz="1100" b="0" i="0" kern="1200">
          <a:solidFill>
            <a:schemeClr val="bg1"/>
          </a:solidFill>
          <a:latin typeface="Verdana" panose="020B0604030504040204" pitchFamily="34" charset="0"/>
          <a:ea typeface="Verdana" panose="020B0604030504040204" pitchFamily="34" charset="0"/>
          <a:cs typeface="Verdana" panose="020B0604030504040204" pitchFamily="34" charset="0"/>
        </a:defRPr>
      </a:lvl2pPr>
      <a:lvl3pPr marL="857250" indent="-171450" algn="l" defTabSz="685800" rtl="0" eaLnBrk="1" latinLnBrk="0" hangingPunct="1">
        <a:lnSpc>
          <a:spcPct val="100000"/>
        </a:lnSpc>
        <a:spcBef>
          <a:spcPts val="375"/>
        </a:spcBef>
        <a:spcAft>
          <a:spcPts val="450"/>
        </a:spcAft>
        <a:buFont typeface="Aptos" panose="020B0004020202020204" pitchFamily="34" charset="0"/>
        <a:buChar char="•"/>
        <a:defRPr sz="900" b="0" i="0" kern="1200">
          <a:solidFill>
            <a:schemeClr val="bg1"/>
          </a:solidFill>
          <a:latin typeface="Verdana" panose="020B0604030504040204" pitchFamily="34" charset="0"/>
          <a:ea typeface="Verdana" panose="020B0604030504040204" pitchFamily="34" charset="0"/>
          <a:cs typeface="Verdana" panose="020B0604030504040204" pitchFamily="34" charset="0"/>
        </a:defRPr>
      </a:lvl3pPr>
      <a:lvl4pPr marL="1200150" indent="-171450" algn="l" defTabSz="685800" rtl="0" eaLnBrk="1" latinLnBrk="0" hangingPunct="1">
        <a:lnSpc>
          <a:spcPct val="90000"/>
        </a:lnSpc>
        <a:spcBef>
          <a:spcPts val="375"/>
        </a:spcBef>
        <a:buFont typeface="Aptos" panose="020B0004020202020204" pitchFamily="34" charset="0"/>
        <a:buChar char="•"/>
        <a:defRPr sz="900" b="0" i="0" kern="1200">
          <a:solidFill>
            <a:schemeClr val="tx1"/>
          </a:solidFill>
          <a:latin typeface="Aptos" panose="020B0004020202020204" pitchFamily="34" charset="0"/>
          <a:ea typeface="+mn-ea"/>
          <a:cs typeface="Aptos" panose="020B0004020202020204" pitchFamily="34" charset="0"/>
        </a:defRPr>
      </a:lvl4pPr>
      <a:lvl5pPr marL="1543050" indent="-171450" algn="l" defTabSz="685800" rtl="0" eaLnBrk="1" latinLnBrk="0" hangingPunct="1">
        <a:lnSpc>
          <a:spcPct val="90000"/>
        </a:lnSpc>
        <a:spcBef>
          <a:spcPts val="375"/>
        </a:spcBef>
        <a:buFont typeface="Aptos" panose="020B0004020202020204" pitchFamily="34" charset="0"/>
        <a:buChar char="•"/>
        <a:defRPr sz="900" b="0" i="0" kern="1200">
          <a:solidFill>
            <a:schemeClr val="tx1"/>
          </a:solidFill>
          <a:latin typeface="Aptos" panose="020B0004020202020204" pitchFamily="34" charset="0"/>
          <a:ea typeface="+mn-ea"/>
          <a:cs typeface="Aptos" panose="020B0004020202020204" pitchFamily="34" charset="0"/>
        </a:defRPr>
      </a:lvl5pPr>
      <a:lvl6pPr marL="1885950" indent="-171450" algn="l" defTabSz="685800" rtl="0" eaLnBrk="1" latinLnBrk="0" hangingPunct="1">
        <a:lnSpc>
          <a:spcPct val="90000"/>
        </a:lnSpc>
        <a:spcBef>
          <a:spcPts val="375"/>
        </a:spcBef>
        <a:buFont typeface="Aptos" panose="020B00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ptos" panose="020B00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ptos" panose="020B00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ptos" panose="020B00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944" userDrawn="1">
          <p15:clr>
            <a:srgbClr val="F26B43"/>
          </p15:clr>
        </p15:guide>
        <p15:guide id="2" pos="5521" userDrawn="1">
          <p15:clr>
            <a:srgbClr val="F26B43"/>
          </p15:clr>
        </p15:guide>
        <p15:guide id="3" pos="239" userDrawn="1">
          <p15:clr>
            <a:srgbClr val="F26B43"/>
          </p15:clr>
        </p15:guide>
        <p15:guide id="4" pos="7354">
          <p15:clr>
            <a:srgbClr val="F26B43"/>
          </p15:clr>
        </p15:guide>
        <p15:guide id="5" orient="horz" pos="3898">
          <p15:clr>
            <a:srgbClr val="F26B43"/>
          </p15:clr>
        </p15:guide>
        <p15:guide id="6" orient="horz" pos="758" userDrawn="1">
          <p15:clr>
            <a:srgbClr val="F26B43"/>
          </p15:clr>
        </p15:guide>
        <p15:guide id="7" pos="2880" userDrawn="1">
          <p15:clr>
            <a:srgbClr val="F26B43"/>
          </p15:clr>
        </p15:guide>
        <p15:guide id="8" orient="horz" pos="645" userDrawn="1">
          <p15:clr>
            <a:srgbClr val="F26B43"/>
          </p15:clr>
        </p15:guide>
        <p15:guide id="9" orient="horz" pos="36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www.ascendion.com/" TargetMode="Externa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www.ascendion.com/" TargetMode="External"/><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hyperlink" Target="http://www.ascendion.com/" TargetMode="External"/><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hyperlink" Target="https://www.instagram.com/ascendioninc" TargetMode="External"/><Relationship Id="rId2" Type="http://schemas.openxmlformats.org/officeDocument/2006/relationships/hyperlink" Target="https://www.linkedin.com/company/ascendion" TargetMode="External"/><Relationship Id="rId1" Type="http://schemas.openxmlformats.org/officeDocument/2006/relationships/slideLayout" Target="../slideLayouts/slideLayout5.xml"/><Relationship Id="rId4" Type="http://schemas.openxmlformats.org/officeDocument/2006/relationships/hyperlink" Target="https://www.youtube.com/@ascendioninc"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www.instagram.com/ascendioninc" TargetMode="External"/><Relationship Id="rId2" Type="http://schemas.openxmlformats.org/officeDocument/2006/relationships/hyperlink" Target="https://www.linkedin.com/company/ascendion" TargetMode="External"/><Relationship Id="rId1" Type="http://schemas.openxmlformats.org/officeDocument/2006/relationships/slideLayout" Target="../slideLayouts/slideLayout6.xml"/><Relationship Id="rId4" Type="http://schemas.openxmlformats.org/officeDocument/2006/relationships/hyperlink" Target="https://www.youtube.com/@ascendioninc"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s://www.linkedin.com/company/ascendion" TargetMode="External"/><Relationship Id="rId2" Type="http://schemas.openxmlformats.org/officeDocument/2006/relationships/image" Target="../media/image9.jpeg"/><Relationship Id="rId1" Type="http://schemas.openxmlformats.org/officeDocument/2006/relationships/slideLayout" Target="../slideLayouts/slideLayout11.xml"/><Relationship Id="rId5" Type="http://schemas.openxmlformats.org/officeDocument/2006/relationships/hyperlink" Target="https://www.youtube.com/@ascendioninc" TargetMode="External"/><Relationship Id="rId4" Type="http://schemas.openxmlformats.org/officeDocument/2006/relationships/hyperlink" Target="https://www.instagram.com/ascendioninc"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www.linkedin.com/company/ascendion" TargetMode="External"/><Relationship Id="rId2" Type="http://schemas.openxmlformats.org/officeDocument/2006/relationships/image" Target="../media/image10.png"/><Relationship Id="rId1" Type="http://schemas.openxmlformats.org/officeDocument/2006/relationships/slideLayout" Target="../slideLayouts/slideLayout12.xml"/><Relationship Id="rId5" Type="http://schemas.openxmlformats.org/officeDocument/2006/relationships/hyperlink" Target="https://www.youtube.com/@ascendioninc" TargetMode="External"/><Relationship Id="rId4" Type="http://schemas.openxmlformats.org/officeDocument/2006/relationships/hyperlink" Target="https://www.instagram.com/ascendioninc" TargetMode="External"/></Relationships>
</file>

<file path=ppt/slides/_rels/slide13.xml.rels><?xml version="1.0" encoding="UTF-8" standalone="yes"?>
<Relationships xmlns="http://schemas.openxmlformats.org/package/2006/relationships"><Relationship Id="rId3" Type="http://schemas.openxmlformats.org/officeDocument/2006/relationships/hyperlink" Target="https://www.linkedin.com/company/ascendion" TargetMode="External"/><Relationship Id="rId2" Type="http://schemas.openxmlformats.org/officeDocument/2006/relationships/image" Target="../media/image11.png"/><Relationship Id="rId1" Type="http://schemas.openxmlformats.org/officeDocument/2006/relationships/slideLayout" Target="../slideLayouts/slideLayout13.xml"/><Relationship Id="rId5" Type="http://schemas.openxmlformats.org/officeDocument/2006/relationships/hyperlink" Target="https://www.youtube.com/@ascendioninc" TargetMode="External"/><Relationship Id="rId4" Type="http://schemas.openxmlformats.org/officeDocument/2006/relationships/hyperlink" Target="https://www.instagram.com/ascendioninc"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3" Type="http://schemas.openxmlformats.org/officeDocument/2006/relationships/hyperlink" Target="https://www.instagram.com/ascendioninc" TargetMode="External"/><Relationship Id="rId2" Type="http://schemas.openxmlformats.org/officeDocument/2006/relationships/hyperlink" Target="https://www.linkedin.com/company/ascendion" TargetMode="External"/><Relationship Id="rId1" Type="http://schemas.openxmlformats.org/officeDocument/2006/relationships/slideLayout" Target="../slideLayouts/slideLayout18.xml"/><Relationship Id="rId4" Type="http://schemas.openxmlformats.org/officeDocument/2006/relationships/hyperlink" Target="https://www.youtube.com/@ascendioninc" TargetMode="External"/></Relationships>
</file>

<file path=ppt/slides/_rels/slide19.xml.rels><?xml version="1.0" encoding="UTF-8" standalone="yes"?>
<Relationships xmlns="http://schemas.openxmlformats.org/package/2006/relationships"><Relationship Id="rId3" Type="http://schemas.openxmlformats.org/officeDocument/2006/relationships/hyperlink" Target="https://www.instagram.com/ascendioninc" TargetMode="External"/><Relationship Id="rId2" Type="http://schemas.openxmlformats.org/officeDocument/2006/relationships/hyperlink" Target="https://www.linkedin.com/company/ascendion" TargetMode="External"/><Relationship Id="rId1" Type="http://schemas.openxmlformats.org/officeDocument/2006/relationships/slideLayout" Target="../slideLayouts/slideLayout19.xml"/><Relationship Id="rId4" Type="http://schemas.openxmlformats.org/officeDocument/2006/relationships/hyperlink" Target="https://www.youtube.com/@ascendioninc"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4.xml.rels><?xml version="1.0" encoding="UTF-8" standalone="yes"?>
<Relationships xmlns="http://schemas.openxmlformats.org/package/2006/relationships"><Relationship Id="rId3" Type="http://schemas.openxmlformats.org/officeDocument/2006/relationships/hyperlink" Target="https://www.instagram.com/ascendioninc" TargetMode="External"/><Relationship Id="rId2" Type="http://schemas.openxmlformats.org/officeDocument/2006/relationships/hyperlink" Target="https://www.linkedin.com/company/ascendion" TargetMode="External"/><Relationship Id="rId1" Type="http://schemas.openxmlformats.org/officeDocument/2006/relationships/slideLayout" Target="../slideLayouts/slideLayout24.xml"/><Relationship Id="rId4" Type="http://schemas.openxmlformats.org/officeDocument/2006/relationships/hyperlink" Target="https://www.youtube.com/@ascendioninc" TargetMode="External"/></Relationships>
</file>

<file path=ppt/slides/_rels/slide25.xml.rels><?xml version="1.0" encoding="UTF-8" standalone="yes"?>
<Relationships xmlns="http://schemas.openxmlformats.org/package/2006/relationships"><Relationship Id="rId3" Type="http://schemas.openxmlformats.org/officeDocument/2006/relationships/hyperlink" Target="https://www.instagram.com/ascendioninc" TargetMode="External"/><Relationship Id="rId2" Type="http://schemas.openxmlformats.org/officeDocument/2006/relationships/hyperlink" Target="https://www.linkedin.com/company/ascendion" TargetMode="External"/><Relationship Id="rId1" Type="http://schemas.openxmlformats.org/officeDocument/2006/relationships/slideLayout" Target="../slideLayouts/slideLayout25.xml"/><Relationship Id="rId4" Type="http://schemas.openxmlformats.org/officeDocument/2006/relationships/hyperlink" Target="https://www.youtube.com/@ascendioninc" TargetMode="External"/></Relationships>
</file>

<file path=ppt/slides/_rels/slide26.xml.rels><?xml version="1.0" encoding="UTF-8" standalone="yes"?>
<Relationships xmlns="http://schemas.openxmlformats.org/package/2006/relationships"><Relationship Id="rId3" Type="http://schemas.openxmlformats.org/officeDocument/2006/relationships/hyperlink" Target="https://www.instagram.com/ascendioninc" TargetMode="External"/><Relationship Id="rId2" Type="http://schemas.openxmlformats.org/officeDocument/2006/relationships/hyperlink" Target="https://www.linkedin.com/company/ascendion" TargetMode="External"/><Relationship Id="rId1" Type="http://schemas.openxmlformats.org/officeDocument/2006/relationships/slideLayout" Target="../slideLayouts/slideLayout26.xml"/><Relationship Id="rId4" Type="http://schemas.openxmlformats.org/officeDocument/2006/relationships/hyperlink" Target="https://www.youtube.com/@ascendioninc"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31.xml.rels><?xml version="1.0" encoding="UTF-8" standalone="yes"?>
<Relationships xmlns="http://schemas.openxmlformats.org/package/2006/relationships"><Relationship Id="rId3" Type="http://schemas.openxmlformats.org/officeDocument/2006/relationships/hyperlink" Target="https://www.instagram.com/ascendioninc" TargetMode="External"/><Relationship Id="rId2" Type="http://schemas.openxmlformats.org/officeDocument/2006/relationships/hyperlink" Target="https://www.linkedin.com/company/ascendion" TargetMode="External"/><Relationship Id="rId1" Type="http://schemas.openxmlformats.org/officeDocument/2006/relationships/slideLayout" Target="../slideLayouts/slideLayout31.xml"/><Relationship Id="rId4" Type="http://schemas.openxmlformats.org/officeDocument/2006/relationships/hyperlink" Target="https://www.youtube.com/@ascendioninc" TargetMode="External"/></Relationships>
</file>

<file path=ppt/slides/_rels/slide32.xml.rels><?xml version="1.0" encoding="UTF-8" standalone="yes"?>
<Relationships xmlns="http://schemas.openxmlformats.org/package/2006/relationships"><Relationship Id="rId3" Type="http://schemas.openxmlformats.org/officeDocument/2006/relationships/hyperlink" Target="https://www.instagram.com/ascendioninc" TargetMode="External"/><Relationship Id="rId2" Type="http://schemas.openxmlformats.org/officeDocument/2006/relationships/hyperlink" Target="https://www.linkedin.com/company/ascendion" TargetMode="External"/><Relationship Id="rId1" Type="http://schemas.openxmlformats.org/officeDocument/2006/relationships/slideLayout" Target="../slideLayouts/slideLayout32.xml"/><Relationship Id="rId4" Type="http://schemas.openxmlformats.org/officeDocument/2006/relationships/hyperlink" Target="https://www.youtube.com/@ascendioninc"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7.xml.rels><?xml version="1.0" encoding="UTF-8" standalone="yes"?>
<Relationships xmlns="http://schemas.openxmlformats.org/package/2006/relationships"><Relationship Id="rId3" Type="http://schemas.openxmlformats.org/officeDocument/2006/relationships/hyperlink" Target="https://www.instagram.com/ascendioninc" TargetMode="External"/><Relationship Id="rId2" Type="http://schemas.openxmlformats.org/officeDocument/2006/relationships/hyperlink" Target="https://www.linkedin.com/company/ascendion" TargetMode="External"/><Relationship Id="rId1" Type="http://schemas.openxmlformats.org/officeDocument/2006/relationships/slideLayout" Target="../slideLayouts/slideLayout37.xml"/><Relationship Id="rId4" Type="http://schemas.openxmlformats.org/officeDocument/2006/relationships/hyperlink" Target="https://www.youtube.com/@ascendioninc" TargetMode="External"/></Relationships>
</file>

<file path=ppt/slides/_rels/slide38.xml.rels><?xml version="1.0" encoding="UTF-8" standalone="yes"?>
<Relationships xmlns="http://schemas.openxmlformats.org/package/2006/relationships"><Relationship Id="rId3" Type="http://schemas.openxmlformats.org/officeDocument/2006/relationships/hyperlink" Target="https://www.instagram.com/ascendioninc" TargetMode="External"/><Relationship Id="rId2" Type="http://schemas.openxmlformats.org/officeDocument/2006/relationships/hyperlink" Target="https://www.linkedin.com/company/ascendion" TargetMode="External"/><Relationship Id="rId1" Type="http://schemas.openxmlformats.org/officeDocument/2006/relationships/slideLayout" Target="../slideLayouts/slideLayout38.xml"/><Relationship Id="rId4" Type="http://schemas.openxmlformats.org/officeDocument/2006/relationships/hyperlink" Target="https://www.youtube.com/@ascendioninc" TargetMode="External"/></Relationships>
</file>

<file path=ppt/slides/_rels/slide39.xml.rels><?xml version="1.0" encoding="UTF-8" standalone="yes"?>
<Relationships xmlns="http://schemas.openxmlformats.org/package/2006/relationships"><Relationship Id="rId3" Type="http://schemas.openxmlformats.org/officeDocument/2006/relationships/hyperlink" Target="https://www.instagram.com/ascendioninc" TargetMode="External"/><Relationship Id="rId2" Type="http://schemas.openxmlformats.org/officeDocument/2006/relationships/hyperlink" Target="https://www.linkedin.com/company/ascendion" TargetMode="External"/><Relationship Id="rId1" Type="http://schemas.openxmlformats.org/officeDocument/2006/relationships/slideLayout" Target="../slideLayouts/slideLayout39.xml"/><Relationship Id="rId4" Type="http://schemas.openxmlformats.org/officeDocument/2006/relationships/hyperlink" Target="https://www.youtube.com/@ascendioninc"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E8DB7B9A-7583-8BD3-B407-34C9206E1227}"/>
              </a:ext>
            </a:extLst>
          </p:cNvPr>
          <p:cNvSpPr>
            <a:spLocks noGrp="1"/>
          </p:cNvSpPr>
          <p:nvPr>
            <p:ph type="ctrTitle"/>
          </p:nvPr>
        </p:nvSpPr>
        <p:spPr/>
        <p:txBody>
          <a:bodyPr/>
          <a:lstStyle/>
          <a:p>
            <a:r>
              <a:rPr lang="en-AU" dirty="0"/>
              <a:t>Enter presentation </a:t>
            </a:r>
            <a:br>
              <a:rPr lang="en-AU" dirty="0"/>
            </a:br>
            <a:r>
              <a:rPr lang="en-AU" dirty="0"/>
              <a:t>title here</a:t>
            </a:r>
          </a:p>
        </p:txBody>
      </p:sp>
      <p:sp>
        <p:nvSpPr>
          <p:cNvPr id="25" name="Subtitle 24">
            <a:extLst>
              <a:ext uri="{FF2B5EF4-FFF2-40B4-BE49-F238E27FC236}">
                <a16:creationId xmlns:a16="http://schemas.microsoft.com/office/drawing/2014/main" id="{44FD66C0-4C73-77CF-01D5-5CAED944C3D1}"/>
              </a:ext>
            </a:extLst>
          </p:cNvPr>
          <p:cNvSpPr>
            <a:spLocks noGrp="1"/>
          </p:cNvSpPr>
          <p:nvPr>
            <p:ph type="subTitle" idx="1"/>
          </p:nvPr>
        </p:nvSpPr>
        <p:spPr/>
        <p:txBody>
          <a:bodyPr/>
          <a:lstStyle/>
          <a:p>
            <a:r>
              <a:rPr lang="en-US" dirty="0"/>
              <a:t>Subtitle</a:t>
            </a:r>
          </a:p>
        </p:txBody>
      </p:sp>
      <p:pic>
        <p:nvPicPr>
          <p:cNvPr id="5" name="Picture Placeholder 4" descr="A person standing in a room with clouds in the sky&#10;&#10;Description automatically generated">
            <a:extLst>
              <a:ext uri="{FF2B5EF4-FFF2-40B4-BE49-F238E27FC236}">
                <a16:creationId xmlns:a16="http://schemas.microsoft.com/office/drawing/2014/main" id="{C19C0182-361A-2753-2525-DECB1B45FAD1}"/>
              </a:ext>
            </a:extLst>
          </p:cNvPr>
          <p:cNvPicPr>
            <a:picLocks noGrp="1" noChangeAspect="1"/>
          </p:cNvPicPr>
          <p:nvPr>
            <p:ph type="pic" sz="quarter" idx="13"/>
          </p:nvPr>
        </p:nvPicPr>
        <p:blipFill>
          <a:blip r:embed="rId2"/>
          <a:srcRect t="26424" b="26424"/>
          <a:stretch>
            <a:fillRect/>
          </a:stretch>
        </p:blipFill>
        <p:spPr/>
      </p:pic>
    </p:spTree>
    <p:extLst>
      <p:ext uri="{BB962C8B-B14F-4D97-AF65-F5344CB8AC3E}">
        <p14:creationId xmlns:p14="http://schemas.microsoft.com/office/powerpoint/2010/main" val="22544023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0B6585-B447-722F-8D24-46E0A8EC97AF}"/>
            </a:ext>
          </a:extLst>
        </p:cNvPr>
        <p:cNvGrpSpPr/>
        <p:nvPr/>
      </p:nvGrpSpPr>
      <p:grpSpPr>
        <a:xfrm>
          <a:off x="0" y="0"/>
          <a:ext cx="0" cy="0"/>
          <a:chOff x="0" y="0"/>
          <a:chExt cx="0" cy="0"/>
        </a:xfrm>
      </p:grpSpPr>
      <p:sp>
        <p:nvSpPr>
          <p:cNvPr id="24" name="Title 23">
            <a:extLst>
              <a:ext uri="{FF2B5EF4-FFF2-40B4-BE49-F238E27FC236}">
                <a16:creationId xmlns:a16="http://schemas.microsoft.com/office/drawing/2014/main" id="{72E7BE11-6E18-6FE3-D937-94749C877550}"/>
              </a:ext>
            </a:extLst>
          </p:cNvPr>
          <p:cNvSpPr>
            <a:spLocks noGrp="1"/>
          </p:cNvSpPr>
          <p:nvPr>
            <p:ph type="ctrTitle"/>
          </p:nvPr>
        </p:nvSpPr>
        <p:spPr/>
        <p:txBody>
          <a:bodyPr/>
          <a:lstStyle/>
          <a:p>
            <a:r>
              <a:rPr lang="en-AU" dirty="0"/>
              <a:t>Enter presentation </a:t>
            </a:r>
            <a:br>
              <a:rPr lang="en-AU" dirty="0"/>
            </a:br>
            <a:r>
              <a:rPr lang="en-AU" dirty="0"/>
              <a:t>title here</a:t>
            </a:r>
          </a:p>
        </p:txBody>
      </p:sp>
      <p:sp>
        <p:nvSpPr>
          <p:cNvPr id="25" name="Subtitle 24">
            <a:extLst>
              <a:ext uri="{FF2B5EF4-FFF2-40B4-BE49-F238E27FC236}">
                <a16:creationId xmlns:a16="http://schemas.microsoft.com/office/drawing/2014/main" id="{9FB69944-18B1-F247-9567-4B29BE4411D4}"/>
              </a:ext>
            </a:extLst>
          </p:cNvPr>
          <p:cNvSpPr>
            <a:spLocks noGrp="1"/>
          </p:cNvSpPr>
          <p:nvPr>
            <p:ph type="subTitle" idx="1"/>
          </p:nvPr>
        </p:nvSpPr>
        <p:spPr/>
        <p:txBody>
          <a:bodyPr/>
          <a:lstStyle/>
          <a:p>
            <a:r>
              <a:rPr lang="en-US" dirty="0"/>
              <a:t>Subtitle</a:t>
            </a:r>
          </a:p>
        </p:txBody>
      </p:sp>
      <p:pic>
        <p:nvPicPr>
          <p:cNvPr id="5" name="Picture Placeholder 4" descr="A person standing in a room with clouds in the sky&#10;&#10;Description automatically generated">
            <a:extLst>
              <a:ext uri="{FF2B5EF4-FFF2-40B4-BE49-F238E27FC236}">
                <a16:creationId xmlns:a16="http://schemas.microsoft.com/office/drawing/2014/main" id="{07C73364-2660-045F-FE44-5CB8056EE827}"/>
              </a:ext>
            </a:extLst>
          </p:cNvPr>
          <p:cNvPicPr>
            <a:picLocks noGrp="1" noChangeAspect="1"/>
          </p:cNvPicPr>
          <p:nvPr>
            <p:ph type="pic" sz="quarter" idx="13"/>
          </p:nvPr>
        </p:nvPicPr>
        <p:blipFill>
          <a:blip r:embed="rId2"/>
          <a:srcRect t="26424" b="26424"/>
          <a:stretch>
            <a:fillRect/>
          </a:stretch>
        </p:blipFill>
        <p:spPr/>
      </p:pic>
      <p:sp>
        <p:nvSpPr>
          <p:cNvPr id="2" name="Rectangle 1">
            <a:hlinkClick r:id="rId3"/>
            <a:extLst>
              <a:ext uri="{FF2B5EF4-FFF2-40B4-BE49-F238E27FC236}">
                <a16:creationId xmlns:a16="http://schemas.microsoft.com/office/drawing/2014/main" id="{3E8FC95E-B98C-6FA2-53B8-EA77C29F931C}"/>
              </a:ext>
            </a:extLst>
          </p:cNvPr>
          <p:cNvSpPr/>
          <p:nvPr/>
        </p:nvSpPr>
        <p:spPr>
          <a:xfrm>
            <a:off x="139485" y="596685"/>
            <a:ext cx="844657" cy="18597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07314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DDF896-C114-6D6E-E4ED-72820C56465F}"/>
            </a:ext>
          </a:extLst>
        </p:cNvPr>
        <p:cNvGrpSpPr/>
        <p:nvPr/>
      </p:nvGrpSpPr>
      <p:grpSpPr>
        <a:xfrm>
          <a:off x="0" y="0"/>
          <a:ext cx="0" cy="0"/>
          <a:chOff x="0" y="0"/>
          <a:chExt cx="0" cy="0"/>
        </a:xfrm>
      </p:grpSpPr>
      <p:pic>
        <p:nvPicPr>
          <p:cNvPr id="18" name="Picture Placeholder 17">
            <a:extLst>
              <a:ext uri="{FF2B5EF4-FFF2-40B4-BE49-F238E27FC236}">
                <a16:creationId xmlns:a16="http://schemas.microsoft.com/office/drawing/2014/main" id="{C5C698C2-A711-E8E8-E267-FCA0B19E8573}"/>
              </a:ext>
            </a:extLst>
          </p:cNvPr>
          <p:cNvPicPr>
            <a:picLocks noGrp="1" noChangeAspect="1"/>
          </p:cNvPicPr>
          <p:nvPr>
            <p:ph type="pic" sz="quarter" idx="13"/>
          </p:nvPr>
        </p:nvPicPr>
        <p:blipFill>
          <a:blip r:embed="rId2"/>
          <a:srcRect t="6844" b="6844"/>
          <a:stretch/>
        </p:blipFill>
        <p:spPr/>
      </p:pic>
      <p:sp>
        <p:nvSpPr>
          <p:cNvPr id="19" name="Rectangle 18">
            <a:extLst>
              <a:ext uri="{FF2B5EF4-FFF2-40B4-BE49-F238E27FC236}">
                <a16:creationId xmlns:a16="http://schemas.microsoft.com/office/drawing/2014/main" id="{2562E445-1BEB-AAF7-B9CB-D59C54E3B89B}"/>
              </a:ext>
            </a:extLst>
          </p:cNvPr>
          <p:cNvSpPr/>
          <p:nvPr/>
        </p:nvSpPr>
        <p:spPr>
          <a:xfrm>
            <a:off x="-7257" y="841829"/>
            <a:ext cx="5368413" cy="4301669"/>
          </a:xfrm>
          <a:custGeom>
            <a:avLst/>
            <a:gdLst>
              <a:gd name="connsiteX0" fmla="*/ 0 w 5319252"/>
              <a:gd name="connsiteY0" fmla="*/ 0 h 4278261"/>
              <a:gd name="connsiteX1" fmla="*/ 5319252 w 5319252"/>
              <a:gd name="connsiteY1" fmla="*/ 0 h 4278261"/>
              <a:gd name="connsiteX2" fmla="*/ 5319252 w 5319252"/>
              <a:gd name="connsiteY2" fmla="*/ 4278261 h 4278261"/>
              <a:gd name="connsiteX3" fmla="*/ 0 w 5319252"/>
              <a:gd name="connsiteY3" fmla="*/ 4278261 h 4278261"/>
              <a:gd name="connsiteX4" fmla="*/ 0 w 5319252"/>
              <a:gd name="connsiteY4" fmla="*/ 0 h 4278261"/>
              <a:gd name="connsiteX0" fmla="*/ 0 w 5329084"/>
              <a:gd name="connsiteY0" fmla="*/ 9833 h 4288094"/>
              <a:gd name="connsiteX1" fmla="*/ 5329084 w 5329084"/>
              <a:gd name="connsiteY1" fmla="*/ 0 h 4288094"/>
              <a:gd name="connsiteX2" fmla="*/ 5319252 w 5329084"/>
              <a:gd name="connsiteY2" fmla="*/ 4288094 h 4288094"/>
              <a:gd name="connsiteX3" fmla="*/ 0 w 5329084"/>
              <a:gd name="connsiteY3" fmla="*/ 4288094 h 4288094"/>
              <a:gd name="connsiteX4" fmla="*/ 0 w 5329084"/>
              <a:gd name="connsiteY4" fmla="*/ 9833 h 4288094"/>
              <a:gd name="connsiteX0" fmla="*/ 0 w 5368413"/>
              <a:gd name="connsiteY0" fmla="*/ 29498 h 4307759"/>
              <a:gd name="connsiteX1" fmla="*/ 5368413 w 5368413"/>
              <a:gd name="connsiteY1" fmla="*/ 0 h 4307759"/>
              <a:gd name="connsiteX2" fmla="*/ 5319252 w 5368413"/>
              <a:gd name="connsiteY2" fmla="*/ 4307759 h 4307759"/>
              <a:gd name="connsiteX3" fmla="*/ 0 w 5368413"/>
              <a:gd name="connsiteY3" fmla="*/ 4307759 h 4307759"/>
              <a:gd name="connsiteX4" fmla="*/ 0 w 5368413"/>
              <a:gd name="connsiteY4" fmla="*/ 29498 h 4307759"/>
              <a:gd name="connsiteX0" fmla="*/ 0 w 5368413"/>
              <a:gd name="connsiteY0" fmla="*/ 7696 h 4307759"/>
              <a:gd name="connsiteX1" fmla="*/ 5368413 w 5368413"/>
              <a:gd name="connsiteY1" fmla="*/ 0 h 4307759"/>
              <a:gd name="connsiteX2" fmla="*/ 5319252 w 5368413"/>
              <a:gd name="connsiteY2" fmla="*/ 4307759 h 4307759"/>
              <a:gd name="connsiteX3" fmla="*/ 0 w 5368413"/>
              <a:gd name="connsiteY3" fmla="*/ 4307759 h 4307759"/>
              <a:gd name="connsiteX4" fmla="*/ 0 w 5368413"/>
              <a:gd name="connsiteY4" fmla="*/ 7696 h 4307759"/>
              <a:gd name="connsiteX0" fmla="*/ 7257 w 5368413"/>
              <a:gd name="connsiteY0" fmla="*/ 7696 h 4307759"/>
              <a:gd name="connsiteX1" fmla="*/ 5368413 w 5368413"/>
              <a:gd name="connsiteY1" fmla="*/ 0 h 4307759"/>
              <a:gd name="connsiteX2" fmla="*/ 5319252 w 5368413"/>
              <a:gd name="connsiteY2" fmla="*/ 4307759 h 4307759"/>
              <a:gd name="connsiteX3" fmla="*/ 0 w 5368413"/>
              <a:gd name="connsiteY3" fmla="*/ 4307759 h 4307759"/>
              <a:gd name="connsiteX4" fmla="*/ 7257 w 5368413"/>
              <a:gd name="connsiteY4" fmla="*/ 7696 h 4307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8413" h="4307759">
                <a:moveTo>
                  <a:pt x="7257" y="7696"/>
                </a:moveTo>
                <a:lnTo>
                  <a:pt x="5368413" y="0"/>
                </a:lnTo>
                <a:cubicBezTo>
                  <a:pt x="5365136" y="1429365"/>
                  <a:pt x="5322529" y="2878394"/>
                  <a:pt x="5319252" y="4307759"/>
                </a:cubicBezTo>
                <a:lnTo>
                  <a:pt x="0" y="4307759"/>
                </a:lnTo>
                <a:lnTo>
                  <a:pt x="7257" y="7696"/>
                </a:lnTo>
                <a:close/>
              </a:path>
            </a:pathLst>
          </a:custGeom>
          <a:gradFill flip="none" rotWithShape="1">
            <a:gsLst>
              <a:gs pos="0">
                <a:schemeClr val="bg1">
                  <a:alpha val="0"/>
                </a:schemeClr>
              </a:gs>
              <a:gs pos="33000">
                <a:schemeClr val="bg1">
                  <a:alpha val="46000"/>
                </a:schemeClr>
              </a:gs>
              <a:gs pos="100000">
                <a:schemeClr val="bg1"/>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4" name="Title 23">
            <a:extLst>
              <a:ext uri="{FF2B5EF4-FFF2-40B4-BE49-F238E27FC236}">
                <a16:creationId xmlns:a16="http://schemas.microsoft.com/office/drawing/2014/main" id="{2DD5CFB2-058E-FA30-7129-B3A5A093643F}"/>
              </a:ext>
            </a:extLst>
          </p:cNvPr>
          <p:cNvSpPr>
            <a:spLocks noGrp="1"/>
          </p:cNvSpPr>
          <p:nvPr>
            <p:ph type="ctrTitle"/>
          </p:nvPr>
        </p:nvSpPr>
        <p:spPr/>
        <p:txBody>
          <a:bodyPr/>
          <a:lstStyle/>
          <a:p>
            <a:r>
              <a:rPr lang="en-AU" dirty="0">
                <a:solidFill>
                  <a:schemeClr val="tx1"/>
                </a:solidFill>
              </a:rPr>
              <a:t>Enter presentation </a:t>
            </a:r>
            <a:br>
              <a:rPr lang="en-AU" dirty="0">
                <a:solidFill>
                  <a:schemeClr val="tx1"/>
                </a:solidFill>
              </a:rPr>
            </a:br>
            <a:r>
              <a:rPr lang="en-AU" dirty="0">
                <a:solidFill>
                  <a:schemeClr val="tx1"/>
                </a:solidFill>
              </a:rPr>
              <a:t>title here</a:t>
            </a:r>
          </a:p>
        </p:txBody>
      </p:sp>
      <p:sp>
        <p:nvSpPr>
          <p:cNvPr id="25" name="Subtitle 24">
            <a:extLst>
              <a:ext uri="{FF2B5EF4-FFF2-40B4-BE49-F238E27FC236}">
                <a16:creationId xmlns:a16="http://schemas.microsoft.com/office/drawing/2014/main" id="{49B1CE66-BB54-8395-7D05-774563D76608}"/>
              </a:ext>
            </a:extLst>
          </p:cNvPr>
          <p:cNvSpPr>
            <a:spLocks noGrp="1"/>
          </p:cNvSpPr>
          <p:nvPr>
            <p:ph type="subTitle" idx="1"/>
          </p:nvPr>
        </p:nvSpPr>
        <p:spPr/>
        <p:txBody>
          <a:bodyPr/>
          <a:lstStyle/>
          <a:p>
            <a:r>
              <a:rPr lang="en-AU"/>
              <a:t>Subtitle</a:t>
            </a:r>
            <a:endParaRPr lang="en-AU" dirty="0"/>
          </a:p>
        </p:txBody>
      </p:sp>
      <p:sp>
        <p:nvSpPr>
          <p:cNvPr id="2" name="Rectangle 1">
            <a:hlinkClick r:id="rId3"/>
            <a:extLst>
              <a:ext uri="{FF2B5EF4-FFF2-40B4-BE49-F238E27FC236}">
                <a16:creationId xmlns:a16="http://schemas.microsoft.com/office/drawing/2014/main" id="{D0A063FA-AA4F-80A3-E594-9F12186840DF}"/>
              </a:ext>
            </a:extLst>
          </p:cNvPr>
          <p:cNvSpPr/>
          <p:nvPr/>
        </p:nvSpPr>
        <p:spPr>
          <a:xfrm>
            <a:off x="139485" y="596685"/>
            <a:ext cx="844657" cy="18597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470104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Placeholder 17">
            <a:extLst>
              <a:ext uri="{FF2B5EF4-FFF2-40B4-BE49-F238E27FC236}">
                <a16:creationId xmlns:a16="http://schemas.microsoft.com/office/drawing/2014/main" id="{4B2CB399-87D4-F6CF-361A-3B8A9AA8FD2F}"/>
              </a:ext>
            </a:extLst>
          </p:cNvPr>
          <p:cNvPicPr>
            <a:picLocks noGrp="1" noChangeAspect="1"/>
          </p:cNvPicPr>
          <p:nvPr>
            <p:ph type="pic" sz="quarter" idx="13"/>
          </p:nvPr>
        </p:nvPicPr>
        <p:blipFill>
          <a:blip r:embed="rId2"/>
          <a:srcRect t="6870" b="6870"/>
          <a:stretch/>
        </p:blipFill>
        <p:spPr>
          <a:xfrm>
            <a:off x="0" y="703898"/>
            <a:ext cx="9149778" cy="4439602"/>
          </a:xfrm>
        </p:spPr>
      </p:pic>
      <p:sp>
        <p:nvSpPr>
          <p:cNvPr id="19" name="Rectangle 18">
            <a:extLst>
              <a:ext uri="{FF2B5EF4-FFF2-40B4-BE49-F238E27FC236}">
                <a16:creationId xmlns:a16="http://schemas.microsoft.com/office/drawing/2014/main" id="{14EAD360-70CA-43CC-38BB-AF990445E39C}"/>
              </a:ext>
            </a:extLst>
          </p:cNvPr>
          <p:cNvSpPr/>
          <p:nvPr/>
        </p:nvSpPr>
        <p:spPr>
          <a:xfrm>
            <a:off x="0" y="835739"/>
            <a:ext cx="5368413" cy="4307759"/>
          </a:xfrm>
          <a:custGeom>
            <a:avLst/>
            <a:gdLst>
              <a:gd name="connsiteX0" fmla="*/ 0 w 5319252"/>
              <a:gd name="connsiteY0" fmla="*/ 0 h 4278261"/>
              <a:gd name="connsiteX1" fmla="*/ 5319252 w 5319252"/>
              <a:gd name="connsiteY1" fmla="*/ 0 h 4278261"/>
              <a:gd name="connsiteX2" fmla="*/ 5319252 w 5319252"/>
              <a:gd name="connsiteY2" fmla="*/ 4278261 h 4278261"/>
              <a:gd name="connsiteX3" fmla="*/ 0 w 5319252"/>
              <a:gd name="connsiteY3" fmla="*/ 4278261 h 4278261"/>
              <a:gd name="connsiteX4" fmla="*/ 0 w 5319252"/>
              <a:gd name="connsiteY4" fmla="*/ 0 h 4278261"/>
              <a:gd name="connsiteX0" fmla="*/ 0 w 5329084"/>
              <a:gd name="connsiteY0" fmla="*/ 9833 h 4288094"/>
              <a:gd name="connsiteX1" fmla="*/ 5329084 w 5329084"/>
              <a:gd name="connsiteY1" fmla="*/ 0 h 4288094"/>
              <a:gd name="connsiteX2" fmla="*/ 5319252 w 5329084"/>
              <a:gd name="connsiteY2" fmla="*/ 4288094 h 4288094"/>
              <a:gd name="connsiteX3" fmla="*/ 0 w 5329084"/>
              <a:gd name="connsiteY3" fmla="*/ 4288094 h 4288094"/>
              <a:gd name="connsiteX4" fmla="*/ 0 w 5329084"/>
              <a:gd name="connsiteY4" fmla="*/ 9833 h 4288094"/>
              <a:gd name="connsiteX0" fmla="*/ 0 w 5368413"/>
              <a:gd name="connsiteY0" fmla="*/ 29498 h 4307759"/>
              <a:gd name="connsiteX1" fmla="*/ 5368413 w 5368413"/>
              <a:gd name="connsiteY1" fmla="*/ 0 h 4307759"/>
              <a:gd name="connsiteX2" fmla="*/ 5319252 w 5368413"/>
              <a:gd name="connsiteY2" fmla="*/ 4307759 h 4307759"/>
              <a:gd name="connsiteX3" fmla="*/ 0 w 5368413"/>
              <a:gd name="connsiteY3" fmla="*/ 4307759 h 4307759"/>
              <a:gd name="connsiteX4" fmla="*/ 0 w 5368413"/>
              <a:gd name="connsiteY4" fmla="*/ 29498 h 4307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8413" h="4307759">
                <a:moveTo>
                  <a:pt x="0" y="29498"/>
                </a:moveTo>
                <a:lnTo>
                  <a:pt x="5368413" y="0"/>
                </a:lnTo>
                <a:cubicBezTo>
                  <a:pt x="5365136" y="1429365"/>
                  <a:pt x="5322529" y="2878394"/>
                  <a:pt x="5319252" y="4307759"/>
                </a:cubicBezTo>
                <a:lnTo>
                  <a:pt x="0" y="4307759"/>
                </a:lnTo>
                <a:lnTo>
                  <a:pt x="0" y="29498"/>
                </a:lnTo>
                <a:close/>
              </a:path>
            </a:pathLst>
          </a:custGeom>
          <a:gradFill flip="none" rotWithShape="1">
            <a:gsLst>
              <a:gs pos="0">
                <a:schemeClr val="tx1">
                  <a:alpha val="0"/>
                </a:schemeClr>
              </a:gs>
              <a:gs pos="33000">
                <a:schemeClr val="tx1">
                  <a:alpha val="46000"/>
                </a:schemeClr>
              </a:gs>
              <a:gs pos="100000">
                <a:schemeClr val="tx1"/>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4" name="Title 23">
            <a:extLst>
              <a:ext uri="{FF2B5EF4-FFF2-40B4-BE49-F238E27FC236}">
                <a16:creationId xmlns:a16="http://schemas.microsoft.com/office/drawing/2014/main" id="{144999AC-7FF9-4CE4-2548-6FD4487D1743}"/>
              </a:ext>
            </a:extLst>
          </p:cNvPr>
          <p:cNvSpPr>
            <a:spLocks noGrp="1"/>
          </p:cNvSpPr>
          <p:nvPr>
            <p:ph type="ctrTitle"/>
          </p:nvPr>
        </p:nvSpPr>
        <p:spPr/>
        <p:txBody>
          <a:bodyPr/>
          <a:lstStyle/>
          <a:p>
            <a:r>
              <a:rPr lang="en-AU" dirty="0"/>
              <a:t>Enter presentation </a:t>
            </a:r>
            <a:br>
              <a:rPr lang="en-AU" dirty="0"/>
            </a:br>
            <a:r>
              <a:rPr lang="en-AU" dirty="0"/>
              <a:t>title here</a:t>
            </a:r>
          </a:p>
        </p:txBody>
      </p:sp>
      <p:sp>
        <p:nvSpPr>
          <p:cNvPr id="25" name="Subtitle 24">
            <a:extLst>
              <a:ext uri="{FF2B5EF4-FFF2-40B4-BE49-F238E27FC236}">
                <a16:creationId xmlns:a16="http://schemas.microsoft.com/office/drawing/2014/main" id="{6A0DABD5-6584-43FE-D18A-DEB6F0E201BA}"/>
              </a:ext>
            </a:extLst>
          </p:cNvPr>
          <p:cNvSpPr>
            <a:spLocks noGrp="1"/>
          </p:cNvSpPr>
          <p:nvPr>
            <p:ph type="subTitle" idx="1"/>
          </p:nvPr>
        </p:nvSpPr>
        <p:spPr/>
        <p:txBody>
          <a:bodyPr/>
          <a:lstStyle/>
          <a:p>
            <a:r>
              <a:rPr lang="en-AU" dirty="0"/>
              <a:t>Subtitle</a:t>
            </a:r>
          </a:p>
        </p:txBody>
      </p:sp>
      <p:sp>
        <p:nvSpPr>
          <p:cNvPr id="2" name="Rectangle 1">
            <a:hlinkClick r:id="rId3"/>
            <a:extLst>
              <a:ext uri="{FF2B5EF4-FFF2-40B4-BE49-F238E27FC236}">
                <a16:creationId xmlns:a16="http://schemas.microsoft.com/office/drawing/2014/main" id="{A6220C3E-6E80-7780-CFA5-CADC34D4FE64}"/>
              </a:ext>
            </a:extLst>
          </p:cNvPr>
          <p:cNvSpPr/>
          <p:nvPr/>
        </p:nvSpPr>
        <p:spPr>
          <a:xfrm>
            <a:off x="139485" y="596685"/>
            <a:ext cx="844657" cy="18597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439278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descr="A person wearing virtual reality goggles&#10;&#10;Description automatically generated">
            <a:extLst>
              <a:ext uri="{FF2B5EF4-FFF2-40B4-BE49-F238E27FC236}">
                <a16:creationId xmlns:a16="http://schemas.microsoft.com/office/drawing/2014/main" id="{C207FC5F-9267-7B65-B357-A7E5218FE983}"/>
              </a:ext>
            </a:extLst>
          </p:cNvPr>
          <p:cNvPicPr>
            <a:picLocks noGrp="1" noChangeAspect="1"/>
          </p:cNvPicPr>
          <p:nvPr>
            <p:ph type="pic" sz="quarter" idx="13"/>
          </p:nvPr>
        </p:nvPicPr>
        <p:blipFill>
          <a:blip r:embed="rId2"/>
          <a:srcRect t="6580" r="604" b="7184"/>
          <a:stretch/>
        </p:blipFill>
        <p:spPr>
          <a:xfrm>
            <a:off x="0" y="-1271"/>
            <a:ext cx="9144476" cy="4462781"/>
          </a:xfrm>
        </p:spPr>
      </p:pic>
      <p:sp>
        <p:nvSpPr>
          <p:cNvPr id="8" name="Title 7">
            <a:extLst>
              <a:ext uri="{FF2B5EF4-FFF2-40B4-BE49-F238E27FC236}">
                <a16:creationId xmlns:a16="http://schemas.microsoft.com/office/drawing/2014/main" id="{00B0393C-F7F9-5429-49AD-F5864776D649}"/>
              </a:ext>
            </a:extLst>
          </p:cNvPr>
          <p:cNvSpPr>
            <a:spLocks noGrp="1"/>
          </p:cNvSpPr>
          <p:nvPr>
            <p:ph type="ctrTitle"/>
          </p:nvPr>
        </p:nvSpPr>
        <p:spPr/>
        <p:txBody>
          <a:bodyPr/>
          <a:lstStyle/>
          <a:p>
            <a:r>
              <a:rPr lang="en-IN" dirty="0"/>
              <a:t>Section Title</a:t>
            </a:r>
            <a:endParaRPr lang="en-AU" dirty="0"/>
          </a:p>
        </p:txBody>
      </p:sp>
      <p:sp>
        <p:nvSpPr>
          <p:cNvPr id="9" name="Text Placeholder 8">
            <a:extLst>
              <a:ext uri="{FF2B5EF4-FFF2-40B4-BE49-F238E27FC236}">
                <a16:creationId xmlns:a16="http://schemas.microsoft.com/office/drawing/2014/main" id="{D7E95F11-2CD1-4CE3-68E5-3D3B961710D3}"/>
              </a:ext>
            </a:extLst>
          </p:cNvPr>
          <p:cNvSpPr>
            <a:spLocks noGrp="1"/>
          </p:cNvSpPr>
          <p:nvPr>
            <p:ph type="body" sz="quarter" idx="14"/>
          </p:nvPr>
        </p:nvSpPr>
        <p:spPr/>
        <p:txBody>
          <a:bodyPr/>
          <a:lstStyle/>
          <a:p>
            <a:r>
              <a:rPr lang="en-IN" dirty="0"/>
              <a:t>01</a:t>
            </a:r>
            <a:endParaRPr lang="en-AU" dirty="0"/>
          </a:p>
        </p:txBody>
      </p:sp>
    </p:spTree>
    <p:extLst>
      <p:ext uri="{BB962C8B-B14F-4D97-AF65-F5344CB8AC3E}">
        <p14:creationId xmlns:p14="http://schemas.microsoft.com/office/powerpoint/2010/main" val="22140455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1F3746-703B-2ECB-69CB-F05DE8A38EB3}"/>
            </a:ext>
          </a:extLst>
        </p:cNvPr>
        <p:cNvGrpSpPr/>
        <p:nvPr/>
      </p:nvGrpSpPr>
      <p:grpSpPr>
        <a:xfrm>
          <a:off x="0" y="0"/>
          <a:ext cx="0" cy="0"/>
          <a:chOff x="0" y="0"/>
          <a:chExt cx="0" cy="0"/>
        </a:xfrm>
      </p:grpSpPr>
      <p:pic>
        <p:nvPicPr>
          <p:cNvPr id="14" name="Picture Placeholder 13" descr="A group of people working on laptops&#10;&#10;Description automatically generated">
            <a:extLst>
              <a:ext uri="{FF2B5EF4-FFF2-40B4-BE49-F238E27FC236}">
                <a16:creationId xmlns:a16="http://schemas.microsoft.com/office/drawing/2014/main" id="{402D33F8-7FA7-B2B2-C6C5-A304C14ED79F}"/>
              </a:ext>
            </a:extLst>
          </p:cNvPr>
          <p:cNvPicPr>
            <a:picLocks noGrp="1" noChangeAspect="1"/>
          </p:cNvPicPr>
          <p:nvPr>
            <p:ph type="pic" sz="quarter" idx="13"/>
          </p:nvPr>
        </p:nvPicPr>
        <p:blipFill>
          <a:blip r:embed="rId2"/>
          <a:srcRect l="15877" r="15877"/>
          <a:stretch/>
        </p:blipFill>
        <p:spPr>
          <a:xfrm>
            <a:off x="4546600" y="-13971"/>
            <a:ext cx="4597876" cy="4490879"/>
          </a:xfrm>
        </p:spPr>
      </p:pic>
      <p:sp>
        <p:nvSpPr>
          <p:cNvPr id="3" name="Title 2">
            <a:extLst>
              <a:ext uri="{FF2B5EF4-FFF2-40B4-BE49-F238E27FC236}">
                <a16:creationId xmlns:a16="http://schemas.microsoft.com/office/drawing/2014/main" id="{B62245B7-FD35-D9AE-C613-A4B6758AA4C0}"/>
              </a:ext>
            </a:extLst>
          </p:cNvPr>
          <p:cNvSpPr>
            <a:spLocks noGrp="1"/>
          </p:cNvSpPr>
          <p:nvPr>
            <p:ph type="ctrTitle"/>
          </p:nvPr>
        </p:nvSpPr>
        <p:spPr>
          <a:xfrm>
            <a:off x="311708" y="2197678"/>
            <a:ext cx="3457652" cy="516890"/>
          </a:xfrm>
        </p:spPr>
        <p:txBody>
          <a:bodyPr/>
          <a:lstStyle/>
          <a:p>
            <a:r>
              <a:rPr lang="en-IN" dirty="0"/>
              <a:t>Section Title</a:t>
            </a:r>
            <a:endParaRPr lang="en-AU" dirty="0"/>
          </a:p>
        </p:txBody>
      </p:sp>
      <p:sp>
        <p:nvSpPr>
          <p:cNvPr id="4" name="Text Placeholder 3">
            <a:extLst>
              <a:ext uri="{FF2B5EF4-FFF2-40B4-BE49-F238E27FC236}">
                <a16:creationId xmlns:a16="http://schemas.microsoft.com/office/drawing/2014/main" id="{D1929BB1-BEE1-2E50-0B4A-201114621913}"/>
              </a:ext>
            </a:extLst>
          </p:cNvPr>
          <p:cNvSpPr>
            <a:spLocks noGrp="1"/>
          </p:cNvSpPr>
          <p:nvPr>
            <p:ph type="body" sz="quarter" idx="14"/>
          </p:nvPr>
        </p:nvSpPr>
        <p:spPr>
          <a:xfrm>
            <a:off x="379413" y="1489710"/>
            <a:ext cx="1322387" cy="516890"/>
          </a:xfrm>
        </p:spPr>
        <p:txBody>
          <a:bodyPr/>
          <a:lstStyle/>
          <a:p>
            <a:r>
              <a:rPr lang="en-IN" dirty="0"/>
              <a:t>01</a:t>
            </a:r>
            <a:endParaRPr lang="en-AU" dirty="0"/>
          </a:p>
        </p:txBody>
      </p:sp>
    </p:spTree>
    <p:extLst>
      <p:ext uri="{BB962C8B-B14F-4D97-AF65-F5344CB8AC3E}">
        <p14:creationId xmlns:p14="http://schemas.microsoft.com/office/powerpoint/2010/main" val="36339730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Placeholder 21" descr="A person sitting on the floor with her hands on a virtual reality device&#10;&#10;Description automatically generated">
            <a:extLst>
              <a:ext uri="{FF2B5EF4-FFF2-40B4-BE49-F238E27FC236}">
                <a16:creationId xmlns:a16="http://schemas.microsoft.com/office/drawing/2014/main" id="{1D277FA7-56D8-F1E3-166C-B28227D6A5BE}"/>
              </a:ext>
            </a:extLst>
          </p:cNvPr>
          <p:cNvPicPr>
            <a:picLocks noGrp="1" noChangeAspect="1"/>
          </p:cNvPicPr>
          <p:nvPr>
            <p:ph type="pic" sz="quarter" idx="13"/>
          </p:nvPr>
        </p:nvPicPr>
        <p:blipFill>
          <a:blip r:embed="rId2" cstate="print">
            <a:extLst>
              <a:ext uri="{28A0092B-C50C-407E-A947-70E740481C1C}">
                <a14:useLocalDpi xmlns:a14="http://schemas.microsoft.com/office/drawing/2010/main"/>
              </a:ext>
            </a:extLst>
          </a:blip>
          <a:srcRect t="27" b="27"/>
          <a:stretch/>
        </p:blipFill>
        <p:spPr>
          <a:xfrm>
            <a:off x="4546600" y="-14288"/>
            <a:ext cx="4597400" cy="4491038"/>
          </a:xfrm>
        </p:spPr>
      </p:pic>
      <p:sp>
        <p:nvSpPr>
          <p:cNvPr id="3" name="Title 2">
            <a:extLst>
              <a:ext uri="{FF2B5EF4-FFF2-40B4-BE49-F238E27FC236}">
                <a16:creationId xmlns:a16="http://schemas.microsoft.com/office/drawing/2014/main" id="{D252810B-267E-35F9-A5BE-656753F2C8D1}"/>
              </a:ext>
            </a:extLst>
          </p:cNvPr>
          <p:cNvSpPr>
            <a:spLocks noGrp="1"/>
          </p:cNvSpPr>
          <p:nvPr>
            <p:ph type="ctrTitle"/>
          </p:nvPr>
        </p:nvSpPr>
        <p:spPr>
          <a:xfrm>
            <a:off x="311708" y="2197678"/>
            <a:ext cx="3457652" cy="516890"/>
          </a:xfrm>
        </p:spPr>
        <p:txBody>
          <a:bodyPr/>
          <a:lstStyle/>
          <a:p>
            <a:r>
              <a:rPr lang="en-IN" dirty="0"/>
              <a:t>Section Title</a:t>
            </a:r>
            <a:endParaRPr lang="en-AU" dirty="0"/>
          </a:p>
        </p:txBody>
      </p:sp>
      <p:sp>
        <p:nvSpPr>
          <p:cNvPr id="4" name="Text Placeholder 3">
            <a:extLst>
              <a:ext uri="{FF2B5EF4-FFF2-40B4-BE49-F238E27FC236}">
                <a16:creationId xmlns:a16="http://schemas.microsoft.com/office/drawing/2014/main" id="{919B6C01-3A6F-9F58-9F35-335BE783F7BB}"/>
              </a:ext>
            </a:extLst>
          </p:cNvPr>
          <p:cNvSpPr>
            <a:spLocks noGrp="1"/>
          </p:cNvSpPr>
          <p:nvPr>
            <p:ph type="body" sz="quarter" idx="14"/>
          </p:nvPr>
        </p:nvSpPr>
        <p:spPr>
          <a:xfrm>
            <a:off x="379413" y="1489710"/>
            <a:ext cx="1322387" cy="516890"/>
          </a:xfrm>
        </p:spPr>
        <p:txBody>
          <a:bodyPr/>
          <a:lstStyle/>
          <a:p>
            <a:r>
              <a:rPr lang="en-IN" dirty="0"/>
              <a:t>01</a:t>
            </a:r>
            <a:endParaRPr lang="en-AU" dirty="0"/>
          </a:p>
        </p:txBody>
      </p:sp>
    </p:spTree>
    <p:extLst>
      <p:ext uri="{BB962C8B-B14F-4D97-AF65-F5344CB8AC3E}">
        <p14:creationId xmlns:p14="http://schemas.microsoft.com/office/powerpoint/2010/main" val="5544668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Placeholder 5" descr="A group of people looking at their phones&#10;&#10;Description automatically generated">
            <a:extLst>
              <a:ext uri="{FF2B5EF4-FFF2-40B4-BE49-F238E27FC236}">
                <a16:creationId xmlns:a16="http://schemas.microsoft.com/office/drawing/2014/main" id="{DAFEE9D3-7EAD-78FF-DF4E-696AFEC81947}"/>
              </a:ext>
            </a:extLst>
          </p:cNvPr>
          <p:cNvPicPr>
            <a:picLocks noGrp="1" noChangeAspect="1"/>
          </p:cNvPicPr>
          <p:nvPr>
            <p:ph type="pic" sz="quarter" idx="13"/>
          </p:nvPr>
        </p:nvPicPr>
        <p:blipFill>
          <a:blip r:embed="rId2" cstate="print">
            <a:extLst>
              <a:ext uri="{28A0092B-C50C-407E-A947-70E740481C1C}">
                <a14:useLocalDpi xmlns:a14="http://schemas.microsoft.com/office/drawing/2010/main"/>
              </a:ext>
            </a:extLst>
          </a:blip>
          <a:srcRect t="60" b="60"/>
          <a:stretch>
            <a:fillRect/>
          </a:stretch>
        </p:blipFill>
        <p:spPr>
          <a:xfrm>
            <a:off x="-7938" y="-1588"/>
            <a:ext cx="9151938" cy="4462463"/>
          </a:xfrm>
        </p:spPr>
      </p:pic>
      <p:sp>
        <p:nvSpPr>
          <p:cNvPr id="2" name="Title 1">
            <a:extLst>
              <a:ext uri="{FF2B5EF4-FFF2-40B4-BE49-F238E27FC236}">
                <a16:creationId xmlns:a16="http://schemas.microsoft.com/office/drawing/2014/main" id="{7B8F493A-CEEB-63BF-DDDC-D33FBA7C4B69}"/>
              </a:ext>
            </a:extLst>
          </p:cNvPr>
          <p:cNvSpPr>
            <a:spLocks noGrp="1"/>
          </p:cNvSpPr>
          <p:nvPr>
            <p:ph type="ctrTitle"/>
          </p:nvPr>
        </p:nvSpPr>
        <p:spPr>
          <a:xfrm>
            <a:off x="311708" y="2197678"/>
            <a:ext cx="3457652" cy="516890"/>
          </a:xfrm>
        </p:spPr>
        <p:txBody>
          <a:bodyPr/>
          <a:lstStyle/>
          <a:p>
            <a:r>
              <a:rPr lang="en-IN" dirty="0"/>
              <a:t>Section Title</a:t>
            </a:r>
            <a:endParaRPr lang="en-AU" dirty="0"/>
          </a:p>
        </p:txBody>
      </p:sp>
      <p:sp>
        <p:nvSpPr>
          <p:cNvPr id="3" name="Text Placeholder 2">
            <a:extLst>
              <a:ext uri="{FF2B5EF4-FFF2-40B4-BE49-F238E27FC236}">
                <a16:creationId xmlns:a16="http://schemas.microsoft.com/office/drawing/2014/main" id="{0820FA7B-C2AC-02F5-413D-30C742F931A0}"/>
              </a:ext>
            </a:extLst>
          </p:cNvPr>
          <p:cNvSpPr>
            <a:spLocks noGrp="1"/>
          </p:cNvSpPr>
          <p:nvPr>
            <p:ph type="body" sz="quarter" idx="14"/>
          </p:nvPr>
        </p:nvSpPr>
        <p:spPr>
          <a:xfrm>
            <a:off x="379413" y="1489710"/>
            <a:ext cx="1322387" cy="516890"/>
          </a:xfrm>
        </p:spPr>
        <p:txBody>
          <a:bodyPr/>
          <a:lstStyle/>
          <a:p>
            <a:r>
              <a:rPr lang="en-IN" dirty="0"/>
              <a:t>01</a:t>
            </a:r>
            <a:endParaRPr lang="en-AU" dirty="0"/>
          </a:p>
        </p:txBody>
      </p:sp>
    </p:spTree>
    <p:extLst>
      <p:ext uri="{BB962C8B-B14F-4D97-AF65-F5344CB8AC3E}">
        <p14:creationId xmlns:p14="http://schemas.microsoft.com/office/powerpoint/2010/main" val="41832778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92995-3599-B58B-10AE-4ED1A172B07C}"/>
              </a:ext>
            </a:extLst>
          </p:cNvPr>
          <p:cNvSpPr>
            <a:spLocks noGrp="1"/>
          </p:cNvSpPr>
          <p:nvPr>
            <p:ph type="ctrTitle"/>
          </p:nvPr>
        </p:nvSpPr>
        <p:spPr/>
        <p:txBody>
          <a:bodyPr/>
          <a:lstStyle/>
          <a:p>
            <a:r>
              <a:rPr lang="en-AU" dirty="0"/>
              <a:t>Thank You</a:t>
            </a:r>
          </a:p>
        </p:txBody>
      </p:sp>
      <p:sp>
        <p:nvSpPr>
          <p:cNvPr id="5" name="Oval 4">
            <a:hlinkClick r:id="rId2"/>
            <a:extLst>
              <a:ext uri="{FF2B5EF4-FFF2-40B4-BE49-F238E27FC236}">
                <a16:creationId xmlns:a16="http://schemas.microsoft.com/office/drawing/2014/main" id="{D6D203C4-B63B-C608-E66A-1FEF6FB0EDAB}"/>
              </a:ext>
            </a:extLst>
          </p:cNvPr>
          <p:cNvSpPr/>
          <p:nvPr/>
        </p:nvSpPr>
        <p:spPr>
          <a:xfrm>
            <a:off x="311708" y="4572000"/>
            <a:ext cx="261729" cy="261729"/>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hlinkClick r:id="rId3"/>
            <a:extLst>
              <a:ext uri="{FF2B5EF4-FFF2-40B4-BE49-F238E27FC236}">
                <a16:creationId xmlns:a16="http://schemas.microsoft.com/office/drawing/2014/main" id="{B96D3E27-390D-B560-C4B2-1A8C0BE2EF87}"/>
              </a:ext>
            </a:extLst>
          </p:cNvPr>
          <p:cNvSpPr/>
          <p:nvPr/>
        </p:nvSpPr>
        <p:spPr>
          <a:xfrm>
            <a:off x="722413" y="4572000"/>
            <a:ext cx="261729" cy="261729"/>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hlinkClick r:id="rId4"/>
            <a:extLst>
              <a:ext uri="{FF2B5EF4-FFF2-40B4-BE49-F238E27FC236}">
                <a16:creationId xmlns:a16="http://schemas.microsoft.com/office/drawing/2014/main" id="{E0F679F1-77C9-35F0-1CC2-15AF0D9B7E64}"/>
              </a:ext>
            </a:extLst>
          </p:cNvPr>
          <p:cNvSpPr/>
          <p:nvPr/>
        </p:nvSpPr>
        <p:spPr>
          <a:xfrm>
            <a:off x="1117620" y="4572000"/>
            <a:ext cx="261729" cy="261729"/>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271213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E8D94F-95CD-F47A-5487-95469FA1C54A}"/>
              </a:ext>
            </a:extLst>
          </p:cNvPr>
          <p:cNvSpPr>
            <a:spLocks noGrp="1"/>
          </p:cNvSpPr>
          <p:nvPr>
            <p:ph type="ctrTitle"/>
          </p:nvPr>
        </p:nvSpPr>
        <p:spPr>
          <a:xfrm>
            <a:off x="311708" y="2197678"/>
            <a:ext cx="3457652" cy="516890"/>
          </a:xfrm>
        </p:spPr>
        <p:txBody>
          <a:bodyPr/>
          <a:lstStyle/>
          <a:p>
            <a:r>
              <a:rPr lang="en-AU" dirty="0"/>
              <a:t>Thank You</a:t>
            </a:r>
          </a:p>
        </p:txBody>
      </p:sp>
      <p:sp>
        <p:nvSpPr>
          <p:cNvPr id="3" name="Oval 2">
            <a:hlinkClick r:id="rId2"/>
            <a:extLst>
              <a:ext uri="{FF2B5EF4-FFF2-40B4-BE49-F238E27FC236}">
                <a16:creationId xmlns:a16="http://schemas.microsoft.com/office/drawing/2014/main" id="{47924DC7-A9BF-A836-AE0E-CECD96C7BD62}"/>
              </a:ext>
            </a:extLst>
          </p:cNvPr>
          <p:cNvSpPr/>
          <p:nvPr/>
        </p:nvSpPr>
        <p:spPr>
          <a:xfrm>
            <a:off x="311708" y="4572000"/>
            <a:ext cx="261729" cy="261729"/>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hlinkClick r:id="rId3"/>
            <a:extLst>
              <a:ext uri="{FF2B5EF4-FFF2-40B4-BE49-F238E27FC236}">
                <a16:creationId xmlns:a16="http://schemas.microsoft.com/office/drawing/2014/main" id="{51C9BF58-9687-A725-A347-1C95FC2124FF}"/>
              </a:ext>
            </a:extLst>
          </p:cNvPr>
          <p:cNvSpPr/>
          <p:nvPr/>
        </p:nvSpPr>
        <p:spPr>
          <a:xfrm>
            <a:off x="722413" y="4572000"/>
            <a:ext cx="261729" cy="261729"/>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hlinkClick r:id="rId4"/>
            <a:extLst>
              <a:ext uri="{FF2B5EF4-FFF2-40B4-BE49-F238E27FC236}">
                <a16:creationId xmlns:a16="http://schemas.microsoft.com/office/drawing/2014/main" id="{9288A050-7297-F9B9-6696-86263612B72F}"/>
              </a:ext>
            </a:extLst>
          </p:cNvPr>
          <p:cNvSpPr/>
          <p:nvPr/>
        </p:nvSpPr>
        <p:spPr>
          <a:xfrm>
            <a:off x="1117620" y="4572000"/>
            <a:ext cx="261729" cy="261729"/>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924960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Placeholder 20" descr="A person sitting on the floor with a computer&#10;&#10;Description automatically generated">
            <a:extLst>
              <a:ext uri="{FF2B5EF4-FFF2-40B4-BE49-F238E27FC236}">
                <a16:creationId xmlns:a16="http://schemas.microsoft.com/office/drawing/2014/main" id="{5EFE7AF6-078F-D84C-0CE9-CD1B4F8C7FCA}"/>
              </a:ext>
            </a:extLst>
          </p:cNvPr>
          <p:cNvPicPr>
            <a:picLocks noGrp="1" noChangeAspect="1"/>
          </p:cNvPicPr>
          <p:nvPr>
            <p:ph type="pic" sz="quarter" idx="13"/>
          </p:nvPr>
        </p:nvPicPr>
        <p:blipFill>
          <a:blip r:embed="rId2" cstate="print">
            <a:extLst>
              <a:ext uri="{28A0092B-C50C-407E-A947-70E740481C1C}">
                <a14:useLocalDpi xmlns:a14="http://schemas.microsoft.com/office/drawing/2010/main"/>
              </a:ext>
            </a:extLst>
          </a:blip>
          <a:srcRect l="29" r="29"/>
          <a:stretch/>
        </p:blipFill>
        <p:spPr/>
      </p:pic>
      <p:sp>
        <p:nvSpPr>
          <p:cNvPr id="7" name="Title 6">
            <a:extLst>
              <a:ext uri="{FF2B5EF4-FFF2-40B4-BE49-F238E27FC236}">
                <a16:creationId xmlns:a16="http://schemas.microsoft.com/office/drawing/2014/main" id="{D50A2D6D-F201-74ED-B5F2-1C5CC176B07E}"/>
              </a:ext>
            </a:extLst>
          </p:cNvPr>
          <p:cNvSpPr>
            <a:spLocks noGrp="1"/>
          </p:cNvSpPr>
          <p:nvPr>
            <p:ph type="ctrTitle"/>
          </p:nvPr>
        </p:nvSpPr>
        <p:spPr/>
        <p:txBody>
          <a:bodyPr/>
          <a:lstStyle/>
          <a:p>
            <a:r>
              <a:rPr lang="en-IN"/>
              <a:t>Thank You</a:t>
            </a:r>
            <a:endParaRPr lang="en-AU" dirty="0"/>
          </a:p>
        </p:txBody>
      </p:sp>
      <p:sp>
        <p:nvSpPr>
          <p:cNvPr id="2" name="Oval 1">
            <a:hlinkClick r:id="rId3"/>
            <a:extLst>
              <a:ext uri="{FF2B5EF4-FFF2-40B4-BE49-F238E27FC236}">
                <a16:creationId xmlns:a16="http://schemas.microsoft.com/office/drawing/2014/main" id="{8E20E08A-1D7F-785F-11CF-6F89BF020FFA}"/>
              </a:ext>
            </a:extLst>
          </p:cNvPr>
          <p:cNvSpPr/>
          <p:nvPr/>
        </p:nvSpPr>
        <p:spPr>
          <a:xfrm>
            <a:off x="311708" y="4572000"/>
            <a:ext cx="261729" cy="261729"/>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hlinkClick r:id="rId4"/>
            <a:extLst>
              <a:ext uri="{FF2B5EF4-FFF2-40B4-BE49-F238E27FC236}">
                <a16:creationId xmlns:a16="http://schemas.microsoft.com/office/drawing/2014/main" id="{A32CB1F0-9B94-5164-1295-7F7C97F608FC}"/>
              </a:ext>
            </a:extLst>
          </p:cNvPr>
          <p:cNvSpPr/>
          <p:nvPr/>
        </p:nvSpPr>
        <p:spPr>
          <a:xfrm>
            <a:off x="722413" y="4572000"/>
            <a:ext cx="261729" cy="261729"/>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hlinkClick r:id="rId5"/>
            <a:extLst>
              <a:ext uri="{FF2B5EF4-FFF2-40B4-BE49-F238E27FC236}">
                <a16:creationId xmlns:a16="http://schemas.microsoft.com/office/drawing/2014/main" id="{82DA758D-1BC7-2697-BED0-E7041EF4E168}"/>
              </a:ext>
            </a:extLst>
          </p:cNvPr>
          <p:cNvSpPr/>
          <p:nvPr/>
        </p:nvSpPr>
        <p:spPr>
          <a:xfrm>
            <a:off x="1117620" y="4572000"/>
            <a:ext cx="261729" cy="261729"/>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C51D0195-291C-AD01-D2A1-34C250861004}"/>
              </a:ext>
            </a:extLst>
          </p:cNvPr>
          <p:cNvSpPr txBox="1"/>
          <p:nvPr/>
        </p:nvSpPr>
        <p:spPr>
          <a:xfrm>
            <a:off x="7464222" y="1251107"/>
            <a:ext cx="1531996" cy="2862322"/>
          </a:xfrm>
          <a:prstGeom prst="rect">
            <a:avLst/>
          </a:prstGeom>
          <a:noFill/>
        </p:spPr>
        <p:txBody>
          <a:bodyPr wrap="square">
            <a:spAutoFit/>
          </a:bodyPr>
          <a:lstStyle/>
          <a:p>
            <a:r>
              <a:rPr lang="en-US" sz="900" dirty="0">
                <a:latin typeface="Verdana" panose="020B0604030504040204" pitchFamily="34" charset="0"/>
                <a:ea typeface="Verdana" panose="020B0604030504040204" pitchFamily="34" charset="0"/>
              </a:rPr>
              <a:t>Ascendion provides digital engineering services that power growth and deliver captivating experiences to consumers and employees. Our applied AI, engineering, cloud, data, experience design, and talent transformation capabilities accelerate innovation for Global 2000 clients. Headquartered in New Jersey, our workforce delivers solutions from around the globe. </a:t>
            </a:r>
          </a:p>
        </p:txBody>
      </p:sp>
    </p:spTree>
    <p:extLst>
      <p:ext uri="{BB962C8B-B14F-4D97-AF65-F5344CB8AC3E}">
        <p14:creationId xmlns:p14="http://schemas.microsoft.com/office/powerpoint/2010/main" val="21978808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4E480-FD6D-0E62-7716-CFD0D369EC2D}"/>
            </a:ext>
          </a:extLst>
        </p:cNvPr>
        <p:cNvGrpSpPr/>
        <p:nvPr/>
      </p:nvGrpSpPr>
      <p:grpSpPr>
        <a:xfrm>
          <a:off x="0" y="0"/>
          <a:ext cx="0" cy="0"/>
          <a:chOff x="0" y="0"/>
          <a:chExt cx="0" cy="0"/>
        </a:xfrm>
      </p:grpSpPr>
      <p:pic>
        <p:nvPicPr>
          <p:cNvPr id="6" name="Picture Placeholder 5" descr="A person wearing a colorful shirt and goggles&#10;&#10;Description automatically generated">
            <a:extLst>
              <a:ext uri="{FF2B5EF4-FFF2-40B4-BE49-F238E27FC236}">
                <a16:creationId xmlns:a16="http://schemas.microsoft.com/office/drawing/2014/main" id="{AF31254B-6902-F051-B559-9EF11515B7BB}"/>
              </a:ext>
            </a:extLst>
          </p:cNvPr>
          <p:cNvPicPr>
            <a:picLocks noGrp="1" noChangeAspect="1"/>
          </p:cNvPicPr>
          <p:nvPr>
            <p:ph type="pic" sz="quarter" idx="13"/>
          </p:nvPr>
        </p:nvPicPr>
        <p:blipFill>
          <a:blip r:embed="rId2"/>
          <a:srcRect t="6620" b="6620"/>
          <a:stretch/>
        </p:blipFill>
        <p:spPr/>
      </p:pic>
      <p:sp>
        <p:nvSpPr>
          <p:cNvPr id="20" name="TextBox 19">
            <a:extLst>
              <a:ext uri="{FF2B5EF4-FFF2-40B4-BE49-F238E27FC236}">
                <a16:creationId xmlns:a16="http://schemas.microsoft.com/office/drawing/2014/main" id="{BAB52D6B-9E6B-1D45-0608-534F89AAEA68}"/>
              </a:ext>
            </a:extLst>
          </p:cNvPr>
          <p:cNvSpPr txBox="1"/>
          <p:nvPr/>
        </p:nvSpPr>
        <p:spPr>
          <a:xfrm>
            <a:off x="7464222" y="1251107"/>
            <a:ext cx="1531996" cy="2862322"/>
          </a:xfrm>
          <a:prstGeom prst="rect">
            <a:avLst/>
          </a:prstGeom>
          <a:noFill/>
        </p:spPr>
        <p:txBody>
          <a:bodyPr wrap="square">
            <a:spAutoFit/>
          </a:bodyPr>
          <a:lstStyle/>
          <a:p>
            <a:r>
              <a:rPr lang="en-US" sz="900" dirty="0">
                <a:solidFill>
                  <a:schemeClr val="bg1"/>
                </a:solidFill>
                <a:latin typeface="Verdana" panose="020B0604030504040204" pitchFamily="34" charset="0"/>
                <a:ea typeface="Verdana" panose="020B0604030504040204" pitchFamily="34" charset="0"/>
              </a:rPr>
              <a:t>Ascendion provides digital engineering services that power growth and deliver captivating experiences to consumers and employees. Our applied AI, engineering, cloud, data, experience design, and talent transformation capabilities accelerate innovation for Global 2000 clients. Headquartered in New Jersey, our workforce delivers solutions from around the globe. </a:t>
            </a:r>
          </a:p>
        </p:txBody>
      </p:sp>
      <p:sp>
        <p:nvSpPr>
          <p:cNvPr id="7" name="Title 6">
            <a:extLst>
              <a:ext uri="{FF2B5EF4-FFF2-40B4-BE49-F238E27FC236}">
                <a16:creationId xmlns:a16="http://schemas.microsoft.com/office/drawing/2014/main" id="{7EBD8BBD-FB35-D78D-6E58-8C875E9F9C93}"/>
              </a:ext>
            </a:extLst>
          </p:cNvPr>
          <p:cNvSpPr>
            <a:spLocks noGrp="1"/>
          </p:cNvSpPr>
          <p:nvPr>
            <p:ph type="ctrTitle"/>
          </p:nvPr>
        </p:nvSpPr>
        <p:spPr/>
        <p:txBody>
          <a:bodyPr/>
          <a:lstStyle/>
          <a:p>
            <a:r>
              <a:rPr lang="en-IN" dirty="0"/>
              <a:t>Thank You</a:t>
            </a:r>
            <a:endParaRPr lang="en-AU" dirty="0"/>
          </a:p>
        </p:txBody>
      </p:sp>
      <p:sp>
        <p:nvSpPr>
          <p:cNvPr id="2" name="Oval 1">
            <a:hlinkClick r:id="rId3"/>
            <a:extLst>
              <a:ext uri="{FF2B5EF4-FFF2-40B4-BE49-F238E27FC236}">
                <a16:creationId xmlns:a16="http://schemas.microsoft.com/office/drawing/2014/main" id="{76E23323-E7B9-42B8-FF34-AA22993875A9}"/>
              </a:ext>
            </a:extLst>
          </p:cNvPr>
          <p:cNvSpPr/>
          <p:nvPr/>
        </p:nvSpPr>
        <p:spPr>
          <a:xfrm>
            <a:off x="311708" y="4572000"/>
            <a:ext cx="261729" cy="261729"/>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hlinkClick r:id="rId4"/>
            <a:extLst>
              <a:ext uri="{FF2B5EF4-FFF2-40B4-BE49-F238E27FC236}">
                <a16:creationId xmlns:a16="http://schemas.microsoft.com/office/drawing/2014/main" id="{0AB4E999-FA0C-530C-CD68-3F29CD5975EE}"/>
              </a:ext>
            </a:extLst>
          </p:cNvPr>
          <p:cNvSpPr/>
          <p:nvPr/>
        </p:nvSpPr>
        <p:spPr>
          <a:xfrm>
            <a:off x="722413" y="4572000"/>
            <a:ext cx="261729" cy="261729"/>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hlinkClick r:id="rId5"/>
            <a:extLst>
              <a:ext uri="{FF2B5EF4-FFF2-40B4-BE49-F238E27FC236}">
                <a16:creationId xmlns:a16="http://schemas.microsoft.com/office/drawing/2014/main" id="{E31F642C-85B4-C86C-0674-E74B784CB9BD}"/>
              </a:ext>
            </a:extLst>
          </p:cNvPr>
          <p:cNvSpPr/>
          <p:nvPr/>
        </p:nvSpPr>
        <p:spPr>
          <a:xfrm>
            <a:off x="1117620" y="4572000"/>
            <a:ext cx="261729" cy="261729"/>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071236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849230-F9F1-C007-9768-26630A3C6188}"/>
              </a:ext>
            </a:extLst>
          </p:cNvPr>
          <p:cNvSpPr>
            <a:spLocks noGrp="1"/>
          </p:cNvSpPr>
          <p:nvPr>
            <p:ph type="ctrTitle"/>
          </p:nvPr>
        </p:nvSpPr>
        <p:spPr/>
        <p:txBody>
          <a:bodyPr/>
          <a:lstStyle/>
          <a:p>
            <a:r>
              <a:rPr lang="en-AU" dirty="0"/>
              <a:t>Thank You</a:t>
            </a:r>
          </a:p>
        </p:txBody>
      </p:sp>
      <p:pic>
        <p:nvPicPr>
          <p:cNvPr id="6" name="Picture Placeholder 5" descr="A person walking in a hallway&#10;&#10;Description automatically generated">
            <a:extLst>
              <a:ext uri="{FF2B5EF4-FFF2-40B4-BE49-F238E27FC236}">
                <a16:creationId xmlns:a16="http://schemas.microsoft.com/office/drawing/2014/main" id="{30281FF1-99D1-8AB2-4E19-25056CE68A40}"/>
              </a:ext>
            </a:extLst>
          </p:cNvPr>
          <p:cNvPicPr>
            <a:picLocks noGrp="1" noChangeAspect="1"/>
          </p:cNvPicPr>
          <p:nvPr>
            <p:ph type="pic" sz="quarter" idx="13"/>
          </p:nvPr>
        </p:nvPicPr>
        <p:blipFill>
          <a:blip r:embed="rId2"/>
          <a:srcRect t="16991" b="16991"/>
          <a:stretch>
            <a:fillRect/>
          </a:stretch>
        </p:blipFill>
        <p:spPr/>
      </p:pic>
      <p:sp>
        <p:nvSpPr>
          <p:cNvPr id="3" name="Oval 2">
            <a:hlinkClick r:id="rId3"/>
            <a:extLst>
              <a:ext uri="{FF2B5EF4-FFF2-40B4-BE49-F238E27FC236}">
                <a16:creationId xmlns:a16="http://schemas.microsoft.com/office/drawing/2014/main" id="{A1A40640-F59A-3805-22F5-EBA8F22843A1}"/>
              </a:ext>
            </a:extLst>
          </p:cNvPr>
          <p:cNvSpPr/>
          <p:nvPr/>
        </p:nvSpPr>
        <p:spPr>
          <a:xfrm>
            <a:off x="311708" y="4293031"/>
            <a:ext cx="269478" cy="269478"/>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hlinkClick r:id="rId4"/>
            <a:extLst>
              <a:ext uri="{FF2B5EF4-FFF2-40B4-BE49-F238E27FC236}">
                <a16:creationId xmlns:a16="http://schemas.microsoft.com/office/drawing/2014/main" id="{F899E382-EF75-E81F-1244-ABC4B89A4C73}"/>
              </a:ext>
            </a:extLst>
          </p:cNvPr>
          <p:cNvSpPr/>
          <p:nvPr/>
        </p:nvSpPr>
        <p:spPr>
          <a:xfrm>
            <a:off x="724813" y="4293031"/>
            <a:ext cx="269478" cy="269478"/>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hlinkClick r:id="rId5"/>
            <a:extLst>
              <a:ext uri="{FF2B5EF4-FFF2-40B4-BE49-F238E27FC236}">
                <a16:creationId xmlns:a16="http://schemas.microsoft.com/office/drawing/2014/main" id="{3B305E8D-8B36-6562-A2E0-AEE3F4DFE4DA}"/>
              </a:ext>
            </a:extLst>
          </p:cNvPr>
          <p:cNvSpPr/>
          <p:nvPr/>
        </p:nvSpPr>
        <p:spPr>
          <a:xfrm>
            <a:off x="1100785" y="4293031"/>
            <a:ext cx="269478" cy="269478"/>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hlinkClick r:id="rId3"/>
            <a:extLst>
              <a:ext uri="{FF2B5EF4-FFF2-40B4-BE49-F238E27FC236}">
                <a16:creationId xmlns:a16="http://schemas.microsoft.com/office/drawing/2014/main" id="{33BB5875-6428-F910-BA64-4F21E7EDB4DC}"/>
              </a:ext>
            </a:extLst>
          </p:cNvPr>
          <p:cNvSpPr/>
          <p:nvPr/>
        </p:nvSpPr>
        <p:spPr>
          <a:xfrm>
            <a:off x="310371" y="4285282"/>
            <a:ext cx="261729" cy="261729"/>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hlinkClick r:id="rId4"/>
            <a:extLst>
              <a:ext uri="{FF2B5EF4-FFF2-40B4-BE49-F238E27FC236}">
                <a16:creationId xmlns:a16="http://schemas.microsoft.com/office/drawing/2014/main" id="{9A02E432-1D93-68B6-D55F-AADB267FA65D}"/>
              </a:ext>
            </a:extLst>
          </p:cNvPr>
          <p:cNvSpPr/>
          <p:nvPr/>
        </p:nvSpPr>
        <p:spPr>
          <a:xfrm>
            <a:off x="721076" y="4285282"/>
            <a:ext cx="261729" cy="261729"/>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hlinkClick r:id="rId5"/>
            <a:extLst>
              <a:ext uri="{FF2B5EF4-FFF2-40B4-BE49-F238E27FC236}">
                <a16:creationId xmlns:a16="http://schemas.microsoft.com/office/drawing/2014/main" id="{E9D7E0BD-FDA8-9785-F871-260D43656552}"/>
              </a:ext>
            </a:extLst>
          </p:cNvPr>
          <p:cNvSpPr/>
          <p:nvPr/>
        </p:nvSpPr>
        <p:spPr>
          <a:xfrm>
            <a:off x="1116283" y="4285282"/>
            <a:ext cx="261729" cy="261729"/>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062119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itle 24">
            <a:extLst>
              <a:ext uri="{FF2B5EF4-FFF2-40B4-BE49-F238E27FC236}">
                <a16:creationId xmlns:a16="http://schemas.microsoft.com/office/drawing/2014/main" id="{12DADCF3-AC74-B93F-8420-FCDE3D0709D9}"/>
              </a:ext>
            </a:extLst>
          </p:cNvPr>
          <p:cNvSpPr>
            <a:spLocks noGrp="1"/>
          </p:cNvSpPr>
          <p:nvPr>
            <p:ph type="ctrTitle"/>
          </p:nvPr>
        </p:nvSpPr>
        <p:spPr/>
        <p:txBody>
          <a:bodyPr/>
          <a:lstStyle/>
          <a:p>
            <a:endParaRPr lang="en-AU"/>
          </a:p>
        </p:txBody>
      </p:sp>
      <p:sp>
        <p:nvSpPr>
          <p:cNvPr id="26" name="Subtitle 25">
            <a:extLst>
              <a:ext uri="{FF2B5EF4-FFF2-40B4-BE49-F238E27FC236}">
                <a16:creationId xmlns:a16="http://schemas.microsoft.com/office/drawing/2014/main" id="{C7E52408-238A-F5F9-78FC-FD465D7C73FD}"/>
              </a:ext>
            </a:extLst>
          </p:cNvPr>
          <p:cNvSpPr>
            <a:spLocks noGrp="1"/>
          </p:cNvSpPr>
          <p:nvPr>
            <p:ph type="subTitle" idx="1"/>
          </p:nvPr>
        </p:nvSpPr>
        <p:spPr/>
        <p:txBody>
          <a:bodyPr/>
          <a:lstStyle/>
          <a:p>
            <a:endParaRPr lang="en-AU"/>
          </a:p>
        </p:txBody>
      </p:sp>
      <p:sp>
        <p:nvSpPr>
          <p:cNvPr id="31" name="Picture Placeholder 30">
            <a:extLst>
              <a:ext uri="{FF2B5EF4-FFF2-40B4-BE49-F238E27FC236}">
                <a16:creationId xmlns:a16="http://schemas.microsoft.com/office/drawing/2014/main" id="{FB4504F7-B363-5F74-B744-F63B4A4F482B}"/>
              </a:ext>
            </a:extLst>
          </p:cNvPr>
          <p:cNvSpPr>
            <a:spLocks noGrp="1"/>
          </p:cNvSpPr>
          <p:nvPr>
            <p:ph type="pic" sz="quarter" idx="13"/>
          </p:nvPr>
        </p:nvSpPr>
        <p:spPr/>
        <p:txBody>
          <a:bodyPr/>
          <a:lstStyle/>
          <a:p>
            <a:endParaRPr lang="en-AU"/>
          </a:p>
        </p:txBody>
      </p:sp>
    </p:spTree>
    <p:extLst>
      <p:ext uri="{BB962C8B-B14F-4D97-AF65-F5344CB8AC3E}">
        <p14:creationId xmlns:p14="http://schemas.microsoft.com/office/powerpoint/2010/main" val="3754090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6ACB149A-9388-D19F-89A4-9B70B362FAEC}"/>
              </a:ext>
            </a:extLst>
          </p:cNvPr>
          <p:cNvSpPr>
            <a:spLocks noGrp="1"/>
          </p:cNvSpPr>
          <p:nvPr>
            <p:ph type="ctrTitle"/>
          </p:nvPr>
        </p:nvSpPr>
        <p:spPr/>
        <p:txBody>
          <a:bodyPr/>
          <a:lstStyle/>
          <a:p>
            <a:endParaRPr lang="en-AU"/>
          </a:p>
        </p:txBody>
      </p:sp>
      <p:sp>
        <p:nvSpPr>
          <p:cNvPr id="12" name="Subtitle 11">
            <a:extLst>
              <a:ext uri="{FF2B5EF4-FFF2-40B4-BE49-F238E27FC236}">
                <a16:creationId xmlns:a16="http://schemas.microsoft.com/office/drawing/2014/main" id="{4714C7E2-A4EC-F665-36B9-4E4FDF152377}"/>
              </a:ext>
            </a:extLst>
          </p:cNvPr>
          <p:cNvSpPr>
            <a:spLocks noGrp="1"/>
          </p:cNvSpPr>
          <p:nvPr>
            <p:ph type="subTitle" idx="1"/>
          </p:nvPr>
        </p:nvSpPr>
        <p:spPr/>
        <p:txBody>
          <a:bodyPr/>
          <a:lstStyle/>
          <a:p>
            <a:endParaRPr lang="en-AU"/>
          </a:p>
        </p:txBody>
      </p:sp>
      <p:sp>
        <p:nvSpPr>
          <p:cNvPr id="13" name="Picture Placeholder 12">
            <a:extLst>
              <a:ext uri="{FF2B5EF4-FFF2-40B4-BE49-F238E27FC236}">
                <a16:creationId xmlns:a16="http://schemas.microsoft.com/office/drawing/2014/main" id="{F5E481B9-56D8-E3DC-FC9E-7876520161B6}"/>
              </a:ext>
            </a:extLst>
          </p:cNvPr>
          <p:cNvSpPr>
            <a:spLocks noGrp="1"/>
          </p:cNvSpPr>
          <p:nvPr>
            <p:ph type="pic" sz="quarter" idx="13"/>
          </p:nvPr>
        </p:nvSpPr>
        <p:spPr/>
        <p:txBody>
          <a:bodyPr/>
          <a:lstStyle/>
          <a:p>
            <a:endParaRPr lang="en-AU"/>
          </a:p>
        </p:txBody>
      </p:sp>
    </p:spTree>
    <p:extLst>
      <p:ext uri="{BB962C8B-B14F-4D97-AF65-F5344CB8AC3E}">
        <p14:creationId xmlns:p14="http://schemas.microsoft.com/office/powerpoint/2010/main" val="39050096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B7A828C-FB04-EB58-6E5F-E194A81789BC}"/>
              </a:ext>
            </a:extLst>
          </p:cNvPr>
          <p:cNvSpPr>
            <a:spLocks noGrp="1"/>
          </p:cNvSpPr>
          <p:nvPr>
            <p:ph type="ctrTitle"/>
          </p:nvPr>
        </p:nvSpPr>
        <p:spPr/>
        <p:txBody>
          <a:bodyPr/>
          <a:lstStyle/>
          <a:p>
            <a:endParaRPr lang="en-AU"/>
          </a:p>
        </p:txBody>
      </p:sp>
      <p:sp>
        <p:nvSpPr>
          <p:cNvPr id="4" name="Subtitle 3">
            <a:extLst>
              <a:ext uri="{FF2B5EF4-FFF2-40B4-BE49-F238E27FC236}">
                <a16:creationId xmlns:a16="http://schemas.microsoft.com/office/drawing/2014/main" id="{8ADC7643-DAF0-C1F2-2EE1-111ABCBE80A8}"/>
              </a:ext>
            </a:extLst>
          </p:cNvPr>
          <p:cNvSpPr>
            <a:spLocks noGrp="1"/>
          </p:cNvSpPr>
          <p:nvPr>
            <p:ph type="subTitle" idx="1"/>
          </p:nvPr>
        </p:nvSpPr>
        <p:spPr/>
        <p:txBody>
          <a:bodyPr/>
          <a:lstStyle/>
          <a:p>
            <a:endParaRPr lang="en-AU"/>
          </a:p>
        </p:txBody>
      </p:sp>
      <p:sp>
        <p:nvSpPr>
          <p:cNvPr id="21" name="Picture Placeholder 20">
            <a:extLst>
              <a:ext uri="{FF2B5EF4-FFF2-40B4-BE49-F238E27FC236}">
                <a16:creationId xmlns:a16="http://schemas.microsoft.com/office/drawing/2014/main" id="{72013CE9-E3CE-DA8C-0380-555D86FAF7D8}"/>
              </a:ext>
            </a:extLst>
          </p:cNvPr>
          <p:cNvSpPr>
            <a:spLocks noGrp="1"/>
          </p:cNvSpPr>
          <p:nvPr>
            <p:ph type="pic" sz="quarter" idx="13"/>
          </p:nvPr>
        </p:nvSpPr>
        <p:spPr/>
        <p:txBody>
          <a:bodyPr/>
          <a:lstStyle/>
          <a:p>
            <a:endParaRPr lang="en-AU"/>
          </a:p>
        </p:txBody>
      </p:sp>
    </p:spTree>
    <p:extLst>
      <p:ext uri="{BB962C8B-B14F-4D97-AF65-F5344CB8AC3E}">
        <p14:creationId xmlns:p14="http://schemas.microsoft.com/office/powerpoint/2010/main" val="14604534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735CBD2-BA42-825A-D916-CDBDF5B3929E}"/>
              </a:ext>
            </a:extLst>
          </p:cNvPr>
          <p:cNvSpPr>
            <a:spLocks noGrp="1"/>
          </p:cNvSpPr>
          <p:nvPr>
            <p:ph type="ctrTitle"/>
          </p:nvPr>
        </p:nvSpPr>
        <p:spPr/>
        <p:txBody>
          <a:bodyPr/>
          <a:lstStyle/>
          <a:p>
            <a:endParaRPr lang="en-AU"/>
          </a:p>
        </p:txBody>
      </p:sp>
      <p:sp>
        <p:nvSpPr>
          <p:cNvPr id="4" name="Subtitle 3">
            <a:extLst>
              <a:ext uri="{FF2B5EF4-FFF2-40B4-BE49-F238E27FC236}">
                <a16:creationId xmlns:a16="http://schemas.microsoft.com/office/drawing/2014/main" id="{E68B9E21-84CF-B3D7-352F-F703DB4B0C2E}"/>
              </a:ext>
            </a:extLst>
          </p:cNvPr>
          <p:cNvSpPr>
            <a:spLocks noGrp="1"/>
          </p:cNvSpPr>
          <p:nvPr>
            <p:ph type="subTitle" idx="1"/>
          </p:nvPr>
        </p:nvSpPr>
        <p:spPr/>
        <p:txBody>
          <a:bodyPr/>
          <a:lstStyle/>
          <a:p>
            <a:endParaRPr lang="en-AU" dirty="0"/>
          </a:p>
        </p:txBody>
      </p:sp>
      <p:sp>
        <p:nvSpPr>
          <p:cNvPr id="14" name="Picture Placeholder 13">
            <a:extLst>
              <a:ext uri="{FF2B5EF4-FFF2-40B4-BE49-F238E27FC236}">
                <a16:creationId xmlns:a16="http://schemas.microsoft.com/office/drawing/2014/main" id="{070D96B9-3AAF-2720-1B99-8DC70F7B7EFE}"/>
              </a:ext>
            </a:extLst>
          </p:cNvPr>
          <p:cNvSpPr>
            <a:spLocks noGrp="1"/>
          </p:cNvSpPr>
          <p:nvPr>
            <p:ph type="pic" sz="quarter" idx="13"/>
          </p:nvPr>
        </p:nvSpPr>
        <p:spPr/>
        <p:txBody>
          <a:bodyPr/>
          <a:lstStyle/>
          <a:p>
            <a:endParaRPr lang="en-AU"/>
          </a:p>
        </p:txBody>
      </p:sp>
    </p:spTree>
    <p:extLst>
      <p:ext uri="{BB962C8B-B14F-4D97-AF65-F5344CB8AC3E}">
        <p14:creationId xmlns:p14="http://schemas.microsoft.com/office/powerpoint/2010/main" val="676674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1F9AFF-3173-0BFD-4607-5855817FDC7C}"/>
              </a:ext>
            </a:extLst>
          </p:cNvPr>
          <p:cNvSpPr>
            <a:spLocks noGrp="1"/>
          </p:cNvSpPr>
          <p:nvPr>
            <p:ph type="ctrTitle"/>
          </p:nvPr>
        </p:nvSpPr>
        <p:spPr/>
        <p:txBody>
          <a:bodyPr/>
          <a:lstStyle/>
          <a:p>
            <a:endParaRPr lang="en-AU" dirty="0"/>
          </a:p>
        </p:txBody>
      </p:sp>
      <p:sp>
        <p:nvSpPr>
          <p:cNvPr id="3" name="Oval 2">
            <a:hlinkClick r:id="rId2"/>
            <a:extLst>
              <a:ext uri="{FF2B5EF4-FFF2-40B4-BE49-F238E27FC236}">
                <a16:creationId xmlns:a16="http://schemas.microsoft.com/office/drawing/2014/main" id="{6D342951-3C41-8545-B59C-6507E900668F}"/>
              </a:ext>
            </a:extLst>
          </p:cNvPr>
          <p:cNvSpPr/>
          <p:nvPr/>
        </p:nvSpPr>
        <p:spPr>
          <a:xfrm>
            <a:off x="311708" y="4572000"/>
            <a:ext cx="261729" cy="261729"/>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hlinkClick r:id="rId3"/>
            <a:extLst>
              <a:ext uri="{FF2B5EF4-FFF2-40B4-BE49-F238E27FC236}">
                <a16:creationId xmlns:a16="http://schemas.microsoft.com/office/drawing/2014/main" id="{5C13C9AA-8E51-1E81-B65C-11070F468156}"/>
              </a:ext>
            </a:extLst>
          </p:cNvPr>
          <p:cNvSpPr/>
          <p:nvPr/>
        </p:nvSpPr>
        <p:spPr>
          <a:xfrm>
            <a:off x="722413" y="4572000"/>
            <a:ext cx="261729" cy="261729"/>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hlinkClick r:id="rId4"/>
            <a:extLst>
              <a:ext uri="{FF2B5EF4-FFF2-40B4-BE49-F238E27FC236}">
                <a16:creationId xmlns:a16="http://schemas.microsoft.com/office/drawing/2014/main" id="{5FB1806B-5000-1A46-49AC-5F73CF3D8346}"/>
              </a:ext>
            </a:extLst>
          </p:cNvPr>
          <p:cNvSpPr/>
          <p:nvPr/>
        </p:nvSpPr>
        <p:spPr>
          <a:xfrm>
            <a:off x="1117620" y="4572000"/>
            <a:ext cx="261729" cy="261729"/>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083305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C1F46-B284-1FF6-DFBB-74D2355B163C}"/>
              </a:ext>
            </a:extLst>
          </p:cNvPr>
          <p:cNvSpPr>
            <a:spLocks noGrp="1"/>
          </p:cNvSpPr>
          <p:nvPr>
            <p:ph type="ctrTitle"/>
          </p:nvPr>
        </p:nvSpPr>
        <p:spPr/>
        <p:txBody>
          <a:bodyPr/>
          <a:lstStyle/>
          <a:p>
            <a:endParaRPr lang="en-AU" dirty="0"/>
          </a:p>
        </p:txBody>
      </p:sp>
      <p:sp>
        <p:nvSpPr>
          <p:cNvPr id="3" name="Oval 2">
            <a:hlinkClick r:id="rId2"/>
            <a:extLst>
              <a:ext uri="{FF2B5EF4-FFF2-40B4-BE49-F238E27FC236}">
                <a16:creationId xmlns:a16="http://schemas.microsoft.com/office/drawing/2014/main" id="{554B0D52-FA1B-0F16-6809-B8AE75050ACC}"/>
              </a:ext>
            </a:extLst>
          </p:cNvPr>
          <p:cNvSpPr/>
          <p:nvPr/>
        </p:nvSpPr>
        <p:spPr>
          <a:xfrm>
            <a:off x="311708" y="4572000"/>
            <a:ext cx="261729" cy="261729"/>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hlinkClick r:id="rId3"/>
            <a:extLst>
              <a:ext uri="{FF2B5EF4-FFF2-40B4-BE49-F238E27FC236}">
                <a16:creationId xmlns:a16="http://schemas.microsoft.com/office/drawing/2014/main" id="{6B0A0EA8-4753-C584-A4E3-CD6DEB3656C4}"/>
              </a:ext>
            </a:extLst>
          </p:cNvPr>
          <p:cNvSpPr/>
          <p:nvPr/>
        </p:nvSpPr>
        <p:spPr>
          <a:xfrm>
            <a:off x="722413" y="4572000"/>
            <a:ext cx="261729" cy="261729"/>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hlinkClick r:id="rId4"/>
            <a:extLst>
              <a:ext uri="{FF2B5EF4-FFF2-40B4-BE49-F238E27FC236}">
                <a16:creationId xmlns:a16="http://schemas.microsoft.com/office/drawing/2014/main" id="{2FA4FE66-279D-DA6F-1812-8BBED7E3C94F}"/>
              </a:ext>
            </a:extLst>
          </p:cNvPr>
          <p:cNvSpPr/>
          <p:nvPr/>
        </p:nvSpPr>
        <p:spPr>
          <a:xfrm>
            <a:off x="1117620" y="4572000"/>
            <a:ext cx="261729" cy="261729"/>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64428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itle 32">
            <a:extLst>
              <a:ext uri="{FF2B5EF4-FFF2-40B4-BE49-F238E27FC236}">
                <a16:creationId xmlns:a16="http://schemas.microsoft.com/office/drawing/2014/main" id="{4CEB210F-B0E6-A733-9081-93BE7EB7ED90}"/>
              </a:ext>
            </a:extLst>
          </p:cNvPr>
          <p:cNvSpPr>
            <a:spLocks noGrp="1"/>
          </p:cNvSpPr>
          <p:nvPr>
            <p:ph type="ctrTitle"/>
          </p:nvPr>
        </p:nvSpPr>
        <p:spPr/>
        <p:txBody>
          <a:bodyPr/>
          <a:lstStyle/>
          <a:p>
            <a:endParaRPr lang="en-AU"/>
          </a:p>
        </p:txBody>
      </p:sp>
      <p:sp>
        <p:nvSpPr>
          <p:cNvPr id="35" name="Text Placeholder 34">
            <a:extLst>
              <a:ext uri="{FF2B5EF4-FFF2-40B4-BE49-F238E27FC236}">
                <a16:creationId xmlns:a16="http://schemas.microsoft.com/office/drawing/2014/main" id="{BFEB3204-23A7-3B1C-15B1-EF5C387D1143}"/>
              </a:ext>
            </a:extLst>
          </p:cNvPr>
          <p:cNvSpPr>
            <a:spLocks noGrp="1"/>
          </p:cNvSpPr>
          <p:nvPr>
            <p:ph type="body" sz="quarter" idx="14"/>
          </p:nvPr>
        </p:nvSpPr>
        <p:spPr/>
        <p:txBody>
          <a:bodyPr/>
          <a:lstStyle/>
          <a:p>
            <a:endParaRPr lang="en-AU"/>
          </a:p>
        </p:txBody>
      </p:sp>
      <p:sp>
        <p:nvSpPr>
          <p:cNvPr id="39" name="Picture Placeholder 38">
            <a:extLst>
              <a:ext uri="{FF2B5EF4-FFF2-40B4-BE49-F238E27FC236}">
                <a16:creationId xmlns:a16="http://schemas.microsoft.com/office/drawing/2014/main" id="{F65290A0-7883-1B79-05C9-3D5967EE5798}"/>
              </a:ext>
            </a:extLst>
          </p:cNvPr>
          <p:cNvSpPr>
            <a:spLocks noGrp="1"/>
          </p:cNvSpPr>
          <p:nvPr>
            <p:ph type="pic" sz="quarter" idx="13"/>
          </p:nvPr>
        </p:nvSpPr>
        <p:spPr/>
        <p:txBody>
          <a:bodyPr/>
          <a:lstStyle/>
          <a:p>
            <a:endParaRPr lang="en-AU"/>
          </a:p>
        </p:txBody>
      </p:sp>
    </p:spTree>
    <p:extLst>
      <p:ext uri="{BB962C8B-B14F-4D97-AF65-F5344CB8AC3E}">
        <p14:creationId xmlns:p14="http://schemas.microsoft.com/office/powerpoint/2010/main" val="4514655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itle 33">
            <a:extLst>
              <a:ext uri="{FF2B5EF4-FFF2-40B4-BE49-F238E27FC236}">
                <a16:creationId xmlns:a16="http://schemas.microsoft.com/office/drawing/2014/main" id="{F3707A22-B726-434E-8DC4-912A9541BE1C}"/>
              </a:ext>
            </a:extLst>
          </p:cNvPr>
          <p:cNvSpPr>
            <a:spLocks noGrp="1"/>
          </p:cNvSpPr>
          <p:nvPr>
            <p:ph type="ctrTitle"/>
          </p:nvPr>
        </p:nvSpPr>
        <p:spPr/>
        <p:txBody>
          <a:bodyPr/>
          <a:lstStyle/>
          <a:p>
            <a:endParaRPr lang="en-AU"/>
          </a:p>
        </p:txBody>
      </p:sp>
      <p:sp>
        <p:nvSpPr>
          <p:cNvPr id="36" name="Text Placeholder 35">
            <a:extLst>
              <a:ext uri="{FF2B5EF4-FFF2-40B4-BE49-F238E27FC236}">
                <a16:creationId xmlns:a16="http://schemas.microsoft.com/office/drawing/2014/main" id="{080873A2-FF20-97B6-764D-A0517B88EAE8}"/>
              </a:ext>
            </a:extLst>
          </p:cNvPr>
          <p:cNvSpPr>
            <a:spLocks noGrp="1"/>
          </p:cNvSpPr>
          <p:nvPr>
            <p:ph type="body" sz="quarter" idx="14"/>
          </p:nvPr>
        </p:nvSpPr>
        <p:spPr/>
        <p:txBody>
          <a:bodyPr/>
          <a:lstStyle/>
          <a:p>
            <a:endParaRPr lang="en-AU"/>
          </a:p>
        </p:txBody>
      </p:sp>
      <p:sp>
        <p:nvSpPr>
          <p:cNvPr id="35" name="Picture Placeholder 34">
            <a:extLst>
              <a:ext uri="{FF2B5EF4-FFF2-40B4-BE49-F238E27FC236}">
                <a16:creationId xmlns:a16="http://schemas.microsoft.com/office/drawing/2014/main" id="{E130F467-16C0-D8D4-A1F1-B3D844B6E19E}"/>
              </a:ext>
            </a:extLst>
          </p:cNvPr>
          <p:cNvSpPr>
            <a:spLocks noGrp="1"/>
          </p:cNvSpPr>
          <p:nvPr>
            <p:ph type="pic" sz="quarter" idx="13"/>
          </p:nvPr>
        </p:nvSpPr>
        <p:spPr/>
        <p:txBody>
          <a:bodyPr/>
          <a:lstStyle/>
          <a:p>
            <a:endParaRPr lang="en-AU"/>
          </a:p>
        </p:txBody>
      </p:sp>
    </p:spTree>
    <p:extLst>
      <p:ext uri="{BB962C8B-B14F-4D97-AF65-F5344CB8AC3E}">
        <p14:creationId xmlns:p14="http://schemas.microsoft.com/office/powerpoint/2010/main" val="13056232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A9E83FB-6A7F-8CC2-FD76-E38E6D32972E}"/>
              </a:ext>
            </a:extLst>
          </p:cNvPr>
          <p:cNvSpPr>
            <a:spLocks noGrp="1"/>
          </p:cNvSpPr>
          <p:nvPr>
            <p:ph type="ctrTitle"/>
          </p:nvPr>
        </p:nvSpPr>
        <p:spPr/>
        <p:txBody>
          <a:bodyPr/>
          <a:lstStyle/>
          <a:p>
            <a:endParaRPr lang="en-AU"/>
          </a:p>
        </p:txBody>
      </p:sp>
      <p:sp>
        <p:nvSpPr>
          <p:cNvPr id="4" name="Text Placeholder 3">
            <a:extLst>
              <a:ext uri="{FF2B5EF4-FFF2-40B4-BE49-F238E27FC236}">
                <a16:creationId xmlns:a16="http://schemas.microsoft.com/office/drawing/2014/main" id="{19FAFA66-62AC-1C7C-8846-374B6EA98D5D}"/>
              </a:ext>
            </a:extLst>
          </p:cNvPr>
          <p:cNvSpPr>
            <a:spLocks noGrp="1"/>
          </p:cNvSpPr>
          <p:nvPr>
            <p:ph type="body" sz="quarter" idx="14"/>
          </p:nvPr>
        </p:nvSpPr>
        <p:spPr/>
        <p:txBody>
          <a:bodyPr/>
          <a:lstStyle/>
          <a:p>
            <a:endParaRPr lang="en-AU"/>
          </a:p>
        </p:txBody>
      </p:sp>
      <p:sp>
        <p:nvSpPr>
          <p:cNvPr id="19" name="Picture Placeholder 18">
            <a:extLst>
              <a:ext uri="{FF2B5EF4-FFF2-40B4-BE49-F238E27FC236}">
                <a16:creationId xmlns:a16="http://schemas.microsoft.com/office/drawing/2014/main" id="{4B03EF0C-66AB-EF9A-402F-777D5C3D0550}"/>
              </a:ext>
            </a:extLst>
          </p:cNvPr>
          <p:cNvSpPr>
            <a:spLocks noGrp="1"/>
          </p:cNvSpPr>
          <p:nvPr>
            <p:ph type="pic" sz="quarter" idx="13"/>
          </p:nvPr>
        </p:nvSpPr>
        <p:spPr/>
        <p:txBody>
          <a:bodyPr/>
          <a:lstStyle/>
          <a:p>
            <a:endParaRPr lang="en-AU"/>
          </a:p>
        </p:txBody>
      </p:sp>
    </p:spTree>
    <p:extLst>
      <p:ext uri="{BB962C8B-B14F-4D97-AF65-F5344CB8AC3E}">
        <p14:creationId xmlns:p14="http://schemas.microsoft.com/office/powerpoint/2010/main" val="41183245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21D8478-2FD8-D50A-087D-17441E8CB1D5}"/>
              </a:ext>
            </a:extLst>
          </p:cNvPr>
          <p:cNvSpPr>
            <a:spLocks noGrp="1"/>
          </p:cNvSpPr>
          <p:nvPr>
            <p:ph type="ctrTitle"/>
          </p:nvPr>
        </p:nvSpPr>
        <p:spPr/>
        <p:txBody>
          <a:bodyPr/>
          <a:lstStyle/>
          <a:p>
            <a:endParaRPr lang="en-AU" dirty="0"/>
          </a:p>
        </p:txBody>
      </p:sp>
      <p:sp>
        <p:nvSpPr>
          <p:cNvPr id="4" name="Text Placeholder 3">
            <a:extLst>
              <a:ext uri="{FF2B5EF4-FFF2-40B4-BE49-F238E27FC236}">
                <a16:creationId xmlns:a16="http://schemas.microsoft.com/office/drawing/2014/main" id="{ACB8606A-C7B3-1B66-B78E-52B7F7EC05F9}"/>
              </a:ext>
            </a:extLst>
          </p:cNvPr>
          <p:cNvSpPr>
            <a:spLocks noGrp="1"/>
          </p:cNvSpPr>
          <p:nvPr>
            <p:ph type="body" sz="quarter" idx="14"/>
          </p:nvPr>
        </p:nvSpPr>
        <p:spPr/>
        <p:txBody>
          <a:bodyPr/>
          <a:lstStyle/>
          <a:p>
            <a:endParaRPr lang="en-AU"/>
          </a:p>
        </p:txBody>
      </p:sp>
      <p:sp>
        <p:nvSpPr>
          <p:cNvPr id="25" name="Picture Placeholder 24">
            <a:extLst>
              <a:ext uri="{FF2B5EF4-FFF2-40B4-BE49-F238E27FC236}">
                <a16:creationId xmlns:a16="http://schemas.microsoft.com/office/drawing/2014/main" id="{124FAA9A-F103-8EEC-A37A-AD0D91F33325}"/>
              </a:ext>
            </a:extLst>
          </p:cNvPr>
          <p:cNvSpPr>
            <a:spLocks noGrp="1"/>
          </p:cNvSpPr>
          <p:nvPr>
            <p:ph type="pic" sz="quarter" idx="13"/>
          </p:nvPr>
        </p:nvSpPr>
        <p:spPr/>
        <p:txBody>
          <a:bodyPr/>
          <a:lstStyle/>
          <a:p>
            <a:endParaRPr lang="en-AU"/>
          </a:p>
        </p:txBody>
      </p:sp>
    </p:spTree>
    <p:extLst>
      <p:ext uri="{BB962C8B-B14F-4D97-AF65-F5344CB8AC3E}">
        <p14:creationId xmlns:p14="http://schemas.microsoft.com/office/powerpoint/2010/main" val="33196928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9A42BF5-C044-CB0D-88C1-5128EDC53C25}"/>
              </a:ext>
            </a:extLst>
          </p:cNvPr>
          <p:cNvSpPr>
            <a:spLocks noGrp="1"/>
          </p:cNvSpPr>
          <p:nvPr>
            <p:ph type="ctrTitle"/>
          </p:nvPr>
        </p:nvSpPr>
        <p:spPr/>
        <p:txBody>
          <a:bodyPr/>
          <a:lstStyle/>
          <a:p>
            <a:endParaRPr lang="en-AU" dirty="0"/>
          </a:p>
        </p:txBody>
      </p:sp>
      <p:sp>
        <p:nvSpPr>
          <p:cNvPr id="5" name="Oval 4">
            <a:hlinkClick r:id="rId2"/>
            <a:extLst>
              <a:ext uri="{FF2B5EF4-FFF2-40B4-BE49-F238E27FC236}">
                <a16:creationId xmlns:a16="http://schemas.microsoft.com/office/drawing/2014/main" id="{FA2C4ECA-251C-3ABE-C729-B6D4F42A89D2}"/>
              </a:ext>
            </a:extLst>
          </p:cNvPr>
          <p:cNvSpPr/>
          <p:nvPr/>
        </p:nvSpPr>
        <p:spPr>
          <a:xfrm>
            <a:off x="311708" y="4572000"/>
            <a:ext cx="261729" cy="261729"/>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hlinkClick r:id="rId3"/>
            <a:extLst>
              <a:ext uri="{FF2B5EF4-FFF2-40B4-BE49-F238E27FC236}">
                <a16:creationId xmlns:a16="http://schemas.microsoft.com/office/drawing/2014/main" id="{31EB2E34-817C-051A-5ADE-D8BDC4E98EDA}"/>
              </a:ext>
            </a:extLst>
          </p:cNvPr>
          <p:cNvSpPr/>
          <p:nvPr/>
        </p:nvSpPr>
        <p:spPr>
          <a:xfrm>
            <a:off x="722413" y="4572000"/>
            <a:ext cx="261729" cy="261729"/>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hlinkClick r:id="rId4"/>
            <a:extLst>
              <a:ext uri="{FF2B5EF4-FFF2-40B4-BE49-F238E27FC236}">
                <a16:creationId xmlns:a16="http://schemas.microsoft.com/office/drawing/2014/main" id="{647ADE22-D359-09E2-4E65-45CA8A3F0243}"/>
              </a:ext>
            </a:extLst>
          </p:cNvPr>
          <p:cNvSpPr/>
          <p:nvPr/>
        </p:nvSpPr>
        <p:spPr>
          <a:xfrm>
            <a:off x="1117620" y="4572000"/>
            <a:ext cx="261729" cy="261729"/>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52F01549-0808-6AC4-0CEC-309946737C1E}"/>
              </a:ext>
            </a:extLst>
          </p:cNvPr>
          <p:cNvSpPr txBox="1"/>
          <p:nvPr/>
        </p:nvSpPr>
        <p:spPr>
          <a:xfrm>
            <a:off x="7464222" y="1251107"/>
            <a:ext cx="1531996" cy="2862322"/>
          </a:xfrm>
          <a:prstGeom prst="rect">
            <a:avLst/>
          </a:prstGeom>
          <a:noFill/>
        </p:spPr>
        <p:txBody>
          <a:bodyPr wrap="square">
            <a:spAutoFit/>
          </a:bodyPr>
          <a:lstStyle/>
          <a:p>
            <a:r>
              <a:rPr lang="en-US" sz="900" dirty="0">
                <a:solidFill>
                  <a:schemeClr val="tx1"/>
                </a:solidFill>
                <a:latin typeface="Verdana" panose="020B0604030504040204" pitchFamily="34" charset="0"/>
                <a:ea typeface="Verdana" panose="020B0604030504040204" pitchFamily="34" charset="0"/>
              </a:rPr>
              <a:t>Ascendion provides digital engineering services that power growth and deliver captivating experiences to consumers and employees. Our applied AI, engineering, cloud, data, experience design, and talent transformation capabilities accelerate innovation for Global 2000 clients. Headquartered in New Jersey, our workforce delivers solutions from around the globe. </a:t>
            </a:r>
          </a:p>
        </p:txBody>
      </p:sp>
      <p:sp>
        <p:nvSpPr>
          <p:cNvPr id="24" name="Picture Placeholder 23">
            <a:extLst>
              <a:ext uri="{FF2B5EF4-FFF2-40B4-BE49-F238E27FC236}">
                <a16:creationId xmlns:a16="http://schemas.microsoft.com/office/drawing/2014/main" id="{D223C2C7-1010-3A66-350B-C1821C3EBDED}"/>
              </a:ext>
            </a:extLst>
          </p:cNvPr>
          <p:cNvSpPr>
            <a:spLocks noGrp="1"/>
          </p:cNvSpPr>
          <p:nvPr>
            <p:ph type="pic" sz="quarter" idx="13"/>
          </p:nvPr>
        </p:nvSpPr>
        <p:spPr/>
        <p:txBody>
          <a:bodyPr/>
          <a:lstStyle/>
          <a:p>
            <a:endParaRPr lang="en-AU"/>
          </a:p>
        </p:txBody>
      </p:sp>
    </p:spTree>
    <p:extLst>
      <p:ext uri="{BB962C8B-B14F-4D97-AF65-F5344CB8AC3E}">
        <p14:creationId xmlns:p14="http://schemas.microsoft.com/office/powerpoint/2010/main" val="4427640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A5172F78-230F-40A0-30B0-F0E47F6BE289}"/>
              </a:ext>
            </a:extLst>
          </p:cNvPr>
          <p:cNvSpPr>
            <a:spLocks noGrp="1"/>
          </p:cNvSpPr>
          <p:nvPr>
            <p:ph type="ctrTitle"/>
          </p:nvPr>
        </p:nvSpPr>
        <p:spPr/>
        <p:txBody>
          <a:bodyPr/>
          <a:lstStyle/>
          <a:p>
            <a:endParaRPr lang="en-AU"/>
          </a:p>
        </p:txBody>
      </p:sp>
      <p:sp>
        <p:nvSpPr>
          <p:cNvPr id="5" name="Oval 4">
            <a:hlinkClick r:id="rId2"/>
            <a:extLst>
              <a:ext uri="{FF2B5EF4-FFF2-40B4-BE49-F238E27FC236}">
                <a16:creationId xmlns:a16="http://schemas.microsoft.com/office/drawing/2014/main" id="{F62644F0-5127-4268-6828-EFDA0E89BF9E}"/>
              </a:ext>
            </a:extLst>
          </p:cNvPr>
          <p:cNvSpPr/>
          <p:nvPr/>
        </p:nvSpPr>
        <p:spPr>
          <a:xfrm>
            <a:off x="311708" y="4572000"/>
            <a:ext cx="261729" cy="261729"/>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hlinkClick r:id="rId3"/>
            <a:extLst>
              <a:ext uri="{FF2B5EF4-FFF2-40B4-BE49-F238E27FC236}">
                <a16:creationId xmlns:a16="http://schemas.microsoft.com/office/drawing/2014/main" id="{4D029782-9CC4-1CE8-6348-DBC94441746F}"/>
              </a:ext>
            </a:extLst>
          </p:cNvPr>
          <p:cNvSpPr/>
          <p:nvPr/>
        </p:nvSpPr>
        <p:spPr>
          <a:xfrm>
            <a:off x="722413" y="4572000"/>
            <a:ext cx="261729" cy="261729"/>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hlinkClick r:id="rId4"/>
            <a:extLst>
              <a:ext uri="{FF2B5EF4-FFF2-40B4-BE49-F238E27FC236}">
                <a16:creationId xmlns:a16="http://schemas.microsoft.com/office/drawing/2014/main" id="{062CE71E-3A1F-E459-C8F1-7041EFF967A5}"/>
              </a:ext>
            </a:extLst>
          </p:cNvPr>
          <p:cNvSpPr/>
          <p:nvPr/>
        </p:nvSpPr>
        <p:spPr>
          <a:xfrm>
            <a:off x="1117620" y="4572000"/>
            <a:ext cx="261729" cy="261729"/>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432B2E86-66AF-42B2-A0E1-8FCC2E525F6D}"/>
              </a:ext>
            </a:extLst>
          </p:cNvPr>
          <p:cNvSpPr txBox="1"/>
          <p:nvPr/>
        </p:nvSpPr>
        <p:spPr>
          <a:xfrm>
            <a:off x="7464222" y="1251107"/>
            <a:ext cx="1531996" cy="2862322"/>
          </a:xfrm>
          <a:prstGeom prst="rect">
            <a:avLst/>
          </a:prstGeom>
          <a:noFill/>
        </p:spPr>
        <p:txBody>
          <a:bodyPr wrap="square">
            <a:spAutoFit/>
          </a:bodyPr>
          <a:lstStyle/>
          <a:p>
            <a:r>
              <a:rPr lang="en-US" sz="900" dirty="0">
                <a:solidFill>
                  <a:schemeClr val="bg1"/>
                </a:solidFill>
                <a:latin typeface="Verdana" panose="020B0604030504040204" pitchFamily="34" charset="0"/>
                <a:ea typeface="Verdana" panose="020B0604030504040204" pitchFamily="34" charset="0"/>
              </a:rPr>
              <a:t>Ascendion provides digital engineering services that power growth and deliver captivating experiences to consumers and employees. Our applied AI, engineering, cloud, data, experience design, and talent transformation capabilities accelerate innovation for Global 2000 clients. Headquartered in New Jersey, our workforce delivers solutions from around the globe. </a:t>
            </a:r>
          </a:p>
        </p:txBody>
      </p:sp>
      <p:sp>
        <p:nvSpPr>
          <p:cNvPr id="18" name="Picture Placeholder 17">
            <a:extLst>
              <a:ext uri="{FF2B5EF4-FFF2-40B4-BE49-F238E27FC236}">
                <a16:creationId xmlns:a16="http://schemas.microsoft.com/office/drawing/2014/main" id="{9C34EAE5-A317-84A9-FDBE-B0447FC4A156}"/>
              </a:ext>
            </a:extLst>
          </p:cNvPr>
          <p:cNvSpPr>
            <a:spLocks noGrp="1"/>
          </p:cNvSpPr>
          <p:nvPr>
            <p:ph type="pic" sz="quarter" idx="13"/>
          </p:nvPr>
        </p:nvSpPr>
        <p:spPr/>
        <p:txBody>
          <a:bodyPr/>
          <a:lstStyle/>
          <a:p>
            <a:endParaRPr lang="en-AU"/>
          </a:p>
        </p:txBody>
      </p:sp>
    </p:spTree>
    <p:extLst>
      <p:ext uri="{BB962C8B-B14F-4D97-AF65-F5344CB8AC3E}">
        <p14:creationId xmlns:p14="http://schemas.microsoft.com/office/powerpoint/2010/main" val="15553471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AD5B3F-39C7-3E87-4C79-E1EEE664D93D}"/>
              </a:ext>
            </a:extLst>
          </p:cNvPr>
          <p:cNvSpPr>
            <a:spLocks noGrp="1"/>
          </p:cNvSpPr>
          <p:nvPr>
            <p:ph type="ctrTitle"/>
          </p:nvPr>
        </p:nvSpPr>
        <p:spPr/>
        <p:txBody>
          <a:bodyPr/>
          <a:lstStyle/>
          <a:p>
            <a:endParaRPr lang="en-AU"/>
          </a:p>
        </p:txBody>
      </p:sp>
      <p:sp>
        <p:nvSpPr>
          <p:cNvPr id="4" name="Oval 3">
            <a:hlinkClick r:id="rId2"/>
            <a:extLst>
              <a:ext uri="{FF2B5EF4-FFF2-40B4-BE49-F238E27FC236}">
                <a16:creationId xmlns:a16="http://schemas.microsoft.com/office/drawing/2014/main" id="{8A8516F0-ABCD-4602-0559-BA8A4E8F0571}"/>
              </a:ext>
            </a:extLst>
          </p:cNvPr>
          <p:cNvSpPr/>
          <p:nvPr/>
        </p:nvSpPr>
        <p:spPr>
          <a:xfrm>
            <a:off x="311708" y="4277534"/>
            <a:ext cx="261729" cy="261729"/>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hlinkClick r:id="rId3"/>
            <a:extLst>
              <a:ext uri="{FF2B5EF4-FFF2-40B4-BE49-F238E27FC236}">
                <a16:creationId xmlns:a16="http://schemas.microsoft.com/office/drawing/2014/main" id="{F508000C-CB65-876F-39BB-85578C7054AF}"/>
              </a:ext>
            </a:extLst>
          </p:cNvPr>
          <p:cNvSpPr/>
          <p:nvPr/>
        </p:nvSpPr>
        <p:spPr>
          <a:xfrm>
            <a:off x="722413" y="4277534"/>
            <a:ext cx="261729" cy="261729"/>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hlinkClick r:id="rId4"/>
            <a:extLst>
              <a:ext uri="{FF2B5EF4-FFF2-40B4-BE49-F238E27FC236}">
                <a16:creationId xmlns:a16="http://schemas.microsoft.com/office/drawing/2014/main" id="{FCC39F68-53DE-5F73-0FBC-CA25810EAE97}"/>
              </a:ext>
            </a:extLst>
          </p:cNvPr>
          <p:cNvSpPr/>
          <p:nvPr/>
        </p:nvSpPr>
        <p:spPr>
          <a:xfrm>
            <a:off x="1117620" y="4277534"/>
            <a:ext cx="261729" cy="261729"/>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Picture Placeholder 18">
            <a:extLst>
              <a:ext uri="{FF2B5EF4-FFF2-40B4-BE49-F238E27FC236}">
                <a16:creationId xmlns:a16="http://schemas.microsoft.com/office/drawing/2014/main" id="{A5427F2F-1AF5-C279-B7EF-DBBAFC9D1D6E}"/>
              </a:ext>
            </a:extLst>
          </p:cNvPr>
          <p:cNvSpPr>
            <a:spLocks noGrp="1"/>
          </p:cNvSpPr>
          <p:nvPr>
            <p:ph type="pic" sz="quarter" idx="13"/>
          </p:nvPr>
        </p:nvSpPr>
        <p:spPr/>
        <p:txBody>
          <a:bodyPr/>
          <a:lstStyle/>
          <a:p>
            <a:endParaRPr lang="en-AU"/>
          </a:p>
        </p:txBody>
      </p:sp>
    </p:spTree>
    <p:extLst>
      <p:ext uri="{BB962C8B-B14F-4D97-AF65-F5344CB8AC3E}">
        <p14:creationId xmlns:p14="http://schemas.microsoft.com/office/powerpoint/2010/main" val="35687098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6CC0819-81D3-9668-D1C7-B6EA7A3CEB8F}"/>
              </a:ext>
            </a:extLst>
          </p:cNvPr>
          <p:cNvSpPr>
            <a:spLocks noGrp="1"/>
          </p:cNvSpPr>
          <p:nvPr>
            <p:ph type="ctrTitle"/>
          </p:nvPr>
        </p:nvSpPr>
        <p:spPr/>
        <p:txBody>
          <a:bodyPr/>
          <a:lstStyle/>
          <a:p>
            <a:endParaRPr lang="en-AU" dirty="0"/>
          </a:p>
        </p:txBody>
      </p:sp>
      <p:sp>
        <p:nvSpPr>
          <p:cNvPr id="4" name="Subtitle 3">
            <a:extLst>
              <a:ext uri="{FF2B5EF4-FFF2-40B4-BE49-F238E27FC236}">
                <a16:creationId xmlns:a16="http://schemas.microsoft.com/office/drawing/2014/main" id="{9795E2C6-E48D-F89F-09AA-8E0A4022A62A}"/>
              </a:ext>
            </a:extLst>
          </p:cNvPr>
          <p:cNvSpPr>
            <a:spLocks noGrp="1"/>
          </p:cNvSpPr>
          <p:nvPr>
            <p:ph type="subTitle" idx="1"/>
          </p:nvPr>
        </p:nvSpPr>
        <p:spPr/>
        <p:txBody>
          <a:bodyPr/>
          <a:lstStyle/>
          <a:p>
            <a:endParaRPr lang="en-AU" dirty="0"/>
          </a:p>
        </p:txBody>
      </p:sp>
      <p:sp>
        <p:nvSpPr>
          <p:cNvPr id="23" name="Picture Placeholder 22">
            <a:extLst>
              <a:ext uri="{FF2B5EF4-FFF2-40B4-BE49-F238E27FC236}">
                <a16:creationId xmlns:a16="http://schemas.microsoft.com/office/drawing/2014/main" id="{F0F51DFE-4605-57DB-7E36-24FEDFCAB53F}"/>
              </a:ext>
            </a:extLst>
          </p:cNvPr>
          <p:cNvSpPr>
            <a:spLocks noGrp="1"/>
          </p:cNvSpPr>
          <p:nvPr>
            <p:ph type="pic" sz="quarter" idx="13"/>
          </p:nvPr>
        </p:nvSpPr>
        <p:spPr/>
        <p:txBody>
          <a:bodyPr/>
          <a:lstStyle/>
          <a:p>
            <a:endParaRPr lang="en-AU"/>
          </a:p>
        </p:txBody>
      </p:sp>
    </p:spTree>
    <p:extLst>
      <p:ext uri="{BB962C8B-B14F-4D97-AF65-F5344CB8AC3E}">
        <p14:creationId xmlns:p14="http://schemas.microsoft.com/office/powerpoint/2010/main" val="41427631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Title 31">
            <a:extLst>
              <a:ext uri="{FF2B5EF4-FFF2-40B4-BE49-F238E27FC236}">
                <a16:creationId xmlns:a16="http://schemas.microsoft.com/office/drawing/2014/main" id="{287B2029-11BA-6226-D69E-210554FA2523}"/>
              </a:ext>
            </a:extLst>
          </p:cNvPr>
          <p:cNvSpPr>
            <a:spLocks noGrp="1"/>
          </p:cNvSpPr>
          <p:nvPr>
            <p:ph type="ctrTitle"/>
          </p:nvPr>
        </p:nvSpPr>
        <p:spPr/>
        <p:txBody>
          <a:bodyPr/>
          <a:lstStyle/>
          <a:p>
            <a:endParaRPr lang="en-AU"/>
          </a:p>
        </p:txBody>
      </p:sp>
      <p:sp>
        <p:nvSpPr>
          <p:cNvPr id="33" name="Subtitle 32">
            <a:extLst>
              <a:ext uri="{FF2B5EF4-FFF2-40B4-BE49-F238E27FC236}">
                <a16:creationId xmlns:a16="http://schemas.microsoft.com/office/drawing/2014/main" id="{3AC3FFB7-3236-AC5E-54A9-25D9A02B213F}"/>
              </a:ext>
            </a:extLst>
          </p:cNvPr>
          <p:cNvSpPr>
            <a:spLocks noGrp="1"/>
          </p:cNvSpPr>
          <p:nvPr>
            <p:ph type="subTitle" idx="1"/>
          </p:nvPr>
        </p:nvSpPr>
        <p:spPr/>
        <p:txBody>
          <a:bodyPr/>
          <a:lstStyle/>
          <a:p>
            <a:endParaRPr lang="en-AU"/>
          </a:p>
        </p:txBody>
      </p:sp>
      <p:sp>
        <p:nvSpPr>
          <p:cNvPr id="34" name="Picture Placeholder 33">
            <a:extLst>
              <a:ext uri="{FF2B5EF4-FFF2-40B4-BE49-F238E27FC236}">
                <a16:creationId xmlns:a16="http://schemas.microsoft.com/office/drawing/2014/main" id="{278ECF3D-C03B-92A6-552A-77DB4A45F36F}"/>
              </a:ext>
            </a:extLst>
          </p:cNvPr>
          <p:cNvSpPr>
            <a:spLocks noGrp="1"/>
          </p:cNvSpPr>
          <p:nvPr>
            <p:ph type="pic" sz="quarter" idx="13"/>
          </p:nvPr>
        </p:nvSpPr>
        <p:spPr/>
        <p:txBody>
          <a:bodyPr/>
          <a:lstStyle/>
          <a:p>
            <a:endParaRPr lang="en-AU"/>
          </a:p>
        </p:txBody>
      </p:sp>
    </p:spTree>
    <p:extLst>
      <p:ext uri="{BB962C8B-B14F-4D97-AF65-F5344CB8AC3E}">
        <p14:creationId xmlns:p14="http://schemas.microsoft.com/office/powerpoint/2010/main" val="38159811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58E7A82-6D32-ED80-D18A-36FCB64B5EFD}"/>
              </a:ext>
            </a:extLst>
          </p:cNvPr>
          <p:cNvSpPr>
            <a:spLocks noGrp="1"/>
          </p:cNvSpPr>
          <p:nvPr>
            <p:ph type="ctrTitle"/>
          </p:nvPr>
        </p:nvSpPr>
        <p:spPr/>
        <p:txBody>
          <a:bodyPr/>
          <a:lstStyle/>
          <a:p>
            <a:endParaRPr lang="en-AU"/>
          </a:p>
        </p:txBody>
      </p:sp>
      <p:sp>
        <p:nvSpPr>
          <p:cNvPr id="4" name="Subtitle 3">
            <a:extLst>
              <a:ext uri="{FF2B5EF4-FFF2-40B4-BE49-F238E27FC236}">
                <a16:creationId xmlns:a16="http://schemas.microsoft.com/office/drawing/2014/main" id="{5FC4FCAA-B588-58DB-0AA3-76E5F31CD56F}"/>
              </a:ext>
            </a:extLst>
          </p:cNvPr>
          <p:cNvSpPr>
            <a:spLocks noGrp="1"/>
          </p:cNvSpPr>
          <p:nvPr>
            <p:ph type="subTitle" idx="1"/>
          </p:nvPr>
        </p:nvSpPr>
        <p:spPr/>
        <p:txBody>
          <a:bodyPr/>
          <a:lstStyle/>
          <a:p>
            <a:endParaRPr lang="en-AU"/>
          </a:p>
        </p:txBody>
      </p:sp>
      <p:sp>
        <p:nvSpPr>
          <p:cNvPr id="15" name="Picture Placeholder 14">
            <a:extLst>
              <a:ext uri="{FF2B5EF4-FFF2-40B4-BE49-F238E27FC236}">
                <a16:creationId xmlns:a16="http://schemas.microsoft.com/office/drawing/2014/main" id="{8D97ACC7-0A9E-7DD7-6EBE-F407CBD548C2}"/>
              </a:ext>
            </a:extLst>
          </p:cNvPr>
          <p:cNvSpPr>
            <a:spLocks noGrp="1"/>
          </p:cNvSpPr>
          <p:nvPr>
            <p:ph type="pic" sz="quarter" idx="13"/>
          </p:nvPr>
        </p:nvSpPr>
        <p:spPr/>
        <p:txBody>
          <a:bodyPr/>
          <a:lstStyle/>
          <a:p>
            <a:endParaRPr lang="en-AU"/>
          </a:p>
        </p:txBody>
      </p:sp>
    </p:spTree>
    <p:extLst>
      <p:ext uri="{BB962C8B-B14F-4D97-AF65-F5344CB8AC3E}">
        <p14:creationId xmlns:p14="http://schemas.microsoft.com/office/powerpoint/2010/main" val="39790234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29F2E0DE-FBAC-711B-62CA-28FD11418C0C}"/>
              </a:ext>
            </a:extLst>
          </p:cNvPr>
          <p:cNvSpPr>
            <a:spLocks noGrp="1"/>
          </p:cNvSpPr>
          <p:nvPr>
            <p:ph type="ctrTitle"/>
          </p:nvPr>
        </p:nvSpPr>
        <p:spPr/>
        <p:txBody>
          <a:bodyPr/>
          <a:lstStyle/>
          <a:p>
            <a:endParaRPr lang="en-AU"/>
          </a:p>
        </p:txBody>
      </p:sp>
      <p:sp>
        <p:nvSpPr>
          <p:cNvPr id="10" name="Subtitle 9">
            <a:extLst>
              <a:ext uri="{FF2B5EF4-FFF2-40B4-BE49-F238E27FC236}">
                <a16:creationId xmlns:a16="http://schemas.microsoft.com/office/drawing/2014/main" id="{6BE23134-ED0E-3B10-05F7-E0FD027DA7A9}"/>
              </a:ext>
            </a:extLst>
          </p:cNvPr>
          <p:cNvSpPr>
            <a:spLocks noGrp="1"/>
          </p:cNvSpPr>
          <p:nvPr>
            <p:ph type="subTitle" idx="1"/>
          </p:nvPr>
        </p:nvSpPr>
        <p:spPr/>
        <p:txBody>
          <a:bodyPr/>
          <a:lstStyle/>
          <a:p>
            <a:endParaRPr lang="en-AU"/>
          </a:p>
        </p:txBody>
      </p:sp>
      <p:sp>
        <p:nvSpPr>
          <p:cNvPr id="19" name="Picture Placeholder 18">
            <a:extLst>
              <a:ext uri="{FF2B5EF4-FFF2-40B4-BE49-F238E27FC236}">
                <a16:creationId xmlns:a16="http://schemas.microsoft.com/office/drawing/2014/main" id="{4EE8ADDB-9532-12E9-A263-982A28403AD5}"/>
              </a:ext>
            </a:extLst>
          </p:cNvPr>
          <p:cNvSpPr>
            <a:spLocks noGrp="1"/>
          </p:cNvSpPr>
          <p:nvPr>
            <p:ph type="pic" sz="quarter" idx="13"/>
          </p:nvPr>
        </p:nvSpPr>
        <p:spPr/>
        <p:txBody>
          <a:bodyPr/>
          <a:lstStyle/>
          <a:p>
            <a:endParaRPr lang="en-AU"/>
          </a:p>
        </p:txBody>
      </p:sp>
    </p:spTree>
    <p:extLst>
      <p:ext uri="{BB962C8B-B14F-4D97-AF65-F5344CB8AC3E}">
        <p14:creationId xmlns:p14="http://schemas.microsoft.com/office/powerpoint/2010/main" val="7572973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26503-C37F-696D-AF1F-6610CB204C1C}"/>
              </a:ext>
            </a:extLst>
          </p:cNvPr>
          <p:cNvSpPr>
            <a:spLocks noGrp="1"/>
          </p:cNvSpPr>
          <p:nvPr>
            <p:ph type="ctrTitle"/>
          </p:nvPr>
        </p:nvSpPr>
        <p:spPr/>
        <p:txBody>
          <a:bodyPr/>
          <a:lstStyle/>
          <a:p>
            <a:endParaRPr lang="en-AU"/>
          </a:p>
        </p:txBody>
      </p:sp>
      <p:sp>
        <p:nvSpPr>
          <p:cNvPr id="3" name="Oval 2">
            <a:hlinkClick r:id="rId2"/>
            <a:extLst>
              <a:ext uri="{FF2B5EF4-FFF2-40B4-BE49-F238E27FC236}">
                <a16:creationId xmlns:a16="http://schemas.microsoft.com/office/drawing/2014/main" id="{69D62F8C-2F59-187F-2216-A52DCC11515A}"/>
              </a:ext>
            </a:extLst>
          </p:cNvPr>
          <p:cNvSpPr/>
          <p:nvPr/>
        </p:nvSpPr>
        <p:spPr>
          <a:xfrm>
            <a:off x="311708" y="4572000"/>
            <a:ext cx="261729" cy="261729"/>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hlinkClick r:id="rId3"/>
            <a:extLst>
              <a:ext uri="{FF2B5EF4-FFF2-40B4-BE49-F238E27FC236}">
                <a16:creationId xmlns:a16="http://schemas.microsoft.com/office/drawing/2014/main" id="{57B6F0EA-8D44-7CBA-9274-FAA40F550637}"/>
              </a:ext>
            </a:extLst>
          </p:cNvPr>
          <p:cNvSpPr/>
          <p:nvPr/>
        </p:nvSpPr>
        <p:spPr>
          <a:xfrm>
            <a:off x="722413" y="4572000"/>
            <a:ext cx="261729" cy="261729"/>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hlinkClick r:id="rId4"/>
            <a:extLst>
              <a:ext uri="{FF2B5EF4-FFF2-40B4-BE49-F238E27FC236}">
                <a16:creationId xmlns:a16="http://schemas.microsoft.com/office/drawing/2014/main" id="{819683E5-0251-8653-F5CD-A54527B99F7D}"/>
              </a:ext>
            </a:extLst>
          </p:cNvPr>
          <p:cNvSpPr/>
          <p:nvPr/>
        </p:nvSpPr>
        <p:spPr>
          <a:xfrm>
            <a:off x="1117620" y="4572000"/>
            <a:ext cx="261729" cy="261729"/>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675087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AA62C-B2F7-BD70-E658-51C592C72200}"/>
              </a:ext>
            </a:extLst>
          </p:cNvPr>
          <p:cNvSpPr>
            <a:spLocks noGrp="1"/>
          </p:cNvSpPr>
          <p:nvPr>
            <p:ph type="ctrTitle"/>
          </p:nvPr>
        </p:nvSpPr>
        <p:spPr/>
        <p:txBody>
          <a:bodyPr/>
          <a:lstStyle/>
          <a:p>
            <a:endParaRPr lang="en-AU"/>
          </a:p>
        </p:txBody>
      </p:sp>
      <p:sp>
        <p:nvSpPr>
          <p:cNvPr id="3" name="Oval 2">
            <a:hlinkClick r:id="rId2"/>
            <a:extLst>
              <a:ext uri="{FF2B5EF4-FFF2-40B4-BE49-F238E27FC236}">
                <a16:creationId xmlns:a16="http://schemas.microsoft.com/office/drawing/2014/main" id="{ECD40EE1-E929-82DC-B744-41990D865AB3}"/>
              </a:ext>
            </a:extLst>
          </p:cNvPr>
          <p:cNvSpPr/>
          <p:nvPr/>
        </p:nvSpPr>
        <p:spPr>
          <a:xfrm>
            <a:off x="311708" y="4572000"/>
            <a:ext cx="261729" cy="261729"/>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hlinkClick r:id="rId3"/>
            <a:extLst>
              <a:ext uri="{FF2B5EF4-FFF2-40B4-BE49-F238E27FC236}">
                <a16:creationId xmlns:a16="http://schemas.microsoft.com/office/drawing/2014/main" id="{FAE626CC-42AB-5EC9-48A9-88EE6EDC9E04}"/>
              </a:ext>
            </a:extLst>
          </p:cNvPr>
          <p:cNvSpPr/>
          <p:nvPr/>
        </p:nvSpPr>
        <p:spPr>
          <a:xfrm>
            <a:off x="722413" y="4572000"/>
            <a:ext cx="261729" cy="261729"/>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hlinkClick r:id="rId4"/>
            <a:extLst>
              <a:ext uri="{FF2B5EF4-FFF2-40B4-BE49-F238E27FC236}">
                <a16:creationId xmlns:a16="http://schemas.microsoft.com/office/drawing/2014/main" id="{67A1721B-35CC-5C70-F5B4-7C26C875FF0B}"/>
              </a:ext>
            </a:extLst>
          </p:cNvPr>
          <p:cNvSpPr/>
          <p:nvPr/>
        </p:nvSpPr>
        <p:spPr>
          <a:xfrm>
            <a:off x="1117620" y="4572000"/>
            <a:ext cx="261729" cy="261729"/>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929980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F64B27-EE49-8D0A-A662-AF13773E6B0D}"/>
              </a:ext>
            </a:extLst>
          </p:cNvPr>
          <p:cNvSpPr>
            <a:spLocks noGrp="1"/>
          </p:cNvSpPr>
          <p:nvPr>
            <p:ph type="ctrTitle"/>
          </p:nvPr>
        </p:nvSpPr>
        <p:spPr/>
        <p:txBody>
          <a:bodyPr/>
          <a:lstStyle/>
          <a:p>
            <a:endParaRPr lang="en-AU" dirty="0"/>
          </a:p>
        </p:txBody>
      </p:sp>
      <p:sp>
        <p:nvSpPr>
          <p:cNvPr id="4" name="Text Placeholder 3">
            <a:extLst>
              <a:ext uri="{FF2B5EF4-FFF2-40B4-BE49-F238E27FC236}">
                <a16:creationId xmlns:a16="http://schemas.microsoft.com/office/drawing/2014/main" id="{62FA287D-B0D9-4682-0292-4BBEA7AFE57D}"/>
              </a:ext>
            </a:extLst>
          </p:cNvPr>
          <p:cNvSpPr>
            <a:spLocks noGrp="1"/>
          </p:cNvSpPr>
          <p:nvPr>
            <p:ph type="body" sz="quarter" idx="14"/>
          </p:nvPr>
        </p:nvSpPr>
        <p:spPr/>
        <p:txBody>
          <a:bodyPr/>
          <a:lstStyle/>
          <a:p>
            <a:endParaRPr lang="en-AU" dirty="0"/>
          </a:p>
        </p:txBody>
      </p:sp>
      <p:sp>
        <p:nvSpPr>
          <p:cNvPr id="15" name="Picture Placeholder 14">
            <a:extLst>
              <a:ext uri="{FF2B5EF4-FFF2-40B4-BE49-F238E27FC236}">
                <a16:creationId xmlns:a16="http://schemas.microsoft.com/office/drawing/2014/main" id="{B216D1F0-6828-9CB0-64C2-3F860D1A4656}"/>
              </a:ext>
            </a:extLst>
          </p:cNvPr>
          <p:cNvSpPr>
            <a:spLocks noGrp="1"/>
          </p:cNvSpPr>
          <p:nvPr>
            <p:ph type="pic" sz="quarter" idx="13"/>
          </p:nvPr>
        </p:nvSpPr>
        <p:spPr/>
        <p:txBody>
          <a:bodyPr/>
          <a:lstStyle/>
          <a:p>
            <a:endParaRPr lang="en-AU"/>
          </a:p>
        </p:txBody>
      </p:sp>
    </p:spTree>
    <p:extLst>
      <p:ext uri="{BB962C8B-B14F-4D97-AF65-F5344CB8AC3E}">
        <p14:creationId xmlns:p14="http://schemas.microsoft.com/office/powerpoint/2010/main" val="36990353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Title 57">
            <a:extLst>
              <a:ext uri="{FF2B5EF4-FFF2-40B4-BE49-F238E27FC236}">
                <a16:creationId xmlns:a16="http://schemas.microsoft.com/office/drawing/2014/main" id="{583F278E-EBE0-7843-56D5-F1A67FC18854}"/>
              </a:ext>
            </a:extLst>
          </p:cNvPr>
          <p:cNvSpPr>
            <a:spLocks noGrp="1"/>
          </p:cNvSpPr>
          <p:nvPr>
            <p:ph type="ctrTitle"/>
          </p:nvPr>
        </p:nvSpPr>
        <p:spPr/>
        <p:txBody>
          <a:bodyPr/>
          <a:lstStyle/>
          <a:p>
            <a:endParaRPr lang="en-AU"/>
          </a:p>
        </p:txBody>
      </p:sp>
      <p:sp>
        <p:nvSpPr>
          <p:cNvPr id="60" name="Text Placeholder 59">
            <a:extLst>
              <a:ext uri="{FF2B5EF4-FFF2-40B4-BE49-F238E27FC236}">
                <a16:creationId xmlns:a16="http://schemas.microsoft.com/office/drawing/2014/main" id="{2D97F12F-94DA-1F64-2F1E-6389DB2BC0C3}"/>
              </a:ext>
            </a:extLst>
          </p:cNvPr>
          <p:cNvSpPr>
            <a:spLocks noGrp="1"/>
          </p:cNvSpPr>
          <p:nvPr>
            <p:ph type="body" sz="quarter" idx="14"/>
          </p:nvPr>
        </p:nvSpPr>
        <p:spPr/>
        <p:txBody>
          <a:bodyPr/>
          <a:lstStyle/>
          <a:p>
            <a:endParaRPr lang="en-AU"/>
          </a:p>
        </p:txBody>
      </p:sp>
      <p:sp>
        <p:nvSpPr>
          <p:cNvPr id="59" name="Picture Placeholder 58">
            <a:extLst>
              <a:ext uri="{FF2B5EF4-FFF2-40B4-BE49-F238E27FC236}">
                <a16:creationId xmlns:a16="http://schemas.microsoft.com/office/drawing/2014/main" id="{479DF836-56FF-953D-0FAF-2FE42C3EA5DB}"/>
              </a:ext>
            </a:extLst>
          </p:cNvPr>
          <p:cNvSpPr>
            <a:spLocks noGrp="1"/>
          </p:cNvSpPr>
          <p:nvPr>
            <p:ph type="pic" sz="quarter" idx="13"/>
          </p:nvPr>
        </p:nvSpPr>
        <p:spPr/>
        <p:txBody>
          <a:bodyPr/>
          <a:lstStyle/>
          <a:p>
            <a:endParaRPr lang="en-AU"/>
          </a:p>
        </p:txBody>
      </p:sp>
    </p:spTree>
    <p:extLst>
      <p:ext uri="{BB962C8B-B14F-4D97-AF65-F5344CB8AC3E}">
        <p14:creationId xmlns:p14="http://schemas.microsoft.com/office/powerpoint/2010/main" val="8712392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22">
            <a:extLst>
              <a:ext uri="{FF2B5EF4-FFF2-40B4-BE49-F238E27FC236}">
                <a16:creationId xmlns:a16="http://schemas.microsoft.com/office/drawing/2014/main" id="{84EB8A70-6AD2-8544-4C4E-7C8FE1DB7304}"/>
              </a:ext>
            </a:extLst>
          </p:cNvPr>
          <p:cNvSpPr>
            <a:spLocks noGrp="1"/>
          </p:cNvSpPr>
          <p:nvPr>
            <p:ph type="ctrTitle"/>
          </p:nvPr>
        </p:nvSpPr>
        <p:spPr/>
        <p:txBody>
          <a:bodyPr/>
          <a:lstStyle/>
          <a:p>
            <a:endParaRPr lang="en-AU"/>
          </a:p>
        </p:txBody>
      </p:sp>
      <p:sp>
        <p:nvSpPr>
          <p:cNvPr id="25" name="Text Placeholder 24">
            <a:extLst>
              <a:ext uri="{FF2B5EF4-FFF2-40B4-BE49-F238E27FC236}">
                <a16:creationId xmlns:a16="http://schemas.microsoft.com/office/drawing/2014/main" id="{430281B9-78B6-C386-EAA5-56AEC3E19CEE}"/>
              </a:ext>
            </a:extLst>
          </p:cNvPr>
          <p:cNvSpPr>
            <a:spLocks noGrp="1"/>
          </p:cNvSpPr>
          <p:nvPr>
            <p:ph type="body" sz="quarter" idx="14"/>
          </p:nvPr>
        </p:nvSpPr>
        <p:spPr/>
        <p:txBody>
          <a:bodyPr/>
          <a:lstStyle/>
          <a:p>
            <a:endParaRPr lang="en-AU"/>
          </a:p>
        </p:txBody>
      </p:sp>
      <p:sp>
        <p:nvSpPr>
          <p:cNvPr id="24" name="Picture Placeholder 23">
            <a:extLst>
              <a:ext uri="{FF2B5EF4-FFF2-40B4-BE49-F238E27FC236}">
                <a16:creationId xmlns:a16="http://schemas.microsoft.com/office/drawing/2014/main" id="{DECDDA3B-21AC-B9A8-571D-ACAF52E8E443}"/>
              </a:ext>
            </a:extLst>
          </p:cNvPr>
          <p:cNvSpPr>
            <a:spLocks noGrp="1"/>
          </p:cNvSpPr>
          <p:nvPr>
            <p:ph type="pic" sz="quarter" idx="13"/>
          </p:nvPr>
        </p:nvSpPr>
        <p:spPr/>
        <p:txBody>
          <a:bodyPr/>
          <a:lstStyle/>
          <a:p>
            <a:endParaRPr lang="en-AU"/>
          </a:p>
        </p:txBody>
      </p:sp>
    </p:spTree>
    <p:extLst>
      <p:ext uri="{BB962C8B-B14F-4D97-AF65-F5344CB8AC3E}">
        <p14:creationId xmlns:p14="http://schemas.microsoft.com/office/powerpoint/2010/main" val="114167846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21">
            <a:extLst>
              <a:ext uri="{FF2B5EF4-FFF2-40B4-BE49-F238E27FC236}">
                <a16:creationId xmlns:a16="http://schemas.microsoft.com/office/drawing/2014/main" id="{13EF768C-9457-FC6A-8528-DBB7A2768820}"/>
              </a:ext>
            </a:extLst>
          </p:cNvPr>
          <p:cNvSpPr>
            <a:spLocks noGrp="1"/>
          </p:cNvSpPr>
          <p:nvPr>
            <p:ph type="ctrTitle"/>
          </p:nvPr>
        </p:nvSpPr>
        <p:spPr/>
        <p:txBody>
          <a:bodyPr/>
          <a:lstStyle/>
          <a:p>
            <a:endParaRPr lang="en-AU"/>
          </a:p>
        </p:txBody>
      </p:sp>
      <p:sp>
        <p:nvSpPr>
          <p:cNvPr id="24" name="Text Placeholder 23">
            <a:extLst>
              <a:ext uri="{FF2B5EF4-FFF2-40B4-BE49-F238E27FC236}">
                <a16:creationId xmlns:a16="http://schemas.microsoft.com/office/drawing/2014/main" id="{97349F30-EE6D-2761-1E34-2C6B89DC7B15}"/>
              </a:ext>
            </a:extLst>
          </p:cNvPr>
          <p:cNvSpPr>
            <a:spLocks noGrp="1"/>
          </p:cNvSpPr>
          <p:nvPr>
            <p:ph type="body" sz="quarter" idx="14"/>
          </p:nvPr>
        </p:nvSpPr>
        <p:spPr/>
        <p:txBody>
          <a:bodyPr/>
          <a:lstStyle/>
          <a:p>
            <a:endParaRPr lang="en-AU"/>
          </a:p>
        </p:txBody>
      </p:sp>
      <p:sp>
        <p:nvSpPr>
          <p:cNvPr id="23" name="Picture Placeholder 22">
            <a:extLst>
              <a:ext uri="{FF2B5EF4-FFF2-40B4-BE49-F238E27FC236}">
                <a16:creationId xmlns:a16="http://schemas.microsoft.com/office/drawing/2014/main" id="{473C6663-EEAF-08EB-AE78-B9A54C3DB90B}"/>
              </a:ext>
            </a:extLst>
          </p:cNvPr>
          <p:cNvSpPr>
            <a:spLocks noGrp="1"/>
          </p:cNvSpPr>
          <p:nvPr>
            <p:ph type="pic" sz="quarter" idx="13"/>
          </p:nvPr>
        </p:nvSpPr>
        <p:spPr/>
        <p:txBody>
          <a:bodyPr/>
          <a:lstStyle/>
          <a:p>
            <a:endParaRPr lang="en-AU"/>
          </a:p>
        </p:txBody>
      </p:sp>
    </p:spTree>
    <p:extLst>
      <p:ext uri="{BB962C8B-B14F-4D97-AF65-F5344CB8AC3E}">
        <p14:creationId xmlns:p14="http://schemas.microsoft.com/office/powerpoint/2010/main" val="248316469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83656FF2-6576-FF2A-B3AA-F515C0E7CC50}"/>
              </a:ext>
            </a:extLst>
          </p:cNvPr>
          <p:cNvSpPr>
            <a:spLocks noGrp="1"/>
          </p:cNvSpPr>
          <p:nvPr>
            <p:ph type="ctrTitle"/>
          </p:nvPr>
        </p:nvSpPr>
        <p:spPr/>
        <p:txBody>
          <a:bodyPr/>
          <a:lstStyle/>
          <a:p>
            <a:endParaRPr lang="en-AU"/>
          </a:p>
        </p:txBody>
      </p:sp>
      <p:sp>
        <p:nvSpPr>
          <p:cNvPr id="5" name="Oval 4">
            <a:hlinkClick r:id="rId2"/>
            <a:extLst>
              <a:ext uri="{FF2B5EF4-FFF2-40B4-BE49-F238E27FC236}">
                <a16:creationId xmlns:a16="http://schemas.microsoft.com/office/drawing/2014/main" id="{55D3CA57-EF86-79F5-9717-44955D7FFD0F}"/>
              </a:ext>
            </a:extLst>
          </p:cNvPr>
          <p:cNvSpPr/>
          <p:nvPr/>
        </p:nvSpPr>
        <p:spPr>
          <a:xfrm>
            <a:off x="311708" y="4572000"/>
            <a:ext cx="261729" cy="261729"/>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hlinkClick r:id="rId3"/>
            <a:extLst>
              <a:ext uri="{FF2B5EF4-FFF2-40B4-BE49-F238E27FC236}">
                <a16:creationId xmlns:a16="http://schemas.microsoft.com/office/drawing/2014/main" id="{43A21346-7548-2401-1556-2B239D338AE2}"/>
              </a:ext>
            </a:extLst>
          </p:cNvPr>
          <p:cNvSpPr/>
          <p:nvPr/>
        </p:nvSpPr>
        <p:spPr>
          <a:xfrm>
            <a:off x="722413" y="4572000"/>
            <a:ext cx="261729" cy="261729"/>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hlinkClick r:id="rId4"/>
            <a:extLst>
              <a:ext uri="{FF2B5EF4-FFF2-40B4-BE49-F238E27FC236}">
                <a16:creationId xmlns:a16="http://schemas.microsoft.com/office/drawing/2014/main" id="{09CC7471-D9D6-6E16-A8DF-584C7A9A026C}"/>
              </a:ext>
            </a:extLst>
          </p:cNvPr>
          <p:cNvSpPr/>
          <p:nvPr/>
        </p:nvSpPr>
        <p:spPr>
          <a:xfrm>
            <a:off x="1117620" y="4572000"/>
            <a:ext cx="261729" cy="261729"/>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855533B8-4382-6583-216D-19903CA21BFA}"/>
              </a:ext>
            </a:extLst>
          </p:cNvPr>
          <p:cNvSpPr txBox="1"/>
          <p:nvPr/>
        </p:nvSpPr>
        <p:spPr>
          <a:xfrm>
            <a:off x="7464222" y="1251107"/>
            <a:ext cx="1531996" cy="2862322"/>
          </a:xfrm>
          <a:prstGeom prst="rect">
            <a:avLst/>
          </a:prstGeom>
          <a:noFill/>
        </p:spPr>
        <p:txBody>
          <a:bodyPr wrap="square">
            <a:spAutoFit/>
          </a:bodyPr>
          <a:lstStyle/>
          <a:p>
            <a:r>
              <a:rPr lang="en-US" sz="900" dirty="0">
                <a:solidFill>
                  <a:schemeClr val="tx1"/>
                </a:solidFill>
                <a:latin typeface="Verdana" panose="020B0604030504040204" pitchFamily="34" charset="0"/>
                <a:ea typeface="Verdana" panose="020B0604030504040204" pitchFamily="34" charset="0"/>
              </a:rPr>
              <a:t>Ascendion provides digital engineering services that power growth and deliver captivating experiences to consumers and employees. Our applied AI, engineering, cloud, data, experience design, and talent transformation capabilities accelerate innovation for Global 2000 clients. Headquartered in New Jersey, our workforce delivers solutions from around the globe. </a:t>
            </a:r>
          </a:p>
        </p:txBody>
      </p:sp>
      <p:sp>
        <p:nvSpPr>
          <p:cNvPr id="18" name="Picture Placeholder 17">
            <a:extLst>
              <a:ext uri="{FF2B5EF4-FFF2-40B4-BE49-F238E27FC236}">
                <a16:creationId xmlns:a16="http://schemas.microsoft.com/office/drawing/2014/main" id="{CB8AE10D-07BA-905C-1E7E-8E261A67EE0C}"/>
              </a:ext>
            </a:extLst>
          </p:cNvPr>
          <p:cNvSpPr>
            <a:spLocks noGrp="1"/>
          </p:cNvSpPr>
          <p:nvPr>
            <p:ph type="pic" sz="quarter" idx="13"/>
          </p:nvPr>
        </p:nvSpPr>
        <p:spPr/>
        <p:txBody>
          <a:bodyPr/>
          <a:lstStyle/>
          <a:p>
            <a:endParaRPr lang="en-AU"/>
          </a:p>
        </p:txBody>
      </p:sp>
    </p:spTree>
    <p:extLst>
      <p:ext uri="{BB962C8B-B14F-4D97-AF65-F5344CB8AC3E}">
        <p14:creationId xmlns:p14="http://schemas.microsoft.com/office/powerpoint/2010/main" val="140325964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CB561E7-AC2A-49F7-A55F-F2AF6D3220BE}"/>
              </a:ext>
            </a:extLst>
          </p:cNvPr>
          <p:cNvSpPr>
            <a:spLocks noGrp="1"/>
          </p:cNvSpPr>
          <p:nvPr>
            <p:ph type="ctrTitle"/>
          </p:nvPr>
        </p:nvSpPr>
        <p:spPr/>
        <p:txBody>
          <a:bodyPr/>
          <a:lstStyle/>
          <a:p>
            <a:endParaRPr lang="en-AU" dirty="0"/>
          </a:p>
        </p:txBody>
      </p:sp>
      <p:sp>
        <p:nvSpPr>
          <p:cNvPr id="5" name="Oval 4">
            <a:hlinkClick r:id="rId2"/>
            <a:extLst>
              <a:ext uri="{FF2B5EF4-FFF2-40B4-BE49-F238E27FC236}">
                <a16:creationId xmlns:a16="http://schemas.microsoft.com/office/drawing/2014/main" id="{A3CC4323-D75C-CCC2-7F64-D381431A7A00}"/>
              </a:ext>
            </a:extLst>
          </p:cNvPr>
          <p:cNvSpPr/>
          <p:nvPr/>
        </p:nvSpPr>
        <p:spPr>
          <a:xfrm>
            <a:off x="311708" y="4572000"/>
            <a:ext cx="261729" cy="261729"/>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hlinkClick r:id="rId3"/>
            <a:extLst>
              <a:ext uri="{FF2B5EF4-FFF2-40B4-BE49-F238E27FC236}">
                <a16:creationId xmlns:a16="http://schemas.microsoft.com/office/drawing/2014/main" id="{83C65CC8-94DD-CCAC-E506-DACC70446E15}"/>
              </a:ext>
            </a:extLst>
          </p:cNvPr>
          <p:cNvSpPr/>
          <p:nvPr/>
        </p:nvSpPr>
        <p:spPr>
          <a:xfrm>
            <a:off x="722413" y="4572000"/>
            <a:ext cx="261729" cy="261729"/>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hlinkClick r:id="rId4"/>
            <a:extLst>
              <a:ext uri="{FF2B5EF4-FFF2-40B4-BE49-F238E27FC236}">
                <a16:creationId xmlns:a16="http://schemas.microsoft.com/office/drawing/2014/main" id="{4DAC9F67-2089-6B44-F82F-5D6B34A67CC6}"/>
              </a:ext>
            </a:extLst>
          </p:cNvPr>
          <p:cNvSpPr/>
          <p:nvPr/>
        </p:nvSpPr>
        <p:spPr>
          <a:xfrm>
            <a:off x="1117620" y="4572000"/>
            <a:ext cx="261729" cy="261729"/>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8A013A01-C328-85C5-A18D-05421061FF0A}"/>
              </a:ext>
            </a:extLst>
          </p:cNvPr>
          <p:cNvSpPr txBox="1"/>
          <p:nvPr/>
        </p:nvSpPr>
        <p:spPr>
          <a:xfrm>
            <a:off x="7464222" y="1251107"/>
            <a:ext cx="1531996" cy="2862322"/>
          </a:xfrm>
          <a:prstGeom prst="rect">
            <a:avLst/>
          </a:prstGeom>
          <a:noFill/>
        </p:spPr>
        <p:txBody>
          <a:bodyPr wrap="square">
            <a:spAutoFit/>
          </a:bodyPr>
          <a:lstStyle/>
          <a:p>
            <a:r>
              <a:rPr lang="en-US" sz="900" dirty="0">
                <a:solidFill>
                  <a:schemeClr val="bg1"/>
                </a:solidFill>
                <a:latin typeface="Verdana" panose="020B0604030504040204" pitchFamily="34" charset="0"/>
                <a:ea typeface="Verdana" panose="020B0604030504040204" pitchFamily="34" charset="0"/>
              </a:rPr>
              <a:t>Ascendion provides digital engineering services that power growth and deliver captivating experiences to consumers and employees. Our applied AI, engineering, cloud, data, experience design, and talent transformation capabilities accelerate innovation for Global 2000 clients. Headquartered in New Jersey, our workforce delivers solutions from around the globe. </a:t>
            </a:r>
          </a:p>
        </p:txBody>
      </p:sp>
      <p:sp>
        <p:nvSpPr>
          <p:cNvPr id="18" name="Picture Placeholder 17">
            <a:extLst>
              <a:ext uri="{FF2B5EF4-FFF2-40B4-BE49-F238E27FC236}">
                <a16:creationId xmlns:a16="http://schemas.microsoft.com/office/drawing/2014/main" id="{B4147315-9EAE-BB1E-3B67-BCEB555D1213}"/>
              </a:ext>
            </a:extLst>
          </p:cNvPr>
          <p:cNvSpPr>
            <a:spLocks noGrp="1"/>
          </p:cNvSpPr>
          <p:nvPr>
            <p:ph type="pic" sz="quarter" idx="13"/>
          </p:nvPr>
        </p:nvSpPr>
        <p:spPr/>
        <p:txBody>
          <a:bodyPr/>
          <a:lstStyle/>
          <a:p>
            <a:endParaRPr lang="en-AU"/>
          </a:p>
        </p:txBody>
      </p:sp>
    </p:spTree>
    <p:extLst>
      <p:ext uri="{BB962C8B-B14F-4D97-AF65-F5344CB8AC3E}">
        <p14:creationId xmlns:p14="http://schemas.microsoft.com/office/powerpoint/2010/main" val="38845254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354208C5-F9FD-AAF1-A930-DB0D7258B906}"/>
              </a:ext>
            </a:extLst>
          </p:cNvPr>
          <p:cNvSpPr>
            <a:spLocks noGrp="1"/>
          </p:cNvSpPr>
          <p:nvPr>
            <p:ph type="ctrTitle"/>
          </p:nvPr>
        </p:nvSpPr>
        <p:spPr/>
        <p:txBody>
          <a:bodyPr/>
          <a:lstStyle/>
          <a:p>
            <a:endParaRPr lang="en-AU"/>
          </a:p>
        </p:txBody>
      </p:sp>
      <p:sp>
        <p:nvSpPr>
          <p:cNvPr id="4" name="Oval 3">
            <a:hlinkClick r:id="rId2"/>
            <a:extLst>
              <a:ext uri="{FF2B5EF4-FFF2-40B4-BE49-F238E27FC236}">
                <a16:creationId xmlns:a16="http://schemas.microsoft.com/office/drawing/2014/main" id="{90C27FE6-FC55-F409-21F3-284ED364DE88}"/>
              </a:ext>
            </a:extLst>
          </p:cNvPr>
          <p:cNvSpPr/>
          <p:nvPr/>
        </p:nvSpPr>
        <p:spPr>
          <a:xfrm>
            <a:off x="311708" y="4269784"/>
            <a:ext cx="261729" cy="261729"/>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hlinkClick r:id="rId3"/>
            <a:extLst>
              <a:ext uri="{FF2B5EF4-FFF2-40B4-BE49-F238E27FC236}">
                <a16:creationId xmlns:a16="http://schemas.microsoft.com/office/drawing/2014/main" id="{F7210A16-17DC-8F86-4585-C880B746DB67}"/>
              </a:ext>
            </a:extLst>
          </p:cNvPr>
          <p:cNvSpPr/>
          <p:nvPr/>
        </p:nvSpPr>
        <p:spPr>
          <a:xfrm>
            <a:off x="722413" y="4269784"/>
            <a:ext cx="261729" cy="261729"/>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hlinkClick r:id="rId4"/>
            <a:extLst>
              <a:ext uri="{FF2B5EF4-FFF2-40B4-BE49-F238E27FC236}">
                <a16:creationId xmlns:a16="http://schemas.microsoft.com/office/drawing/2014/main" id="{723B6D5D-3561-5624-C915-4EBFEF31F211}"/>
              </a:ext>
            </a:extLst>
          </p:cNvPr>
          <p:cNvSpPr/>
          <p:nvPr/>
        </p:nvSpPr>
        <p:spPr>
          <a:xfrm>
            <a:off x="1117620" y="4269784"/>
            <a:ext cx="261729" cy="261729"/>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Picture Placeholder 16">
            <a:extLst>
              <a:ext uri="{FF2B5EF4-FFF2-40B4-BE49-F238E27FC236}">
                <a16:creationId xmlns:a16="http://schemas.microsoft.com/office/drawing/2014/main" id="{D1B6D14E-154A-C0DF-D899-5BCC20BE0C33}"/>
              </a:ext>
            </a:extLst>
          </p:cNvPr>
          <p:cNvSpPr>
            <a:spLocks noGrp="1"/>
          </p:cNvSpPr>
          <p:nvPr>
            <p:ph type="pic" sz="quarter" idx="13"/>
          </p:nvPr>
        </p:nvSpPr>
        <p:spPr/>
        <p:txBody>
          <a:bodyPr/>
          <a:lstStyle/>
          <a:p>
            <a:endParaRPr lang="en-AU"/>
          </a:p>
        </p:txBody>
      </p:sp>
    </p:spTree>
    <p:extLst>
      <p:ext uri="{BB962C8B-B14F-4D97-AF65-F5344CB8AC3E}">
        <p14:creationId xmlns:p14="http://schemas.microsoft.com/office/powerpoint/2010/main" val="4898366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CCAA020-81C3-0159-0321-D7A133EE40E9}"/>
              </a:ext>
            </a:extLst>
          </p:cNvPr>
          <p:cNvSpPr>
            <a:spLocks noGrp="1"/>
          </p:cNvSpPr>
          <p:nvPr>
            <p:ph type="title"/>
          </p:nvPr>
        </p:nvSpPr>
        <p:spPr/>
        <p:txBody>
          <a:bodyPr/>
          <a:lstStyle/>
          <a:p>
            <a:endParaRPr lang="en-AU"/>
          </a:p>
        </p:txBody>
      </p:sp>
      <p:sp>
        <p:nvSpPr>
          <p:cNvPr id="7" name="Text Placeholder 6">
            <a:extLst>
              <a:ext uri="{FF2B5EF4-FFF2-40B4-BE49-F238E27FC236}">
                <a16:creationId xmlns:a16="http://schemas.microsoft.com/office/drawing/2014/main" id="{040108DB-A7B6-ADA5-0EC1-922A1DECB1D6}"/>
              </a:ext>
            </a:extLst>
          </p:cNvPr>
          <p:cNvSpPr>
            <a:spLocks noGrp="1"/>
          </p:cNvSpPr>
          <p:nvPr>
            <p:ph type="body" sz="quarter" idx="10"/>
          </p:nvPr>
        </p:nvSpPr>
        <p:spPr/>
        <p:txBody>
          <a:bodyPr/>
          <a:lstStyle/>
          <a:p>
            <a:endParaRPr lang="en-AU"/>
          </a:p>
        </p:txBody>
      </p:sp>
    </p:spTree>
    <p:extLst>
      <p:ext uri="{BB962C8B-B14F-4D97-AF65-F5344CB8AC3E}">
        <p14:creationId xmlns:p14="http://schemas.microsoft.com/office/powerpoint/2010/main" val="78540733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1A02509-5079-538F-157B-721BCC99E351}"/>
              </a:ext>
            </a:extLst>
          </p:cNvPr>
          <p:cNvSpPr>
            <a:spLocks noGrp="1"/>
          </p:cNvSpPr>
          <p:nvPr>
            <p:ph type="title"/>
          </p:nvPr>
        </p:nvSpPr>
        <p:spPr>
          <a:xfrm>
            <a:off x="386952" y="295565"/>
            <a:ext cx="8377636" cy="723900"/>
          </a:xfrm>
        </p:spPr>
        <p:txBody>
          <a:bodyPr/>
          <a:lstStyle/>
          <a:p>
            <a:endParaRPr lang="en-AU"/>
          </a:p>
        </p:txBody>
      </p:sp>
    </p:spTree>
    <p:extLst>
      <p:ext uri="{BB962C8B-B14F-4D97-AF65-F5344CB8AC3E}">
        <p14:creationId xmlns:p14="http://schemas.microsoft.com/office/powerpoint/2010/main" val="244344220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B8AA252-DD4D-1CA4-3318-5DD953563BE3}"/>
              </a:ext>
            </a:extLst>
          </p:cNvPr>
          <p:cNvSpPr>
            <a:spLocks noGrp="1"/>
          </p:cNvSpPr>
          <p:nvPr>
            <p:ph type="title"/>
          </p:nvPr>
        </p:nvSpPr>
        <p:spPr/>
        <p:txBody>
          <a:bodyPr/>
          <a:lstStyle/>
          <a:p>
            <a:endParaRPr lang="en-AU"/>
          </a:p>
        </p:txBody>
      </p:sp>
      <p:sp>
        <p:nvSpPr>
          <p:cNvPr id="8" name="Text Placeholder 7">
            <a:extLst>
              <a:ext uri="{FF2B5EF4-FFF2-40B4-BE49-F238E27FC236}">
                <a16:creationId xmlns:a16="http://schemas.microsoft.com/office/drawing/2014/main" id="{C7B80538-18C8-A2DB-D592-ADE9D2BBC3B5}"/>
              </a:ext>
            </a:extLst>
          </p:cNvPr>
          <p:cNvSpPr>
            <a:spLocks noGrp="1"/>
          </p:cNvSpPr>
          <p:nvPr>
            <p:ph type="body" sz="quarter" idx="10"/>
          </p:nvPr>
        </p:nvSpPr>
        <p:spPr/>
        <p:txBody>
          <a:bodyPr/>
          <a:lstStyle/>
          <a:p>
            <a:endParaRPr lang="en-AU"/>
          </a:p>
        </p:txBody>
      </p:sp>
      <p:sp>
        <p:nvSpPr>
          <p:cNvPr id="9" name="Text Placeholder 8">
            <a:extLst>
              <a:ext uri="{FF2B5EF4-FFF2-40B4-BE49-F238E27FC236}">
                <a16:creationId xmlns:a16="http://schemas.microsoft.com/office/drawing/2014/main" id="{A3E79BFD-5101-4B2E-B25B-7A6A0C08DE8A}"/>
              </a:ext>
            </a:extLst>
          </p:cNvPr>
          <p:cNvSpPr>
            <a:spLocks noGrp="1"/>
          </p:cNvSpPr>
          <p:nvPr>
            <p:ph type="body" sz="quarter" idx="11"/>
          </p:nvPr>
        </p:nvSpPr>
        <p:spPr/>
        <p:txBody>
          <a:bodyPr/>
          <a:lstStyle/>
          <a:p>
            <a:endParaRPr lang="en-AU"/>
          </a:p>
        </p:txBody>
      </p:sp>
    </p:spTree>
    <p:extLst>
      <p:ext uri="{BB962C8B-B14F-4D97-AF65-F5344CB8AC3E}">
        <p14:creationId xmlns:p14="http://schemas.microsoft.com/office/powerpoint/2010/main" val="263881834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713540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50417F5B-0B96-4B26-C371-70803C4709A1}"/>
              </a:ext>
            </a:extLst>
          </p:cNvPr>
          <p:cNvSpPr>
            <a:spLocks noGrp="1"/>
          </p:cNvSpPr>
          <p:nvPr>
            <p:ph sz="half" idx="1"/>
          </p:nvPr>
        </p:nvSpPr>
        <p:spPr/>
        <p:txBody>
          <a:bodyPr/>
          <a:lstStyle/>
          <a:p>
            <a:endParaRPr lang="en-AU"/>
          </a:p>
        </p:txBody>
      </p:sp>
      <p:sp>
        <p:nvSpPr>
          <p:cNvPr id="10" name="Content Placeholder 9">
            <a:extLst>
              <a:ext uri="{FF2B5EF4-FFF2-40B4-BE49-F238E27FC236}">
                <a16:creationId xmlns:a16="http://schemas.microsoft.com/office/drawing/2014/main" id="{04EBB5DE-0210-DF37-1B5B-AB17304D95EB}"/>
              </a:ext>
            </a:extLst>
          </p:cNvPr>
          <p:cNvSpPr>
            <a:spLocks noGrp="1"/>
          </p:cNvSpPr>
          <p:nvPr>
            <p:ph sz="half" idx="2"/>
          </p:nvPr>
        </p:nvSpPr>
        <p:spPr/>
        <p:txBody>
          <a:bodyPr/>
          <a:lstStyle/>
          <a:p>
            <a:endParaRPr lang="en-AU"/>
          </a:p>
        </p:txBody>
      </p:sp>
      <p:sp>
        <p:nvSpPr>
          <p:cNvPr id="11" name="Picture Placeholder 10">
            <a:extLst>
              <a:ext uri="{FF2B5EF4-FFF2-40B4-BE49-F238E27FC236}">
                <a16:creationId xmlns:a16="http://schemas.microsoft.com/office/drawing/2014/main" id="{24BAD7BD-12D9-3AB4-D26F-44342414C456}"/>
              </a:ext>
            </a:extLst>
          </p:cNvPr>
          <p:cNvSpPr>
            <a:spLocks noGrp="1"/>
          </p:cNvSpPr>
          <p:nvPr>
            <p:ph type="pic" sz="quarter" idx="15"/>
          </p:nvPr>
        </p:nvSpPr>
        <p:spPr/>
        <p:txBody>
          <a:bodyPr/>
          <a:lstStyle/>
          <a:p>
            <a:endParaRPr lang="en-AU"/>
          </a:p>
        </p:txBody>
      </p:sp>
      <p:sp>
        <p:nvSpPr>
          <p:cNvPr id="8" name="Title 7">
            <a:extLst>
              <a:ext uri="{FF2B5EF4-FFF2-40B4-BE49-F238E27FC236}">
                <a16:creationId xmlns:a16="http://schemas.microsoft.com/office/drawing/2014/main" id="{C5E2E54E-22E8-5F9E-275E-A6D09DC4455C}"/>
              </a:ext>
            </a:extLst>
          </p:cNvPr>
          <p:cNvSpPr>
            <a:spLocks noGrp="1"/>
          </p:cNvSpPr>
          <p:nvPr>
            <p:ph type="title"/>
          </p:nvPr>
        </p:nvSpPr>
        <p:spPr/>
        <p:txBody>
          <a:bodyPr/>
          <a:lstStyle/>
          <a:p>
            <a:endParaRPr lang="en-AU"/>
          </a:p>
        </p:txBody>
      </p:sp>
    </p:spTree>
    <p:extLst>
      <p:ext uri="{BB962C8B-B14F-4D97-AF65-F5344CB8AC3E}">
        <p14:creationId xmlns:p14="http://schemas.microsoft.com/office/powerpoint/2010/main" val="92590909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Content Placeholder 23">
            <a:extLst>
              <a:ext uri="{FF2B5EF4-FFF2-40B4-BE49-F238E27FC236}">
                <a16:creationId xmlns:a16="http://schemas.microsoft.com/office/drawing/2014/main" id="{C90BDD2B-5779-6ECE-5B27-61643D1E2F0C}"/>
              </a:ext>
            </a:extLst>
          </p:cNvPr>
          <p:cNvSpPr>
            <a:spLocks noGrp="1"/>
          </p:cNvSpPr>
          <p:nvPr>
            <p:ph sz="half" idx="1"/>
          </p:nvPr>
        </p:nvSpPr>
        <p:spPr/>
        <p:txBody>
          <a:bodyPr/>
          <a:lstStyle/>
          <a:p>
            <a:endParaRPr lang="en-AU"/>
          </a:p>
        </p:txBody>
      </p:sp>
      <p:sp>
        <p:nvSpPr>
          <p:cNvPr id="25" name="Content Placeholder 24">
            <a:extLst>
              <a:ext uri="{FF2B5EF4-FFF2-40B4-BE49-F238E27FC236}">
                <a16:creationId xmlns:a16="http://schemas.microsoft.com/office/drawing/2014/main" id="{1A229724-69CA-07BC-C8F9-796960D5002E}"/>
              </a:ext>
            </a:extLst>
          </p:cNvPr>
          <p:cNvSpPr>
            <a:spLocks noGrp="1"/>
          </p:cNvSpPr>
          <p:nvPr>
            <p:ph sz="half" idx="2"/>
          </p:nvPr>
        </p:nvSpPr>
        <p:spPr/>
        <p:txBody>
          <a:bodyPr/>
          <a:lstStyle/>
          <a:p>
            <a:endParaRPr lang="en-AU"/>
          </a:p>
        </p:txBody>
      </p:sp>
      <p:sp>
        <p:nvSpPr>
          <p:cNvPr id="26" name="Content Placeholder 25">
            <a:extLst>
              <a:ext uri="{FF2B5EF4-FFF2-40B4-BE49-F238E27FC236}">
                <a16:creationId xmlns:a16="http://schemas.microsoft.com/office/drawing/2014/main" id="{B71C03BD-ECB3-39D0-BDB5-6732E0AE7A58}"/>
              </a:ext>
            </a:extLst>
          </p:cNvPr>
          <p:cNvSpPr>
            <a:spLocks noGrp="1"/>
          </p:cNvSpPr>
          <p:nvPr>
            <p:ph sz="half" idx="15"/>
          </p:nvPr>
        </p:nvSpPr>
        <p:spPr/>
        <p:txBody>
          <a:bodyPr/>
          <a:lstStyle/>
          <a:p>
            <a:endParaRPr lang="en-AU"/>
          </a:p>
        </p:txBody>
      </p:sp>
      <p:sp>
        <p:nvSpPr>
          <p:cNvPr id="23" name="Title 22">
            <a:extLst>
              <a:ext uri="{FF2B5EF4-FFF2-40B4-BE49-F238E27FC236}">
                <a16:creationId xmlns:a16="http://schemas.microsoft.com/office/drawing/2014/main" id="{2A68D9B2-82F9-BD4A-457B-B7D7401C3128}"/>
              </a:ext>
            </a:extLst>
          </p:cNvPr>
          <p:cNvSpPr>
            <a:spLocks noGrp="1"/>
          </p:cNvSpPr>
          <p:nvPr>
            <p:ph type="title"/>
          </p:nvPr>
        </p:nvSpPr>
        <p:spPr/>
        <p:txBody>
          <a:bodyPr/>
          <a:lstStyle/>
          <a:p>
            <a:endParaRPr lang="en-AU"/>
          </a:p>
        </p:txBody>
      </p:sp>
    </p:spTree>
    <p:extLst>
      <p:ext uri="{BB962C8B-B14F-4D97-AF65-F5344CB8AC3E}">
        <p14:creationId xmlns:p14="http://schemas.microsoft.com/office/powerpoint/2010/main" val="313452537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D97F0EE0-6A8C-ECC3-8176-50A5EE4C5AED}"/>
              </a:ext>
            </a:extLst>
          </p:cNvPr>
          <p:cNvSpPr>
            <a:spLocks noGrp="1"/>
          </p:cNvSpPr>
          <p:nvPr>
            <p:ph sz="half" idx="1"/>
          </p:nvPr>
        </p:nvSpPr>
        <p:spPr/>
        <p:txBody>
          <a:bodyPr/>
          <a:lstStyle/>
          <a:p>
            <a:endParaRPr lang="en-AU"/>
          </a:p>
        </p:txBody>
      </p:sp>
      <p:sp>
        <p:nvSpPr>
          <p:cNvPr id="11" name="Content Placeholder 10">
            <a:extLst>
              <a:ext uri="{FF2B5EF4-FFF2-40B4-BE49-F238E27FC236}">
                <a16:creationId xmlns:a16="http://schemas.microsoft.com/office/drawing/2014/main" id="{72334502-69EF-3956-E757-DDE4B4E244FD}"/>
              </a:ext>
            </a:extLst>
          </p:cNvPr>
          <p:cNvSpPr>
            <a:spLocks noGrp="1"/>
          </p:cNvSpPr>
          <p:nvPr>
            <p:ph sz="half" idx="2"/>
          </p:nvPr>
        </p:nvSpPr>
        <p:spPr/>
        <p:txBody>
          <a:bodyPr/>
          <a:lstStyle/>
          <a:p>
            <a:endParaRPr lang="en-AU"/>
          </a:p>
        </p:txBody>
      </p:sp>
      <p:sp>
        <p:nvSpPr>
          <p:cNvPr id="12" name="Content Placeholder 11">
            <a:extLst>
              <a:ext uri="{FF2B5EF4-FFF2-40B4-BE49-F238E27FC236}">
                <a16:creationId xmlns:a16="http://schemas.microsoft.com/office/drawing/2014/main" id="{29041D6D-08B6-F15B-2C66-BD72979D2A65}"/>
              </a:ext>
            </a:extLst>
          </p:cNvPr>
          <p:cNvSpPr>
            <a:spLocks noGrp="1"/>
          </p:cNvSpPr>
          <p:nvPr>
            <p:ph sz="half" idx="15"/>
          </p:nvPr>
        </p:nvSpPr>
        <p:spPr/>
        <p:txBody>
          <a:bodyPr/>
          <a:lstStyle/>
          <a:p>
            <a:endParaRPr lang="en-AU"/>
          </a:p>
        </p:txBody>
      </p:sp>
      <p:sp>
        <p:nvSpPr>
          <p:cNvPr id="13" name="Content Placeholder 12">
            <a:extLst>
              <a:ext uri="{FF2B5EF4-FFF2-40B4-BE49-F238E27FC236}">
                <a16:creationId xmlns:a16="http://schemas.microsoft.com/office/drawing/2014/main" id="{1439CBE9-6CE3-124B-2401-19332F27983A}"/>
              </a:ext>
            </a:extLst>
          </p:cNvPr>
          <p:cNvSpPr>
            <a:spLocks noGrp="1"/>
          </p:cNvSpPr>
          <p:nvPr>
            <p:ph sz="half" idx="17"/>
          </p:nvPr>
        </p:nvSpPr>
        <p:spPr/>
        <p:txBody>
          <a:bodyPr/>
          <a:lstStyle/>
          <a:p>
            <a:endParaRPr lang="en-AU"/>
          </a:p>
        </p:txBody>
      </p:sp>
      <p:sp>
        <p:nvSpPr>
          <p:cNvPr id="9" name="Title 8">
            <a:extLst>
              <a:ext uri="{FF2B5EF4-FFF2-40B4-BE49-F238E27FC236}">
                <a16:creationId xmlns:a16="http://schemas.microsoft.com/office/drawing/2014/main" id="{0F9882D6-D811-8049-02A3-8EC5F978C707}"/>
              </a:ext>
            </a:extLst>
          </p:cNvPr>
          <p:cNvSpPr>
            <a:spLocks noGrp="1"/>
          </p:cNvSpPr>
          <p:nvPr>
            <p:ph type="title"/>
          </p:nvPr>
        </p:nvSpPr>
        <p:spPr/>
        <p:txBody>
          <a:bodyPr/>
          <a:lstStyle/>
          <a:p>
            <a:endParaRPr lang="en-AU"/>
          </a:p>
        </p:txBody>
      </p:sp>
    </p:spTree>
    <p:extLst>
      <p:ext uri="{BB962C8B-B14F-4D97-AF65-F5344CB8AC3E}">
        <p14:creationId xmlns:p14="http://schemas.microsoft.com/office/powerpoint/2010/main" val="179642998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Content Placeholder 17">
            <a:extLst>
              <a:ext uri="{FF2B5EF4-FFF2-40B4-BE49-F238E27FC236}">
                <a16:creationId xmlns:a16="http://schemas.microsoft.com/office/drawing/2014/main" id="{840EF26B-7D6E-8B00-DC79-C27FE9E5B3E5}"/>
              </a:ext>
            </a:extLst>
          </p:cNvPr>
          <p:cNvSpPr>
            <a:spLocks noGrp="1"/>
          </p:cNvSpPr>
          <p:nvPr>
            <p:ph sz="half" idx="1"/>
          </p:nvPr>
        </p:nvSpPr>
        <p:spPr/>
        <p:txBody>
          <a:bodyPr/>
          <a:lstStyle/>
          <a:p>
            <a:endParaRPr lang="en-AU"/>
          </a:p>
        </p:txBody>
      </p:sp>
      <p:sp>
        <p:nvSpPr>
          <p:cNvPr id="19" name="Content Placeholder 18">
            <a:extLst>
              <a:ext uri="{FF2B5EF4-FFF2-40B4-BE49-F238E27FC236}">
                <a16:creationId xmlns:a16="http://schemas.microsoft.com/office/drawing/2014/main" id="{B5A6653E-1E06-64BB-5D2D-51F75AE67A1F}"/>
              </a:ext>
            </a:extLst>
          </p:cNvPr>
          <p:cNvSpPr>
            <a:spLocks noGrp="1"/>
          </p:cNvSpPr>
          <p:nvPr>
            <p:ph sz="half" idx="2"/>
          </p:nvPr>
        </p:nvSpPr>
        <p:spPr/>
        <p:txBody>
          <a:bodyPr/>
          <a:lstStyle/>
          <a:p>
            <a:endParaRPr lang="en-AU"/>
          </a:p>
        </p:txBody>
      </p:sp>
      <p:sp>
        <p:nvSpPr>
          <p:cNvPr id="20" name="Content Placeholder 19">
            <a:extLst>
              <a:ext uri="{FF2B5EF4-FFF2-40B4-BE49-F238E27FC236}">
                <a16:creationId xmlns:a16="http://schemas.microsoft.com/office/drawing/2014/main" id="{A8FB0378-4399-F887-2B32-92E69956BE42}"/>
              </a:ext>
            </a:extLst>
          </p:cNvPr>
          <p:cNvSpPr>
            <a:spLocks noGrp="1"/>
          </p:cNvSpPr>
          <p:nvPr>
            <p:ph sz="half" idx="15"/>
          </p:nvPr>
        </p:nvSpPr>
        <p:spPr/>
        <p:txBody>
          <a:bodyPr/>
          <a:lstStyle/>
          <a:p>
            <a:endParaRPr lang="en-AU"/>
          </a:p>
        </p:txBody>
      </p:sp>
      <p:sp>
        <p:nvSpPr>
          <p:cNvPr id="21" name="Picture Placeholder 20">
            <a:extLst>
              <a:ext uri="{FF2B5EF4-FFF2-40B4-BE49-F238E27FC236}">
                <a16:creationId xmlns:a16="http://schemas.microsoft.com/office/drawing/2014/main" id="{838AE463-3AD1-0AA9-FA19-83B7B8957671}"/>
              </a:ext>
            </a:extLst>
          </p:cNvPr>
          <p:cNvSpPr>
            <a:spLocks noGrp="1"/>
          </p:cNvSpPr>
          <p:nvPr>
            <p:ph type="pic" sz="quarter" idx="16"/>
          </p:nvPr>
        </p:nvSpPr>
        <p:spPr/>
        <p:txBody>
          <a:bodyPr/>
          <a:lstStyle/>
          <a:p>
            <a:endParaRPr lang="en-AU"/>
          </a:p>
        </p:txBody>
      </p:sp>
      <p:sp>
        <p:nvSpPr>
          <p:cNvPr id="22" name="Picture Placeholder 21">
            <a:extLst>
              <a:ext uri="{FF2B5EF4-FFF2-40B4-BE49-F238E27FC236}">
                <a16:creationId xmlns:a16="http://schemas.microsoft.com/office/drawing/2014/main" id="{64B76C46-111A-F0DF-8B4E-D50EA2B1DF22}"/>
              </a:ext>
            </a:extLst>
          </p:cNvPr>
          <p:cNvSpPr>
            <a:spLocks noGrp="1"/>
          </p:cNvSpPr>
          <p:nvPr>
            <p:ph type="pic" sz="quarter" idx="17"/>
          </p:nvPr>
        </p:nvSpPr>
        <p:spPr/>
        <p:txBody>
          <a:bodyPr/>
          <a:lstStyle/>
          <a:p>
            <a:endParaRPr lang="en-AU"/>
          </a:p>
        </p:txBody>
      </p:sp>
      <p:sp>
        <p:nvSpPr>
          <p:cNvPr id="23" name="Picture Placeholder 22">
            <a:extLst>
              <a:ext uri="{FF2B5EF4-FFF2-40B4-BE49-F238E27FC236}">
                <a16:creationId xmlns:a16="http://schemas.microsoft.com/office/drawing/2014/main" id="{0B61B2C2-5921-8BA9-60A7-4426462D5B96}"/>
              </a:ext>
            </a:extLst>
          </p:cNvPr>
          <p:cNvSpPr>
            <a:spLocks noGrp="1"/>
          </p:cNvSpPr>
          <p:nvPr>
            <p:ph type="pic" sz="quarter" idx="18"/>
          </p:nvPr>
        </p:nvSpPr>
        <p:spPr/>
        <p:txBody>
          <a:bodyPr/>
          <a:lstStyle/>
          <a:p>
            <a:endParaRPr lang="en-AU"/>
          </a:p>
        </p:txBody>
      </p:sp>
      <p:sp>
        <p:nvSpPr>
          <p:cNvPr id="10" name="Title 9">
            <a:extLst>
              <a:ext uri="{FF2B5EF4-FFF2-40B4-BE49-F238E27FC236}">
                <a16:creationId xmlns:a16="http://schemas.microsoft.com/office/drawing/2014/main" id="{9A824699-CD63-C651-2DB6-AA5B37718C6C}"/>
              </a:ext>
            </a:extLst>
          </p:cNvPr>
          <p:cNvSpPr>
            <a:spLocks noGrp="1"/>
          </p:cNvSpPr>
          <p:nvPr>
            <p:ph type="title"/>
          </p:nvPr>
        </p:nvSpPr>
        <p:spPr/>
        <p:txBody>
          <a:bodyPr/>
          <a:lstStyle/>
          <a:p>
            <a:endParaRPr lang="en-AU"/>
          </a:p>
        </p:txBody>
      </p:sp>
    </p:spTree>
    <p:extLst>
      <p:ext uri="{BB962C8B-B14F-4D97-AF65-F5344CB8AC3E}">
        <p14:creationId xmlns:p14="http://schemas.microsoft.com/office/powerpoint/2010/main" val="426636872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40BCAFFB-7A03-94B9-38F9-4A0B2B340354}"/>
              </a:ext>
            </a:extLst>
          </p:cNvPr>
          <p:cNvSpPr>
            <a:spLocks noGrp="1"/>
          </p:cNvSpPr>
          <p:nvPr>
            <p:ph type="pic" sz="quarter" idx="10"/>
          </p:nvPr>
        </p:nvSpPr>
        <p:spPr/>
        <p:txBody>
          <a:bodyPr/>
          <a:lstStyle/>
          <a:p>
            <a:endParaRPr lang="en-AU"/>
          </a:p>
        </p:txBody>
      </p:sp>
      <p:sp>
        <p:nvSpPr>
          <p:cNvPr id="15" name="Content Placeholder 14">
            <a:extLst>
              <a:ext uri="{FF2B5EF4-FFF2-40B4-BE49-F238E27FC236}">
                <a16:creationId xmlns:a16="http://schemas.microsoft.com/office/drawing/2014/main" id="{BFFC2EE4-B2C4-3D26-4A7B-98883CD52901}"/>
              </a:ext>
            </a:extLst>
          </p:cNvPr>
          <p:cNvSpPr>
            <a:spLocks noGrp="1"/>
          </p:cNvSpPr>
          <p:nvPr>
            <p:ph sz="half" idx="28"/>
          </p:nvPr>
        </p:nvSpPr>
        <p:spPr/>
        <p:txBody>
          <a:bodyPr/>
          <a:lstStyle/>
          <a:p>
            <a:endParaRPr lang="en-AU" dirty="0"/>
          </a:p>
        </p:txBody>
      </p:sp>
      <p:sp>
        <p:nvSpPr>
          <p:cNvPr id="16" name="Text Placeholder 15">
            <a:extLst>
              <a:ext uri="{FF2B5EF4-FFF2-40B4-BE49-F238E27FC236}">
                <a16:creationId xmlns:a16="http://schemas.microsoft.com/office/drawing/2014/main" id="{0678FEA6-4081-FF72-EB62-840D171BBBB6}"/>
              </a:ext>
            </a:extLst>
          </p:cNvPr>
          <p:cNvSpPr>
            <a:spLocks noGrp="1"/>
          </p:cNvSpPr>
          <p:nvPr>
            <p:ph type="body" sz="quarter" idx="30"/>
          </p:nvPr>
        </p:nvSpPr>
        <p:spPr/>
        <p:txBody>
          <a:bodyPr/>
          <a:lstStyle/>
          <a:p>
            <a:endParaRPr lang="en-AU" dirty="0"/>
          </a:p>
        </p:txBody>
      </p:sp>
      <p:sp>
        <p:nvSpPr>
          <p:cNvPr id="17" name="Content Placeholder 16">
            <a:extLst>
              <a:ext uri="{FF2B5EF4-FFF2-40B4-BE49-F238E27FC236}">
                <a16:creationId xmlns:a16="http://schemas.microsoft.com/office/drawing/2014/main" id="{A720D6B5-6C2C-5632-D4BC-E0CBA1976756}"/>
              </a:ext>
            </a:extLst>
          </p:cNvPr>
          <p:cNvSpPr>
            <a:spLocks noGrp="1"/>
          </p:cNvSpPr>
          <p:nvPr>
            <p:ph sz="half" idx="32"/>
          </p:nvPr>
        </p:nvSpPr>
        <p:spPr/>
        <p:txBody>
          <a:bodyPr/>
          <a:lstStyle/>
          <a:p>
            <a:endParaRPr lang="en-AU"/>
          </a:p>
        </p:txBody>
      </p:sp>
      <p:sp>
        <p:nvSpPr>
          <p:cNvPr id="18" name="Content Placeholder 17">
            <a:extLst>
              <a:ext uri="{FF2B5EF4-FFF2-40B4-BE49-F238E27FC236}">
                <a16:creationId xmlns:a16="http://schemas.microsoft.com/office/drawing/2014/main" id="{ED382E3E-A017-1E5E-0F1D-2B4C0E03C584}"/>
              </a:ext>
            </a:extLst>
          </p:cNvPr>
          <p:cNvSpPr>
            <a:spLocks noGrp="1"/>
          </p:cNvSpPr>
          <p:nvPr>
            <p:ph sz="half" idx="33"/>
          </p:nvPr>
        </p:nvSpPr>
        <p:spPr/>
        <p:txBody>
          <a:bodyPr/>
          <a:lstStyle/>
          <a:p>
            <a:endParaRPr lang="en-AU"/>
          </a:p>
        </p:txBody>
      </p:sp>
      <p:sp>
        <p:nvSpPr>
          <p:cNvPr id="19" name="Content Placeholder 18">
            <a:extLst>
              <a:ext uri="{FF2B5EF4-FFF2-40B4-BE49-F238E27FC236}">
                <a16:creationId xmlns:a16="http://schemas.microsoft.com/office/drawing/2014/main" id="{C6A47A0C-C0A6-EC23-39F9-AE34E3AD2BA0}"/>
              </a:ext>
            </a:extLst>
          </p:cNvPr>
          <p:cNvSpPr>
            <a:spLocks noGrp="1"/>
          </p:cNvSpPr>
          <p:nvPr>
            <p:ph sz="half" idx="34"/>
          </p:nvPr>
        </p:nvSpPr>
        <p:spPr/>
        <p:txBody>
          <a:bodyPr/>
          <a:lstStyle/>
          <a:p>
            <a:endParaRPr lang="en-AU"/>
          </a:p>
        </p:txBody>
      </p:sp>
      <p:sp>
        <p:nvSpPr>
          <p:cNvPr id="20" name="Text Placeholder 19">
            <a:extLst>
              <a:ext uri="{FF2B5EF4-FFF2-40B4-BE49-F238E27FC236}">
                <a16:creationId xmlns:a16="http://schemas.microsoft.com/office/drawing/2014/main" id="{FDD9292E-5271-8B77-9EF1-A5AD72893AD6}"/>
              </a:ext>
            </a:extLst>
          </p:cNvPr>
          <p:cNvSpPr>
            <a:spLocks noGrp="1"/>
          </p:cNvSpPr>
          <p:nvPr>
            <p:ph type="body" sz="quarter" idx="36"/>
          </p:nvPr>
        </p:nvSpPr>
        <p:spPr/>
        <p:txBody>
          <a:bodyPr/>
          <a:lstStyle/>
          <a:p>
            <a:endParaRPr lang="en-AU"/>
          </a:p>
        </p:txBody>
      </p:sp>
      <p:sp>
        <p:nvSpPr>
          <p:cNvPr id="21" name="Text Placeholder 20">
            <a:extLst>
              <a:ext uri="{FF2B5EF4-FFF2-40B4-BE49-F238E27FC236}">
                <a16:creationId xmlns:a16="http://schemas.microsoft.com/office/drawing/2014/main" id="{8E53C1F7-9B9A-744D-C335-76ABCBBBDDC9}"/>
              </a:ext>
            </a:extLst>
          </p:cNvPr>
          <p:cNvSpPr>
            <a:spLocks noGrp="1"/>
          </p:cNvSpPr>
          <p:nvPr>
            <p:ph type="body" sz="quarter" idx="37"/>
          </p:nvPr>
        </p:nvSpPr>
        <p:spPr/>
        <p:txBody>
          <a:bodyPr/>
          <a:lstStyle/>
          <a:p>
            <a:endParaRPr lang="en-AU"/>
          </a:p>
        </p:txBody>
      </p:sp>
      <p:sp>
        <p:nvSpPr>
          <p:cNvPr id="13" name="Title 12">
            <a:extLst>
              <a:ext uri="{FF2B5EF4-FFF2-40B4-BE49-F238E27FC236}">
                <a16:creationId xmlns:a16="http://schemas.microsoft.com/office/drawing/2014/main" id="{C30AB9A2-BF48-7A14-0AF6-48C00317C732}"/>
              </a:ext>
            </a:extLst>
          </p:cNvPr>
          <p:cNvSpPr>
            <a:spLocks noGrp="1"/>
          </p:cNvSpPr>
          <p:nvPr>
            <p:ph type="title"/>
          </p:nvPr>
        </p:nvSpPr>
        <p:spPr/>
        <p:txBody>
          <a:bodyPr/>
          <a:lstStyle/>
          <a:p>
            <a:endParaRPr lang="en-AU"/>
          </a:p>
        </p:txBody>
      </p:sp>
    </p:spTree>
    <p:extLst>
      <p:ext uri="{BB962C8B-B14F-4D97-AF65-F5344CB8AC3E}">
        <p14:creationId xmlns:p14="http://schemas.microsoft.com/office/powerpoint/2010/main" val="276337066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D4BF9F-F5A7-F4F7-957E-E4E40C6749EE}"/>
            </a:ext>
          </a:extLst>
        </p:cNvPr>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4E3F95B8-7ACF-94CB-C275-619370478C0F}"/>
              </a:ext>
            </a:extLst>
          </p:cNvPr>
          <p:cNvSpPr>
            <a:spLocks noGrp="1"/>
          </p:cNvSpPr>
          <p:nvPr>
            <p:ph type="pic" sz="quarter" idx="10"/>
          </p:nvPr>
        </p:nvSpPr>
        <p:spPr/>
        <p:txBody>
          <a:bodyPr/>
          <a:lstStyle/>
          <a:p>
            <a:endParaRPr lang="en-AU"/>
          </a:p>
        </p:txBody>
      </p:sp>
      <p:sp>
        <p:nvSpPr>
          <p:cNvPr id="11" name="Content Placeholder 10">
            <a:extLst>
              <a:ext uri="{FF2B5EF4-FFF2-40B4-BE49-F238E27FC236}">
                <a16:creationId xmlns:a16="http://schemas.microsoft.com/office/drawing/2014/main" id="{EC5F31C2-D420-5E01-F7DF-ED689C2BC797}"/>
              </a:ext>
            </a:extLst>
          </p:cNvPr>
          <p:cNvSpPr>
            <a:spLocks noGrp="1"/>
          </p:cNvSpPr>
          <p:nvPr>
            <p:ph sz="half" idx="28"/>
          </p:nvPr>
        </p:nvSpPr>
        <p:spPr/>
        <p:txBody>
          <a:bodyPr/>
          <a:lstStyle/>
          <a:p>
            <a:endParaRPr lang="en-AU"/>
          </a:p>
        </p:txBody>
      </p:sp>
      <p:sp>
        <p:nvSpPr>
          <p:cNvPr id="12" name="Content Placeholder 11">
            <a:extLst>
              <a:ext uri="{FF2B5EF4-FFF2-40B4-BE49-F238E27FC236}">
                <a16:creationId xmlns:a16="http://schemas.microsoft.com/office/drawing/2014/main" id="{3610DA6D-2986-C613-431C-71B331294E0B}"/>
              </a:ext>
            </a:extLst>
          </p:cNvPr>
          <p:cNvSpPr>
            <a:spLocks noGrp="1"/>
          </p:cNvSpPr>
          <p:nvPr>
            <p:ph sz="half" idx="29"/>
          </p:nvPr>
        </p:nvSpPr>
        <p:spPr/>
        <p:txBody>
          <a:bodyPr/>
          <a:lstStyle/>
          <a:p>
            <a:endParaRPr lang="en-AU"/>
          </a:p>
        </p:txBody>
      </p:sp>
      <p:sp>
        <p:nvSpPr>
          <p:cNvPr id="13" name="Content Placeholder 12">
            <a:extLst>
              <a:ext uri="{FF2B5EF4-FFF2-40B4-BE49-F238E27FC236}">
                <a16:creationId xmlns:a16="http://schemas.microsoft.com/office/drawing/2014/main" id="{4BA1BE21-17DE-A33C-3AF4-B2C457DD35BB}"/>
              </a:ext>
            </a:extLst>
          </p:cNvPr>
          <p:cNvSpPr>
            <a:spLocks noGrp="1"/>
          </p:cNvSpPr>
          <p:nvPr>
            <p:ph sz="half" idx="30"/>
          </p:nvPr>
        </p:nvSpPr>
        <p:spPr/>
        <p:txBody>
          <a:bodyPr/>
          <a:lstStyle/>
          <a:p>
            <a:endParaRPr lang="en-AU"/>
          </a:p>
        </p:txBody>
      </p:sp>
      <p:sp>
        <p:nvSpPr>
          <p:cNvPr id="9" name="Title 8">
            <a:extLst>
              <a:ext uri="{FF2B5EF4-FFF2-40B4-BE49-F238E27FC236}">
                <a16:creationId xmlns:a16="http://schemas.microsoft.com/office/drawing/2014/main" id="{CFAF51DF-453D-B1F1-C6DF-8267C59443B0}"/>
              </a:ext>
            </a:extLst>
          </p:cNvPr>
          <p:cNvSpPr>
            <a:spLocks noGrp="1"/>
          </p:cNvSpPr>
          <p:nvPr>
            <p:ph type="title"/>
          </p:nvPr>
        </p:nvSpPr>
        <p:spPr/>
        <p:txBody>
          <a:bodyPr/>
          <a:lstStyle/>
          <a:p>
            <a:endParaRPr lang="en-AU"/>
          </a:p>
        </p:txBody>
      </p:sp>
    </p:spTree>
    <p:extLst>
      <p:ext uri="{BB962C8B-B14F-4D97-AF65-F5344CB8AC3E}">
        <p14:creationId xmlns:p14="http://schemas.microsoft.com/office/powerpoint/2010/main" val="260203236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Picture Placeholder 65">
            <a:extLst>
              <a:ext uri="{FF2B5EF4-FFF2-40B4-BE49-F238E27FC236}">
                <a16:creationId xmlns:a16="http://schemas.microsoft.com/office/drawing/2014/main" id="{461AD2DC-994C-ED42-5630-63240520662F}"/>
              </a:ext>
            </a:extLst>
          </p:cNvPr>
          <p:cNvSpPr>
            <a:spLocks noGrp="1"/>
          </p:cNvSpPr>
          <p:nvPr>
            <p:ph type="pic" sz="quarter" idx="10"/>
          </p:nvPr>
        </p:nvSpPr>
        <p:spPr/>
        <p:txBody>
          <a:bodyPr/>
          <a:lstStyle/>
          <a:p>
            <a:endParaRPr lang="en-AU"/>
          </a:p>
        </p:txBody>
      </p:sp>
      <p:sp>
        <p:nvSpPr>
          <p:cNvPr id="67" name="Picture Placeholder 66">
            <a:extLst>
              <a:ext uri="{FF2B5EF4-FFF2-40B4-BE49-F238E27FC236}">
                <a16:creationId xmlns:a16="http://schemas.microsoft.com/office/drawing/2014/main" id="{6E9627D8-AC62-99D6-0F78-12BCC0DAC351}"/>
              </a:ext>
            </a:extLst>
          </p:cNvPr>
          <p:cNvSpPr>
            <a:spLocks noGrp="1"/>
          </p:cNvSpPr>
          <p:nvPr>
            <p:ph type="pic" sz="quarter" idx="11"/>
          </p:nvPr>
        </p:nvSpPr>
        <p:spPr/>
        <p:txBody>
          <a:bodyPr/>
          <a:lstStyle/>
          <a:p>
            <a:endParaRPr lang="en-AU"/>
          </a:p>
        </p:txBody>
      </p:sp>
      <p:sp>
        <p:nvSpPr>
          <p:cNvPr id="68" name="Picture Placeholder 67">
            <a:extLst>
              <a:ext uri="{FF2B5EF4-FFF2-40B4-BE49-F238E27FC236}">
                <a16:creationId xmlns:a16="http://schemas.microsoft.com/office/drawing/2014/main" id="{0C666A7F-DC48-69CA-0B91-458789B0AC0E}"/>
              </a:ext>
            </a:extLst>
          </p:cNvPr>
          <p:cNvSpPr>
            <a:spLocks noGrp="1"/>
          </p:cNvSpPr>
          <p:nvPr>
            <p:ph type="pic" sz="quarter" idx="12"/>
          </p:nvPr>
        </p:nvSpPr>
        <p:spPr/>
        <p:txBody>
          <a:bodyPr/>
          <a:lstStyle/>
          <a:p>
            <a:endParaRPr lang="en-AU"/>
          </a:p>
        </p:txBody>
      </p:sp>
      <p:sp>
        <p:nvSpPr>
          <p:cNvPr id="69" name="Picture Placeholder 68">
            <a:extLst>
              <a:ext uri="{FF2B5EF4-FFF2-40B4-BE49-F238E27FC236}">
                <a16:creationId xmlns:a16="http://schemas.microsoft.com/office/drawing/2014/main" id="{B2351557-44C4-AEF1-8CD3-9AAB2A684A97}"/>
              </a:ext>
            </a:extLst>
          </p:cNvPr>
          <p:cNvSpPr>
            <a:spLocks noGrp="1"/>
          </p:cNvSpPr>
          <p:nvPr>
            <p:ph type="pic" sz="quarter" idx="13"/>
          </p:nvPr>
        </p:nvSpPr>
        <p:spPr/>
        <p:txBody>
          <a:bodyPr/>
          <a:lstStyle/>
          <a:p>
            <a:endParaRPr lang="en-AU"/>
          </a:p>
        </p:txBody>
      </p:sp>
      <p:sp>
        <p:nvSpPr>
          <p:cNvPr id="70" name="Picture Placeholder 69">
            <a:extLst>
              <a:ext uri="{FF2B5EF4-FFF2-40B4-BE49-F238E27FC236}">
                <a16:creationId xmlns:a16="http://schemas.microsoft.com/office/drawing/2014/main" id="{8080172C-A82D-951A-057C-E8E14D8C97E5}"/>
              </a:ext>
            </a:extLst>
          </p:cNvPr>
          <p:cNvSpPr>
            <a:spLocks noGrp="1"/>
          </p:cNvSpPr>
          <p:nvPr>
            <p:ph type="pic" sz="quarter" idx="14"/>
          </p:nvPr>
        </p:nvSpPr>
        <p:spPr/>
        <p:txBody>
          <a:bodyPr/>
          <a:lstStyle/>
          <a:p>
            <a:endParaRPr lang="en-AU"/>
          </a:p>
        </p:txBody>
      </p:sp>
      <p:sp>
        <p:nvSpPr>
          <p:cNvPr id="71" name="Picture Placeholder 70">
            <a:extLst>
              <a:ext uri="{FF2B5EF4-FFF2-40B4-BE49-F238E27FC236}">
                <a16:creationId xmlns:a16="http://schemas.microsoft.com/office/drawing/2014/main" id="{0EE1AF40-15BF-4E35-70D4-7C529FB53C05}"/>
              </a:ext>
            </a:extLst>
          </p:cNvPr>
          <p:cNvSpPr>
            <a:spLocks noGrp="1"/>
          </p:cNvSpPr>
          <p:nvPr>
            <p:ph type="pic" sz="quarter" idx="15"/>
          </p:nvPr>
        </p:nvSpPr>
        <p:spPr/>
        <p:txBody>
          <a:bodyPr/>
          <a:lstStyle/>
          <a:p>
            <a:endParaRPr lang="en-AU"/>
          </a:p>
        </p:txBody>
      </p:sp>
      <p:sp>
        <p:nvSpPr>
          <p:cNvPr id="72" name="Picture Placeholder 71">
            <a:extLst>
              <a:ext uri="{FF2B5EF4-FFF2-40B4-BE49-F238E27FC236}">
                <a16:creationId xmlns:a16="http://schemas.microsoft.com/office/drawing/2014/main" id="{6C0FD8B9-5E96-9456-0AFC-70D38BFC494F}"/>
              </a:ext>
            </a:extLst>
          </p:cNvPr>
          <p:cNvSpPr>
            <a:spLocks noGrp="1"/>
          </p:cNvSpPr>
          <p:nvPr>
            <p:ph type="pic" sz="quarter" idx="16"/>
          </p:nvPr>
        </p:nvSpPr>
        <p:spPr/>
        <p:txBody>
          <a:bodyPr/>
          <a:lstStyle/>
          <a:p>
            <a:endParaRPr lang="en-AU"/>
          </a:p>
        </p:txBody>
      </p:sp>
      <p:sp>
        <p:nvSpPr>
          <p:cNvPr id="73" name="Picture Placeholder 72">
            <a:extLst>
              <a:ext uri="{FF2B5EF4-FFF2-40B4-BE49-F238E27FC236}">
                <a16:creationId xmlns:a16="http://schemas.microsoft.com/office/drawing/2014/main" id="{248C3A4E-96E6-C738-0F25-807CA327CB25}"/>
              </a:ext>
            </a:extLst>
          </p:cNvPr>
          <p:cNvSpPr>
            <a:spLocks noGrp="1"/>
          </p:cNvSpPr>
          <p:nvPr>
            <p:ph type="pic" sz="quarter" idx="17"/>
          </p:nvPr>
        </p:nvSpPr>
        <p:spPr/>
        <p:txBody>
          <a:bodyPr/>
          <a:lstStyle/>
          <a:p>
            <a:endParaRPr lang="en-AU"/>
          </a:p>
        </p:txBody>
      </p:sp>
      <p:sp>
        <p:nvSpPr>
          <p:cNvPr id="74" name="Picture Placeholder 73">
            <a:extLst>
              <a:ext uri="{FF2B5EF4-FFF2-40B4-BE49-F238E27FC236}">
                <a16:creationId xmlns:a16="http://schemas.microsoft.com/office/drawing/2014/main" id="{CE494275-F7A2-B30A-CC9A-A9E064935406}"/>
              </a:ext>
            </a:extLst>
          </p:cNvPr>
          <p:cNvSpPr>
            <a:spLocks noGrp="1"/>
          </p:cNvSpPr>
          <p:nvPr>
            <p:ph type="pic" sz="quarter" idx="18"/>
          </p:nvPr>
        </p:nvSpPr>
        <p:spPr/>
        <p:txBody>
          <a:bodyPr/>
          <a:lstStyle/>
          <a:p>
            <a:endParaRPr lang="en-AU"/>
          </a:p>
        </p:txBody>
      </p:sp>
      <p:sp>
        <p:nvSpPr>
          <p:cNvPr id="75" name="Picture Placeholder 74">
            <a:extLst>
              <a:ext uri="{FF2B5EF4-FFF2-40B4-BE49-F238E27FC236}">
                <a16:creationId xmlns:a16="http://schemas.microsoft.com/office/drawing/2014/main" id="{104618E1-D324-473E-3858-FA5ED4BE25F2}"/>
              </a:ext>
            </a:extLst>
          </p:cNvPr>
          <p:cNvSpPr>
            <a:spLocks noGrp="1"/>
          </p:cNvSpPr>
          <p:nvPr>
            <p:ph type="pic" sz="quarter" idx="19"/>
          </p:nvPr>
        </p:nvSpPr>
        <p:spPr/>
        <p:txBody>
          <a:bodyPr/>
          <a:lstStyle/>
          <a:p>
            <a:endParaRPr lang="en-AU"/>
          </a:p>
        </p:txBody>
      </p:sp>
      <p:sp>
        <p:nvSpPr>
          <p:cNvPr id="76" name="Picture Placeholder 75">
            <a:extLst>
              <a:ext uri="{FF2B5EF4-FFF2-40B4-BE49-F238E27FC236}">
                <a16:creationId xmlns:a16="http://schemas.microsoft.com/office/drawing/2014/main" id="{E5A81146-4DA9-CA35-2700-653120EAD75F}"/>
              </a:ext>
            </a:extLst>
          </p:cNvPr>
          <p:cNvSpPr>
            <a:spLocks noGrp="1"/>
          </p:cNvSpPr>
          <p:nvPr>
            <p:ph type="pic" sz="quarter" idx="20"/>
          </p:nvPr>
        </p:nvSpPr>
        <p:spPr/>
        <p:txBody>
          <a:bodyPr/>
          <a:lstStyle/>
          <a:p>
            <a:endParaRPr lang="en-AU"/>
          </a:p>
        </p:txBody>
      </p:sp>
      <p:sp>
        <p:nvSpPr>
          <p:cNvPr id="77" name="Picture Placeholder 76">
            <a:extLst>
              <a:ext uri="{FF2B5EF4-FFF2-40B4-BE49-F238E27FC236}">
                <a16:creationId xmlns:a16="http://schemas.microsoft.com/office/drawing/2014/main" id="{E78F04A0-0556-FCF6-203D-4CAAD14DCCC2}"/>
              </a:ext>
            </a:extLst>
          </p:cNvPr>
          <p:cNvSpPr>
            <a:spLocks noGrp="1"/>
          </p:cNvSpPr>
          <p:nvPr>
            <p:ph type="pic" sz="quarter" idx="21"/>
          </p:nvPr>
        </p:nvSpPr>
        <p:spPr/>
        <p:txBody>
          <a:bodyPr/>
          <a:lstStyle/>
          <a:p>
            <a:endParaRPr lang="en-AU"/>
          </a:p>
        </p:txBody>
      </p:sp>
      <p:sp>
        <p:nvSpPr>
          <p:cNvPr id="78" name="Picture Placeholder 77">
            <a:extLst>
              <a:ext uri="{FF2B5EF4-FFF2-40B4-BE49-F238E27FC236}">
                <a16:creationId xmlns:a16="http://schemas.microsoft.com/office/drawing/2014/main" id="{0D79861F-89D8-8369-E48B-61274963FEC6}"/>
              </a:ext>
            </a:extLst>
          </p:cNvPr>
          <p:cNvSpPr>
            <a:spLocks noGrp="1"/>
          </p:cNvSpPr>
          <p:nvPr>
            <p:ph type="pic" sz="quarter" idx="22"/>
          </p:nvPr>
        </p:nvSpPr>
        <p:spPr/>
        <p:txBody>
          <a:bodyPr/>
          <a:lstStyle/>
          <a:p>
            <a:endParaRPr lang="en-AU"/>
          </a:p>
        </p:txBody>
      </p:sp>
      <p:sp>
        <p:nvSpPr>
          <p:cNvPr id="79" name="Picture Placeholder 78">
            <a:extLst>
              <a:ext uri="{FF2B5EF4-FFF2-40B4-BE49-F238E27FC236}">
                <a16:creationId xmlns:a16="http://schemas.microsoft.com/office/drawing/2014/main" id="{5F5A8988-C7B2-C57B-F9DF-0183B2848F47}"/>
              </a:ext>
            </a:extLst>
          </p:cNvPr>
          <p:cNvSpPr>
            <a:spLocks noGrp="1"/>
          </p:cNvSpPr>
          <p:nvPr>
            <p:ph type="pic" sz="quarter" idx="23"/>
          </p:nvPr>
        </p:nvSpPr>
        <p:spPr/>
        <p:txBody>
          <a:bodyPr/>
          <a:lstStyle/>
          <a:p>
            <a:endParaRPr lang="en-AU"/>
          </a:p>
        </p:txBody>
      </p:sp>
      <p:sp>
        <p:nvSpPr>
          <p:cNvPr id="80" name="Picture Placeholder 79">
            <a:extLst>
              <a:ext uri="{FF2B5EF4-FFF2-40B4-BE49-F238E27FC236}">
                <a16:creationId xmlns:a16="http://schemas.microsoft.com/office/drawing/2014/main" id="{7200370E-A1D8-1197-3C28-AE138BD0E479}"/>
              </a:ext>
            </a:extLst>
          </p:cNvPr>
          <p:cNvSpPr>
            <a:spLocks noGrp="1"/>
          </p:cNvSpPr>
          <p:nvPr>
            <p:ph type="pic" sz="quarter" idx="24"/>
          </p:nvPr>
        </p:nvSpPr>
        <p:spPr/>
        <p:txBody>
          <a:bodyPr/>
          <a:lstStyle/>
          <a:p>
            <a:endParaRPr lang="en-AU"/>
          </a:p>
        </p:txBody>
      </p:sp>
      <p:sp>
        <p:nvSpPr>
          <p:cNvPr id="81" name="Picture Placeholder 80">
            <a:extLst>
              <a:ext uri="{FF2B5EF4-FFF2-40B4-BE49-F238E27FC236}">
                <a16:creationId xmlns:a16="http://schemas.microsoft.com/office/drawing/2014/main" id="{43BA334A-16F3-69B1-450F-0569ABAF9F43}"/>
              </a:ext>
            </a:extLst>
          </p:cNvPr>
          <p:cNvSpPr>
            <a:spLocks noGrp="1"/>
          </p:cNvSpPr>
          <p:nvPr>
            <p:ph type="pic" sz="quarter" idx="25"/>
          </p:nvPr>
        </p:nvSpPr>
        <p:spPr/>
        <p:txBody>
          <a:bodyPr/>
          <a:lstStyle/>
          <a:p>
            <a:endParaRPr lang="en-AU"/>
          </a:p>
        </p:txBody>
      </p:sp>
      <p:sp>
        <p:nvSpPr>
          <p:cNvPr id="82" name="Picture Placeholder 81">
            <a:extLst>
              <a:ext uri="{FF2B5EF4-FFF2-40B4-BE49-F238E27FC236}">
                <a16:creationId xmlns:a16="http://schemas.microsoft.com/office/drawing/2014/main" id="{F19CDBED-EAC9-26DF-B8D4-2EB561D7D3AB}"/>
              </a:ext>
            </a:extLst>
          </p:cNvPr>
          <p:cNvSpPr>
            <a:spLocks noGrp="1"/>
          </p:cNvSpPr>
          <p:nvPr>
            <p:ph type="pic" sz="quarter" idx="26"/>
          </p:nvPr>
        </p:nvSpPr>
        <p:spPr/>
        <p:txBody>
          <a:bodyPr/>
          <a:lstStyle/>
          <a:p>
            <a:endParaRPr lang="en-AU"/>
          </a:p>
        </p:txBody>
      </p:sp>
      <p:sp>
        <p:nvSpPr>
          <p:cNvPr id="83" name="Picture Placeholder 82">
            <a:extLst>
              <a:ext uri="{FF2B5EF4-FFF2-40B4-BE49-F238E27FC236}">
                <a16:creationId xmlns:a16="http://schemas.microsoft.com/office/drawing/2014/main" id="{0450E576-8323-66E5-99B4-3CD23FE02D22}"/>
              </a:ext>
            </a:extLst>
          </p:cNvPr>
          <p:cNvSpPr>
            <a:spLocks noGrp="1"/>
          </p:cNvSpPr>
          <p:nvPr>
            <p:ph type="pic" sz="quarter" idx="27"/>
          </p:nvPr>
        </p:nvSpPr>
        <p:spPr/>
        <p:txBody>
          <a:bodyPr/>
          <a:lstStyle/>
          <a:p>
            <a:endParaRPr lang="en-AU"/>
          </a:p>
        </p:txBody>
      </p:sp>
      <p:sp>
        <p:nvSpPr>
          <p:cNvPr id="84" name="Picture Placeholder 83">
            <a:extLst>
              <a:ext uri="{FF2B5EF4-FFF2-40B4-BE49-F238E27FC236}">
                <a16:creationId xmlns:a16="http://schemas.microsoft.com/office/drawing/2014/main" id="{D2DF7019-2B7E-F82D-6D0F-6F113390F469}"/>
              </a:ext>
            </a:extLst>
          </p:cNvPr>
          <p:cNvSpPr>
            <a:spLocks noGrp="1"/>
          </p:cNvSpPr>
          <p:nvPr>
            <p:ph type="pic" sz="quarter" idx="28"/>
          </p:nvPr>
        </p:nvSpPr>
        <p:spPr/>
        <p:txBody>
          <a:bodyPr/>
          <a:lstStyle/>
          <a:p>
            <a:endParaRPr lang="en-AU"/>
          </a:p>
        </p:txBody>
      </p:sp>
      <p:sp>
        <p:nvSpPr>
          <p:cNvPr id="85" name="Picture Placeholder 84">
            <a:extLst>
              <a:ext uri="{FF2B5EF4-FFF2-40B4-BE49-F238E27FC236}">
                <a16:creationId xmlns:a16="http://schemas.microsoft.com/office/drawing/2014/main" id="{0302CC73-BB72-A631-625B-34973ADFA511}"/>
              </a:ext>
            </a:extLst>
          </p:cNvPr>
          <p:cNvSpPr>
            <a:spLocks noGrp="1"/>
          </p:cNvSpPr>
          <p:nvPr>
            <p:ph type="pic" sz="quarter" idx="29"/>
          </p:nvPr>
        </p:nvSpPr>
        <p:spPr/>
        <p:txBody>
          <a:bodyPr/>
          <a:lstStyle/>
          <a:p>
            <a:endParaRPr lang="en-AU"/>
          </a:p>
        </p:txBody>
      </p:sp>
      <p:sp>
        <p:nvSpPr>
          <p:cNvPr id="86" name="Picture Placeholder 85">
            <a:extLst>
              <a:ext uri="{FF2B5EF4-FFF2-40B4-BE49-F238E27FC236}">
                <a16:creationId xmlns:a16="http://schemas.microsoft.com/office/drawing/2014/main" id="{759A6FA6-48C9-4952-2E8D-31C0E5AD2368}"/>
              </a:ext>
            </a:extLst>
          </p:cNvPr>
          <p:cNvSpPr>
            <a:spLocks noGrp="1"/>
          </p:cNvSpPr>
          <p:nvPr>
            <p:ph type="pic" sz="quarter" idx="30"/>
          </p:nvPr>
        </p:nvSpPr>
        <p:spPr/>
        <p:txBody>
          <a:bodyPr/>
          <a:lstStyle/>
          <a:p>
            <a:endParaRPr lang="en-AU"/>
          </a:p>
        </p:txBody>
      </p:sp>
      <p:sp>
        <p:nvSpPr>
          <p:cNvPr id="87" name="Picture Placeholder 86">
            <a:extLst>
              <a:ext uri="{FF2B5EF4-FFF2-40B4-BE49-F238E27FC236}">
                <a16:creationId xmlns:a16="http://schemas.microsoft.com/office/drawing/2014/main" id="{84A98536-FA24-FF34-2CD7-15F19217D398}"/>
              </a:ext>
            </a:extLst>
          </p:cNvPr>
          <p:cNvSpPr>
            <a:spLocks noGrp="1"/>
          </p:cNvSpPr>
          <p:nvPr>
            <p:ph type="pic" sz="quarter" idx="31"/>
          </p:nvPr>
        </p:nvSpPr>
        <p:spPr/>
        <p:txBody>
          <a:bodyPr/>
          <a:lstStyle/>
          <a:p>
            <a:endParaRPr lang="en-AU"/>
          </a:p>
        </p:txBody>
      </p:sp>
      <p:sp>
        <p:nvSpPr>
          <p:cNvPr id="88" name="Picture Placeholder 87">
            <a:extLst>
              <a:ext uri="{FF2B5EF4-FFF2-40B4-BE49-F238E27FC236}">
                <a16:creationId xmlns:a16="http://schemas.microsoft.com/office/drawing/2014/main" id="{1E778708-C2CF-1A76-8719-2D805100AD0B}"/>
              </a:ext>
            </a:extLst>
          </p:cNvPr>
          <p:cNvSpPr>
            <a:spLocks noGrp="1"/>
          </p:cNvSpPr>
          <p:nvPr>
            <p:ph type="pic" sz="quarter" idx="32"/>
          </p:nvPr>
        </p:nvSpPr>
        <p:spPr/>
        <p:txBody>
          <a:bodyPr/>
          <a:lstStyle/>
          <a:p>
            <a:endParaRPr lang="en-AU"/>
          </a:p>
        </p:txBody>
      </p:sp>
      <p:sp>
        <p:nvSpPr>
          <p:cNvPr id="89" name="Picture Placeholder 88">
            <a:extLst>
              <a:ext uri="{FF2B5EF4-FFF2-40B4-BE49-F238E27FC236}">
                <a16:creationId xmlns:a16="http://schemas.microsoft.com/office/drawing/2014/main" id="{E1F7A032-6384-B0AC-FECF-D95B8C9A7BD1}"/>
              </a:ext>
            </a:extLst>
          </p:cNvPr>
          <p:cNvSpPr>
            <a:spLocks noGrp="1"/>
          </p:cNvSpPr>
          <p:nvPr>
            <p:ph type="pic" sz="quarter" idx="33"/>
          </p:nvPr>
        </p:nvSpPr>
        <p:spPr/>
        <p:txBody>
          <a:bodyPr/>
          <a:lstStyle/>
          <a:p>
            <a:endParaRPr lang="en-AU"/>
          </a:p>
        </p:txBody>
      </p:sp>
      <p:sp>
        <p:nvSpPr>
          <p:cNvPr id="90" name="Picture Placeholder 89">
            <a:extLst>
              <a:ext uri="{FF2B5EF4-FFF2-40B4-BE49-F238E27FC236}">
                <a16:creationId xmlns:a16="http://schemas.microsoft.com/office/drawing/2014/main" id="{08D48CC2-08BB-B0AF-5595-9CBDA5318A74}"/>
              </a:ext>
            </a:extLst>
          </p:cNvPr>
          <p:cNvSpPr>
            <a:spLocks noGrp="1"/>
          </p:cNvSpPr>
          <p:nvPr>
            <p:ph type="pic" sz="quarter" idx="34"/>
          </p:nvPr>
        </p:nvSpPr>
        <p:spPr/>
        <p:txBody>
          <a:bodyPr/>
          <a:lstStyle/>
          <a:p>
            <a:endParaRPr lang="en-AU"/>
          </a:p>
        </p:txBody>
      </p:sp>
      <p:sp>
        <p:nvSpPr>
          <p:cNvPr id="91" name="Picture Placeholder 90">
            <a:extLst>
              <a:ext uri="{FF2B5EF4-FFF2-40B4-BE49-F238E27FC236}">
                <a16:creationId xmlns:a16="http://schemas.microsoft.com/office/drawing/2014/main" id="{7926A29C-BFE8-4E33-38A6-EBF712CD6288}"/>
              </a:ext>
            </a:extLst>
          </p:cNvPr>
          <p:cNvSpPr>
            <a:spLocks noGrp="1"/>
          </p:cNvSpPr>
          <p:nvPr>
            <p:ph type="pic" sz="quarter" idx="35"/>
          </p:nvPr>
        </p:nvSpPr>
        <p:spPr/>
        <p:txBody>
          <a:bodyPr/>
          <a:lstStyle/>
          <a:p>
            <a:endParaRPr lang="en-AU"/>
          </a:p>
        </p:txBody>
      </p:sp>
      <p:sp>
        <p:nvSpPr>
          <p:cNvPr id="92" name="Picture Placeholder 91">
            <a:extLst>
              <a:ext uri="{FF2B5EF4-FFF2-40B4-BE49-F238E27FC236}">
                <a16:creationId xmlns:a16="http://schemas.microsoft.com/office/drawing/2014/main" id="{1D37EEF2-8658-AE9B-FB8C-2C05DD7DBEE2}"/>
              </a:ext>
            </a:extLst>
          </p:cNvPr>
          <p:cNvSpPr>
            <a:spLocks noGrp="1"/>
          </p:cNvSpPr>
          <p:nvPr>
            <p:ph type="pic" sz="quarter" idx="36"/>
          </p:nvPr>
        </p:nvSpPr>
        <p:spPr/>
        <p:txBody>
          <a:bodyPr/>
          <a:lstStyle/>
          <a:p>
            <a:endParaRPr lang="en-AU"/>
          </a:p>
        </p:txBody>
      </p:sp>
      <p:sp>
        <p:nvSpPr>
          <p:cNvPr id="93" name="Picture Placeholder 92">
            <a:extLst>
              <a:ext uri="{FF2B5EF4-FFF2-40B4-BE49-F238E27FC236}">
                <a16:creationId xmlns:a16="http://schemas.microsoft.com/office/drawing/2014/main" id="{858DDA18-F88D-F3BB-66F6-4A10E84710F2}"/>
              </a:ext>
            </a:extLst>
          </p:cNvPr>
          <p:cNvSpPr>
            <a:spLocks noGrp="1"/>
          </p:cNvSpPr>
          <p:nvPr>
            <p:ph type="pic" sz="quarter" idx="37"/>
          </p:nvPr>
        </p:nvSpPr>
        <p:spPr/>
        <p:txBody>
          <a:bodyPr/>
          <a:lstStyle/>
          <a:p>
            <a:endParaRPr lang="en-AU"/>
          </a:p>
        </p:txBody>
      </p:sp>
      <p:sp>
        <p:nvSpPr>
          <p:cNvPr id="94" name="Picture Placeholder 93">
            <a:extLst>
              <a:ext uri="{FF2B5EF4-FFF2-40B4-BE49-F238E27FC236}">
                <a16:creationId xmlns:a16="http://schemas.microsoft.com/office/drawing/2014/main" id="{D64141DF-03B3-CFE0-7B02-67967985E1A1}"/>
              </a:ext>
            </a:extLst>
          </p:cNvPr>
          <p:cNvSpPr>
            <a:spLocks noGrp="1"/>
          </p:cNvSpPr>
          <p:nvPr>
            <p:ph type="pic" sz="quarter" idx="38"/>
          </p:nvPr>
        </p:nvSpPr>
        <p:spPr/>
        <p:txBody>
          <a:bodyPr/>
          <a:lstStyle/>
          <a:p>
            <a:endParaRPr lang="en-AU"/>
          </a:p>
        </p:txBody>
      </p:sp>
      <p:sp>
        <p:nvSpPr>
          <p:cNvPr id="95" name="Picture Placeholder 94">
            <a:extLst>
              <a:ext uri="{FF2B5EF4-FFF2-40B4-BE49-F238E27FC236}">
                <a16:creationId xmlns:a16="http://schemas.microsoft.com/office/drawing/2014/main" id="{48F9BF06-262B-C191-B0BC-AE32CCFF9AD2}"/>
              </a:ext>
            </a:extLst>
          </p:cNvPr>
          <p:cNvSpPr>
            <a:spLocks noGrp="1"/>
          </p:cNvSpPr>
          <p:nvPr>
            <p:ph type="pic" sz="quarter" idx="39"/>
          </p:nvPr>
        </p:nvSpPr>
        <p:spPr/>
        <p:txBody>
          <a:bodyPr/>
          <a:lstStyle/>
          <a:p>
            <a:endParaRPr lang="en-AU"/>
          </a:p>
        </p:txBody>
      </p:sp>
      <p:sp>
        <p:nvSpPr>
          <p:cNvPr id="65" name="Title 64">
            <a:extLst>
              <a:ext uri="{FF2B5EF4-FFF2-40B4-BE49-F238E27FC236}">
                <a16:creationId xmlns:a16="http://schemas.microsoft.com/office/drawing/2014/main" id="{E9D1FF60-26F0-3C31-8A6C-11B9E65B0CAC}"/>
              </a:ext>
            </a:extLst>
          </p:cNvPr>
          <p:cNvSpPr>
            <a:spLocks noGrp="1"/>
          </p:cNvSpPr>
          <p:nvPr>
            <p:ph type="title"/>
          </p:nvPr>
        </p:nvSpPr>
        <p:spPr/>
        <p:txBody>
          <a:bodyPr/>
          <a:lstStyle/>
          <a:p>
            <a:endParaRPr lang="en-AU"/>
          </a:p>
        </p:txBody>
      </p:sp>
    </p:spTree>
    <p:extLst>
      <p:ext uri="{BB962C8B-B14F-4D97-AF65-F5344CB8AC3E}">
        <p14:creationId xmlns:p14="http://schemas.microsoft.com/office/powerpoint/2010/main" val="1259389968"/>
      </p:ext>
    </p:extLst>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435CA-B48C-285E-5610-CF9B87254089}"/>
              </a:ext>
            </a:extLst>
          </p:cNvPr>
          <p:cNvSpPr>
            <a:spLocks noGrp="1"/>
          </p:cNvSpPr>
          <p:nvPr>
            <p:ph type="title"/>
          </p:nvPr>
        </p:nvSpPr>
        <p:spPr/>
        <p:txBody>
          <a:bodyPr/>
          <a:lstStyle/>
          <a:p>
            <a:endParaRPr lang="en-AU"/>
          </a:p>
        </p:txBody>
      </p:sp>
      <p:sp>
        <p:nvSpPr>
          <p:cNvPr id="3" name="Text Placeholder 2">
            <a:extLst>
              <a:ext uri="{FF2B5EF4-FFF2-40B4-BE49-F238E27FC236}">
                <a16:creationId xmlns:a16="http://schemas.microsoft.com/office/drawing/2014/main" id="{DB094C46-0602-C9A9-BEAD-65B1054698B0}"/>
              </a:ext>
            </a:extLst>
          </p:cNvPr>
          <p:cNvSpPr>
            <a:spLocks noGrp="1"/>
          </p:cNvSpPr>
          <p:nvPr>
            <p:ph type="body" sz="quarter" idx="10"/>
          </p:nvPr>
        </p:nvSpPr>
        <p:spPr/>
        <p:txBody>
          <a:bodyPr/>
          <a:lstStyle/>
          <a:p>
            <a:endParaRPr lang="en-AU"/>
          </a:p>
        </p:txBody>
      </p:sp>
    </p:spTree>
    <p:extLst>
      <p:ext uri="{BB962C8B-B14F-4D97-AF65-F5344CB8AC3E}">
        <p14:creationId xmlns:p14="http://schemas.microsoft.com/office/powerpoint/2010/main" val="172485134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B1F50-C85B-DB36-B02E-44D0167A4217}"/>
              </a:ext>
            </a:extLst>
          </p:cNvPr>
          <p:cNvSpPr>
            <a:spLocks noGrp="1"/>
          </p:cNvSpPr>
          <p:nvPr>
            <p:ph type="title"/>
          </p:nvPr>
        </p:nvSpPr>
        <p:spPr/>
        <p:txBody>
          <a:bodyPr/>
          <a:lstStyle/>
          <a:p>
            <a:endParaRPr lang="en-AU"/>
          </a:p>
        </p:txBody>
      </p:sp>
    </p:spTree>
    <p:extLst>
      <p:ext uri="{BB962C8B-B14F-4D97-AF65-F5344CB8AC3E}">
        <p14:creationId xmlns:p14="http://schemas.microsoft.com/office/powerpoint/2010/main" val="230093313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46D076BD-FB55-B6A5-8040-9F453F49A0E9}"/>
              </a:ext>
            </a:extLst>
          </p:cNvPr>
          <p:cNvSpPr>
            <a:spLocks noGrp="1"/>
          </p:cNvSpPr>
          <p:nvPr>
            <p:ph type="title"/>
          </p:nvPr>
        </p:nvSpPr>
        <p:spPr/>
        <p:txBody>
          <a:bodyPr/>
          <a:lstStyle/>
          <a:p>
            <a:endParaRPr lang="en-AU"/>
          </a:p>
        </p:txBody>
      </p:sp>
      <p:sp>
        <p:nvSpPr>
          <p:cNvPr id="14" name="Text Placeholder 13">
            <a:extLst>
              <a:ext uri="{FF2B5EF4-FFF2-40B4-BE49-F238E27FC236}">
                <a16:creationId xmlns:a16="http://schemas.microsoft.com/office/drawing/2014/main" id="{53714825-0C65-CACF-4FEE-023684F18D64}"/>
              </a:ext>
            </a:extLst>
          </p:cNvPr>
          <p:cNvSpPr>
            <a:spLocks noGrp="1"/>
          </p:cNvSpPr>
          <p:nvPr>
            <p:ph type="body" sz="quarter" idx="10"/>
          </p:nvPr>
        </p:nvSpPr>
        <p:spPr/>
        <p:txBody>
          <a:bodyPr/>
          <a:lstStyle/>
          <a:p>
            <a:endParaRPr lang="en-AU"/>
          </a:p>
        </p:txBody>
      </p:sp>
      <p:sp>
        <p:nvSpPr>
          <p:cNvPr id="15" name="Text Placeholder 14">
            <a:extLst>
              <a:ext uri="{FF2B5EF4-FFF2-40B4-BE49-F238E27FC236}">
                <a16:creationId xmlns:a16="http://schemas.microsoft.com/office/drawing/2014/main" id="{2C6317FD-EFA2-6D55-E7FA-5342E474F90F}"/>
              </a:ext>
            </a:extLst>
          </p:cNvPr>
          <p:cNvSpPr>
            <a:spLocks noGrp="1"/>
          </p:cNvSpPr>
          <p:nvPr>
            <p:ph type="body" sz="quarter" idx="11"/>
          </p:nvPr>
        </p:nvSpPr>
        <p:spPr/>
        <p:txBody>
          <a:bodyPr/>
          <a:lstStyle/>
          <a:p>
            <a:endParaRPr lang="en-AU"/>
          </a:p>
        </p:txBody>
      </p:sp>
    </p:spTree>
    <p:extLst>
      <p:ext uri="{BB962C8B-B14F-4D97-AF65-F5344CB8AC3E}">
        <p14:creationId xmlns:p14="http://schemas.microsoft.com/office/powerpoint/2010/main" val="41528483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5072304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10">
            <a:extLst>
              <a:ext uri="{FF2B5EF4-FFF2-40B4-BE49-F238E27FC236}">
                <a16:creationId xmlns:a16="http://schemas.microsoft.com/office/drawing/2014/main" id="{88E85B84-A094-6D7E-3FF0-F56566248DC1}"/>
              </a:ext>
            </a:extLst>
          </p:cNvPr>
          <p:cNvSpPr>
            <a:spLocks noGrp="1"/>
          </p:cNvSpPr>
          <p:nvPr>
            <p:ph sz="half" idx="1"/>
          </p:nvPr>
        </p:nvSpPr>
        <p:spPr/>
        <p:txBody>
          <a:bodyPr/>
          <a:lstStyle/>
          <a:p>
            <a:endParaRPr lang="en-AU"/>
          </a:p>
        </p:txBody>
      </p:sp>
      <p:sp>
        <p:nvSpPr>
          <p:cNvPr id="12" name="Content Placeholder 11">
            <a:extLst>
              <a:ext uri="{FF2B5EF4-FFF2-40B4-BE49-F238E27FC236}">
                <a16:creationId xmlns:a16="http://schemas.microsoft.com/office/drawing/2014/main" id="{04A3D57A-A424-4087-6A7E-84C10B5F5970}"/>
              </a:ext>
            </a:extLst>
          </p:cNvPr>
          <p:cNvSpPr>
            <a:spLocks noGrp="1"/>
          </p:cNvSpPr>
          <p:nvPr>
            <p:ph sz="half" idx="2"/>
          </p:nvPr>
        </p:nvSpPr>
        <p:spPr/>
        <p:txBody>
          <a:bodyPr/>
          <a:lstStyle/>
          <a:p>
            <a:endParaRPr lang="en-AU"/>
          </a:p>
        </p:txBody>
      </p:sp>
      <p:sp>
        <p:nvSpPr>
          <p:cNvPr id="13" name="Picture Placeholder 12">
            <a:extLst>
              <a:ext uri="{FF2B5EF4-FFF2-40B4-BE49-F238E27FC236}">
                <a16:creationId xmlns:a16="http://schemas.microsoft.com/office/drawing/2014/main" id="{16823A51-115F-56FB-A0DF-2857E8AD4359}"/>
              </a:ext>
            </a:extLst>
          </p:cNvPr>
          <p:cNvSpPr>
            <a:spLocks noGrp="1"/>
          </p:cNvSpPr>
          <p:nvPr>
            <p:ph type="pic" sz="quarter" idx="15"/>
          </p:nvPr>
        </p:nvSpPr>
        <p:spPr/>
        <p:txBody>
          <a:bodyPr/>
          <a:lstStyle/>
          <a:p>
            <a:endParaRPr lang="en-AU"/>
          </a:p>
        </p:txBody>
      </p:sp>
      <p:sp>
        <p:nvSpPr>
          <p:cNvPr id="10" name="Title 9">
            <a:extLst>
              <a:ext uri="{FF2B5EF4-FFF2-40B4-BE49-F238E27FC236}">
                <a16:creationId xmlns:a16="http://schemas.microsoft.com/office/drawing/2014/main" id="{0C43886C-B1C9-9326-D65D-8D82949B59AC}"/>
              </a:ext>
            </a:extLst>
          </p:cNvPr>
          <p:cNvSpPr>
            <a:spLocks noGrp="1"/>
          </p:cNvSpPr>
          <p:nvPr>
            <p:ph type="title"/>
          </p:nvPr>
        </p:nvSpPr>
        <p:spPr/>
        <p:txBody>
          <a:bodyPr/>
          <a:lstStyle/>
          <a:p>
            <a:endParaRPr lang="en-AU" dirty="0"/>
          </a:p>
        </p:txBody>
      </p:sp>
    </p:spTree>
    <p:extLst>
      <p:ext uri="{BB962C8B-B14F-4D97-AF65-F5344CB8AC3E}">
        <p14:creationId xmlns:p14="http://schemas.microsoft.com/office/powerpoint/2010/main" val="284600101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BC33BD9-C8EB-4800-8FAF-B2B94E236872}"/>
              </a:ext>
            </a:extLst>
          </p:cNvPr>
          <p:cNvSpPr>
            <a:spLocks noGrp="1"/>
          </p:cNvSpPr>
          <p:nvPr>
            <p:ph sz="half" idx="1"/>
          </p:nvPr>
        </p:nvSpPr>
        <p:spPr/>
        <p:txBody>
          <a:bodyPr/>
          <a:lstStyle/>
          <a:p>
            <a:endParaRPr lang="en-AU"/>
          </a:p>
        </p:txBody>
      </p:sp>
      <p:sp>
        <p:nvSpPr>
          <p:cNvPr id="3" name="Content Placeholder 2">
            <a:extLst>
              <a:ext uri="{FF2B5EF4-FFF2-40B4-BE49-F238E27FC236}">
                <a16:creationId xmlns:a16="http://schemas.microsoft.com/office/drawing/2014/main" id="{593F1B7A-59A0-25CC-745C-2F5A0DECDD07}"/>
              </a:ext>
            </a:extLst>
          </p:cNvPr>
          <p:cNvSpPr>
            <a:spLocks noGrp="1"/>
          </p:cNvSpPr>
          <p:nvPr>
            <p:ph sz="half" idx="2"/>
          </p:nvPr>
        </p:nvSpPr>
        <p:spPr/>
        <p:txBody>
          <a:bodyPr/>
          <a:lstStyle/>
          <a:p>
            <a:endParaRPr lang="en-AU"/>
          </a:p>
        </p:txBody>
      </p:sp>
      <p:sp>
        <p:nvSpPr>
          <p:cNvPr id="4" name="Content Placeholder 3">
            <a:extLst>
              <a:ext uri="{FF2B5EF4-FFF2-40B4-BE49-F238E27FC236}">
                <a16:creationId xmlns:a16="http://schemas.microsoft.com/office/drawing/2014/main" id="{86A34690-693D-40AB-7A1E-E43201ECED3C}"/>
              </a:ext>
            </a:extLst>
          </p:cNvPr>
          <p:cNvSpPr>
            <a:spLocks noGrp="1"/>
          </p:cNvSpPr>
          <p:nvPr>
            <p:ph sz="half" idx="15"/>
          </p:nvPr>
        </p:nvSpPr>
        <p:spPr/>
        <p:txBody>
          <a:bodyPr/>
          <a:lstStyle/>
          <a:p>
            <a:endParaRPr lang="en-AU"/>
          </a:p>
        </p:txBody>
      </p:sp>
      <p:sp>
        <p:nvSpPr>
          <p:cNvPr id="5" name="Title 4">
            <a:extLst>
              <a:ext uri="{FF2B5EF4-FFF2-40B4-BE49-F238E27FC236}">
                <a16:creationId xmlns:a16="http://schemas.microsoft.com/office/drawing/2014/main" id="{B60310BB-DFE5-32C2-1E82-E4A7A7B60222}"/>
              </a:ext>
            </a:extLst>
          </p:cNvPr>
          <p:cNvSpPr>
            <a:spLocks noGrp="1"/>
          </p:cNvSpPr>
          <p:nvPr>
            <p:ph type="title"/>
          </p:nvPr>
        </p:nvSpPr>
        <p:spPr/>
        <p:txBody>
          <a:bodyPr/>
          <a:lstStyle/>
          <a:p>
            <a:endParaRPr lang="en-AU"/>
          </a:p>
        </p:txBody>
      </p:sp>
    </p:spTree>
    <p:extLst>
      <p:ext uri="{BB962C8B-B14F-4D97-AF65-F5344CB8AC3E}">
        <p14:creationId xmlns:p14="http://schemas.microsoft.com/office/powerpoint/2010/main" val="418153282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AD31DB3-8D53-5B03-93E4-206B41D73078}"/>
              </a:ext>
            </a:extLst>
          </p:cNvPr>
          <p:cNvSpPr>
            <a:spLocks noGrp="1"/>
          </p:cNvSpPr>
          <p:nvPr>
            <p:ph sz="half" idx="1"/>
          </p:nvPr>
        </p:nvSpPr>
        <p:spPr/>
        <p:txBody>
          <a:bodyPr/>
          <a:lstStyle/>
          <a:p>
            <a:endParaRPr lang="en-AU"/>
          </a:p>
        </p:txBody>
      </p:sp>
      <p:sp>
        <p:nvSpPr>
          <p:cNvPr id="3" name="Content Placeholder 2">
            <a:extLst>
              <a:ext uri="{FF2B5EF4-FFF2-40B4-BE49-F238E27FC236}">
                <a16:creationId xmlns:a16="http://schemas.microsoft.com/office/drawing/2014/main" id="{9188C222-B87A-D2F3-C9C2-F645D0EE8DF6}"/>
              </a:ext>
            </a:extLst>
          </p:cNvPr>
          <p:cNvSpPr>
            <a:spLocks noGrp="1"/>
          </p:cNvSpPr>
          <p:nvPr>
            <p:ph sz="half" idx="2"/>
          </p:nvPr>
        </p:nvSpPr>
        <p:spPr/>
        <p:txBody>
          <a:bodyPr/>
          <a:lstStyle/>
          <a:p>
            <a:endParaRPr lang="en-AU"/>
          </a:p>
        </p:txBody>
      </p:sp>
      <p:sp>
        <p:nvSpPr>
          <p:cNvPr id="4" name="Content Placeholder 3">
            <a:extLst>
              <a:ext uri="{FF2B5EF4-FFF2-40B4-BE49-F238E27FC236}">
                <a16:creationId xmlns:a16="http://schemas.microsoft.com/office/drawing/2014/main" id="{66E7B5E0-CE32-29F1-5BA5-CC9F2C8587BA}"/>
              </a:ext>
            </a:extLst>
          </p:cNvPr>
          <p:cNvSpPr>
            <a:spLocks noGrp="1"/>
          </p:cNvSpPr>
          <p:nvPr>
            <p:ph sz="half" idx="15"/>
          </p:nvPr>
        </p:nvSpPr>
        <p:spPr/>
        <p:txBody>
          <a:bodyPr/>
          <a:lstStyle/>
          <a:p>
            <a:endParaRPr lang="en-AU"/>
          </a:p>
        </p:txBody>
      </p:sp>
      <p:sp>
        <p:nvSpPr>
          <p:cNvPr id="5" name="Content Placeholder 4">
            <a:extLst>
              <a:ext uri="{FF2B5EF4-FFF2-40B4-BE49-F238E27FC236}">
                <a16:creationId xmlns:a16="http://schemas.microsoft.com/office/drawing/2014/main" id="{3A92E1E4-E301-E318-3F47-EC689F2E1F9C}"/>
              </a:ext>
            </a:extLst>
          </p:cNvPr>
          <p:cNvSpPr>
            <a:spLocks noGrp="1"/>
          </p:cNvSpPr>
          <p:nvPr>
            <p:ph sz="half" idx="17"/>
          </p:nvPr>
        </p:nvSpPr>
        <p:spPr/>
        <p:txBody>
          <a:bodyPr/>
          <a:lstStyle/>
          <a:p>
            <a:endParaRPr lang="en-AU"/>
          </a:p>
        </p:txBody>
      </p:sp>
      <p:sp>
        <p:nvSpPr>
          <p:cNvPr id="6" name="Title 5">
            <a:extLst>
              <a:ext uri="{FF2B5EF4-FFF2-40B4-BE49-F238E27FC236}">
                <a16:creationId xmlns:a16="http://schemas.microsoft.com/office/drawing/2014/main" id="{C7DEE2C1-BD74-300D-2197-78A33A9565A4}"/>
              </a:ext>
            </a:extLst>
          </p:cNvPr>
          <p:cNvSpPr>
            <a:spLocks noGrp="1"/>
          </p:cNvSpPr>
          <p:nvPr>
            <p:ph type="title"/>
          </p:nvPr>
        </p:nvSpPr>
        <p:spPr/>
        <p:txBody>
          <a:bodyPr/>
          <a:lstStyle/>
          <a:p>
            <a:endParaRPr lang="en-AU"/>
          </a:p>
        </p:txBody>
      </p:sp>
    </p:spTree>
    <p:extLst>
      <p:ext uri="{BB962C8B-B14F-4D97-AF65-F5344CB8AC3E}">
        <p14:creationId xmlns:p14="http://schemas.microsoft.com/office/powerpoint/2010/main" val="136387316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Picture Placeholder 32">
            <a:extLst>
              <a:ext uri="{FF2B5EF4-FFF2-40B4-BE49-F238E27FC236}">
                <a16:creationId xmlns:a16="http://schemas.microsoft.com/office/drawing/2014/main" id="{64DDC491-B8BA-D269-FFB5-FBE09DF48566}"/>
              </a:ext>
            </a:extLst>
          </p:cNvPr>
          <p:cNvSpPr>
            <a:spLocks noGrp="1"/>
          </p:cNvSpPr>
          <p:nvPr>
            <p:ph type="pic" sz="quarter" idx="17"/>
          </p:nvPr>
        </p:nvSpPr>
        <p:spPr/>
        <p:txBody>
          <a:bodyPr/>
          <a:lstStyle/>
          <a:p>
            <a:endParaRPr lang="en-AU"/>
          </a:p>
        </p:txBody>
      </p:sp>
      <p:sp>
        <p:nvSpPr>
          <p:cNvPr id="34" name="Picture Placeholder 33">
            <a:extLst>
              <a:ext uri="{FF2B5EF4-FFF2-40B4-BE49-F238E27FC236}">
                <a16:creationId xmlns:a16="http://schemas.microsoft.com/office/drawing/2014/main" id="{BCF640AE-1D01-C881-3238-478C5F54BD0F}"/>
              </a:ext>
            </a:extLst>
          </p:cNvPr>
          <p:cNvSpPr>
            <a:spLocks noGrp="1"/>
          </p:cNvSpPr>
          <p:nvPr>
            <p:ph type="pic" sz="quarter" idx="18"/>
          </p:nvPr>
        </p:nvSpPr>
        <p:spPr/>
        <p:txBody>
          <a:bodyPr/>
          <a:lstStyle/>
          <a:p>
            <a:endParaRPr lang="en-AU"/>
          </a:p>
        </p:txBody>
      </p:sp>
      <p:sp>
        <p:nvSpPr>
          <p:cNvPr id="29" name="Title 28">
            <a:extLst>
              <a:ext uri="{FF2B5EF4-FFF2-40B4-BE49-F238E27FC236}">
                <a16:creationId xmlns:a16="http://schemas.microsoft.com/office/drawing/2014/main" id="{C9EDE28B-AA71-CF50-B403-9AEECCF1D1E6}"/>
              </a:ext>
            </a:extLst>
          </p:cNvPr>
          <p:cNvSpPr>
            <a:spLocks noGrp="1"/>
          </p:cNvSpPr>
          <p:nvPr>
            <p:ph type="title"/>
          </p:nvPr>
        </p:nvSpPr>
        <p:spPr/>
        <p:txBody>
          <a:bodyPr/>
          <a:lstStyle/>
          <a:p>
            <a:endParaRPr lang="en-AU" dirty="0"/>
          </a:p>
        </p:txBody>
      </p:sp>
      <p:sp>
        <p:nvSpPr>
          <p:cNvPr id="30" name="Content Placeholder 29">
            <a:extLst>
              <a:ext uri="{FF2B5EF4-FFF2-40B4-BE49-F238E27FC236}">
                <a16:creationId xmlns:a16="http://schemas.microsoft.com/office/drawing/2014/main" id="{D6467B29-01B9-AD39-FD0E-44A95D931625}"/>
              </a:ext>
            </a:extLst>
          </p:cNvPr>
          <p:cNvSpPr>
            <a:spLocks noGrp="1"/>
          </p:cNvSpPr>
          <p:nvPr>
            <p:ph sz="half" idx="1"/>
          </p:nvPr>
        </p:nvSpPr>
        <p:spPr/>
        <p:txBody>
          <a:bodyPr/>
          <a:lstStyle/>
          <a:p>
            <a:endParaRPr lang="en-AU" dirty="0"/>
          </a:p>
        </p:txBody>
      </p:sp>
      <p:sp>
        <p:nvSpPr>
          <p:cNvPr id="31" name="Content Placeholder 30">
            <a:extLst>
              <a:ext uri="{FF2B5EF4-FFF2-40B4-BE49-F238E27FC236}">
                <a16:creationId xmlns:a16="http://schemas.microsoft.com/office/drawing/2014/main" id="{BC195D94-D544-8D6C-D11C-96DDFF7BBCF9}"/>
              </a:ext>
            </a:extLst>
          </p:cNvPr>
          <p:cNvSpPr>
            <a:spLocks noGrp="1"/>
          </p:cNvSpPr>
          <p:nvPr>
            <p:ph sz="half" idx="2"/>
          </p:nvPr>
        </p:nvSpPr>
        <p:spPr/>
        <p:txBody>
          <a:bodyPr/>
          <a:lstStyle/>
          <a:p>
            <a:endParaRPr lang="en-AU" dirty="0"/>
          </a:p>
        </p:txBody>
      </p:sp>
      <p:sp>
        <p:nvSpPr>
          <p:cNvPr id="32" name="Content Placeholder 31">
            <a:extLst>
              <a:ext uri="{FF2B5EF4-FFF2-40B4-BE49-F238E27FC236}">
                <a16:creationId xmlns:a16="http://schemas.microsoft.com/office/drawing/2014/main" id="{6FDA99AE-5F9A-7FE0-A1C5-E318EF8D2411}"/>
              </a:ext>
            </a:extLst>
          </p:cNvPr>
          <p:cNvSpPr>
            <a:spLocks noGrp="1"/>
          </p:cNvSpPr>
          <p:nvPr>
            <p:ph sz="half" idx="15"/>
          </p:nvPr>
        </p:nvSpPr>
        <p:spPr/>
        <p:txBody>
          <a:bodyPr/>
          <a:lstStyle/>
          <a:p>
            <a:endParaRPr lang="en-AU"/>
          </a:p>
        </p:txBody>
      </p:sp>
      <p:sp>
        <p:nvSpPr>
          <p:cNvPr id="35" name="Picture Placeholder 34">
            <a:extLst>
              <a:ext uri="{FF2B5EF4-FFF2-40B4-BE49-F238E27FC236}">
                <a16:creationId xmlns:a16="http://schemas.microsoft.com/office/drawing/2014/main" id="{867FF695-6048-6AA4-8BDB-F78A4E4AC0C1}"/>
              </a:ext>
            </a:extLst>
          </p:cNvPr>
          <p:cNvSpPr>
            <a:spLocks noGrp="1"/>
          </p:cNvSpPr>
          <p:nvPr>
            <p:ph type="pic" sz="quarter" idx="19"/>
          </p:nvPr>
        </p:nvSpPr>
        <p:spPr/>
        <p:txBody>
          <a:bodyPr/>
          <a:lstStyle/>
          <a:p>
            <a:endParaRPr lang="en-AU"/>
          </a:p>
        </p:txBody>
      </p:sp>
    </p:spTree>
    <p:extLst>
      <p:ext uri="{BB962C8B-B14F-4D97-AF65-F5344CB8AC3E}">
        <p14:creationId xmlns:p14="http://schemas.microsoft.com/office/powerpoint/2010/main" val="350797262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8584D706-ED8A-D419-E381-EBBFAA584BDB}"/>
              </a:ext>
            </a:extLst>
          </p:cNvPr>
          <p:cNvSpPr>
            <a:spLocks noGrp="1"/>
          </p:cNvSpPr>
          <p:nvPr>
            <p:ph type="pic" sz="quarter" idx="10"/>
          </p:nvPr>
        </p:nvSpPr>
        <p:spPr/>
        <p:txBody>
          <a:bodyPr/>
          <a:lstStyle/>
          <a:p>
            <a:endParaRPr lang="en-AU"/>
          </a:p>
        </p:txBody>
      </p:sp>
      <p:sp>
        <p:nvSpPr>
          <p:cNvPr id="4" name="Text Placeholder 3">
            <a:extLst>
              <a:ext uri="{FF2B5EF4-FFF2-40B4-BE49-F238E27FC236}">
                <a16:creationId xmlns:a16="http://schemas.microsoft.com/office/drawing/2014/main" id="{B11B6CC1-2D67-3542-28F1-F8684B81EA0E}"/>
              </a:ext>
            </a:extLst>
          </p:cNvPr>
          <p:cNvSpPr>
            <a:spLocks noGrp="1"/>
          </p:cNvSpPr>
          <p:nvPr>
            <p:ph type="body" sz="quarter" idx="30"/>
          </p:nvPr>
        </p:nvSpPr>
        <p:spPr/>
        <p:txBody>
          <a:bodyPr/>
          <a:lstStyle/>
          <a:p>
            <a:endParaRPr lang="en-AU"/>
          </a:p>
        </p:txBody>
      </p:sp>
      <p:sp>
        <p:nvSpPr>
          <p:cNvPr id="5" name="Content Placeholder 4">
            <a:extLst>
              <a:ext uri="{FF2B5EF4-FFF2-40B4-BE49-F238E27FC236}">
                <a16:creationId xmlns:a16="http://schemas.microsoft.com/office/drawing/2014/main" id="{0A0608AE-4A60-C61F-25AC-8EBC266A03C2}"/>
              </a:ext>
            </a:extLst>
          </p:cNvPr>
          <p:cNvSpPr>
            <a:spLocks noGrp="1"/>
          </p:cNvSpPr>
          <p:nvPr>
            <p:ph sz="half" idx="32"/>
          </p:nvPr>
        </p:nvSpPr>
        <p:spPr/>
        <p:txBody>
          <a:bodyPr/>
          <a:lstStyle/>
          <a:p>
            <a:endParaRPr lang="en-AU"/>
          </a:p>
        </p:txBody>
      </p:sp>
      <p:sp>
        <p:nvSpPr>
          <p:cNvPr id="6" name="Content Placeholder 5">
            <a:extLst>
              <a:ext uri="{FF2B5EF4-FFF2-40B4-BE49-F238E27FC236}">
                <a16:creationId xmlns:a16="http://schemas.microsoft.com/office/drawing/2014/main" id="{A755BE99-4600-C92C-29FA-CD58B6315CC3}"/>
              </a:ext>
            </a:extLst>
          </p:cNvPr>
          <p:cNvSpPr>
            <a:spLocks noGrp="1"/>
          </p:cNvSpPr>
          <p:nvPr>
            <p:ph sz="half" idx="33"/>
          </p:nvPr>
        </p:nvSpPr>
        <p:spPr/>
        <p:txBody>
          <a:bodyPr/>
          <a:lstStyle/>
          <a:p>
            <a:endParaRPr lang="en-AU"/>
          </a:p>
        </p:txBody>
      </p:sp>
      <p:sp>
        <p:nvSpPr>
          <p:cNvPr id="7" name="Content Placeholder 6">
            <a:extLst>
              <a:ext uri="{FF2B5EF4-FFF2-40B4-BE49-F238E27FC236}">
                <a16:creationId xmlns:a16="http://schemas.microsoft.com/office/drawing/2014/main" id="{FA5BA6EB-C538-AB03-F0B9-F63040ED0DA3}"/>
              </a:ext>
            </a:extLst>
          </p:cNvPr>
          <p:cNvSpPr>
            <a:spLocks noGrp="1"/>
          </p:cNvSpPr>
          <p:nvPr>
            <p:ph sz="half" idx="34"/>
          </p:nvPr>
        </p:nvSpPr>
        <p:spPr/>
        <p:txBody>
          <a:bodyPr/>
          <a:lstStyle/>
          <a:p>
            <a:endParaRPr lang="en-AU"/>
          </a:p>
        </p:txBody>
      </p:sp>
      <p:sp>
        <p:nvSpPr>
          <p:cNvPr id="8" name="Text Placeholder 7">
            <a:extLst>
              <a:ext uri="{FF2B5EF4-FFF2-40B4-BE49-F238E27FC236}">
                <a16:creationId xmlns:a16="http://schemas.microsoft.com/office/drawing/2014/main" id="{1BA9FBA0-0BD5-30AB-2C08-9F362750EF85}"/>
              </a:ext>
            </a:extLst>
          </p:cNvPr>
          <p:cNvSpPr>
            <a:spLocks noGrp="1"/>
          </p:cNvSpPr>
          <p:nvPr>
            <p:ph type="body" sz="quarter" idx="36"/>
          </p:nvPr>
        </p:nvSpPr>
        <p:spPr/>
        <p:txBody>
          <a:bodyPr/>
          <a:lstStyle/>
          <a:p>
            <a:endParaRPr lang="en-AU"/>
          </a:p>
        </p:txBody>
      </p:sp>
      <p:sp>
        <p:nvSpPr>
          <p:cNvPr id="9" name="Text Placeholder 8">
            <a:extLst>
              <a:ext uri="{FF2B5EF4-FFF2-40B4-BE49-F238E27FC236}">
                <a16:creationId xmlns:a16="http://schemas.microsoft.com/office/drawing/2014/main" id="{9E3F3618-F522-C34F-CF50-7AC92C35C836}"/>
              </a:ext>
            </a:extLst>
          </p:cNvPr>
          <p:cNvSpPr>
            <a:spLocks noGrp="1"/>
          </p:cNvSpPr>
          <p:nvPr>
            <p:ph type="body" sz="quarter" idx="37"/>
          </p:nvPr>
        </p:nvSpPr>
        <p:spPr/>
        <p:txBody>
          <a:bodyPr/>
          <a:lstStyle/>
          <a:p>
            <a:endParaRPr lang="en-AU"/>
          </a:p>
        </p:txBody>
      </p:sp>
      <p:sp>
        <p:nvSpPr>
          <p:cNvPr id="10" name="Title 9">
            <a:extLst>
              <a:ext uri="{FF2B5EF4-FFF2-40B4-BE49-F238E27FC236}">
                <a16:creationId xmlns:a16="http://schemas.microsoft.com/office/drawing/2014/main" id="{BBEC296A-7477-A898-EE05-BAB4CD283B63}"/>
              </a:ext>
            </a:extLst>
          </p:cNvPr>
          <p:cNvSpPr>
            <a:spLocks noGrp="1"/>
          </p:cNvSpPr>
          <p:nvPr>
            <p:ph type="title"/>
          </p:nvPr>
        </p:nvSpPr>
        <p:spPr/>
        <p:txBody>
          <a:bodyPr/>
          <a:lstStyle/>
          <a:p>
            <a:endParaRPr lang="en-AU"/>
          </a:p>
        </p:txBody>
      </p:sp>
      <p:sp>
        <p:nvSpPr>
          <p:cNvPr id="16" name="Content Placeholder 15">
            <a:extLst>
              <a:ext uri="{FF2B5EF4-FFF2-40B4-BE49-F238E27FC236}">
                <a16:creationId xmlns:a16="http://schemas.microsoft.com/office/drawing/2014/main" id="{FA1C93F5-C8B6-D617-0EA3-5E029DEDC944}"/>
              </a:ext>
            </a:extLst>
          </p:cNvPr>
          <p:cNvSpPr>
            <a:spLocks noGrp="1"/>
          </p:cNvSpPr>
          <p:nvPr>
            <p:ph sz="half" idx="28"/>
          </p:nvPr>
        </p:nvSpPr>
        <p:spPr/>
        <p:txBody>
          <a:bodyPr/>
          <a:lstStyle/>
          <a:p>
            <a:endParaRPr lang="en-US"/>
          </a:p>
        </p:txBody>
      </p:sp>
    </p:spTree>
    <p:extLst>
      <p:ext uri="{BB962C8B-B14F-4D97-AF65-F5344CB8AC3E}">
        <p14:creationId xmlns:p14="http://schemas.microsoft.com/office/powerpoint/2010/main" val="132495081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5E948CBF-BDD6-EB37-EA05-2457C6605F02}"/>
              </a:ext>
            </a:extLst>
          </p:cNvPr>
          <p:cNvSpPr>
            <a:spLocks noGrp="1"/>
          </p:cNvSpPr>
          <p:nvPr>
            <p:ph type="pic" sz="quarter" idx="10"/>
          </p:nvPr>
        </p:nvSpPr>
        <p:spPr/>
        <p:txBody>
          <a:bodyPr/>
          <a:lstStyle/>
          <a:p>
            <a:endParaRPr lang="en-AU"/>
          </a:p>
        </p:txBody>
      </p:sp>
      <p:sp>
        <p:nvSpPr>
          <p:cNvPr id="15" name="Content Placeholder 14">
            <a:extLst>
              <a:ext uri="{FF2B5EF4-FFF2-40B4-BE49-F238E27FC236}">
                <a16:creationId xmlns:a16="http://schemas.microsoft.com/office/drawing/2014/main" id="{E620DE34-B61D-D193-6FC8-FEE684387C60}"/>
              </a:ext>
            </a:extLst>
          </p:cNvPr>
          <p:cNvSpPr>
            <a:spLocks noGrp="1"/>
          </p:cNvSpPr>
          <p:nvPr>
            <p:ph sz="half" idx="28"/>
          </p:nvPr>
        </p:nvSpPr>
        <p:spPr/>
        <p:txBody>
          <a:bodyPr/>
          <a:lstStyle/>
          <a:p>
            <a:endParaRPr lang="en-AU"/>
          </a:p>
        </p:txBody>
      </p:sp>
      <p:sp>
        <p:nvSpPr>
          <p:cNvPr id="16" name="Content Placeholder 15">
            <a:extLst>
              <a:ext uri="{FF2B5EF4-FFF2-40B4-BE49-F238E27FC236}">
                <a16:creationId xmlns:a16="http://schemas.microsoft.com/office/drawing/2014/main" id="{5CFCC9EE-6A25-D942-5EFC-DF05608704EE}"/>
              </a:ext>
            </a:extLst>
          </p:cNvPr>
          <p:cNvSpPr>
            <a:spLocks noGrp="1"/>
          </p:cNvSpPr>
          <p:nvPr>
            <p:ph sz="half" idx="29"/>
          </p:nvPr>
        </p:nvSpPr>
        <p:spPr/>
        <p:txBody>
          <a:bodyPr/>
          <a:lstStyle/>
          <a:p>
            <a:endParaRPr lang="en-AU"/>
          </a:p>
        </p:txBody>
      </p:sp>
      <p:sp>
        <p:nvSpPr>
          <p:cNvPr id="17" name="Content Placeholder 16">
            <a:extLst>
              <a:ext uri="{FF2B5EF4-FFF2-40B4-BE49-F238E27FC236}">
                <a16:creationId xmlns:a16="http://schemas.microsoft.com/office/drawing/2014/main" id="{0D2954B2-FA68-FD72-DA04-612B00ADBF05}"/>
              </a:ext>
            </a:extLst>
          </p:cNvPr>
          <p:cNvSpPr>
            <a:spLocks noGrp="1"/>
          </p:cNvSpPr>
          <p:nvPr>
            <p:ph sz="half" idx="30"/>
          </p:nvPr>
        </p:nvSpPr>
        <p:spPr/>
        <p:txBody>
          <a:bodyPr/>
          <a:lstStyle/>
          <a:p>
            <a:endParaRPr lang="en-AU"/>
          </a:p>
        </p:txBody>
      </p:sp>
      <p:sp>
        <p:nvSpPr>
          <p:cNvPr id="13" name="Title 12">
            <a:extLst>
              <a:ext uri="{FF2B5EF4-FFF2-40B4-BE49-F238E27FC236}">
                <a16:creationId xmlns:a16="http://schemas.microsoft.com/office/drawing/2014/main" id="{F27592C7-08E7-8B65-1FAC-0565A6E8DA30}"/>
              </a:ext>
            </a:extLst>
          </p:cNvPr>
          <p:cNvSpPr>
            <a:spLocks noGrp="1"/>
          </p:cNvSpPr>
          <p:nvPr>
            <p:ph type="title"/>
          </p:nvPr>
        </p:nvSpPr>
        <p:spPr/>
        <p:txBody>
          <a:bodyPr/>
          <a:lstStyle/>
          <a:p>
            <a:endParaRPr lang="en-AU"/>
          </a:p>
        </p:txBody>
      </p:sp>
    </p:spTree>
    <p:extLst>
      <p:ext uri="{BB962C8B-B14F-4D97-AF65-F5344CB8AC3E}">
        <p14:creationId xmlns:p14="http://schemas.microsoft.com/office/powerpoint/2010/main" val="102135520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Picture Placeholder 66">
            <a:extLst>
              <a:ext uri="{FF2B5EF4-FFF2-40B4-BE49-F238E27FC236}">
                <a16:creationId xmlns:a16="http://schemas.microsoft.com/office/drawing/2014/main" id="{4F44A2C7-9CFF-CE62-7F96-2D8A261CA655}"/>
              </a:ext>
            </a:extLst>
          </p:cNvPr>
          <p:cNvSpPr>
            <a:spLocks noGrp="1"/>
          </p:cNvSpPr>
          <p:nvPr>
            <p:ph type="pic" sz="quarter" idx="10"/>
          </p:nvPr>
        </p:nvSpPr>
        <p:spPr/>
        <p:txBody>
          <a:bodyPr/>
          <a:lstStyle/>
          <a:p>
            <a:endParaRPr lang="en-AU"/>
          </a:p>
        </p:txBody>
      </p:sp>
      <p:sp>
        <p:nvSpPr>
          <p:cNvPr id="68" name="Picture Placeholder 67">
            <a:extLst>
              <a:ext uri="{FF2B5EF4-FFF2-40B4-BE49-F238E27FC236}">
                <a16:creationId xmlns:a16="http://schemas.microsoft.com/office/drawing/2014/main" id="{7CF35EA0-7DA4-8C4C-55C3-2E038F193F47}"/>
              </a:ext>
            </a:extLst>
          </p:cNvPr>
          <p:cNvSpPr>
            <a:spLocks noGrp="1"/>
          </p:cNvSpPr>
          <p:nvPr>
            <p:ph type="pic" sz="quarter" idx="11"/>
          </p:nvPr>
        </p:nvSpPr>
        <p:spPr/>
        <p:txBody>
          <a:bodyPr/>
          <a:lstStyle/>
          <a:p>
            <a:endParaRPr lang="en-AU"/>
          </a:p>
        </p:txBody>
      </p:sp>
      <p:sp>
        <p:nvSpPr>
          <p:cNvPr id="69" name="Picture Placeholder 68">
            <a:extLst>
              <a:ext uri="{FF2B5EF4-FFF2-40B4-BE49-F238E27FC236}">
                <a16:creationId xmlns:a16="http://schemas.microsoft.com/office/drawing/2014/main" id="{96A45BC1-0BFB-1C5C-56E6-9D669E9CE65A}"/>
              </a:ext>
            </a:extLst>
          </p:cNvPr>
          <p:cNvSpPr>
            <a:spLocks noGrp="1"/>
          </p:cNvSpPr>
          <p:nvPr>
            <p:ph type="pic" sz="quarter" idx="12"/>
          </p:nvPr>
        </p:nvSpPr>
        <p:spPr/>
        <p:txBody>
          <a:bodyPr/>
          <a:lstStyle/>
          <a:p>
            <a:endParaRPr lang="en-AU"/>
          </a:p>
        </p:txBody>
      </p:sp>
      <p:sp>
        <p:nvSpPr>
          <p:cNvPr id="70" name="Picture Placeholder 69">
            <a:extLst>
              <a:ext uri="{FF2B5EF4-FFF2-40B4-BE49-F238E27FC236}">
                <a16:creationId xmlns:a16="http://schemas.microsoft.com/office/drawing/2014/main" id="{0D45972C-65A9-4527-069B-DC696A0F32DF}"/>
              </a:ext>
            </a:extLst>
          </p:cNvPr>
          <p:cNvSpPr>
            <a:spLocks noGrp="1"/>
          </p:cNvSpPr>
          <p:nvPr>
            <p:ph type="pic" sz="quarter" idx="13"/>
          </p:nvPr>
        </p:nvSpPr>
        <p:spPr/>
        <p:txBody>
          <a:bodyPr/>
          <a:lstStyle/>
          <a:p>
            <a:endParaRPr lang="en-AU"/>
          </a:p>
        </p:txBody>
      </p:sp>
      <p:sp>
        <p:nvSpPr>
          <p:cNvPr id="71" name="Picture Placeholder 70">
            <a:extLst>
              <a:ext uri="{FF2B5EF4-FFF2-40B4-BE49-F238E27FC236}">
                <a16:creationId xmlns:a16="http://schemas.microsoft.com/office/drawing/2014/main" id="{8CEB5C4E-628B-28A1-AC12-E546D4FD2A12}"/>
              </a:ext>
            </a:extLst>
          </p:cNvPr>
          <p:cNvSpPr>
            <a:spLocks noGrp="1"/>
          </p:cNvSpPr>
          <p:nvPr>
            <p:ph type="pic" sz="quarter" idx="14"/>
          </p:nvPr>
        </p:nvSpPr>
        <p:spPr/>
        <p:txBody>
          <a:bodyPr/>
          <a:lstStyle/>
          <a:p>
            <a:endParaRPr lang="en-AU"/>
          </a:p>
        </p:txBody>
      </p:sp>
      <p:sp>
        <p:nvSpPr>
          <p:cNvPr id="72" name="Picture Placeholder 71">
            <a:extLst>
              <a:ext uri="{FF2B5EF4-FFF2-40B4-BE49-F238E27FC236}">
                <a16:creationId xmlns:a16="http://schemas.microsoft.com/office/drawing/2014/main" id="{711462EB-966E-8929-FD5F-718FF28C405F}"/>
              </a:ext>
            </a:extLst>
          </p:cNvPr>
          <p:cNvSpPr>
            <a:spLocks noGrp="1"/>
          </p:cNvSpPr>
          <p:nvPr>
            <p:ph type="pic" sz="quarter" idx="15"/>
          </p:nvPr>
        </p:nvSpPr>
        <p:spPr/>
        <p:txBody>
          <a:bodyPr/>
          <a:lstStyle/>
          <a:p>
            <a:endParaRPr lang="en-AU"/>
          </a:p>
        </p:txBody>
      </p:sp>
      <p:sp>
        <p:nvSpPr>
          <p:cNvPr id="73" name="Picture Placeholder 72">
            <a:extLst>
              <a:ext uri="{FF2B5EF4-FFF2-40B4-BE49-F238E27FC236}">
                <a16:creationId xmlns:a16="http://schemas.microsoft.com/office/drawing/2014/main" id="{495F72B1-1820-46E8-7BA0-C868B2854AF7}"/>
              </a:ext>
            </a:extLst>
          </p:cNvPr>
          <p:cNvSpPr>
            <a:spLocks noGrp="1"/>
          </p:cNvSpPr>
          <p:nvPr>
            <p:ph type="pic" sz="quarter" idx="16"/>
          </p:nvPr>
        </p:nvSpPr>
        <p:spPr/>
        <p:txBody>
          <a:bodyPr/>
          <a:lstStyle/>
          <a:p>
            <a:endParaRPr lang="en-AU"/>
          </a:p>
        </p:txBody>
      </p:sp>
      <p:sp>
        <p:nvSpPr>
          <p:cNvPr id="74" name="Picture Placeholder 73">
            <a:extLst>
              <a:ext uri="{FF2B5EF4-FFF2-40B4-BE49-F238E27FC236}">
                <a16:creationId xmlns:a16="http://schemas.microsoft.com/office/drawing/2014/main" id="{6E17F69A-0212-666E-0219-F735D3C0D21F}"/>
              </a:ext>
            </a:extLst>
          </p:cNvPr>
          <p:cNvSpPr>
            <a:spLocks noGrp="1"/>
          </p:cNvSpPr>
          <p:nvPr>
            <p:ph type="pic" sz="quarter" idx="17"/>
          </p:nvPr>
        </p:nvSpPr>
        <p:spPr/>
        <p:txBody>
          <a:bodyPr/>
          <a:lstStyle/>
          <a:p>
            <a:endParaRPr lang="en-AU"/>
          </a:p>
        </p:txBody>
      </p:sp>
      <p:sp>
        <p:nvSpPr>
          <p:cNvPr id="75" name="Picture Placeholder 74">
            <a:extLst>
              <a:ext uri="{FF2B5EF4-FFF2-40B4-BE49-F238E27FC236}">
                <a16:creationId xmlns:a16="http://schemas.microsoft.com/office/drawing/2014/main" id="{3930A9E2-EC12-F575-E1C5-94280137C10D}"/>
              </a:ext>
            </a:extLst>
          </p:cNvPr>
          <p:cNvSpPr>
            <a:spLocks noGrp="1"/>
          </p:cNvSpPr>
          <p:nvPr>
            <p:ph type="pic" sz="quarter" idx="18"/>
          </p:nvPr>
        </p:nvSpPr>
        <p:spPr/>
        <p:txBody>
          <a:bodyPr/>
          <a:lstStyle/>
          <a:p>
            <a:endParaRPr lang="en-AU"/>
          </a:p>
        </p:txBody>
      </p:sp>
      <p:sp>
        <p:nvSpPr>
          <p:cNvPr id="76" name="Picture Placeholder 75">
            <a:extLst>
              <a:ext uri="{FF2B5EF4-FFF2-40B4-BE49-F238E27FC236}">
                <a16:creationId xmlns:a16="http://schemas.microsoft.com/office/drawing/2014/main" id="{5629F913-FA1F-A2AB-989A-08D3293799F4}"/>
              </a:ext>
            </a:extLst>
          </p:cNvPr>
          <p:cNvSpPr>
            <a:spLocks noGrp="1"/>
          </p:cNvSpPr>
          <p:nvPr>
            <p:ph type="pic" sz="quarter" idx="19"/>
          </p:nvPr>
        </p:nvSpPr>
        <p:spPr/>
        <p:txBody>
          <a:bodyPr/>
          <a:lstStyle/>
          <a:p>
            <a:endParaRPr lang="en-AU"/>
          </a:p>
        </p:txBody>
      </p:sp>
      <p:sp>
        <p:nvSpPr>
          <p:cNvPr id="77" name="Picture Placeholder 76">
            <a:extLst>
              <a:ext uri="{FF2B5EF4-FFF2-40B4-BE49-F238E27FC236}">
                <a16:creationId xmlns:a16="http://schemas.microsoft.com/office/drawing/2014/main" id="{BC3476FD-B3A0-7FD5-850C-E160D7B3F6F9}"/>
              </a:ext>
            </a:extLst>
          </p:cNvPr>
          <p:cNvSpPr>
            <a:spLocks noGrp="1"/>
          </p:cNvSpPr>
          <p:nvPr>
            <p:ph type="pic" sz="quarter" idx="20"/>
          </p:nvPr>
        </p:nvSpPr>
        <p:spPr/>
        <p:txBody>
          <a:bodyPr/>
          <a:lstStyle/>
          <a:p>
            <a:endParaRPr lang="en-AU"/>
          </a:p>
        </p:txBody>
      </p:sp>
      <p:sp>
        <p:nvSpPr>
          <p:cNvPr id="78" name="Picture Placeholder 77">
            <a:extLst>
              <a:ext uri="{FF2B5EF4-FFF2-40B4-BE49-F238E27FC236}">
                <a16:creationId xmlns:a16="http://schemas.microsoft.com/office/drawing/2014/main" id="{89F19946-4CE5-E06D-CA03-6E63BBECE191}"/>
              </a:ext>
            </a:extLst>
          </p:cNvPr>
          <p:cNvSpPr>
            <a:spLocks noGrp="1"/>
          </p:cNvSpPr>
          <p:nvPr>
            <p:ph type="pic" sz="quarter" idx="21"/>
          </p:nvPr>
        </p:nvSpPr>
        <p:spPr/>
        <p:txBody>
          <a:bodyPr/>
          <a:lstStyle/>
          <a:p>
            <a:endParaRPr lang="en-AU"/>
          </a:p>
        </p:txBody>
      </p:sp>
      <p:sp>
        <p:nvSpPr>
          <p:cNvPr id="79" name="Picture Placeholder 78">
            <a:extLst>
              <a:ext uri="{FF2B5EF4-FFF2-40B4-BE49-F238E27FC236}">
                <a16:creationId xmlns:a16="http://schemas.microsoft.com/office/drawing/2014/main" id="{94885598-DAD1-8FAC-2BA4-2937F4FCB309}"/>
              </a:ext>
            </a:extLst>
          </p:cNvPr>
          <p:cNvSpPr>
            <a:spLocks noGrp="1"/>
          </p:cNvSpPr>
          <p:nvPr>
            <p:ph type="pic" sz="quarter" idx="22"/>
          </p:nvPr>
        </p:nvSpPr>
        <p:spPr/>
        <p:txBody>
          <a:bodyPr/>
          <a:lstStyle/>
          <a:p>
            <a:endParaRPr lang="en-AU"/>
          </a:p>
        </p:txBody>
      </p:sp>
      <p:sp>
        <p:nvSpPr>
          <p:cNvPr id="80" name="Picture Placeholder 79">
            <a:extLst>
              <a:ext uri="{FF2B5EF4-FFF2-40B4-BE49-F238E27FC236}">
                <a16:creationId xmlns:a16="http://schemas.microsoft.com/office/drawing/2014/main" id="{62DA6F78-553B-C8D7-205C-670844B84B75}"/>
              </a:ext>
            </a:extLst>
          </p:cNvPr>
          <p:cNvSpPr>
            <a:spLocks noGrp="1"/>
          </p:cNvSpPr>
          <p:nvPr>
            <p:ph type="pic" sz="quarter" idx="23"/>
          </p:nvPr>
        </p:nvSpPr>
        <p:spPr/>
        <p:txBody>
          <a:bodyPr/>
          <a:lstStyle/>
          <a:p>
            <a:endParaRPr lang="en-AU"/>
          </a:p>
        </p:txBody>
      </p:sp>
      <p:sp>
        <p:nvSpPr>
          <p:cNvPr id="81" name="Picture Placeholder 80">
            <a:extLst>
              <a:ext uri="{FF2B5EF4-FFF2-40B4-BE49-F238E27FC236}">
                <a16:creationId xmlns:a16="http://schemas.microsoft.com/office/drawing/2014/main" id="{CCB128E3-3092-8125-7F29-691809A3E233}"/>
              </a:ext>
            </a:extLst>
          </p:cNvPr>
          <p:cNvSpPr>
            <a:spLocks noGrp="1"/>
          </p:cNvSpPr>
          <p:nvPr>
            <p:ph type="pic" sz="quarter" idx="24"/>
          </p:nvPr>
        </p:nvSpPr>
        <p:spPr/>
        <p:txBody>
          <a:bodyPr/>
          <a:lstStyle/>
          <a:p>
            <a:endParaRPr lang="en-AU"/>
          </a:p>
        </p:txBody>
      </p:sp>
      <p:sp>
        <p:nvSpPr>
          <p:cNvPr id="82" name="Picture Placeholder 81">
            <a:extLst>
              <a:ext uri="{FF2B5EF4-FFF2-40B4-BE49-F238E27FC236}">
                <a16:creationId xmlns:a16="http://schemas.microsoft.com/office/drawing/2014/main" id="{BF603BD4-A777-3049-CECF-BE0907AC71AA}"/>
              </a:ext>
            </a:extLst>
          </p:cNvPr>
          <p:cNvSpPr>
            <a:spLocks noGrp="1"/>
          </p:cNvSpPr>
          <p:nvPr>
            <p:ph type="pic" sz="quarter" idx="25"/>
          </p:nvPr>
        </p:nvSpPr>
        <p:spPr/>
        <p:txBody>
          <a:bodyPr/>
          <a:lstStyle/>
          <a:p>
            <a:endParaRPr lang="en-AU"/>
          </a:p>
        </p:txBody>
      </p:sp>
      <p:sp>
        <p:nvSpPr>
          <p:cNvPr id="83" name="Picture Placeholder 82">
            <a:extLst>
              <a:ext uri="{FF2B5EF4-FFF2-40B4-BE49-F238E27FC236}">
                <a16:creationId xmlns:a16="http://schemas.microsoft.com/office/drawing/2014/main" id="{44BA0B26-C446-0309-B715-A4E3EA06D61D}"/>
              </a:ext>
            </a:extLst>
          </p:cNvPr>
          <p:cNvSpPr>
            <a:spLocks noGrp="1"/>
          </p:cNvSpPr>
          <p:nvPr>
            <p:ph type="pic" sz="quarter" idx="26"/>
          </p:nvPr>
        </p:nvSpPr>
        <p:spPr/>
        <p:txBody>
          <a:bodyPr/>
          <a:lstStyle/>
          <a:p>
            <a:endParaRPr lang="en-AU"/>
          </a:p>
        </p:txBody>
      </p:sp>
      <p:sp>
        <p:nvSpPr>
          <p:cNvPr id="84" name="Picture Placeholder 83">
            <a:extLst>
              <a:ext uri="{FF2B5EF4-FFF2-40B4-BE49-F238E27FC236}">
                <a16:creationId xmlns:a16="http://schemas.microsoft.com/office/drawing/2014/main" id="{D5A249E6-8630-F10D-31F3-8A557EBD847E}"/>
              </a:ext>
            </a:extLst>
          </p:cNvPr>
          <p:cNvSpPr>
            <a:spLocks noGrp="1"/>
          </p:cNvSpPr>
          <p:nvPr>
            <p:ph type="pic" sz="quarter" idx="27"/>
          </p:nvPr>
        </p:nvSpPr>
        <p:spPr/>
        <p:txBody>
          <a:bodyPr/>
          <a:lstStyle/>
          <a:p>
            <a:endParaRPr lang="en-AU"/>
          </a:p>
        </p:txBody>
      </p:sp>
      <p:sp>
        <p:nvSpPr>
          <p:cNvPr id="85" name="Picture Placeholder 84">
            <a:extLst>
              <a:ext uri="{FF2B5EF4-FFF2-40B4-BE49-F238E27FC236}">
                <a16:creationId xmlns:a16="http://schemas.microsoft.com/office/drawing/2014/main" id="{89472493-0398-5F1B-61BA-DA4604A246FD}"/>
              </a:ext>
            </a:extLst>
          </p:cNvPr>
          <p:cNvSpPr>
            <a:spLocks noGrp="1"/>
          </p:cNvSpPr>
          <p:nvPr>
            <p:ph type="pic" sz="quarter" idx="28"/>
          </p:nvPr>
        </p:nvSpPr>
        <p:spPr/>
        <p:txBody>
          <a:bodyPr/>
          <a:lstStyle/>
          <a:p>
            <a:endParaRPr lang="en-AU"/>
          </a:p>
        </p:txBody>
      </p:sp>
      <p:sp>
        <p:nvSpPr>
          <p:cNvPr id="86" name="Picture Placeholder 85">
            <a:extLst>
              <a:ext uri="{FF2B5EF4-FFF2-40B4-BE49-F238E27FC236}">
                <a16:creationId xmlns:a16="http://schemas.microsoft.com/office/drawing/2014/main" id="{3066DE87-8F7F-1B74-1D71-E8749BEE70A4}"/>
              </a:ext>
            </a:extLst>
          </p:cNvPr>
          <p:cNvSpPr>
            <a:spLocks noGrp="1"/>
          </p:cNvSpPr>
          <p:nvPr>
            <p:ph type="pic" sz="quarter" idx="29"/>
          </p:nvPr>
        </p:nvSpPr>
        <p:spPr/>
        <p:txBody>
          <a:bodyPr/>
          <a:lstStyle/>
          <a:p>
            <a:endParaRPr lang="en-AU"/>
          </a:p>
        </p:txBody>
      </p:sp>
      <p:sp>
        <p:nvSpPr>
          <p:cNvPr id="87" name="Picture Placeholder 86">
            <a:extLst>
              <a:ext uri="{FF2B5EF4-FFF2-40B4-BE49-F238E27FC236}">
                <a16:creationId xmlns:a16="http://schemas.microsoft.com/office/drawing/2014/main" id="{757ABBAB-742D-362D-FFA0-E32C492B4E83}"/>
              </a:ext>
            </a:extLst>
          </p:cNvPr>
          <p:cNvSpPr>
            <a:spLocks noGrp="1"/>
          </p:cNvSpPr>
          <p:nvPr>
            <p:ph type="pic" sz="quarter" idx="30"/>
          </p:nvPr>
        </p:nvSpPr>
        <p:spPr/>
        <p:txBody>
          <a:bodyPr/>
          <a:lstStyle/>
          <a:p>
            <a:endParaRPr lang="en-AU"/>
          </a:p>
        </p:txBody>
      </p:sp>
      <p:sp>
        <p:nvSpPr>
          <p:cNvPr id="88" name="Picture Placeholder 87">
            <a:extLst>
              <a:ext uri="{FF2B5EF4-FFF2-40B4-BE49-F238E27FC236}">
                <a16:creationId xmlns:a16="http://schemas.microsoft.com/office/drawing/2014/main" id="{D310F89D-3E40-FC3A-500F-2E4EFF987C71}"/>
              </a:ext>
            </a:extLst>
          </p:cNvPr>
          <p:cNvSpPr>
            <a:spLocks noGrp="1"/>
          </p:cNvSpPr>
          <p:nvPr>
            <p:ph type="pic" sz="quarter" idx="31"/>
          </p:nvPr>
        </p:nvSpPr>
        <p:spPr/>
        <p:txBody>
          <a:bodyPr/>
          <a:lstStyle/>
          <a:p>
            <a:endParaRPr lang="en-AU"/>
          </a:p>
        </p:txBody>
      </p:sp>
      <p:sp>
        <p:nvSpPr>
          <p:cNvPr id="89" name="Picture Placeholder 88">
            <a:extLst>
              <a:ext uri="{FF2B5EF4-FFF2-40B4-BE49-F238E27FC236}">
                <a16:creationId xmlns:a16="http://schemas.microsoft.com/office/drawing/2014/main" id="{E4CEF202-0720-50FD-D50D-9D3226B96846}"/>
              </a:ext>
            </a:extLst>
          </p:cNvPr>
          <p:cNvSpPr>
            <a:spLocks noGrp="1"/>
          </p:cNvSpPr>
          <p:nvPr>
            <p:ph type="pic" sz="quarter" idx="32"/>
          </p:nvPr>
        </p:nvSpPr>
        <p:spPr/>
        <p:txBody>
          <a:bodyPr/>
          <a:lstStyle/>
          <a:p>
            <a:endParaRPr lang="en-AU"/>
          </a:p>
        </p:txBody>
      </p:sp>
      <p:sp>
        <p:nvSpPr>
          <p:cNvPr id="90" name="Picture Placeholder 89">
            <a:extLst>
              <a:ext uri="{FF2B5EF4-FFF2-40B4-BE49-F238E27FC236}">
                <a16:creationId xmlns:a16="http://schemas.microsoft.com/office/drawing/2014/main" id="{A59394F1-1445-3819-FFD0-4391D514956E}"/>
              </a:ext>
            </a:extLst>
          </p:cNvPr>
          <p:cNvSpPr>
            <a:spLocks noGrp="1"/>
          </p:cNvSpPr>
          <p:nvPr>
            <p:ph type="pic" sz="quarter" idx="33"/>
          </p:nvPr>
        </p:nvSpPr>
        <p:spPr/>
        <p:txBody>
          <a:bodyPr/>
          <a:lstStyle/>
          <a:p>
            <a:endParaRPr lang="en-AU"/>
          </a:p>
        </p:txBody>
      </p:sp>
      <p:sp>
        <p:nvSpPr>
          <p:cNvPr id="91" name="Picture Placeholder 90">
            <a:extLst>
              <a:ext uri="{FF2B5EF4-FFF2-40B4-BE49-F238E27FC236}">
                <a16:creationId xmlns:a16="http://schemas.microsoft.com/office/drawing/2014/main" id="{D53A29FF-E61D-58CD-8C08-4485E4CC55D2}"/>
              </a:ext>
            </a:extLst>
          </p:cNvPr>
          <p:cNvSpPr>
            <a:spLocks noGrp="1"/>
          </p:cNvSpPr>
          <p:nvPr>
            <p:ph type="pic" sz="quarter" idx="34"/>
          </p:nvPr>
        </p:nvSpPr>
        <p:spPr/>
        <p:txBody>
          <a:bodyPr/>
          <a:lstStyle/>
          <a:p>
            <a:endParaRPr lang="en-AU"/>
          </a:p>
        </p:txBody>
      </p:sp>
      <p:sp>
        <p:nvSpPr>
          <p:cNvPr id="92" name="Picture Placeholder 91">
            <a:extLst>
              <a:ext uri="{FF2B5EF4-FFF2-40B4-BE49-F238E27FC236}">
                <a16:creationId xmlns:a16="http://schemas.microsoft.com/office/drawing/2014/main" id="{286333AD-CCED-2CCE-A121-2A44B3882ED4}"/>
              </a:ext>
            </a:extLst>
          </p:cNvPr>
          <p:cNvSpPr>
            <a:spLocks noGrp="1"/>
          </p:cNvSpPr>
          <p:nvPr>
            <p:ph type="pic" sz="quarter" idx="35"/>
          </p:nvPr>
        </p:nvSpPr>
        <p:spPr/>
        <p:txBody>
          <a:bodyPr/>
          <a:lstStyle/>
          <a:p>
            <a:endParaRPr lang="en-AU"/>
          </a:p>
        </p:txBody>
      </p:sp>
      <p:sp>
        <p:nvSpPr>
          <p:cNvPr id="93" name="Picture Placeholder 92">
            <a:extLst>
              <a:ext uri="{FF2B5EF4-FFF2-40B4-BE49-F238E27FC236}">
                <a16:creationId xmlns:a16="http://schemas.microsoft.com/office/drawing/2014/main" id="{E52D5AF8-D03F-C365-FF81-3495DEACE568}"/>
              </a:ext>
            </a:extLst>
          </p:cNvPr>
          <p:cNvSpPr>
            <a:spLocks noGrp="1"/>
          </p:cNvSpPr>
          <p:nvPr>
            <p:ph type="pic" sz="quarter" idx="36"/>
          </p:nvPr>
        </p:nvSpPr>
        <p:spPr/>
        <p:txBody>
          <a:bodyPr/>
          <a:lstStyle/>
          <a:p>
            <a:endParaRPr lang="en-AU"/>
          </a:p>
        </p:txBody>
      </p:sp>
      <p:sp>
        <p:nvSpPr>
          <p:cNvPr id="94" name="Picture Placeholder 93">
            <a:extLst>
              <a:ext uri="{FF2B5EF4-FFF2-40B4-BE49-F238E27FC236}">
                <a16:creationId xmlns:a16="http://schemas.microsoft.com/office/drawing/2014/main" id="{A694980B-90C9-F494-9837-CBE7C58D268F}"/>
              </a:ext>
            </a:extLst>
          </p:cNvPr>
          <p:cNvSpPr>
            <a:spLocks noGrp="1"/>
          </p:cNvSpPr>
          <p:nvPr>
            <p:ph type="pic" sz="quarter" idx="37"/>
          </p:nvPr>
        </p:nvSpPr>
        <p:spPr/>
        <p:txBody>
          <a:bodyPr/>
          <a:lstStyle/>
          <a:p>
            <a:endParaRPr lang="en-AU"/>
          </a:p>
        </p:txBody>
      </p:sp>
      <p:sp>
        <p:nvSpPr>
          <p:cNvPr id="95" name="Picture Placeholder 94">
            <a:extLst>
              <a:ext uri="{FF2B5EF4-FFF2-40B4-BE49-F238E27FC236}">
                <a16:creationId xmlns:a16="http://schemas.microsoft.com/office/drawing/2014/main" id="{0E63A22A-6659-B4A9-0EBE-2DBD47B1AB8E}"/>
              </a:ext>
            </a:extLst>
          </p:cNvPr>
          <p:cNvSpPr>
            <a:spLocks noGrp="1"/>
          </p:cNvSpPr>
          <p:nvPr>
            <p:ph type="pic" sz="quarter" idx="38"/>
          </p:nvPr>
        </p:nvSpPr>
        <p:spPr/>
        <p:txBody>
          <a:bodyPr/>
          <a:lstStyle/>
          <a:p>
            <a:endParaRPr lang="en-AU"/>
          </a:p>
        </p:txBody>
      </p:sp>
      <p:sp>
        <p:nvSpPr>
          <p:cNvPr id="96" name="Picture Placeholder 95">
            <a:extLst>
              <a:ext uri="{FF2B5EF4-FFF2-40B4-BE49-F238E27FC236}">
                <a16:creationId xmlns:a16="http://schemas.microsoft.com/office/drawing/2014/main" id="{4047855F-9830-1617-E6BD-3568882E7099}"/>
              </a:ext>
            </a:extLst>
          </p:cNvPr>
          <p:cNvSpPr>
            <a:spLocks noGrp="1"/>
          </p:cNvSpPr>
          <p:nvPr>
            <p:ph type="pic" sz="quarter" idx="39"/>
          </p:nvPr>
        </p:nvSpPr>
        <p:spPr/>
        <p:txBody>
          <a:bodyPr/>
          <a:lstStyle/>
          <a:p>
            <a:endParaRPr lang="en-AU"/>
          </a:p>
        </p:txBody>
      </p:sp>
      <p:sp>
        <p:nvSpPr>
          <p:cNvPr id="66" name="Title 65">
            <a:extLst>
              <a:ext uri="{FF2B5EF4-FFF2-40B4-BE49-F238E27FC236}">
                <a16:creationId xmlns:a16="http://schemas.microsoft.com/office/drawing/2014/main" id="{1E948E7A-00D2-2D95-472C-DCB795B85D72}"/>
              </a:ext>
            </a:extLst>
          </p:cNvPr>
          <p:cNvSpPr>
            <a:spLocks noGrp="1"/>
          </p:cNvSpPr>
          <p:nvPr>
            <p:ph type="title"/>
          </p:nvPr>
        </p:nvSpPr>
        <p:spPr/>
        <p:txBody>
          <a:bodyPr/>
          <a:lstStyle/>
          <a:p>
            <a:endParaRPr lang="en-AU"/>
          </a:p>
        </p:txBody>
      </p:sp>
    </p:spTree>
    <p:extLst>
      <p:ext uri="{BB962C8B-B14F-4D97-AF65-F5344CB8AC3E}">
        <p14:creationId xmlns:p14="http://schemas.microsoft.com/office/powerpoint/2010/main" val="455039929"/>
      </p:ext>
    </p:extLst>
  </p:cSld>
  <p:clrMapOvr>
    <a:masterClrMapping/>
  </p:clrMapOvr>
  <p:transition spd="med"/>
</p:sld>
</file>

<file path=ppt/theme/theme1.xml><?xml version="1.0" encoding="utf-8"?>
<a:theme xmlns:a="http://schemas.openxmlformats.org/drawingml/2006/main" name="Lead Slides">
  <a:themeElements>
    <a:clrScheme name="Ascendion">
      <a:dk1>
        <a:srgbClr val="000000"/>
      </a:dk1>
      <a:lt1>
        <a:srgbClr val="F5FAFA"/>
      </a:lt1>
      <a:dk2>
        <a:srgbClr val="828282"/>
      </a:dk2>
      <a:lt2>
        <a:srgbClr val="B4B4B4"/>
      </a:lt2>
      <a:accent1>
        <a:srgbClr val="009673"/>
      </a:accent1>
      <a:accent2>
        <a:srgbClr val="F50F7D"/>
      </a:accent2>
      <a:accent3>
        <a:srgbClr val="FFC30F"/>
      </a:accent3>
      <a:accent4>
        <a:srgbClr val="6464D7"/>
      </a:accent4>
      <a:accent5>
        <a:srgbClr val="2DDCAA"/>
      </a:accent5>
      <a:accent6>
        <a:srgbClr val="F5821E"/>
      </a:accent6>
      <a:hlink>
        <a:srgbClr val="5A37AF"/>
      </a:hlink>
      <a:folHlink>
        <a:srgbClr val="8C005A"/>
      </a:folHlink>
    </a:clrScheme>
    <a:fontScheme name="Ascendion">
      <a:majorFont>
        <a:latin typeface="PP Neue Machina Plain Ultrabold"/>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1E3F4082-7808-4881-B841-DF50AC8472A2}" vid="{AD8F05DF-AF63-4EFF-8DEB-D5CA5C06AB57}"/>
    </a:ext>
  </a:extLst>
</a:theme>
</file>

<file path=ppt/theme/theme2.xml><?xml version="1.0" encoding="utf-8"?>
<a:theme xmlns:a="http://schemas.openxmlformats.org/drawingml/2006/main" name="Content - Light">
  <a:themeElements>
    <a:clrScheme name="Ascendion">
      <a:dk1>
        <a:srgbClr val="000000"/>
      </a:dk1>
      <a:lt1>
        <a:srgbClr val="F5FAFA"/>
      </a:lt1>
      <a:dk2>
        <a:srgbClr val="828282"/>
      </a:dk2>
      <a:lt2>
        <a:srgbClr val="B4B4B4"/>
      </a:lt2>
      <a:accent1>
        <a:srgbClr val="009673"/>
      </a:accent1>
      <a:accent2>
        <a:srgbClr val="F50F7D"/>
      </a:accent2>
      <a:accent3>
        <a:srgbClr val="FFC30F"/>
      </a:accent3>
      <a:accent4>
        <a:srgbClr val="6464D7"/>
      </a:accent4>
      <a:accent5>
        <a:srgbClr val="2DDCAA"/>
      </a:accent5>
      <a:accent6>
        <a:srgbClr val="F5821E"/>
      </a:accent6>
      <a:hlink>
        <a:srgbClr val="5A37AF"/>
      </a:hlink>
      <a:folHlink>
        <a:srgbClr val="8C005A"/>
      </a:folHlink>
    </a:clrScheme>
    <a:fontScheme name="Ascendion">
      <a:majorFont>
        <a:latin typeface="PP Neue Machina Plain Ultrabold"/>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1E3F4082-7808-4881-B841-DF50AC8472A2}" vid="{AD8F05DF-AF63-4EFF-8DEB-D5CA5C06AB57}"/>
    </a:ext>
  </a:extLst>
</a:theme>
</file>

<file path=ppt/theme/theme3.xml><?xml version="1.0" encoding="utf-8"?>
<a:theme xmlns:a="http://schemas.openxmlformats.org/drawingml/2006/main" name="1_Content - Dark">
  <a:themeElements>
    <a:clrScheme name="Ascendion">
      <a:dk1>
        <a:srgbClr val="000000"/>
      </a:dk1>
      <a:lt1>
        <a:srgbClr val="F5FAFA"/>
      </a:lt1>
      <a:dk2>
        <a:srgbClr val="828282"/>
      </a:dk2>
      <a:lt2>
        <a:srgbClr val="B4B4B4"/>
      </a:lt2>
      <a:accent1>
        <a:srgbClr val="009673"/>
      </a:accent1>
      <a:accent2>
        <a:srgbClr val="F50F7D"/>
      </a:accent2>
      <a:accent3>
        <a:srgbClr val="FFC30F"/>
      </a:accent3>
      <a:accent4>
        <a:srgbClr val="6464D7"/>
      </a:accent4>
      <a:accent5>
        <a:srgbClr val="2DDCAA"/>
      </a:accent5>
      <a:accent6>
        <a:srgbClr val="F5821E"/>
      </a:accent6>
      <a:hlink>
        <a:srgbClr val="5A37AF"/>
      </a:hlink>
      <a:folHlink>
        <a:srgbClr val="8C005A"/>
      </a:folHlink>
    </a:clrScheme>
    <a:fontScheme name="Ascendion">
      <a:majorFont>
        <a:latin typeface="PP Neue Machina Plain Ultrabold"/>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1E3F4082-7808-4881-B841-DF50AC8472A2}" vid="{AD8F05DF-AF63-4EFF-8DEB-D5CA5C06AB57}"/>
    </a:ext>
  </a:ext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pto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7ab9c3be-024f-4023-af36-b16ce83c127d" xsi:nil="true"/>
    <lcf76f155ced4ddcb4097134ff3c332f xmlns="36eca204-8201-4f31-aebb-d1926fadfda8">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DA7BCA0DE6048A4C903DDDE99C8A88E6" ma:contentTypeVersion="7" ma:contentTypeDescription="Create a new document." ma:contentTypeScope="" ma:versionID="b3be1d33023ad483949b970e92667d59">
  <xsd:schema xmlns:xsd="http://www.w3.org/2001/XMLSchema" xmlns:xs="http://www.w3.org/2001/XMLSchema" xmlns:p="http://schemas.microsoft.com/office/2006/metadata/properties" xmlns:ns2="36eca204-8201-4f31-aebb-d1926fadfda8" xmlns:ns3="7ab9c3be-024f-4023-af36-b16ce83c127d" xmlns:ns4="df3a2ffa-4a31-4ce9-9b0f-c6fcd9f7dd95" targetNamespace="http://schemas.microsoft.com/office/2006/metadata/properties" ma:root="true" ma:fieldsID="817ca72aadea53c165ae1e13723d1de1" ns2:_="" ns3:_="" ns4:_="">
    <xsd:import namespace="36eca204-8201-4f31-aebb-d1926fadfda8"/>
    <xsd:import namespace="7ab9c3be-024f-4023-af36-b16ce83c127d"/>
    <xsd:import namespace="df3a2ffa-4a31-4ce9-9b0f-c6fcd9f7dd95"/>
    <xsd:element name="properties">
      <xsd:complexType>
        <xsd:sequence>
          <xsd:element name="documentManagement">
            <xsd:complexType>
              <xsd:all>
                <xsd:element ref="ns2:lcf76f155ced4ddcb4097134ff3c332f" minOccurs="0"/>
                <xsd:element ref="ns3:TaxCatchAll" minOccurs="0"/>
                <xsd:element ref="ns4:MediaServiceMetadata" minOccurs="0"/>
                <xsd:element ref="ns4:MediaServiceFastMetadata" minOccurs="0"/>
                <xsd:element ref="ns4:MediaServiceGenerationTime" minOccurs="0"/>
                <xsd:element ref="ns4:MediaServiceEventHashCode" minOccurs="0"/>
                <xsd:element ref="ns4:MediaServiceOCR" minOccurs="0"/>
                <xsd:element ref="ns2:MediaServiceDateTaken" minOccurs="0"/>
                <xsd:element ref="ns2:MediaLengthInSecond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6eca204-8201-4f31-aebb-d1926fadfda8" elementFormDefault="qualified">
    <xsd:import namespace="http://schemas.microsoft.com/office/2006/documentManagement/types"/>
    <xsd:import namespace="http://schemas.microsoft.com/office/infopath/2007/PartnerControls"/>
    <xsd:element name="lcf76f155ced4ddcb4097134ff3c332f" ma:index="8" nillable="true" ma:taxonomy="true" ma:internalName="lcf76f155ced4ddcb4097134ff3c332f" ma:taxonomyFieldName="MediaServiceImageTags" ma:displayName="Image Tags" ma:readOnly="false" ma:fieldId="{5cf76f15-5ced-4ddc-b409-7134ff3c332f}" ma:taxonomyMulti="true" ma:sspId="ed186d10-97f7-4892-a460-100f03a627e3" ma:termSetId="09814cd3-568e-fe90-9814-8d621ff8fb84" ma:anchorId="fba54fb3-c3e1-fe81-a776-ca4b69148c4d" ma:open="true" ma:isKeyword="false">
      <xsd:complexType>
        <xsd:sequence>
          <xsd:element ref="pc:Terms" minOccurs="0" maxOccurs="1"/>
        </xsd:sequence>
      </xsd:complexType>
    </xsd:element>
    <xsd:element name="MediaServiceDateTaken" ma:index="16" nillable="true" ma:displayName="MediaServiceDateTaken" ma:hidden="true" ma:indexed="true" ma:internalName="MediaServiceDateTaken"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ab9c3be-024f-4023-af36-b16ce83c127d" elementFormDefault="qualified">
    <xsd:import namespace="http://schemas.microsoft.com/office/2006/documentManagement/types"/>
    <xsd:import namespace="http://schemas.microsoft.com/office/infopath/2007/PartnerControls"/>
    <xsd:element name="TaxCatchAll" ma:index="9" nillable="true" ma:displayName="Taxonomy Catch All Column" ma:hidden="true" ma:list="{ed33cc2b-5f74-40ff-a7a6-0805f592ce51}" ma:internalName="TaxCatchAll" ma:showField="CatchAllData" ma:web="7ab9c3be-024f-4023-af36-b16ce83c127d">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df3a2ffa-4a31-4ce9-9b0f-c6fcd9f7dd95"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0B6DE54-8653-477C-A8EC-C6A282C9473E}">
  <ds:schemaRefs>
    <ds:schemaRef ds:uri="http://purl.org/dc/terms/"/>
    <ds:schemaRef ds:uri="http://purl.org/dc/elements/1.1/"/>
    <ds:schemaRef ds:uri="http://schemas.microsoft.com/office/infopath/2007/PartnerControls"/>
    <ds:schemaRef ds:uri="http://schemas.microsoft.com/office/2006/documentManagement/types"/>
    <ds:schemaRef ds:uri="http://purl.org/dc/dcmitype/"/>
    <ds:schemaRef ds:uri="http://schemas.openxmlformats.org/package/2006/metadata/core-properties"/>
    <ds:schemaRef ds:uri="http://schemas.microsoft.com/office/2006/metadata/properties"/>
    <ds:schemaRef ds:uri="78ed12e9-277f-41f0-b50c-9f18b4ef2d5f"/>
    <ds:schemaRef ds:uri="775180f7-6f5e-4781-ae91-d855168752cd"/>
    <ds:schemaRef ds:uri="http://www.w3.org/XML/1998/namespace"/>
    <ds:schemaRef ds:uri="7ab9c3be-024f-4023-af36-b16ce83c127d"/>
    <ds:schemaRef ds:uri="36eca204-8201-4f31-aebb-d1926fadfda8"/>
  </ds:schemaRefs>
</ds:datastoreItem>
</file>

<file path=customXml/itemProps2.xml><?xml version="1.0" encoding="utf-8"?>
<ds:datastoreItem xmlns:ds="http://schemas.openxmlformats.org/officeDocument/2006/customXml" ds:itemID="{BF585142-EDEE-4494-83EA-4C1AB2398858}">
  <ds:schemaRefs>
    <ds:schemaRef ds:uri="http://schemas.microsoft.com/sharepoint/v3/contenttype/forms"/>
  </ds:schemaRefs>
</ds:datastoreItem>
</file>

<file path=customXml/itemProps3.xml><?xml version="1.0" encoding="utf-8"?>
<ds:datastoreItem xmlns:ds="http://schemas.openxmlformats.org/officeDocument/2006/customXml" ds:itemID="{D5BA4260-28B6-47D0-999E-FBE2BB96531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6eca204-8201-4f31-aebb-d1926fadfda8"/>
    <ds:schemaRef ds:uri="7ab9c3be-024f-4023-af36-b16ce83c127d"/>
    <ds:schemaRef ds:uri="df3a2ffa-4a31-4ce9-9b0f-c6fcd9f7dd9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3652</TotalTime>
  <Words>376</Words>
  <Application>Microsoft Macintosh PowerPoint</Application>
  <PresentationFormat>On-screen Show (16:9)</PresentationFormat>
  <Paragraphs>27</Paragraphs>
  <Slides>61</Slides>
  <Notes>0</Notes>
  <HiddenSlides>0</HiddenSlides>
  <MMClips>0</MMClips>
  <ScaleCrop>false</ScaleCrop>
  <HeadingPairs>
    <vt:vector size="6" baseType="variant">
      <vt:variant>
        <vt:lpstr>Fonts Used</vt:lpstr>
      </vt:variant>
      <vt:variant>
        <vt:i4>4</vt:i4>
      </vt:variant>
      <vt:variant>
        <vt:lpstr>Theme</vt:lpstr>
      </vt:variant>
      <vt:variant>
        <vt:i4>3</vt:i4>
      </vt:variant>
      <vt:variant>
        <vt:lpstr>Slide Titles</vt:lpstr>
      </vt:variant>
      <vt:variant>
        <vt:i4>61</vt:i4>
      </vt:variant>
    </vt:vector>
  </HeadingPairs>
  <TitlesOfParts>
    <vt:vector size="68" baseType="lpstr">
      <vt:lpstr>Verdana</vt:lpstr>
      <vt:lpstr>Aptos</vt:lpstr>
      <vt:lpstr>PP Neue Machina Plain Ultrabold</vt:lpstr>
      <vt:lpstr>Arial</vt:lpstr>
      <vt:lpstr>Lead Slides</vt:lpstr>
      <vt:lpstr>Content - Light</vt:lpstr>
      <vt:lpstr>1_Content - Dark</vt:lpstr>
      <vt:lpstr>Enter presentation  title here</vt:lpstr>
      <vt:lpstr>Enter presentation  title here</vt:lpstr>
      <vt:lpstr>Enter presentation  title here</vt:lpstr>
      <vt:lpstr>Enter presentation  title here</vt:lpstr>
      <vt:lpstr>Section Title</vt:lpstr>
      <vt:lpstr>Section Title</vt:lpstr>
      <vt:lpstr>Section Title</vt:lpstr>
      <vt:lpstr>Section Title</vt:lpstr>
      <vt:lpstr>Thank You</vt:lpstr>
      <vt:lpstr>Thank You</vt:lpstr>
      <vt:lpstr>Thank You</vt:lpstr>
      <vt:lpstr>Thank You</vt:lpstr>
      <vt:lpstr>Thank You</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Nalini Vijayraghavan</dc:creator>
  <cp:lastModifiedBy>Srinidhi Ramanujam</cp:lastModifiedBy>
  <cp:revision>104</cp:revision>
  <dcterms:modified xsi:type="dcterms:W3CDTF">2026-03-18T09:32:54Z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0x010100DA7BCA0DE6048A4C903DDDE99C8A88E6</vt:lpwstr>
  </property>
</Properties>
</file>