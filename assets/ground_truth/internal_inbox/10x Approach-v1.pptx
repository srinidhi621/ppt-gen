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5" r:id="rId1"/>
    <p:sldMasterId id="2147483928" r:id="rId2"/>
    <p:sldMasterId id="2147483932" r:id="rId3"/>
  </p:sldMasterIdLst>
  <p:notesMasterIdLst>
    <p:notesMasterId r:id="rId19"/>
  </p:notesMasterIdLst>
  <p:sldIdLst>
    <p:sldId id="260" r:id="rId4"/>
    <p:sldId id="269" r:id="rId5"/>
    <p:sldId id="268" r:id="rId6"/>
    <p:sldId id="266" r:id="rId7"/>
    <p:sldId id="263" r:id="rId8"/>
    <p:sldId id="2147483646" r:id="rId9"/>
    <p:sldId id="262" r:id="rId10"/>
    <p:sldId id="276" r:id="rId11"/>
    <p:sldId id="273" r:id="rId12"/>
    <p:sldId id="2147483636" r:id="rId13"/>
    <p:sldId id="275" r:id="rId14"/>
    <p:sldId id="271" r:id="rId15"/>
    <p:sldId id="270" r:id="rId16"/>
    <p:sldId id="2147483644" r:id="rId17"/>
    <p:sldId id="265" r:id="rId18"/>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7ABF8B8-1B86-C584-86F6-577647844C2C}" name="Srinidhi Ramanujam" initials="" userId="S::srinidhi.ramanujam@ascendion.com::5f8f3704-feaa-4dac-be63-cc4dff5bcdb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a:srgbClr val="FAFAFA"/>
    <a:srgbClr val="FFC000"/>
    <a:srgbClr val="7161E2"/>
    <a:srgbClr val="E3056C"/>
    <a:srgbClr val="008566"/>
    <a:srgbClr val="71758A"/>
    <a:srgbClr val="00FAC2"/>
    <a:srgbClr val="AFAAB9"/>
    <a:srgbClr val="E3EA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3A9FFE-5DD0-BF4A-A7F4-E838AE57C15D}" v="129" dt="2026-04-28T10:53:05.694"/>
    <p1510:client id="{6E53F3D0-81C5-4156-B43B-6EE0FB114595}" v="440" dt="2026-04-28T09:33:05.5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7"/>
    <p:restoredTop sz="94678"/>
  </p:normalViewPr>
  <p:slideViewPr>
    <p:cSldViewPr snapToGrid="0">
      <p:cViewPr varScale="1">
        <p:scale>
          <a:sx n="98" d="100"/>
          <a:sy n="98" d="100"/>
        </p:scale>
        <p:origin x="6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microsoft.com/office/2018/10/relationships/authors" Target="authors.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microsoft.com/office/2016/11/relationships/changesInfo" Target="changesInfos/changesInfo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nidhi Ramanujam" userId="5f8f3704-feaa-4dac-be63-cc4dff5bcdb3" providerId="ADAL" clId="{4F3A9FFE-5DD0-BF4A-A7F4-E838AE57C15D}"/>
    <pc:docChg chg="custSel addSld delSld modSld delMainMaster">
      <pc:chgData name="Srinidhi Ramanujam" userId="5f8f3704-feaa-4dac-be63-cc4dff5bcdb3" providerId="ADAL" clId="{4F3A9FFE-5DD0-BF4A-A7F4-E838AE57C15D}" dt="2026-04-28T10:53:05.694" v="94" actId="2696"/>
      <pc:docMkLst>
        <pc:docMk/>
      </pc:docMkLst>
      <pc:sldChg chg="modSp add del mod">
        <pc:chgData name="Srinidhi Ramanujam" userId="5f8f3704-feaa-4dac-be63-cc4dff5bcdb3" providerId="ADAL" clId="{4F3A9FFE-5DD0-BF4A-A7F4-E838AE57C15D}" dt="2026-04-28T10:53:04.686" v="84" actId="2696"/>
        <pc:sldMkLst>
          <pc:docMk/>
          <pc:sldMk cId="3073801747" sldId="256"/>
        </pc:sldMkLst>
        <pc:spChg chg="mod">
          <ac:chgData name="Srinidhi Ramanujam" userId="5f8f3704-feaa-4dac-be63-cc4dff5bcdb3" providerId="ADAL" clId="{4F3A9FFE-5DD0-BF4A-A7F4-E838AE57C15D}" dt="2026-04-27T19:14:00.757" v="30"/>
          <ac:spMkLst>
            <pc:docMk/>
            <pc:sldMk cId="3073801747" sldId="256"/>
            <ac:spMk id="29" creationId="{A5C24193-6E12-4B42-86F3-4B27C84B2F3A}"/>
          </ac:spMkLst>
        </pc:spChg>
        <pc:spChg chg="mod">
          <ac:chgData name="Srinidhi Ramanujam" userId="5f8f3704-feaa-4dac-be63-cc4dff5bcdb3" providerId="ADAL" clId="{4F3A9FFE-5DD0-BF4A-A7F4-E838AE57C15D}" dt="2026-04-27T19:14:00.758" v="32"/>
          <ac:spMkLst>
            <pc:docMk/>
            <pc:sldMk cId="3073801747" sldId="256"/>
            <ac:spMk id="34" creationId="{E64BB381-1385-744B-8D79-7413483831B8}"/>
          </ac:spMkLst>
        </pc:spChg>
        <pc:spChg chg="mod">
          <ac:chgData name="Srinidhi Ramanujam" userId="5f8f3704-feaa-4dac-be63-cc4dff5bcdb3" providerId="ADAL" clId="{4F3A9FFE-5DD0-BF4A-A7F4-E838AE57C15D}" dt="2026-04-27T19:14:00.759" v="34"/>
          <ac:spMkLst>
            <pc:docMk/>
            <pc:sldMk cId="3073801747" sldId="256"/>
            <ac:spMk id="39" creationId="{0BD97C97-D6E3-9645-89B2-57DD4EAC3F9B}"/>
          </ac:spMkLst>
        </pc:spChg>
        <pc:spChg chg="mod">
          <ac:chgData name="Srinidhi Ramanujam" userId="5f8f3704-feaa-4dac-be63-cc4dff5bcdb3" providerId="ADAL" clId="{4F3A9FFE-5DD0-BF4A-A7F4-E838AE57C15D}" dt="2026-04-27T19:14:00.760" v="36"/>
          <ac:spMkLst>
            <pc:docMk/>
            <pc:sldMk cId="3073801747" sldId="256"/>
            <ac:spMk id="43" creationId="{098176EE-E608-3A4C-ABCC-182A069A8093}"/>
          </ac:spMkLst>
        </pc:spChg>
        <pc:spChg chg="mod">
          <ac:chgData name="Srinidhi Ramanujam" userId="5f8f3704-feaa-4dac-be63-cc4dff5bcdb3" providerId="ADAL" clId="{4F3A9FFE-5DD0-BF4A-A7F4-E838AE57C15D}" dt="2026-04-27T19:14:00.761" v="38"/>
          <ac:spMkLst>
            <pc:docMk/>
            <pc:sldMk cId="3073801747" sldId="256"/>
            <ac:spMk id="46" creationId="{A502706D-CC89-0545-9451-DCFAAE558510}"/>
          </ac:spMkLst>
        </pc:spChg>
        <pc:spChg chg="mod">
          <ac:chgData name="Srinidhi Ramanujam" userId="5f8f3704-feaa-4dac-be63-cc4dff5bcdb3" providerId="ADAL" clId="{4F3A9FFE-5DD0-BF4A-A7F4-E838AE57C15D}" dt="2026-04-27T19:14:00.762" v="40"/>
          <ac:spMkLst>
            <pc:docMk/>
            <pc:sldMk cId="3073801747" sldId="256"/>
            <ac:spMk id="49" creationId="{121AC4A2-9B04-CE44-A14E-6E335406C5CA}"/>
          </ac:spMkLst>
        </pc:spChg>
        <pc:spChg chg="mod">
          <ac:chgData name="Srinidhi Ramanujam" userId="5f8f3704-feaa-4dac-be63-cc4dff5bcdb3" providerId="ADAL" clId="{4F3A9FFE-5DD0-BF4A-A7F4-E838AE57C15D}" dt="2026-04-27T19:14:00.763" v="42"/>
          <ac:spMkLst>
            <pc:docMk/>
            <pc:sldMk cId="3073801747" sldId="256"/>
            <ac:spMk id="50" creationId="{F818918C-727B-0140-8745-11DD4ECDD8B8}"/>
          </ac:spMkLst>
        </pc:spChg>
      </pc:sldChg>
      <pc:sldChg chg="modSp add del mod">
        <pc:chgData name="Srinidhi Ramanujam" userId="5f8f3704-feaa-4dac-be63-cc4dff5bcdb3" providerId="ADAL" clId="{4F3A9FFE-5DD0-BF4A-A7F4-E838AE57C15D}" dt="2026-04-28T10:53:04.716" v="86" actId="2696"/>
        <pc:sldMkLst>
          <pc:docMk/>
          <pc:sldMk cId="1515931667" sldId="257"/>
        </pc:sldMkLst>
        <pc:spChg chg="mod">
          <ac:chgData name="Srinidhi Ramanujam" userId="5f8f3704-feaa-4dac-be63-cc4dff5bcdb3" providerId="ADAL" clId="{4F3A9FFE-5DD0-BF4A-A7F4-E838AE57C15D}" dt="2026-04-27T19:14:26.559" v="46"/>
          <ac:spMkLst>
            <pc:docMk/>
            <pc:sldMk cId="1515931667" sldId="257"/>
            <ac:spMk id="29" creationId="{6B742891-806C-5D4A-9429-81877BF57284}"/>
          </ac:spMkLst>
        </pc:spChg>
        <pc:spChg chg="mod">
          <ac:chgData name="Srinidhi Ramanujam" userId="5f8f3704-feaa-4dac-be63-cc4dff5bcdb3" providerId="ADAL" clId="{4F3A9FFE-5DD0-BF4A-A7F4-E838AE57C15D}" dt="2026-04-27T19:14:26.560" v="48"/>
          <ac:spMkLst>
            <pc:docMk/>
            <pc:sldMk cId="1515931667" sldId="257"/>
            <ac:spMk id="34" creationId="{46023B1F-D328-6F42-8EAD-09FBDB9621BC}"/>
          </ac:spMkLst>
        </pc:spChg>
        <pc:spChg chg="mod">
          <ac:chgData name="Srinidhi Ramanujam" userId="5f8f3704-feaa-4dac-be63-cc4dff5bcdb3" providerId="ADAL" clId="{4F3A9FFE-5DD0-BF4A-A7F4-E838AE57C15D}" dt="2026-04-27T19:14:26.561" v="50"/>
          <ac:spMkLst>
            <pc:docMk/>
            <pc:sldMk cId="1515931667" sldId="257"/>
            <ac:spMk id="39" creationId="{840987E6-209B-9542-B45C-DADF19340495}"/>
          </ac:spMkLst>
        </pc:spChg>
        <pc:spChg chg="mod">
          <ac:chgData name="Srinidhi Ramanujam" userId="5f8f3704-feaa-4dac-be63-cc4dff5bcdb3" providerId="ADAL" clId="{4F3A9FFE-5DD0-BF4A-A7F4-E838AE57C15D}" dt="2026-04-27T19:14:26.564" v="58"/>
          <ac:spMkLst>
            <pc:docMk/>
            <pc:sldMk cId="1515931667" sldId="257"/>
            <ac:spMk id="44" creationId="{253F4F03-09DE-E34B-AEF0-3ECB9DDEC07B}"/>
          </ac:spMkLst>
        </pc:spChg>
        <pc:spChg chg="mod">
          <ac:chgData name="Srinidhi Ramanujam" userId="5f8f3704-feaa-4dac-be63-cc4dff5bcdb3" providerId="ADAL" clId="{4F3A9FFE-5DD0-BF4A-A7F4-E838AE57C15D}" dt="2026-04-27T19:14:26.565" v="60"/>
          <ac:spMkLst>
            <pc:docMk/>
            <pc:sldMk cId="1515931667" sldId="257"/>
            <ac:spMk id="47" creationId="{9B8CA226-C33F-AA41-AC5D-1440B699E34B}"/>
          </ac:spMkLst>
        </pc:spChg>
        <pc:spChg chg="mod">
          <ac:chgData name="Srinidhi Ramanujam" userId="5f8f3704-feaa-4dac-be63-cc4dff5bcdb3" providerId="ADAL" clId="{4F3A9FFE-5DD0-BF4A-A7F4-E838AE57C15D}" dt="2026-04-27T19:14:26.565" v="62"/>
          <ac:spMkLst>
            <pc:docMk/>
            <pc:sldMk cId="1515931667" sldId="257"/>
            <ac:spMk id="50" creationId="{9A16FA4E-F92C-5A46-8A09-E7B4CE31E109}"/>
          </ac:spMkLst>
        </pc:spChg>
        <pc:spChg chg="mod">
          <ac:chgData name="Srinidhi Ramanujam" userId="5f8f3704-feaa-4dac-be63-cc4dff5bcdb3" providerId="ADAL" clId="{4F3A9FFE-5DD0-BF4A-A7F4-E838AE57C15D}" dt="2026-04-27T19:14:26.562" v="52"/>
          <ac:spMkLst>
            <pc:docMk/>
            <pc:sldMk cId="1515931667" sldId="257"/>
            <ac:spMk id="60" creationId="{4DB81F1A-3BB1-1F42-8354-E6852C7CD20D}"/>
          </ac:spMkLst>
        </pc:spChg>
        <pc:spChg chg="mod">
          <ac:chgData name="Srinidhi Ramanujam" userId="5f8f3704-feaa-4dac-be63-cc4dff5bcdb3" providerId="ADAL" clId="{4F3A9FFE-5DD0-BF4A-A7F4-E838AE57C15D}" dt="2026-04-27T19:14:26.566" v="64"/>
          <ac:spMkLst>
            <pc:docMk/>
            <pc:sldMk cId="1515931667" sldId="257"/>
            <ac:spMk id="61" creationId="{1CFFF961-3E2F-F24A-8D2A-54E6C5598CE6}"/>
          </ac:spMkLst>
        </pc:spChg>
        <pc:spChg chg="mod">
          <ac:chgData name="Srinidhi Ramanujam" userId="5f8f3704-feaa-4dac-be63-cc4dff5bcdb3" providerId="ADAL" clId="{4F3A9FFE-5DD0-BF4A-A7F4-E838AE57C15D}" dt="2026-04-27T19:14:26.563" v="54"/>
          <ac:spMkLst>
            <pc:docMk/>
            <pc:sldMk cId="1515931667" sldId="257"/>
            <ac:spMk id="63" creationId="{2DEAAFA7-8F4E-8345-A2CD-4FD121634508}"/>
          </ac:spMkLst>
        </pc:spChg>
        <pc:spChg chg="mod">
          <ac:chgData name="Srinidhi Ramanujam" userId="5f8f3704-feaa-4dac-be63-cc4dff5bcdb3" providerId="ADAL" clId="{4F3A9FFE-5DD0-BF4A-A7F4-E838AE57C15D}" dt="2026-04-27T19:14:26.567" v="66"/>
          <ac:spMkLst>
            <pc:docMk/>
            <pc:sldMk cId="1515931667" sldId="257"/>
            <ac:spMk id="64" creationId="{AF80036B-218B-CF48-A70C-B49ABF97F76F}"/>
          </ac:spMkLst>
        </pc:spChg>
        <pc:spChg chg="mod">
          <ac:chgData name="Srinidhi Ramanujam" userId="5f8f3704-feaa-4dac-be63-cc4dff5bcdb3" providerId="ADAL" clId="{4F3A9FFE-5DD0-BF4A-A7F4-E838AE57C15D}" dt="2026-04-27T19:14:26.563" v="56"/>
          <ac:spMkLst>
            <pc:docMk/>
            <pc:sldMk cId="1515931667" sldId="257"/>
            <ac:spMk id="66" creationId="{656D9EF1-8FD6-BC46-A573-A8F4B53819E6}"/>
          </ac:spMkLst>
        </pc:spChg>
        <pc:spChg chg="mod">
          <ac:chgData name="Srinidhi Ramanujam" userId="5f8f3704-feaa-4dac-be63-cc4dff5bcdb3" providerId="ADAL" clId="{4F3A9FFE-5DD0-BF4A-A7F4-E838AE57C15D}" dt="2026-04-27T19:14:26.567" v="68"/>
          <ac:spMkLst>
            <pc:docMk/>
            <pc:sldMk cId="1515931667" sldId="257"/>
            <ac:spMk id="67" creationId="{0A45730B-7131-C34C-923D-173D3CD9300C}"/>
          </ac:spMkLst>
        </pc:spChg>
      </pc:sldChg>
      <pc:sldChg chg="del">
        <pc:chgData name="Srinidhi Ramanujam" userId="5f8f3704-feaa-4dac-be63-cc4dff5bcdb3" providerId="ADAL" clId="{4F3A9FFE-5DD0-BF4A-A7F4-E838AE57C15D}" dt="2026-04-28T10:53:05.058" v="89" actId="2696"/>
        <pc:sldMkLst>
          <pc:docMk/>
          <pc:sldMk cId="0" sldId="258"/>
        </pc:sldMkLst>
      </pc:sldChg>
      <pc:sldChg chg="del">
        <pc:chgData name="Srinidhi Ramanujam" userId="5f8f3704-feaa-4dac-be63-cc4dff5bcdb3" providerId="ADAL" clId="{4F3A9FFE-5DD0-BF4A-A7F4-E838AE57C15D}" dt="2026-04-28T10:53:05.107" v="91" actId="2696"/>
        <pc:sldMkLst>
          <pc:docMk/>
          <pc:sldMk cId="0" sldId="259"/>
        </pc:sldMkLst>
      </pc:sldChg>
      <pc:sldChg chg="add del">
        <pc:chgData name="Srinidhi Ramanujam" userId="5f8f3704-feaa-4dac-be63-cc4dff5bcdb3" providerId="ADAL" clId="{4F3A9FFE-5DD0-BF4A-A7F4-E838AE57C15D}" dt="2026-04-27T19:14:59.110" v="72"/>
        <pc:sldMkLst>
          <pc:docMk/>
          <pc:sldMk cId="930589372" sldId="260"/>
        </pc:sldMkLst>
      </pc:sldChg>
      <pc:sldChg chg="add del">
        <pc:chgData name="Srinidhi Ramanujam" userId="5f8f3704-feaa-4dac-be63-cc4dff5bcdb3" providerId="ADAL" clId="{4F3A9FFE-5DD0-BF4A-A7F4-E838AE57C15D}" dt="2026-04-27T19:15:08.375" v="76"/>
        <pc:sldMkLst>
          <pc:docMk/>
          <pc:sldMk cId="2446442457" sldId="260"/>
        </pc:sldMkLst>
      </pc:sldChg>
      <pc:sldChg chg="add del">
        <pc:chgData name="Srinidhi Ramanujam" userId="5f8f3704-feaa-4dac-be63-cc4dff5bcdb3" providerId="ADAL" clId="{4F3A9FFE-5DD0-BF4A-A7F4-E838AE57C15D}" dt="2026-04-27T19:15:01.034" v="74"/>
        <pc:sldMkLst>
          <pc:docMk/>
          <pc:sldMk cId="324020292" sldId="261"/>
        </pc:sldMkLst>
      </pc:sldChg>
      <pc:sldChg chg="add del">
        <pc:chgData name="Srinidhi Ramanujam" userId="5f8f3704-feaa-4dac-be63-cc4dff5bcdb3" providerId="ADAL" clId="{4F3A9FFE-5DD0-BF4A-A7F4-E838AE57C15D}" dt="2026-04-28T10:53:04.730" v="87" actId="2696"/>
        <pc:sldMkLst>
          <pc:docMk/>
          <pc:sldMk cId="494655892" sldId="261"/>
        </pc:sldMkLst>
      </pc:sldChg>
      <pc:sldChg chg="del">
        <pc:chgData name="Srinidhi Ramanujam" userId="5f8f3704-feaa-4dac-be63-cc4dff5bcdb3" providerId="ADAL" clId="{4F3A9FFE-5DD0-BF4A-A7F4-E838AE57C15D}" dt="2026-04-28T10:53:04.649" v="81" actId="2696"/>
        <pc:sldMkLst>
          <pc:docMk/>
          <pc:sldMk cId="869811627" sldId="264"/>
        </pc:sldMkLst>
      </pc:sldChg>
      <pc:sldChg chg="del">
        <pc:chgData name="Srinidhi Ramanujam" userId="5f8f3704-feaa-4dac-be63-cc4dff5bcdb3" providerId="ADAL" clId="{4F3A9FFE-5DD0-BF4A-A7F4-E838AE57C15D}" dt="2026-04-28T10:53:04.664" v="82" actId="2696"/>
        <pc:sldMkLst>
          <pc:docMk/>
          <pc:sldMk cId="1154078478" sldId="267"/>
        </pc:sldMkLst>
      </pc:sldChg>
      <pc:sldChg chg="del">
        <pc:chgData name="Srinidhi Ramanujam" userId="5f8f3704-feaa-4dac-be63-cc4dff5bcdb3" providerId="ADAL" clId="{4F3A9FFE-5DD0-BF4A-A7F4-E838AE57C15D}" dt="2026-04-28T10:53:05.694" v="94" actId="2696"/>
        <pc:sldMkLst>
          <pc:docMk/>
          <pc:sldMk cId="253827131" sldId="274"/>
        </pc:sldMkLst>
      </pc:sldChg>
      <pc:sldChg chg="del">
        <pc:chgData name="Srinidhi Ramanujam" userId="5f8f3704-feaa-4dac-be63-cc4dff5bcdb3" providerId="ADAL" clId="{4F3A9FFE-5DD0-BF4A-A7F4-E838AE57C15D}" dt="2026-04-28T10:53:05.098" v="90" actId="2696"/>
        <pc:sldMkLst>
          <pc:docMk/>
          <pc:sldMk cId="177574732" sldId="2147483620"/>
        </pc:sldMkLst>
      </pc:sldChg>
      <pc:sldChg chg="del">
        <pc:chgData name="Srinidhi Ramanujam" userId="5f8f3704-feaa-4dac-be63-cc4dff5bcdb3" providerId="ADAL" clId="{4F3A9FFE-5DD0-BF4A-A7F4-E838AE57C15D}" dt="2026-04-28T10:53:04.970" v="88" actId="2696"/>
        <pc:sldMkLst>
          <pc:docMk/>
          <pc:sldMk cId="0" sldId="2147483621"/>
        </pc:sldMkLst>
      </pc:sldChg>
      <pc:sldChg chg="del">
        <pc:chgData name="Srinidhi Ramanujam" userId="5f8f3704-feaa-4dac-be63-cc4dff5bcdb3" providerId="ADAL" clId="{4F3A9FFE-5DD0-BF4A-A7F4-E838AE57C15D}" dt="2026-04-28T10:53:05.130" v="92" actId="2696"/>
        <pc:sldMkLst>
          <pc:docMk/>
          <pc:sldMk cId="2764646705" sldId="2147483622"/>
        </pc:sldMkLst>
      </pc:sldChg>
      <pc:sldChg chg="modSp del mod">
        <pc:chgData name="Srinidhi Ramanujam" userId="5f8f3704-feaa-4dac-be63-cc4dff5bcdb3" providerId="ADAL" clId="{4F3A9FFE-5DD0-BF4A-A7F4-E838AE57C15D}" dt="2026-04-28T10:53:04.067" v="78" actId="2696"/>
        <pc:sldMkLst>
          <pc:docMk/>
          <pc:sldMk cId="2424296499" sldId="2147483624"/>
        </pc:sldMkLst>
        <pc:grpChg chg="mod">
          <ac:chgData name="Srinidhi Ramanujam" userId="5f8f3704-feaa-4dac-be63-cc4dff5bcdb3" providerId="ADAL" clId="{4F3A9FFE-5DD0-BF4A-A7F4-E838AE57C15D}" dt="2026-04-28T06:46:09.340" v="77" actId="1076"/>
          <ac:grpSpMkLst>
            <pc:docMk/>
            <pc:sldMk cId="2424296499" sldId="2147483624"/>
            <ac:grpSpMk id="13" creationId="{C6AF1A05-2DF1-C02B-4547-1CD8F2585176}"/>
          </ac:grpSpMkLst>
        </pc:grpChg>
      </pc:sldChg>
      <pc:sldChg chg="del">
        <pc:chgData name="Srinidhi Ramanujam" userId="5f8f3704-feaa-4dac-be63-cc4dff5bcdb3" providerId="ADAL" clId="{4F3A9FFE-5DD0-BF4A-A7F4-E838AE57C15D}" dt="2026-04-28T10:53:04.701" v="85" actId="2696"/>
        <pc:sldMkLst>
          <pc:docMk/>
          <pc:sldMk cId="3690284219" sldId="2147483626"/>
        </pc:sldMkLst>
      </pc:sldChg>
      <pc:sldChg chg="del">
        <pc:chgData name="Srinidhi Ramanujam" userId="5f8f3704-feaa-4dac-be63-cc4dff5bcdb3" providerId="ADAL" clId="{4F3A9FFE-5DD0-BF4A-A7F4-E838AE57C15D}" dt="2026-04-27T19:14:00.713" v="28"/>
        <pc:sldMkLst>
          <pc:docMk/>
          <pc:sldMk cId="3770689865" sldId="2147483633"/>
        </pc:sldMkLst>
      </pc:sldChg>
      <pc:sldChg chg="del">
        <pc:chgData name="Srinidhi Ramanujam" userId="5f8f3704-feaa-4dac-be63-cc4dff5bcdb3" providerId="ADAL" clId="{4F3A9FFE-5DD0-BF4A-A7F4-E838AE57C15D}" dt="2026-04-27T19:13:21.360" v="4"/>
        <pc:sldMkLst>
          <pc:docMk/>
          <pc:sldMk cId="2822649748" sldId="2147483636"/>
        </pc:sldMkLst>
      </pc:sldChg>
      <pc:sldChg chg="del">
        <pc:chgData name="Srinidhi Ramanujam" userId="5f8f3704-feaa-4dac-be63-cc4dff5bcdb3" providerId="ADAL" clId="{4F3A9FFE-5DD0-BF4A-A7F4-E838AE57C15D}" dt="2026-04-27T19:13:01.664" v="2"/>
        <pc:sldMkLst>
          <pc:docMk/>
          <pc:sldMk cId="514672704" sldId="2147483637"/>
        </pc:sldMkLst>
      </pc:sldChg>
      <pc:sldChg chg="del">
        <pc:chgData name="Srinidhi Ramanujam" userId="5f8f3704-feaa-4dac-be63-cc4dff5bcdb3" providerId="ADAL" clId="{4F3A9FFE-5DD0-BF4A-A7F4-E838AE57C15D}" dt="2026-04-27T19:14:26.518" v="44"/>
        <pc:sldMkLst>
          <pc:docMk/>
          <pc:sldMk cId="323766538" sldId="2147483639"/>
        </pc:sldMkLst>
      </pc:sldChg>
      <pc:sldChg chg="del">
        <pc:chgData name="Srinidhi Ramanujam" userId="5f8f3704-feaa-4dac-be63-cc4dff5bcdb3" providerId="ADAL" clId="{4F3A9FFE-5DD0-BF4A-A7F4-E838AE57C15D}" dt="2026-04-27T19:14:57.059" v="70"/>
        <pc:sldMkLst>
          <pc:docMk/>
          <pc:sldMk cId="2764060146" sldId="2147483641"/>
        </pc:sldMkLst>
      </pc:sldChg>
      <pc:sldChg chg="del">
        <pc:chgData name="Srinidhi Ramanujam" userId="5f8f3704-feaa-4dac-be63-cc4dff5bcdb3" providerId="ADAL" clId="{4F3A9FFE-5DD0-BF4A-A7F4-E838AE57C15D}" dt="2026-04-28T10:53:04.640" v="80" actId="2696"/>
        <pc:sldMkLst>
          <pc:docMk/>
          <pc:sldMk cId="2718405168" sldId="2147483643"/>
        </pc:sldMkLst>
      </pc:sldChg>
      <pc:sldChg chg="add setBg">
        <pc:chgData name="Srinidhi Ramanujam" userId="5f8f3704-feaa-4dac-be63-cc4dff5bcdb3" providerId="ADAL" clId="{4F3A9FFE-5DD0-BF4A-A7F4-E838AE57C15D}" dt="2026-04-27T19:10:43.543" v="0"/>
        <pc:sldMkLst>
          <pc:docMk/>
          <pc:sldMk cId="4193788164" sldId="2147483644"/>
        </pc:sldMkLst>
      </pc:sldChg>
      <pc:sldChg chg="add">
        <pc:chgData name="Srinidhi Ramanujam" userId="5f8f3704-feaa-4dac-be63-cc4dff5bcdb3" providerId="ADAL" clId="{4F3A9FFE-5DD0-BF4A-A7F4-E838AE57C15D}" dt="2026-04-27T19:13:01.649" v="1"/>
        <pc:sldMkLst>
          <pc:docMk/>
          <pc:sldMk cId="3766313406" sldId="2147483645"/>
        </pc:sldMkLst>
      </pc:sldChg>
      <pc:sldChg chg="modSp add del mod">
        <pc:chgData name="Srinidhi Ramanujam" userId="5f8f3704-feaa-4dac-be63-cc4dff5bcdb3" providerId="ADAL" clId="{4F3A9FFE-5DD0-BF4A-A7F4-E838AE57C15D}" dt="2026-04-27T19:13:30.137" v="8"/>
        <pc:sldMkLst>
          <pc:docMk/>
          <pc:sldMk cId="2825335789" sldId="2147483646"/>
        </pc:sldMkLst>
        <pc:spChg chg="mod">
          <ac:chgData name="Srinidhi Ramanujam" userId="5f8f3704-feaa-4dac-be63-cc4dff5bcdb3" providerId="ADAL" clId="{4F3A9FFE-5DD0-BF4A-A7F4-E838AE57C15D}" dt="2026-04-27T19:13:21.399" v="6"/>
          <ac:spMkLst>
            <pc:docMk/>
            <pc:sldMk cId="2825335789" sldId="2147483646"/>
            <ac:spMk id="50" creationId="{E55C181C-FCA0-664E-98C3-3B8A5370703E}"/>
          </ac:spMkLst>
        </pc:spChg>
      </pc:sldChg>
      <pc:sldChg chg="modSp add del mod">
        <pc:chgData name="Srinidhi Ramanujam" userId="5f8f3704-feaa-4dac-be63-cc4dff5bcdb3" providerId="ADAL" clId="{4F3A9FFE-5DD0-BF4A-A7F4-E838AE57C15D}" dt="2026-04-28T10:53:04.679" v="83" actId="2696"/>
        <pc:sldMkLst>
          <pc:docMk/>
          <pc:sldMk cId="922315488" sldId="2147483647"/>
        </pc:sldMkLst>
        <pc:spChg chg="mod">
          <ac:chgData name="Srinidhi Ramanujam" userId="5f8f3704-feaa-4dac-be63-cc4dff5bcdb3" providerId="ADAL" clId="{4F3A9FFE-5DD0-BF4A-A7F4-E838AE57C15D}" dt="2026-04-27T19:13:30.184" v="10"/>
          <ac:spMkLst>
            <pc:docMk/>
            <pc:sldMk cId="922315488" sldId="2147483647"/>
            <ac:spMk id="27" creationId="{A678A446-8FDB-F04B-AF09-E217D8DDC29D}"/>
          </ac:spMkLst>
        </pc:spChg>
        <pc:spChg chg="mod">
          <ac:chgData name="Srinidhi Ramanujam" userId="5f8f3704-feaa-4dac-be63-cc4dff5bcdb3" providerId="ADAL" clId="{4F3A9FFE-5DD0-BF4A-A7F4-E838AE57C15D}" dt="2026-04-27T19:13:30.187" v="16"/>
          <ac:spMkLst>
            <pc:docMk/>
            <pc:sldMk cId="922315488" sldId="2147483647"/>
            <ac:spMk id="29" creationId="{63BF6402-60BF-BB45-A036-47933D80782B}"/>
          </ac:spMkLst>
        </pc:spChg>
        <pc:spChg chg="mod">
          <ac:chgData name="Srinidhi Ramanujam" userId="5f8f3704-feaa-4dac-be63-cc4dff5bcdb3" providerId="ADAL" clId="{4F3A9FFE-5DD0-BF4A-A7F4-E838AE57C15D}" dt="2026-04-27T19:13:30.185" v="12"/>
          <ac:spMkLst>
            <pc:docMk/>
            <pc:sldMk cId="922315488" sldId="2147483647"/>
            <ac:spMk id="32" creationId="{61F61A5B-12F8-3B4E-8D06-8EFA41E4794F}"/>
          </ac:spMkLst>
        </pc:spChg>
        <pc:spChg chg="mod">
          <ac:chgData name="Srinidhi Ramanujam" userId="5f8f3704-feaa-4dac-be63-cc4dff5bcdb3" providerId="ADAL" clId="{4F3A9FFE-5DD0-BF4A-A7F4-E838AE57C15D}" dt="2026-04-27T19:13:30.190" v="18"/>
          <ac:spMkLst>
            <pc:docMk/>
            <pc:sldMk cId="922315488" sldId="2147483647"/>
            <ac:spMk id="34" creationId="{6DF8C619-AA42-844B-A1CA-4817A5F566C2}"/>
          </ac:spMkLst>
        </pc:spChg>
        <pc:spChg chg="mod">
          <ac:chgData name="Srinidhi Ramanujam" userId="5f8f3704-feaa-4dac-be63-cc4dff5bcdb3" providerId="ADAL" clId="{4F3A9FFE-5DD0-BF4A-A7F4-E838AE57C15D}" dt="2026-04-27T19:13:30.186" v="14"/>
          <ac:spMkLst>
            <pc:docMk/>
            <pc:sldMk cId="922315488" sldId="2147483647"/>
            <ac:spMk id="37" creationId="{BBF90C3A-6237-2846-96EA-2AC00D97B680}"/>
          </ac:spMkLst>
        </pc:spChg>
        <pc:spChg chg="mod">
          <ac:chgData name="Srinidhi Ramanujam" userId="5f8f3704-feaa-4dac-be63-cc4dff5bcdb3" providerId="ADAL" clId="{4F3A9FFE-5DD0-BF4A-A7F4-E838AE57C15D}" dt="2026-04-27T19:13:30.192" v="20"/>
          <ac:spMkLst>
            <pc:docMk/>
            <pc:sldMk cId="922315488" sldId="2147483647"/>
            <ac:spMk id="39" creationId="{DB2E64F4-FFAF-3645-AAD7-7C911D7CB3C0}"/>
          </ac:spMkLst>
        </pc:spChg>
        <pc:spChg chg="mod">
          <ac:chgData name="Srinidhi Ramanujam" userId="5f8f3704-feaa-4dac-be63-cc4dff5bcdb3" providerId="ADAL" clId="{4F3A9FFE-5DD0-BF4A-A7F4-E838AE57C15D}" dt="2026-04-27T19:13:30.195" v="22"/>
          <ac:spMkLst>
            <pc:docMk/>
            <pc:sldMk cId="922315488" sldId="2147483647"/>
            <ac:spMk id="43" creationId="{EB76DA54-5AF3-F84F-89FC-C1AB8D80F84C}"/>
          </ac:spMkLst>
        </pc:spChg>
        <pc:spChg chg="mod">
          <ac:chgData name="Srinidhi Ramanujam" userId="5f8f3704-feaa-4dac-be63-cc4dff5bcdb3" providerId="ADAL" clId="{4F3A9FFE-5DD0-BF4A-A7F4-E838AE57C15D}" dt="2026-04-27T19:13:30.198" v="24"/>
          <ac:spMkLst>
            <pc:docMk/>
            <pc:sldMk cId="922315488" sldId="2147483647"/>
            <ac:spMk id="46" creationId="{A8A307C8-724F-4746-91BE-38B1001C09CB}"/>
          </ac:spMkLst>
        </pc:spChg>
        <pc:spChg chg="mod">
          <ac:chgData name="Srinidhi Ramanujam" userId="5f8f3704-feaa-4dac-be63-cc4dff5bcdb3" providerId="ADAL" clId="{4F3A9FFE-5DD0-BF4A-A7F4-E838AE57C15D}" dt="2026-04-27T19:13:30.200" v="26"/>
          <ac:spMkLst>
            <pc:docMk/>
            <pc:sldMk cId="922315488" sldId="2147483647"/>
            <ac:spMk id="49" creationId="{496C9FAF-0167-CC4E-A720-D423CB3E061B}"/>
          </ac:spMkLst>
        </pc:spChg>
      </pc:sldChg>
      <pc:sldMasterChg chg="del">
        <pc:chgData name="Srinidhi Ramanujam" userId="5f8f3704-feaa-4dac-be63-cc4dff5bcdb3" providerId="ADAL" clId="{4F3A9FFE-5DD0-BF4A-A7F4-E838AE57C15D}" dt="2026-04-28T10:53:05.614" v="93" actId="2696"/>
        <pc:sldMasterMkLst>
          <pc:docMk/>
          <pc:sldMasterMk cId="563661719" sldId="2147483760"/>
        </pc:sldMasterMkLst>
      </pc:sldMasterChg>
      <pc:sldMasterChg chg="del">
        <pc:chgData name="Srinidhi Ramanujam" userId="5f8f3704-feaa-4dac-be63-cc4dff5bcdb3" providerId="ADAL" clId="{4F3A9FFE-5DD0-BF4A-A7F4-E838AE57C15D}" dt="2026-04-28T10:53:04.617" v="79" actId="2696"/>
        <pc:sldMasterMkLst>
          <pc:docMk/>
          <pc:sldMasterMk cId="1302102073" sldId="2147483872"/>
        </pc:sldMasterMkLst>
      </pc:sldMasterChg>
    </pc:docChg>
  </pc:docChgLst>
  <pc:docChgLst>
    <pc:chgData name="Athish Ganesh" userId="1a92f2f5-aa1e-43b9-acd2-bf31b0cffe5b" providerId="ADAL" clId="{FFF1336E-6D07-4548-A11D-294FC88F1698}"/>
    <pc:docChg chg="undo custSel addSld delSld modSld sldOrd delMainMaster">
      <pc:chgData name="Athish Ganesh" userId="1a92f2f5-aa1e-43b9-acd2-bf31b0cffe5b" providerId="ADAL" clId="{FFF1336E-6D07-4548-A11D-294FC88F1698}" dt="2026-04-28T09:33:05.549" v="455"/>
      <pc:docMkLst>
        <pc:docMk/>
      </pc:docMkLst>
      <pc:sldChg chg="mod ord modTransition modShow">
        <pc:chgData name="Athish Ganesh" userId="1a92f2f5-aa1e-43b9-acd2-bf31b0cffe5b" providerId="ADAL" clId="{FFF1336E-6D07-4548-A11D-294FC88F1698}" dt="2026-04-28T09:32:41.150" v="453"/>
        <pc:sldMkLst>
          <pc:docMk/>
          <pc:sldMk cId="3073801747" sldId="256"/>
        </pc:sldMkLst>
      </pc:sldChg>
      <pc:sldChg chg="mod ord modTransition modShow">
        <pc:chgData name="Athish Ganesh" userId="1a92f2f5-aa1e-43b9-acd2-bf31b0cffe5b" providerId="ADAL" clId="{FFF1336E-6D07-4548-A11D-294FC88F1698}" dt="2026-04-28T09:32:41.150" v="453"/>
        <pc:sldMkLst>
          <pc:docMk/>
          <pc:sldMk cId="1515931667" sldId="257"/>
        </pc:sldMkLst>
      </pc:sldChg>
      <pc:sldChg chg="mod ord modTransition modShow">
        <pc:chgData name="Athish Ganesh" userId="1a92f2f5-aa1e-43b9-acd2-bf31b0cffe5b" providerId="ADAL" clId="{FFF1336E-6D07-4548-A11D-294FC88F1698}" dt="2026-04-28T09:32:41.150" v="453"/>
        <pc:sldMkLst>
          <pc:docMk/>
          <pc:sldMk cId="0" sldId="258"/>
        </pc:sldMkLst>
      </pc:sldChg>
      <pc:sldChg chg="mod ord modTransition modShow">
        <pc:chgData name="Athish Ganesh" userId="1a92f2f5-aa1e-43b9-acd2-bf31b0cffe5b" providerId="ADAL" clId="{FFF1336E-6D07-4548-A11D-294FC88F1698}" dt="2026-04-28T09:32:41.150" v="453"/>
        <pc:sldMkLst>
          <pc:docMk/>
          <pc:sldMk cId="0" sldId="259"/>
        </pc:sldMkLst>
      </pc:sldChg>
      <pc:sldChg chg="add ord modTransition">
        <pc:chgData name="Athish Ganesh" userId="1a92f2f5-aa1e-43b9-acd2-bf31b0cffe5b" providerId="ADAL" clId="{FFF1336E-6D07-4548-A11D-294FC88F1698}" dt="2026-04-28T09:33:05.549" v="455"/>
        <pc:sldMkLst>
          <pc:docMk/>
          <pc:sldMk cId="303168997" sldId="260"/>
        </pc:sldMkLst>
      </pc:sldChg>
      <pc:sldChg chg="mod ord modTransition modShow">
        <pc:chgData name="Athish Ganesh" userId="1a92f2f5-aa1e-43b9-acd2-bf31b0cffe5b" providerId="ADAL" clId="{FFF1336E-6D07-4548-A11D-294FC88F1698}" dt="2026-04-28T09:32:41.150" v="453"/>
        <pc:sldMkLst>
          <pc:docMk/>
          <pc:sldMk cId="494655892" sldId="261"/>
        </pc:sldMkLst>
      </pc:sldChg>
      <pc:sldChg chg="delSp modSp add mod modTransition">
        <pc:chgData name="Athish Ganesh" userId="1a92f2f5-aa1e-43b9-acd2-bf31b0cffe5b" providerId="ADAL" clId="{FFF1336E-6D07-4548-A11D-294FC88F1698}" dt="2026-04-28T09:32:41.150" v="453"/>
        <pc:sldMkLst>
          <pc:docMk/>
          <pc:sldMk cId="2346756108" sldId="262"/>
        </pc:sldMkLst>
        <pc:spChg chg="mod">
          <ac:chgData name="Athish Ganesh" userId="1a92f2f5-aa1e-43b9-acd2-bf31b0cffe5b" providerId="ADAL" clId="{FFF1336E-6D07-4548-A11D-294FC88F1698}" dt="2026-04-28T08:31:22.959" v="312" actId="2711"/>
          <ac:spMkLst>
            <pc:docMk/>
            <pc:sldMk cId="2346756108" sldId="262"/>
            <ac:spMk id="2945" creationId="{98DB3F65-09D4-4D9A-F1BC-0D810D4A3BB7}"/>
          </ac:spMkLst>
        </pc:spChg>
        <pc:spChg chg="mod">
          <ac:chgData name="Athish Ganesh" userId="1a92f2f5-aa1e-43b9-acd2-bf31b0cffe5b" providerId="ADAL" clId="{FFF1336E-6D07-4548-A11D-294FC88F1698}" dt="2026-04-28T08:31:22.959" v="312" actId="2711"/>
          <ac:spMkLst>
            <pc:docMk/>
            <pc:sldMk cId="2346756108" sldId="262"/>
            <ac:spMk id="2954" creationId="{33819403-AA7E-AB05-84A3-D1C58AACCECB}"/>
          </ac:spMkLst>
        </pc:spChg>
        <pc:spChg chg="mod">
          <ac:chgData name="Athish Ganesh" userId="1a92f2f5-aa1e-43b9-acd2-bf31b0cffe5b" providerId="ADAL" clId="{FFF1336E-6D07-4548-A11D-294FC88F1698}" dt="2026-04-28T08:32:39.551" v="322" actId="208"/>
          <ac:spMkLst>
            <pc:docMk/>
            <pc:sldMk cId="2346756108" sldId="262"/>
            <ac:spMk id="2963" creationId="{1EA1310A-D422-26CF-5A1A-4AA43FCD84F5}"/>
          </ac:spMkLst>
        </pc:spChg>
        <pc:spChg chg="mod">
          <ac:chgData name="Athish Ganesh" userId="1a92f2f5-aa1e-43b9-acd2-bf31b0cffe5b" providerId="ADAL" clId="{FFF1336E-6D07-4548-A11D-294FC88F1698}" dt="2026-04-28T08:31:37.768" v="313" actId="207"/>
          <ac:spMkLst>
            <pc:docMk/>
            <pc:sldMk cId="2346756108" sldId="262"/>
            <ac:spMk id="2965" creationId="{FDCF3FAF-AF34-61DA-219A-8DC040233929}"/>
          </ac:spMkLst>
        </pc:spChg>
        <pc:spChg chg="mod topLvl">
          <ac:chgData name="Athish Ganesh" userId="1a92f2f5-aa1e-43b9-acd2-bf31b0cffe5b" providerId="ADAL" clId="{FFF1336E-6D07-4548-A11D-294FC88F1698}" dt="2026-04-28T08:32:29.734" v="321" actId="692"/>
          <ac:spMkLst>
            <pc:docMk/>
            <pc:sldMk cId="2346756108" sldId="262"/>
            <ac:spMk id="2967" creationId="{BC7DED48-5E01-535E-AC20-9936DF2EACEE}"/>
          </ac:spMkLst>
        </pc:spChg>
        <pc:spChg chg="mod topLvl">
          <ac:chgData name="Athish Ganesh" userId="1a92f2f5-aa1e-43b9-acd2-bf31b0cffe5b" providerId="ADAL" clId="{FFF1336E-6D07-4548-A11D-294FC88F1698}" dt="2026-04-28T08:32:09.656" v="320" actId="165"/>
          <ac:spMkLst>
            <pc:docMk/>
            <pc:sldMk cId="2346756108" sldId="262"/>
            <ac:spMk id="2968" creationId="{8DCC6B6B-B1BB-7866-C409-E4446E8530E7}"/>
          </ac:spMkLst>
        </pc:spChg>
        <pc:spChg chg="mod topLvl">
          <ac:chgData name="Athish Ganesh" userId="1a92f2f5-aa1e-43b9-acd2-bf31b0cffe5b" providerId="ADAL" clId="{FFF1336E-6D07-4548-A11D-294FC88F1698}" dt="2026-04-28T08:32:09.656" v="320" actId="165"/>
          <ac:spMkLst>
            <pc:docMk/>
            <pc:sldMk cId="2346756108" sldId="262"/>
            <ac:spMk id="2969" creationId="{76D4EBBA-4825-88DA-4044-36168D2ED7D8}"/>
          </ac:spMkLst>
        </pc:spChg>
        <pc:spChg chg="mod topLvl">
          <ac:chgData name="Athish Ganesh" userId="1a92f2f5-aa1e-43b9-acd2-bf31b0cffe5b" providerId="ADAL" clId="{FFF1336E-6D07-4548-A11D-294FC88F1698}" dt="2026-04-28T08:32:09.656" v="320" actId="165"/>
          <ac:spMkLst>
            <pc:docMk/>
            <pc:sldMk cId="2346756108" sldId="262"/>
            <ac:spMk id="2970" creationId="{E9646A17-48AC-9AC2-E505-9D8BDE02420F}"/>
          </ac:spMkLst>
        </pc:spChg>
        <pc:spChg chg="mod">
          <ac:chgData name="Athish Ganesh" userId="1a92f2f5-aa1e-43b9-acd2-bf31b0cffe5b" providerId="ADAL" clId="{FFF1336E-6D07-4548-A11D-294FC88F1698}" dt="2026-04-28T08:31:22.959" v="312" actId="2711"/>
          <ac:spMkLst>
            <pc:docMk/>
            <pc:sldMk cId="2346756108" sldId="262"/>
            <ac:spMk id="2973" creationId="{88B3646D-D613-C725-5930-138C3E6F1006}"/>
          </ac:spMkLst>
        </pc:spChg>
        <pc:spChg chg="mod">
          <ac:chgData name="Athish Ganesh" userId="1a92f2f5-aa1e-43b9-acd2-bf31b0cffe5b" providerId="ADAL" clId="{FFF1336E-6D07-4548-A11D-294FC88F1698}" dt="2026-04-28T08:31:22.959" v="312" actId="2711"/>
          <ac:spMkLst>
            <pc:docMk/>
            <pc:sldMk cId="2346756108" sldId="262"/>
            <ac:spMk id="2985" creationId="{E09B0AFA-9391-3BF2-0F49-41CBA64E5A4D}"/>
          </ac:spMkLst>
        </pc:spChg>
        <pc:spChg chg="mod">
          <ac:chgData name="Athish Ganesh" userId="1a92f2f5-aa1e-43b9-acd2-bf31b0cffe5b" providerId="ADAL" clId="{FFF1336E-6D07-4548-A11D-294FC88F1698}" dt="2026-04-28T08:31:22.959" v="312" actId="2711"/>
          <ac:spMkLst>
            <pc:docMk/>
            <pc:sldMk cId="2346756108" sldId="262"/>
            <ac:spMk id="2986" creationId="{38DC227F-B9AD-83D4-FDD4-F66C026721DC}"/>
          </ac:spMkLst>
        </pc:spChg>
        <pc:spChg chg="mod">
          <ac:chgData name="Athish Ganesh" userId="1a92f2f5-aa1e-43b9-acd2-bf31b0cffe5b" providerId="ADAL" clId="{FFF1336E-6D07-4548-A11D-294FC88F1698}" dt="2026-04-28T08:31:22.959" v="312" actId="2711"/>
          <ac:spMkLst>
            <pc:docMk/>
            <pc:sldMk cId="2346756108" sldId="262"/>
            <ac:spMk id="2988" creationId="{265ED68B-A219-BC93-25DF-39FCBAE1E453}"/>
          </ac:spMkLst>
        </pc:spChg>
        <pc:spChg chg="mod">
          <ac:chgData name="Athish Ganesh" userId="1a92f2f5-aa1e-43b9-acd2-bf31b0cffe5b" providerId="ADAL" clId="{FFF1336E-6D07-4548-A11D-294FC88F1698}" dt="2026-04-28T08:32:50.340" v="324" actId="207"/>
          <ac:spMkLst>
            <pc:docMk/>
            <pc:sldMk cId="2346756108" sldId="262"/>
            <ac:spMk id="2994" creationId="{D396C1E6-982C-75ED-2055-A270673EB949}"/>
          </ac:spMkLst>
        </pc:spChg>
        <pc:spChg chg="mod">
          <ac:chgData name="Athish Ganesh" userId="1a92f2f5-aa1e-43b9-acd2-bf31b0cffe5b" providerId="ADAL" clId="{FFF1336E-6D07-4548-A11D-294FC88F1698}" dt="2026-04-28T08:33:19.042" v="326" actId="207"/>
          <ac:spMkLst>
            <pc:docMk/>
            <pc:sldMk cId="2346756108" sldId="262"/>
            <ac:spMk id="3000" creationId="{3F79E1C4-3186-DE7E-B357-0331C7BB53CC}"/>
          </ac:spMkLst>
        </pc:spChg>
        <pc:spChg chg="mod">
          <ac:chgData name="Athish Ganesh" userId="1a92f2f5-aa1e-43b9-acd2-bf31b0cffe5b" providerId="ADAL" clId="{FFF1336E-6D07-4548-A11D-294FC88F1698}" dt="2026-04-28T08:31:22.959" v="312" actId="2711"/>
          <ac:spMkLst>
            <pc:docMk/>
            <pc:sldMk cId="2346756108" sldId="262"/>
            <ac:spMk id="3250" creationId="{072B6EF5-69C6-A767-55F9-FAA91149F8F0}"/>
          </ac:spMkLst>
        </pc:spChg>
        <pc:spChg chg="mod">
          <ac:chgData name="Athish Ganesh" userId="1a92f2f5-aa1e-43b9-acd2-bf31b0cffe5b" providerId="ADAL" clId="{FFF1336E-6D07-4548-A11D-294FC88F1698}" dt="2026-04-28T08:31:22.959" v="312" actId="2711"/>
          <ac:spMkLst>
            <pc:docMk/>
            <pc:sldMk cId="2346756108" sldId="262"/>
            <ac:spMk id="3252" creationId="{3726F24B-D92F-1019-7E55-A37D2B6F3222}"/>
          </ac:spMkLst>
        </pc:spChg>
        <pc:spChg chg="mod">
          <ac:chgData name="Athish Ganesh" userId="1a92f2f5-aa1e-43b9-acd2-bf31b0cffe5b" providerId="ADAL" clId="{FFF1336E-6D07-4548-A11D-294FC88F1698}" dt="2026-04-28T08:31:22.959" v="312" actId="2711"/>
          <ac:spMkLst>
            <pc:docMk/>
            <pc:sldMk cId="2346756108" sldId="262"/>
            <ac:spMk id="3263" creationId="{927A8DCE-F469-E273-4525-50B8A97A4D46}"/>
          </ac:spMkLst>
        </pc:spChg>
        <pc:spChg chg="mod">
          <ac:chgData name="Athish Ganesh" userId="1a92f2f5-aa1e-43b9-acd2-bf31b0cffe5b" providerId="ADAL" clId="{FFF1336E-6D07-4548-A11D-294FC88F1698}" dt="2026-04-28T08:31:22.959" v="312" actId="2711"/>
          <ac:spMkLst>
            <pc:docMk/>
            <pc:sldMk cId="2346756108" sldId="262"/>
            <ac:spMk id="3265" creationId="{476ED200-9B71-E32C-9CC7-630AF0140016}"/>
          </ac:spMkLst>
        </pc:spChg>
        <pc:grpChg chg="del mod">
          <ac:chgData name="Athish Ganesh" userId="1a92f2f5-aa1e-43b9-acd2-bf31b0cffe5b" providerId="ADAL" clId="{FFF1336E-6D07-4548-A11D-294FC88F1698}" dt="2026-04-28T08:32:09.656" v="320" actId="165"/>
          <ac:grpSpMkLst>
            <pc:docMk/>
            <pc:sldMk cId="2346756108" sldId="262"/>
            <ac:grpSpMk id="2966" creationId="{3652DB7D-0318-49DA-F15C-8D5C984DB0E2}"/>
          </ac:grpSpMkLst>
        </pc:grpChg>
        <pc:picChg chg="mod">
          <ac:chgData name="Athish Ganesh" userId="1a92f2f5-aa1e-43b9-acd2-bf31b0cffe5b" providerId="ADAL" clId="{FFF1336E-6D07-4548-A11D-294FC88F1698}" dt="2026-04-28T08:32:44.678" v="323" actId="207"/>
          <ac:picMkLst>
            <pc:docMk/>
            <pc:sldMk cId="2346756108" sldId="262"/>
            <ac:picMk id="3241" creationId="{5D698A13-E1B6-E19B-DF90-A76F74F31D55}"/>
          </ac:picMkLst>
        </pc:picChg>
      </pc:sldChg>
      <pc:sldChg chg="modSp add mod modTransition">
        <pc:chgData name="Athish Ganesh" userId="1a92f2f5-aa1e-43b9-acd2-bf31b0cffe5b" providerId="ADAL" clId="{FFF1336E-6D07-4548-A11D-294FC88F1698}" dt="2026-04-28T09:32:41.150" v="453"/>
        <pc:sldMkLst>
          <pc:docMk/>
          <pc:sldMk cId="2058836495" sldId="263"/>
        </pc:sldMkLst>
        <pc:spChg chg="mod">
          <ac:chgData name="Athish Ganesh" userId="1a92f2f5-aa1e-43b9-acd2-bf31b0cffe5b" providerId="ADAL" clId="{FFF1336E-6D07-4548-A11D-294FC88F1698}" dt="2026-04-28T08:56:51.740" v="446" actId="2711"/>
          <ac:spMkLst>
            <pc:docMk/>
            <pc:sldMk cId="2058836495" sldId="263"/>
            <ac:spMk id="4" creationId="{5C1E4079-3EE1-CB75-1AB4-EEA994DB8220}"/>
          </ac:spMkLst>
        </pc:spChg>
        <pc:spChg chg="mod">
          <ac:chgData name="Athish Ganesh" userId="1a92f2f5-aa1e-43b9-acd2-bf31b0cffe5b" providerId="ADAL" clId="{FFF1336E-6D07-4548-A11D-294FC88F1698}" dt="2026-04-28T08:56:51.740" v="446" actId="2711"/>
          <ac:spMkLst>
            <pc:docMk/>
            <pc:sldMk cId="2058836495" sldId="263"/>
            <ac:spMk id="20" creationId="{EB7BEE92-239B-E0F5-D370-D91EDBF01186}"/>
          </ac:spMkLst>
        </pc:spChg>
        <pc:spChg chg="mod">
          <ac:chgData name="Athish Ganesh" userId="1a92f2f5-aa1e-43b9-acd2-bf31b0cffe5b" providerId="ADAL" clId="{FFF1336E-6D07-4548-A11D-294FC88F1698}" dt="2026-04-28T08:56:51.740" v="446" actId="2711"/>
          <ac:spMkLst>
            <pc:docMk/>
            <pc:sldMk cId="2058836495" sldId="263"/>
            <ac:spMk id="23" creationId="{CE08E021-13FF-098D-E2A5-8D6EBE1A7A2E}"/>
          </ac:spMkLst>
        </pc:spChg>
        <pc:spChg chg="mod">
          <ac:chgData name="Athish Ganesh" userId="1a92f2f5-aa1e-43b9-acd2-bf31b0cffe5b" providerId="ADAL" clId="{FFF1336E-6D07-4548-A11D-294FC88F1698}" dt="2026-04-28T08:56:51.740" v="446" actId="2711"/>
          <ac:spMkLst>
            <pc:docMk/>
            <pc:sldMk cId="2058836495" sldId="263"/>
            <ac:spMk id="24" creationId="{4B3260B0-8648-0BF1-D0BA-0A792DFA1CB2}"/>
          </ac:spMkLst>
        </pc:spChg>
        <pc:spChg chg="mod">
          <ac:chgData name="Athish Ganesh" userId="1a92f2f5-aa1e-43b9-acd2-bf31b0cffe5b" providerId="ADAL" clId="{FFF1336E-6D07-4548-A11D-294FC88F1698}" dt="2026-04-28T08:56:51.740" v="446" actId="2711"/>
          <ac:spMkLst>
            <pc:docMk/>
            <pc:sldMk cId="2058836495" sldId="263"/>
            <ac:spMk id="26" creationId="{2E0B5285-01C1-562A-50F8-EA001E570D8C}"/>
          </ac:spMkLst>
        </pc:spChg>
        <pc:spChg chg="mod">
          <ac:chgData name="Athish Ganesh" userId="1a92f2f5-aa1e-43b9-acd2-bf31b0cffe5b" providerId="ADAL" clId="{FFF1336E-6D07-4548-A11D-294FC88F1698}" dt="2026-04-28T08:56:51.740" v="446" actId="2711"/>
          <ac:spMkLst>
            <pc:docMk/>
            <pc:sldMk cId="2058836495" sldId="263"/>
            <ac:spMk id="28" creationId="{98DF6E50-20C3-3790-C0E0-526F87FA6B2D}"/>
          </ac:spMkLst>
        </pc:spChg>
        <pc:spChg chg="mod">
          <ac:chgData name="Athish Ganesh" userId="1a92f2f5-aa1e-43b9-acd2-bf31b0cffe5b" providerId="ADAL" clId="{FFF1336E-6D07-4548-A11D-294FC88F1698}" dt="2026-04-28T08:56:51.740" v="446" actId="2711"/>
          <ac:spMkLst>
            <pc:docMk/>
            <pc:sldMk cId="2058836495" sldId="263"/>
            <ac:spMk id="29" creationId="{E4A5FAE4-6D93-68FA-E612-C1081CF3FA1A}"/>
          </ac:spMkLst>
        </pc:spChg>
        <pc:spChg chg="mod">
          <ac:chgData name="Athish Ganesh" userId="1a92f2f5-aa1e-43b9-acd2-bf31b0cffe5b" providerId="ADAL" clId="{FFF1336E-6D07-4548-A11D-294FC88F1698}" dt="2026-04-28T08:56:51.740" v="446" actId="2711"/>
          <ac:spMkLst>
            <pc:docMk/>
            <pc:sldMk cId="2058836495" sldId="263"/>
            <ac:spMk id="30" creationId="{231F375D-7EEE-5CB1-60B3-00B5AB56205F}"/>
          </ac:spMkLst>
        </pc:spChg>
        <pc:spChg chg="mod">
          <ac:chgData name="Athish Ganesh" userId="1a92f2f5-aa1e-43b9-acd2-bf31b0cffe5b" providerId="ADAL" clId="{FFF1336E-6D07-4548-A11D-294FC88F1698}" dt="2026-04-28T08:56:51.740" v="446" actId="2711"/>
          <ac:spMkLst>
            <pc:docMk/>
            <pc:sldMk cId="2058836495" sldId="263"/>
            <ac:spMk id="31" creationId="{376EFA51-BD7E-06F0-BCB7-158AB902265D}"/>
          </ac:spMkLst>
        </pc:spChg>
        <pc:spChg chg="mod">
          <ac:chgData name="Athish Ganesh" userId="1a92f2f5-aa1e-43b9-acd2-bf31b0cffe5b" providerId="ADAL" clId="{FFF1336E-6D07-4548-A11D-294FC88F1698}" dt="2026-04-28T07:05:13.276" v="18" actId="404"/>
          <ac:spMkLst>
            <pc:docMk/>
            <pc:sldMk cId="2058836495" sldId="263"/>
            <ac:spMk id="32" creationId="{8F2C45FD-4CC9-CA45-77EA-FDF9F676E562}"/>
          </ac:spMkLst>
        </pc:spChg>
        <pc:spChg chg="mod">
          <ac:chgData name="Athish Ganesh" userId="1a92f2f5-aa1e-43b9-acd2-bf31b0cffe5b" providerId="ADAL" clId="{FFF1336E-6D07-4548-A11D-294FC88F1698}" dt="2026-04-28T08:56:51.740" v="446" actId="2711"/>
          <ac:spMkLst>
            <pc:docMk/>
            <pc:sldMk cId="2058836495" sldId="263"/>
            <ac:spMk id="33" creationId="{8633EDBD-A2EF-68ED-DD6A-7F9327BE37CC}"/>
          </ac:spMkLst>
        </pc:spChg>
      </pc:sldChg>
      <pc:sldChg chg="delSp add mod ord modTransition modShow">
        <pc:chgData name="Athish Ganesh" userId="1a92f2f5-aa1e-43b9-acd2-bf31b0cffe5b" providerId="ADAL" clId="{FFF1336E-6D07-4548-A11D-294FC88F1698}" dt="2026-04-28T09:32:41.150" v="453"/>
        <pc:sldMkLst>
          <pc:docMk/>
          <pc:sldMk cId="869811627" sldId="264"/>
        </pc:sldMkLst>
        <pc:spChg chg="del">
          <ac:chgData name="Athish Ganesh" userId="1a92f2f5-aa1e-43b9-acd2-bf31b0cffe5b" providerId="ADAL" clId="{FFF1336E-6D07-4548-A11D-294FC88F1698}" dt="2026-04-28T07:06:26.143" v="21" actId="478"/>
          <ac:spMkLst>
            <pc:docMk/>
            <pc:sldMk cId="869811627" sldId="264"/>
            <ac:spMk id="65" creationId="{2F622F81-EBA1-6913-5B31-3F9BF7D80457}"/>
          </ac:spMkLst>
        </pc:spChg>
      </pc:sldChg>
      <pc:sldChg chg="add modTransition">
        <pc:chgData name="Athish Ganesh" userId="1a92f2f5-aa1e-43b9-acd2-bf31b0cffe5b" providerId="ADAL" clId="{FFF1336E-6D07-4548-A11D-294FC88F1698}" dt="2026-04-28T09:32:41.150" v="453"/>
        <pc:sldMkLst>
          <pc:docMk/>
          <pc:sldMk cId="3839643652" sldId="265"/>
        </pc:sldMkLst>
      </pc:sldChg>
      <pc:sldChg chg="modSp add mod modTransition">
        <pc:chgData name="Athish Ganesh" userId="1a92f2f5-aa1e-43b9-acd2-bf31b0cffe5b" providerId="ADAL" clId="{FFF1336E-6D07-4548-A11D-294FC88F1698}" dt="2026-04-28T09:32:41.150" v="453"/>
        <pc:sldMkLst>
          <pc:docMk/>
          <pc:sldMk cId="2941112769" sldId="266"/>
        </pc:sldMkLst>
        <pc:spChg chg="mod">
          <ac:chgData name="Athish Ganesh" userId="1a92f2f5-aa1e-43b9-acd2-bf31b0cffe5b" providerId="ADAL" clId="{FFF1336E-6D07-4548-A11D-294FC88F1698}" dt="2026-04-28T08:56:44.399" v="445" actId="2711"/>
          <ac:spMkLst>
            <pc:docMk/>
            <pc:sldMk cId="2941112769" sldId="266"/>
            <ac:spMk id="33" creationId="{8633EDBD-A2EF-68ED-DD6A-7F9327BE37CC}"/>
          </ac:spMkLst>
        </pc:spChg>
        <pc:spChg chg="mod">
          <ac:chgData name="Athish Ganesh" userId="1a92f2f5-aa1e-43b9-acd2-bf31b0cffe5b" providerId="ADAL" clId="{FFF1336E-6D07-4548-A11D-294FC88F1698}" dt="2026-04-28T08:56:44.399" v="445" actId="2711"/>
          <ac:spMkLst>
            <pc:docMk/>
            <pc:sldMk cId="2941112769" sldId="266"/>
            <ac:spMk id="43" creationId="{34801EDB-E0AA-453E-74D4-E2FA3ED39C8F}"/>
          </ac:spMkLst>
        </pc:spChg>
        <pc:spChg chg="mod">
          <ac:chgData name="Athish Ganesh" userId="1a92f2f5-aa1e-43b9-acd2-bf31b0cffe5b" providerId="ADAL" clId="{FFF1336E-6D07-4548-A11D-294FC88F1698}" dt="2026-04-28T08:56:44.399" v="445" actId="2711"/>
          <ac:spMkLst>
            <pc:docMk/>
            <pc:sldMk cId="2941112769" sldId="266"/>
            <ac:spMk id="46" creationId="{62211400-C0AC-8D76-B293-851997E358DC}"/>
          </ac:spMkLst>
        </pc:spChg>
        <pc:spChg chg="mod">
          <ac:chgData name="Athish Ganesh" userId="1a92f2f5-aa1e-43b9-acd2-bf31b0cffe5b" providerId="ADAL" clId="{FFF1336E-6D07-4548-A11D-294FC88F1698}" dt="2026-04-28T08:56:44.399" v="445" actId="2711"/>
          <ac:spMkLst>
            <pc:docMk/>
            <pc:sldMk cId="2941112769" sldId="266"/>
            <ac:spMk id="47" creationId="{06AAECBA-6202-9B9C-41F8-D7A5EFEF4556}"/>
          </ac:spMkLst>
        </pc:spChg>
        <pc:spChg chg="mod">
          <ac:chgData name="Athish Ganesh" userId="1a92f2f5-aa1e-43b9-acd2-bf31b0cffe5b" providerId="ADAL" clId="{FFF1336E-6D07-4548-A11D-294FC88F1698}" dt="2026-04-28T08:56:44.399" v="445" actId="2711"/>
          <ac:spMkLst>
            <pc:docMk/>
            <pc:sldMk cId="2941112769" sldId="266"/>
            <ac:spMk id="48" creationId="{908593FC-616F-2042-B60C-5AE36C77F67A}"/>
          </ac:spMkLst>
        </pc:spChg>
        <pc:spChg chg="mod">
          <ac:chgData name="Athish Ganesh" userId="1a92f2f5-aa1e-43b9-acd2-bf31b0cffe5b" providerId="ADAL" clId="{FFF1336E-6D07-4548-A11D-294FC88F1698}" dt="2026-04-28T08:56:44.399" v="445" actId="2711"/>
          <ac:spMkLst>
            <pc:docMk/>
            <pc:sldMk cId="2941112769" sldId="266"/>
            <ac:spMk id="50" creationId="{6F12B227-530A-DB99-1757-DCEE0A09A501}"/>
          </ac:spMkLst>
        </pc:spChg>
        <pc:spChg chg="mod">
          <ac:chgData name="Athish Ganesh" userId="1a92f2f5-aa1e-43b9-acd2-bf31b0cffe5b" providerId="ADAL" clId="{FFF1336E-6D07-4548-A11D-294FC88F1698}" dt="2026-04-28T08:56:44.399" v="445" actId="2711"/>
          <ac:spMkLst>
            <pc:docMk/>
            <pc:sldMk cId="2941112769" sldId="266"/>
            <ac:spMk id="55" creationId="{D3D6A400-AA51-2A39-DA7C-8CCEF52CE5C1}"/>
          </ac:spMkLst>
        </pc:spChg>
        <pc:spChg chg="mod">
          <ac:chgData name="Athish Ganesh" userId="1a92f2f5-aa1e-43b9-acd2-bf31b0cffe5b" providerId="ADAL" clId="{FFF1336E-6D07-4548-A11D-294FC88F1698}" dt="2026-04-28T08:56:44.399" v="445" actId="2711"/>
          <ac:spMkLst>
            <pc:docMk/>
            <pc:sldMk cId="2941112769" sldId="266"/>
            <ac:spMk id="56" creationId="{3C111C0A-3BC2-34E0-7788-2EBAC1ACF07E}"/>
          </ac:spMkLst>
        </pc:spChg>
        <pc:spChg chg="mod">
          <ac:chgData name="Athish Ganesh" userId="1a92f2f5-aa1e-43b9-acd2-bf31b0cffe5b" providerId="ADAL" clId="{FFF1336E-6D07-4548-A11D-294FC88F1698}" dt="2026-04-28T08:56:44.399" v="445" actId="2711"/>
          <ac:spMkLst>
            <pc:docMk/>
            <pc:sldMk cId="2941112769" sldId="266"/>
            <ac:spMk id="62" creationId="{62407057-4C67-3F65-45C8-AADB81413476}"/>
          </ac:spMkLst>
        </pc:spChg>
        <pc:spChg chg="mod">
          <ac:chgData name="Athish Ganesh" userId="1a92f2f5-aa1e-43b9-acd2-bf31b0cffe5b" providerId="ADAL" clId="{FFF1336E-6D07-4548-A11D-294FC88F1698}" dt="2026-04-28T08:56:44.399" v="445" actId="2711"/>
          <ac:spMkLst>
            <pc:docMk/>
            <pc:sldMk cId="2941112769" sldId="266"/>
            <ac:spMk id="63" creationId="{60740EA1-828F-FAAC-015A-6E01836DA3E3}"/>
          </ac:spMkLst>
        </pc:spChg>
      </pc:sldChg>
      <pc:sldChg chg="add del">
        <pc:chgData name="Athish Ganesh" userId="1a92f2f5-aa1e-43b9-acd2-bf31b0cffe5b" providerId="ADAL" clId="{FFF1336E-6D07-4548-A11D-294FC88F1698}" dt="2026-04-28T07:09:13.625" v="68" actId="47"/>
        <pc:sldMkLst>
          <pc:docMk/>
          <pc:sldMk cId="769316821" sldId="267"/>
        </pc:sldMkLst>
      </pc:sldChg>
      <pc:sldChg chg="add mod ord modTransition modShow">
        <pc:chgData name="Athish Ganesh" userId="1a92f2f5-aa1e-43b9-acd2-bf31b0cffe5b" providerId="ADAL" clId="{FFF1336E-6D07-4548-A11D-294FC88F1698}" dt="2026-04-28T09:32:41.150" v="453"/>
        <pc:sldMkLst>
          <pc:docMk/>
          <pc:sldMk cId="1154078478" sldId="267"/>
        </pc:sldMkLst>
      </pc:sldChg>
      <pc:sldChg chg="modSp add mod modTransition">
        <pc:chgData name="Athish Ganesh" userId="1a92f2f5-aa1e-43b9-acd2-bf31b0cffe5b" providerId="ADAL" clId="{FFF1336E-6D07-4548-A11D-294FC88F1698}" dt="2026-04-28T09:32:41.150" v="453"/>
        <pc:sldMkLst>
          <pc:docMk/>
          <pc:sldMk cId="3142468718" sldId="268"/>
        </pc:sldMkLst>
        <pc:spChg chg="mod">
          <ac:chgData name="Athish Ganesh" userId="1a92f2f5-aa1e-43b9-acd2-bf31b0cffe5b" providerId="ADAL" clId="{FFF1336E-6D07-4548-A11D-294FC88F1698}" dt="2026-04-28T08:56:32.820" v="444" actId="2711"/>
          <ac:spMkLst>
            <pc:docMk/>
            <pc:sldMk cId="3142468718" sldId="268"/>
            <ac:spMk id="5" creationId="{FE239FFC-B0B2-01F6-A102-A67CEBB508EC}"/>
          </ac:spMkLst>
        </pc:spChg>
        <pc:spChg chg="mod">
          <ac:chgData name="Athish Ganesh" userId="1a92f2f5-aa1e-43b9-acd2-bf31b0cffe5b" providerId="ADAL" clId="{FFF1336E-6D07-4548-A11D-294FC88F1698}" dt="2026-04-28T08:56:32.820" v="444" actId="2711"/>
          <ac:spMkLst>
            <pc:docMk/>
            <pc:sldMk cId="3142468718" sldId="268"/>
            <ac:spMk id="6" creationId="{B9F2205F-C668-65E0-AFFB-8D2D1F56F15C}"/>
          </ac:spMkLst>
        </pc:spChg>
        <pc:spChg chg="mod">
          <ac:chgData name="Athish Ganesh" userId="1a92f2f5-aa1e-43b9-acd2-bf31b0cffe5b" providerId="ADAL" clId="{FFF1336E-6D07-4548-A11D-294FC88F1698}" dt="2026-04-28T08:56:32.820" v="444" actId="2711"/>
          <ac:spMkLst>
            <pc:docMk/>
            <pc:sldMk cId="3142468718" sldId="268"/>
            <ac:spMk id="8" creationId="{1472FB3C-C669-D43D-312C-0EFDD54BC12D}"/>
          </ac:spMkLst>
        </pc:spChg>
        <pc:spChg chg="mod">
          <ac:chgData name="Athish Ganesh" userId="1a92f2f5-aa1e-43b9-acd2-bf31b0cffe5b" providerId="ADAL" clId="{FFF1336E-6D07-4548-A11D-294FC88F1698}" dt="2026-04-28T08:56:32.820" v="444" actId="2711"/>
          <ac:spMkLst>
            <pc:docMk/>
            <pc:sldMk cId="3142468718" sldId="268"/>
            <ac:spMk id="11" creationId="{1781781E-08B9-417C-3DDE-7D576192B71D}"/>
          </ac:spMkLst>
        </pc:spChg>
        <pc:spChg chg="mod">
          <ac:chgData name="Athish Ganesh" userId="1a92f2f5-aa1e-43b9-acd2-bf31b0cffe5b" providerId="ADAL" clId="{FFF1336E-6D07-4548-A11D-294FC88F1698}" dt="2026-04-28T08:56:32.820" v="444" actId="2711"/>
          <ac:spMkLst>
            <pc:docMk/>
            <pc:sldMk cId="3142468718" sldId="268"/>
            <ac:spMk id="12" creationId="{D947E006-72FB-923C-BF1D-ECCAFBE294E3}"/>
          </ac:spMkLst>
        </pc:spChg>
        <pc:spChg chg="mod">
          <ac:chgData name="Athish Ganesh" userId="1a92f2f5-aa1e-43b9-acd2-bf31b0cffe5b" providerId="ADAL" clId="{FFF1336E-6D07-4548-A11D-294FC88F1698}" dt="2026-04-28T08:56:32.820" v="444" actId="2711"/>
          <ac:spMkLst>
            <pc:docMk/>
            <pc:sldMk cId="3142468718" sldId="268"/>
            <ac:spMk id="13" creationId="{47FDAB9F-98F8-EEC4-93FC-57EE681C7F1A}"/>
          </ac:spMkLst>
        </pc:spChg>
        <pc:spChg chg="mod">
          <ac:chgData name="Athish Ganesh" userId="1a92f2f5-aa1e-43b9-acd2-bf31b0cffe5b" providerId="ADAL" clId="{FFF1336E-6D07-4548-A11D-294FC88F1698}" dt="2026-04-28T08:56:32.820" v="444" actId="2711"/>
          <ac:spMkLst>
            <pc:docMk/>
            <pc:sldMk cId="3142468718" sldId="268"/>
            <ac:spMk id="16" creationId="{DDFCB74F-4FDE-B692-833A-65126687DCB2}"/>
          </ac:spMkLst>
        </pc:spChg>
        <pc:spChg chg="mod">
          <ac:chgData name="Athish Ganesh" userId="1a92f2f5-aa1e-43b9-acd2-bf31b0cffe5b" providerId="ADAL" clId="{FFF1336E-6D07-4548-A11D-294FC88F1698}" dt="2026-04-28T08:56:32.820" v="444" actId="2711"/>
          <ac:spMkLst>
            <pc:docMk/>
            <pc:sldMk cId="3142468718" sldId="268"/>
            <ac:spMk id="17" creationId="{590E2390-29A3-23D6-5DC4-FF9B9BCBAB65}"/>
          </ac:spMkLst>
        </pc:spChg>
        <pc:spChg chg="mod">
          <ac:chgData name="Athish Ganesh" userId="1a92f2f5-aa1e-43b9-acd2-bf31b0cffe5b" providerId="ADAL" clId="{FFF1336E-6D07-4548-A11D-294FC88F1698}" dt="2026-04-28T08:56:32.820" v="444" actId="2711"/>
          <ac:spMkLst>
            <pc:docMk/>
            <pc:sldMk cId="3142468718" sldId="268"/>
            <ac:spMk id="20" creationId="{AA84D4E0-EBB4-945F-D01B-53B0E9258B52}"/>
          </ac:spMkLst>
        </pc:spChg>
        <pc:spChg chg="mod">
          <ac:chgData name="Athish Ganesh" userId="1a92f2f5-aa1e-43b9-acd2-bf31b0cffe5b" providerId="ADAL" clId="{FFF1336E-6D07-4548-A11D-294FC88F1698}" dt="2026-04-28T08:56:32.820" v="444" actId="2711"/>
          <ac:spMkLst>
            <pc:docMk/>
            <pc:sldMk cId="3142468718" sldId="268"/>
            <ac:spMk id="21" creationId="{9763B63A-88F6-060C-F198-C2006E997097}"/>
          </ac:spMkLst>
        </pc:spChg>
      </pc:sldChg>
      <pc:sldChg chg="modSp add mod modTransition">
        <pc:chgData name="Athish Ganesh" userId="1a92f2f5-aa1e-43b9-acd2-bf31b0cffe5b" providerId="ADAL" clId="{FFF1336E-6D07-4548-A11D-294FC88F1698}" dt="2026-04-28T09:32:41.150" v="453"/>
        <pc:sldMkLst>
          <pc:docMk/>
          <pc:sldMk cId="3486043609" sldId="269"/>
        </pc:sldMkLst>
        <pc:spChg chg="mod">
          <ac:chgData name="Athish Ganesh" userId="1a92f2f5-aa1e-43b9-acd2-bf31b0cffe5b" providerId="ADAL" clId="{FFF1336E-6D07-4548-A11D-294FC88F1698}" dt="2026-04-28T08:56:24.817" v="443" actId="2711"/>
          <ac:spMkLst>
            <pc:docMk/>
            <pc:sldMk cId="3486043609" sldId="269"/>
            <ac:spMk id="5" creationId="{E412F967-E3F5-901A-FFA9-057DF0F32CE5}"/>
          </ac:spMkLst>
        </pc:spChg>
        <pc:spChg chg="mod">
          <ac:chgData name="Athish Ganesh" userId="1a92f2f5-aa1e-43b9-acd2-bf31b0cffe5b" providerId="ADAL" clId="{FFF1336E-6D07-4548-A11D-294FC88F1698}" dt="2026-04-28T08:56:24.817" v="443" actId="2711"/>
          <ac:spMkLst>
            <pc:docMk/>
            <pc:sldMk cId="3486043609" sldId="269"/>
            <ac:spMk id="7" creationId="{190FB16D-1EBD-978C-E6FF-41BCAAC452D8}"/>
          </ac:spMkLst>
        </pc:spChg>
        <pc:spChg chg="mod">
          <ac:chgData name="Athish Ganesh" userId="1a92f2f5-aa1e-43b9-acd2-bf31b0cffe5b" providerId="ADAL" clId="{FFF1336E-6D07-4548-A11D-294FC88F1698}" dt="2026-04-28T08:56:24.817" v="443" actId="2711"/>
          <ac:spMkLst>
            <pc:docMk/>
            <pc:sldMk cId="3486043609" sldId="269"/>
            <ac:spMk id="14" creationId="{790A9196-F38E-E351-EC88-7004F07BA184}"/>
          </ac:spMkLst>
        </pc:spChg>
        <pc:spChg chg="mod">
          <ac:chgData name="Athish Ganesh" userId="1a92f2f5-aa1e-43b9-acd2-bf31b0cffe5b" providerId="ADAL" clId="{FFF1336E-6D07-4548-A11D-294FC88F1698}" dt="2026-04-28T08:56:24.817" v="443" actId="2711"/>
          <ac:spMkLst>
            <pc:docMk/>
            <pc:sldMk cId="3486043609" sldId="269"/>
            <ac:spMk id="18" creationId="{76780659-D3F1-300C-43A0-71E09026CDE9}"/>
          </ac:spMkLst>
        </pc:spChg>
        <pc:spChg chg="mod">
          <ac:chgData name="Athish Ganesh" userId="1a92f2f5-aa1e-43b9-acd2-bf31b0cffe5b" providerId="ADAL" clId="{FFF1336E-6D07-4548-A11D-294FC88F1698}" dt="2026-04-28T08:56:24.817" v="443" actId="2711"/>
          <ac:spMkLst>
            <pc:docMk/>
            <pc:sldMk cId="3486043609" sldId="269"/>
            <ac:spMk id="23" creationId="{44FA41FE-0361-5D86-2EFA-DC9195E44345}"/>
          </ac:spMkLst>
        </pc:spChg>
        <pc:spChg chg="mod">
          <ac:chgData name="Athish Ganesh" userId="1a92f2f5-aa1e-43b9-acd2-bf31b0cffe5b" providerId="ADAL" clId="{FFF1336E-6D07-4548-A11D-294FC88F1698}" dt="2026-04-28T08:56:24.817" v="443" actId="2711"/>
          <ac:spMkLst>
            <pc:docMk/>
            <pc:sldMk cId="3486043609" sldId="269"/>
            <ac:spMk id="24" creationId="{0D7A8BDE-8E4C-C075-1E13-57F9F8D1D6CE}"/>
          </ac:spMkLst>
        </pc:spChg>
        <pc:spChg chg="mod">
          <ac:chgData name="Athish Ganesh" userId="1a92f2f5-aa1e-43b9-acd2-bf31b0cffe5b" providerId="ADAL" clId="{FFF1336E-6D07-4548-A11D-294FC88F1698}" dt="2026-04-28T08:56:24.817" v="443" actId="2711"/>
          <ac:spMkLst>
            <pc:docMk/>
            <pc:sldMk cId="3486043609" sldId="269"/>
            <ac:spMk id="29" creationId="{AF6F69E6-5A60-9EF2-9BCB-77A651BCB14C}"/>
          </ac:spMkLst>
        </pc:spChg>
        <pc:spChg chg="mod">
          <ac:chgData name="Athish Ganesh" userId="1a92f2f5-aa1e-43b9-acd2-bf31b0cffe5b" providerId="ADAL" clId="{FFF1336E-6D07-4548-A11D-294FC88F1698}" dt="2026-04-28T08:56:24.817" v="443" actId="2711"/>
          <ac:spMkLst>
            <pc:docMk/>
            <pc:sldMk cId="3486043609" sldId="269"/>
            <ac:spMk id="34" creationId="{481952D6-8224-0E52-1F87-550ABDBDC561}"/>
          </ac:spMkLst>
        </pc:spChg>
        <pc:spChg chg="mod">
          <ac:chgData name="Athish Ganesh" userId="1a92f2f5-aa1e-43b9-acd2-bf31b0cffe5b" providerId="ADAL" clId="{FFF1336E-6D07-4548-A11D-294FC88F1698}" dt="2026-04-28T08:56:24.817" v="443" actId="2711"/>
          <ac:spMkLst>
            <pc:docMk/>
            <pc:sldMk cId="3486043609" sldId="269"/>
            <ac:spMk id="41" creationId="{DC846412-EB1B-040E-F91E-13B8554CFE11}"/>
          </ac:spMkLst>
        </pc:spChg>
        <pc:spChg chg="mod">
          <ac:chgData name="Athish Ganesh" userId="1a92f2f5-aa1e-43b9-acd2-bf31b0cffe5b" providerId="ADAL" clId="{FFF1336E-6D07-4548-A11D-294FC88F1698}" dt="2026-04-28T08:56:24.817" v="443" actId="2711"/>
          <ac:spMkLst>
            <pc:docMk/>
            <pc:sldMk cId="3486043609" sldId="269"/>
            <ac:spMk id="50" creationId="{2F4766B7-D677-DEC6-2D57-C9D0978E011B}"/>
          </ac:spMkLst>
        </pc:spChg>
        <pc:picChg chg="mod">
          <ac:chgData name="Athish Ganesh" userId="1a92f2f5-aa1e-43b9-acd2-bf31b0cffe5b" providerId="ADAL" clId="{FFF1336E-6D07-4548-A11D-294FC88F1698}" dt="2026-04-28T07:19:45.029" v="88" actId="207"/>
          <ac:picMkLst>
            <pc:docMk/>
            <pc:sldMk cId="3486043609" sldId="269"/>
            <ac:picMk id="48" creationId="{650D642B-9223-D54E-F7B6-A60FAACAC8D3}"/>
          </ac:picMkLst>
        </pc:picChg>
      </pc:sldChg>
      <pc:sldChg chg="modSp add mod modTransition">
        <pc:chgData name="Athish Ganesh" userId="1a92f2f5-aa1e-43b9-acd2-bf31b0cffe5b" providerId="ADAL" clId="{FFF1336E-6D07-4548-A11D-294FC88F1698}" dt="2026-04-28T09:32:41.150" v="453"/>
        <pc:sldMkLst>
          <pc:docMk/>
          <pc:sldMk cId="2755085729" sldId="270"/>
        </pc:sldMkLst>
        <pc:spChg chg="mod">
          <ac:chgData name="Athish Ganesh" userId="1a92f2f5-aa1e-43b9-acd2-bf31b0cffe5b" providerId="ADAL" clId="{FFF1336E-6D07-4548-A11D-294FC88F1698}" dt="2026-04-28T08:56:12.685" v="442" actId="2711"/>
          <ac:spMkLst>
            <pc:docMk/>
            <pc:sldMk cId="2755085729" sldId="270"/>
            <ac:spMk id="9" creationId="{C4D74121-7D26-BC5D-4BF1-3A74C250A3A5}"/>
          </ac:spMkLst>
        </pc:spChg>
        <pc:spChg chg="mod">
          <ac:chgData name="Athish Ganesh" userId="1a92f2f5-aa1e-43b9-acd2-bf31b0cffe5b" providerId="ADAL" clId="{FFF1336E-6D07-4548-A11D-294FC88F1698}" dt="2026-04-28T08:56:12.685" v="442" actId="2711"/>
          <ac:spMkLst>
            <pc:docMk/>
            <pc:sldMk cId="2755085729" sldId="270"/>
            <ac:spMk id="11" creationId="{670D148A-4F21-43CE-F713-F13C90A6091F}"/>
          </ac:spMkLst>
        </pc:spChg>
        <pc:spChg chg="mod">
          <ac:chgData name="Athish Ganesh" userId="1a92f2f5-aa1e-43b9-acd2-bf31b0cffe5b" providerId="ADAL" clId="{FFF1336E-6D07-4548-A11D-294FC88F1698}" dt="2026-04-28T08:56:12.685" v="442" actId="2711"/>
          <ac:spMkLst>
            <pc:docMk/>
            <pc:sldMk cId="2755085729" sldId="270"/>
            <ac:spMk id="12" creationId="{17AC9A73-F5D6-1361-5BC3-69EC87AE3028}"/>
          </ac:spMkLst>
        </pc:spChg>
        <pc:spChg chg="mod">
          <ac:chgData name="Athish Ganesh" userId="1a92f2f5-aa1e-43b9-acd2-bf31b0cffe5b" providerId="ADAL" clId="{FFF1336E-6D07-4548-A11D-294FC88F1698}" dt="2026-04-28T08:56:12.685" v="442" actId="2711"/>
          <ac:spMkLst>
            <pc:docMk/>
            <pc:sldMk cId="2755085729" sldId="270"/>
            <ac:spMk id="15" creationId="{C8F11FE3-9310-0BCF-DA38-4FEEAF53DAFD}"/>
          </ac:spMkLst>
        </pc:spChg>
        <pc:spChg chg="mod">
          <ac:chgData name="Athish Ganesh" userId="1a92f2f5-aa1e-43b9-acd2-bf31b0cffe5b" providerId="ADAL" clId="{FFF1336E-6D07-4548-A11D-294FC88F1698}" dt="2026-04-28T08:56:12.685" v="442" actId="2711"/>
          <ac:spMkLst>
            <pc:docMk/>
            <pc:sldMk cId="2755085729" sldId="270"/>
            <ac:spMk id="17" creationId="{024B5F5C-1ADF-8555-08DF-A1B9A8BBFE38}"/>
          </ac:spMkLst>
        </pc:spChg>
        <pc:spChg chg="mod">
          <ac:chgData name="Athish Ganesh" userId="1a92f2f5-aa1e-43b9-acd2-bf31b0cffe5b" providerId="ADAL" clId="{FFF1336E-6D07-4548-A11D-294FC88F1698}" dt="2026-04-28T08:56:12.685" v="442" actId="2711"/>
          <ac:spMkLst>
            <pc:docMk/>
            <pc:sldMk cId="2755085729" sldId="270"/>
            <ac:spMk id="22" creationId="{844FED45-2471-2D9B-9417-EA5DDE681364}"/>
          </ac:spMkLst>
        </pc:spChg>
        <pc:spChg chg="mod">
          <ac:chgData name="Athish Ganesh" userId="1a92f2f5-aa1e-43b9-acd2-bf31b0cffe5b" providerId="ADAL" clId="{FFF1336E-6D07-4548-A11D-294FC88F1698}" dt="2026-04-28T08:56:12.685" v="442" actId="2711"/>
          <ac:spMkLst>
            <pc:docMk/>
            <pc:sldMk cId="2755085729" sldId="270"/>
            <ac:spMk id="27" creationId="{C524075E-5E9E-AB00-E03A-C8ABD7AB3821}"/>
          </ac:spMkLst>
        </pc:spChg>
        <pc:spChg chg="mod">
          <ac:chgData name="Athish Ganesh" userId="1a92f2f5-aa1e-43b9-acd2-bf31b0cffe5b" providerId="ADAL" clId="{FFF1336E-6D07-4548-A11D-294FC88F1698}" dt="2026-04-28T08:56:12.685" v="442" actId="2711"/>
          <ac:spMkLst>
            <pc:docMk/>
            <pc:sldMk cId="2755085729" sldId="270"/>
            <ac:spMk id="31" creationId="{A7AF64AA-A0F7-943C-5B55-99EC7248A88D}"/>
          </ac:spMkLst>
        </pc:spChg>
        <pc:spChg chg="mod">
          <ac:chgData name="Athish Ganesh" userId="1a92f2f5-aa1e-43b9-acd2-bf31b0cffe5b" providerId="ADAL" clId="{FFF1336E-6D07-4548-A11D-294FC88F1698}" dt="2026-04-28T08:56:12.685" v="442" actId="2711"/>
          <ac:spMkLst>
            <pc:docMk/>
            <pc:sldMk cId="2755085729" sldId="270"/>
            <ac:spMk id="34" creationId="{A3A50639-4624-A26A-5220-EF23C259832F}"/>
          </ac:spMkLst>
        </pc:spChg>
        <pc:spChg chg="mod">
          <ac:chgData name="Athish Ganesh" userId="1a92f2f5-aa1e-43b9-acd2-bf31b0cffe5b" providerId="ADAL" clId="{FFF1336E-6D07-4548-A11D-294FC88F1698}" dt="2026-04-28T08:56:12.685" v="442" actId="2711"/>
          <ac:spMkLst>
            <pc:docMk/>
            <pc:sldMk cId="2755085729" sldId="270"/>
            <ac:spMk id="69" creationId="{E18B31B7-57B5-F356-B879-32D737EBD801}"/>
          </ac:spMkLst>
        </pc:spChg>
        <pc:spChg chg="mod">
          <ac:chgData name="Athish Ganesh" userId="1a92f2f5-aa1e-43b9-acd2-bf31b0cffe5b" providerId="ADAL" clId="{FFF1336E-6D07-4548-A11D-294FC88F1698}" dt="2026-04-28T08:10:59.320" v="95" actId="403"/>
          <ac:spMkLst>
            <pc:docMk/>
            <pc:sldMk cId="2755085729" sldId="270"/>
            <ac:spMk id="71" creationId="{832503A7-CD2E-9381-EAF7-0B8363BD07B8}"/>
          </ac:spMkLst>
        </pc:spChg>
      </pc:sldChg>
      <pc:sldChg chg="modSp add mod modTransition">
        <pc:chgData name="Athish Ganesh" userId="1a92f2f5-aa1e-43b9-acd2-bf31b0cffe5b" providerId="ADAL" clId="{FFF1336E-6D07-4548-A11D-294FC88F1698}" dt="2026-04-28T09:32:41.150" v="453"/>
        <pc:sldMkLst>
          <pc:docMk/>
          <pc:sldMk cId="1947687892" sldId="271"/>
        </pc:sldMkLst>
        <pc:spChg chg="mod">
          <ac:chgData name="Athish Ganesh" userId="1a92f2f5-aa1e-43b9-acd2-bf31b0cffe5b" providerId="ADAL" clId="{FFF1336E-6D07-4548-A11D-294FC88F1698}" dt="2026-04-28T08:31:12.641" v="311" actId="2711"/>
          <ac:spMkLst>
            <pc:docMk/>
            <pc:sldMk cId="1947687892" sldId="271"/>
            <ac:spMk id="3" creationId="{65858A63-432F-306D-FD4F-9EABE1C259A5}"/>
          </ac:spMkLst>
        </pc:spChg>
        <pc:spChg chg="mod">
          <ac:chgData name="Athish Ganesh" userId="1a92f2f5-aa1e-43b9-acd2-bf31b0cffe5b" providerId="ADAL" clId="{FFF1336E-6D07-4548-A11D-294FC88F1698}" dt="2026-04-28T08:31:12.641" v="311" actId="2711"/>
          <ac:spMkLst>
            <pc:docMk/>
            <pc:sldMk cId="1947687892" sldId="271"/>
            <ac:spMk id="7" creationId="{BE4F7037-740B-A1F7-2B38-3D0D88605D69}"/>
          </ac:spMkLst>
        </pc:spChg>
        <pc:spChg chg="mod">
          <ac:chgData name="Athish Ganesh" userId="1a92f2f5-aa1e-43b9-acd2-bf31b0cffe5b" providerId="ADAL" clId="{FFF1336E-6D07-4548-A11D-294FC88F1698}" dt="2026-04-28T08:31:12.641" v="311" actId="2711"/>
          <ac:spMkLst>
            <pc:docMk/>
            <pc:sldMk cId="1947687892" sldId="271"/>
            <ac:spMk id="14" creationId="{EEE4F6C7-198D-7D65-8532-B849531B8AC1}"/>
          </ac:spMkLst>
        </pc:spChg>
        <pc:spChg chg="mod">
          <ac:chgData name="Athish Ganesh" userId="1a92f2f5-aa1e-43b9-acd2-bf31b0cffe5b" providerId="ADAL" clId="{FFF1336E-6D07-4548-A11D-294FC88F1698}" dt="2026-04-28T08:31:12.641" v="311" actId="2711"/>
          <ac:spMkLst>
            <pc:docMk/>
            <pc:sldMk cId="1947687892" sldId="271"/>
            <ac:spMk id="24" creationId="{4FDD293C-3B00-2623-0342-00D80C34EAE3}"/>
          </ac:spMkLst>
        </pc:spChg>
        <pc:spChg chg="mod">
          <ac:chgData name="Athish Ganesh" userId="1a92f2f5-aa1e-43b9-acd2-bf31b0cffe5b" providerId="ADAL" clId="{FFF1336E-6D07-4548-A11D-294FC88F1698}" dt="2026-04-28T08:31:12.641" v="311" actId="2711"/>
          <ac:spMkLst>
            <pc:docMk/>
            <pc:sldMk cId="1947687892" sldId="271"/>
            <ac:spMk id="32" creationId="{D27DE953-318F-9887-39F3-16279D98113D}"/>
          </ac:spMkLst>
        </pc:spChg>
        <pc:spChg chg="mod">
          <ac:chgData name="Athish Ganesh" userId="1a92f2f5-aa1e-43b9-acd2-bf31b0cffe5b" providerId="ADAL" clId="{FFF1336E-6D07-4548-A11D-294FC88F1698}" dt="2026-04-28T08:30:51.144" v="310" actId="12788"/>
          <ac:spMkLst>
            <pc:docMk/>
            <pc:sldMk cId="1947687892" sldId="271"/>
            <ac:spMk id="50" creationId="{631E7DAE-47AE-6E0E-3883-E05F40F5BF5F}"/>
          </ac:spMkLst>
        </pc:spChg>
        <pc:spChg chg="mod">
          <ac:chgData name="Athish Ganesh" userId="1a92f2f5-aa1e-43b9-acd2-bf31b0cffe5b" providerId="ADAL" clId="{FFF1336E-6D07-4548-A11D-294FC88F1698}" dt="2026-04-28T08:30:41.044" v="309" actId="207"/>
          <ac:spMkLst>
            <pc:docMk/>
            <pc:sldMk cId="1947687892" sldId="271"/>
            <ac:spMk id="53" creationId="{7746E8BB-C2C5-A730-696C-018D356189F1}"/>
          </ac:spMkLst>
        </pc:spChg>
        <pc:spChg chg="mod">
          <ac:chgData name="Athish Ganesh" userId="1a92f2f5-aa1e-43b9-acd2-bf31b0cffe5b" providerId="ADAL" clId="{FFF1336E-6D07-4548-A11D-294FC88F1698}" dt="2026-04-28T08:31:12.641" v="311" actId="2711"/>
          <ac:spMkLst>
            <pc:docMk/>
            <pc:sldMk cId="1947687892" sldId="271"/>
            <ac:spMk id="58" creationId="{26247F17-8ED9-513D-C7C8-1AB844FE0B38}"/>
          </ac:spMkLst>
        </pc:spChg>
        <pc:spChg chg="mod">
          <ac:chgData name="Athish Ganesh" userId="1a92f2f5-aa1e-43b9-acd2-bf31b0cffe5b" providerId="ADAL" clId="{FFF1336E-6D07-4548-A11D-294FC88F1698}" dt="2026-04-28T08:54:52.144" v="440" actId="14100"/>
          <ac:spMkLst>
            <pc:docMk/>
            <pc:sldMk cId="1947687892" sldId="271"/>
            <ac:spMk id="59" creationId="{2AEB58FC-8358-4CA1-C236-7A432391BF42}"/>
          </ac:spMkLst>
        </pc:spChg>
        <pc:spChg chg="mod">
          <ac:chgData name="Athish Ganesh" userId="1a92f2f5-aa1e-43b9-acd2-bf31b0cffe5b" providerId="ADAL" clId="{FFF1336E-6D07-4548-A11D-294FC88F1698}" dt="2026-04-28T08:31:12.641" v="311" actId="2711"/>
          <ac:spMkLst>
            <pc:docMk/>
            <pc:sldMk cId="1947687892" sldId="271"/>
            <ac:spMk id="69" creationId="{546B407C-0774-44DD-E399-926BAC08BE7E}"/>
          </ac:spMkLst>
        </pc:spChg>
        <pc:spChg chg="mod">
          <ac:chgData name="Athish Ganesh" userId="1a92f2f5-aa1e-43b9-acd2-bf31b0cffe5b" providerId="ADAL" clId="{FFF1336E-6D07-4548-A11D-294FC88F1698}" dt="2026-04-28T08:31:12.641" v="311" actId="2711"/>
          <ac:spMkLst>
            <pc:docMk/>
            <pc:sldMk cId="1947687892" sldId="271"/>
            <ac:spMk id="72" creationId="{4F436968-EE30-79F5-6432-A03695E19D93}"/>
          </ac:spMkLst>
        </pc:spChg>
        <pc:spChg chg="mod">
          <ac:chgData name="Athish Ganesh" userId="1a92f2f5-aa1e-43b9-acd2-bf31b0cffe5b" providerId="ADAL" clId="{FFF1336E-6D07-4548-A11D-294FC88F1698}" dt="2026-04-28T08:31:12.641" v="311" actId="2711"/>
          <ac:spMkLst>
            <pc:docMk/>
            <pc:sldMk cId="1947687892" sldId="271"/>
            <ac:spMk id="75" creationId="{691AFC47-37D3-C600-B992-D2016EC9BCF0}"/>
          </ac:spMkLst>
        </pc:spChg>
        <pc:spChg chg="mod">
          <ac:chgData name="Athish Ganesh" userId="1a92f2f5-aa1e-43b9-acd2-bf31b0cffe5b" providerId="ADAL" clId="{FFF1336E-6D07-4548-A11D-294FC88F1698}" dt="2026-04-28T08:31:12.641" v="311" actId="2711"/>
          <ac:spMkLst>
            <pc:docMk/>
            <pc:sldMk cId="1947687892" sldId="271"/>
            <ac:spMk id="82" creationId="{DCDD3C3B-D681-8663-3FD3-AA1C10ED1957}"/>
          </ac:spMkLst>
        </pc:spChg>
      </pc:sldChg>
      <pc:sldChg chg="add del mod ord modShow">
        <pc:chgData name="Athish Ganesh" userId="1a92f2f5-aa1e-43b9-acd2-bf31b0cffe5b" providerId="ADAL" clId="{FFF1336E-6D07-4548-A11D-294FC88F1698}" dt="2026-04-28T08:53:43.206" v="439" actId="47"/>
        <pc:sldMkLst>
          <pc:docMk/>
          <pc:sldMk cId="3883460637" sldId="272"/>
        </pc:sldMkLst>
      </pc:sldChg>
      <pc:sldChg chg="add modTransition">
        <pc:chgData name="Athish Ganesh" userId="1a92f2f5-aa1e-43b9-acd2-bf31b0cffe5b" providerId="ADAL" clId="{FFF1336E-6D07-4548-A11D-294FC88F1698}" dt="2026-04-28T09:32:41.150" v="453"/>
        <pc:sldMkLst>
          <pc:docMk/>
          <pc:sldMk cId="796408180" sldId="273"/>
        </pc:sldMkLst>
      </pc:sldChg>
      <pc:sldChg chg="add mod ord modTransition modShow">
        <pc:chgData name="Athish Ganesh" userId="1a92f2f5-aa1e-43b9-acd2-bf31b0cffe5b" providerId="ADAL" clId="{FFF1336E-6D07-4548-A11D-294FC88F1698}" dt="2026-04-28T09:32:41.150" v="453"/>
        <pc:sldMkLst>
          <pc:docMk/>
          <pc:sldMk cId="253827131" sldId="274"/>
        </pc:sldMkLst>
      </pc:sldChg>
      <pc:sldChg chg="addSp delSp modSp add mod modTransition">
        <pc:chgData name="Athish Ganesh" userId="1a92f2f5-aa1e-43b9-acd2-bf31b0cffe5b" providerId="ADAL" clId="{FFF1336E-6D07-4548-A11D-294FC88F1698}" dt="2026-04-28T09:32:41.150" v="453"/>
        <pc:sldMkLst>
          <pc:docMk/>
          <pc:sldMk cId="3340393359" sldId="275"/>
        </pc:sldMkLst>
        <pc:spChg chg="mod">
          <ac:chgData name="Athish Ganesh" userId="1a92f2f5-aa1e-43b9-acd2-bf31b0cffe5b" providerId="ADAL" clId="{FFF1336E-6D07-4548-A11D-294FC88F1698}" dt="2026-04-28T08:34:04.308" v="328" actId="2711"/>
          <ac:spMkLst>
            <pc:docMk/>
            <pc:sldMk cId="3340393359" sldId="275"/>
            <ac:spMk id="2" creationId="{BE3FAF2E-2B5C-1543-F919-394B50A5703E}"/>
          </ac:spMkLst>
        </pc:spChg>
        <pc:spChg chg="mod">
          <ac:chgData name="Athish Ganesh" userId="1a92f2f5-aa1e-43b9-acd2-bf31b0cffe5b" providerId="ADAL" clId="{FFF1336E-6D07-4548-A11D-294FC88F1698}" dt="2026-04-28T08:34:04.308" v="328" actId="2711"/>
          <ac:spMkLst>
            <pc:docMk/>
            <pc:sldMk cId="3340393359" sldId="275"/>
            <ac:spMk id="5" creationId="{E1CB5EAE-196F-73AD-11A7-E312E64403F9}"/>
          </ac:spMkLst>
        </pc:spChg>
        <pc:spChg chg="mod">
          <ac:chgData name="Athish Ganesh" userId="1a92f2f5-aa1e-43b9-acd2-bf31b0cffe5b" providerId="ADAL" clId="{FFF1336E-6D07-4548-A11D-294FC88F1698}" dt="2026-04-28T08:24:11.918" v="240" actId="554"/>
          <ac:spMkLst>
            <pc:docMk/>
            <pc:sldMk cId="3340393359" sldId="275"/>
            <ac:spMk id="6" creationId="{7C323588-129A-730D-5EC9-B850F7AD567C}"/>
          </ac:spMkLst>
        </pc:spChg>
        <pc:spChg chg="mod">
          <ac:chgData name="Athish Ganesh" userId="1a92f2f5-aa1e-43b9-acd2-bf31b0cffe5b" providerId="ADAL" clId="{FFF1336E-6D07-4548-A11D-294FC88F1698}" dt="2026-04-28T08:24:19.924" v="241"/>
          <ac:spMkLst>
            <pc:docMk/>
            <pc:sldMk cId="3340393359" sldId="275"/>
            <ac:spMk id="7" creationId="{75BFE013-165A-8EB1-3A01-73BFED61309F}"/>
          </ac:spMkLst>
        </pc:spChg>
        <pc:spChg chg="mod">
          <ac:chgData name="Athish Ganesh" userId="1a92f2f5-aa1e-43b9-acd2-bf31b0cffe5b" providerId="ADAL" clId="{FFF1336E-6D07-4548-A11D-294FC88F1698}" dt="2026-04-28T08:34:04.308" v="328" actId="2711"/>
          <ac:spMkLst>
            <pc:docMk/>
            <pc:sldMk cId="3340393359" sldId="275"/>
            <ac:spMk id="9" creationId="{A2A51479-B745-A91A-A2ED-6C59B7DD9316}"/>
          </ac:spMkLst>
        </pc:spChg>
        <pc:spChg chg="mod">
          <ac:chgData name="Athish Ganesh" userId="1a92f2f5-aa1e-43b9-acd2-bf31b0cffe5b" providerId="ADAL" clId="{FFF1336E-6D07-4548-A11D-294FC88F1698}" dt="2026-04-28T08:25:02.902" v="244"/>
          <ac:spMkLst>
            <pc:docMk/>
            <pc:sldMk cId="3340393359" sldId="275"/>
            <ac:spMk id="10" creationId="{A2B321EC-EF6B-52EE-BF38-77B6CCA2908C}"/>
          </ac:spMkLst>
        </pc:spChg>
        <pc:spChg chg="mod">
          <ac:chgData name="Athish Ganesh" userId="1a92f2f5-aa1e-43b9-acd2-bf31b0cffe5b" providerId="ADAL" clId="{FFF1336E-6D07-4548-A11D-294FC88F1698}" dt="2026-04-28T08:34:04.308" v="328" actId="2711"/>
          <ac:spMkLst>
            <pc:docMk/>
            <pc:sldMk cId="3340393359" sldId="275"/>
            <ac:spMk id="11" creationId="{135B0821-183B-AA1D-1887-EC49B50CFFB1}"/>
          </ac:spMkLst>
        </pc:spChg>
        <pc:spChg chg="mod">
          <ac:chgData name="Athish Ganesh" userId="1a92f2f5-aa1e-43b9-acd2-bf31b0cffe5b" providerId="ADAL" clId="{FFF1336E-6D07-4548-A11D-294FC88F1698}" dt="2026-04-28T08:25:21.032" v="246"/>
          <ac:spMkLst>
            <pc:docMk/>
            <pc:sldMk cId="3340393359" sldId="275"/>
            <ac:spMk id="12" creationId="{23251104-8C2F-9685-6D19-EAB3391E5DB7}"/>
          </ac:spMkLst>
        </pc:spChg>
        <pc:spChg chg="mod">
          <ac:chgData name="Athish Ganesh" userId="1a92f2f5-aa1e-43b9-acd2-bf31b0cffe5b" providerId="ADAL" clId="{FFF1336E-6D07-4548-A11D-294FC88F1698}" dt="2026-04-28T08:34:04.308" v="328" actId="2711"/>
          <ac:spMkLst>
            <pc:docMk/>
            <pc:sldMk cId="3340393359" sldId="275"/>
            <ac:spMk id="14" creationId="{88E1CB1A-AFDC-3675-DFAD-213A79DBCE73}"/>
          </ac:spMkLst>
        </pc:spChg>
        <pc:spChg chg="mod">
          <ac:chgData name="Athish Ganesh" userId="1a92f2f5-aa1e-43b9-acd2-bf31b0cffe5b" providerId="ADAL" clId="{FFF1336E-6D07-4548-A11D-294FC88F1698}" dt="2026-04-28T08:34:04.308" v="328" actId="2711"/>
          <ac:spMkLst>
            <pc:docMk/>
            <pc:sldMk cId="3340393359" sldId="275"/>
            <ac:spMk id="16" creationId="{4757A049-E6F5-6611-0FDC-A30F00E661C8}"/>
          </ac:spMkLst>
        </pc:spChg>
        <pc:spChg chg="mod">
          <ac:chgData name="Athish Ganesh" userId="1a92f2f5-aa1e-43b9-acd2-bf31b0cffe5b" providerId="ADAL" clId="{FFF1336E-6D07-4548-A11D-294FC88F1698}" dt="2026-04-28T08:25:39.225" v="248"/>
          <ac:spMkLst>
            <pc:docMk/>
            <pc:sldMk cId="3340393359" sldId="275"/>
            <ac:spMk id="17" creationId="{EF16481B-4BA0-EFC0-BCEF-D845831485ED}"/>
          </ac:spMkLst>
        </pc:spChg>
        <pc:spChg chg="mod">
          <ac:chgData name="Athish Ganesh" userId="1a92f2f5-aa1e-43b9-acd2-bf31b0cffe5b" providerId="ADAL" clId="{FFF1336E-6D07-4548-A11D-294FC88F1698}" dt="2026-04-28T08:23:08.644" v="236"/>
          <ac:spMkLst>
            <pc:docMk/>
            <pc:sldMk cId="3340393359" sldId="275"/>
            <ac:spMk id="19" creationId="{D4B03098-3265-9089-F8D9-85D720EEF12E}"/>
          </ac:spMkLst>
        </pc:spChg>
        <pc:spChg chg="mod">
          <ac:chgData name="Athish Ganesh" userId="1a92f2f5-aa1e-43b9-acd2-bf31b0cffe5b" providerId="ADAL" clId="{FFF1336E-6D07-4548-A11D-294FC88F1698}" dt="2026-04-28T08:25:47.165" v="249"/>
          <ac:spMkLst>
            <pc:docMk/>
            <pc:sldMk cId="3340393359" sldId="275"/>
            <ac:spMk id="21" creationId="{82A7FDE4-D1EC-50CF-B09D-092079335D14}"/>
          </ac:spMkLst>
        </pc:spChg>
        <pc:spChg chg="mod">
          <ac:chgData name="Athish Ganesh" userId="1a92f2f5-aa1e-43b9-acd2-bf31b0cffe5b" providerId="ADAL" clId="{FFF1336E-6D07-4548-A11D-294FC88F1698}" dt="2026-04-28T08:25:54.323" v="250"/>
          <ac:spMkLst>
            <pc:docMk/>
            <pc:sldMk cId="3340393359" sldId="275"/>
            <ac:spMk id="22" creationId="{A65DBD3B-BC65-DFB6-8D3F-BCFA657856F0}"/>
          </ac:spMkLst>
        </pc:spChg>
        <pc:spChg chg="mod">
          <ac:chgData name="Athish Ganesh" userId="1a92f2f5-aa1e-43b9-acd2-bf31b0cffe5b" providerId="ADAL" clId="{FFF1336E-6D07-4548-A11D-294FC88F1698}" dt="2026-04-28T08:26:01.798" v="251"/>
          <ac:spMkLst>
            <pc:docMk/>
            <pc:sldMk cId="3340393359" sldId="275"/>
            <ac:spMk id="23" creationId="{BDBEF9F7-16C6-F4CC-2A97-1FDEC4DA5897}"/>
          </ac:spMkLst>
        </pc:spChg>
        <pc:spChg chg="mod">
          <ac:chgData name="Athish Ganesh" userId="1a92f2f5-aa1e-43b9-acd2-bf31b0cffe5b" providerId="ADAL" clId="{FFF1336E-6D07-4548-A11D-294FC88F1698}" dt="2026-04-28T08:34:04.308" v="328" actId="2711"/>
          <ac:spMkLst>
            <pc:docMk/>
            <pc:sldMk cId="3340393359" sldId="275"/>
            <ac:spMk id="26" creationId="{FDE55F34-82E2-1240-5F6F-161B0DF7AA5D}"/>
          </ac:spMkLst>
        </pc:spChg>
        <pc:spChg chg="mod">
          <ac:chgData name="Athish Ganesh" userId="1a92f2f5-aa1e-43b9-acd2-bf31b0cffe5b" providerId="ADAL" clId="{FFF1336E-6D07-4548-A11D-294FC88F1698}" dt="2026-04-28T08:26:17.626" v="252"/>
          <ac:spMkLst>
            <pc:docMk/>
            <pc:sldMk cId="3340393359" sldId="275"/>
            <ac:spMk id="27" creationId="{9ECA5642-9BC5-57ED-1DF4-369C54FA67AB}"/>
          </ac:spMkLst>
        </pc:spChg>
        <pc:spChg chg="mod">
          <ac:chgData name="Athish Ganesh" userId="1a92f2f5-aa1e-43b9-acd2-bf31b0cffe5b" providerId="ADAL" clId="{FFF1336E-6D07-4548-A11D-294FC88F1698}" dt="2026-04-28T08:34:04.308" v="328" actId="2711"/>
          <ac:spMkLst>
            <pc:docMk/>
            <pc:sldMk cId="3340393359" sldId="275"/>
            <ac:spMk id="28" creationId="{6B064525-593C-05D5-4599-4A8129AC3DF5}"/>
          </ac:spMkLst>
        </pc:spChg>
        <pc:spChg chg="mod">
          <ac:chgData name="Athish Ganesh" userId="1a92f2f5-aa1e-43b9-acd2-bf31b0cffe5b" providerId="ADAL" clId="{FFF1336E-6D07-4548-A11D-294FC88F1698}" dt="2026-04-28T08:26:24.904" v="253"/>
          <ac:spMkLst>
            <pc:docMk/>
            <pc:sldMk cId="3340393359" sldId="275"/>
            <ac:spMk id="29" creationId="{58B552C4-B4B5-AD0B-C83C-43C61D44B728}"/>
          </ac:spMkLst>
        </pc:spChg>
        <pc:spChg chg="mod">
          <ac:chgData name="Athish Ganesh" userId="1a92f2f5-aa1e-43b9-acd2-bf31b0cffe5b" providerId="ADAL" clId="{FFF1336E-6D07-4548-A11D-294FC88F1698}" dt="2026-04-28T08:26:34.223" v="254"/>
          <ac:spMkLst>
            <pc:docMk/>
            <pc:sldMk cId="3340393359" sldId="275"/>
            <ac:spMk id="32" creationId="{9EF2504E-0969-0044-8529-316C52EDA7FA}"/>
          </ac:spMkLst>
        </pc:spChg>
        <pc:spChg chg="mod">
          <ac:chgData name="Athish Ganesh" userId="1a92f2f5-aa1e-43b9-acd2-bf31b0cffe5b" providerId="ADAL" clId="{FFF1336E-6D07-4548-A11D-294FC88F1698}" dt="2026-04-28T08:26:41.793" v="255"/>
          <ac:spMkLst>
            <pc:docMk/>
            <pc:sldMk cId="3340393359" sldId="275"/>
            <ac:spMk id="34" creationId="{A3258E3D-2BF1-38C2-C250-6D1C72833892}"/>
          </ac:spMkLst>
        </pc:spChg>
        <pc:spChg chg="mod">
          <ac:chgData name="Athish Ganesh" userId="1a92f2f5-aa1e-43b9-acd2-bf31b0cffe5b" providerId="ADAL" clId="{FFF1336E-6D07-4548-A11D-294FC88F1698}" dt="2026-04-28T08:34:04.308" v="328" actId="2711"/>
          <ac:spMkLst>
            <pc:docMk/>
            <pc:sldMk cId="3340393359" sldId="275"/>
            <ac:spMk id="36" creationId="{A4207EE3-27A1-EA31-D791-40FC6410F0D4}"/>
          </ac:spMkLst>
        </pc:spChg>
        <pc:spChg chg="mod">
          <ac:chgData name="Athish Ganesh" userId="1a92f2f5-aa1e-43b9-acd2-bf31b0cffe5b" providerId="ADAL" clId="{FFF1336E-6D07-4548-A11D-294FC88F1698}" dt="2026-04-28T08:26:49.910" v="256"/>
          <ac:spMkLst>
            <pc:docMk/>
            <pc:sldMk cId="3340393359" sldId="275"/>
            <ac:spMk id="37" creationId="{DB911A8D-68FF-2DCE-1DF1-99A07A95F014}"/>
          </ac:spMkLst>
        </pc:spChg>
        <pc:spChg chg="mod">
          <ac:chgData name="Athish Ganesh" userId="1a92f2f5-aa1e-43b9-acd2-bf31b0cffe5b" providerId="ADAL" clId="{FFF1336E-6D07-4548-A11D-294FC88F1698}" dt="2026-04-28T08:26:56.863" v="257"/>
          <ac:spMkLst>
            <pc:docMk/>
            <pc:sldMk cId="3340393359" sldId="275"/>
            <ac:spMk id="39" creationId="{011D9CF3-F7C3-098A-F1E7-FFDBFF7589ED}"/>
          </ac:spMkLst>
        </pc:spChg>
        <pc:spChg chg="mod">
          <ac:chgData name="Athish Ganesh" userId="1a92f2f5-aa1e-43b9-acd2-bf31b0cffe5b" providerId="ADAL" clId="{FFF1336E-6D07-4548-A11D-294FC88F1698}" dt="2026-04-28T08:28:41.128" v="288"/>
          <ac:spMkLst>
            <pc:docMk/>
            <pc:sldMk cId="3340393359" sldId="275"/>
            <ac:spMk id="40" creationId="{556C3F79-E7A4-C2A2-762B-6642241B5FA2}"/>
          </ac:spMkLst>
        </pc:spChg>
        <pc:spChg chg="mod">
          <ac:chgData name="Athish Ganesh" userId="1a92f2f5-aa1e-43b9-acd2-bf31b0cffe5b" providerId="ADAL" clId="{FFF1336E-6D07-4548-A11D-294FC88F1698}" dt="2026-04-28T08:29:15.772" v="303" actId="1035"/>
          <ac:spMkLst>
            <pc:docMk/>
            <pc:sldMk cId="3340393359" sldId="275"/>
            <ac:spMk id="42" creationId="{C9000766-6A1C-4765-6826-CDA881384027}"/>
          </ac:spMkLst>
        </pc:spChg>
        <pc:spChg chg="mod">
          <ac:chgData name="Athish Ganesh" userId="1a92f2f5-aa1e-43b9-acd2-bf31b0cffe5b" providerId="ADAL" clId="{FFF1336E-6D07-4548-A11D-294FC88F1698}" dt="2026-04-28T08:48:55.122" v="365" actId="1076"/>
          <ac:spMkLst>
            <pc:docMk/>
            <pc:sldMk cId="3340393359" sldId="275"/>
            <ac:spMk id="43" creationId="{E0E58E76-FFB8-7A8A-6484-6ED036D79E9E}"/>
          </ac:spMkLst>
        </pc:spChg>
        <pc:spChg chg="mod">
          <ac:chgData name="Athish Ganesh" userId="1a92f2f5-aa1e-43b9-acd2-bf31b0cffe5b" providerId="ADAL" clId="{FFF1336E-6D07-4548-A11D-294FC88F1698}" dt="2026-04-28T08:29:15.772" v="303" actId="1035"/>
          <ac:spMkLst>
            <pc:docMk/>
            <pc:sldMk cId="3340393359" sldId="275"/>
            <ac:spMk id="45" creationId="{76B8E583-50E4-538B-5B85-11E985427C2B}"/>
          </ac:spMkLst>
        </pc:spChg>
        <pc:spChg chg="mod">
          <ac:chgData name="Athish Ganesh" userId="1a92f2f5-aa1e-43b9-acd2-bf31b0cffe5b" providerId="ADAL" clId="{FFF1336E-6D07-4548-A11D-294FC88F1698}" dt="2026-04-28T08:48:49.865" v="364" actId="14100"/>
          <ac:spMkLst>
            <pc:docMk/>
            <pc:sldMk cId="3340393359" sldId="275"/>
            <ac:spMk id="46" creationId="{0C438399-E80C-4943-E7C4-FE475FD17C66}"/>
          </ac:spMkLst>
        </pc:spChg>
        <pc:spChg chg="mod">
          <ac:chgData name="Athish Ganesh" userId="1a92f2f5-aa1e-43b9-acd2-bf31b0cffe5b" providerId="ADAL" clId="{FFF1336E-6D07-4548-A11D-294FC88F1698}" dt="2026-04-28T08:57:55.740" v="450" actId="207"/>
          <ac:spMkLst>
            <pc:docMk/>
            <pc:sldMk cId="3340393359" sldId="275"/>
            <ac:spMk id="47" creationId="{3264D6D2-C757-0EB6-DA84-780E1DDED3C6}"/>
          </ac:spMkLst>
        </pc:spChg>
        <pc:spChg chg="mod">
          <ac:chgData name="Athish Ganesh" userId="1a92f2f5-aa1e-43b9-acd2-bf31b0cffe5b" providerId="ADAL" clId="{FFF1336E-6D07-4548-A11D-294FC88F1698}" dt="2026-04-28T08:57:48.997" v="449" actId="208"/>
          <ac:spMkLst>
            <pc:docMk/>
            <pc:sldMk cId="3340393359" sldId="275"/>
            <ac:spMk id="48" creationId="{EDAD7BD2-EE1F-5816-6FA6-D0B130889066}"/>
          </ac:spMkLst>
        </pc:spChg>
        <pc:spChg chg="mod">
          <ac:chgData name="Athish Ganesh" userId="1a92f2f5-aa1e-43b9-acd2-bf31b0cffe5b" providerId="ADAL" clId="{FFF1336E-6D07-4548-A11D-294FC88F1698}" dt="2026-04-28T08:29:44.731" v="305"/>
          <ac:spMkLst>
            <pc:docMk/>
            <pc:sldMk cId="3340393359" sldId="275"/>
            <ac:spMk id="50" creationId="{EBA6EAE4-F5C2-03DC-ADB2-4F950271BA6C}"/>
          </ac:spMkLst>
        </pc:spChg>
        <pc:spChg chg="mod">
          <ac:chgData name="Athish Ganesh" userId="1a92f2f5-aa1e-43b9-acd2-bf31b0cffe5b" providerId="ADAL" clId="{FFF1336E-6D07-4548-A11D-294FC88F1698}" dt="2026-04-28T08:29:51.261" v="306" actId="14100"/>
          <ac:spMkLst>
            <pc:docMk/>
            <pc:sldMk cId="3340393359" sldId="275"/>
            <ac:spMk id="53" creationId="{2772D0F0-087B-4275-2540-7CD709D517D8}"/>
          </ac:spMkLst>
        </pc:spChg>
        <pc:grpChg chg="mod">
          <ac:chgData name="Athish Ganesh" userId="1a92f2f5-aa1e-43b9-acd2-bf31b0cffe5b" providerId="ADAL" clId="{FFF1336E-6D07-4548-A11D-294FC88F1698}" dt="2026-04-28T08:27:56.005" v="273" actId="1076"/>
          <ac:grpSpMkLst>
            <pc:docMk/>
            <pc:sldMk cId="3340393359" sldId="275"/>
            <ac:grpSpMk id="3" creationId="{16565566-5A4E-79FE-48CD-2F5BD3CA223B}"/>
          </ac:grpSpMkLst>
        </pc:grpChg>
        <pc:picChg chg="add mod">
          <ac:chgData name="Athish Ganesh" userId="1a92f2f5-aa1e-43b9-acd2-bf31b0cffe5b" providerId="ADAL" clId="{FFF1336E-6D07-4548-A11D-294FC88F1698}" dt="2026-04-28T08:27:38.037" v="267" actId="1076"/>
          <ac:picMkLst>
            <pc:docMk/>
            <pc:sldMk cId="3340393359" sldId="275"/>
            <ac:picMk id="41" creationId="{2A351497-A44A-56C1-1D90-A0DE2B85BA59}"/>
          </ac:picMkLst>
        </pc:picChg>
        <pc:picChg chg="add mod">
          <ac:chgData name="Athish Ganesh" userId="1a92f2f5-aa1e-43b9-acd2-bf31b0cffe5b" providerId="ADAL" clId="{FFF1336E-6D07-4548-A11D-294FC88F1698}" dt="2026-04-28T08:27:29.141" v="264" actId="1076"/>
          <ac:picMkLst>
            <pc:docMk/>
            <pc:sldMk cId="3340393359" sldId="275"/>
            <ac:picMk id="44" creationId="{130610E0-0A2E-498F-3E79-CB389BF99177}"/>
          </ac:picMkLst>
        </pc:picChg>
        <pc:picChg chg="add mod">
          <ac:chgData name="Athish Ganesh" userId="1a92f2f5-aa1e-43b9-acd2-bf31b0cffe5b" providerId="ADAL" clId="{FFF1336E-6D07-4548-A11D-294FC88F1698}" dt="2026-04-28T08:28:00.235" v="274" actId="1076"/>
          <ac:picMkLst>
            <pc:docMk/>
            <pc:sldMk cId="3340393359" sldId="275"/>
            <ac:picMk id="49" creationId="{3131B273-99EF-2D57-7F02-084E1BCF0664}"/>
          </ac:picMkLst>
        </pc:picChg>
        <pc:picChg chg="del">
          <ac:chgData name="Athish Ganesh" userId="1a92f2f5-aa1e-43b9-acd2-bf31b0cffe5b" providerId="ADAL" clId="{FFF1336E-6D07-4548-A11D-294FC88F1698}" dt="2026-04-28T08:27:08.964" v="258" actId="478"/>
          <ac:picMkLst>
            <pc:docMk/>
            <pc:sldMk cId="3340393359" sldId="275"/>
            <ac:picMk id="56" creationId="{6EEA815B-1B87-C74D-3B35-0C8B7E26F073}"/>
          </ac:picMkLst>
        </pc:picChg>
        <pc:picChg chg="del">
          <ac:chgData name="Athish Ganesh" userId="1a92f2f5-aa1e-43b9-acd2-bf31b0cffe5b" providerId="ADAL" clId="{FFF1336E-6D07-4548-A11D-294FC88F1698}" dt="2026-04-28T08:27:20.922" v="261" actId="478"/>
          <ac:picMkLst>
            <pc:docMk/>
            <pc:sldMk cId="3340393359" sldId="275"/>
            <ac:picMk id="58" creationId="{590E75A7-2CDF-A2ED-E25C-7E1A5D974F52}"/>
          </ac:picMkLst>
        </pc:picChg>
        <pc:picChg chg="del">
          <ac:chgData name="Athish Ganesh" userId="1a92f2f5-aa1e-43b9-acd2-bf31b0cffe5b" providerId="ADAL" clId="{FFF1336E-6D07-4548-A11D-294FC88F1698}" dt="2026-04-28T08:27:48.854" v="268" actId="478"/>
          <ac:picMkLst>
            <pc:docMk/>
            <pc:sldMk cId="3340393359" sldId="275"/>
            <ac:picMk id="60" creationId="{8FF362EC-F3EB-F168-E5F0-405812C0FCB0}"/>
          </ac:picMkLst>
        </pc:picChg>
      </pc:sldChg>
      <pc:sldChg chg="addSp delSp modSp add mod modTransition modShow">
        <pc:chgData name="Athish Ganesh" userId="1a92f2f5-aa1e-43b9-acd2-bf31b0cffe5b" providerId="ADAL" clId="{FFF1336E-6D07-4548-A11D-294FC88F1698}" dt="2026-04-28T09:32:41.150" v="453"/>
        <pc:sldMkLst>
          <pc:docMk/>
          <pc:sldMk cId="973352498" sldId="276"/>
        </pc:sldMkLst>
        <pc:spChg chg="del">
          <ac:chgData name="Athish Ganesh" userId="1a92f2f5-aa1e-43b9-acd2-bf31b0cffe5b" providerId="ADAL" clId="{FFF1336E-6D07-4548-A11D-294FC88F1698}" dt="2026-04-28T08:45:12.163" v="333" actId="478"/>
          <ac:spMkLst>
            <pc:docMk/>
            <pc:sldMk cId="973352498" sldId="276"/>
            <ac:spMk id="2" creationId="{6C3D790B-E073-1B9D-36C2-AE0FC05E0AFB}"/>
          </ac:spMkLst>
        </pc:spChg>
        <pc:spChg chg="mod">
          <ac:chgData name="Athish Ganesh" userId="1a92f2f5-aa1e-43b9-acd2-bf31b0cffe5b" providerId="ADAL" clId="{FFF1336E-6D07-4548-A11D-294FC88F1698}" dt="2026-04-28T08:55:40.554" v="441" actId="2711"/>
          <ac:spMkLst>
            <pc:docMk/>
            <pc:sldMk cId="973352498" sldId="276"/>
            <ac:spMk id="3" creationId="{F8BE5DEB-9D10-168B-1AB1-AD7810440339}"/>
          </ac:spMkLst>
        </pc:spChg>
        <pc:spChg chg="mod">
          <ac:chgData name="Athish Ganesh" userId="1a92f2f5-aa1e-43b9-acd2-bf31b0cffe5b" providerId="ADAL" clId="{FFF1336E-6D07-4548-A11D-294FC88F1698}" dt="2026-04-28T08:55:40.554" v="441" actId="2711"/>
          <ac:spMkLst>
            <pc:docMk/>
            <pc:sldMk cId="973352498" sldId="276"/>
            <ac:spMk id="9" creationId="{4F17191F-E459-4630-1C24-17E6271C556D}"/>
          </ac:spMkLst>
        </pc:spChg>
        <pc:spChg chg="mod">
          <ac:chgData name="Athish Ganesh" userId="1a92f2f5-aa1e-43b9-acd2-bf31b0cffe5b" providerId="ADAL" clId="{FFF1336E-6D07-4548-A11D-294FC88F1698}" dt="2026-04-28T08:55:40.554" v="441" actId="2711"/>
          <ac:spMkLst>
            <pc:docMk/>
            <pc:sldMk cId="973352498" sldId="276"/>
            <ac:spMk id="20" creationId="{ADE4B661-6C01-ED46-071B-89AEF711869C}"/>
          </ac:spMkLst>
        </pc:spChg>
        <pc:spChg chg="mod">
          <ac:chgData name="Athish Ganesh" userId="1a92f2f5-aa1e-43b9-acd2-bf31b0cffe5b" providerId="ADAL" clId="{FFF1336E-6D07-4548-A11D-294FC88F1698}" dt="2026-04-28T08:55:40.554" v="441" actId="2711"/>
          <ac:spMkLst>
            <pc:docMk/>
            <pc:sldMk cId="973352498" sldId="276"/>
            <ac:spMk id="24" creationId="{AF7FFFB4-7B2B-59AA-36C3-1EA7B241EE24}"/>
          </ac:spMkLst>
        </pc:spChg>
        <pc:spChg chg="mod">
          <ac:chgData name="Athish Ganesh" userId="1a92f2f5-aa1e-43b9-acd2-bf31b0cffe5b" providerId="ADAL" clId="{FFF1336E-6D07-4548-A11D-294FC88F1698}" dt="2026-04-28T08:55:40.554" v="441" actId="2711"/>
          <ac:spMkLst>
            <pc:docMk/>
            <pc:sldMk cId="973352498" sldId="276"/>
            <ac:spMk id="27" creationId="{6A28BF4B-0D13-3347-AF1A-52E8B25CE29E}"/>
          </ac:spMkLst>
        </pc:spChg>
        <pc:spChg chg="mod">
          <ac:chgData name="Athish Ganesh" userId="1a92f2f5-aa1e-43b9-acd2-bf31b0cffe5b" providerId="ADAL" clId="{FFF1336E-6D07-4548-A11D-294FC88F1698}" dt="2026-04-28T08:55:40.554" v="441" actId="2711"/>
          <ac:spMkLst>
            <pc:docMk/>
            <pc:sldMk cId="973352498" sldId="276"/>
            <ac:spMk id="28" creationId="{75AC424B-844E-2346-5DFE-6458F53689A3}"/>
          </ac:spMkLst>
        </pc:spChg>
        <pc:spChg chg="mod">
          <ac:chgData name="Athish Ganesh" userId="1a92f2f5-aa1e-43b9-acd2-bf31b0cffe5b" providerId="ADAL" clId="{FFF1336E-6D07-4548-A11D-294FC88F1698}" dt="2026-04-28T08:55:40.554" v="441" actId="2711"/>
          <ac:spMkLst>
            <pc:docMk/>
            <pc:sldMk cId="973352498" sldId="276"/>
            <ac:spMk id="37" creationId="{188F1637-784D-FF9C-2A9A-BF83A613CC1B}"/>
          </ac:spMkLst>
        </pc:spChg>
        <pc:spChg chg="mod">
          <ac:chgData name="Athish Ganesh" userId="1a92f2f5-aa1e-43b9-acd2-bf31b0cffe5b" providerId="ADAL" clId="{FFF1336E-6D07-4548-A11D-294FC88F1698}" dt="2026-04-28T08:55:40.554" v="441" actId="2711"/>
          <ac:spMkLst>
            <pc:docMk/>
            <pc:sldMk cId="973352498" sldId="276"/>
            <ac:spMk id="39" creationId="{CAF1DA2C-FBA1-319E-2E58-6DECF6C0946E}"/>
          </ac:spMkLst>
        </pc:spChg>
        <pc:spChg chg="mod">
          <ac:chgData name="Athish Ganesh" userId="1a92f2f5-aa1e-43b9-acd2-bf31b0cffe5b" providerId="ADAL" clId="{FFF1336E-6D07-4548-A11D-294FC88F1698}" dt="2026-04-28T08:55:40.554" v="441" actId="2711"/>
          <ac:spMkLst>
            <pc:docMk/>
            <pc:sldMk cId="973352498" sldId="276"/>
            <ac:spMk id="52" creationId="{E644FE15-3CA0-7276-9CBB-E94665E69276}"/>
          </ac:spMkLst>
        </pc:spChg>
        <pc:spChg chg="del">
          <ac:chgData name="Athish Ganesh" userId="1a92f2f5-aa1e-43b9-acd2-bf31b0cffe5b" providerId="ADAL" clId="{FFF1336E-6D07-4548-A11D-294FC88F1698}" dt="2026-04-28T08:46:56.953" v="338" actId="478"/>
          <ac:spMkLst>
            <pc:docMk/>
            <pc:sldMk cId="973352498" sldId="276"/>
            <ac:spMk id="55" creationId="{9A27CF7B-5323-19FC-01BB-9FC24F32C6EF}"/>
          </ac:spMkLst>
        </pc:spChg>
        <pc:spChg chg="del">
          <ac:chgData name="Athish Ganesh" userId="1a92f2f5-aa1e-43b9-acd2-bf31b0cffe5b" providerId="ADAL" clId="{FFF1336E-6D07-4548-A11D-294FC88F1698}" dt="2026-04-28T08:45:12.163" v="333" actId="478"/>
          <ac:spMkLst>
            <pc:docMk/>
            <pc:sldMk cId="973352498" sldId="276"/>
            <ac:spMk id="56" creationId="{67BDB4B1-5632-2016-CE53-55BF661CDAFC}"/>
          </ac:spMkLst>
        </pc:spChg>
        <pc:spChg chg="add mod">
          <ac:chgData name="Athish Ganesh" userId="1a92f2f5-aa1e-43b9-acd2-bf31b0cffe5b" providerId="ADAL" clId="{FFF1336E-6D07-4548-A11D-294FC88F1698}" dt="2026-04-28T08:46:35.706" v="337" actId="14100"/>
          <ac:spMkLst>
            <pc:docMk/>
            <pc:sldMk cId="973352498" sldId="276"/>
            <ac:spMk id="57" creationId="{30A6E6CE-358D-42EE-F850-9E62F746BA80}"/>
          </ac:spMkLst>
        </pc:spChg>
        <pc:spChg chg="del">
          <ac:chgData name="Athish Ganesh" userId="1a92f2f5-aa1e-43b9-acd2-bf31b0cffe5b" providerId="ADAL" clId="{FFF1336E-6D07-4548-A11D-294FC88F1698}" dt="2026-04-28T08:45:12.163" v="333" actId="478"/>
          <ac:spMkLst>
            <pc:docMk/>
            <pc:sldMk cId="973352498" sldId="276"/>
            <ac:spMk id="58" creationId="{4C4C260C-72B1-0B41-6698-6B7693214EE1}"/>
          </ac:spMkLst>
        </pc:spChg>
        <pc:spChg chg="del">
          <ac:chgData name="Athish Ganesh" userId="1a92f2f5-aa1e-43b9-acd2-bf31b0cffe5b" providerId="ADAL" clId="{FFF1336E-6D07-4548-A11D-294FC88F1698}" dt="2026-04-28T08:45:12.163" v="333" actId="478"/>
          <ac:spMkLst>
            <pc:docMk/>
            <pc:sldMk cId="973352498" sldId="276"/>
            <ac:spMk id="59" creationId="{B8440636-6D17-C0DE-7897-C6CCC6C6E6E3}"/>
          </ac:spMkLst>
        </pc:spChg>
        <pc:spChg chg="add mod">
          <ac:chgData name="Athish Ganesh" userId="1a92f2f5-aa1e-43b9-acd2-bf31b0cffe5b" providerId="ADAL" clId="{FFF1336E-6D07-4548-A11D-294FC88F1698}" dt="2026-04-28T08:46:35.706" v="337" actId="14100"/>
          <ac:spMkLst>
            <pc:docMk/>
            <pc:sldMk cId="973352498" sldId="276"/>
            <ac:spMk id="60" creationId="{7729895B-CA59-E3BD-A23B-825ABFF8848F}"/>
          </ac:spMkLst>
        </pc:spChg>
        <pc:spChg chg="add mod">
          <ac:chgData name="Athish Ganesh" userId="1a92f2f5-aa1e-43b9-acd2-bf31b0cffe5b" providerId="ADAL" clId="{FFF1336E-6D07-4548-A11D-294FC88F1698}" dt="2026-04-28T08:46:35.706" v="337" actId="14100"/>
          <ac:spMkLst>
            <pc:docMk/>
            <pc:sldMk cId="973352498" sldId="276"/>
            <ac:spMk id="61" creationId="{F74F8F44-264E-8D3C-4955-0FDAD3BC3375}"/>
          </ac:spMkLst>
        </pc:spChg>
        <pc:spChg chg="add mod">
          <ac:chgData name="Athish Ganesh" userId="1a92f2f5-aa1e-43b9-acd2-bf31b0cffe5b" providerId="ADAL" clId="{FFF1336E-6D07-4548-A11D-294FC88F1698}" dt="2026-04-28T08:46:35.706" v="337" actId="14100"/>
          <ac:spMkLst>
            <pc:docMk/>
            <pc:sldMk cId="973352498" sldId="276"/>
            <ac:spMk id="62" creationId="{AA6B2479-DE13-9B3E-5B35-439343A685BA}"/>
          </ac:spMkLst>
        </pc:spChg>
        <pc:spChg chg="add mod">
          <ac:chgData name="Athish Ganesh" userId="1a92f2f5-aa1e-43b9-acd2-bf31b0cffe5b" providerId="ADAL" clId="{FFF1336E-6D07-4548-A11D-294FC88F1698}" dt="2026-04-28T08:47:56.657" v="360" actId="1038"/>
          <ac:spMkLst>
            <pc:docMk/>
            <pc:sldMk cId="973352498" sldId="276"/>
            <ac:spMk id="63" creationId="{311E6017-4F51-5338-A7BE-6AD97DB12CFC}"/>
          </ac:spMkLst>
        </pc:spChg>
        <pc:spChg chg="add mod">
          <ac:chgData name="Athish Ganesh" userId="1a92f2f5-aa1e-43b9-acd2-bf31b0cffe5b" providerId="ADAL" clId="{FFF1336E-6D07-4548-A11D-294FC88F1698}" dt="2026-04-28T08:47:29.235" v="346" actId="1076"/>
          <ac:spMkLst>
            <pc:docMk/>
            <pc:sldMk cId="973352498" sldId="276"/>
            <ac:spMk id="64" creationId="{365B47A6-8A45-29F4-91AF-C75B6D228045}"/>
          </ac:spMkLst>
        </pc:spChg>
        <pc:spChg chg="del">
          <ac:chgData name="Athish Ganesh" userId="1a92f2f5-aa1e-43b9-acd2-bf31b0cffe5b" providerId="ADAL" clId="{FFF1336E-6D07-4548-A11D-294FC88F1698}" dt="2026-04-28T08:45:12.163" v="333" actId="478"/>
          <ac:spMkLst>
            <pc:docMk/>
            <pc:sldMk cId="973352498" sldId="276"/>
            <ac:spMk id="65" creationId="{879C243E-5514-09B3-1B58-3850D1F8AC82}"/>
          </ac:spMkLst>
        </pc:spChg>
        <pc:spChg chg="del">
          <ac:chgData name="Athish Ganesh" userId="1a92f2f5-aa1e-43b9-acd2-bf31b0cffe5b" providerId="ADAL" clId="{FFF1336E-6D07-4548-A11D-294FC88F1698}" dt="2026-04-28T08:45:12.163" v="333" actId="478"/>
          <ac:spMkLst>
            <pc:docMk/>
            <pc:sldMk cId="973352498" sldId="276"/>
            <ac:spMk id="67" creationId="{43233BE3-9EA0-623C-D548-6DE6E12FB76A}"/>
          </ac:spMkLst>
        </pc:spChg>
        <pc:spChg chg="del">
          <ac:chgData name="Athish Ganesh" userId="1a92f2f5-aa1e-43b9-acd2-bf31b0cffe5b" providerId="ADAL" clId="{FFF1336E-6D07-4548-A11D-294FC88F1698}" dt="2026-04-28T08:45:12.163" v="333" actId="478"/>
          <ac:spMkLst>
            <pc:docMk/>
            <pc:sldMk cId="973352498" sldId="276"/>
            <ac:spMk id="68" creationId="{1C53EB8B-8184-0EB8-0A74-2B2424FDD95D}"/>
          </ac:spMkLst>
        </pc:spChg>
        <pc:spChg chg="del">
          <ac:chgData name="Athish Ganesh" userId="1a92f2f5-aa1e-43b9-acd2-bf31b0cffe5b" providerId="ADAL" clId="{FFF1336E-6D07-4548-A11D-294FC88F1698}" dt="2026-04-28T08:45:12.163" v="333" actId="478"/>
          <ac:spMkLst>
            <pc:docMk/>
            <pc:sldMk cId="973352498" sldId="276"/>
            <ac:spMk id="69" creationId="{72991C4A-4C82-FE32-7816-7E06F1EDB77A}"/>
          </ac:spMkLst>
        </pc:spChg>
        <pc:spChg chg="del">
          <ac:chgData name="Athish Ganesh" userId="1a92f2f5-aa1e-43b9-acd2-bf31b0cffe5b" providerId="ADAL" clId="{FFF1336E-6D07-4548-A11D-294FC88F1698}" dt="2026-04-28T08:45:12.163" v="333" actId="478"/>
          <ac:spMkLst>
            <pc:docMk/>
            <pc:sldMk cId="973352498" sldId="276"/>
            <ac:spMk id="70" creationId="{7BF00134-BC12-660E-30DF-A37607F17030}"/>
          </ac:spMkLst>
        </pc:spChg>
        <pc:spChg chg="add mod">
          <ac:chgData name="Athish Ganesh" userId="1a92f2f5-aa1e-43b9-acd2-bf31b0cffe5b" providerId="ADAL" clId="{FFF1336E-6D07-4548-A11D-294FC88F1698}" dt="2026-04-28T08:47:15.008" v="342" actId="1076"/>
          <ac:spMkLst>
            <pc:docMk/>
            <pc:sldMk cId="973352498" sldId="276"/>
            <ac:spMk id="72" creationId="{16FA1417-38A3-B1F6-AFF3-0C2058EE78DD}"/>
          </ac:spMkLst>
        </pc:spChg>
        <pc:spChg chg="add mod">
          <ac:chgData name="Athish Ganesh" userId="1a92f2f5-aa1e-43b9-acd2-bf31b0cffe5b" providerId="ADAL" clId="{FFF1336E-6D07-4548-A11D-294FC88F1698}" dt="2026-04-28T08:47:10.145" v="341" actId="1076"/>
          <ac:spMkLst>
            <pc:docMk/>
            <pc:sldMk cId="973352498" sldId="276"/>
            <ac:spMk id="73" creationId="{AB270B0B-F1D1-E9FF-4B49-8999EA896682}"/>
          </ac:spMkLst>
        </pc:spChg>
        <pc:spChg chg="add del mod">
          <ac:chgData name="Athish Ganesh" userId="1a92f2f5-aa1e-43b9-acd2-bf31b0cffe5b" providerId="ADAL" clId="{FFF1336E-6D07-4548-A11D-294FC88F1698}" dt="2026-04-28T08:52:17.337" v="419" actId="478"/>
          <ac:spMkLst>
            <pc:docMk/>
            <pc:sldMk cId="973352498" sldId="276"/>
            <ac:spMk id="74" creationId="{F1F01935-75E9-B3AD-5D75-F26806D41DEC}"/>
          </ac:spMkLst>
        </pc:spChg>
        <pc:spChg chg="add del mod">
          <ac:chgData name="Athish Ganesh" userId="1a92f2f5-aa1e-43b9-acd2-bf31b0cffe5b" providerId="ADAL" clId="{FFF1336E-6D07-4548-A11D-294FC88F1698}" dt="2026-04-28T08:52:20.060" v="420" actId="478"/>
          <ac:spMkLst>
            <pc:docMk/>
            <pc:sldMk cId="973352498" sldId="276"/>
            <ac:spMk id="75" creationId="{17E174E3-471A-8D1E-3D9C-055B3FEBF3F4}"/>
          </ac:spMkLst>
        </pc:spChg>
        <pc:spChg chg="add del mod">
          <ac:chgData name="Athish Ganesh" userId="1a92f2f5-aa1e-43b9-acd2-bf31b0cffe5b" providerId="ADAL" clId="{FFF1336E-6D07-4548-A11D-294FC88F1698}" dt="2026-04-28T08:52:17.337" v="419" actId="478"/>
          <ac:spMkLst>
            <pc:docMk/>
            <pc:sldMk cId="973352498" sldId="276"/>
            <ac:spMk id="76" creationId="{F91E8C57-FB9B-4CDF-8AD8-564320209C80}"/>
          </ac:spMkLst>
        </pc:spChg>
        <pc:spChg chg="add mod">
          <ac:chgData name="Athish Ganesh" userId="1a92f2f5-aa1e-43b9-acd2-bf31b0cffe5b" providerId="ADAL" clId="{FFF1336E-6D07-4548-A11D-294FC88F1698}" dt="2026-04-28T08:52:32.369" v="423" actId="1076"/>
          <ac:spMkLst>
            <pc:docMk/>
            <pc:sldMk cId="973352498" sldId="276"/>
            <ac:spMk id="77" creationId="{F14D5A3A-83F0-0B1B-2D2D-24DD82FFB2FA}"/>
          </ac:spMkLst>
        </pc:spChg>
        <pc:spChg chg="add del mod">
          <ac:chgData name="Athish Ganesh" userId="1a92f2f5-aa1e-43b9-acd2-bf31b0cffe5b" providerId="ADAL" clId="{FFF1336E-6D07-4548-A11D-294FC88F1698}" dt="2026-04-28T08:49:32.846" v="386" actId="478"/>
          <ac:spMkLst>
            <pc:docMk/>
            <pc:sldMk cId="973352498" sldId="276"/>
            <ac:spMk id="78" creationId="{8F17AEE6-C5A3-EC64-E76D-878F2AFFF8C6}"/>
          </ac:spMkLst>
        </pc:spChg>
        <pc:spChg chg="add mod">
          <ac:chgData name="Athish Ganesh" userId="1a92f2f5-aa1e-43b9-acd2-bf31b0cffe5b" providerId="ADAL" clId="{FFF1336E-6D07-4548-A11D-294FC88F1698}" dt="2026-04-28T08:50:53.309" v="401" actId="207"/>
          <ac:spMkLst>
            <pc:docMk/>
            <pc:sldMk cId="973352498" sldId="276"/>
            <ac:spMk id="79" creationId="{25E8C352-42BA-BA42-3404-2F95E3C5722D}"/>
          </ac:spMkLst>
        </pc:spChg>
        <pc:spChg chg="add mod">
          <ac:chgData name="Athish Ganesh" userId="1a92f2f5-aa1e-43b9-acd2-bf31b0cffe5b" providerId="ADAL" clId="{FFF1336E-6D07-4548-A11D-294FC88F1698}" dt="2026-04-28T08:55:40.554" v="441" actId="2711"/>
          <ac:spMkLst>
            <pc:docMk/>
            <pc:sldMk cId="973352498" sldId="276"/>
            <ac:spMk id="80" creationId="{FC8F6496-FDA9-1194-EFAF-355B9FDD0C58}"/>
          </ac:spMkLst>
        </pc:spChg>
        <pc:spChg chg="add mod">
          <ac:chgData name="Athish Ganesh" userId="1a92f2f5-aa1e-43b9-acd2-bf31b0cffe5b" providerId="ADAL" clId="{FFF1336E-6D07-4548-A11D-294FC88F1698}" dt="2026-04-28T08:50:56.956" v="402" actId="207"/>
          <ac:spMkLst>
            <pc:docMk/>
            <pc:sldMk cId="973352498" sldId="276"/>
            <ac:spMk id="81" creationId="{09F78291-F95B-2185-87F1-C487896B0C11}"/>
          </ac:spMkLst>
        </pc:spChg>
        <pc:spChg chg="add mod">
          <ac:chgData name="Athish Ganesh" userId="1a92f2f5-aa1e-43b9-acd2-bf31b0cffe5b" providerId="ADAL" clId="{FFF1336E-6D07-4548-A11D-294FC88F1698}" dt="2026-04-28T08:50:15.412" v="396" actId="552"/>
          <ac:spMkLst>
            <pc:docMk/>
            <pc:sldMk cId="973352498" sldId="276"/>
            <ac:spMk id="82" creationId="{0136D653-9A18-3CBB-560F-FB8E6AA832A5}"/>
          </ac:spMkLst>
        </pc:spChg>
        <pc:spChg chg="add mod ord">
          <ac:chgData name="Athish Ganesh" userId="1a92f2f5-aa1e-43b9-acd2-bf31b0cffe5b" providerId="ADAL" clId="{FFF1336E-6D07-4548-A11D-294FC88F1698}" dt="2026-04-28T08:50:42.550" v="400" actId="208"/>
          <ac:spMkLst>
            <pc:docMk/>
            <pc:sldMk cId="973352498" sldId="276"/>
            <ac:spMk id="83" creationId="{F5813E2A-696B-15DB-5AA7-7285CAE960C1}"/>
          </ac:spMkLst>
        </pc:spChg>
        <pc:spChg chg="add mod">
          <ac:chgData name="Athish Ganesh" userId="1a92f2f5-aa1e-43b9-acd2-bf31b0cffe5b" providerId="ADAL" clId="{FFF1336E-6D07-4548-A11D-294FC88F1698}" dt="2026-04-28T08:51:38.231" v="414" actId="1038"/>
          <ac:spMkLst>
            <pc:docMk/>
            <pc:sldMk cId="973352498" sldId="276"/>
            <ac:spMk id="84" creationId="{75C388A9-9363-15CE-915C-0B40773907C5}"/>
          </ac:spMkLst>
        </pc:spChg>
        <pc:spChg chg="add mod">
          <ac:chgData name="Athish Ganesh" userId="1a92f2f5-aa1e-43b9-acd2-bf31b0cffe5b" providerId="ADAL" clId="{FFF1336E-6D07-4548-A11D-294FC88F1698}" dt="2026-04-28T08:52:40.676" v="425" actId="14100"/>
          <ac:spMkLst>
            <pc:docMk/>
            <pc:sldMk cId="973352498" sldId="276"/>
            <ac:spMk id="85" creationId="{A3A38921-A616-20FA-7479-713DF85C6B07}"/>
          </ac:spMkLst>
        </pc:spChg>
        <pc:spChg chg="add mod">
          <ac:chgData name="Athish Ganesh" userId="1a92f2f5-aa1e-43b9-acd2-bf31b0cffe5b" providerId="ADAL" clId="{FFF1336E-6D07-4548-A11D-294FC88F1698}" dt="2026-04-28T08:52:32.369" v="423" actId="1076"/>
          <ac:spMkLst>
            <pc:docMk/>
            <pc:sldMk cId="973352498" sldId="276"/>
            <ac:spMk id="86" creationId="{8CEAAD78-DD83-5CCE-671D-8B1A41C14260}"/>
          </ac:spMkLst>
        </pc:spChg>
        <pc:spChg chg="add mod ord">
          <ac:chgData name="Athish Ganesh" userId="1a92f2f5-aa1e-43b9-acd2-bf31b0cffe5b" providerId="ADAL" clId="{FFF1336E-6D07-4548-A11D-294FC88F1698}" dt="2026-04-28T08:53:19.364" v="434" actId="403"/>
          <ac:spMkLst>
            <pc:docMk/>
            <pc:sldMk cId="973352498" sldId="276"/>
            <ac:spMk id="88" creationId="{140D3554-F29B-A141-60DC-E4040E0DFCAA}"/>
          </ac:spMkLst>
        </pc:spChg>
      </pc:sldChg>
      <pc:sldChg chg="add del ord">
        <pc:chgData name="Athish Ganesh" userId="1a92f2f5-aa1e-43b9-acd2-bf31b0cffe5b" providerId="ADAL" clId="{FFF1336E-6D07-4548-A11D-294FC88F1698}" dt="2026-04-28T08:52:05.538" v="417" actId="47"/>
        <pc:sldMkLst>
          <pc:docMk/>
          <pc:sldMk cId="2092327994" sldId="277"/>
        </pc:sldMkLst>
      </pc:sldChg>
      <pc:sldChg chg="add del">
        <pc:chgData name="Athish Ganesh" userId="1a92f2f5-aa1e-43b9-acd2-bf31b0cffe5b" providerId="ADAL" clId="{FFF1336E-6D07-4548-A11D-294FC88F1698}" dt="2026-04-28T07:08:07.299" v="62" actId="47"/>
        <pc:sldMkLst>
          <pc:docMk/>
          <pc:sldMk cId="3870977212" sldId="2147483539"/>
        </pc:sldMkLst>
      </pc:sldChg>
      <pc:sldChg chg="mod ord modTransition modShow">
        <pc:chgData name="Athish Ganesh" userId="1a92f2f5-aa1e-43b9-acd2-bf31b0cffe5b" providerId="ADAL" clId="{FFF1336E-6D07-4548-A11D-294FC88F1698}" dt="2026-04-28T09:32:41.150" v="453"/>
        <pc:sldMkLst>
          <pc:docMk/>
          <pc:sldMk cId="177574732" sldId="2147483620"/>
        </pc:sldMkLst>
      </pc:sldChg>
      <pc:sldChg chg="mod ord modTransition modShow">
        <pc:chgData name="Athish Ganesh" userId="1a92f2f5-aa1e-43b9-acd2-bf31b0cffe5b" providerId="ADAL" clId="{FFF1336E-6D07-4548-A11D-294FC88F1698}" dt="2026-04-28T09:32:41.150" v="453"/>
        <pc:sldMkLst>
          <pc:docMk/>
          <pc:sldMk cId="0" sldId="2147483621"/>
        </pc:sldMkLst>
      </pc:sldChg>
      <pc:sldChg chg="add del mod modTransition modShow">
        <pc:chgData name="Athish Ganesh" userId="1a92f2f5-aa1e-43b9-acd2-bf31b0cffe5b" providerId="ADAL" clId="{FFF1336E-6D07-4548-A11D-294FC88F1698}" dt="2026-04-28T09:32:41.150" v="453"/>
        <pc:sldMkLst>
          <pc:docMk/>
          <pc:sldMk cId="2764646705" sldId="2147483622"/>
        </pc:sldMkLst>
      </pc:sldChg>
      <pc:sldChg chg="mod ord modTransition modShow">
        <pc:chgData name="Athish Ganesh" userId="1a92f2f5-aa1e-43b9-acd2-bf31b0cffe5b" providerId="ADAL" clId="{FFF1336E-6D07-4548-A11D-294FC88F1698}" dt="2026-04-28T09:32:41.150" v="453"/>
        <pc:sldMkLst>
          <pc:docMk/>
          <pc:sldMk cId="2424296499" sldId="2147483624"/>
        </pc:sldMkLst>
      </pc:sldChg>
      <pc:sldChg chg="mod ord modTransition modShow">
        <pc:chgData name="Athish Ganesh" userId="1a92f2f5-aa1e-43b9-acd2-bf31b0cffe5b" providerId="ADAL" clId="{FFF1336E-6D07-4548-A11D-294FC88F1698}" dt="2026-04-28T09:32:41.150" v="453"/>
        <pc:sldMkLst>
          <pc:docMk/>
          <pc:sldMk cId="3690284219" sldId="2147483626"/>
        </pc:sldMkLst>
      </pc:sldChg>
      <pc:sldChg chg="addSp delSp modSp add mod modTransition">
        <pc:chgData name="Athish Ganesh" userId="1a92f2f5-aa1e-43b9-acd2-bf31b0cffe5b" providerId="ADAL" clId="{FFF1336E-6D07-4548-A11D-294FC88F1698}" dt="2026-04-28T09:32:41.150" v="453"/>
        <pc:sldMkLst>
          <pc:docMk/>
          <pc:sldMk cId="2822649748" sldId="2147483636"/>
        </pc:sldMkLst>
        <pc:spChg chg="mod">
          <ac:chgData name="Athish Ganesh" userId="1a92f2f5-aa1e-43b9-acd2-bf31b0cffe5b" providerId="ADAL" clId="{FFF1336E-6D07-4548-A11D-294FC88F1698}" dt="2026-04-28T08:33:55.343" v="327" actId="2711"/>
          <ac:spMkLst>
            <pc:docMk/>
            <pc:sldMk cId="2822649748" sldId="2147483636"/>
            <ac:spMk id="4" creationId="{8673C3F1-D4A3-154B-A8BB-D4AAA9718EFC}"/>
          </ac:spMkLst>
        </pc:spChg>
        <pc:spChg chg="mod">
          <ac:chgData name="Athish Ganesh" userId="1a92f2f5-aa1e-43b9-acd2-bf31b0cffe5b" providerId="ADAL" clId="{FFF1336E-6D07-4548-A11D-294FC88F1698}" dt="2026-04-28T08:14:46.295" v="122" actId="1035"/>
          <ac:spMkLst>
            <pc:docMk/>
            <pc:sldMk cId="2822649748" sldId="2147483636"/>
            <ac:spMk id="5" creationId="{9A30A2FB-B39F-E34A-99E6-C377FAA1D63F}"/>
          </ac:spMkLst>
        </pc:spChg>
        <pc:spChg chg="mod">
          <ac:chgData name="Athish Ganesh" userId="1a92f2f5-aa1e-43b9-acd2-bf31b0cffe5b" providerId="ADAL" clId="{FFF1336E-6D07-4548-A11D-294FC88F1698}" dt="2026-04-28T08:14:46.295" v="122" actId="1035"/>
          <ac:spMkLst>
            <pc:docMk/>
            <pc:sldMk cId="2822649748" sldId="2147483636"/>
            <ac:spMk id="6" creationId="{E48CAD22-78CD-794D-877F-B712A2654FFF}"/>
          </ac:spMkLst>
        </pc:spChg>
        <pc:spChg chg="mod">
          <ac:chgData name="Athish Ganesh" userId="1a92f2f5-aa1e-43b9-acd2-bf31b0cffe5b" providerId="ADAL" clId="{FFF1336E-6D07-4548-A11D-294FC88F1698}" dt="2026-04-28T08:14:46.295" v="122" actId="1035"/>
          <ac:spMkLst>
            <pc:docMk/>
            <pc:sldMk cId="2822649748" sldId="2147483636"/>
            <ac:spMk id="8" creationId="{74A2F851-5AB4-7D40-A807-4324867BB3FB}"/>
          </ac:spMkLst>
        </pc:spChg>
        <pc:spChg chg="mod">
          <ac:chgData name="Athish Ganesh" userId="1a92f2f5-aa1e-43b9-acd2-bf31b0cffe5b" providerId="ADAL" clId="{FFF1336E-6D07-4548-A11D-294FC88F1698}" dt="2026-04-28T08:14:46.295" v="122" actId="1035"/>
          <ac:spMkLst>
            <pc:docMk/>
            <pc:sldMk cId="2822649748" sldId="2147483636"/>
            <ac:spMk id="9" creationId="{8CD5CD56-93F8-2543-99BD-6A351DA38BF8}"/>
          </ac:spMkLst>
        </pc:spChg>
        <pc:spChg chg="mod">
          <ac:chgData name="Athish Ganesh" userId="1a92f2f5-aa1e-43b9-acd2-bf31b0cffe5b" providerId="ADAL" clId="{FFF1336E-6D07-4548-A11D-294FC88F1698}" dt="2026-04-28T08:33:55.343" v="327" actId="2711"/>
          <ac:spMkLst>
            <pc:docMk/>
            <pc:sldMk cId="2822649748" sldId="2147483636"/>
            <ac:spMk id="10" creationId="{9851AB2C-8234-E947-8094-B80A53AAAA88}"/>
          </ac:spMkLst>
        </pc:spChg>
        <pc:spChg chg="mod">
          <ac:chgData name="Athish Ganesh" userId="1a92f2f5-aa1e-43b9-acd2-bf31b0cffe5b" providerId="ADAL" clId="{FFF1336E-6D07-4548-A11D-294FC88F1698}" dt="2026-04-28T08:14:46.295" v="122" actId="1035"/>
          <ac:spMkLst>
            <pc:docMk/>
            <pc:sldMk cId="2822649748" sldId="2147483636"/>
            <ac:spMk id="11" creationId="{B63D88AF-6592-3E40-B1CD-5E3DE7ABD136}"/>
          </ac:spMkLst>
        </pc:spChg>
        <pc:spChg chg="mod">
          <ac:chgData name="Athish Ganesh" userId="1a92f2f5-aa1e-43b9-acd2-bf31b0cffe5b" providerId="ADAL" clId="{FFF1336E-6D07-4548-A11D-294FC88F1698}" dt="2026-04-28T08:14:46.295" v="122" actId="1035"/>
          <ac:spMkLst>
            <pc:docMk/>
            <pc:sldMk cId="2822649748" sldId="2147483636"/>
            <ac:spMk id="12" creationId="{438A9A99-322E-7F42-B627-CC1FE32F6C9F}"/>
          </ac:spMkLst>
        </pc:spChg>
        <pc:spChg chg="mod">
          <ac:chgData name="Athish Ganesh" userId="1a92f2f5-aa1e-43b9-acd2-bf31b0cffe5b" providerId="ADAL" clId="{FFF1336E-6D07-4548-A11D-294FC88F1698}" dt="2026-04-28T08:14:46.295" v="122" actId="1035"/>
          <ac:spMkLst>
            <pc:docMk/>
            <pc:sldMk cId="2822649748" sldId="2147483636"/>
            <ac:spMk id="14" creationId="{910E40A9-9F91-CB44-9007-2DF0AC7B16DA}"/>
          </ac:spMkLst>
        </pc:spChg>
        <pc:spChg chg="mod">
          <ac:chgData name="Athish Ganesh" userId="1a92f2f5-aa1e-43b9-acd2-bf31b0cffe5b" providerId="ADAL" clId="{FFF1336E-6D07-4548-A11D-294FC88F1698}" dt="2026-04-28T08:33:55.343" v="327" actId="2711"/>
          <ac:spMkLst>
            <pc:docMk/>
            <pc:sldMk cId="2822649748" sldId="2147483636"/>
            <ac:spMk id="16" creationId="{430AA2B5-90E1-8944-A2D2-20C64E23BA92}"/>
          </ac:spMkLst>
        </pc:spChg>
        <pc:spChg chg="mod">
          <ac:chgData name="Athish Ganesh" userId="1a92f2f5-aa1e-43b9-acd2-bf31b0cffe5b" providerId="ADAL" clId="{FFF1336E-6D07-4548-A11D-294FC88F1698}" dt="2026-04-28T08:33:55.343" v="327" actId="2711"/>
          <ac:spMkLst>
            <pc:docMk/>
            <pc:sldMk cId="2822649748" sldId="2147483636"/>
            <ac:spMk id="17" creationId="{4F5F45C8-46CD-8141-B4B1-A7FE52DA0BAF}"/>
          </ac:spMkLst>
        </pc:spChg>
        <pc:spChg chg="mod">
          <ac:chgData name="Athish Ganesh" userId="1a92f2f5-aa1e-43b9-acd2-bf31b0cffe5b" providerId="ADAL" clId="{FFF1336E-6D07-4548-A11D-294FC88F1698}" dt="2026-04-28T08:14:46.295" v="122" actId="1035"/>
          <ac:spMkLst>
            <pc:docMk/>
            <pc:sldMk cId="2822649748" sldId="2147483636"/>
            <ac:spMk id="22" creationId="{48FA3546-4C9A-5F4B-B06B-B4F380CB3813}"/>
          </ac:spMkLst>
        </pc:spChg>
        <pc:spChg chg="mod">
          <ac:chgData name="Athish Ganesh" userId="1a92f2f5-aa1e-43b9-acd2-bf31b0cffe5b" providerId="ADAL" clId="{FFF1336E-6D07-4548-A11D-294FC88F1698}" dt="2026-04-28T08:14:46.295" v="122" actId="1035"/>
          <ac:spMkLst>
            <pc:docMk/>
            <pc:sldMk cId="2822649748" sldId="2147483636"/>
            <ac:spMk id="23" creationId="{3EA2564C-18A3-C342-ABFE-466991028B31}"/>
          </ac:spMkLst>
        </pc:spChg>
        <pc:spChg chg="mod">
          <ac:chgData name="Athish Ganesh" userId="1a92f2f5-aa1e-43b9-acd2-bf31b0cffe5b" providerId="ADAL" clId="{FFF1336E-6D07-4548-A11D-294FC88F1698}" dt="2026-04-28T08:17:26.898" v="172" actId="1035"/>
          <ac:spMkLst>
            <pc:docMk/>
            <pc:sldMk cId="2822649748" sldId="2147483636"/>
            <ac:spMk id="24" creationId="{54E8C381-5086-F44D-915B-06B23A1BB08B}"/>
          </ac:spMkLst>
        </pc:spChg>
        <pc:spChg chg="mod">
          <ac:chgData name="Athish Ganesh" userId="1a92f2f5-aa1e-43b9-acd2-bf31b0cffe5b" providerId="ADAL" clId="{FFF1336E-6D07-4548-A11D-294FC88F1698}" dt="2026-04-28T08:15:08.805" v="124" actId="164"/>
          <ac:spMkLst>
            <pc:docMk/>
            <pc:sldMk cId="2822649748" sldId="2147483636"/>
            <ac:spMk id="25" creationId="{8421B438-60F5-7542-B721-D38835A9AA44}"/>
          </ac:spMkLst>
        </pc:spChg>
        <pc:spChg chg="mod">
          <ac:chgData name="Athish Ganesh" userId="1a92f2f5-aa1e-43b9-acd2-bf31b0cffe5b" providerId="ADAL" clId="{FFF1336E-6D07-4548-A11D-294FC88F1698}" dt="2026-04-28T08:15:08.805" v="124" actId="164"/>
          <ac:spMkLst>
            <pc:docMk/>
            <pc:sldMk cId="2822649748" sldId="2147483636"/>
            <ac:spMk id="26" creationId="{1F797B79-71AC-D641-8310-8AA79EB19E6F}"/>
          </ac:spMkLst>
        </pc:spChg>
        <pc:spChg chg="mod">
          <ac:chgData name="Athish Ganesh" userId="1a92f2f5-aa1e-43b9-acd2-bf31b0cffe5b" providerId="ADAL" clId="{FFF1336E-6D07-4548-A11D-294FC88F1698}" dt="2026-04-28T08:15:08.805" v="124" actId="164"/>
          <ac:spMkLst>
            <pc:docMk/>
            <pc:sldMk cId="2822649748" sldId="2147483636"/>
            <ac:spMk id="27" creationId="{A678A446-8FDB-F04B-AF09-E217D8DDC29D}"/>
          </ac:spMkLst>
        </pc:spChg>
        <pc:spChg chg="mod">
          <ac:chgData name="Athish Ganesh" userId="1a92f2f5-aa1e-43b9-acd2-bf31b0cffe5b" providerId="ADAL" clId="{FFF1336E-6D07-4548-A11D-294FC88F1698}" dt="2026-04-28T08:15:08.805" v="124" actId="164"/>
          <ac:spMkLst>
            <pc:docMk/>
            <pc:sldMk cId="2822649748" sldId="2147483636"/>
            <ac:spMk id="29" creationId="{63BF6402-60BF-BB45-A036-47933D80782B}"/>
          </ac:spMkLst>
        </pc:spChg>
        <pc:spChg chg="mod">
          <ac:chgData name="Athish Ganesh" userId="1a92f2f5-aa1e-43b9-acd2-bf31b0cffe5b" providerId="ADAL" clId="{FFF1336E-6D07-4548-A11D-294FC88F1698}" dt="2026-04-28T08:33:55.343" v="327" actId="2711"/>
          <ac:spMkLst>
            <pc:docMk/>
            <pc:sldMk cId="2822649748" sldId="2147483636"/>
            <ac:spMk id="30" creationId="{1B83C41F-5A3E-DF4B-A8A8-7C22448904D9}"/>
          </ac:spMkLst>
        </pc:spChg>
        <pc:spChg chg="mod">
          <ac:chgData name="Athish Ganesh" userId="1a92f2f5-aa1e-43b9-acd2-bf31b0cffe5b" providerId="ADAL" clId="{FFF1336E-6D07-4548-A11D-294FC88F1698}" dt="2026-04-28T08:15:08.805" v="124" actId="164"/>
          <ac:spMkLst>
            <pc:docMk/>
            <pc:sldMk cId="2822649748" sldId="2147483636"/>
            <ac:spMk id="31" creationId="{4A554636-1FA1-4E4D-AD61-35FDDDD23742}"/>
          </ac:spMkLst>
        </pc:spChg>
        <pc:spChg chg="mod">
          <ac:chgData name="Athish Ganesh" userId="1a92f2f5-aa1e-43b9-acd2-bf31b0cffe5b" providerId="ADAL" clId="{FFF1336E-6D07-4548-A11D-294FC88F1698}" dt="2026-04-28T08:33:55.343" v="327" actId="2711"/>
          <ac:spMkLst>
            <pc:docMk/>
            <pc:sldMk cId="2822649748" sldId="2147483636"/>
            <ac:spMk id="33" creationId="{FCE08C22-02E3-5F4B-B90B-B24DF0B994D5}"/>
          </ac:spMkLst>
        </pc:spChg>
        <pc:spChg chg="mod">
          <ac:chgData name="Athish Ganesh" userId="1a92f2f5-aa1e-43b9-acd2-bf31b0cffe5b" providerId="ADAL" clId="{FFF1336E-6D07-4548-A11D-294FC88F1698}" dt="2026-04-28T08:15:08.805" v="124" actId="164"/>
          <ac:spMkLst>
            <pc:docMk/>
            <pc:sldMk cId="2822649748" sldId="2147483636"/>
            <ac:spMk id="34" creationId="{6DF8C619-AA42-844B-A1CA-4817A5F566C2}"/>
          </ac:spMkLst>
        </pc:spChg>
        <pc:spChg chg="mod">
          <ac:chgData name="Athish Ganesh" userId="1a92f2f5-aa1e-43b9-acd2-bf31b0cffe5b" providerId="ADAL" clId="{FFF1336E-6D07-4548-A11D-294FC88F1698}" dt="2026-04-28T08:33:55.343" v="327" actId="2711"/>
          <ac:spMkLst>
            <pc:docMk/>
            <pc:sldMk cId="2822649748" sldId="2147483636"/>
            <ac:spMk id="35" creationId="{40EC4B27-AC3C-7542-9115-6C5D417C2F90}"/>
          </ac:spMkLst>
        </pc:spChg>
        <pc:spChg chg="mod">
          <ac:chgData name="Athish Ganesh" userId="1a92f2f5-aa1e-43b9-acd2-bf31b0cffe5b" providerId="ADAL" clId="{FFF1336E-6D07-4548-A11D-294FC88F1698}" dt="2026-04-28T08:33:55.343" v="327" actId="2711"/>
          <ac:spMkLst>
            <pc:docMk/>
            <pc:sldMk cId="2822649748" sldId="2147483636"/>
            <ac:spMk id="36" creationId="{852A12C4-D156-8149-A21C-B141EA223CBD}"/>
          </ac:spMkLst>
        </pc:spChg>
        <pc:spChg chg="mod">
          <ac:chgData name="Athish Ganesh" userId="1a92f2f5-aa1e-43b9-acd2-bf31b0cffe5b" providerId="ADAL" clId="{FFF1336E-6D07-4548-A11D-294FC88F1698}" dt="2026-04-28T08:15:08.805" v="124" actId="164"/>
          <ac:spMkLst>
            <pc:docMk/>
            <pc:sldMk cId="2822649748" sldId="2147483636"/>
            <ac:spMk id="37" creationId="{BBF90C3A-6237-2846-96EA-2AC00D97B680}"/>
          </ac:spMkLst>
        </pc:spChg>
        <pc:spChg chg="mod">
          <ac:chgData name="Athish Ganesh" userId="1a92f2f5-aa1e-43b9-acd2-bf31b0cffe5b" providerId="ADAL" clId="{FFF1336E-6D07-4548-A11D-294FC88F1698}" dt="2026-04-28T08:15:08.805" v="124" actId="164"/>
          <ac:spMkLst>
            <pc:docMk/>
            <pc:sldMk cId="2822649748" sldId="2147483636"/>
            <ac:spMk id="38" creationId="{E6647F9C-C75C-7A40-8914-CD2B5A16AA76}"/>
          </ac:spMkLst>
        </pc:spChg>
        <pc:spChg chg="mod">
          <ac:chgData name="Athish Ganesh" userId="1a92f2f5-aa1e-43b9-acd2-bf31b0cffe5b" providerId="ADAL" clId="{FFF1336E-6D07-4548-A11D-294FC88F1698}" dt="2026-04-28T08:18:37.226" v="192" actId="1036"/>
          <ac:spMkLst>
            <pc:docMk/>
            <pc:sldMk cId="2822649748" sldId="2147483636"/>
            <ac:spMk id="40" creationId="{33206517-BD5B-7B43-81BD-6B8C8592EB39}"/>
          </ac:spMkLst>
        </pc:spChg>
        <pc:spChg chg="del mod">
          <ac:chgData name="Athish Ganesh" userId="1a92f2f5-aa1e-43b9-acd2-bf31b0cffe5b" providerId="ADAL" clId="{FFF1336E-6D07-4548-A11D-294FC88F1698}" dt="2026-04-28T08:21:49.337" v="227" actId="478"/>
          <ac:spMkLst>
            <pc:docMk/>
            <pc:sldMk cId="2822649748" sldId="2147483636"/>
            <ac:spMk id="41" creationId="{DAE72271-182B-F44D-B088-80D59726947D}"/>
          </ac:spMkLst>
        </pc:spChg>
        <pc:spChg chg="mod">
          <ac:chgData name="Athish Ganesh" userId="1a92f2f5-aa1e-43b9-acd2-bf31b0cffe5b" providerId="ADAL" clId="{FFF1336E-6D07-4548-A11D-294FC88F1698}" dt="2026-04-28T08:20:07.750" v="207" actId="403"/>
          <ac:spMkLst>
            <pc:docMk/>
            <pc:sldMk cId="2822649748" sldId="2147483636"/>
            <ac:spMk id="42" creationId="{D384BD34-BC06-6D4F-A8D3-7C33D1977D85}"/>
          </ac:spMkLst>
        </pc:spChg>
        <pc:spChg chg="del">
          <ac:chgData name="Athish Ganesh" userId="1a92f2f5-aa1e-43b9-acd2-bf31b0cffe5b" providerId="ADAL" clId="{FFF1336E-6D07-4548-A11D-294FC88F1698}" dt="2026-04-28T08:18:03.966" v="177" actId="478"/>
          <ac:spMkLst>
            <pc:docMk/>
            <pc:sldMk cId="2822649748" sldId="2147483636"/>
            <ac:spMk id="44" creationId="{17C2B6A7-83C5-0E45-9647-423444819904}"/>
          </ac:spMkLst>
        </pc:spChg>
        <pc:spChg chg="mod">
          <ac:chgData name="Athish Ganesh" userId="1a92f2f5-aa1e-43b9-acd2-bf31b0cffe5b" providerId="ADAL" clId="{FFF1336E-6D07-4548-A11D-294FC88F1698}" dt="2026-04-28T08:20:13.110" v="208" actId="255"/>
          <ac:spMkLst>
            <pc:docMk/>
            <pc:sldMk cId="2822649748" sldId="2147483636"/>
            <ac:spMk id="45" creationId="{C65AED9E-16FC-C049-8210-F43737A8C2BB}"/>
          </ac:spMkLst>
        </pc:spChg>
        <pc:spChg chg="add del">
          <ac:chgData name="Athish Ganesh" userId="1a92f2f5-aa1e-43b9-acd2-bf31b0cffe5b" providerId="ADAL" clId="{FFF1336E-6D07-4548-A11D-294FC88F1698}" dt="2026-04-28T08:17:59.774" v="176" actId="478"/>
          <ac:spMkLst>
            <pc:docMk/>
            <pc:sldMk cId="2822649748" sldId="2147483636"/>
            <ac:spMk id="46" creationId="{A8A307C8-724F-4746-91BE-38B1001C09CB}"/>
          </ac:spMkLst>
        </pc:spChg>
        <pc:spChg chg="add mod">
          <ac:chgData name="Athish Ganesh" userId="1a92f2f5-aa1e-43b9-acd2-bf31b0cffe5b" providerId="ADAL" clId="{FFF1336E-6D07-4548-A11D-294FC88F1698}" dt="2026-04-28T08:33:55.343" v="327" actId="2711"/>
          <ac:spMkLst>
            <pc:docMk/>
            <pc:sldMk cId="2822649748" sldId="2147483636"/>
            <ac:spMk id="47" creationId="{389B450B-08E5-1EEE-1468-E762A2C679B2}"/>
          </ac:spMkLst>
        </pc:spChg>
        <pc:spChg chg="add mod ord">
          <ac:chgData name="Athish Ganesh" userId="1a92f2f5-aa1e-43b9-acd2-bf31b0cffe5b" providerId="ADAL" clId="{FFF1336E-6D07-4548-A11D-294FC88F1698}" dt="2026-04-28T08:22:18.608" v="233" actId="167"/>
          <ac:spMkLst>
            <pc:docMk/>
            <pc:sldMk cId="2822649748" sldId="2147483636"/>
            <ac:spMk id="48" creationId="{B44F26C0-6AF7-7606-268E-F9C7421A77F2}"/>
          </ac:spMkLst>
        </pc:spChg>
        <pc:spChg chg="mod">
          <ac:chgData name="Athish Ganesh" userId="1a92f2f5-aa1e-43b9-acd2-bf31b0cffe5b" providerId="ADAL" clId="{FFF1336E-6D07-4548-A11D-294FC88F1698}" dt="2026-04-28T08:17:03.935" v="157" actId="1076"/>
          <ac:spMkLst>
            <pc:docMk/>
            <pc:sldMk cId="2822649748" sldId="2147483636"/>
            <ac:spMk id="50" creationId="{E55C181C-FCA0-664E-98C3-3B8A5370703E}"/>
          </ac:spMkLst>
        </pc:spChg>
        <pc:spChg chg="mod">
          <ac:chgData name="Athish Ganesh" userId="1a92f2f5-aa1e-43b9-acd2-bf31b0cffe5b" providerId="ADAL" clId="{FFF1336E-6D07-4548-A11D-294FC88F1698}" dt="2026-04-28T08:33:55.343" v="327" actId="2711"/>
          <ac:spMkLst>
            <pc:docMk/>
            <pc:sldMk cId="2822649748" sldId="2147483636"/>
            <ac:spMk id="53" creationId="{280664CE-1EC8-63E2-910A-ED883AD7DC08}"/>
          </ac:spMkLst>
        </pc:spChg>
        <pc:spChg chg="mod">
          <ac:chgData name="Athish Ganesh" userId="1a92f2f5-aa1e-43b9-acd2-bf31b0cffe5b" providerId="ADAL" clId="{FFF1336E-6D07-4548-A11D-294FC88F1698}" dt="2026-04-28T08:16:49.654" v="152" actId="207"/>
          <ac:spMkLst>
            <pc:docMk/>
            <pc:sldMk cId="2822649748" sldId="2147483636"/>
            <ac:spMk id="54" creationId="{83A879E0-E1E8-DD42-E880-F77D95A477CA}"/>
          </ac:spMkLst>
        </pc:spChg>
        <pc:spChg chg="mod">
          <ac:chgData name="Athish Ganesh" userId="1a92f2f5-aa1e-43b9-acd2-bf31b0cffe5b" providerId="ADAL" clId="{FFF1336E-6D07-4548-A11D-294FC88F1698}" dt="2026-04-28T08:17:26.898" v="172" actId="1035"/>
          <ac:spMkLst>
            <pc:docMk/>
            <pc:sldMk cId="2822649748" sldId="2147483636"/>
            <ac:spMk id="61" creationId="{D742BB26-4C92-1CD5-A39D-DBB5A331BD5F}"/>
          </ac:spMkLst>
        </pc:spChg>
        <pc:grpChg chg="mod">
          <ac:chgData name="Athish Ganesh" userId="1a92f2f5-aa1e-43b9-acd2-bf31b0cffe5b" providerId="ADAL" clId="{FFF1336E-6D07-4548-A11D-294FC88F1698}" dt="2026-04-28T08:17:26.898" v="172" actId="1035"/>
          <ac:grpSpMkLst>
            <pc:docMk/>
            <pc:sldMk cId="2822649748" sldId="2147483636"/>
            <ac:grpSpMk id="3" creationId="{46FB2137-F89F-C9D5-6AD7-4C3B592C08F3}"/>
          </ac:grpSpMkLst>
        </pc:grpChg>
      </pc:sldChg>
      <pc:sldChg chg="mod ord modTransition modShow">
        <pc:chgData name="Athish Ganesh" userId="1a92f2f5-aa1e-43b9-acd2-bf31b0cffe5b" providerId="ADAL" clId="{FFF1336E-6D07-4548-A11D-294FC88F1698}" dt="2026-04-28T09:32:41.150" v="453"/>
        <pc:sldMkLst>
          <pc:docMk/>
          <pc:sldMk cId="2718405168" sldId="2147483643"/>
        </pc:sldMkLst>
      </pc:sldChg>
      <pc:sldChg chg="mod modTransition modShow">
        <pc:chgData name="Athish Ganesh" userId="1a92f2f5-aa1e-43b9-acd2-bf31b0cffe5b" providerId="ADAL" clId="{FFF1336E-6D07-4548-A11D-294FC88F1698}" dt="2026-04-28T09:32:41.150" v="453"/>
        <pc:sldMkLst>
          <pc:docMk/>
          <pc:sldMk cId="4193788164" sldId="2147483644"/>
        </pc:sldMkLst>
      </pc:sldChg>
      <pc:sldChg chg="addSp modSp del mod ord modTransition modShow">
        <pc:chgData name="Athish Ganesh" userId="1a92f2f5-aa1e-43b9-acd2-bf31b0cffe5b" providerId="ADAL" clId="{FFF1336E-6D07-4548-A11D-294FC88F1698}" dt="2026-04-28T08:14:26.745" v="104" actId="47"/>
        <pc:sldMkLst>
          <pc:docMk/>
          <pc:sldMk cId="3766313406" sldId="2147483645"/>
        </pc:sldMkLst>
        <pc:spChg chg="add mod">
          <ac:chgData name="Athish Ganesh" userId="1a92f2f5-aa1e-43b9-acd2-bf31b0cffe5b" providerId="ADAL" clId="{FFF1336E-6D07-4548-A11D-294FC88F1698}" dt="2026-04-28T07:07:12.271" v="60" actId="1076"/>
          <ac:spMkLst>
            <pc:docMk/>
            <pc:sldMk cId="3766313406" sldId="2147483645"/>
            <ac:spMk id="65" creationId="{537E1B35-C8DD-8384-0A2C-AC26C5C00BA6}"/>
          </ac:spMkLst>
        </pc:spChg>
        <pc:spChg chg="add mod">
          <ac:chgData name="Athish Ganesh" userId="1a92f2f5-aa1e-43b9-acd2-bf31b0cffe5b" providerId="ADAL" clId="{FFF1336E-6D07-4548-A11D-294FC88F1698}" dt="2026-04-28T07:07:04.121" v="55" actId="1076"/>
          <ac:spMkLst>
            <pc:docMk/>
            <pc:sldMk cId="3766313406" sldId="2147483645"/>
            <ac:spMk id="66" creationId="{A69D83FD-B84B-703A-0136-A5894A5D7BA4}"/>
          </ac:spMkLst>
        </pc:spChg>
        <pc:spChg chg="add mod">
          <ac:chgData name="Athish Ganesh" userId="1a92f2f5-aa1e-43b9-acd2-bf31b0cffe5b" providerId="ADAL" clId="{FFF1336E-6D07-4548-A11D-294FC88F1698}" dt="2026-04-28T07:07:06.646" v="57" actId="1076"/>
          <ac:spMkLst>
            <pc:docMk/>
            <pc:sldMk cId="3766313406" sldId="2147483645"/>
            <ac:spMk id="67" creationId="{FF988FE6-D41B-7042-2A34-E4B69DBD9076}"/>
          </ac:spMkLst>
        </pc:spChg>
        <pc:spChg chg="add mod">
          <ac:chgData name="Athish Ganesh" userId="1a92f2f5-aa1e-43b9-acd2-bf31b0cffe5b" providerId="ADAL" clId="{FFF1336E-6D07-4548-A11D-294FC88F1698}" dt="2026-04-28T07:07:09.482" v="59" actId="1076"/>
          <ac:spMkLst>
            <pc:docMk/>
            <pc:sldMk cId="3766313406" sldId="2147483645"/>
            <ac:spMk id="68" creationId="{3DD0ED6E-30FE-C399-A5B6-63D31E9B1FB3}"/>
          </ac:spMkLst>
        </pc:spChg>
      </pc:sldChg>
      <pc:sldChg chg="modSp add modTransition">
        <pc:chgData name="Athish Ganesh" userId="1a92f2f5-aa1e-43b9-acd2-bf31b0cffe5b" providerId="ADAL" clId="{FFF1336E-6D07-4548-A11D-294FC88F1698}" dt="2026-04-28T09:32:41.150" v="453"/>
        <pc:sldMkLst>
          <pc:docMk/>
          <pc:sldMk cId="1855280370" sldId="2147483646"/>
        </pc:sldMkLst>
        <pc:spChg chg="mod">
          <ac:chgData name="Athish Ganesh" userId="1a92f2f5-aa1e-43b9-acd2-bf31b0cffe5b" providerId="ADAL" clId="{FFF1336E-6D07-4548-A11D-294FC88F1698}" dt="2026-04-28T08:57:01.526" v="447" actId="2711"/>
          <ac:spMkLst>
            <pc:docMk/>
            <pc:sldMk cId="1855280370" sldId="2147483646"/>
            <ac:spMk id="7" creationId="{421D05C3-980B-C35B-2AEE-81080348C700}"/>
          </ac:spMkLst>
        </pc:spChg>
        <pc:spChg chg="mod">
          <ac:chgData name="Athish Ganesh" userId="1a92f2f5-aa1e-43b9-acd2-bf31b0cffe5b" providerId="ADAL" clId="{FFF1336E-6D07-4548-A11D-294FC88F1698}" dt="2026-04-28T08:57:01.526" v="447" actId="2711"/>
          <ac:spMkLst>
            <pc:docMk/>
            <pc:sldMk cId="1855280370" sldId="2147483646"/>
            <ac:spMk id="10" creationId="{AD11807A-04C2-22D5-101C-D71FDD844DB5}"/>
          </ac:spMkLst>
        </pc:spChg>
        <pc:spChg chg="mod">
          <ac:chgData name="Athish Ganesh" userId="1a92f2f5-aa1e-43b9-acd2-bf31b0cffe5b" providerId="ADAL" clId="{FFF1336E-6D07-4548-A11D-294FC88F1698}" dt="2026-04-28T08:57:01.526" v="447" actId="2711"/>
          <ac:spMkLst>
            <pc:docMk/>
            <pc:sldMk cId="1855280370" sldId="2147483646"/>
            <ac:spMk id="12" creationId="{A332EC88-A0B8-53AB-F233-6D42E77FD0FF}"/>
          </ac:spMkLst>
        </pc:spChg>
        <pc:spChg chg="mod">
          <ac:chgData name="Athish Ganesh" userId="1a92f2f5-aa1e-43b9-acd2-bf31b0cffe5b" providerId="ADAL" clId="{FFF1336E-6D07-4548-A11D-294FC88F1698}" dt="2026-04-28T08:57:01.526" v="447" actId="2711"/>
          <ac:spMkLst>
            <pc:docMk/>
            <pc:sldMk cId="1855280370" sldId="2147483646"/>
            <ac:spMk id="15" creationId="{7BA286C2-7319-8F2C-0102-D2C0AC4617DC}"/>
          </ac:spMkLst>
        </pc:spChg>
        <pc:spChg chg="mod">
          <ac:chgData name="Athish Ganesh" userId="1a92f2f5-aa1e-43b9-acd2-bf31b0cffe5b" providerId="ADAL" clId="{FFF1336E-6D07-4548-A11D-294FC88F1698}" dt="2026-04-28T08:57:01.526" v="447" actId="2711"/>
          <ac:spMkLst>
            <pc:docMk/>
            <pc:sldMk cId="1855280370" sldId="2147483646"/>
            <ac:spMk id="17" creationId="{FF71C953-2F38-C2D7-6AAB-8CCF0E9D302B}"/>
          </ac:spMkLst>
        </pc:spChg>
        <pc:spChg chg="mod">
          <ac:chgData name="Athish Ganesh" userId="1a92f2f5-aa1e-43b9-acd2-bf31b0cffe5b" providerId="ADAL" clId="{FFF1336E-6D07-4548-A11D-294FC88F1698}" dt="2026-04-28T08:57:01.526" v="447" actId="2711"/>
          <ac:spMkLst>
            <pc:docMk/>
            <pc:sldMk cId="1855280370" sldId="2147483646"/>
            <ac:spMk id="28" creationId="{CE376F1E-4177-1319-02E7-E79BB85ABB11}"/>
          </ac:spMkLst>
        </pc:spChg>
        <pc:spChg chg="mod">
          <ac:chgData name="Athish Ganesh" userId="1a92f2f5-aa1e-43b9-acd2-bf31b0cffe5b" providerId="ADAL" clId="{FFF1336E-6D07-4548-A11D-294FC88F1698}" dt="2026-04-28T08:57:01.526" v="447" actId="2711"/>
          <ac:spMkLst>
            <pc:docMk/>
            <pc:sldMk cId="1855280370" sldId="2147483646"/>
            <ac:spMk id="30" creationId="{CB35EB2F-08DE-6896-24CB-FD0747500440}"/>
          </ac:spMkLst>
        </pc:spChg>
        <pc:spChg chg="mod">
          <ac:chgData name="Athish Ganesh" userId="1a92f2f5-aa1e-43b9-acd2-bf31b0cffe5b" providerId="ADAL" clId="{FFF1336E-6D07-4548-A11D-294FC88F1698}" dt="2026-04-28T08:57:01.526" v="447" actId="2711"/>
          <ac:spMkLst>
            <pc:docMk/>
            <pc:sldMk cId="1855280370" sldId="2147483646"/>
            <ac:spMk id="31" creationId="{CF1B8B5C-37F1-0E89-FB0D-4F9EED64DBC7}"/>
          </ac:spMkLst>
        </pc:spChg>
        <pc:spChg chg="mod">
          <ac:chgData name="Athish Ganesh" userId="1a92f2f5-aa1e-43b9-acd2-bf31b0cffe5b" providerId="ADAL" clId="{FFF1336E-6D07-4548-A11D-294FC88F1698}" dt="2026-04-28T08:57:01.526" v="447" actId="2711"/>
          <ac:spMkLst>
            <pc:docMk/>
            <pc:sldMk cId="1855280370" sldId="2147483646"/>
            <ac:spMk id="34" creationId="{664A0DA2-C29F-B4B4-FDB9-B08F8A456033}"/>
          </ac:spMkLst>
        </pc:spChg>
        <pc:spChg chg="mod">
          <ac:chgData name="Athish Ganesh" userId="1a92f2f5-aa1e-43b9-acd2-bf31b0cffe5b" providerId="ADAL" clId="{FFF1336E-6D07-4548-A11D-294FC88F1698}" dt="2026-04-28T08:57:01.526" v="447" actId="2711"/>
          <ac:spMkLst>
            <pc:docMk/>
            <pc:sldMk cId="1855280370" sldId="2147483646"/>
            <ac:spMk id="41" creationId="{CF623113-953E-3561-9745-D56D8708EC1B}"/>
          </ac:spMkLst>
        </pc:spChg>
      </pc:sldChg>
      <pc:sldChg chg="mod ord modTransition modShow">
        <pc:chgData name="Athish Ganesh" userId="1a92f2f5-aa1e-43b9-acd2-bf31b0cffe5b" providerId="ADAL" clId="{FFF1336E-6D07-4548-A11D-294FC88F1698}" dt="2026-04-28T09:32:41.150" v="453"/>
        <pc:sldMkLst>
          <pc:docMk/>
          <pc:sldMk cId="922315488" sldId="2147483647"/>
        </pc:sldMkLst>
      </pc:sldChg>
      <pc:sldMasterChg chg="del delSldLayout">
        <pc:chgData name="Athish Ganesh" userId="1a92f2f5-aa1e-43b9-acd2-bf31b0cffe5b" providerId="ADAL" clId="{FFF1336E-6D07-4548-A11D-294FC88F1698}" dt="2026-04-28T07:08:07.299" v="62" actId="47"/>
        <pc:sldMasterMkLst>
          <pc:docMk/>
          <pc:sldMasterMk cId="2632865623" sldId="2147483936"/>
        </pc:sldMasterMkLst>
        <pc:sldLayoutChg chg="del">
          <pc:chgData name="Athish Ganesh" userId="1a92f2f5-aa1e-43b9-acd2-bf31b0cffe5b" providerId="ADAL" clId="{FFF1336E-6D07-4548-A11D-294FC88F1698}" dt="2026-04-28T07:08:07.299" v="62" actId="47"/>
          <pc:sldLayoutMkLst>
            <pc:docMk/>
            <pc:sldMasterMk cId="2632865623" sldId="2147483936"/>
            <pc:sldLayoutMk cId="4287505843" sldId="2147483937"/>
          </pc:sldLayoutMkLst>
        </pc:sldLayoutChg>
        <pc:sldLayoutChg chg="del">
          <pc:chgData name="Athish Ganesh" userId="1a92f2f5-aa1e-43b9-acd2-bf31b0cffe5b" providerId="ADAL" clId="{FFF1336E-6D07-4548-A11D-294FC88F1698}" dt="2026-04-28T07:08:07.299" v="62" actId="47"/>
          <pc:sldLayoutMkLst>
            <pc:docMk/>
            <pc:sldMasterMk cId="2632865623" sldId="2147483936"/>
            <pc:sldLayoutMk cId="3103382897" sldId="2147483938"/>
          </pc:sldLayoutMkLst>
        </pc:sldLayoutChg>
        <pc:sldLayoutChg chg="del">
          <pc:chgData name="Athish Ganesh" userId="1a92f2f5-aa1e-43b9-acd2-bf31b0cffe5b" providerId="ADAL" clId="{FFF1336E-6D07-4548-A11D-294FC88F1698}" dt="2026-04-28T07:08:07.299" v="62" actId="47"/>
          <pc:sldLayoutMkLst>
            <pc:docMk/>
            <pc:sldMasterMk cId="2632865623" sldId="2147483936"/>
            <pc:sldLayoutMk cId="3238800545" sldId="2147483939"/>
          </pc:sldLayoutMkLst>
        </pc:sldLayoutChg>
        <pc:sldLayoutChg chg="del">
          <pc:chgData name="Athish Ganesh" userId="1a92f2f5-aa1e-43b9-acd2-bf31b0cffe5b" providerId="ADAL" clId="{FFF1336E-6D07-4548-A11D-294FC88F1698}" dt="2026-04-28T07:08:07.299" v="62" actId="47"/>
          <pc:sldLayoutMkLst>
            <pc:docMk/>
            <pc:sldMasterMk cId="2632865623" sldId="2147483936"/>
            <pc:sldLayoutMk cId="3390677219" sldId="2147483940"/>
          </pc:sldLayoutMkLst>
        </pc:sldLayoutChg>
        <pc:sldLayoutChg chg="del">
          <pc:chgData name="Athish Ganesh" userId="1a92f2f5-aa1e-43b9-acd2-bf31b0cffe5b" providerId="ADAL" clId="{FFF1336E-6D07-4548-A11D-294FC88F1698}" dt="2026-04-28T07:08:07.299" v="62" actId="47"/>
          <pc:sldLayoutMkLst>
            <pc:docMk/>
            <pc:sldMasterMk cId="2632865623" sldId="2147483936"/>
            <pc:sldLayoutMk cId="3375035074" sldId="2147483941"/>
          </pc:sldLayoutMkLst>
        </pc:sldLayoutChg>
        <pc:sldLayoutChg chg="del">
          <pc:chgData name="Athish Ganesh" userId="1a92f2f5-aa1e-43b9-acd2-bf31b0cffe5b" providerId="ADAL" clId="{FFF1336E-6D07-4548-A11D-294FC88F1698}" dt="2026-04-28T07:08:07.299" v="62" actId="47"/>
          <pc:sldLayoutMkLst>
            <pc:docMk/>
            <pc:sldMasterMk cId="2632865623" sldId="2147483936"/>
            <pc:sldLayoutMk cId="276677463" sldId="2147483942"/>
          </pc:sldLayoutMkLst>
        </pc:sldLayoutChg>
        <pc:sldLayoutChg chg="del">
          <pc:chgData name="Athish Ganesh" userId="1a92f2f5-aa1e-43b9-acd2-bf31b0cffe5b" providerId="ADAL" clId="{FFF1336E-6D07-4548-A11D-294FC88F1698}" dt="2026-04-28T07:08:07.299" v="62" actId="47"/>
          <pc:sldLayoutMkLst>
            <pc:docMk/>
            <pc:sldMasterMk cId="2632865623" sldId="2147483936"/>
            <pc:sldLayoutMk cId="1774953354" sldId="2147483943"/>
          </pc:sldLayoutMkLst>
        </pc:sldLayoutChg>
        <pc:sldLayoutChg chg="del">
          <pc:chgData name="Athish Ganesh" userId="1a92f2f5-aa1e-43b9-acd2-bf31b0cffe5b" providerId="ADAL" clId="{FFF1336E-6D07-4548-A11D-294FC88F1698}" dt="2026-04-28T07:08:07.299" v="62" actId="47"/>
          <pc:sldLayoutMkLst>
            <pc:docMk/>
            <pc:sldMasterMk cId="2632865623" sldId="2147483936"/>
            <pc:sldLayoutMk cId="4168709110" sldId="2147483944"/>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0666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US"/>
          </a:p>
        </p:txBody>
      </p:sp>
    </p:spTree>
    <p:extLst>
      <p:ext uri="{BB962C8B-B14F-4D97-AF65-F5344CB8AC3E}">
        <p14:creationId xmlns:p14="http://schemas.microsoft.com/office/powerpoint/2010/main" val="15724608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DF975-C124-AE7B-816A-8A497FDB9B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C95521-8CD8-ECB4-764F-A67F2967DD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6A36BE-35FF-8E02-2391-F2650CADF3C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6B127C0-5728-80DF-AC3D-2A27AF115F8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509278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21DAD-2C73-754E-28D6-4BA13E82CD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6AAA14-243F-307D-BB94-DDA0DE3B16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3F9418-38A7-008C-2084-67EF2574729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E9D7774-174E-402A-62ED-9B5EF53FA81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707071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4A5FF-EFEE-CC18-6D29-95C15E61C5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85599F-5C62-CEA5-95CB-0B59591A06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602FD9-322D-9A9B-4214-FDD5752D46B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C44091D-58CB-4D18-17F7-268BC92A6C0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830927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FDA8C-2A43-CD04-5D62-8FDAF2331D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FAC835-EDC0-14E3-2423-3F072FCB7F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86E25-D775-0A4C-105B-95D9A32628B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E11D16D-8616-981E-3183-E4D7AD2EEDC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068924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A88B2-828A-B39E-01B0-7E0ECE1A90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5FA428-752E-4E18-7069-E925D8C4D7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7BEE77-7A36-5BCB-33BF-FDF0F8A3A4C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8A5F5DA-64A9-1396-5C0B-7B239589358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905452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US"/>
          </a:p>
        </p:txBody>
      </p:sp>
    </p:spTree>
    <p:extLst>
      <p:ext uri="{BB962C8B-B14F-4D97-AF65-F5344CB8AC3E}">
        <p14:creationId xmlns:p14="http://schemas.microsoft.com/office/powerpoint/2010/main" val="325423782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9.jpe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8" Type="http://schemas.openxmlformats.org/officeDocument/2006/relationships/hyperlink" Target="https://www.linkedin.com/company/ascendion/" TargetMode="External"/><Relationship Id="rId3" Type="http://schemas.openxmlformats.org/officeDocument/2006/relationships/image" Target="../media/image6.svg"/><Relationship Id="rId7" Type="http://schemas.openxmlformats.org/officeDocument/2006/relationships/image" Target="../media/image13.emf"/><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hyperlink" Target="https://www.youtube.com/@ascendioninc" TargetMode="External"/><Relationship Id="rId5" Type="http://schemas.openxmlformats.org/officeDocument/2006/relationships/image" Target="../media/image12.emf"/><Relationship Id="rId4" Type="http://schemas.openxmlformats.org/officeDocument/2006/relationships/hyperlink" Target="https://www.instagram.com/ascendionofficial/" TargetMode="External"/><Relationship Id="rId9" Type="http://schemas.openxmlformats.org/officeDocument/2006/relationships/image" Target="../media/image14.emf"/></Relationships>
</file>

<file path=ppt/slideLayouts/_rels/slideLayout40.xml.rels><?xml version="1.0" encoding="UTF-8" standalone="yes"?>
<Relationships xmlns="http://schemas.openxmlformats.org/package/2006/relationships"><Relationship Id="rId8" Type="http://schemas.openxmlformats.org/officeDocument/2006/relationships/hyperlink" Target="https://www.linkedin.com/company/ascendion/" TargetMode="External"/><Relationship Id="rId3" Type="http://schemas.openxmlformats.org/officeDocument/2006/relationships/image" Target="../media/image8.svg"/><Relationship Id="rId7" Type="http://schemas.openxmlformats.org/officeDocument/2006/relationships/image" Target="../media/image13.emf"/><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hyperlink" Target="https://www.youtube.com/@ascendioninc" TargetMode="External"/><Relationship Id="rId5" Type="http://schemas.openxmlformats.org/officeDocument/2006/relationships/image" Target="../media/image12.emf"/><Relationship Id="rId4" Type="http://schemas.openxmlformats.org/officeDocument/2006/relationships/hyperlink" Target="https://www.instagram.com/ascendionofficial/" TargetMode="External"/><Relationship Id="rId9" Type="http://schemas.openxmlformats.org/officeDocument/2006/relationships/image" Target="../media/image14.emf"/></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9.jpe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hyperlink" Target="https://www.instagram.com/ascendioninc" TargetMode="External"/><Relationship Id="rId2" Type="http://schemas.openxmlformats.org/officeDocument/2006/relationships/hyperlink" Target="https://www.linkedin.com/company/ascendion" TargetMode="External"/><Relationship Id="rId1" Type="http://schemas.openxmlformats.org/officeDocument/2006/relationships/slideMaster" Target="../slideMasters/slideMaster2.xml"/><Relationship Id="rId4" Type="http://schemas.openxmlformats.org/officeDocument/2006/relationships/hyperlink" Target="https://www.youtube.com/@ascendioninc" TargetMode="Externa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 Id="rId4" Type="http://schemas.openxmlformats.org/officeDocument/2006/relationships/image" Target="../media/image9.jpe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Image - Light">
    <p:spTree>
      <p:nvGrpSpPr>
        <p:cNvPr id="1" name=""/>
        <p:cNvGrpSpPr/>
        <p:nvPr/>
      </p:nvGrpSpPr>
      <p:grpSpPr>
        <a:xfrm>
          <a:off x="0" y="0"/>
          <a:ext cx="0" cy="0"/>
          <a:chOff x="0" y="0"/>
          <a:chExt cx="0" cy="0"/>
        </a:xfrm>
      </p:grpSpPr>
      <p:sp>
        <p:nvSpPr>
          <p:cNvPr id="33" name="Picture Placeholder 32">
            <a:extLst>
              <a:ext uri="{FF2B5EF4-FFF2-40B4-BE49-F238E27FC236}">
                <a16:creationId xmlns:a16="http://schemas.microsoft.com/office/drawing/2014/main" id="{01F54CCE-2A05-56EB-965D-AE06B1C43403}"/>
              </a:ext>
            </a:extLst>
          </p:cNvPr>
          <p:cNvSpPr>
            <a:spLocks noGrp="1"/>
          </p:cNvSpPr>
          <p:nvPr>
            <p:ph type="pic" sz="quarter" idx="13" hasCustomPrompt="1"/>
          </p:nvPr>
        </p:nvSpPr>
        <p:spPr>
          <a:xfrm>
            <a:off x="0" y="0"/>
            <a:ext cx="14630400" cy="8229600"/>
          </a:xfrm>
        </p:spPr>
        <p:txBody>
          <a:bodyPr>
            <a:noAutofit/>
          </a:bodyPr>
          <a:lstStyle>
            <a:lvl1pPr marL="0" indent="0">
              <a:buNone/>
              <a:defRPr/>
            </a:lvl1pPr>
          </a:lstStyle>
          <a:p>
            <a:r>
              <a:rPr lang="en-US"/>
              <a:t>Click icon to add image</a:t>
            </a:r>
          </a:p>
        </p:txBody>
      </p:sp>
      <p:sp>
        <p:nvSpPr>
          <p:cNvPr id="2" name="Title 1">
            <a:extLst>
              <a:ext uri="{FF2B5EF4-FFF2-40B4-BE49-F238E27FC236}">
                <a16:creationId xmlns:a16="http://schemas.microsoft.com/office/drawing/2014/main" id="{F2156418-9B91-0A3B-C2C9-EDC6E679B575}"/>
              </a:ext>
            </a:extLst>
          </p:cNvPr>
          <p:cNvSpPr>
            <a:spLocks noGrp="1"/>
          </p:cNvSpPr>
          <p:nvPr>
            <p:ph type="ctrTitle" hasCustomPrompt="1"/>
          </p:nvPr>
        </p:nvSpPr>
        <p:spPr>
          <a:xfrm>
            <a:off x="601980" y="1618211"/>
            <a:ext cx="12771396" cy="2386099"/>
          </a:xfrm>
        </p:spPr>
        <p:txBody>
          <a:bodyPr anchor="ctr">
            <a:noAutofit/>
          </a:bodyPr>
          <a:lstStyle>
            <a:lvl1pPr algn="l">
              <a:lnSpc>
                <a:spcPct val="100000"/>
              </a:lnSpc>
              <a:defRPr sz="5760"/>
            </a:lvl1pPr>
          </a:lstStyle>
          <a:p>
            <a:r>
              <a:rPr lang="en-US"/>
              <a:t>Click To Edit Master Title Style</a:t>
            </a:r>
          </a:p>
        </p:txBody>
      </p:sp>
      <p:sp>
        <p:nvSpPr>
          <p:cNvPr id="3" name="Subtitle 2">
            <a:extLst>
              <a:ext uri="{FF2B5EF4-FFF2-40B4-BE49-F238E27FC236}">
                <a16:creationId xmlns:a16="http://schemas.microsoft.com/office/drawing/2014/main" id="{16502C2A-CFCA-9D76-87CA-E72B0507C896}"/>
              </a:ext>
            </a:extLst>
          </p:cNvPr>
          <p:cNvSpPr>
            <a:spLocks noGrp="1"/>
          </p:cNvSpPr>
          <p:nvPr>
            <p:ph type="subTitle" idx="1"/>
          </p:nvPr>
        </p:nvSpPr>
        <p:spPr>
          <a:xfrm>
            <a:off x="601980" y="4114800"/>
            <a:ext cx="12771397" cy="1986914"/>
          </a:xfrm>
        </p:spPr>
        <p:txBody>
          <a:bodyPr>
            <a:noAutofit/>
          </a:bodyPr>
          <a:lstStyle>
            <a:lvl1pPr marL="0" indent="0" algn="l">
              <a:lnSpc>
                <a:spcPct val="100000"/>
              </a:lnSpc>
              <a:buNone/>
              <a:defRPr sz="2880">
                <a:latin typeface="Avenir LT 45 Book" panose="020B0503020000020003" pitchFamily="34" charset="0"/>
              </a:defRPr>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p>
        </p:txBody>
      </p:sp>
      <p:pic>
        <p:nvPicPr>
          <p:cNvPr id="26" name="Graphic 25">
            <a:extLst>
              <a:ext uri="{FF2B5EF4-FFF2-40B4-BE49-F238E27FC236}">
                <a16:creationId xmlns:a16="http://schemas.microsoft.com/office/drawing/2014/main" id="{EC8D6301-82DA-9C18-68FC-4279A75663BD}"/>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5188" y="317650"/>
            <a:ext cx="2881660" cy="1082672"/>
          </a:xfrm>
          <a:prstGeom prst="rect">
            <a:avLst/>
          </a:prstGeom>
        </p:spPr>
      </p:pic>
      <p:sp>
        <p:nvSpPr>
          <p:cNvPr id="5" name="Text Placeholder 4">
            <a:extLst>
              <a:ext uri="{FF2B5EF4-FFF2-40B4-BE49-F238E27FC236}">
                <a16:creationId xmlns:a16="http://schemas.microsoft.com/office/drawing/2014/main" id="{275B763B-EF4A-C32E-BCF2-7782249D11B1}"/>
              </a:ext>
            </a:extLst>
          </p:cNvPr>
          <p:cNvSpPr>
            <a:spLocks noGrp="1"/>
          </p:cNvSpPr>
          <p:nvPr>
            <p:ph type="body" sz="quarter" idx="14"/>
          </p:nvPr>
        </p:nvSpPr>
        <p:spPr>
          <a:xfrm>
            <a:off x="601980" y="7114232"/>
            <a:ext cx="6713220" cy="311458"/>
          </a:xfrm>
        </p:spPr>
        <p:txBody>
          <a:bodyPr anchor="b">
            <a:noAutofit/>
          </a:bodyPr>
          <a:lstStyle>
            <a:lvl1pPr marL="0" indent="0">
              <a:buNone/>
              <a:defRPr sz="1680" b="0" i="0">
                <a:latin typeface="PP Neue Machina Plain" pitchFamily="2" charset="77"/>
              </a:defRPr>
            </a:lvl1pPr>
          </a:lstStyle>
          <a:p>
            <a:pPr lvl="0"/>
            <a:r>
              <a:rPr lang="en-US"/>
              <a:t>Click to edit Master text styles</a:t>
            </a:r>
          </a:p>
        </p:txBody>
      </p:sp>
    </p:spTree>
    <p:extLst>
      <p:ext uri="{BB962C8B-B14F-4D97-AF65-F5344CB8AC3E}">
        <p14:creationId xmlns:p14="http://schemas.microsoft.com/office/powerpoint/2010/main" val="3360794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with Image - Dark">
    <p:bg>
      <p:bgPr>
        <a:solidFill>
          <a:schemeClr val="tx1"/>
        </a:solidFill>
        <a:effectLst/>
      </p:bgPr>
    </p:bg>
    <p:spTree>
      <p:nvGrpSpPr>
        <p:cNvPr id="1" name=""/>
        <p:cNvGrpSpPr/>
        <p:nvPr/>
      </p:nvGrpSpPr>
      <p:grpSpPr>
        <a:xfrm>
          <a:off x="0" y="0"/>
          <a:ext cx="0" cy="0"/>
          <a:chOff x="0" y="0"/>
          <a:chExt cx="0" cy="0"/>
        </a:xfrm>
      </p:grpSpPr>
      <p:sp>
        <p:nvSpPr>
          <p:cNvPr id="7" name="Picture Placeholder 32">
            <a:extLst>
              <a:ext uri="{FF2B5EF4-FFF2-40B4-BE49-F238E27FC236}">
                <a16:creationId xmlns:a16="http://schemas.microsoft.com/office/drawing/2014/main" id="{E164727B-255B-60EF-D95D-54A1A03DAAFF}"/>
              </a:ext>
            </a:extLst>
          </p:cNvPr>
          <p:cNvSpPr>
            <a:spLocks noGrp="1"/>
          </p:cNvSpPr>
          <p:nvPr>
            <p:ph type="pic" sz="quarter" idx="13" hasCustomPrompt="1"/>
          </p:nvPr>
        </p:nvSpPr>
        <p:spPr>
          <a:xfrm>
            <a:off x="0" y="0"/>
            <a:ext cx="14630400" cy="8229600"/>
          </a:xfrm>
        </p:spPr>
        <p:txBody>
          <a:bodyPr>
            <a:noAutofit/>
          </a:bodyPr>
          <a:lstStyle>
            <a:lvl1pPr marL="0" indent="0">
              <a:buNone/>
              <a:defRPr>
                <a:solidFill>
                  <a:schemeClr val="bg1"/>
                </a:solidFill>
              </a:defRPr>
            </a:lvl1pPr>
          </a:lstStyle>
          <a:p>
            <a:r>
              <a:rPr lang="en-US"/>
              <a:t>Click icon to add image</a:t>
            </a:r>
          </a:p>
        </p:txBody>
      </p:sp>
      <p:sp>
        <p:nvSpPr>
          <p:cNvPr id="2" name="Title 1">
            <a:extLst>
              <a:ext uri="{FF2B5EF4-FFF2-40B4-BE49-F238E27FC236}">
                <a16:creationId xmlns:a16="http://schemas.microsoft.com/office/drawing/2014/main" id="{F2156418-9B91-0A3B-C2C9-EDC6E679B575}"/>
              </a:ext>
            </a:extLst>
          </p:cNvPr>
          <p:cNvSpPr>
            <a:spLocks noGrp="1"/>
          </p:cNvSpPr>
          <p:nvPr>
            <p:ph type="ctrTitle" hasCustomPrompt="1"/>
          </p:nvPr>
        </p:nvSpPr>
        <p:spPr>
          <a:xfrm>
            <a:off x="601980" y="1701361"/>
            <a:ext cx="12771396" cy="2302949"/>
          </a:xfrm>
        </p:spPr>
        <p:txBody>
          <a:bodyPr anchor="ctr">
            <a:noAutofit/>
          </a:bodyPr>
          <a:lstStyle>
            <a:lvl1pPr algn="l">
              <a:defRPr sz="576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16502C2A-CFCA-9D76-87CA-E72B0507C896}"/>
              </a:ext>
            </a:extLst>
          </p:cNvPr>
          <p:cNvSpPr>
            <a:spLocks noGrp="1"/>
          </p:cNvSpPr>
          <p:nvPr>
            <p:ph type="subTitle" idx="1"/>
          </p:nvPr>
        </p:nvSpPr>
        <p:spPr>
          <a:xfrm>
            <a:off x="601980" y="4114800"/>
            <a:ext cx="12771397" cy="1986914"/>
          </a:xfrm>
        </p:spPr>
        <p:txBody>
          <a:bodyPr>
            <a:noAutofit/>
          </a:bodyPr>
          <a:lstStyle>
            <a:lvl1pPr marL="0" indent="0" algn="l">
              <a:lnSpc>
                <a:spcPct val="100000"/>
              </a:lnSpc>
              <a:buNone/>
              <a:defRPr sz="2880">
                <a:solidFill>
                  <a:schemeClr val="bg1"/>
                </a:solidFill>
                <a:latin typeface="Avenir LT 45 Book" panose="020B0503020000020003" pitchFamily="34" charset="0"/>
                <a:cs typeface="Arial" panose="020B0604020202020204" pitchFamily="34" charset="0"/>
              </a:defRPr>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p>
        </p:txBody>
      </p:sp>
      <p:pic>
        <p:nvPicPr>
          <p:cNvPr id="4" name="Graphic 3">
            <a:extLst>
              <a:ext uri="{FF2B5EF4-FFF2-40B4-BE49-F238E27FC236}">
                <a16:creationId xmlns:a16="http://schemas.microsoft.com/office/drawing/2014/main" id="{586102AD-CBA8-BCC0-08F5-A309A1343F6B}"/>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5196" y="317463"/>
            <a:ext cx="2881652" cy="1082671"/>
          </a:xfrm>
          <a:prstGeom prst="rect">
            <a:avLst/>
          </a:prstGeom>
        </p:spPr>
      </p:pic>
      <p:sp>
        <p:nvSpPr>
          <p:cNvPr id="9" name="Text Placeholder 4">
            <a:extLst>
              <a:ext uri="{FF2B5EF4-FFF2-40B4-BE49-F238E27FC236}">
                <a16:creationId xmlns:a16="http://schemas.microsoft.com/office/drawing/2014/main" id="{3B1259AF-0A33-8090-B5CE-FA1916084C96}"/>
              </a:ext>
            </a:extLst>
          </p:cNvPr>
          <p:cNvSpPr>
            <a:spLocks noGrp="1"/>
          </p:cNvSpPr>
          <p:nvPr>
            <p:ph type="body" sz="quarter" idx="14"/>
          </p:nvPr>
        </p:nvSpPr>
        <p:spPr>
          <a:xfrm>
            <a:off x="601980" y="7114232"/>
            <a:ext cx="6713220" cy="311458"/>
          </a:xfrm>
        </p:spPr>
        <p:txBody>
          <a:bodyPr anchor="b">
            <a:noAutofit/>
          </a:bodyPr>
          <a:lstStyle>
            <a:lvl1pPr marL="0" indent="0">
              <a:buNone/>
              <a:defRPr lang="en-US" sz="1680" b="0" i="0" kern="1200" dirty="0" smtClean="0">
                <a:solidFill>
                  <a:schemeClr val="bg1"/>
                </a:solidFill>
                <a:latin typeface="PP Neue Machina Plain" pitchFamily="2" charset="77"/>
                <a:ea typeface="+mn-ea"/>
                <a:cs typeface="Arial" panose="020B0604020202020204" pitchFamily="34" charset="0"/>
              </a:defRPr>
            </a:lvl1pPr>
          </a:lstStyle>
          <a:p>
            <a:pPr lvl="0"/>
            <a:r>
              <a:rPr lang="en-US"/>
              <a:t>Click to edit Master text styles</a:t>
            </a:r>
          </a:p>
        </p:txBody>
      </p:sp>
    </p:spTree>
    <p:extLst>
      <p:ext uri="{BB962C8B-B14F-4D97-AF65-F5344CB8AC3E}">
        <p14:creationId xmlns:p14="http://schemas.microsoft.com/office/powerpoint/2010/main" val="4266055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Half Image - Light">
    <p:spTree>
      <p:nvGrpSpPr>
        <p:cNvPr id="1" name=""/>
        <p:cNvGrpSpPr/>
        <p:nvPr/>
      </p:nvGrpSpPr>
      <p:grpSpPr>
        <a:xfrm>
          <a:off x="0" y="0"/>
          <a:ext cx="0" cy="0"/>
          <a:chOff x="0" y="0"/>
          <a:chExt cx="0" cy="0"/>
        </a:xfrm>
      </p:grpSpPr>
      <p:pic>
        <p:nvPicPr>
          <p:cNvPr id="26" name="Graphic 25">
            <a:extLst>
              <a:ext uri="{FF2B5EF4-FFF2-40B4-BE49-F238E27FC236}">
                <a16:creationId xmlns:a16="http://schemas.microsoft.com/office/drawing/2014/main" id="{EC8D6301-82DA-9C18-68FC-4279A75663BD}"/>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5188" y="317650"/>
            <a:ext cx="2881660" cy="1082672"/>
          </a:xfrm>
          <a:prstGeom prst="rect">
            <a:avLst/>
          </a:prstGeom>
        </p:spPr>
      </p:pic>
      <p:sp>
        <p:nvSpPr>
          <p:cNvPr id="4" name="Title 1">
            <a:extLst>
              <a:ext uri="{FF2B5EF4-FFF2-40B4-BE49-F238E27FC236}">
                <a16:creationId xmlns:a16="http://schemas.microsoft.com/office/drawing/2014/main" id="{F02C194C-2167-463C-2D56-9EF334BEF112}"/>
              </a:ext>
            </a:extLst>
          </p:cNvPr>
          <p:cNvSpPr>
            <a:spLocks noGrp="1"/>
          </p:cNvSpPr>
          <p:nvPr>
            <p:ph type="ctrTitle" hasCustomPrompt="1"/>
          </p:nvPr>
        </p:nvSpPr>
        <p:spPr>
          <a:xfrm>
            <a:off x="601980" y="2164081"/>
            <a:ext cx="6430588" cy="2604176"/>
          </a:xfrm>
        </p:spPr>
        <p:txBody>
          <a:bodyPr anchor="ctr">
            <a:noAutofit/>
          </a:bodyPr>
          <a:lstStyle>
            <a:lvl1pPr algn="l">
              <a:defRPr sz="5760">
                <a:solidFill>
                  <a:schemeClr val="tx1"/>
                </a:solidFill>
              </a:defRPr>
            </a:lvl1pPr>
          </a:lstStyle>
          <a:p>
            <a:r>
              <a:rPr lang="en-US"/>
              <a:t>Click To Edit Master Title Style</a:t>
            </a:r>
          </a:p>
        </p:txBody>
      </p:sp>
      <p:sp>
        <p:nvSpPr>
          <p:cNvPr id="5" name="Subtitle 2">
            <a:extLst>
              <a:ext uri="{FF2B5EF4-FFF2-40B4-BE49-F238E27FC236}">
                <a16:creationId xmlns:a16="http://schemas.microsoft.com/office/drawing/2014/main" id="{074F4C90-FB68-4591-7579-3DC050EF8679}"/>
              </a:ext>
            </a:extLst>
          </p:cNvPr>
          <p:cNvSpPr>
            <a:spLocks noGrp="1"/>
          </p:cNvSpPr>
          <p:nvPr>
            <p:ph type="subTitle" idx="1"/>
          </p:nvPr>
        </p:nvSpPr>
        <p:spPr>
          <a:xfrm>
            <a:off x="601980" y="4878748"/>
            <a:ext cx="6430589" cy="1986914"/>
          </a:xfrm>
        </p:spPr>
        <p:txBody>
          <a:bodyPr>
            <a:noAutofit/>
          </a:bodyPr>
          <a:lstStyle>
            <a:lvl1pPr marL="0" indent="0" algn="l">
              <a:buNone/>
              <a:defRPr sz="2880">
                <a:solidFill>
                  <a:schemeClr val="tx1"/>
                </a:solidFill>
              </a:defRPr>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p>
        </p:txBody>
      </p:sp>
      <p:sp>
        <p:nvSpPr>
          <p:cNvPr id="7" name="Text Placeholder 4">
            <a:extLst>
              <a:ext uri="{FF2B5EF4-FFF2-40B4-BE49-F238E27FC236}">
                <a16:creationId xmlns:a16="http://schemas.microsoft.com/office/drawing/2014/main" id="{A2EF5E5F-34DB-85E8-6CEC-189B4E724A2E}"/>
              </a:ext>
            </a:extLst>
          </p:cNvPr>
          <p:cNvSpPr>
            <a:spLocks noGrp="1"/>
          </p:cNvSpPr>
          <p:nvPr>
            <p:ph type="body" sz="quarter" idx="14"/>
          </p:nvPr>
        </p:nvSpPr>
        <p:spPr>
          <a:xfrm>
            <a:off x="601980" y="7114232"/>
            <a:ext cx="6713220" cy="311458"/>
          </a:xfrm>
        </p:spPr>
        <p:txBody>
          <a:bodyPr anchor="b">
            <a:noAutofit/>
          </a:bodyPr>
          <a:lstStyle>
            <a:lvl1pPr marL="0" indent="0">
              <a:buNone/>
              <a:defRPr sz="1680" b="0" i="0">
                <a:latin typeface="PP Neue Machina Plain" pitchFamily="2" charset="77"/>
              </a:defRPr>
            </a:lvl1pPr>
          </a:lstStyle>
          <a:p>
            <a:pPr lvl="0"/>
            <a:r>
              <a:rPr lang="en-US"/>
              <a:t>Click to edit Master text styles</a:t>
            </a:r>
          </a:p>
        </p:txBody>
      </p:sp>
      <p:sp>
        <p:nvSpPr>
          <p:cNvPr id="2" name="Picture Placeholder 19">
            <a:extLst>
              <a:ext uri="{FF2B5EF4-FFF2-40B4-BE49-F238E27FC236}">
                <a16:creationId xmlns:a16="http://schemas.microsoft.com/office/drawing/2014/main" id="{B6261D19-82A3-363D-45DC-0106B0CD781D}"/>
              </a:ext>
            </a:extLst>
          </p:cNvPr>
          <p:cNvSpPr>
            <a:spLocks noGrp="1"/>
          </p:cNvSpPr>
          <p:nvPr>
            <p:ph type="pic" sz="quarter" idx="15"/>
          </p:nvPr>
        </p:nvSpPr>
        <p:spPr>
          <a:xfrm>
            <a:off x="6805066" y="-11798"/>
            <a:ext cx="7836416" cy="8263567"/>
          </a:xfrm>
          <a:custGeom>
            <a:avLst/>
            <a:gdLst>
              <a:gd name="connsiteX0" fmla="*/ 0 w 7684893"/>
              <a:gd name="connsiteY0" fmla="*/ 0 h 6867833"/>
              <a:gd name="connsiteX1" fmla="*/ 7684893 w 7684893"/>
              <a:gd name="connsiteY1" fmla="*/ 0 h 6867833"/>
              <a:gd name="connsiteX2" fmla="*/ 7684893 w 7684893"/>
              <a:gd name="connsiteY2" fmla="*/ 6867833 h 6867833"/>
              <a:gd name="connsiteX3" fmla="*/ 1362937 w 7684893"/>
              <a:gd name="connsiteY3" fmla="*/ 6867833 h 6867833"/>
              <a:gd name="connsiteX4" fmla="*/ 1492418 w 7684893"/>
              <a:gd name="connsiteY4" fmla="*/ 6028059 h 6867833"/>
              <a:gd name="connsiteX5" fmla="*/ 1502988 w 7684893"/>
              <a:gd name="connsiteY5" fmla="*/ 6018315 h 6867833"/>
              <a:gd name="connsiteX6" fmla="*/ 0 w 7684893"/>
              <a:gd name="connsiteY6" fmla="*/ 3 h 6867833"/>
              <a:gd name="connsiteX0" fmla="*/ 0 w 7684893"/>
              <a:gd name="connsiteY0" fmla="*/ 0 h 6867833"/>
              <a:gd name="connsiteX1" fmla="*/ 6788966 w 7684893"/>
              <a:gd name="connsiteY1" fmla="*/ 9236 h 6867833"/>
              <a:gd name="connsiteX2" fmla="*/ 7684893 w 7684893"/>
              <a:gd name="connsiteY2" fmla="*/ 6867833 h 6867833"/>
              <a:gd name="connsiteX3" fmla="*/ 1362937 w 7684893"/>
              <a:gd name="connsiteY3" fmla="*/ 6867833 h 6867833"/>
              <a:gd name="connsiteX4" fmla="*/ 1492418 w 7684893"/>
              <a:gd name="connsiteY4" fmla="*/ 6028059 h 6867833"/>
              <a:gd name="connsiteX5" fmla="*/ 1502988 w 7684893"/>
              <a:gd name="connsiteY5" fmla="*/ 6018315 h 6867833"/>
              <a:gd name="connsiteX6" fmla="*/ 0 w 7684893"/>
              <a:gd name="connsiteY6" fmla="*/ 3 h 6867833"/>
              <a:gd name="connsiteX7" fmla="*/ 0 w 7684893"/>
              <a:gd name="connsiteY7" fmla="*/ 0 h 6867833"/>
              <a:gd name="connsiteX0" fmla="*/ 0 w 6835148"/>
              <a:gd name="connsiteY0" fmla="*/ 0 h 6867833"/>
              <a:gd name="connsiteX1" fmla="*/ 6788966 w 6835148"/>
              <a:gd name="connsiteY1" fmla="*/ 9236 h 6867833"/>
              <a:gd name="connsiteX2" fmla="*/ 6835148 w 6835148"/>
              <a:gd name="connsiteY2" fmla="*/ 6867833 h 6867833"/>
              <a:gd name="connsiteX3" fmla="*/ 1362937 w 6835148"/>
              <a:gd name="connsiteY3" fmla="*/ 6867833 h 6867833"/>
              <a:gd name="connsiteX4" fmla="*/ 1492418 w 6835148"/>
              <a:gd name="connsiteY4" fmla="*/ 6028059 h 6867833"/>
              <a:gd name="connsiteX5" fmla="*/ 1502988 w 6835148"/>
              <a:gd name="connsiteY5" fmla="*/ 6018315 h 6867833"/>
              <a:gd name="connsiteX6" fmla="*/ 0 w 6835148"/>
              <a:gd name="connsiteY6" fmla="*/ 3 h 6867833"/>
              <a:gd name="connsiteX7" fmla="*/ 0 w 6835148"/>
              <a:gd name="connsiteY7" fmla="*/ 0 h 6867833"/>
              <a:gd name="connsiteX0" fmla="*/ 0 w 6835148"/>
              <a:gd name="connsiteY0" fmla="*/ 0 h 6867833"/>
              <a:gd name="connsiteX1" fmla="*/ 5948456 w 6835148"/>
              <a:gd name="connsiteY1" fmla="*/ 267854 h 6867833"/>
              <a:gd name="connsiteX2" fmla="*/ 6835148 w 6835148"/>
              <a:gd name="connsiteY2" fmla="*/ 6867833 h 6867833"/>
              <a:gd name="connsiteX3" fmla="*/ 1362937 w 6835148"/>
              <a:gd name="connsiteY3" fmla="*/ 6867833 h 6867833"/>
              <a:gd name="connsiteX4" fmla="*/ 1492418 w 6835148"/>
              <a:gd name="connsiteY4" fmla="*/ 6028059 h 6867833"/>
              <a:gd name="connsiteX5" fmla="*/ 1502988 w 6835148"/>
              <a:gd name="connsiteY5" fmla="*/ 6018315 h 6867833"/>
              <a:gd name="connsiteX6" fmla="*/ 0 w 6835148"/>
              <a:gd name="connsiteY6" fmla="*/ 3 h 6867833"/>
              <a:gd name="connsiteX7" fmla="*/ 0 w 6835148"/>
              <a:gd name="connsiteY7" fmla="*/ 0 h 6867833"/>
              <a:gd name="connsiteX0" fmla="*/ 0 w 6835148"/>
              <a:gd name="connsiteY0" fmla="*/ 0 h 6867833"/>
              <a:gd name="connsiteX1" fmla="*/ 6530347 w 6835148"/>
              <a:gd name="connsiteY1" fmla="*/ 18472 h 6867833"/>
              <a:gd name="connsiteX2" fmla="*/ 6835148 w 6835148"/>
              <a:gd name="connsiteY2" fmla="*/ 6867833 h 6867833"/>
              <a:gd name="connsiteX3" fmla="*/ 1362937 w 6835148"/>
              <a:gd name="connsiteY3" fmla="*/ 6867833 h 6867833"/>
              <a:gd name="connsiteX4" fmla="*/ 1492418 w 6835148"/>
              <a:gd name="connsiteY4" fmla="*/ 6028059 h 6867833"/>
              <a:gd name="connsiteX5" fmla="*/ 1502988 w 6835148"/>
              <a:gd name="connsiteY5" fmla="*/ 6018315 h 6867833"/>
              <a:gd name="connsiteX6" fmla="*/ 0 w 6835148"/>
              <a:gd name="connsiteY6" fmla="*/ 3 h 6867833"/>
              <a:gd name="connsiteX7" fmla="*/ 0 w 6835148"/>
              <a:gd name="connsiteY7" fmla="*/ 0 h 6867833"/>
              <a:gd name="connsiteX0" fmla="*/ 0 w 6530347"/>
              <a:gd name="connsiteY0" fmla="*/ 0 h 6867833"/>
              <a:gd name="connsiteX1" fmla="*/ 6530347 w 6530347"/>
              <a:gd name="connsiteY1" fmla="*/ 18472 h 6867833"/>
              <a:gd name="connsiteX2" fmla="*/ 6345621 w 6530347"/>
              <a:gd name="connsiteY2" fmla="*/ 6812415 h 6867833"/>
              <a:gd name="connsiteX3" fmla="*/ 1362937 w 6530347"/>
              <a:gd name="connsiteY3" fmla="*/ 6867833 h 6867833"/>
              <a:gd name="connsiteX4" fmla="*/ 1492418 w 6530347"/>
              <a:gd name="connsiteY4" fmla="*/ 6028059 h 6867833"/>
              <a:gd name="connsiteX5" fmla="*/ 1502988 w 6530347"/>
              <a:gd name="connsiteY5" fmla="*/ 6018315 h 6867833"/>
              <a:gd name="connsiteX6" fmla="*/ 0 w 6530347"/>
              <a:gd name="connsiteY6" fmla="*/ 3 h 6867833"/>
              <a:gd name="connsiteX7" fmla="*/ 0 w 6530347"/>
              <a:gd name="connsiteY7" fmla="*/ 0 h 6867833"/>
              <a:gd name="connsiteX0" fmla="*/ 0 w 6530347"/>
              <a:gd name="connsiteY0" fmla="*/ 0 h 6886306"/>
              <a:gd name="connsiteX1" fmla="*/ 6530347 w 6530347"/>
              <a:gd name="connsiteY1" fmla="*/ 18472 h 6886306"/>
              <a:gd name="connsiteX2" fmla="*/ 6521112 w 6530347"/>
              <a:gd name="connsiteY2" fmla="*/ 6886306 h 6886306"/>
              <a:gd name="connsiteX3" fmla="*/ 1362937 w 6530347"/>
              <a:gd name="connsiteY3" fmla="*/ 6867833 h 6886306"/>
              <a:gd name="connsiteX4" fmla="*/ 1492418 w 6530347"/>
              <a:gd name="connsiteY4" fmla="*/ 6028059 h 6886306"/>
              <a:gd name="connsiteX5" fmla="*/ 1502988 w 6530347"/>
              <a:gd name="connsiteY5" fmla="*/ 6018315 h 6886306"/>
              <a:gd name="connsiteX6" fmla="*/ 0 w 6530347"/>
              <a:gd name="connsiteY6" fmla="*/ 3 h 6886306"/>
              <a:gd name="connsiteX7" fmla="*/ 0 w 6530347"/>
              <a:gd name="connsiteY7" fmla="*/ 0 h 6886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30347" h="6886306">
                <a:moveTo>
                  <a:pt x="0" y="0"/>
                </a:moveTo>
                <a:lnTo>
                  <a:pt x="6530347" y="18472"/>
                </a:lnTo>
                <a:cubicBezTo>
                  <a:pt x="6527269" y="2307750"/>
                  <a:pt x="6524190" y="4597028"/>
                  <a:pt x="6521112" y="6886306"/>
                </a:cubicBezTo>
                <a:lnTo>
                  <a:pt x="1362937" y="6867833"/>
                </a:lnTo>
                <a:lnTo>
                  <a:pt x="1492418" y="6028059"/>
                </a:lnTo>
                <a:lnTo>
                  <a:pt x="1502988" y="6018315"/>
                </a:lnTo>
                <a:lnTo>
                  <a:pt x="0" y="3"/>
                </a:lnTo>
                <a:lnTo>
                  <a:pt x="0" y="0"/>
                </a:lnTo>
                <a:close/>
              </a:path>
            </a:pathLst>
          </a:custGeom>
          <a:noFill/>
        </p:spPr>
        <p:txBody>
          <a:bodyPr wrap="square" anchor="ctr">
            <a:noAutofit/>
          </a:bodyPr>
          <a:lstStyle>
            <a:lvl1pPr marL="0" indent="0" algn="ctr">
              <a:buNone/>
              <a:defRPr b="0" i="0"/>
            </a:lvl1pPr>
          </a:lstStyle>
          <a:p>
            <a:r>
              <a:rPr lang="en-US"/>
              <a:t>Click icon to add picture</a:t>
            </a:r>
            <a:endParaRPr lang="de-DE"/>
          </a:p>
        </p:txBody>
      </p:sp>
    </p:spTree>
    <p:extLst>
      <p:ext uri="{BB962C8B-B14F-4D97-AF65-F5344CB8AC3E}">
        <p14:creationId xmlns:p14="http://schemas.microsoft.com/office/powerpoint/2010/main" val="1476059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6418-9B91-0A3B-C2C9-EDC6E679B575}"/>
              </a:ext>
            </a:extLst>
          </p:cNvPr>
          <p:cNvSpPr>
            <a:spLocks noGrp="1"/>
          </p:cNvSpPr>
          <p:nvPr>
            <p:ph type="ctrTitle" hasCustomPrompt="1"/>
          </p:nvPr>
        </p:nvSpPr>
        <p:spPr>
          <a:xfrm>
            <a:off x="601980" y="1618211"/>
            <a:ext cx="12771396" cy="2386099"/>
          </a:xfrm>
        </p:spPr>
        <p:txBody>
          <a:bodyPr anchor="ctr">
            <a:noAutofit/>
          </a:bodyPr>
          <a:lstStyle>
            <a:lvl1pPr algn="l">
              <a:defRPr sz="5760"/>
            </a:lvl1pPr>
          </a:lstStyle>
          <a:p>
            <a:r>
              <a:rPr lang="en-US"/>
              <a:t>Click To Edit Master Title Style</a:t>
            </a:r>
          </a:p>
        </p:txBody>
      </p:sp>
      <p:sp>
        <p:nvSpPr>
          <p:cNvPr id="3" name="Subtitle 2">
            <a:extLst>
              <a:ext uri="{FF2B5EF4-FFF2-40B4-BE49-F238E27FC236}">
                <a16:creationId xmlns:a16="http://schemas.microsoft.com/office/drawing/2014/main" id="{16502C2A-CFCA-9D76-87CA-E72B0507C896}"/>
              </a:ext>
            </a:extLst>
          </p:cNvPr>
          <p:cNvSpPr>
            <a:spLocks noGrp="1"/>
          </p:cNvSpPr>
          <p:nvPr>
            <p:ph type="subTitle" idx="1"/>
          </p:nvPr>
        </p:nvSpPr>
        <p:spPr>
          <a:xfrm>
            <a:off x="601980" y="4114800"/>
            <a:ext cx="12771397" cy="1986914"/>
          </a:xfrm>
        </p:spPr>
        <p:txBody>
          <a:bodyPr>
            <a:noAutofit/>
          </a:bodyPr>
          <a:lstStyle>
            <a:lvl1pPr marL="0" indent="0" algn="l">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p>
        </p:txBody>
      </p:sp>
      <p:pic>
        <p:nvPicPr>
          <p:cNvPr id="26" name="Graphic 25">
            <a:extLst>
              <a:ext uri="{FF2B5EF4-FFF2-40B4-BE49-F238E27FC236}">
                <a16:creationId xmlns:a16="http://schemas.microsoft.com/office/drawing/2014/main" id="{EC8D6301-82DA-9C18-68FC-4279A75663BD}"/>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5188" y="317650"/>
            <a:ext cx="2881660" cy="1082672"/>
          </a:xfrm>
          <a:prstGeom prst="rect">
            <a:avLst/>
          </a:prstGeom>
        </p:spPr>
      </p:pic>
      <p:sp>
        <p:nvSpPr>
          <p:cNvPr id="7" name="Text Placeholder 4">
            <a:extLst>
              <a:ext uri="{FF2B5EF4-FFF2-40B4-BE49-F238E27FC236}">
                <a16:creationId xmlns:a16="http://schemas.microsoft.com/office/drawing/2014/main" id="{A755A7E8-EBA9-7CA1-036C-7254799ACEA2}"/>
              </a:ext>
            </a:extLst>
          </p:cNvPr>
          <p:cNvSpPr>
            <a:spLocks noGrp="1"/>
          </p:cNvSpPr>
          <p:nvPr>
            <p:ph type="body" sz="quarter" idx="14"/>
          </p:nvPr>
        </p:nvSpPr>
        <p:spPr>
          <a:xfrm>
            <a:off x="601980" y="7114232"/>
            <a:ext cx="6713220" cy="311458"/>
          </a:xfrm>
        </p:spPr>
        <p:txBody>
          <a:bodyPr anchor="b">
            <a:noAutofit/>
          </a:bodyPr>
          <a:lstStyle>
            <a:lvl1pPr marL="0" indent="0">
              <a:buNone/>
              <a:defRPr sz="1680" b="0" i="0">
                <a:latin typeface="PP Neue Machina Plain" pitchFamily="2" charset="77"/>
              </a:defRPr>
            </a:lvl1pPr>
          </a:lstStyle>
          <a:p>
            <a:pPr lvl="0"/>
            <a:r>
              <a:rPr lang="en-US"/>
              <a:t>Click to edit Master text styles</a:t>
            </a:r>
          </a:p>
        </p:txBody>
      </p:sp>
    </p:spTree>
    <p:extLst>
      <p:ext uri="{BB962C8B-B14F-4D97-AF65-F5344CB8AC3E}">
        <p14:creationId xmlns:p14="http://schemas.microsoft.com/office/powerpoint/2010/main" val="8302080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 Dar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6418-9B91-0A3B-C2C9-EDC6E679B575}"/>
              </a:ext>
            </a:extLst>
          </p:cNvPr>
          <p:cNvSpPr>
            <a:spLocks noGrp="1"/>
          </p:cNvSpPr>
          <p:nvPr>
            <p:ph type="ctrTitle" hasCustomPrompt="1"/>
          </p:nvPr>
        </p:nvSpPr>
        <p:spPr>
          <a:xfrm>
            <a:off x="601980" y="1701361"/>
            <a:ext cx="12771396" cy="2302949"/>
          </a:xfrm>
        </p:spPr>
        <p:txBody>
          <a:bodyPr anchor="ctr">
            <a:noAutofit/>
          </a:bodyPr>
          <a:lstStyle>
            <a:lvl1pPr algn="l">
              <a:defRPr sz="576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16502C2A-CFCA-9D76-87CA-E72B0507C896}"/>
              </a:ext>
            </a:extLst>
          </p:cNvPr>
          <p:cNvSpPr>
            <a:spLocks noGrp="1"/>
          </p:cNvSpPr>
          <p:nvPr>
            <p:ph type="subTitle" idx="1"/>
          </p:nvPr>
        </p:nvSpPr>
        <p:spPr>
          <a:xfrm>
            <a:off x="601980" y="4114800"/>
            <a:ext cx="12771397" cy="1986914"/>
          </a:xfrm>
        </p:spPr>
        <p:txBody>
          <a:bodyPr>
            <a:noAutofit/>
          </a:bodyPr>
          <a:lstStyle>
            <a:lvl1pPr marL="0" indent="0" algn="l">
              <a:buNone/>
              <a:defRPr sz="2880">
                <a:solidFill>
                  <a:schemeClr val="bg1"/>
                </a:solidFill>
              </a:defRPr>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p>
        </p:txBody>
      </p:sp>
      <p:pic>
        <p:nvPicPr>
          <p:cNvPr id="4" name="Graphic 3">
            <a:extLst>
              <a:ext uri="{FF2B5EF4-FFF2-40B4-BE49-F238E27FC236}">
                <a16:creationId xmlns:a16="http://schemas.microsoft.com/office/drawing/2014/main" id="{586102AD-CBA8-BCC0-08F5-A309A1343F6B}"/>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5196" y="317463"/>
            <a:ext cx="2881652" cy="1082671"/>
          </a:xfrm>
          <a:prstGeom prst="rect">
            <a:avLst/>
          </a:prstGeom>
        </p:spPr>
      </p:pic>
      <p:sp>
        <p:nvSpPr>
          <p:cNvPr id="8" name="Text Placeholder 4">
            <a:extLst>
              <a:ext uri="{FF2B5EF4-FFF2-40B4-BE49-F238E27FC236}">
                <a16:creationId xmlns:a16="http://schemas.microsoft.com/office/drawing/2014/main" id="{E12B2A4C-F3BE-C21A-6BD9-9D3AA5A27EA9}"/>
              </a:ext>
            </a:extLst>
          </p:cNvPr>
          <p:cNvSpPr>
            <a:spLocks noGrp="1"/>
          </p:cNvSpPr>
          <p:nvPr>
            <p:ph type="body" sz="quarter" idx="14"/>
          </p:nvPr>
        </p:nvSpPr>
        <p:spPr>
          <a:xfrm>
            <a:off x="601980" y="7114232"/>
            <a:ext cx="6713220" cy="311458"/>
          </a:xfrm>
        </p:spPr>
        <p:txBody>
          <a:bodyPr anchor="b">
            <a:noAutofit/>
          </a:bodyPr>
          <a:lstStyle>
            <a:lvl1pPr marL="0" indent="0">
              <a:buNone/>
              <a:defRPr sz="1680" b="0" i="0">
                <a:solidFill>
                  <a:schemeClr val="bg1"/>
                </a:solidFill>
                <a:latin typeface="PP Neue Machina Plain" pitchFamily="2" charset="77"/>
              </a:defRPr>
            </a:lvl1pPr>
          </a:lstStyle>
          <a:p>
            <a:pPr lvl="0"/>
            <a:r>
              <a:rPr lang="en-US"/>
              <a:t>Click to edit Master text styles</a:t>
            </a:r>
          </a:p>
        </p:txBody>
      </p:sp>
    </p:spTree>
    <p:extLst>
      <p:ext uri="{BB962C8B-B14F-4D97-AF65-F5344CB8AC3E}">
        <p14:creationId xmlns:p14="http://schemas.microsoft.com/office/powerpoint/2010/main" val="14441215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 Light">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13AE9919-8BE1-9B8D-8546-E7527B31B533}"/>
              </a:ext>
            </a:extLst>
          </p:cNvPr>
          <p:cNvSpPr>
            <a:spLocks noGrp="1"/>
          </p:cNvSpPr>
          <p:nvPr>
            <p:ph type="title" hasCustomPrompt="1"/>
          </p:nvPr>
        </p:nvSpPr>
        <p:spPr>
          <a:xfrm>
            <a:off x="619126" y="627371"/>
            <a:ext cx="12481733" cy="1401455"/>
          </a:xfrm>
          <a:prstGeom prst="rect">
            <a:avLst/>
          </a:prstGeom>
        </p:spPr>
        <p:txBody>
          <a:bodyPr vert="horz" lIns="0" tIns="0" rIns="0" bIns="0" rtlCol="0" anchor="t">
            <a:noAutofit/>
          </a:bodyPr>
          <a:lstStyle/>
          <a:p>
            <a:r>
              <a:rPr lang="en-US"/>
              <a:t>Click To Edit Master Title Style</a:t>
            </a:r>
          </a:p>
        </p:txBody>
      </p:sp>
      <p:sp>
        <p:nvSpPr>
          <p:cNvPr id="11" name="Text Placeholder 2">
            <a:extLst>
              <a:ext uri="{FF2B5EF4-FFF2-40B4-BE49-F238E27FC236}">
                <a16:creationId xmlns:a16="http://schemas.microsoft.com/office/drawing/2014/main" id="{F4448EE4-2573-E7C2-4A68-4368352B1F22}"/>
              </a:ext>
            </a:extLst>
          </p:cNvPr>
          <p:cNvSpPr>
            <a:spLocks noGrp="1"/>
          </p:cNvSpPr>
          <p:nvPr>
            <p:ph idx="1"/>
          </p:nvPr>
        </p:nvSpPr>
        <p:spPr>
          <a:xfrm>
            <a:off x="619125" y="2190750"/>
            <a:ext cx="6442403" cy="5221606"/>
          </a:xfrm>
          <a:prstGeom prst="rect">
            <a:avLst/>
          </a:prstGeom>
        </p:spPr>
        <p:txBody>
          <a:bodyPr vert="horz" lIns="0" tIns="0" rIns="0" bIns="0" rtlCol="0">
            <a:noAutofit/>
          </a:bodyPr>
          <a:lstStyle>
            <a:lvl1pPr marL="342900" indent="-342900">
              <a:buFont typeface="Arial" panose="020B0604020202020204" pitchFamily="34" charset="0"/>
              <a:buChar char="•"/>
              <a:defRPr>
                <a:solidFill>
                  <a:schemeClr val="tx1"/>
                </a:solidFill>
              </a:defRPr>
            </a:lvl1pPr>
            <a:lvl2pPr marL="891540" indent="-342900">
              <a:buFont typeface="Arial" panose="020B0604020202020204" pitchFamily="34" charset="0"/>
              <a:buChar char="•"/>
              <a:defRPr>
                <a:solidFill>
                  <a:schemeClr val="tx1"/>
                </a:solidFill>
              </a:defRPr>
            </a:lvl2pPr>
            <a:lvl3pPr marL="1440180" indent="-342900">
              <a:buFont typeface="Arial" panose="020B0604020202020204" pitchFamily="34" charset="0"/>
              <a:buChar char="•"/>
              <a:defRPr>
                <a:solidFill>
                  <a:schemeClr val="tx1"/>
                </a:solidFill>
              </a:defRPr>
            </a:lvl3pPr>
            <a:lvl4pPr marL="1645920" indent="0">
              <a:buNone/>
              <a:defRPr>
                <a:solidFill>
                  <a:schemeClr val="tx1"/>
                </a:solidFill>
              </a:defRPr>
            </a:lvl4pPr>
            <a:lvl5pPr marL="2194560" indent="0">
              <a:buNone/>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9" name="Graphic 8">
            <a:extLst>
              <a:ext uri="{FF2B5EF4-FFF2-40B4-BE49-F238E27FC236}">
                <a16:creationId xmlns:a16="http://schemas.microsoft.com/office/drawing/2014/main" id="{6CAA0438-05DA-2C07-4C8F-9B8FD318909D}"/>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06906" y="122629"/>
            <a:ext cx="808736" cy="1045440"/>
          </a:xfrm>
          <a:prstGeom prst="rect">
            <a:avLst/>
          </a:prstGeom>
        </p:spPr>
      </p:pic>
      <p:sp>
        <p:nvSpPr>
          <p:cNvPr id="3" name="Graphic 24">
            <a:extLst>
              <a:ext uri="{FF2B5EF4-FFF2-40B4-BE49-F238E27FC236}">
                <a16:creationId xmlns:a16="http://schemas.microsoft.com/office/drawing/2014/main" id="{E392B72E-8D58-C335-D150-E580FFE46F0B}"/>
              </a:ext>
            </a:extLst>
          </p:cNvPr>
          <p:cNvSpPr/>
          <p:nvPr/>
        </p:nvSpPr>
        <p:spPr>
          <a:xfrm>
            <a:off x="0" y="1"/>
            <a:ext cx="146122" cy="2351315"/>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4"/>
          </a:solidFill>
          <a:ln w="20108" cap="flat">
            <a:noFill/>
            <a:prstDash val="solid"/>
            <a:miter/>
          </a:ln>
        </p:spPr>
        <p:txBody>
          <a:bodyPr rtlCol="0" anchor="ctr"/>
          <a:lstStyle/>
          <a:p>
            <a:endParaRPr lang="en-US" sz="2160"/>
          </a:p>
        </p:txBody>
      </p:sp>
      <p:sp>
        <p:nvSpPr>
          <p:cNvPr id="4" name="Graphic 26">
            <a:extLst>
              <a:ext uri="{FF2B5EF4-FFF2-40B4-BE49-F238E27FC236}">
                <a16:creationId xmlns:a16="http://schemas.microsoft.com/office/drawing/2014/main" id="{C42BFD39-B3DF-6DA7-8890-ABEA1009988D}"/>
              </a:ext>
            </a:extLst>
          </p:cNvPr>
          <p:cNvSpPr/>
          <p:nvPr/>
        </p:nvSpPr>
        <p:spPr>
          <a:xfrm>
            <a:off x="14484278" y="6009758"/>
            <a:ext cx="146122" cy="2351315"/>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4"/>
          </a:solidFill>
          <a:ln w="20108" cap="flat">
            <a:noFill/>
            <a:prstDash val="solid"/>
            <a:miter/>
          </a:ln>
        </p:spPr>
        <p:txBody>
          <a:bodyPr rtlCol="0" anchor="ctr"/>
          <a:lstStyle/>
          <a:p>
            <a:endParaRPr lang="en-US" sz="2160"/>
          </a:p>
        </p:txBody>
      </p:sp>
    </p:spTree>
    <p:extLst>
      <p:ext uri="{BB962C8B-B14F-4D97-AF65-F5344CB8AC3E}">
        <p14:creationId xmlns:p14="http://schemas.microsoft.com/office/powerpoint/2010/main" val="1015264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 Dark">
    <p:bg>
      <p:bgRef idx="1001">
        <a:schemeClr val="bg1"/>
      </p:bgRef>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13AE9919-8BE1-9B8D-8546-E7527B31B533}"/>
              </a:ext>
            </a:extLst>
          </p:cNvPr>
          <p:cNvSpPr>
            <a:spLocks noGrp="1"/>
          </p:cNvSpPr>
          <p:nvPr>
            <p:ph type="title" hasCustomPrompt="1"/>
          </p:nvPr>
        </p:nvSpPr>
        <p:spPr>
          <a:xfrm>
            <a:off x="619126" y="627371"/>
            <a:ext cx="12470648" cy="1401455"/>
          </a:xfrm>
          <a:prstGeom prst="rect">
            <a:avLst/>
          </a:prstGeom>
        </p:spPr>
        <p:txBody>
          <a:bodyPr vert="horz" lIns="0" tIns="0" rIns="0" bIns="0" rtlCol="0" anchor="t">
            <a:noAutofit/>
          </a:bodyPr>
          <a:lstStyle>
            <a:lvl1pPr>
              <a:defRPr>
                <a:solidFill>
                  <a:schemeClr val="tx1"/>
                </a:solidFill>
              </a:defRPr>
            </a:lvl1pPr>
          </a:lstStyle>
          <a:p>
            <a:r>
              <a:rPr lang="en-US"/>
              <a:t>Click To Edit Master Title Style</a:t>
            </a:r>
          </a:p>
        </p:txBody>
      </p:sp>
      <p:sp>
        <p:nvSpPr>
          <p:cNvPr id="2" name="Text Placeholder 2">
            <a:extLst>
              <a:ext uri="{FF2B5EF4-FFF2-40B4-BE49-F238E27FC236}">
                <a16:creationId xmlns:a16="http://schemas.microsoft.com/office/drawing/2014/main" id="{A0EED260-7019-6FC1-01E9-9EE54D59D468}"/>
              </a:ext>
            </a:extLst>
          </p:cNvPr>
          <p:cNvSpPr>
            <a:spLocks noGrp="1"/>
          </p:cNvSpPr>
          <p:nvPr>
            <p:ph idx="1"/>
          </p:nvPr>
        </p:nvSpPr>
        <p:spPr>
          <a:xfrm>
            <a:off x="619125" y="2190750"/>
            <a:ext cx="6442403" cy="5221606"/>
          </a:xfrm>
          <a:prstGeom prst="rect">
            <a:avLst/>
          </a:prstGeom>
        </p:spPr>
        <p:txBody>
          <a:bodyPr vert="horz" lIns="0" tIns="0" rIns="0" bIns="0" rtlCol="0">
            <a:noAutofit/>
          </a:bodyPr>
          <a:lstStyle>
            <a:lvl1pPr marL="342900" indent="-342900">
              <a:buFont typeface="Arial" panose="020B0604020202020204" pitchFamily="34" charset="0"/>
              <a:buChar char="•"/>
              <a:defRPr>
                <a:solidFill>
                  <a:schemeClr val="tx1"/>
                </a:solidFill>
              </a:defRPr>
            </a:lvl1pPr>
            <a:lvl2pPr marL="891540" indent="-342900">
              <a:buFont typeface="Arial" panose="020B0604020202020204" pitchFamily="34" charset="0"/>
              <a:buChar char="•"/>
              <a:defRPr>
                <a:solidFill>
                  <a:schemeClr val="tx1"/>
                </a:solidFill>
              </a:defRPr>
            </a:lvl2pPr>
            <a:lvl3pPr marL="1440180" indent="-342900">
              <a:buFont typeface="Arial" panose="020B0604020202020204" pitchFamily="34" charset="0"/>
              <a:buChar char="•"/>
              <a:defRPr>
                <a:solidFill>
                  <a:schemeClr val="tx1"/>
                </a:solidFill>
              </a:defRPr>
            </a:lvl3pPr>
            <a:lvl4pPr marL="1645920" indent="0">
              <a:buNone/>
              <a:defRPr>
                <a:solidFill>
                  <a:schemeClr val="bg1"/>
                </a:solidFill>
              </a:defRPr>
            </a:lvl4pPr>
            <a:lvl5pPr marL="2194560" indent="0">
              <a:buNone/>
              <a:defRPr>
                <a:solidFill>
                  <a:schemeClr val="bg1"/>
                </a:solidFill>
              </a:defRPr>
            </a:lvl5pPr>
          </a:lstStyle>
          <a:p>
            <a:pPr lvl="0"/>
            <a:r>
              <a:rPr lang="en-US"/>
              <a:t>Click to edit Master text styles</a:t>
            </a:r>
          </a:p>
          <a:p>
            <a:pPr lvl="1"/>
            <a:r>
              <a:rPr lang="en-US"/>
              <a:t>Second level</a:t>
            </a:r>
          </a:p>
          <a:p>
            <a:pPr lvl="2"/>
            <a:r>
              <a:rPr lang="en-US"/>
              <a:t>Third level</a:t>
            </a:r>
          </a:p>
        </p:txBody>
      </p:sp>
      <p:pic>
        <p:nvPicPr>
          <p:cNvPr id="10" name="Graphic 9">
            <a:extLst>
              <a:ext uri="{FF2B5EF4-FFF2-40B4-BE49-F238E27FC236}">
                <a16:creationId xmlns:a16="http://schemas.microsoft.com/office/drawing/2014/main" id="{01B65B26-3053-5450-8EF6-6843E014EEAB}"/>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06905" y="122629"/>
            <a:ext cx="808736" cy="1045440"/>
          </a:xfrm>
          <a:prstGeom prst="rect">
            <a:avLst/>
          </a:prstGeom>
        </p:spPr>
      </p:pic>
      <p:sp>
        <p:nvSpPr>
          <p:cNvPr id="3" name="Graphic 24">
            <a:extLst>
              <a:ext uri="{FF2B5EF4-FFF2-40B4-BE49-F238E27FC236}">
                <a16:creationId xmlns:a16="http://schemas.microsoft.com/office/drawing/2014/main" id="{A16E386D-4835-4F4A-26AF-C5859D9EAA28}"/>
              </a:ext>
            </a:extLst>
          </p:cNvPr>
          <p:cNvSpPr/>
          <p:nvPr/>
        </p:nvSpPr>
        <p:spPr>
          <a:xfrm>
            <a:off x="0" y="1"/>
            <a:ext cx="146122" cy="2351315"/>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1">
              <a:lumMod val="60000"/>
              <a:lumOff val="40000"/>
            </a:schemeClr>
          </a:solidFill>
          <a:ln w="20108" cap="flat">
            <a:noFill/>
            <a:prstDash val="solid"/>
            <a:miter/>
          </a:ln>
        </p:spPr>
        <p:txBody>
          <a:bodyPr rtlCol="0" anchor="ctr"/>
          <a:lstStyle/>
          <a:p>
            <a:endParaRPr lang="en-US" sz="2160"/>
          </a:p>
        </p:txBody>
      </p:sp>
      <p:sp>
        <p:nvSpPr>
          <p:cNvPr id="4" name="Graphic 26">
            <a:extLst>
              <a:ext uri="{FF2B5EF4-FFF2-40B4-BE49-F238E27FC236}">
                <a16:creationId xmlns:a16="http://schemas.microsoft.com/office/drawing/2014/main" id="{AA3953B6-756F-1907-7E27-B7318A10D91B}"/>
              </a:ext>
            </a:extLst>
          </p:cNvPr>
          <p:cNvSpPr/>
          <p:nvPr/>
        </p:nvSpPr>
        <p:spPr>
          <a:xfrm>
            <a:off x="14484278" y="6009758"/>
            <a:ext cx="146122" cy="2351315"/>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1">
              <a:lumMod val="60000"/>
              <a:lumOff val="40000"/>
            </a:schemeClr>
          </a:solidFill>
          <a:ln w="20108" cap="flat">
            <a:noFill/>
            <a:prstDash val="solid"/>
            <a:miter/>
          </a:ln>
        </p:spPr>
        <p:txBody>
          <a:bodyPr rtlCol="0" anchor="ctr"/>
          <a:lstStyle/>
          <a:p>
            <a:endParaRPr lang="en-US" sz="2160"/>
          </a:p>
        </p:txBody>
      </p:sp>
    </p:spTree>
    <p:extLst>
      <p:ext uri="{BB962C8B-B14F-4D97-AF65-F5344CB8AC3E}">
        <p14:creationId xmlns:p14="http://schemas.microsoft.com/office/powerpoint/2010/main" val="533765697"/>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ustom Layout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D5C5E-A17F-962C-C2C4-ED4C1F590332}"/>
              </a:ext>
            </a:extLst>
          </p:cNvPr>
          <p:cNvSpPr>
            <a:spLocks noGrp="1"/>
          </p:cNvSpPr>
          <p:nvPr>
            <p:ph type="title"/>
          </p:nvPr>
        </p:nvSpPr>
        <p:spPr/>
        <p:txBody>
          <a:bodyPr/>
          <a:lstStyle/>
          <a:p>
            <a:r>
              <a:rPr lang="en-US"/>
              <a:t>Click to edit Master title style</a:t>
            </a:r>
          </a:p>
        </p:txBody>
      </p:sp>
      <p:pic>
        <p:nvPicPr>
          <p:cNvPr id="3" name="Graphic 2">
            <a:extLst>
              <a:ext uri="{FF2B5EF4-FFF2-40B4-BE49-F238E27FC236}">
                <a16:creationId xmlns:a16="http://schemas.microsoft.com/office/drawing/2014/main" id="{D9C99592-4018-6B04-1A65-43DD4E25E5FB}"/>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06906" y="122629"/>
            <a:ext cx="808736" cy="1045440"/>
          </a:xfrm>
          <a:prstGeom prst="rect">
            <a:avLst/>
          </a:prstGeom>
        </p:spPr>
      </p:pic>
    </p:spTree>
    <p:extLst>
      <p:ext uri="{BB962C8B-B14F-4D97-AF65-F5344CB8AC3E}">
        <p14:creationId xmlns:p14="http://schemas.microsoft.com/office/powerpoint/2010/main" val="35035902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ustom Layou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D5C5E-A17F-962C-C2C4-ED4C1F590332}"/>
              </a:ext>
            </a:extLst>
          </p:cNvPr>
          <p:cNvSpPr>
            <a:spLocks noGrp="1"/>
          </p:cNvSpPr>
          <p:nvPr>
            <p:ph type="title"/>
          </p:nvPr>
        </p:nvSpPr>
        <p:spPr/>
        <p:txBody>
          <a:bodyPr/>
          <a:lstStyle/>
          <a:p>
            <a:r>
              <a:rPr lang="en-US"/>
              <a:t>Click to edit Master title style</a:t>
            </a:r>
          </a:p>
        </p:txBody>
      </p:sp>
      <p:pic>
        <p:nvPicPr>
          <p:cNvPr id="3" name="Graphic 2">
            <a:extLst>
              <a:ext uri="{FF2B5EF4-FFF2-40B4-BE49-F238E27FC236}">
                <a16:creationId xmlns:a16="http://schemas.microsoft.com/office/drawing/2014/main" id="{02C1457C-7E62-CA9A-9870-442403534F08}"/>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06905" y="122629"/>
            <a:ext cx="808736" cy="1045440"/>
          </a:xfrm>
          <a:prstGeom prst="rect">
            <a:avLst/>
          </a:prstGeom>
        </p:spPr>
      </p:pic>
    </p:spTree>
    <p:extLst>
      <p:ext uri="{BB962C8B-B14F-4D97-AF65-F5344CB8AC3E}">
        <p14:creationId xmlns:p14="http://schemas.microsoft.com/office/powerpoint/2010/main" val="3640585896"/>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e Content - Light">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13AE9919-8BE1-9B8D-8546-E7527B31B533}"/>
              </a:ext>
            </a:extLst>
          </p:cNvPr>
          <p:cNvSpPr>
            <a:spLocks noGrp="1"/>
          </p:cNvSpPr>
          <p:nvPr>
            <p:ph type="title" hasCustomPrompt="1"/>
          </p:nvPr>
        </p:nvSpPr>
        <p:spPr>
          <a:xfrm>
            <a:off x="428215" y="196641"/>
            <a:ext cx="12434108" cy="682736"/>
          </a:xfrm>
          <a:prstGeom prst="rect">
            <a:avLst/>
          </a:prstGeom>
        </p:spPr>
        <p:txBody>
          <a:bodyPr vert="horz" lIns="0" tIns="0" rIns="0" bIns="0" rtlCol="0" anchor="ctr">
            <a:noAutofit/>
          </a:bodyPr>
          <a:lstStyle>
            <a:lvl1pPr>
              <a:defRPr sz="3360"/>
            </a:lvl1pPr>
          </a:lstStyle>
          <a:p>
            <a:r>
              <a:rPr lang="en-US"/>
              <a:t>Click To Edit Master Title Style</a:t>
            </a:r>
          </a:p>
        </p:txBody>
      </p:sp>
      <p:pic>
        <p:nvPicPr>
          <p:cNvPr id="2" name="Graphic 1">
            <a:extLst>
              <a:ext uri="{FF2B5EF4-FFF2-40B4-BE49-F238E27FC236}">
                <a16:creationId xmlns:a16="http://schemas.microsoft.com/office/drawing/2014/main" id="{489BEF48-4BE6-EEB7-83DA-F5DA27238538}"/>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034385" y="0"/>
            <a:ext cx="808736" cy="1045440"/>
          </a:xfrm>
          <a:prstGeom prst="rect">
            <a:avLst/>
          </a:prstGeom>
        </p:spPr>
      </p:pic>
      <p:sp>
        <p:nvSpPr>
          <p:cNvPr id="5" name="Graphic 24">
            <a:extLst>
              <a:ext uri="{FF2B5EF4-FFF2-40B4-BE49-F238E27FC236}">
                <a16:creationId xmlns:a16="http://schemas.microsoft.com/office/drawing/2014/main" id="{6E1E8192-4301-9E2C-0BEC-A3F968017D70}"/>
              </a:ext>
            </a:extLst>
          </p:cNvPr>
          <p:cNvSpPr/>
          <p:nvPr/>
        </p:nvSpPr>
        <p:spPr>
          <a:xfrm>
            <a:off x="0" y="1"/>
            <a:ext cx="146122" cy="2351315"/>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1"/>
          </a:solidFill>
          <a:ln w="20108" cap="flat">
            <a:noFill/>
            <a:prstDash val="solid"/>
            <a:miter/>
          </a:ln>
        </p:spPr>
        <p:txBody>
          <a:bodyPr rtlCol="0" anchor="ctr"/>
          <a:lstStyle/>
          <a:p>
            <a:endParaRPr lang="en-US" sz="2160"/>
          </a:p>
        </p:txBody>
      </p:sp>
      <p:sp>
        <p:nvSpPr>
          <p:cNvPr id="6" name="Graphic 26">
            <a:extLst>
              <a:ext uri="{FF2B5EF4-FFF2-40B4-BE49-F238E27FC236}">
                <a16:creationId xmlns:a16="http://schemas.microsoft.com/office/drawing/2014/main" id="{C7044421-654C-898B-E43A-07F00E643171}"/>
              </a:ext>
            </a:extLst>
          </p:cNvPr>
          <p:cNvSpPr/>
          <p:nvPr/>
        </p:nvSpPr>
        <p:spPr>
          <a:xfrm>
            <a:off x="14484278" y="6009758"/>
            <a:ext cx="146122" cy="2351315"/>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1"/>
          </a:solidFill>
          <a:ln w="20108" cap="flat">
            <a:noFill/>
            <a:prstDash val="solid"/>
            <a:miter/>
          </a:ln>
        </p:spPr>
        <p:txBody>
          <a:bodyPr rtlCol="0" anchor="ctr"/>
          <a:lstStyle/>
          <a:p>
            <a:endParaRPr lang="en-US" sz="2160"/>
          </a:p>
        </p:txBody>
      </p:sp>
      <p:sp>
        <p:nvSpPr>
          <p:cNvPr id="8" name="Graphic 24">
            <a:extLst>
              <a:ext uri="{FF2B5EF4-FFF2-40B4-BE49-F238E27FC236}">
                <a16:creationId xmlns:a16="http://schemas.microsoft.com/office/drawing/2014/main" id="{D6048A96-03F3-EDFF-9253-B545E4C06684}"/>
              </a:ext>
            </a:extLst>
          </p:cNvPr>
          <p:cNvSpPr/>
          <p:nvPr userDrawn="1"/>
        </p:nvSpPr>
        <p:spPr>
          <a:xfrm>
            <a:off x="0" y="1"/>
            <a:ext cx="146122" cy="2351315"/>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1"/>
          </a:solidFill>
          <a:ln w="20108" cap="flat">
            <a:noFill/>
            <a:prstDash val="solid"/>
            <a:miter/>
          </a:ln>
        </p:spPr>
        <p:txBody>
          <a:bodyPr rtlCol="0" anchor="ctr"/>
          <a:lstStyle/>
          <a:p>
            <a:endParaRPr lang="en-US" sz="2160"/>
          </a:p>
        </p:txBody>
      </p:sp>
      <p:sp>
        <p:nvSpPr>
          <p:cNvPr id="9" name="Graphic 26">
            <a:extLst>
              <a:ext uri="{FF2B5EF4-FFF2-40B4-BE49-F238E27FC236}">
                <a16:creationId xmlns:a16="http://schemas.microsoft.com/office/drawing/2014/main" id="{AF359048-B35D-01AE-2E5B-6C74A1760925}"/>
              </a:ext>
            </a:extLst>
          </p:cNvPr>
          <p:cNvSpPr/>
          <p:nvPr userDrawn="1"/>
        </p:nvSpPr>
        <p:spPr>
          <a:xfrm>
            <a:off x="14484278" y="6009758"/>
            <a:ext cx="146122" cy="2351315"/>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1"/>
          </a:solidFill>
          <a:ln w="20108" cap="flat">
            <a:noFill/>
            <a:prstDash val="solid"/>
            <a:miter/>
          </a:ln>
        </p:spPr>
        <p:txBody>
          <a:bodyPr rtlCol="0" anchor="ctr"/>
          <a:lstStyle/>
          <a:p>
            <a:endParaRPr lang="en-US" sz="2160"/>
          </a:p>
        </p:txBody>
      </p:sp>
      <p:pic>
        <p:nvPicPr>
          <p:cNvPr id="10" name="Picture 9" descr="Nitor Infotech logo">
            <a:extLst>
              <a:ext uri="{FF2B5EF4-FFF2-40B4-BE49-F238E27FC236}">
                <a16:creationId xmlns:a16="http://schemas.microsoft.com/office/drawing/2014/main" id="{0948158D-7BBE-4C02-95AC-16F6CF7BA4A4}"/>
              </a:ext>
            </a:extLst>
          </p:cNvPr>
          <p:cNvPicPr>
            <a:picLocks noChangeAspect="1" noChangeArrowheads="1"/>
          </p:cNvPicPr>
          <p:nvPr userDrawn="1"/>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3870480" y="214008"/>
            <a:ext cx="686860" cy="686860"/>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a:extLst>
              <a:ext uri="{FF2B5EF4-FFF2-40B4-BE49-F238E27FC236}">
                <a16:creationId xmlns:a16="http://schemas.microsoft.com/office/drawing/2014/main" id="{BFCB41AD-38DB-30B3-331B-24DEFDC1C617}"/>
              </a:ext>
            </a:extLst>
          </p:cNvPr>
          <p:cNvCxnSpPr/>
          <p:nvPr userDrawn="1"/>
        </p:nvCxnSpPr>
        <p:spPr>
          <a:xfrm>
            <a:off x="13804842" y="214008"/>
            <a:ext cx="0" cy="648000"/>
          </a:xfrm>
          <a:prstGeom prst="line">
            <a:avLst/>
          </a:prstGeom>
          <a:ln w="38100">
            <a:solidFill>
              <a:srgbClr val="71758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12253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One Content - Light">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13AE9919-8BE1-9B8D-8546-E7527B31B533}"/>
              </a:ext>
            </a:extLst>
          </p:cNvPr>
          <p:cNvSpPr>
            <a:spLocks noGrp="1"/>
          </p:cNvSpPr>
          <p:nvPr>
            <p:ph type="title" hasCustomPrompt="1"/>
          </p:nvPr>
        </p:nvSpPr>
        <p:spPr>
          <a:xfrm>
            <a:off x="666751" y="306044"/>
            <a:ext cx="12434108" cy="1401455"/>
          </a:xfrm>
          <a:prstGeom prst="rect">
            <a:avLst/>
          </a:prstGeom>
        </p:spPr>
        <p:txBody>
          <a:bodyPr vert="horz" lIns="0" tIns="0" rIns="0" bIns="0" rtlCol="0" anchor="t">
            <a:noAutofit/>
          </a:bodyPr>
          <a:lstStyle>
            <a:lvl1pPr>
              <a:defRPr sz="3360"/>
            </a:lvl1pPr>
          </a:lstStyle>
          <a:p>
            <a:r>
              <a:rPr lang="en-US"/>
              <a:t>Click To Edit Master Title Style</a:t>
            </a:r>
          </a:p>
        </p:txBody>
      </p:sp>
      <p:sp>
        <p:nvSpPr>
          <p:cNvPr id="4" name="Content Placeholder 3">
            <a:extLst>
              <a:ext uri="{FF2B5EF4-FFF2-40B4-BE49-F238E27FC236}">
                <a16:creationId xmlns:a16="http://schemas.microsoft.com/office/drawing/2014/main" id="{27962594-0612-4734-B801-D3A8ACEC8AD4}"/>
              </a:ext>
            </a:extLst>
          </p:cNvPr>
          <p:cNvSpPr>
            <a:spLocks noGrp="1"/>
          </p:cNvSpPr>
          <p:nvPr>
            <p:ph sz="quarter" idx="15"/>
          </p:nvPr>
        </p:nvSpPr>
        <p:spPr>
          <a:xfrm>
            <a:off x="666750" y="2207896"/>
            <a:ext cx="13344526" cy="519684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2" name="Graphic 1">
            <a:extLst>
              <a:ext uri="{FF2B5EF4-FFF2-40B4-BE49-F238E27FC236}">
                <a16:creationId xmlns:a16="http://schemas.microsoft.com/office/drawing/2014/main" id="{489BEF48-4BE6-EEB7-83DA-F5DA27238538}"/>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06906" y="122629"/>
            <a:ext cx="808736" cy="1045440"/>
          </a:xfrm>
          <a:prstGeom prst="rect">
            <a:avLst/>
          </a:prstGeom>
        </p:spPr>
      </p:pic>
      <p:sp>
        <p:nvSpPr>
          <p:cNvPr id="5" name="Graphic 24">
            <a:extLst>
              <a:ext uri="{FF2B5EF4-FFF2-40B4-BE49-F238E27FC236}">
                <a16:creationId xmlns:a16="http://schemas.microsoft.com/office/drawing/2014/main" id="{6E1E8192-4301-9E2C-0BEC-A3F968017D70}"/>
              </a:ext>
            </a:extLst>
          </p:cNvPr>
          <p:cNvSpPr/>
          <p:nvPr/>
        </p:nvSpPr>
        <p:spPr>
          <a:xfrm>
            <a:off x="0" y="1"/>
            <a:ext cx="146122" cy="2351315"/>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1"/>
          </a:solidFill>
          <a:ln w="20108" cap="flat">
            <a:noFill/>
            <a:prstDash val="solid"/>
            <a:miter/>
          </a:ln>
        </p:spPr>
        <p:txBody>
          <a:bodyPr rtlCol="0" anchor="ctr"/>
          <a:lstStyle/>
          <a:p>
            <a:endParaRPr lang="en-US" sz="2160"/>
          </a:p>
        </p:txBody>
      </p:sp>
    </p:spTree>
    <p:extLst>
      <p:ext uri="{BB962C8B-B14F-4D97-AF65-F5344CB8AC3E}">
        <p14:creationId xmlns:p14="http://schemas.microsoft.com/office/powerpoint/2010/main" val="30970053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One Content - Dark">
    <p:bg>
      <p:bgRef idx="1001">
        <a:schemeClr val="bg1"/>
      </p:bgRef>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13AE9919-8BE1-9B8D-8546-E7527B31B533}"/>
              </a:ext>
            </a:extLst>
          </p:cNvPr>
          <p:cNvSpPr>
            <a:spLocks noGrp="1"/>
          </p:cNvSpPr>
          <p:nvPr>
            <p:ph type="title" hasCustomPrompt="1"/>
          </p:nvPr>
        </p:nvSpPr>
        <p:spPr>
          <a:xfrm>
            <a:off x="666750" y="645350"/>
            <a:ext cx="12481733" cy="1401455"/>
          </a:xfrm>
          <a:prstGeom prst="rect">
            <a:avLst/>
          </a:prstGeom>
        </p:spPr>
        <p:txBody>
          <a:bodyPr vert="horz" lIns="0" tIns="0" rIns="0" bIns="0" rtlCol="0" anchor="t">
            <a:noAutofit/>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FE12609B-87A5-4A8C-8929-D2EF2587289E}"/>
              </a:ext>
            </a:extLst>
          </p:cNvPr>
          <p:cNvSpPr>
            <a:spLocks noGrp="1"/>
          </p:cNvSpPr>
          <p:nvPr>
            <p:ph sz="quarter" idx="15"/>
          </p:nvPr>
        </p:nvSpPr>
        <p:spPr>
          <a:xfrm>
            <a:off x="666750" y="2207896"/>
            <a:ext cx="13344526" cy="519684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p:txBody>
      </p:sp>
      <p:pic>
        <p:nvPicPr>
          <p:cNvPr id="5" name="Graphic 4">
            <a:extLst>
              <a:ext uri="{FF2B5EF4-FFF2-40B4-BE49-F238E27FC236}">
                <a16:creationId xmlns:a16="http://schemas.microsoft.com/office/drawing/2014/main" id="{DAD3608C-8903-44C8-A6EA-476362037588}"/>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06905" y="122629"/>
            <a:ext cx="808736" cy="1045440"/>
          </a:xfrm>
          <a:prstGeom prst="rect">
            <a:avLst/>
          </a:prstGeom>
        </p:spPr>
      </p:pic>
      <p:sp>
        <p:nvSpPr>
          <p:cNvPr id="2" name="Graphic 24">
            <a:extLst>
              <a:ext uri="{FF2B5EF4-FFF2-40B4-BE49-F238E27FC236}">
                <a16:creationId xmlns:a16="http://schemas.microsoft.com/office/drawing/2014/main" id="{A4ED52AC-786A-9EB4-ACA6-3DAB9760DDC3}"/>
              </a:ext>
            </a:extLst>
          </p:cNvPr>
          <p:cNvSpPr/>
          <p:nvPr/>
        </p:nvSpPr>
        <p:spPr>
          <a:xfrm>
            <a:off x="0" y="1"/>
            <a:ext cx="146122" cy="2351315"/>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3"/>
          </a:solidFill>
          <a:ln w="20108" cap="flat">
            <a:noFill/>
            <a:prstDash val="solid"/>
            <a:miter/>
          </a:ln>
        </p:spPr>
        <p:txBody>
          <a:bodyPr rtlCol="0" anchor="ctr"/>
          <a:lstStyle/>
          <a:p>
            <a:endParaRPr lang="en-US" sz="2160"/>
          </a:p>
        </p:txBody>
      </p:sp>
      <p:sp>
        <p:nvSpPr>
          <p:cNvPr id="3" name="Graphic 26">
            <a:extLst>
              <a:ext uri="{FF2B5EF4-FFF2-40B4-BE49-F238E27FC236}">
                <a16:creationId xmlns:a16="http://schemas.microsoft.com/office/drawing/2014/main" id="{DBEBBB57-01BB-8102-CF44-A499124F7BD8}"/>
              </a:ext>
            </a:extLst>
          </p:cNvPr>
          <p:cNvSpPr/>
          <p:nvPr/>
        </p:nvSpPr>
        <p:spPr>
          <a:xfrm>
            <a:off x="14484278" y="6009758"/>
            <a:ext cx="146122" cy="2351315"/>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3"/>
          </a:solidFill>
          <a:ln w="20108" cap="flat">
            <a:noFill/>
            <a:prstDash val="solid"/>
            <a:miter/>
          </a:ln>
        </p:spPr>
        <p:txBody>
          <a:bodyPr rtlCol="0" anchor="ctr"/>
          <a:lstStyle/>
          <a:p>
            <a:endParaRPr lang="en-US" sz="2160"/>
          </a:p>
        </p:txBody>
      </p:sp>
    </p:spTree>
    <p:extLst>
      <p:ext uri="{BB962C8B-B14F-4D97-AF65-F5344CB8AC3E}">
        <p14:creationId xmlns:p14="http://schemas.microsoft.com/office/powerpoint/2010/main" val="2570228962"/>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Section Header Image - Light">
    <p:spTree>
      <p:nvGrpSpPr>
        <p:cNvPr id="1" name=""/>
        <p:cNvGrpSpPr/>
        <p:nvPr/>
      </p:nvGrpSpPr>
      <p:grpSpPr>
        <a:xfrm>
          <a:off x="0" y="0"/>
          <a:ext cx="0" cy="0"/>
          <a:chOff x="0" y="0"/>
          <a:chExt cx="0" cy="0"/>
        </a:xfrm>
      </p:grpSpPr>
      <p:sp>
        <p:nvSpPr>
          <p:cNvPr id="13" name="Picture Placeholder 32">
            <a:extLst>
              <a:ext uri="{FF2B5EF4-FFF2-40B4-BE49-F238E27FC236}">
                <a16:creationId xmlns:a16="http://schemas.microsoft.com/office/drawing/2014/main" id="{FD91EEDC-3E59-EEC4-1236-974140A6977B}"/>
              </a:ext>
            </a:extLst>
          </p:cNvPr>
          <p:cNvSpPr>
            <a:spLocks noGrp="1"/>
          </p:cNvSpPr>
          <p:nvPr>
            <p:ph type="pic" sz="quarter" idx="14" hasCustomPrompt="1"/>
          </p:nvPr>
        </p:nvSpPr>
        <p:spPr>
          <a:xfrm>
            <a:off x="0" y="0"/>
            <a:ext cx="14630400" cy="8229600"/>
          </a:xfrm>
        </p:spPr>
        <p:txBody>
          <a:bodyPr>
            <a:noAutofit/>
          </a:bodyPr>
          <a:lstStyle>
            <a:lvl1pPr marL="0" indent="0">
              <a:buNone/>
              <a:defRPr/>
            </a:lvl1pPr>
          </a:lstStyle>
          <a:p>
            <a:r>
              <a:rPr lang="en-US"/>
              <a:t>Click icon to add image</a:t>
            </a:r>
          </a:p>
        </p:txBody>
      </p:sp>
      <p:sp>
        <p:nvSpPr>
          <p:cNvPr id="7" name="Title 1">
            <a:extLst>
              <a:ext uri="{FF2B5EF4-FFF2-40B4-BE49-F238E27FC236}">
                <a16:creationId xmlns:a16="http://schemas.microsoft.com/office/drawing/2014/main" id="{C3D3115C-711F-2F34-EF88-ECEF3F3D33A7}"/>
              </a:ext>
            </a:extLst>
          </p:cNvPr>
          <p:cNvSpPr>
            <a:spLocks noGrp="1"/>
          </p:cNvSpPr>
          <p:nvPr>
            <p:ph type="ctrTitle" hasCustomPrompt="1"/>
          </p:nvPr>
        </p:nvSpPr>
        <p:spPr>
          <a:xfrm>
            <a:off x="601979" y="2164079"/>
            <a:ext cx="13407390" cy="1840230"/>
          </a:xfrm>
        </p:spPr>
        <p:txBody>
          <a:bodyPr anchor="ctr">
            <a:noAutofit/>
          </a:bodyPr>
          <a:lstStyle>
            <a:lvl1pPr algn="l">
              <a:defRPr sz="5760"/>
            </a:lvl1pPr>
          </a:lstStyle>
          <a:p>
            <a:r>
              <a:rPr lang="en-US"/>
              <a:t>Click To Edit Master Title Style</a:t>
            </a:r>
          </a:p>
        </p:txBody>
      </p:sp>
      <p:sp>
        <p:nvSpPr>
          <p:cNvPr id="8" name="Subtitle 2">
            <a:extLst>
              <a:ext uri="{FF2B5EF4-FFF2-40B4-BE49-F238E27FC236}">
                <a16:creationId xmlns:a16="http://schemas.microsoft.com/office/drawing/2014/main" id="{852705EF-039F-8650-F340-86C7E8BC9CD5}"/>
              </a:ext>
            </a:extLst>
          </p:cNvPr>
          <p:cNvSpPr>
            <a:spLocks noGrp="1"/>
          </p:cNvSpPr>
          <p:nvPr>
            <p:ph type="subTitle" idx="1"/>
          </p:nvPr>
        </p:nvSpPr>
        <p:spPr>
          <a:xfrm>
            <a:off x="601979" y="4114800"/>
            <a:ext cx="13407390" cy="1986914"/>
          </a:xfrm>
        </p:spPr>
        <p:txBody>
          <a:bodyPr>
            <a:noAutofit/>
          </a:bodyPr>
          <a:lstStyle>
            <a:lvl1pPr marL="0" indent="0" algn="l">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p>
        </p:txBody>
      </p:sp>
      <p:sp>
        <p:nvSpPr>
          <p:cNvPr id="11" name="Text Placeholder 10">
            <a:extLst>
              <a:ext uri="{FF2B5EF4-FFF2-40B4-BE49-F238E27FC236}">
                <a16:creationId xmlns:a16="http://schemas.microsoft.com/office/drawing/2014/main" id="{F153C988-6CE9-6346-4DB9-56B70E2D18F9}"/>
              </a:ext>
            </a:extLst>
          </p:cNvPr>
          <p:cNvSpPr>
            <a:spLocks noGrp="1"/>
          </p:cNvSpPr>
          <p:nvPr>
            <p:ph type="body" sz="quarter" idx="13" hasCustomPrompt="1"/>
          </p:nvPr>
        </p:nvSpPr>
        <p:spPr>
          <a:xfrm>
            <a:off x="619125" y="509675"/>
            <a:ext cx="3353994" cy="877824"/>
          </a:xfrm>
        </p:spPr>
        <p:txBody>
          <a:bodyPr>
            <a:noAutofit/>
          </a:bodyPr>
          <a:lstStyle>
            <a:lvl1pPr marL="0" indent="0">
              <a:buNone/>
              <a:defRPr sz="6480" b="0" i="0">
                <a:solidFill>
                  <a:schemeClr val="tx1"/>
                </a:solidFill>
                <a:latin typeface="PP Neue Machina Plain" pitchFamily="2" charset="77"/>
                <a:ea typeface="Helvetica Neue Light" panose="02000403000000020004" pitchFamily="2" charset="0"/>
              </a:defRPr>
            </a:lvl1pPr>
          </a:lstStyle>
          <a:p>
            <a:pPr lvl="0"/>
            <a:r>
              <a:rPr lang="en-GB"/>
              <a:t>#</a:t>
            </a:r>
          </a:p>
        </p:txBody>
      </p:sp>
      <p:pic>
        <p:nvPicPr>
          <p:cNvPr id="6" name="Graphic 5">
            <a:extLst>
              <a:ext uri="{FF2B5EF4-FFF2-40B4-BE49-F238E27FC236}">
                <a16:creationId xmlns:a16="http://schemas.microsoft.com/office/drawing/2014/main" id="{58D5DE20-20BC-444C-E618-7A6AB31754DA}"/>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06906" y="122629"/>
            <a:ext cx="808736" cy="1045440"/>
          </a:xfrm>
          <a:prstGeom prst="rect">
            <a:avLst/>
          </a:prstGeom>
        </p:spPr>
      </p:pic>
    </p:spTree>
    <p:extLst>
      <p:ext uri="{BB962C8B-B14F-4D97-AF65-F5344CB8AC3E}">
        <p14:creationId xmlns:p14="http://schemas.microsoft.com/office/powerpoint/2010/main" val="40630735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Section Header Image - Dark">
    <p:bg>
      <p:bgPr>
        <a:solidFill>
          <a:schemeClr val="tx1"/>
        </a:solidFill>
        <a:effectLst/>
      </p:bgPr>
    </p:bg>
    <p:spTree>
      <p:nvGrpSpPr>
        <p:cNvPr id="1" name=""/>
        <p:cNvGrpSpPr/>
        <p:nvPr/>
      </p:nvGrpSpPr>
      <p:grpSpPr>
        <a:xfrm>
          <a:off x="0" y="0"/>
          <a:ext cx="0" cy="0"/>
          <a:chOff x="0" y="0"/>
          <a:chExt cx="0" cy="0"/>
        </a:xfrm>
      </p:grpSpPr>
      <p:sp>
        <p:nvSpPr>
          <p:cNvPr id="4" name="Picture Placeholder 32">
            <a:extLst>
              <a:ext uri="{FF2B5EF4-FFF2-40B4-BE49-F238E27FC236}">
                <a16:creationId xmlns:a16="http://schemas.microsoft.com/office/drawing/2014/main" id="{7AE133CD-2313-FB02-37CB-1A056F72A22B}"/>
              </a:ext>
            </a:extLst>
          </p:cNvPr>
          <p:cNvSpPr>
            <a:spLocks noGrp="1"/>
          </p:cNvSpPr>
          <p:nvPr>
            <p:ph type="pic" sz="quarter" idx="14" hasCustomPrompt="1"/>
          </p:nvPr>
        </p:nvSpPr>
        <p:spPr>
          <a:xfrm>
            <a:off x="0" y="0"/>
            <a:ext cx="14630400" cy="8229600"/>
          </a:xfrm>
        </p:spPr>
        <p:txBody>
          <a:bodyPr>
            <a:noAutofit/>
          </a:bodyPr>
          <a:lstStyle>
            <a:lvl1pPr marL="0" indent="0">
              <a:buNone/>
              <a:defRPr>
                <a:solidFill>
                  <a:schemeClr val="bg1"/>
                </a:solidFill>
              </a:defRPr>
            </a:lvl1pPr>
          </a:lstStyle>
          <a:p>
            <a:r>
              <a:rPr lang="en-US"/>
              <a:t>Click icon to add image</a:t>
            </a:r>
          </a:p>
        </p:txBody>
      </p:sp>
      <p:sp>
        <p:nvSpPr>
          <p:cNvPr id="8" name="Subtitle 2">
            <a:extLst>
              <a:ext uri="{FF2B5EF4-FFF2-40B4-BE49-F238E27FC236}">
                <a16:creationId xmlns:a16="http://schemas.microsoft.com/office/drawing/2014/main" id="{852705EF-039F-8650-F340-86C7E8BC9CD5}"/>
              </a:ext>
            </a:extLst>
          </p:cNvPr>
          <p:cNvSpPr>
            <a:spLocks noGrp="1"/>
          </p:cNvSpPr>
          <p:nvPr>
            <p:ph type="subTitle" idx="1"/>
          </p:nvPr>
        </p:nvSpPr>
        <p:spPr>
          <a:xfrm>
            <a:off x="601979" y="4114800"/>
            <a:ext cx="13407390" cy="1986914"/>
          </a:xfrm>
        </p:spPr>
        <p:txBody>
          <a:bodyPr>
            <a:noAutofit/>
          </a:bodyPr>
          <a:lstStyle>
            <a:lvl1pPr marL="0" indent="0" algn="l">
              <a:buNone/>
              <a:defRPr sz="2880">
                <a:solidFill>
                  <a:schemeClr val="bg1"/>
                </a:solidFill>
              </a:defRPr>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p>
        </p:txBody>
      </p:sp>
      <p:sp>
        <p:nvSpPr>
          <p:cNvPr id="11" name="Text Placeholder 10">
            <a:extLst>
              <a:ext uri="{FF2B5EF4-FFF2-40B4-BE49-F238E27FC236}">
                <a16:creationId xmlns:a16="http://schemas.microsoft.com/office/drawing/2014/main" id="{F153C988-6CE9-6346-4DB9-56B70E2D18F9}"/>
              </a:ext>
            </a:extLst>
          </p:cNvPr>
          <p:cNvSpPr>
            <a:spLocks noGrp="1"/>
          </p:cNvSpPr>
          <p:nvPr>
            <p:ph type="body" sz="quarter" idx="13" hasCustomPrompt="1"/>
          </p:nvPr>
        </p:nvSpPr>
        <p:spPr>
          <a:xfrm>
            <a:off x="619125" y="509675"/>
            <a:ext cx="3353994" cy="877824"/>
          </a:xfrm>
        </p:spPr>
        <p:txBody>
          <a:bodyPr>
            <a:noAutofit/>
          </a:bodyPr>
          <a:lstStyle>
            <a:lvl1pPr marL="0" indent="0">
              <a:buNone/>
              <a:defRPr sz="6480" b="0" i="0">
                <a:solidFill>
                  <a:schemeClr val="bg1"/>
                </a:solidFill>
                <a:latin typeface="PP Neue Machina Plain" pitchFamily="2" charset="77"/>
                <a:ea typeface="Helvetica Neue Light" panose="02000403000000020004" pitchFamily="2" charset="0"/>
              </a:defRPr>
            </a:lvl1pPr>
          </a:lstStyle>
          <a:p>
            <a:pPr lvl="0"/>
            <a:r>
              <a:rPr lang="en-GB"/>
              <a:t>#</a:t>
            </a:r>
          </a:p>
        </p:txBody>
      </p:sp>
      <p:sp>
        <p:nvSpPr>
          <p:cNvPr id="2" name="Title 1">
            <a:extLst>
              <a:ext uri="{FF2B5EF4-FFF2-40B4-BE49-F238E27FC236}">
                <a16:creationId xmlns:a16="http://schemas.microsoft.com/office/drawing/2014/main" id="{B4E5CE4F-3249-1CCA-5A5C-1D91905AABD5}"/>
              </a:ext>
            </a:extLst>
          </p:cNvPr>
          <p:cNvSpPr>
            <a:spLocks noGrp="1"/>
          </p:cNvSpPr>
          <p:nvPr>
            <p:ph type="ctrTitle" hasCustomPrompt="1"/>
          </p:nvPr>
        </p:nvSpPr>
        <p:spPr>
          <a:xfrm>
            <a:off x="601979" y="2164079"/>
            <a:ext cx="13407390" cy="1840230"/>
          </a:xfrm>
        </p:spPr>
        <p:txBody>
          <a:bodyPr anchor="ctr">
            <a:noAutofit/>
          </a:bodyPr>
          <a:lstStyle>
            <a:lvl1pPr algn="l">
              <a:defRPr sz="5760">
                <a:solidFill>
                  <a:schemeClr val="bg1"/>
                </a:solidFill>
              </a:defRPr>
            </a:lvl1pPr>
          </a:lstStyle>
          <a:p>
            <a:r>
              <a:rPr lang="en-US"/>
              <a:t>Click To Edit Master Title Style</a:t>
            </a:r>
          </a:p>
        </p:txBody>
      </p:sp>
      <p:pic>
        <p:nvPicPr>
          <p:cNvPr id="13" name="Graphic 12">
            <a:extLst>
              <a:ext uri="{FF2B5EF4-FFF2-40B4-BE49-F238E27FC236}">
                <a16:creationId xmlns:a16="http://schemas.microsoft.com/office/drawing/2014/main" id="{F9100A16-9498-26F1-C68B-67613D28F76B}"/>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06905" y="122629"/>
            <a:ext cx="808736" cy="1045440"/>
          </a:xfrm>
          <a:prstGeom prst="rect">
            <a:avLst/>
          </a:prstGeom>
        </p:spPr>
      </p:pic>
    </p:spTree>
    <p:extLst>
      <p:ext uri="{BB962C8B-B14F-4D97-AF65-F5344CB8AC3E}">
        <p14:creationId xmlns:p14="http://schemas.microsoft.com/office/powerpoint/2010/main" val="6148874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Section Header - Ligh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3D3115C-711F-2F34-EF88-ECEF3F3D33A7}"/>
              </a:ext>
            </a:extLst>
          </p:cNvPr>
          <p:cNvSpPr>
            <a:spLocks noGrp="1"/>
          </p:cNvSpPr>
          <p:nvPr>
            <p:ph type="ctrTitle" hasCustomPrompt="1"/>
          </p:nvPr>
        </p:nvSpPr>
        <p:spPr>
          <a:xfrm>
            <a:off x="601979" y="2164079"/>
            <a:ext cx="7153031" cy="1840230"/>
          </a:xfrm>
        </p:spPr>
        <p:txBody>
          <a:bodyPr anchor="b">
            <a:noAutofit/>
          </a:bodyPr>
          <a:lstStyle>
            <a:lvl1pPr algn="l">
              <a:defRPr sz="5760"/>
            </a:lvl1pPr>
          </a:lstStyle>
          <a:p>
            <a:r>
              <a:rPr lang="en-US"/>
              <a:t>Click To Edit Master Title Style</a:t>
            </a:r>
          </a:p>
        </p:txBody>
      </p:sp>
      <p:sp>
        <p:nvSpPr>
          <p:cNvPr id="8" name="Subtitle 2">
            <a:extLst>
              <a:ext uri="{FF2B5EF4-FFF2-40B4-BE49-F238E27FC236}">
                <a16:creationId xmlns:a16="http://schemas.microsoft.com/office/drawing/2014/main" id="{852705EF-039F-8650-F340-86C7E8BC9CD5}"/>
              </a:ext>
            </a:extLst>
          </p:cNvPr>
          <p:cNvSpPr>
            <a:spLocks noGrp="1"/>
          </p:cNvSpPr>
          <p:nvPr>
            <p:ph type="subTitle" idx="1"/>
          </p:nvPr>
        </p:nvSpPr>
        <p:spPr>
          <a:xfrm>
            <a:off x="601980" y="4114800"/>
            <a:ext cx="6149995" cy="1986914"/>
          </a:xfrm>
        </p:spPr>
        <p:txBody>
          <a:bodyPr>
            <a:noAutofit/>
          </a:bodyPr>
          <a:lstStyle>
            <a:lvl1pPr marL="0" indent="0" algn="l">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p>
        </p:txBody>
      </p:sp>
      <p:sp>
        <p:nvSpPr>
          <p:cNvPr id="11" name="Text Placeholder 10">
            <a:extLst>
              <a:ext uri="{FF2B5EF4-FFF2-40B4-BE49-F238E27FC236}">
                <a16:creationId xmlns:a16="http://schemas.microsoft.com/office/drawing/2014/main" id="{F153C988-6CE9-6346-4DB9-56B70E2D18F9}"/>
              </a:ext>
            </a:extLst>
          </p:cNvPr>
          <p:cNvSpPr>
            <a:spLocks noGrp="1"/>
          </p:cNvSpPr>
          <p:nvPr>
            <p:ph type="body" sz="quarter" idx="13" hasCustomPrompt="1"/>
          </p:nvPr>
        </p:nvSpPr>
        <p:spPr>
          <a:xfrm>
            <a:off x="619125" y="509675"/>
            <a:ext cx="3353994" cy="877824"/>
          </a:xfrm>
        </p:spPr>
        <p:txBody>
          <a:bodyPr>
            <a:noAutofit/>
          </a:bodyPr>
          <a:lstStyle>
            <a:lvl1pPr marL="0" indent="0">
              <a:buNone/>
              <a:defRPr sz="6480" b="0" i="0">
                <a:solidFill>
                  <a:schemeClr val="tx1"/>
                </a:solidFill>
                <a:latin typeface="PP Neue Machina Plain" pitchFamily="2" charset="77"/>
                <a:ea typeface="Helvetica Neue Light" panose="02000403000000020004" pitchFamily="2" charset="0"/>
              </a:defRPr>
            </a:lvl1pPr>
          </a:lstStyle>
          <a:p>
            <a:pPr lvl="0"/>
            <a:r>
              <a:rPr lang="en-GB"/>
              <a:t>#</a:t>
            </a:r>
          </a:p>
        </p:txBody>
      </p:sp>
      <p:pic>
        <p:nvPicPr>
          <p:cNvPr id="9" name="Graphic 8">
            <a:extLst>
              <a:ext uri="{FF2B5EF4-FFF2-40B4-BE49-F238E27FC236}">
                <a16:creationId xmlns:a16="http://schemas.microsoft.com/office/drawing/2014/main" id="{9B2ED59D-B208-D6C9-89A4-8C153EFF76B3}"/>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06906" y="122629"/>
            <a:ext cx="808736" cy="1045440"/>
          </a:xfrm>
          <a:prstGeom prst="rect">
            <a:avLst/>
          </a:prstGeom>
        </p:spPr>
      </p:pic>
      <p:sp>
        <p:nvSpPr>
          <p:cNvPr id="2" name="Graphic 24">
            <a:extLst>
              <a:ext uri="{FF2B5EF4-FFF2-40B4-BE49-F238E27FC236}">
                <a16:creationId xmlns:a16="http://schemas.microsoft.com/office/drawing/2014/main" id="{91EC6A24-19EC-AA98-232E-0AE848F2E1AC}"/>
              </a:ext>
            </a:extLst>
          </p:cNvPr>
          <p:cNvSpPr/>
          <p:nvPr/>
        </p:nvSpPr>
        <p:spPr>
          <a:xfrm>
            <a:off x="0" y="1"/>
            <a:ext cx="146122" cy="2351315"/>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1"/>
          </a:solidFill>
          <a:ln w="20108" cap="flat">
            <a:noFill/>
            <a:prstDash val="solid"/>
            <a:miter/>
          </a:ln>
        </p:spPr>
        <p:txBody>
          <a:bodyPr rtlCol="0" anchor="ctr"/>
          <a:lstStyle/>
          <a:p>
            <a:endParaRPr lang="en-US" sz="2160"/>
          </a:p>
        </p:txBody>
      </p:sp>
      <p:sp>
        <p:nvSpPr>
          <p:cNvPr id="3" name="Graphic 26">
            <a:extLst>
              <a:ext uri="{FF2B5EF4-FFF2-40B4-BE49-F238E27FC236}">
                <a16:creationId xmlns:a16="http://schemas.microsoft.com/office/drawing/2014/main" id="{0BFD6B2E-7E3D-9D2E-0EDC-005088AA0F55}"/>
              </a:ext>
            </a:extLst>
          </p:cNvPr>
          <p:cNvSpPr/>
          <p:nvPr/>
        </p:nvSpPr>
        <p:spPr>
          <a:xfrm>
            <a:off x="14484278" y="6009758"/>
            <a:ext cx="146122" cy="2351315"/>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1"/>
          </a:solidFill>
          <a:ln w="20108" cap="flat">
            <a:noFill/>
            <a:prstDash val="solid"/>
            <a:miter/>
          </a:ln>
        </p:spPr>
        <p:txBody>
          <a:bodyPr rtlCol="0" anchor="ctr"/>
          <a:lstStyle/>
          <a:p>
            <a:endParaRPr lang="en-US" sz="2160"/>
          </a:p>
        </p:txBody>
      </p:sp>
    </p:spTree>
    <p:extLst>
      <p:ext uri="{BB962C8B-B14F-4D97-AF65-F5344CB8AC3E}">
        <p14:creationId xmlns:p14="http://schemas.microsoft.com/office/powerpoint/2010/main" val="18603747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Section Header - Dark">
    <p:bg>
      <p:bgPr>
        <a:solidFill>
          <a:schemeClr val="tx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223C4F9-BCAB-4024-BAF5-F8F3856BB8FB}"/>
              </a:ext>
            </a:extLst>
          </p:cNvPr>
          <p:cNvSpPr>
            <a:spLocks noGrp="1"/>
          </p:cNvSpPr>
          <p:nvPr>
            <p:ph type="ctrTitle" hasCustomPrompt="1"/>
          </p:nvPr>
        </p:nvSpPr>
        <p:spPr>
          <a:xfrm>
            <a:off x="601979" y="2164079"/>
            <a:ext cx="7153031" cy="1840230"/>
          </a:xfrm>
        </p:spPr>
        <p:txBody>
          <a:bodyPr anchor="b">
            <a:noAutofit/>
          </a:bodyPr>
          <a:lstStyle>
            <a:lvl1pPr algn="l">
              <a:defRPr sz="5760">
                <a:solidFill>
                  <a:schemeClr val="bg1"/>
                </a:solidFill>
              </a:defRPr>
            </a:lvl1pPr>
          </a:lstStyle>
          <a:p>
            <a:r>
              <a:rPr lang="en-US"/>
              <a:t>Click To Edit Master Title Style</a:t>
            </a:r>
          </a:p>
        </p:txBody>
      </p:sp>
      <p:sp>
        <p:nvSpPr>
          <p:cNvPr id="9" name="Subtitle 2">
            <a:extLst>
              <a:ext uri="{FF2B5EF4-FFF2-40B4-BE49-F238E27FC236}">
                <a16:creationId xmlns:a16="http://schemas.microsoft.com/office/drawing/2014/main" id="{C13B77B0-BEA3-44C8-AED5-45C5D6122D48}"/>
              </a:ext>
            </a:extLst>
          </p:cNvPr>
          <p:cNvSpPr>
            <a:spLocks noGrp="1"/>
          </p:cNvSpPr>
          <p:nvPr>
            <p:ph type="subTitle" idx="1"/>
          </p:nvPr>
        </p:nvSpPr>
        <p:spPr>
          <a:xfrm>
            <a:off x="601980" y="4114800"/>
            <a:ext cx="6149995" cy="1986914"/>
          </a:xfrm>
        </p:spPr>
        <p:txBody>
          <a:bodyPr>
            <a:noAutofit/>
          </a:bodyPr>
          <a:lstStyle>
            <a:lvl1pPr marL="0" indent="0" algn="l">
              <a:buNone/>
              <a:defRPr sz="2880">
                <a:solidFill>
                  <a:schemeClr val="bg1"/>
                </a:solidFill>
              </a:defRPr>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p>
        </p:txBody>
      </p:sp>
      <p:sp>
        <p:nvSpPr>
          <p:cNvPr id="10" name="Text Placeholder 10">
            <a:extLst>
              <a:ext uri="{FF2B5EF4-FFF2-40B4-BE49-F238E27FC236}">
                <a16:creationId xmlns:a16="http://schemas.microsoft.com/office/drawing/2014/main" id="{CD805799-F5BD-4EBE-8377-49722CF5253A}"/>
              </a:ext>
            </a:extLst>
          </p:cNvPr>
          <p:cNvSpPr>
            <a:spLocks noGrp="1"/>
          </p:cNvSpPr>
          <p:nvPr>
            <p:ph type="body" sz="quarter" idx="13" hasCustomPrompt="1"/>
          </p:nvPr>
        </p:nvSpPr>
        <p:spPr>
          <a:xfrm>
            <a:off x="619125" y="509675"/>
            <a:ext cx="3353994" cy="877824"/>
          </a:xfrm>
        </p:spPr>
        <p:txBody>
          <a:bodyPr>
            <a:noAutofit/>
          </a:bodyPr>
          <a:lstStyle>
            <a:lvl1pPr marL="0" indent="0">
              <a:buNone/>
              <a:defRPr sz="6480" b="0" i="0">
                <a:solidFill>
                  <a:schemeClr val="bg1"/>
                </a:solidFill>
                <a:latin typeface="PP Neue Machina Plain" pitchFamily="2" charset="77"/>
                <a:ea typeface="Helvetica Neue Light" panose="02000403000000020004" pitchFamily="2" charset="0"/>
              </a:defRPr>
            </a:lvl1pPr>
          </a:lstStyle>
          <a:p>
            <a:pPr lvl="0"/>
            <a:r>
              <a:rPr lang="en-GB"/>
              <a:t>#</a:t>
            </a:r>
          </a:p>
        </p:txBody>
      </p:sp>
      <p:pic>
        <p:nvPicPr>
          <p:cNvPr id="11" name="Graphic 10">
            <a:extLst>
              <a:ext uri="{FF2B5EF4-FFF2-40B4-BE49-F238E27FC236}">
                <a16:creationId xmlns:a16="http://schemas.microsoft.com/office/drawing/2014/main" id="{131C2F57-4E7C-8B80-7D91-8C1BECB80B3B}"/>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06905" y="122629"/>
            <a:ext cx="808736" cy="1045440"/>
          </a:xfrm>
          <a:prstGeom prst="rect">
            <a:avLst/>
          </a:prstGeom>
        </p:spPr>
      </p:pic>
      <p:sp>
        <p:nvSpPr>
          <p:cNvPr id="2" name="Graphic 24">
            <a:extLst>
              <a:ext uri="{FF2B5EF4-FFF2-40B4-BE49-F238E27FC236}">
                <a16:creationId xmlns:a16="http://schemas.microsoft.com/office/drawing/2014/main" id="{B312A6EF-D3F0-8C9D-34CD-2D6810A80B31}"/>
              </a:ext>
            </a:extLst>
          </p:cNvPr>
          <p:cNvSpPr/>
          <p:nvPr/>
        </p:nvSpPr>
        <p:spPr>
          <a:xfrm>
            <a:off x="0" y="1"/>
            <a:ext cx="146122" cy="2351315"/>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4"/>
          </a:solidFill>
          <a:ln w="20108" cap="flat">
            <a:noFill/>
            <a:prstDash val="solid"/>
            <a:miter/>
          </a:ln>
        </p:spPr>
        <p:txBody>
          <a:bodyPr rtlCol="0" anchor="ctr"/>
          <a:lstStyle/>
          <a:p>
            <a:endParaRPr lang="en-US" sz="2160"/>
          </a:p>
        </p:txBody>
      </p:sp>
      <p:sp>
        <p:nvSpPr>
          <p:cNvPr id="3" name="Graphic 26">
            <a:extLst>
              <a:ext uri="{FF2B5EF4-FFF2-40B4-BE49-F238E27FC236}">
                <a16:creationId xmlns:a16="http://schemas.microsoft.com/office/drawing/2014/main" id="{136EF1C2-50A5-8B37-0D73-03335E16CE8E}"/>
              </a:ext>
            </a:extLst>
          </p:cNvPr>
          <p:cNvSpPr/>
          <p:nvPr/>
        </p:nvSpPr>
        <p:spPr>
          <a:xfrm>
            <a:off x="14484278" y="6009758"/>
            <a:ext cx="146122" cy="2351315"/>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4"/>
          </a:solidFill>
          <a:ln w="20108" cap="flat">
            <a:noFill/>
            <a:prstDash val="solid"/>
            <a:miter/>
          </a:ln>
        </p:spPr>
        <p:txBody>
          <a:bodyPr rtlCol="0" anchor="ctr"/>
          <a:lstStyle/>
          <a:p>
            <a:endParaRPr lang="en-US" sz="2160"/>
          </a:p>
        </p:txBody>
      </p:sp>
    </p:spTree>
    <p:extLst>
      <p:ext uri="{BB962C8B-B14F-4D97-AF65-F5344CB8AC3E}">
        <p14:creationId xmlns:p14="http://schemas.microsoft.com/office/powerpoint/2010/main" val="21574467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wo Content - Ligh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BCF6B3-0BEB-579D-C3AB-AD2DCA6AF937}"/>
              </a:ext>
            </a:extLst>
          </p:cNvPr>
          <p:cNvSpPr>
            <a:spLocks noGrp="1"/>
          </p:cNvSpPr>
          <p:nvPr>
            <p:ph sz="half" idx="1"/>
          </p:nvPr>
        </p:nvSpPr>
        <p:spPr>
          <a:xfrm>
            <a:off x="619125" y="2190750"/>
            <a:ext cx="6400460" cy="5221606"/>
          </a:xfrm>
          <a:prstGeom prst="rect">
            <a:avLst/>
          </a:prstGeom>
        </p:spPr>
        <p:txBody>
          <a:bodyPr>
            <a:noAutofit/>
          </a:bodyPr>
          <a:lstStyle>
            <a:lvl1pPr marL="342900" indent="-342900">
              <a:buFont typeface="Arial" panose="020B0604020202020204" pitchFamily="34" charset="0"/>
              <a:buChar char="•"/>
              <a:defRPr/>
            </a:lvl1pPr>
            <a:lvl2pPr marL="891540" indent="-342900">
              <a:buFont typeface="Arial" panose="020B0604020202020204" pitchFamily="34" charset="0"/>
              <a:buChar char="•"/>
              <a:defRPr/>
            </a:lvl2pPr>
            <a:lvl3pPr marL="1440180" indent="-342900">
              <a:buFont typeface="Arial" panose="020B0604020202020204" pitchFamily="34" charset="0"/>
              <a:buChar char="•"/>
              <a:defRPr/>
            </a:lvl3pPr>
            <a:lvl4pPr marL="1645920" indent="0">
              <a:buNone/>
              <a:defRPr/>
            </a:lvl4pPr>
            <a:lvl5pPr marL="2194560" indent="0">
              <a:buNone/>
              <a:defRPr/>
            </a:lvl5pPr>
          </a:lstStyle>
          <a:p>
            <a:pPr lvl="0"/>
            <a:r>
              <a:rPr lang="en-US"/>
              <a:t>Click to edit Master text styles</a:t>
            </a:r>
          </a:p>
          <a:p>
            <a:pPr lvl="1"/>
            <a:r>
              <a:rPr lang="en-US"/>
              <a:t>Second level</a:t>
            </a:r>
          </a:p>
          <a:p>
            <a:pPr lvl="2"/>
            <a:r>
              <a:rPr lang="en-US"/>
              <a:t>Third level</a:t>
            </a:r>
          </a:p>
        </p:txBody>
      </p:sp>
      <p:sp>
        <p:nvSpPr>
          <p:cNvPr id="8" name="Title Placeholder 1">
            <a:extLst>
              <a:ext uri="{FF2B5EF4-FFF2-40B4-BE49-F238E27FC236}">
                <a16:creationId xmlns:a16="http://schemas.microsoft.com/office/drawing/2014/main" id="{1D241DD7-699E-CE2D-3902-E0A9DDC26EB4}"/>
              </a:ext>
            </a:extLst>
          </p:cNvPr>
          <p:cNvSpPr>
            <a:spLocks noGrp="1"/>
          </p:cNvSpPr>
          <p:nvPr>
            <p:ph type="title" hasCustomPrompt="1"/>
          </p:nvPr>
        </p:nvSpPr>
        <p:spPr>
          <a:xfrm>
            <a:off x="619126" y="627371"/>
            <a:ext cx="12459565" cy="1401455"/>
          </a:xfrm>
          <a:prstGeom prst="rect">
            <a:avLst/>
          </a:prstGeom>
        </p:spPr>
        <p:txBody>
          <a:bodyPr vert="horz" lIns="0" tIns="0" rIns="0" bIns="0" rtlCol="0" anchor="t">
            <a:noAutofit/>
          </a:bodyPr>
          <a:lstStyle/>
          <a:p>
            <a:r>
              <a:rPr lang="en-US"/>
              <a:t>Click To Edit Master Title Style</a:t>
            </a:r>
          </a:p>
        </p:txBody>
      </p:sp>
      <p:sp>
        <p:nvSpPr>
          <p:cNvPr id="10" name="Content Placeholder 2">
            <a:extLst>
              <a:ext uri="{FF2B5EF4-FFF2-40B4-BE49-F238E27FC236}">
                <a16:creationId xmlns:a16="http://schemas.microsoft.com/office/drawing/2014/main" id="{0DABA801-F541-6080-6E85-E1A06126D6A8}"/>
              </a:ext>
            </a:extLst>
          </p:cNvPr>
          <p:cNvSpPr>
            <a:spLocks noGrp="1"/>
          </p:cNvSpPr>
          <p:nvPr>
            <p:ph sz="half" idx="13"/>
          </p:nvPr>
        </p:nvSpPr>
        <p:spPr>
          <a:xfrm>
            <a:off x="7623680" y="2190750"/>
            <a:ext cx="6400460" cy="5221606"/>
          </a:xfrm>
          <a:prstGeom prst="rect">
            <a:avLst/>
          </a:prstGeom>
        </p:spPr>
        <p:txBody>
          <a:bodyPr>
            <a:noAutofit/>
          </a:bodyPr>
          <a:lstStyle>
            <a:lvl1pPr marL="342900" indent="-342900">
              <a:buFont typeface="Arial" panose="020B0604020202020204" pitchFamily="34" charset="0"/>
              <a:buChar char="•"/>
              <a:defRPr/>
            </a:lvl1pPr>
            <a:lvl2pPr marL="891540" indent="-342900">
              <a:buFont typeface="Arial" panose="020B0604020202020204" pitchFamily="34" charset="0"/>
              <a:buChar char="•"/>
              <a:defRPr/>
            </a:lvl2pPr>
            <a:lvl3pPr marL="1440180" indent="-342900">
              <a:buFont typeface="Arial" panose="020B0604020202020204" pitchFamily="34" charset="0"/>
              <a:buChar char="•"/>
              <a:defRPr/>
            </a:lvl3pPr>
            <a:lvl4pPr marL="1645920" indent="0">
              <a:buNone/>
              <a:defRPr/>
            </a:lvl4pPr>
            <a:lvl5pPr marL="2194560" indent="0">
              <a:buNone/>
              <a:defRPr/>
            </a:lvl5pPr>
          </a:lstStyle>
          <a:p>
            <a:pPr lvl="0"/>
            <a:r>
              <a:rPr lang="en-US"/>
              <a:t>Click to edit Master text styles</a:t>
            </a:r>
          </a:p>
          <a:p>
            <a:pPr lvl="1"/>
            <a:r>
              <a:rPr lang="en-US"/>
              <a:t>Second level</a:t>
            </a:r>
          </a:p>
          <a:p>
            <a:pPr lvl="2"/>
            <a:r>
              <a:rPr lang="en-US"/>
              <a:t>Third level</a:t>
            </a:r>
          </a:p>
        </p:txBody>
      </p:sp>
      <p:pic>
        <p:nvPicPr>
          <p:cNvPr id="11" name="Graphic 10">
            <a:extLst>
              <a:ext uri="{FF2B5EF4-FFF2-40B4-BE49-F238E27FC236}">
                <a16:creationId xmlns:a16="http://schemas.microsoft.com/office/drawing/2014/main" id="{70FECFE1-261C-3EFB-656C-36DCA576622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06906" y="122629"/>
            <a:ext cx="808736" cy="1045440"/>
          </a:xfrm>
          <a:prstGeom prst="rect">
            <a:avLst/>
          </a:prstGeom>
        </p:spPr>
      </p:pic>
      <p:sp>
        <p:nvSpPr>
          <p:cNvPr id="2" name="Graphic 24">
            <a:extLst>
              <a:ext uri="{FF2B5EF4-FFF2-40B4-BE49-F238E27FC236}">
                <a16:creationId xmlns:a16="http://schemas.microsoft.com/office/drawing/2014/main" id="{E4FE5361-3098-054A-438D-8AB161D58D31}"/>
              </a:ext>
            </a:extLst>
          </p:cNvPr>
          <p:cNvSpPr/>
          <p:nvPr/>
        </p:nvSpPr>
        <p:spPr>
          <a:xfrm>
            <a:off x="0" y="1"/>
            <a:ext cx="146122" cy="2351315"/>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2"/>
          </a:solidFill>
          <a:ln w="20108" cap="flat">
            <a:noFill/>
            <a:prstDash val="solid"/>
            <a:miter/>
          </a:ln>
        </p:spPr>
        <p:txBody>
          <a:bodyPr rtlCol="0" anchor="ctr"/>
          <a:lstStyle/>
          <a:p>
            <a:endParaRPr lang="en-US" sz="2160"/>
          </a:p>
        </p:txBody>
      </p:sp>
      <p:sp>
        <p:nvSpPr>
          <p:cNvPr id="5" name="Graphic 26">
            <a:extLst>
              <a:ext uri="{FF2B5EF4-FFF2-40B4-BE49-F238E27FC236}">
                <a16:creationId xmlns:a16="http://schemas.microsoft.com/office/drawing/2014/main" id="{95C7F047-7E30-8739-0750-842D1F0F3753}"/>
              </a:ext>
            </a:extLst>
          </p:cNvPr>
          <p:cNvSpPr/>
          <p:nvPr/>
        </p:nvSpPr>
        <p:spPr>
          <a:xfrm>
            <a:off x="14484278" y="6009758"/>
            <a:ext cx="146122" cy="2351315"/>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2"/>
          </a:solidFill>
          <a:ln w="20108" cap="flat">
            <a:noFill/>
            <a:prstDash val="solid"/>
            <a:miter/>
          </a:ln>
        </p:spPr>
        <p:txBody>
          <a:bodyPr rtlCol="0" anchor="ctr"/>
          <a:lstStyle/>
          <a:p>
            <a:endParaRPr lang="en-US" sz="2160"/>
          </a:p>
        </p:txBody>
      </p:sp>
      <p:pic>
        <p:nvPicPr>
          <p:cNvPr id="6" name="Picture 5">
            <a:extLst>
              <a:ext uri="{FF2B5EF4-FFF2-40B4-BE49-F238E27FC236}">
                <a16:creationId xmlns:a16="http://schemas.microsoft.com/office/drawing/2014/main" id="{1B5EBDCD-3B08-FE5C-5B10-893DF70799D9}"/>
              </a:ext>
            </a:extLst>
          </p:cNvPr>
          <p:cNvPicPr>
            <a:picLocks noChangeAspect="1"/>
          </p:cNvPicPr>
          <p:nvPr/>
        </p:nvPicPr>
        <p:blipFill>
          <a:blip r:embed="rId4"/>
          <a:stretch>
            <a:fillRect/>
          </a:stretch>
        </p:blipFill>
        <p:spPr>
          <a:xfrm flipH="1">
            <a:off x="7195564" y="2164082"/>
            <a:ext cx="145375" cy="5261610"/>
          </a:xfrm>
          <a:prstGeom prst="rect">
            <a:avLst/>
          </a:prstGeom>
        </p:spPr>
      </p:pic>
    </p:spTree>
    <p:extLst>
      <p:ext uri="{BB962C8B-B14F-4D97-AF65-F5344CB8AC3E}">
        <p14:creationId xmlns:p14="http://schemas.microsoft.com/office/powerpoint/2010/main" val="1410516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wo Content - Dark">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BCF6B3-0BEB-579D-C3AB-AD2DCA6AF937}"/>
              </a:ext>
            </a:extLst>
          </p:cNvPr>
          <p:cNvSpPr>
            <a:spLocks noGrp="1"/>
          </p:cNvSpPr>
          <p:nvPr>
            <p:ph sz="half" idx="1"/>
          </p:nvPr>
        </p:nvSpPr>
        <p:spPr>
          <a:xfrm>
            <a:off x="619125" y="2190750"/>
            <a:ext cx="6400460" cy="5221606"/>
          </a:xfrm>
          <a:prstGeom prst="rect">
            <a:avLst/>
          </a:prstGeom>
        </p:spPr>
        <p:txBody>
          <a:bodyPr>
            <a:noAutofit/>
          </a:bodyPr>
          <a:lstStyle>
            <a:lvl1pPr marL="342900" indent="-342900">
              <a:buFont typeface="Arial" panose="020B0604020202020204" pitchFamily="34" charset="0"/>
              <a:buChar char="•"/>
              <a:defRPr>
                <a:solidFill>
                  <a:schemeClr val="bg1"/>
                </a:solidFill>
              </a:defRPr>
            </a:lvl1pPr>
            <a:lvl2pPr marL="891540" indent="-342900">
              <a:buFont typeface="Arial" panose="020B0604020202020204" pitchFamily="34" charset="0"/>
              <a:buChar char="•"/>
              <a:defRPr>
                <a:solidFill>
                  <a:schemeClr val="bg1"/>
                </a:solidFill>
              </a:defRPr>
            </a:lvl2pPr>
            <a:lvl3pPr marL="1440180" indent="-342900">
              <a:buFont typeface="Arial" panose="020B0604020202020204" pitchFamily="34" charset="0"/>
              <a:buChar char="•"/>
              <a:defRPr>
                <a:solidFill>
                  <a:schemeClr val="bg1"/>
                </a:solidFill>
              </a:defRPr>
            </a:lvl3pPr>
            <a:lvl4pPr marL="1645920" indent="0">
              <a:buNone/>
              <a:defRPr>
                <a:solidFill>
                  <a:schemeClr val="bg1"/>
                </a:solidFill>
              </a:defRPr>
            </a:lvl4pPr>
            <a:lvl5pPr marL="2194560" indent="0">
              <a:buNone/>
              <a:defRPr>
                <a:solidFill>
                  <a:schemeClr val="bg1"/>
                </a:solidFill>
              </a:defRPr>
            </a:lvl5pPr>
          </a:lstStyle>
          <a:p>
            <a:pPr lvl="0"/>
            <a:r>
              <a:rPr lang="en-US"/>
              <a:t>Click to edit Master text styles</a:t>
            </a:r>
          </a:p>
          <a:p>
            <a:pPr lvl="1"/>
            <a:r>
              <a:rPr lang="en-US"/>
              <a:t>Second level</a:t>
            </a:r>
          </a:p>
          <a:p>
            <a:pPr lvl="2"/>
            <a:r>
              <a:rPr lang="en-US"/>
              <a:t>Third level</a:t>
            </a:r>
          </a:p>
        </p:txBody>
      </p:sp>
      <p:sp>
        <p:nvSpPr>
          <p:cNvPr id="8" name="Title Placeholder 1">
            <a:extLst>
              <a:ext uri="{FF2B5EF4-FFF2-40B4-BE49-F238E27FC236}">
                <a16:creationId xmlns:a16="http://schemas.microsoft.com/office/drawing/2014/main" id="{1D241DD7-699E-CE2D-3902-E0A9DDC26EB4}"/>
              </a:ext>
            </a:extLst>
          </p:cNvPr>
          <p:cNvSpPr>
            <a:spLocks noGrp="1"/>
          </p:cNvSpPr>
          <p:nvPr>
            <p:ph type="title" hasCustomPrompt="1"/>
          </p:nvPr>
        </p:nvSpPr>
        <p:spPr>
          <a:xfrm>
            <a:off x="619126" y="627371"/>
            <a:ext cx="12481733" cy="1401455"/>
          </a:xfrm>
          <a:prstGeom prst="rect">
            <a:avLst/>
          </a:prstGeom>
        </p:spPr>
        <p:txBody>
          <a:bodyPr vert="horz" lIns="0" tIns="0" rIns="0" bIns="0" rtlCol="0" anchor="t">
            <a:noAutofit/>
          </a:bodyPr>
          <a:lstStyle>
            <a:lvl1pPr>
              <a:defRPr>
                <a:solidFill>
                  <a:schemeClr val="bg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0DABA801-F541-6080-6E85-E1A06126D6A8}"/>
              </a:ext>
            </a:extLst>
          </p:cNvPr>
          <p:cNvSpPr>
            <a:spLocks noGrp="1"/>
          </p:cNvSpPr>
          <p:nvPr>
            <p:ph sz="half" idx="13"/>
          </p:nvPr>
        </p:nvSpPr>
        <p:spPr>
          <a:xfrm>
            <a:off x="7623680" y="2190750"/>
            <a:ext cx="6400460" cy="5221606"/>
          </a:xfrm>
          <a:prstGeom prst="rect">
            <a:avLst/>
          </a:prstGeom>
        </p:spPr>
        <p:txBody>
          <a:bodyPr>
            <a:noAutofit/>
          </a:bodyPr>
          <a:lstStyle>
            <a:lvl1pPr marL="342900" indent="-342900">
              <a:buFont typeface="Arial" panose="020B0604020202020204" pitchFamily="34" charset="0"/>
              <a:buChar char="•"/>
              <a:defRPr>
                <a:solidFill>
                  <a:schemeClr val="bg1"/>
                </a:solidFill>
              </a:defRPr>
            </a:lvl1pPr>
            <a:lvl2pPr marL="891540" indent="-342900">
              <a:buFont typeface="Arial" panose="020B0604020202020204" pitchFamily="34" charset="0"/>
              <a:buChar char="•"/>
              <a:defRPr>
                <a:solidFill>
                  <a:schemeClr val="bg1"/>
                </a:solidFill>
              </a:defRPr>
            </a:lvl2pPr>
            <a:lvl3pPr marL="1440180" indent="-342900">
              <a:buFont typeface="Arial" panose="020B0604020202020204" pitchFamily="34" charset="0"/>
              <a:buChar char="•"/>
              <a:defRPr>
                <a:solidFill>
                  <a:schemeClr val="bg1"/>
                </a:solidFill>
              </a:defRPr>
            </a:lvl3pPr>
            <a:lvl4pPr marL="1645920" indent="0">
              <a:buNone/>
              <a:defRPr>
                <a:solidFill>
                  <a:schemeClr val="bg1"/>
                </a:solidFill>
              </a:defRPr>
            </a:lvl4pPr>
            <a:lvl5pPr marL="2194560" indent="0">
              <a:buNone/>
              <a:defRPr>
                <a:solidFill>
                  <a:schemeClr val="bg1"/>
                </a:solidFill>
              </a:defRPr>
            </a:lvl5pPr>
          </a:lstStyle>
          <a:p>
            <a:pPr lvl="0"/>
            <a:r>
              <a:rPr lang="en-US"/>
              <a:t>Click to edit Master text styles</a:t>
            </a:r>
          </a:p>
          <a:p>
            <a:pPr lvl="1"/>
            <a:r>
              <a:rPr lang="en-US"/>
              <a:t>Second level</a:t>
            </a:r>
          </a:p>
          <a:p>
            <a:pPr lvl="2"/>
            <a:r>
              <a:rPr lang="en-US"/>
              <a:t>Third level</a:t>
            </a:r>
          </a:p>
        </p:txBody>
      </p:sp>
      <p:pic>
        <p:nvPicPr>
          <p:cNvPr id="11" name="Graphic 10">
            <a:extLst>
              <a:ext uri="{FF2B5EF4-FFF2-40B4-BE49-F238E27FC236}">
                <a16:creationId xmlns:a16="http://schemas.microsoft.com/office/drawing/2014/main" id="{09D41014-82C0-481C-9FC4-354405B9A48D}"/>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06905" y="122629"/>
            <a:ext cx="808736" cy="1045440"/>
          </a:xfrm>
          <a:prstGeom prst="rect">
            <a:avLst/>
          </a:prstGeom>
        </p:spPr>
      </p:pic>
      <p:sp>
        <p:nvSpPr>
          <p:cNvPr id="2" name="Graphic 24">
            <a:extLst>
              <a:ext uri="{FF2B5EF4-FFF2-40B4-BE49-F238E27FC236}">
                <a16:creationId xmlns:a16="http://schemas.microsoft.com/office/drawing/2014/main" id="{C73EEC33-96D8-CAB2-73DA-5F1C1CCFBFE3}"/>
              </a:ext>
            </a:extLst>
          </p:cNvPr>
          <p:cNvSpPr/>
          <p:nvPr/>
        </p:nvSpPr>
        <p:spPr>
          <a:xfrm>
            <a:off x="0" y="1"/>
            <a:ext cx="146122" cy="2351315"/>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1">
              <a:lumMod val="60000"/>
              <a:lumOff val="40000"/>
            </a:schemeClr>
          </a:solidFill>
          <a:ln w="20108" cap="flat">
            <a:noFill/>
            <a:prstDash val="solid"/>
            <a:miter/>
          </a:ln>
        </p:spPr>
        <p:txBody>
          <a:bodyPr rtlCol="0" anchor="ctr"/>
          <a:lstStyle/>
          <a:p>
            <a:endParaRPr lang="en-US" sz="2160"/>
          </a:p>
        </p:txBody>
      </p:sp>
      <p:sp>
        <p:nvSpPr>
          <p:cNvPr id="4" name="Graphic 26">
            <a:extLst>
              <a:ext uri="{FF2B5EF4-FFF2-40B4-BE49-F238E27FC236}">
                <a16:creationId xmlns:a16="http://schemas.microsoft.com/office/drawing/2014/main" id="{546AD323-7E8F-681B-8C52-86DA37DAB2F7}"/>
              </a:ext>
            </a:extLst>
          </p:cNvPr>
          <p:cNvSpPr/>
          <p:nvPr/>
        </p:nvSpPr>
        <p:spPr>
          <a:xfrm>
            <a:off x="14484278" y="6009758"/>
            <a:ext cx="146122" cy="2351315"/>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1">
              <a:lumMod val="60000"/>
              <a:lumOff val="40000"/>
            </a:schemeClr>
          </a:solidFill>
          <a:ln w="20108" cap="flat">
            <a:noFill/>
            <a:prstDash val="solid"/>
            <a:miter/>
          </a:ln>
        </p:spPr>
        <p:txBody>
          <a:bodyPr rtlCol="0" anchor="ctr"/>
          <a:lstStyle/>
          <a:p>
            <a:endParaRPr lang="en-US" sz="2160"/>
          </a:p>
        </p:txBody>
      </p:sp>
      <p:pic>
        <p:nvPicPr>
          <p:cNvPr id="5" name="Picture 4">
            <a:extLst>
              <a:ext uri="{FF2B5EF4-FFF2-40B4-BE49-F238E27FC236}">
                <a16:creationId xmlns:a16="http://schemas.microsoft.com/office/drawing/2014/main" id="{D5E52B84-1FF7-635F-8EF3-A45E4E11A0FB}"/>
              </a:ext>
            </a:extLst>
          </p:cNvPr>
          <p:cNvPicPr>
            <a:picLocks noChangeAspect="1"/>
          </p:cNvPicPr>
          <p:nvPr/>
        </p:nvPicPr>
        <p:blipFill>
          <a:blip r:embed="rId4"/>
          <a:stretch>
            <a:fillRect/>
          </a:stretch>
        </p:blipFill>
        <p:spPr>
          <a:xfrm>
            <a:off x="7207583" y="2164081"/>
            <a:ext cx="159442" cy="5261609"/>
          </a:xfrm>
          <a:prstGeom prst="rect">
            <a:avLst/>
          </a:prstGeom>
        </p:spPr>
      </p:pic>
      <p:sp>
        <p:nvSpPr>
          <p:cNvPr id="12" name="TextBox 11">
            <a:extLst>
              <a:ext uri="{FF2B5EF4-FFF2-40B4-BE49-F238E27FC236}">
                <a16:creationId xmlns:a16="http://schemas.microsoft.com/office/drawing/2014/main" id="{C81E8AB6-1E83-2DF2-A8CD-E6F15E894E2B}"/>
              </a:ext>
            </a:extLst>
          </p:cNvPr>
          <p:cNvSpPr txBox="1"/>
          <p:nvPr/>
        </p:nvSpPr>
        <p:spPr>
          <a:xfrm>
            <a:off x="619124" y="7726918"/>
            <a:ext cx="2596896" cy="276999"/>
          </a:xfrm>
          <a:prstGeom prst="rect">
            <a:avLst/>
          </a:prstGeom>
          <a:noFill/>
        </p:spPr>
        <p:txBody>
          <a:bodyPr wrap="square">
            <a:spAutoFit/>
          </a:bodyPr>
          <a:lstStyle/>
          <a:p>
            <a:r>
              <a:rPr lang="en-US" sz="1200">
                <a:solidFill>
                  <a:schemeClr val="bg1"/>
                </a:solidFill>
                <a:latin typeface="PP Neue Machina Plain Italic" pitchFamily="2" charset="77"/>
              </a:rPr>
              <a:t>Ascendion© 2023</a:t>
            </a:r>
          </a:p>
        </p:txBody>
      </p:sp>
      <p:sp>
        <p:nvSpPr>
          <p:cNvPr id="13" name="TextBox 12">
            <a:extLst>
              <a:ext uri="{FF2B5EF4-FFF2-40B4-BE49-F238E27FC236}">
                <a16:creationId xmlns:a16="http://schemas.microsoft.com/office/drawing/2014/main" id="{9DF15226-FF81-A13D-1F81-03DCEA1F72B2}"/>
              </a:ext>
            </a:extLst>
          </p:cNvPr>
          <p:cNvSpPr txBox="1"/>
          <p:nvPr/>
        </p:nvSpPr>
        <p:spPr>
          <a:xfrm>
            <a:off x="2343151" y="7726918"/>
            <a:ext cx="10938510" cy="276999"/>
          </a:xfrm>
          <a:prstGeom prst="rect">
            <a:avLst/>
          </a:prstGeom>
          <a:noFill/>
        </p:spPr>
        <p:txBody>
          <a:bodyPr wrap="square">
            <a:spAutoFit/>
          </a:bodyPr>
          <a:lstStyle/>
          <a:p>
            <a:pPr algn="ctr"/>
            <a:r>
              <a:rPr lang="en-US" sz="1200">
                <a:solidFill>
                  <a:schemeClr val="bg1"/>
                </a:solidFill>
              </a:rPr>
              <a:t>Confidential &amp; Not For Distribution</a:t>
            </a:r>
          </a:p>
        </p:txBody>
      </p:sp>
      <p:sp>
        <p:nvSpPr>
          <p:cNvPr id="14" name="TextBox 13">
            <a:extLst>
              <a:ext uri="{FF2B5EF4-FFF2-40B4-BE49-F238E27FC236}">
                <a16:creationId xmlns:a16="http://schemas.microsoft.com/office/drawing/2014/main" id="{C28C832F-B254-8945-69F2-3D30B1BF51DD}"/>
              </a:ext>
            </a:extLst>
          </p:cNvPr>
          <p:cNvSpPr txBox="1"/>
          <p:nvPr/>
        </p:nvSpPr>
        <p:spPr>
          <a:xfrm>
            <a:off x="11414376" y="7726918"/>
            <a:ext cx="2596896" cy="276999"/>
          </a:xfrm>
          <a:prstGeom prst="rect">
            <a:avLst/>
          </a:prstGeom>
          <a:noFill/>
        </p:spPr>
        <p:txBody>
          <a:bodyPr wrap="square">
            <a:spAutoFit/>
          </a:bodyPr>
          <a:lstStyle/>
          <a:p>
            <a:pPr algn="r"/>
            <a:fld id="{9990AA6C-E90E-4974-9612-9FBE0B32920B}" type="slidenum">
              <a:rPr lang="en-US" sz="1200" smtClean="0">
                <a:solidFill>
                  <a:schemeClr val="bg1"/>
                </a:solidFill>
                <a:latin typeface="+mj-lt"/>
              </a:rPr>
              <a:pPr algn="r"/>
              <a:t>‹#›</a:t>
            </a:fld>
            <a:endParaRPr lang="en-US" sz="1200">
              <a:solidFill>
                <a:schemeClr val="bg1"/>
              </a:solidFill>
              <a:latin typeface="+mj-lt"/>
            </a:endParaRPr>
          </a:p>
        </p:txBody>
      </p:sp>
    </p:spTree>
    <p:extLst>
      <p:ext uri="{BB962C8B-B14F-4D97-AF65-F5344CB8AC3E}">
        <p14:creationId xmlns:p14="http://schemas.microsoft.com/office/powerpoint/2010/main" val="39160855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One Content With Image - Light">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D64E704-FE42-FBB6-20FD-535A52E58B2C}"/>
              </a:ext>
            </a:extLst>
          </p:cNvPr>
          <p:cNvSpPr/>
          <p:nvPr/>
        </p:nvSpPr>
        <p:spPr>
          <a:xfrm>
            <a:off x="6560821" y="7760970"/>
            <a:ext cx="2548890" cy="24391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1" name="Picture Placeholder 10">
            <a:extLst>
              <a:ext uri="{FF2B5EF4-FFF2-40B4-BE49-F238E27FC236}">
                <a16:creationId xmlns:a16="http://schemas.microsoft.com/office/drawing/2014/main" id="{00C3E987-87AD-8816-C3B4-CA4D20556442}"/>
              </a:ext>
            </a:extLst>
          </p:cNvPr>
          <p:cNvSpPr>
            <a:spLocks noGrp="1"/>
          </p:cNvSpPr>
          <p:nvPr>
            <p:ph type="pic" sz="quarter" idx="14"/>
          </p:nvPr>
        </p:nvSpPr>
        <p:spPr bwMode="auto">
          <a:xfrm>
            <a:off x="8458779" y="1132783"/>
            <a:ext cx="6171623" cy="6799253"/>
          </a:xfrm>
          <a:custGeom>
            <a:avLst/>
            <a:gdLst>
              <a:gd name="connsiteX0" fmla="*/ 4075726 w 4998721"/>
              <a:gd name="connsiteY0" fmla="*/ 0 h 5507071"/>
              <a:gd name="connsiteX1" fmla="*/ 4998721 w 4998721"/>
              <a:gd name="connsiteY1" fmla="*/ 242517 h 5507071"/>
              <a:gd name="connsiteX2" fmla="*/ 4998721 w 4998721"/>
              <a:gd name="connsiteY2" fmla="*/ 5102636 h 5507071"/>
              <a:gd name="connsiteX3" fmla="*/ 4158468 w 4998721"/>
              <a:gd name="connsiteY3" fmla="*/ 4872244 h 5507071"/>
              <a:gd name="connsiteX4" fmla="*/ 0 w 4998721"/>
              <a:gd name="connsiteY4" fmla="*/ 5507071 h 5507071"/>
              <a:gd name="connsiteX5" fmla="*/ 0 w 4998721"/>
              <a:gd name="connsiteY5" fmla="*/ 568489 h 5507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8721" h="5507071">
                <a:moveTo>
                  <a:pt x="4075726" y="0"/>
                </a:moveTo>
                <a:lnTo>
                  <a:pt x="4998721" y="242517"/>
                </a:lnTo>
                <a:lnTo>
                  <a:pt x="4998721" y="5102636"/>
                </a:lnTo>
                <a:lnTo>
                  <a:pt x="4158468" y="4872244"/>
                </a:lnTo>
                <a:lnTo>
                  <a:pt x="0" y="5507071"/>
                </a:lnTo>
                <a:lnTo>
                  <a:pt x="0" y="568489"/>
                </a:lnTo>
                <a:close/>
              </a:path>
            </a:pathLst>
          </a:custGeom>
          <a:solidFill>
            <a:schemeClr val="bg2">
              <a:lumMod val="20000"/>
              <a:lumOff val="80000"/>
            </a:schemeClr>
          </a:solidFill>
          <a:ln>
            <a:noFill/>
          </a:ln>
        </p:spPr>
        <p:txBody>
          <a:bodyPr wrap="square" anchor="ctr">
            <a:noAutofit/>
          </a:bodyPr>
          <a:lstStyle>
            <a:lvl1pPr marL="0" indent="0" algn="ctr">
              <a:buNone/>
              <a:defRPr b="0" i="0"/>
            </a:lvl1pPr>
          </a:lstStyle>
          <a:p>
            <a:r>
              <a:rPr lang="en-US"/>
              <a:t>Click icon to add picture</a:t>
            </a:r>
            <a:endParaRPr lang="de-DE"/>
          </a:p>
        </p:txBody>
      </p:sp>
      <p:sp>
        <p:nvSpPr>
          <p:cNvPr id="5" name="Content Placeholder 2">
            <a:extLst>
              <a:ext uri="{FF2B5EF4-FFF2-40B4-BE49-F238E27FC236}">
                <a16:creationId xmlns:a16="http://schemas.microsoft.com/office/drawing/2014/main" id="{36614F09-9644-BCB7-F720-84DA3B82AB96}"/>
              </a:ext>
            </a:extLst>
          </p:cNvPr>
          <p:cNvSpPr>
            <a:spLocks noGrp="1"/>
          </p:cNvSpPr>
          <p:nvPr>
            <p:ph sz="half" idx="1"/>
          </p:nvPr>
        </p:nvSpPr>
        <p:spPr>
          <a:xfrm>
            <a:off x="619125" y="2190750"/>
            <a:ext cx="6400460" cy="5221606"/>
          </a:xfrm>
          <a:prstGeom prst="rect">
            <a:avLst/>
          </a:prstGeom>
        </p:spPr>
        <p:txBody>
          <a:bodyPr>
            <a:noAutofit/>
          </a:bodyPr>
          <a:lstStyle>
            <a:lvl1pPr marL="342900" indent="-342900">
              <a:buFont typeface="Arial" panose="020B0604020202020204" pitchFamily="34" charset="0"/>
              <a:buChar char="•"/>
              <a:defRPr/>
            </a:lvl1pPr>
            <a:lvl2pPr marL="891540" indent="-342900">
              <a:buFont typeface="Arial" panose="020B0604020202020204" pitchFamily="34" charset="0"/>
              <a:buChar char="•"/>
              <a:defRPr/>
            </a:lvl2pPr>
            <a:lvl3pPr marL="1440180" indent="-342900">
              <a:buFont typeface="Arial" panose="020B0604020202020204" pitchFamily="34" charset="0"/>
              <a:buChar char="•"/>
              <a:defRPr/>
            </a:lvl3pPr>
            <a:lvl4pPr marL="1645920" indent="0">
              <a:buNone/>
              <a:defRPr/>
            </a:lvl4pPr>
            <a:lvl5pPr marL="2194560" indent="0">
              <a:buNone/>
              <a:defRPr/>
            </a:lvl5pPr>
          </a:lstStyle>
          <a:p>
            <a:pPr lvl="0"/>
            <a:r>
              <a:rPr lang="en-US"/>
              <a:t>Click to edit Master text styles</a:t>
            </a:r>
          </a:p>
          <a:p>
            <a:pPr lvl="1"/>
            <a:r>
              <a:rPr lang="en-US"/>
              <a:t>Second level</a:t>
            </a:r>
          </a:p>
          <a:p>
            <a:pPr lvl="2"/>
            <a:r>
              <a:rPr lang="en-US"/>
              <a:t>Third level</a:t>
            </a:r>
          </a:p>
        </p:txBody>
      </p:sp>
      <p:sp>
        <p:nvSpPr>
          <p:cNvPr id="6" name="Title Placeholder 1">
            <a:extLst>
              <a:ext uri="{FF2B5EF4-FFF2-40B4-BE49-F238E27FC236}">
                <a16:creationId xmlns:a16="http://schemas.microsoft.com/office/drawing/2014/main" id="{7F119ECE-B6BF-5A49-1013-E5C80F5037BC}"/>
              </a:ext>
            </a:extLst>
          </p:cNvPr>
          <p:cNvSpPr>
            <a:spLocks noGrp="1"/>
          </p:cNvSpPr>
          <p:nvPr>
            <p:ph type="title" hasCustomPrompt="1"/>
          </p:nvPr>
        </p:nvSpPr>
        <p:spPr>
          <a:xfrm>
            <a:off x="619126" y="627371"/>
            <a:ext cx="12481733" cy="1401455"/>
          </a:xfrm>
          <a:prstGeom prst="rect">
            <a:avLst/>
          </a:prstGeom>
        </p:spPr>
        <p:txBody>
          <a:bodyPr vert="horz" lIns="0" tIns="0" rIns="0" bIns="0" rtlCol="0" anchor="t">
            <a:noAutofit/>
          </a:bodyPr>
          <a:lstStyle/>
          <a:p>
            <a:r>
              <a:rPr lang="en-US"/>
              <a:t>Click To Edit Master Title Style</a:t>
            </a:r>
          </a:p>
        </p:txBody>
      </p:sp>
      <p:pic>
        <p:nvPicPr>
          <p:cNvPr id="10" name="Graphic 9">
            <a:extLst>
              <a:ext uri="{FF2B5EF4-FFF2-40B4-BE49-F238E27FC236}">
                <a16:creationId xmlns:a16="http://schemas.microsoft.com/office/drawing/2014/main" id="{2444957B-633C-4D09-BB21-7949D480F5FE}"/>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06906" y="122629"/>
            <a:ext cx="808736" cy="1045440"/>
          </a:xfrm>
          <a:prstGeom prst="rect">
            <a:avLst/>
          </a:prstGeom>
        </p:spPr>
      </p:pic>
      <p:sp>
        <p:nvSpPr>
          <p:cNvPr id="14" name="Graphic 15">
            <a:extLst>
              <a:ext uri="{FF2B5EF4-FFF2-40B4-BE49-F238E27FC236}">
                <a16:creationId xmlns:a16="http://schemas.microsoft.com/office/drawing/2014/main" id="{DC9AE4F7-E3C1-6E0B-E3AD-C8AEC8AA83BB}"/>
              </a:ext>
            </a:extLst>
          </p:cNvPr>
          <p:cNvSpPr/>
          <p:nvPr/>
        </p:nvSpPr>
        <p:spPr>
          <a:xfrm>
            <a:off x="8454976" y="7144128"/>
            <a:ext cx="6177672" cy="784855"/>
          </a:xfrm>
          <a:custGeom>
            <a:avLst/>
            <a:gdLst>
              <a:gd name="connsiteX0" fmla="*/ 4307570 w 5148060"/>
              <a:gd name="connsiteY0" fmla="*/ 93035 h 654046"/>
              <a:gd name="connsiteX1" fmla="*/ 2 w 5148060"/>
              <a:gd name="connsiteY1" fmla="*/ 653151 h 654046"/>
              <a:gd name="connsiteX2" fmla="*/ 4294224 w 5148060"/>
              <a:gd name="connsiteY2" fmla="*/ 0 h 654046"/>
              <a:gd name="connsiteX3" fmla="*/ 5148061 w 5148060"/>
              <a:gd name="connsiteY3" fmla="*/ 236781 h 654046"/>
              <a:gd name="connsiteX4" fmla="*/ 4307570 w 5148060"/>
              <a:gd name="connsiteY4" fmla="*/ 93035 h 6540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8060" h="654046">
                <a:moveTo>
                  <a:pt x="4307570" y="93035"/>
                </a:moveTo>
                <a:cubicBezTo>
                  <a:pt x="1430986" y="482968"/>
                  <a:pt x="2163" y="668657"/>
                  <a:pt x="2" y="653151"/>
                </a:cubicBezTo>
                <a:cubicBezTo>
                  <a:pt x="-2158" y="637645"/>
                  <a:pt x="1422216" y="420945"/>
                  <a:pt x="4294224" y="0"/>
                </a:cubicBezTo>
                <a:cubicBezTo>
                  <a:pt x="4578794" y="78927"/>
                  <a:pt x="4863491" y="157854"/>
                  <a:pt x="5148061" y="236781"/>
                </a:cubicBezTo>
                <a:cubicBezTo>
                  <a:pt x="4867940" y="188866"/>
                  <a:pt x="4587691" y="140950"/>
                  <a:pt x="4307570" y="93035"/>
                </a:cubicBezTo>
                <a:close/>
              </a:path>
            </a:pathLst>
          </a:custGeom>
          <a:solidFill>
            <a:schemeClr val="accent1"/>
          </a:solidFill>
          <a:ln w="12700" cap="flat">
            <a:noFill/>
            <a:prstDash val="solid"/>
            <a:miter/>
          </a:ln>
        </p:spPr>
        <p:txBody>
          <a:bodyPr rtlCol="0" anchor="ctr"/>
          <a:lstStyle/>
          <a:p>
            <a:endParaRPr lang="en-US" sz="2160"/>
          </a:p>
        </p:txBody>
      </p:sp>
    </p:spTree>
    <p:extLst>
      <p:ext uri="{BB962C8B-B14F-4D97-AF65-F5344CB8AC3E}">
        <p14:creationId xmlns:p14="http://schemas.microsoft.com/office/powerpoint/2010/main" val="18557570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One Content with Image - Dark">
    <p:bg>
      <p:bgRef idx="1001">
        <a:schemeClr val="bg1"/>
      </p:bgRef>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2FE17D7-8501-F287-8F7B-C0B6EF822519}"/>
              </a:ext>
            </a:extLst>
          </p:cNvPr>
          <p:cNvSpPr/>
          <p:nvPr/>
        </p:nvSpPr>
        <p:spPr>
          <a:xfrm>
            <a:off x="6560821" y="7760970"/>
            <a:ext cx="2548890" cy="24391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1" name="Picture Placeholder 10">
            <a:extLst>
              <a:ext uri="{FF2B5EF4-FFF2-40B4-BE49-F238E27FC236}">
                <a16:creationId xmlns:a16="http://schemas.microsoft.com/office/drawing/2014/main" id="{00C3E987-87AD-8816-C3B4-CA4D20556442}"/>
              </a:ext>
            </a:extLst>
          </p:cNvPr>
          <p:cNvSpPr>
            <a:spLocks noGrp="1"/>
          </p:cNvSpPr>
          <p:nvPr>
            <p:ph type="pic" sz="quarter" idx="14"/>
          </p:nvPr>
        </p:nvSpPr>
        <p:spPr bwMode="auto">
          <a:xfrm>
            <a:off x="8458779" y="1132783"/>
            <a:ext cx="6171623" cy="6799253"/>
          </a:xfrm>
          <a:custGeom>
            <a:avLst/>
            <a:gdLst>
              <a:gd name="connsiteX0" fmla="*/ 4075726 w 4998721"/>
              <a:gd name="connsiteY0" fmla="*/ 0 h 5507071"/>
              <a:gd name="connsiteX1" fmla="*/ 4998721 w 4998721"/>
              <a:gd name="connsiteY1" fmla="*/ 242517 h 5507071"/>
              <a:gd name="connsiteX2" fmla="*/ 4998721 w 4998721"/>
              <a:gd name="connsiteY2" fmla="*/ 5102636 h 5507071"/>
              <a:gd name="connsiteX3" fmla="*/ 4158468 w 4998721"/>
              <a:gd name="connsiteY3" fmla="*/ 4872244 h 5507071"/>
              <a:gd name="connsiteX4" fmla="*/ 0 w 4998721"/>
              <a:gd name="connsiteY4" fmla="*/ 5507071 h 5507071"/>
              <a:gd name="connsiteX5" fmla="*/ 0 w 4998721"/>
              <a:gd name="connsiteY5" fmla="*/ 568489 h 5507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8721" h="5507071">
                <a:moveTo>
                  <a:pt x="4075726" y="0"/>
                </a:moveTo>
                <a:lnTo>
                  <a:pt x="4998721" y="242517"/>
                </a:lnTo>
                <a:lnTo>
                  <a:pt x="4998721" y="5102636"/>
                </a:lnTo>
                <a:lnTo>
                  <a:pt x="4158468" y="4872244"/>
                </a:lnTo>
                <a:lnTo>
                  <a:pt x="0" y="5507071"/>
                </a:lnTo>
                <a:lnTo>
                  <a:pt x="0" y="568489"/>
                </a:lnTo>
                <a:close/>
              </a:path>
            </a:pathLst>
          </a:custGeom>
          <a:solidFill>
            <a:schemeClr val="bg2">
              <a:lumMod val="20000"/>
              <a:lumOff val="80000"/>
            </a:schemeClr>
          </a:solidFill>
          <a:ln>
            <a:noFill/>
          </a:ln>
        </p:spPr>
        <p:txBody>
          <a:bodyPr wrap="square" anchor="ctr">
            <a:noAutofit/>
          </a:bodyPr>
          <a:lstStyle>
            <a:lvl1pPr marL="0" indent="0" algn="ctr">
              <a:buNone/>
              <a:defRPr b="0" i="0"/>
            </a:lvl1pPr>
          </a:lstStyle>
          <a:p>
            <a:r>
              <a:rPr lang="en-US"/>
              <a:t>Click icon to add picture</a:t>
            </a:r>
            <a:endParaRPr lang="de-DE"/>
          </a:p>
        </p:txBody>
      </p:sp>
      <p:sp>
        <p:nvSpPr>
          <p:cNvPr id="5" name="Content Placeholder 2">
            <a:extLst>
              <a:ext uri="{FF2B5EF4-FFF2-40B4-BE49-F238E27FC236}">
                <a16:creationId xmlns:a16="http://schemas.microsoft.com/office/drawing/2014/main" id="{36614F09-9644-BCB7-F720-84DA3B82AB96}"/>
              </a:ext>
            </a:extLst>
          </p:cNvPr>
          <p:cNvSpPr>
            <a:spLocks noGrp="1"/>
          </p:cNvSpPr>
          <p:nvPr>
            <p:ph sz="half" idx="1"/>
          </p:nvPr>
        </p:nvSpPr>
        <p:spPr>
          <a:xfrm>
            <a:off x="619125" y="2190750"/>
            <a:ext cx="6400460" cy="5221606"/>
          </a:xfrm>
          <a:prstGeom prst="rect">
            <a:avLst/>
          </a:prstGeom>
        </p:spPr>
        <p:txBody>
          <a:bodyPr>
            <a:noAutofit/>
          </a:bodyPr>
          <a:lstStyle>
            <a:lvl1pPr marL="342900" indent="-342900">
              <a:buFont typeface="Arial" panose="020B0604020202020204" pitchFamily="34" charset="0"/>
              <a:buChar char="•"/>
              <a:defRPr/>
            </a:lvl1pPr>
            <a:lvl2pPr marL="891540" indent="-342900">
              <a:buFont typeface="Arial" panose="020B0604020202020204" pitchFamily="34" charset="0"/>
              <a:buChar char="•"/>
              <a:defRPr/>
            </a:lvl2pPr>
            <a:lvl3pPr marL="1440180" indent="-342900">
              <a:buFont typeface="Arial" panose="020B0604020202020204" pitchFamily="34" charset="0"/>
              <a:buChar char="•"/>
              <a:defRPr/>
            </a:lvl3pPr>
            <a:lvl4pPr marL="1645920" indent="0">
              <a:buNone/>
              <a:defRPr/>
            </a:lvl4pPr>
            <a:lvl5pPr marL="2194560" indent="0">
              <a:buNone/>
              <a:defRPr/>
            </a:lvl5pPr>
          </a:lstStyle>
          <a:p>
            <a:pPr lvl="0"/>
            <a:r>
              <a:rPr lang="en-US"/>
              <a:t>Click to edit Master text styles</a:t>
            </a:r>
          </a:p>
          <a:p>
            <a:pPr lvl="1"/>
            <a:r>
              <a:rPr lang="en-US"/>
              <a:t>Second level</a:t>
            </a:r>
          </a:p>
          <a:p>
            <a:pPr lvl="2"/>
            <a:r>
              <a:rPr lang="en-US"/>
              <a:t>Third level</a:t>
            </a:r>
          </a:p>
        </p:txBody>
      </p:sp>
      <p:sp>
        <p:nvSpPr>
          <p:cNvPr id="6" name="Title Placeholder 1">
            <a:extLst>
              <a:ext uri="{FF2B5EF4-FFF2-40B4-BE49-F238E27FC236}">
                <a16:creationId xmlns:a16="http://schemas.microsoft.com/office/drawing/2014/main" id="{7F119ECE-B6BF-5A49-1013-E5C80F5037BC}"/>
              </a:ext>
            </a:extLst>
          </p:cNvPr>
          <p:cNvSpPr>
            <a:spLocks noGrp="1"/>
          </p:cNvSpPr>
          <p:nvPr>
            <p:ph type="title" hasCustomPrompt="1"/>
          </p:nvPr>
        </p:nvSpPr>
        <p:spPr>
          <a:xfrm>
            <a:off x="619126" y="627371"/>
            <a:ext cx="12481733" cy="1401455"/>
          </a:xfrm>
          <a:prstGeom prst="rect">
            <a:avLst/>
          </a:prstGeom>
        </p:spPr>
        <p:txBody>
          <a:bodyPr vert="horz" lIns="0" tIns="0" rIns="0" bIns="0" rtlCol="0" anchor="t">
            <a:noAutofit/>
          </a:bodyPr>
          <a:lstStyle/>
          <a:p>
            <a:r>
              <a:rPr lang="en-US"/>
              <a:t>Click To Edit Master Title Style</a:t>
            </a:r>
          </a:p>
        </p:txBody>
      </p:sp>
      <p:pic>
        <p:nvPicPr>
          <p:cNvPr id="2" name="Graphic 1">
            <a:extLst>
              <a:ext uri="{FF2B5EF4-FFF2-40B4-BE49-F238E27FC236}">
                <a16:creationId xmlns:a16="http://schemas.microsoft.com/office/drawing/2014/main" id="{2D43FD1C-31D5-2509-10CA-F7E4B20099CC}"/>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06905" y="122629"/>
            <a:ext cx="808736" cy="1045440"/>
          </a:xfrm>
          <a:prstGeom prst="rect">
            <a:avLst/>
          </a:prstGeom>
        </p:spPr>
      </p:pic>
      <p:sp>
        <p:nvSpPr>
          <p:cNvPr id="3" name="Graphic 15">
            <a:extLst>
              <a:ext uri="{FF2B5EF4-FFF2-40B4-BE49-F238E27FC236}">
                <a16:creationId xmlns:a16="http://schemas.microsoft.com/office/drawing/2014/main" id="{11131441-18C8-3B36-DBAA-443991C6E8D2}"/>
              </a:ext>
            </a:extLst>
          </p:cNvPr>
          <p:cNvSpPr/>
          <p:nvPr/>
        </p:nvSpPr>
        <p:spPr>
          <a:xfrm>
            <a:off x="8454976" y="7144128"/>
            <a:ext cx="6177672" cy="784855"/>
          </a:xfrm>
          <a:custGeom>
            <a:avLst/>
            <a:gdLst>
              <a:gd name="connsiteX0" fmla="*/ 4307570 w 5148060"/>
              <a:gd name="connsiteY0" fmla="*/ 93035 h 654046"/>
              <a:gd name="connsiteX1" fmla="*/ 2 w 5148060"/>
              <a:gd name="connsiteY1" fmla="*/ 653151 h 654046"/>
              <a:gd name="connsiteX2" fmla="*/ 4294224 w 5148060"/>
              <a:gd name="connsiteY2" fmla="*/ 0 h 654046"/>
              <a:gd name="connsiteX3" fmla="*/ 5148061 w 5148060"/>
              <a:gd name="connsiteY3" fmla="*/ 236781 h 654046"/>
              <a:gd name="connsiteX4" fmla="*/ 4307570 w 5148060"/>
              <a:gd name="connsiteY4" fmla="*/ 93035 h 6540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8060" h="654046">
                <a:moveTo>
                  <a:pt x="4307570" y="93035"/>
                </a:moveTo>
                <a:cubicBezTo>
                  <a:pt x="1430986" y="482968"/>
                  <a:pt x="2163" y="668657"/>
                  <a:pt x="2" y="653151"/>
                </a:cubicBezTo>
                <a:cubicBezTo>
                  <a:pt x="-2158" y="637645"/>
                  <a:pt x="1422216" y="420945"/>
                  <a:pt x="4294224" y="0"/>
                </a:cubicBezTo>
                <a:cubicBezTo>
                  <a:pt x="4578794" y="78927"/>
                  <a:pt x="4863491" y="157854"/>
                  <a:pt x="5148061" y="236781"/>
                </a:cubicBezTo>
                <a:cubicBezTo>
                  <a:pt x="4867940" y="188866"/>
                  <a:pt x="4587691" y="140950"/>
                  <a:pt x="4307570" y="93035"/>
                </a:cubicBezTo>
                <a:close/>
              </a:path>
            </a:pathLst>
          </a:custGeom>
          <a:solidFill>
            <a:schemeClr val="accent3"/>
          </a:solidFill>
          <a:ln w="12700" cap="flat">
            <a:noFill/>
            <a:prstDash val="solid"/>
            <a:miter/>
          </a:ln>
        </p:spPr>
        <p:txBody>
          <a:bodyPr rtlCol="0" anchor="ctr"/>
          <a:lstStyle/>
          <a:p>
            <a:endParaRPr lang="en-US" sz="2160"/>
          </a:p>
        </p:txBody>
      </p:sp>
    </p:spTree>
    <p:extLst>
      <p:ext uri="{BB962C8B-B14F-4D97-AF65-F5344CB8AC3E}">
        <p14:creationId xmlns:p14="http://schemas.microsoft.com/office/powerpoint/2010/main" val="1896385027"/>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wo Content wit sub head - Light">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236DC2C-3303-7A13-4205-E445306C09EE}"/>
              </a:ext>
            </a:extLst>
          </p:cNvPr>
          <p:cNvSpPr>
            <a:spLocks noGrp="1"/>
          </p:cNvSpPr>
          <p:nvPr>
            <p:ph type="body" idx="1" hasCustomPrompt="1"/>
          </p:nvPr>
        </p:nvSpPr>
        <p:spPr>
          <a:xfrm>
            <a:off x="619125" y="2164081"/>
            <a:ext cx="6400460" cy="842009"/>
          </a:xfrm>
          <a:prstGeom prst="rect">
            <a:avLst/>
          </a:prstGeom>
        </p:spPr>
        <p:txBody>
          <a:bodyPr anchor="b">
            <a:noAutofit/>
          </a:bodyPr>
          <a:lstStyle>
            <a:lvl1pPr marL="0" indent="0">
              <a:buNone/>
              <a:defRPr sz="2160" b="0" i="0">
                <a:latin typeface="PP Neue Machina Plain" pitchFamily="2" charset="77"/>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10" name="Content Placeholder 2">
            <a:extLst>
              <a:ext uri="{FF2B5EF4-FFF2-40B4-BE49-F238E27FC236}">
                <a16:creationId xmlns:a16="http://schemas.microsoft.com/office/drawing/2014/main" id="{E1719595-99EC-503B-9946-1E6FE9AFB26E}"/>
              </a:ext>
            </a:extLst>
          </p:cNvPr>
          <p:cNvSpPr>
            <a:spLocks noGrp="1"/>
          </p:cNvSpPr>
          <p:nvPr>
            <p:ph sz="half" idx="10"/>
          </p:nvPr>
        </p:nvSpPr>
        <p:spPr>
          <a:xfrm>
            <a:off x="619125" y="3216683"/>
            <a:ext cx="6400460" cy="4195672"/>
          </a:xfrm>
          <a:prstGeom prst="rect">
            <a:avLst/>
          </a:prstGeom>
        </p:spPr>
        <p:txBody>
          <a:bodyPr>
            <a:noAutofit/>
          </a:bodyPr>
          <a:lstStyle/>
          <a:p>
            <a:pPr lvl="0"/>
            <a:r>
              <a:rPr lang="en-US"/>
              <a:t>Click to edit Master text styles</a:t>
            </a:r>
          </a:p>
          <a:p>
            <a:pPr lvl="1"/>
            <a:r>
              <a:rPr lang="en-US"/>
              <a:t>Second level</a:t>
            </a:r>
          </a:p>
          <a:p>
            <a:pPr lvl="2"/>
            <a:r>
              <a:rPr lang="en-US"/>
              <a:t>Third level</a:t>
            </a:r>
          </a:p>
        </p:txBody>
      </p:sp>
      <p:sp>
        <p:nvSpPr>
          <p:cNvPr id="11" name="Title Placeholder 1">
            <a:extLst>
              <a:ext uri="{FF2B5EF4-FFF2-40B4-BE49-F238E27FC236}">
                <a16:creationId xmlns:a16="http://schemas.microsoft.com/office/drawing/2014/main" id="{52062F48-588B-85E3-F8AE-E91C5864BAB1}"/>
              </a:ext>
            </a:extLst>
          </p:cNvPr>
          <p:cNvSpPr>
            <a:spLocks noGrp="1"/>
          </p:cNvSpPr>
          <p:nvPr>
            <p:ph type="title" hasCustomPrompt="1"/>
          </p:nvPr>
        </p:nvSpPr>
        <p:spPr>
          <a:xfrm>
            <a:off x="619126" y="627371"/>
            <a:ext cx="12470648" cy="1401455"/>
          </a:xfrm>
          <a:prstGeom prst="rect">
            <a:avLst/>
          </a:prstGeom>
        </p:spPr>
        <p:txBody>
          <a:bodyPr vert="horz" lIns="0" tIns="0" rIns="0" bIns="0" rtlCol="0" anchor="t">
            <a:noAutofit/>
          </a:bodyPr>
          <a:lstStyle/>
          <a:p>
            <a:r>
              <a:rPr lang="en-US"/>
              <a:t>Click To Edit Master Title Style</a:t>
            </a:r>
          </a:p>
        </p:txBody>
      </p:sp>
      <p:sp>
        <p:nvSpPr>
          <p:cNvPr id="12" name="Content Placeholder 2">
            <a:extLst>
              <a:ext uri="{FF2B5EF4-FFF2-40B4-BE49-F238E27FC236}">
                <a16:creationId xmlns:a16="http://schemas.microsoft.com/office/drawing/2014/main" id="{DC2BD43C-B15F-6F41-1FDA-E66B93117933}"/>
              </a:ext>
            </a:extLst>
          </p:cNvPr>
          <p:cNvSpPr>
            <a:spLocks noGrp="1"/>
          </p:cNvSpPr>
          <p:nvPr>
            <p:ph sz="half" idx="13"/>
          </p:nvPr>
        </p:nvSpPr>
        <p:spPr>
          <a:xfrm>
            <a:off x="7623680" y="3216683"/>
            <a:ext cx="6400460" cy="4195672"/>
          </a:xfrm>
          <a:prstGeom prst="rect">
            <a:avLst/>
          </a:prstGeom>
        </p:spPr>
        <p:txBody>
          <a:bodyPr>
            <a:noAutofit/>
          </a:bodyPr>
          <a:lstStyle/>
          <a:p>
            <a:pPr lvl="0"/>
            <a:r>
              <a:rPr lang="en-US"/>
              <a:t>Click to edit Master text styles</a:t>
            </a:r>
          </a:p>
          <a:p>
            <a:pPr lvl="1"/>
            <a:r>
              <a:rPr lang="en-US"/>
              <a:t>Second level</a:t>
            </a:r>
          </a:p>
          <a:p>
            <a:pPr lvl="2"/>
            <a:r>
              <a:rPr lang="en-US"/>
              <a:t>Third level</a:t>
            </a:r>
          </a:p>
        </p:txBody>
      </p:sp>
      <p:sp>
        <p:nvSpPr>
          <p:cNvPr id="15" name="Text Placeholder 2">
            <a:extLst>
              <a:ext uri="{FF2B5EF4-FFF2-40B4-BE49-F238E27FC236}">
                <a16:creationId xmlns:a16="http://schemas.microsoft.com/office/drawing/2014/main" id="{B8251C3C-EB4C-A7FC-A2F5-EBD1C66B69EB}"/>
              </a:ext>
            </a:extLst>
          </p:cNvPr>
          <p:cNvSpPr>
            <a:spLocks noGrp="1"/>
          </p:cNvSpPr>
          <p:nvPr>
            <p:ph type="body" idx="15" hasCustomPrompt="1"/>
          </p:nvPr>
        </p:nvSpPr>
        <p:spPr>
          <a:xfrm>
            <a:off x="7623679" y="2164081"/>
            <a:ext cx="6400460" cy="842009"/>
          </a:xfrm>
          <a:prstGeom prst="rect">
            <a:avLst/>
          </a:prstGeom>
        </p:spPr>
        <p:txBody>
          <a:bodyPr anchor="b">
            <a:noAutofit/>
          </a:bodyPr>
          <a:lstStyle>
            <a:lvl1pPr marL="0" indent="0">
              <a:buNone/>
              <a:defRPr sz="2160" b="0" i="0">
                <a:latin typeface="PP Neue Machina Plain" pitchFamily="2" charset="77"/>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pic>
        <p:nvPicPr>
          <p:cNvPr id="9" name="Graphic 8">
            <a:extLst>
              <a:ext uri="{FF2B5EF4-FFF2-40B4-BE49-F238E27FC236}">
                <a16:creationId xmlns:a16="http://schemas.microsoft.com/office/drawing/2014/main" id="{76618F4F-B7C0-B642-13F5-295BDA788DCC}"/>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06906" y="122629"/>
            <a:ext cx="808736" cy="1045440"/>
          </a:xfrm>
          <a:prstGeom prst="rect">
            <a:avLst/>
          </a:prstGeom>
        </p:spPr>
      </p:pic>
      <p:sp>
        <p:nvSpPr>
          <p:cNvPr id="2" name="Graphic 24">
            <a:extLst>
              <a:ext uri="{FF2B5EF4-FFF2-40B4-BE49-F238E27FC236}">
                <a16:creationId xmlns:a16="http://schemas.microsoft.com/office/drawing/2014/main" id="{01A1E765-E933-D907-4DF5-78CCCE59E883}"/>
              </a:ext>
            </a:extLst>
          </p:cNvPr>
          <p:cNvSpPr/>
          <p:nvPr/>
        </p:nvSpPr>
        <p:spPr>
          <a:xfrm>
            <a:off x="0" y="1"/>
            <a:ext cx="146122" cy="2351315"/>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6"/>
          </a:solidFill>
          <a:ln w="20108" cap="flat">
            <a:noFill/>
            <a:prstDash val="solid"/>
            <a:miter/>
          </a:ln>
        </p:spPr>
        <p:txBody>
          <a:bodyPr rtlCol="0" anchor="ctr"/>
          <a:lstStyle/>
          <a:p>
            <a:endParaRPr lang="en-US" sz="2160"/>
          </a:p>
        </p:txBody>
      </p:sp>
      <p:sp>
        <p:nvSpPr>
          <p:cNvPr id="5" name="Graphic 26">
            <a:extLst>
              <a:ext uri="{FF2B5EF4-FFF2-40B4-BE49-F238E27FC236}">
                <a16:creationId xmlns:a16="http://schemas.microsoft.com/office/drawing/2014/main" id="{FB4F9C58-D2A9-F206-694F-A25050224549}"/>
              </a:ext>
            </a:extLst>
          </p:cNvPr>
          <p:cNvSpPr/>
          <p:nvPr/>
        </p:nvSpPr>
        <p:spPr>
          <a:xfrm>
            <a:off x="14484278" y="6009758"/>
            <a:ext cx="146122" cy="2351315"/>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6"/>
          </a:solidFill>
          <a:ln w="20108" cap="flat">
            <a:noFill/>
            <a:prstDash val="solid"/>
            <a:miter/>
          </a:ln>
        </p:spPr>
        <p:txBody>
          <a:bodyPr rtlCol="0" anchor="ctr"/>
          <a:lstStyle/>
          <a:p>
            <a:endParaRPr lang="en-US" sz="2160"/>
          </a:p>
        </p:txBody>
      </p:sp>
      <p:pic>
        <p:nvPicPr>
          <p:cNvPr id="6" name="Picture 5">
            <a:extLst>
              <a:ext uri="{FF2B5EF4-FFF2-40B4-BE49-F238E27FC236}">
                <a16:creationId xmlns:a16="http://schemas.microsoft.com/office/drawing/2014/main" id="{4ED67E7E-4E1F-6CBA-10EE-367941D1B35A}"/>
              </a:ext>
            </a:extLst>
          </p:cNvPr>
          <p:cNvPicPr>
            <a:picLocks noChangeAspect="1"/>
          </p:cNvPicPr>
          <p:nvPr/>
        </p:nvPicPr>
        <p:blipFill>
          <a:blip r:embed="rId4"/>
          <a:stretch>
            <a:fillRect/>
          </a:stretch>
        </p:blipFill>
        <p:spPr>
          <a:xfrm flipH="1">
            <a:off x="7195564" y="2164082"/>
            <a:ext cx="145375" cy="5261610"/>
          </a:xfrm>
          <a:prstGeom prst="rect">
            <a:avLst/>
          </a:prstGeom>
        </p:spPr>
      </p:pic>
    </p:spTree>
    <p:extLst>
      <p:ext uri="{BB962C8B-B14F-4D97-AF65-F5344CB8AC3E}">
        <p14:creationId xmlns:p14="http://schemas.microsoft.com/office/powerpoint/2010/main" val="11262611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wit sub head - Dark">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236DC2C-3303-7A13-4205-E445306C09EE}"/>
              </a:ext>
            </a:extLst>
          </p:cNvPr>
          <p:cNvSpPr>
            <a:spLocks noGrp="1"/>
          </p:cNvSpPr>
          <p:nvPr>
            <p:ph type="body" idx="1" hasCustomPrompt="1"/>
          </p:nvPr>
        </p:nvSpPr>
        <p:spPr>
          <a:xfrm>
            <a:off x="619125" y="2164081"/>
            <a:ext cx="6400460" cy="842009"/>
          </a:xfrm>
          <a:prstGeom prst="rect">
            <a:avLst/>
          </a:prstGeom>
        </p:spPr>
        <p:txBody>
          <a:bodyPr anchor="b">
            <a:noAutofit/>
          </a:bodyPr>
          <a:lstStyle>
            <a:lvl1pPr marL="0" indent="0">
              <a:buNone/>
              <a:defRPr sz="2160" b="0" i="0">
                <a:solidFill>
                  <a:schemeClr val="tx1"/>
                </a:solidFill>
                <a:latin typeface="PP Neue Machina Plain" pitchFamily="2" charset="77"/>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10" name="Content Placeholder 2">
            <a:extLst>
              <a:ext uri="{FF2B5EF4-FFF2-40B4-BE49-F238E27FC236}">
                <a16:creationId xmlns:a16="http://schemas.microsoft.com/office/drawing/2014/main" id="{E1719595-99EC-503B-9946-1E6FE9AFB26E}"/>
              </a:ext>
            </a:extLst>
          </p:cNvPr>
          <p:cNvSpPr>
            <a:spLocks noGrp="1"/>
          </p:cNvSpPr>
          <p:nvPr>
            <p:ph sz="half" idx="10"/>
          </p:nvPr>
        </p:nvSpPr>
        <p:spPr>
          <a:xfrm>
            <a:off x="619125" y="3216683"/>
            <a:ext cx="6400460" cy="4195672"/>
          </a:xfrm>
          <a:prstGeom prst="rect">
            <a:avLst/>
          </a:prstGeom>
        </p:spPr>
        <p:txBody>
          <a:bodyPr>
            <a:noAutofit/>
          </a:bodyPr>
          <a:lstStyle>
            <a:lvl1pPr>
              <a:defRPr>
                <a:solidFill>
                  <a:schemeClr val="tx1"/>
                </a:solidFill>
                <a:latin typeface="Avenir LT 45 Book" panose="020B0503020000020003" pitchFamily="34" charset="0"/>
                <a:cs typeface="Arial" panose="020B0604020202020204" pitchFamily="34" charset="0"/>
              </a:defRPr>
            </a:lvl1pPr>
            <a:lvl2pPr>
              <a:defRPr>
                <a:solidFill>
                  <a:schemeClr val="tx1"/>
                </a:solidFill>
                <a:latin typeface="Avenir LT 45 Book" panose="020B0503020000020003" pitchFamily="34" charset="0"/>
                <a:cs typeface="Arial" panose="020B0604020202020204" pitchFamily="34" charset="0"/>
              </a:defRPr>
            </a:lvl2pPr>
            <a:lvl3pPr>
              <a:defRPr>
                <a:solidFill>
                  <a:schemeClr val="tx1"/>
                </a:solidFill>
                <a:latin typeface="Avenir LT 45 Book" panose="020B0503020000020003" pitchFamily="34" charset="0"/>
                <a:cs typeface="Arial" panose="020B0604020202020204" pitchFamily="34" charset="0"/>
              </a:defRPr>
            </a:lvl3pPr>
            <a:lvl4pPr>
              <a:defRPr>
                <a:solidFill>
                  <a:schemeClr val="bg1"/>
                </a:solidFill>
                <a:latin typeface="Arial" panose="020B0604020202020204" pitchFamily="34" charset="0"/>
                <a:cs typeface="Arial" panose="020B0604020202020204" pitchFamily="34" charset="0"/>
              </a:defRPr>
            </a:lvl4pPr>
            <a:lvl5pPr>
              <a:defRPr>
                <a:solidFill>
                  <a:schemeClr val="bg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11" name="Title Placeholder 1">
            <a:extLst>
              <a:ext uri="{FF2B5EF4-FFF2-40B4-BE49-F238E27FC236}">
                <a16:creationId xmlns:a16="http://schemas.microsoft.com/office/drawing/2014/main" id="{52062F48-588B-85E3-F8AE-E91C5864BAB1}"/>
              </a:ext>
            </a:extLst>
          </p:cNvPr>
          <p:cNvSpPr>
            <a:spLocks noGrp="1"/>
          </p:cNvSpPr>
          <p:nvPr>
            <p:ph type="title" hasCustomPrompt="1"/>
          </p:nvPr>
        </p:nvSpPr>
        <p:spPr>
          <a:xfrm>
            <a:off x="619126" y="627371"/>
            <a:ext cx="12459565" cy="1401455"/>
          </a:xfrm>
          <a:prstGeom prst="rect">
            <a:avLst/>
          </a:prstGeom>
        </p:spPr>
        <p:txBody>
          <a:bodyPr vert="horz" lIns="0" tIns="0" rIns="0" bIns="0" rtlCol="0" anchor="t">
            <a:noAutofit/>
          </a:bodyPr>
          <a:lstStyle>
            <a:lvl1pPr>
              <a:defRPr>
                <a:solidFill>
                  <a:schemeClr val="tx1"/>
                </a:solidFill>
              </a:defRPr>
            </a:lvl1pPr>
          </a:lstStyle>
          <a:p>
            <a:r>
              <a:rPr lang="en-US"/>
              <a:t>Click To Edit Master Title Style</a:t>
            </a:r>
          </a:p>
        </p:txBody>
      </p:sp>
      <p:sp>
        <p:nvSpPr>
          <p:cNvPr id="12" name="Content Placeholder 2">
            <a:extLst>
              <a:ext uri="{FF2B5EF4-FFF2-40B4-BE49-F238E27FC236}">
                <a16:creationId xmlns:a16="http://schemas.microsoft.com/office/drawing/2014/main" id="{DC2BD43C-B15F-6F41-1FDA-E66B93117933}"/>
              </a:ext>
            </a:extLst>
          </p:cNvPr>
          <p:cNvSpPr>
            <a:spLocks noGrp="1"/>
          </p:cNvSpPr>
          <p:nvPr>
            <p:ph sz="half" idx="13"/>
          </p:nvPr>
        </p:nvSpPr>
        <p:spPr>
          <a:xfrm>
            <a:off x="7623680" y="3216683"/>
            <a:ext cx="6400460" cy="4195672"/>
          </a:xfrm>
          <a:prstGeom prst="rect">
            <a:avLst/>
          </a:prstGeom>
        </p:spPr>
        <p:txBody>
          <a:bodyPr>
            <a:noAutofit/>
          </a:bodyPr>
          <a:lstStyle>
            <a:lvl1pPr>
              <a:defRPr>
                <a:solidFill>
                  <a:schemeClr val="tx1"/>
                </a:solidFill>
                <a:latin typeface="Avenir LT 45 Book" panose="020B0503020000020003" pitchFamily="34" charset="0"/>
                <a:cs typeface="Arial" panose="020B0604020202020204" pitchFamily="34" charset="0"/>
              </a:defRPr>
            </a:lvl1pPr>
            <a:lvl2pPr>
              <a:defRPr>
                <a:solidFill>
                  <a:schemeClr val="tx1"/>
                </a:solidFill>
                <a:latin typeface="Avenir LT 45 Book" panose="020B0503020000020003" pitchFamily="34" charset="0"/>
                <a:cs typeface="Arial" panose="020B0604020202020204" pitchFamily="34" charset="0"/>
              </a:defRPr>
            </a:lvl2pPr>
            <a:lvl3pPr>
              <a:defRPr>
                <a:solidFill>
                  <a:schemeClr val="tx1"/>
                </a:solidFill>
                <a:latin typeface="Avenir LT 45 Book" panose="020B0503020000020003" pitchFamily="34" charset="0"/>
                <a:cs typeface="Arial" panose="020B0604020202020204" pitchFamily="34" charset="0"/>
              </a:defRPr>
            </a:lvl3pPr>
            <a:lvl4pPr>
              <a:defRPr>
                <a:solidFill>
                  <a:schemeClr val="bg1"/>
                </a:solidFill>
                <a:latin typeface="Arial" panose="020B0604020202020204" pitchFamily="34" charset="0"/>
                <a:cs typeface="Arial" panose="020B0604020202020204" pitchFamily="34" charset="0"/>
              </a:defRPr>
            </a:lvl4pPr>
            <a:lvl5pPr>
              <a:defRPr>
                <a:solidFill>
                  <a:schemeClr val="bg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15" name="Text Placeholder 2">
            <a:extLst>
              <a:ext uri="{FF2B5EF4-FFF2-40B4-BE49-F238E27FC236}">
                <a16:creationId xmlns:a16="http://schemas.microsoft.com/office/drawing/2014/main" id="{B8251C3C-EB4C-A7FC-A2F5-EBD1C66B69EB}"/>
              </a:ext>
            </a:extLst>
          </p:cNvPr>
          <p:cNvSpPr>
            <a:spLocks noGrp="1"/>
          </p:cNvSpPr>
          <p:nvPr>
            <p:ph type="body" idx="15" hasCustomPrompt="1"/>
          </p:nvPr>
        </p:nvSpPr>
        <p:spPr>
          <a:xfrm>
            <a:off x="7623679" y="2164081"/>
            <a:ext cx="6400460" cy="842009"/>
          </a:xfrm>
          <a:prstGeom prst="rect">
            <a:avLst/>
          </a:prstGeom>
        </p:spPr>
        <p:txBody>
          <a:bodyPr anchor="b">
            <a:noAutofit/>
          </a:bodyPr>
          <a:lstStyle>
            <a:lvl1pPr marL="0" indent="0">
              <a:buNone/>
              <a:defRPr sz="2160" b="0" i="0">
                <a:solidFill>
                  <a:schemeClr val="tx1"/>
                </a:solidFill>
                <a:latin typeface="PP Neue Machina Plain" pitchFamily="2" charset="77"/>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pic>
        <p:nvPicPr>
          <p:cNvPr id="9" name="Graphic 8">
            <a:extLst>
              <a:ext uri="{FF2B5EF4-FFF2-40B4-BE49-F238E27FC236}">
                <a16:creationId xmlns:a16="http://schemas.microsoft.com/office/drawing/2014/main" id="{A1DFABAB-CA3F-9374-79FD-4B3E1DCAA803}"/>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06905" y="122629"/>
            <a:ext cx="808736" cy="1045440"/>
          </a:xfrm>
          <a:prstGeom prst="rect">
            <a:avLst/>
          </a:prstGeom>
        </p:spPr>
      </p:pic>
      <p:sp>
        <p:nvSpPr>
          <p:cNvPr id="2" name="Graphic 24">
            <a:extLst>
              <a:ext uri="{FF2B5EF4-FFF2-40B4-BE49-F238E27FC236}">
                <a16:creationId xmlns:a16="http://schemas.microsoft.com/office/drawing/2014/main" id="{26057D6F-AEDC-A3F6-5FC6-210322753E81}"/>
              </a:ext>
            </a:extLst>
          </p:cNvPr>
          <p:cNvSpPr/>
          <p:nvPr/>
        </p:nvSpPr>
        <p:spPr>
          <a:xfrm>
            <a:off x="0" y="1"/>
            <a:ext cx="146122" cy="2351315"/>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2"/>
          </a:solidFill>
          <a:ln w="20108" cap="flat">
            <a:noFill/>
            <a:prstDash val="solid"/>
            <a:miter/>
          </a:ln>
        </p:spPr>
        <p:txBody>
          <a:bodyPr rtlCol="0" anchor="ctr"/>
          <a:lstStyle/>
          <a:p>
            <a:endParaRPr lang="en-US" sz="2160"/>
          </a:p>
        </p:txBody>
      </p:sp>
      <p:sp>
        <p:nvSpPr>
          <p:cNvPr id="4" name="Graphic 26">
            <a:extLst>
              <a:ext uri="{FF2B5EF4-FFF2-40B4-BE49-F238E27FC236}">
                <a16:creationId xmlns:a16="http://schemas.microsoft.com/office/drawing/2014/main" id="{1DA0BCE7-88E3-676B-F00A-343BE7D6703C}"/>
              </a:ext>
            </a:extLst>
          </p:cNvPr>
          <p:cNvSpPr/>
          <p:nvPr/>
        </p:nvSpPr>
        <p:spPr>
          <a:xfrm>
            <a:off x="14484278" y="6009758"/>
            <a:ext cx="146122" cy="2351315"/>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2"/>
          </a:solidFill>
          <a:ln w="20108" cap="flat">
            <a:noFill/>
            <a:prstDash val="solid"/>
            <a:miter/>
          </a:ln>
        </p:spPr>
        <p:txBody>
          <a:bodyPr rtlCol="0" anchor="ctr"/>
          <a:lstStyle/>
          <a:p>
            <a:endParaRPr lang="en-US" sz="2160"/>
          </a:p>
        </p:txBody>
      </p:sp>
      <p:pic>
        <p:nvPicPr>
          <p:cNvPr id="5" name="Picture 4">
            <a:extLst>
              <a:ext uri="{FF2B5EF4-FFF2-40B4-BE49-F238E27FC236}">
                <a16:creationId xmlns:a16="http://schemas.microsoft.com/office/drawing/2014/main" id="{B6A60515-0ED4-2690-8740-5DAFCCD8B100}"/>
              </a:ext>
            </a:extLst>
          </p:cNvPr>
          <p:cNvPicPr>
            <a:picLocks noChangeAspect="1"/>
          </p:cNvPicPr>
          <p:nvPr/>
        </p:nvPicPr>
        <p:blipFill>
          <a:blip r:embed="rId4"/>
          <a:stretch>
            <a:fillRect/>
          </a:stretch>
        </p:blipFill>
        <p:spPr>
          <a:xfrm>
            <a:off x="7216881" y="2164081"/>
            <a:ext cx="159442" cy="5261609"/>
          </a:xfrm>
          <a:prstGeom prst="rect">
            <a:avLst/>
          </a:prstGeom>
        </p:spPr>
      </p:pic>
    </p:spTree>
    <p:extLst>
      <p:ext uri="{BB962C8B-B14F-4D97-AF65-F5344CB8AC3E}">
        <p14:creationId xmlns:p14="http://schemas.microsoft.com/office/powerpoint/2010/main" val="3848588518"/>
      </p:ext>
    </p:extLst>
  </p:cSld>
  <p:clrMapOvr>
    <a:overrideClrMapping bg1="dk1" tx1="lt1" bg2="dk2" tx2="lt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hree content - Light">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1D241DD7-699E-CE2D-3902-E0A9DDC26EB4}"/>
              </a:ext>
            </a:extLst>
          </p:cNvPr>
          <p:cNvSpPr>
            <a:spLocks noGrp="1"/>
          </p:cNvSpPr>
          <p:nvPr>
            <p:ph type="title" hasCustomPrompt="1"/>
          </p:nvPr>
        </p:nvSpPr>
        <p:spPr>
          <a:xfrm>
            <a:off x="619126" y="627371"/>
            <a:ext cx="12470648" cy="1401455"/>
          </a:xfrm>
          <a:prstGeom prst="rect">
            <a:avLst/>
          </a:prstGeom>
        </p:spPr>
        <p:txBody>
          <a:bodyPr vert="horz" lIns="0" tIns="0" rIns="0" bIns="0" rtlCol="0" anchor="t">
            <a:noAutofit/>
          </a:bodyPr>
          <a:lstStyle/>
          <a:p>
            <a:r>
              <a:rPr lang="en-US"/>
              <a:t>Click To Edit Master Title Style</a:t>
            </a:r>
          </a:p>
        </p:txBody>
      </p:sp>
      <p:sp>
        <p:nvSpPr>
          <p:cNvPr id="2" name="Content Placeholder 2">
            <a:extLst>
              <a:ext uri="{FF2B5EF4-FFF2-40B4-BE49-F238E27FC236}">
                <a16:creationId xmlns:a16="http://schemas.microsoft.com/office/drawing/2014/main" id="{FDD3FDA0-BC1E-5BAD-0BC2-6A0786A219DA}"/>
              </a:ext>
            </a:extLst>
          </p:cNvPr>
          <p:cNvSpPr>
            <a:spLocks noGrp="1"/>
          </p:cNvSpPr>
          <p:nvPr>
            <p:ph sz="half" idx="1"/>
          </p:nvPr>
        </p:nvSpPr>
        <p:spPr>
          <a:xfrm>
            <a:off x="619127" y="2164081"/>
            <a:ext cx="4204303" cy="5261609"/>
          </a:xfrm>
        </p:spPr>
        <p:txBody>
          <a:bodyPr>
            <a:noAutofit/>
          </a:bodyPr>
          <a:lstStyle>
            <a:lvl1pPr marL="342900" indent="-342900">
              <a:buFont typeface="Arial" panose="020B0604020202020204" pitchFamily="34" charset="0"/>
              <a:buChar char="•"/>
              <a:defRPr b="0" i="0">
                <a:latin typeface="Avenir LT 45 Book" panose="020B0503020000020003" pitchFamily="34" charset="0"/>
                <a:cs typeface="Arial" panose="020B0604020202020204" pitchFamily="34" charset="0"/>
              </a:defRPr>
            </a:lvl1pPr>
            <a:lvl2pPr marL="891540" indent="-342900">
              <a:buFont typeface="Arial" panose="020B0604020202020204" pitchFamily="34" charset="0"/>
              <a:buChar char="•"/>
              <a:defRPr b="0" i="0">
                <a:latin typeface="Avenir LT 45 Book" panose="020B0503020000020003" pitchFamily="34" charset="0"/>
                <a:cs typeface="Arial" panose="020B0604020202020204" pitchFamily="34" charset="0"/>
              </a:defRPr>
            </a:lvl2pPr>
            <a:lvl3pPr marL="1440180" indent="-342900">
              <a:buFont typeface="Arial" panose="020B0604020202020204" pitchFamily="34" charset="0"/>
              <a:buChar char="•"/>
              <a:defRPr b="0" i="0">
                <a:latin typeface="Avenir LT 45 Book" panose="020B0503020000020003" pitchFamily="34" charset="0"/>
                <a:cs typeface="Arial" panose="020B0604020202020204" pitchFamily="34" charset="0"/>
              </a:defRPr>
            </a:lvl3pPr>
            <a:lvl4pPr marL="1645920" indent="0">
              <a:buNone/>
              <a:defRPr b="0" i="0">
                <a:latin typeface="Avenir LT 45 Book" panose="020B0503020000020003" pitchFamily="34" charset="0"/>
                <a:cs typeface="Arial" panose="020B0604020202020204" pitchFamily="34" charset="0"/>
              </a:defRPr>
            </a:lvl4pPr>
            <a:lvl5pPr marL="2194560" indent="0">
              <a:buNone/>
              <a:defRPr b="0" i="0">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883EF872-CADA-4305-48D8-E5D0AE68A62D}"/>
              </a:ext>
            </a:extLst>
          </p:cNvPr>
          <p:cNvSpPr>
            <a:spLocks noGrp="1"/>
          </p:cNvSpPr>
          <p:nvPr>
            <p:ph sz="half" idx="2"/>
          </p:nvPr>
        </p:nvSpPr>
        <p:spPr>
          <a:xfrm>
            <a:off x="5213662" y="2164081"/>
            <a:ext cx="4203076" cy="5261609"/>
          </a:xfrm>
        </p:spPr>
        <p:txBody>
          <a:bodyPr>
            <a:noAutofit/>
          </a:bodyPr>
          <a:lstStyle>
            <a:lvl1pPr marL="342900" indent="-342900">
              <a:buFont typeface="Arial" panose="020B0604020202020204" pitchFamily="34" charset="0"/>
              <a:buChar char="•"/>
              <a:defRPr b="0" i="0">
                <a:latin typeface="Avenir LT 45 Book" panose="020B0503020000020003" pitchFamily="34" charset="0"/>
                <a:cs typeface="Arial" panose="020B0604020202020204" pitchFamily="34" charset="0"/>
              </a:defRPr>
            </a:lvl1pPr>
            <a:lvl2pPr marL="891540" indent="-342900">
              <a:buFont typeface="Arial" panose="020B0604020202020204" pitchFamily="34" charset="0"/>
              <a:buChar char="•"/>
              <a:defRPr b="0" i="0">
                <a:latin typeface="Avenir LT 45 Book" panose="020B0503020000020003" pitchFamily="34" charset="0"/>
                <a:cs typeface="Arial" panose="020B0604020202020204" pitchFamily="34" charset="0"/>
              </a:defRPr>
            </a:lvl2pPr>
            <a:lvl3pPr marL="1440180" indent="-342900">
              <a:buFont typeface="Arial" panose="020B0604020202020204" pitchFamily="34" charset="0"/>
              <a:buChar char="•"/>
              <a:defRPr b="0" i="0">
                <a:latin typeface="Avenir LT 45 Book" panose="020B0503020000020003" pitchFamily="34" charset="0"/>
                <a:cs typeface="Arial" panose="020B0604020202020204" pitchFamily="34" charset="0"/>
              </a:defRPr>
            </a:lvl3pPr>
            <a:lvl4pPr marL="1645920" indent="0">
              <a:buNone/>
              <a:defRPr b="0" i="0">
                <a:latin typeface="Avenir LT 45 Book" panose="020B0503020000020003" pitchFamily="34" charset="0"/>
                <a:cs typeface="Arial" panose="020B0604020202020204" pitchFamily="34" charset="0"/>
              </a:defRPr>
            </a:lvl4pPr>
            <a:lvl5pPr marL="2194560" indent="0">
              <a:buNone/>
              <a:defRPr b="0" i="0">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5" name="Content Placeholder 3">
            <a:extLst>
              <a:ext uri="{FF2B5EF4-FFF2-40B4-BE49-F238E27FC236}">
                <a16:creationId xmlns:a16="http://schemas.microsoft.com/office/drawing/2014/main" id="{76FACBDB-927C-FD70-4B48-AA8F12DF1F52}"/>
              </a:ext>
            </a:extLst>
          </p:cNvPr>
          <p:cNvSpPr>
            <a:spLocks noGrp="1"/>
          </p:cNvSpPr>
          <p:nvPr>
            <p:ph sz="half" idx="15"/>
          </p:nvPr>
        </p:nvSpPr>
        <p:spPr>
          <a:xfrm>
            <a:off x="9806968" y="2164081"/>
            <a:ext cx="4203076" cy="5261609"/>
          </a:xfrm>
        </p:spPr>
        <p:txBody>
          <a:bodyPr>
            <a:noAutofit/>
          </a:bodyPr>
          <a:lstStyle>
            <a:lvl1pPr marL="342900" indent="-342900">
              <a:buFont typeface="Arial" panose="020B0604020202020204" pitchFamily="34" charset="0"/>
              <a:buChar char="•"/>
              <a:defRPr b="0" i="0">
                <a:latin typeface="Avenir LT 45 Book" panose="020B0503020000020003" pitchFamily="34" charset="0"/>
                <a:cs typeface="Arial" panose="020B0604020202020204" pitchFamily="34" charset="0"/>
              </a:defRPr>
            </a:lvl1pPr>
            <a:lvl2pPr marL="891540" indent="-342900">
              <a:buFont typeface="Arial" panose="020B0604020202020204" pitchFamily="34" charset="0"/>
              <a:buChar char="•"/>
              <a:defRPr b="0" i="0">
                <a:latin typeface="Avenir LT 45 Book" panose="020B0503020000020003" pitchFamily="34" charset="0"/>
                <a:cs typeface="Arial" panose="020B0604020202020204" pitchFamily="34" charset="0"/>
              </a:defRPr>
            </a:lvl2pPr>
            <a:lvl3pPr marL="1440180" indent="-342900">
              <a:buFont typeface="Arial" panose="020B0604020202020204" pitchFamily="34" charset="0"/>
              <a:buChar char="•"/>
              <a:defRPr b="0" i="0">
                <a:latin typeface="Avenir LT 45 Book" panose="020B0503020000020003" pitchFamily="34" charset="0"/>
                <a:cs typeface="Arial" panose="020B0604020202020204" pitchFamily="34" charset="0"/>
              </a:defRPr>
            </a:lvl3pPr>
            <a:lvl4pPr marL="1645920" indent="0">
              <a:buNone/>
              <a:defRPr b="0" i="0">
                <a:latin typeface="Avenir LT 45 Book" panose="020B0503020000020003" pitchFamily="34" charset="0"/>
                <a:cs typeface="Arial" panose="020B0604020202020204" pitchFamily="34" charset="0"/>
              </a:defRPr>
            </a:lvl4pPr>
            <a:lvl5pPr marL="2194560" indent="0">
              <a:buNone/>
              <a:defRPr b="0" i="0">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pic>
        <p:nvPicPr>
          <p:cNvPr id="12" name="Graphic 11">
            <a:extLst>
              <a:ext uri="{FF2B5EF4-FFF2-40B4-BE49-F238E27FC236}">
                <a16:creationId xmlns:a16="http://schemas.microsoft.com/office/drawing/2014/main" id="{DE1604F8-2B6D-AD9C-13FF-12CF7DBF2B7E}"/>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06906" y="122629"/>
            <a:ext cx="808736" cy="1045440"/>
          </a:xfrm>
          <a:prstGeom prst="rect">
            <a:avLst/>
          </a:prstGeom>
        </p:spPr>
      </p:pic>
      <p:sp>
        <p:nvSpPr>
          <p:cNvPr id="3" name="Graphic 24">
            <a:extLst>
              <a:ext uri="{FF2B5EF4-FFF2-40B4-BE49-F238E27FC236}">
                <a16:creationId xmlns:a16="http://schemas.microsoft.com/office/drawing/2014/main" id="{425F875F-6D01-5287-8F67-1343E42648C7}"/>
              </a:ext>
            </a:extLst>
          </p:cNvPr>
          <p:cNvSpPr/>
          <p:nvPr/>
        </p:nvSpPr>
        <p:spPr>
          <a:xfrm>
            <a:off x="0" y="1"/>
            <a:ext cx="146122" cy="2351315"/>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4"/>
          </a:solidFill>
          <a:ln w="20108" cap="flat">
            <a:noFill/>
            <a:prstDash val="solid"/>
            <a:miter/>
          </a:ln>
        </p:spPr>
        <p:txBody>
          <a:bodyPr rtlCol="0" anchor="ctr"/>
          <a:lstStyle/>
          <a:p>
            <a:endParaRPr lang="en-US" sz="2160"/>
          </a:p>
        </p:txBody>
      </p:sp>
      <p:sp>
        <p:nvSpPr>
          <p:cNvPr id="7" name="Graphic 26">
            <a:extLst>
              <a:ext uri="{FF2B5EF4-FFF2-40B4-BE49-F238E27FC236}">
                <a16:creationId xmlns:a16="http://schemas.microsoft.com/office/drawing/2014/main" id="{7CD27549-E145-D03B-1AFB-558F51134A39}"/>
              </a:ext>
            </a:extLst>
          </p:cNvPr>
          <p:cNvSpPr/>
          <p:nvPr/>
        </p:nvSpPr>
        <p:spPr>
          <a:xfrm>
            <a:off x="14484278" y="6009758"/>
            <a:ext cx="146122" cy="2351315"/>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4"/>
          </a:solidFill>
          <a:ln w="20108" cap="flat">
            <a:noFill/>
            <a:prstDash val="solid"/>
            <a:miter/>
          </a:ln>
        </p:spPr>
        <p:txBody>
          <a:bodyPr rtlCol="0" anchor="ctr"/>
          <a:lstStyle/>
          <a:p>
            <a:endParaRPr lang="en-US" sz="2160"/>
          </a:p>
        </p:txBody>
      </p:sp>
      <p:pic>
        <p:nvPicPr>
          <p:cNvPr id="9" name="Picture 8">
            <a:extLst>
              <a:ext uri="{FF2B5EF4-FFF2-40B4-BE49-F238E27FC236}">
                <a16:creationId xmlns:a16="http://schemas.microsoft.com/office/drawing/2014/main" id="{ACB7CC83-7CEC-D7C7-F6EB-E8BB4BEC17D0}"/>
              </a:ext>
            </a:extLst>
          </p:cNvPr>
          <p:cNvPicPr>
            <a:picLocks noChangeAspect="1"/>
          </p:cNvPicPr>
          <p:nvPr/>
        </p:nvPicPr>
        <p:blipFill>
          <a:blip r:embed="rId4"/>
          <a:stretch>
            <a:fillRect/>
          </a:stretch>
        </p:blipFill>
        <p:spPr>
          <a:xfrm flipH="1">
            <a:off x="4892160" y="2164079"/>
            <a:ext cx="145375" cy="5261610"/>
          </a:xfrm>
          <a:prstGeom prst="rect">
            <a:avLst/>
          </a:prstGeom>
        </p:spPr>
      </p:pic>
      <p:pic>
        <p:nvPicPr>
          <p:cNvPr id="13" name="Picture 12">
            <a:extLst>
              <a:ext uri="{FF2B5EF4-FFF2-40B4-BE49-F238E27FC236}">
                <a16:creationId xmlns:a16="http://schemas.microsoft.com/office/drawing/2014/main" id="{DF50EFCD-9BB3-262F-598B-6A0B6CB04039}"/>
              </a:ext>
            </a:extLst>
          </p:cNvPr>
          <p:cNvPicPr>
            <a:picLocks noChangeAspect="1"/>
          </p:cNvPicPr>
          <p:nvPr/>
        </p:nvPicPr>
        <p:blipFill>
          <a:blip r:embed="rId4"/>
          <a:stretch>
            <a:fillRect/>
          </a:stretch>
        </p:blipFill>
        <p:spPr>
          <a:xfrm flipH="1">
            <a:off x="9475329" y="2164081"/>
            <a:ext cx="145375" cy="5261610"/>
          </a:xfrm>
          <a:prstGeom prst="rect">
            <a:avLst/>
          </a:prstGeom>
        </p:spPr>
      </p:pic>
    </p:spTree>
    <p:extLst>
      <p:ext uri="{BB962C8B-B14F-4D97-AF65-F5344CB8AC3E}">
        <p14:creationId xmlns:p14="http://schemas.microsoft.com/office/powerpoint/2010/main" val="24433173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hree content with Image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5647041-080A-5891-BC5C-1E84522472FB}"/>
              </a:ext>
            </a:extLst>
          </p:cNvPr>
          <p:cNvSpPr/>
          <p:nvPr/>
        </p:nvSpPr>
        <p:spPr>
          <a:xfrm>
            <a:off x="0" y="3303271"/>
            <a:ext cx="14630400" cy="4257672"/>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160"/>
          </a:p>
        </p:txBody>
      </p:sp>
      <p:sp>
        <p:nvSpPr>
          <p:cNvPr id="8" name="Title Placeholder 1">
            <a:extLst>
              <a:ext uri="{FF2B5EF4-FFF2-40B4-BE49-F238E27FC236}">
                <a16:creationId xmlns:a16="http://schemas.microsoft.com/office/drawing/2014/main" id="{1D241DD7-699E-CE2D-3902-E0A9DDC26EB4}"/>
              </a:ext>
            </a:extLst>
          </p:cNvPr>
          <p:cNvSpPr>
            <a:spLocks noGrp="1"/>
          </p:cNvSpPr>
          <p:nvPr>
            <p:ph type="title" hasCustomPrompt="1"/>
          </p:nvPr>
        </p:nvSpPr>
        <p:spPr>
          <a:xfrm>
            <a:off x="619126" y="627371"/>
            <a:ext cx="12470648" cy="1138019"/>
          </a:xfrm>
          <a:prstGeom prst="rect">
            <a:avLst/>
          </a:prstGeom>
        </p:spPr>
        <p:txBody>
          <a:bodyPr vert="horz" lIns="0" tIns="0" rIns="0" bIns="0" rtlCol="0" anchor="t">
            <a:noAutofit/>
          </a:bodyPr>
          <a:lstStyle/>
          <a:p>
            <a:r>
              <a:rPr lang="en-US"/>
              <a:t>Click To Edit Master Title Style</a:t>
            </a:r>
          </a:p>
        </p:txBody>
      </p:sp>
      <p:sp>
        <p:nvSpPr>
          <p:cNvPr id="2" name="Content Placeholder 2">
            <a:extLst>
              <a:ext uri="{FF2B5EF4-FFF2-40B4-BE49-F238E27FC236}">
                <a16:creationId xmlns:a16="http://schemas.microsoft.com/office/drawing/2014/main" id="{FDD3FDA0-BC1E-5BAD-0BC2-6A0786A219DA}"/>
              </a:ext>
            </a:extLst>
          </p:cNvPr>
          <p:cNvSpPr>
            <a:spLocks noGrp="1"/>
          </p:cNvSpPr>
          <p:nvPr>
            <p:ph sz="half" idx="1"/>
          </p:nvPr>
        </p:nvSpPr>
        <p:spPr>
          <a:xfrm>
            <a:off x="403566" y="4272157"/>
            <a:ext cx="4204303" cy="3173730"/>
          </a:xfrm>
        </p:spPr>
        <p:txBody>
          <a:bodyPr>
            <a:noAutofit/>
          </a:bodyPr>
          <a:lstStyle>
            <a:lvl1pPr marL="342900" indent="-342900">
              <a:buFont typeface="Arial" panose="020B0604020202020204" pitchFamily="34" charset="0"/>
              <a:buChar char="•"/>
              <a:defRPr b="0" i="0">
                <a:solidFill>
                  <a:schemeClr val="bg1"/>
                </a:solidFill>
                <a:latin typeface="Avenir LT 45 Book" panose="020B0503020000020003" pitchFamily="34" charset="0"/>
                <a:cs typeface="Arial" panose="020B0604020202020204" pitchFamily="34" charset="0"/>
              </a:defRPr>
            </a:lvl1pPr>
            <a:lvl2pPr marL="891540" indent="-342900">
              <a:buFont typeface="Arial" panose="020B0604020202020204" pitchFamily="34" charset="0"/>
              <a:buChar char="•"/>
              <a:defRPr b="0" i="0">
                <a:solidFill>
                  <a:schemeClr val="bg1"/>
                </a:solidFill>
                <a:latin typeface="Avenir LT 45 Book" panose="020B0503020000020003" pitchFamily="34" charset="0"/>
                <a:cs typeface="Arial" panose="020B0604020202020204" pitchFamily="34" charset="0"/>
              </a:defRPr>
            </a:lvl2pPr>
            <a:lvl3pPr marL="1440180" indent="-342900">
              <a:buFont typeface="Arial" panose="020B0604020202020204" pitchFamily="34" charset="0"/>
              <a:buChar char="•"/>
              <a:defRPr b="0" i="0">
                <a:solidFill>
                  <a:schemeClr val="bg1"/>
                </a:solidFill>
                <a:latin typeface="Avenir LT 45 Book" panose="020B0503020000020003" pitchFamily="34" charset="0"/>
                <a:cs typeface="Arial" panose="020B0604020202020204" pitchFamily="34" charset="0"/>
              </a:defRPr>
            </a:lvl3pPr>
            <a:lvl4pPr marL="1645920" indent="0">
              <a:buNone/>
              <a:defRPr b="0" i="0">
                <a:latin typeface="Avenir LT 45 Book" panose="020B0503020000020003" pitchFamily="34" charset="0"/>
                <a:cs typeface="Arial" panose="020B0604020202020204" pitchFamily="34" charset="0"/>
              </a:defRPr>
            </a:lvl4pPr>
            <a:lvl5pPr marL="2194560" indent="0">
              <a:buNone/>
              <a:defRPr b="0" i="0">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p:txBody>
      </p:sp>
      <p:sp>
        <p:nvSpPr>
          <p:cNvPr id="4" name="Content Placeholder 3">
            <a:extLst>
              <a:ext uri="{FF2B5EF4-FFF2-40B4-BE49-F238E27FC236}">
                <a16:creationId xmlns:a16="http://schemas.microsoft.com/office/drawing/2014/main" id="{883EF872-CADA-4305-48D8-E5D0AE68A62D}"/>
              </a:ext>
            </a:extLst>
          </p:cNvPr>
          <p:cNvSpPr>
            <a:spLocks noGrp="1"/>
          </p:cNvSpPr>
          <p:nvPr>
            <p:ph sz="half" idx="2"/>
          </p:nvPr>
        </p:nvSpPr>
        <p:spPr>
          <a:xfrm>
            <a:off x="5213662" y="4251959"/>
            <a:ext cx="4203076" cy="3173731"/>
          </a:xfrm>
        </p:spPr>
        <p:txBody>
          <a:bodyPr>
            <a:noAutofit/>
          </a:bodyPr>
          <a:lstStyle>
            <a:lvl1pPr marL="342900" indent="-342900">
              <a:buFont typeface="Arial" panose="020B0604020202020204" pitchFamily="34" charset="0"/>
              <a:buChar char="•"/>
              <a:defRPr b="0" i="0">
                <a:solidFill>
                  <a:schemeClr val="bg1"/>
                </a:solidFill>
                <a:latin typeface="Avenir LT 45 Book" panose="020B0503020000020003" pitchFamily="34" charset="0"/>
                <a:cs typeface="Arial" panose="020B0604020202020204" pitchFamily="34" charset="0"/>
              </a:defRPr>
            </a:lvl1pPr>
            <a:lvl2pPr marL="891540" indent="-342900">
              <a:buFont typeface="Arial" panose="020B0604020202020204" pitchFamily="34" charset="0"/>
              <a:buChar char="•"/>
              <a:defRPr b="0" i="0">
                <a:solidFill>
                  <a:schemeClr val="bg1"/>
                </a:solidFill>
                <a:latin typeface="Avenir LT 45 Book" panose="020B0503020000020003" pitchFamily="34" charset="0"/>
                <a:cs typeface="Arial" panose="020B0604020202020204" pitchFamily="34" charset="0"/>
              </a:defRPr>
            </a:lvl2pPr>
            <a:lvl3pPr marL="1440180" indent="-342900">
              <a:buFont typeface="Arial" panose="020B0604020202020204" pitchFamily="34" charset="0"/>
              <a:buChar char="•"/>
              <a:defRPr b="0" i="0">
                <a:solidFill>
                  <a:schemeClr val="bg1"/>
                </a:solidFill>
                <a:latin typeface="Avenir LT 45 Book" panose="020B0503020000020003" pitchFamily="34" charset="0"/>
                <a:cs typeface="Arial" panose="020B0604020202020204" pitchFamily="34" charset="0"/>
              </a:defRPr>
            </a:lvl3pPr>
            <a:lvl4pPr marL="1645920" indent="0">
              <a:buNone/>
              <a:defRPr b="0" i="0">
                <a:latin typeface="Avenir LT 45 Book" panose="020B0503020000020003" pitchFamily="34" charset="0"/>
                <a:cs typeface="Arial" panose="020B0604020202020204" pitchFamily="34" charset="0"/>
              </a:defRPr>
            </a:lvl4pPr>
            <a:lvl5pPr marL="2194560" indent="0">
              <a:buNone/>
              <a:defRPr b="0" i="0">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p:txBody>
      </p:sp>
      <p:sp>
        <p:nvSpPr>
          <p:cNvPr id="5" name="Content Placeholder 3">
            <a:extLst>
              <a:ext uri="{FF2B5EF4-FFF2-40B4-BE49-F238E27FC236}">
                <a16:creationId xmlns:a16="http://schemas.microsoft.com/office/drawing/2014/main" id="{76FACBDB-927C-FD70-4B48-AA8F12DF1F52}"/>
              </a:ext>
            </a:extLst>
          </p:cNvPr>
          <p:cNvSpPr>
            <a:spLocks noGrp="1"/>
          </p:cNvSpPr>
          <p:nvPr>
            <p:ph sz="half" idx="15"/>
          </p:nvPr>
        </p:nvSpPr>
        <p:spPr>
          <a:xfrm>
            <a:off x="10023759" y="4272155"/>
            <a:ext cx="4203076" cy="3173731"/>
          </a:xfrm>
        </p:spPr>
        <p:txBody>
          <a:bodyPr>
            <a:noAutofit/>
          </a:bodyPr>
          <a:lstStyle>
            <a:lvl1pPr marL="342900" indent="-342900">
              <a:buFont typeface="Arial" panose="020B0604020202020204" pitchFamily="34" charset="0"/>
              <a:buChar char="•"/>
              <a:defRPr b="0" i="0">
                <a:solidFill>
                  <a:schemeClr val="bg1"/>
                </a:solidFill>
                <a:latin typeface="Avenir LT 45 Book" panose="020B0503020000020003" pitchFamily="34" charset="0"/>
                <a:cs typeface="Arial" panose="020B0604020202020204" pitchFamily="34" charset="0"/>
              </a:defRPr>
            </a:lvl1pPr>
            <a:lvl2pPr marL="891540" indent="-342900">
              <a:buFont typeface="Arial" panose="020B0604020202020204" pitchFamily="34" charset="0"/>
              <a:buChar char="•"/>
              <a:defRPr b="0" i="0">
                <a:solidFill>
                  <a:schemeClr val="bg1"/>
                </a:solidFill>
                <a:latin typeface="Avenir LT 45 Book" panose="020B0503020000020003" pitchFamily="34" charset="0"/>
                <a:cs typeface="Arial" panose="020B0604020202020204" pitchFamily="34" charset="0"/>
              </a:defRPr>
            </a:lvl2pPr>
            <a:lvl3pPr marL="1440180" indent="-342900">
              <a:buFont typeface="Arial" panose="020B0604020202020204" pitchFamily="34" charset="0"/>
              <a:buChar char="•"/>
              <a:defRPr b="0" i="0">
                <a:solidFill>
                  <a:schemeClr val="bg1"/>
                </a:solidFill>
                <a:latin typeface="Avenir LT 45 Book" panose="020B0503020000020003" pitchFamily="34" charset="0"/>
                <a:cs typeface="Arial" panose="020B0604020202020204" pitchFamily="34" charset="0"/>
              </a:defRPr>
            </a:lvl3pPr>
            <a:lvl4pPr marL="1645920" indent="0">
              <a:buNone/>
              <a:defRPr b="0" i="0">
                <a:latin typeface="Avenir LT 45 Book" panose="020B0503020000020003" pitchFamily="34" charset="0"/>
                <a:cs typeface="Arial" panose="020B0604020202020204" pitchFamily="34" charset="0"/>
              </a:defRPr>
            </a:lvl4pPr>
            <a:lvl5pPr marL="2194560" indent="0">
              <a:buNone/>
              <a:defRPr b="0" i="0">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p:txBody>
      </p:sp>
      <p:pic>
        <p:nvPicPr>
          <p:cNvPr id="12" name="Graphic 11">
            <a:extLst>
              <a:ext uri="{FF2B5EF4-FFF2-40B4-BE49-F238E27FC236}">
                <a16:creationId xmlns:a16="http://schemas.microsoft.com/office/drawing/2014/main" id="{DE1604F8-2B6D-AD9C-13FF-12CF7DBF2B7E}"/>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06906" y="122629"/>
            <a:ext cx="808736" cy="1045440"/>
          </a:xfrm>
          <a:prstGeom prst="rect">
            <a:avLst/>
          </a:prstGeom>
        </p:spPr>
      </p:pic>
      <p:sp>
        <p:nvSpPr>
          <p:cNvPr id="3" name="Graphic 24">
            <a:extLst>
              <a:ext uri="{FF2B5EF4-FFF2-40B4-BE49-F238E27FC236}">
                <a16:creationId xmlns:a16="http://schemas.microsoft.com/office/drawing/2014/main" id="{425F875F-6D01-5287-8F67-1343E42648C7}"/>
              </a:ext>
            </a:extLst>
          </p:cNvPr>
          <p:cNvSpPr/>
          <p:nvPr/>
        </p:nvSpPr>
        <p:spPr>
          <a:xfrm>
            <a:off x="0" y="1"/>
            <a:ext cx="146122" cy="2351315"/>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4"/>
          </a:solidFill>
          <a:ln w="20108" cap="flat">
            <a:noFill/>
            <a:prstDash val="solid"/>
            <a:miter/>
          </a:ln>
        </p:spPr>
        <p:txBody>
          <a:bodyPr rtlCol="0" anchor="ctr"/>
          <a:lstStyle/>
          <a:p>
            <a:endParaRPr lang="en-US" sz="2160"/>
          </a:p>
        </p:txBody>
      </p:sp>
      <p:sp>
        <p:nvSpPr>
          <p:cNvPr id="7" name="Graphic 26">
            <a:extLst>
              <a:ext uri="{FF2B5EF4-FFF2-40B4-BE49-F238E27FC236}">
                <a16:creationId xmlns:a16="http://schemas.microsoft.com/office/drawing/2014/main" id="{7CD27549-E145-D03B-1AFB-558F51134A39}"/>
              </a:ext>
            </a:extLst>
          </p:cNvPr>
          <p:cNvSpPr/>
          <p:nvPr/>
        </p:nvSpPr>
        <p:spPr>
          <a:xfrm>
            <a:off x="14484278" y="6009758"/>
            <a:ext cx="146122" cy="2351315"/>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4"/>
          </a:solidFill>
          <a:ln w="20108" cap="flat">
            <a:noFill/>
            <a:prstDash val="solid"/>
            <a:miter/>
          </a:ln>
        </p:spPr>
        <p:txBody>
          <a:bodyPr rtlCol="0" anchor="ctr"/>
          <a:lstStyle/>
          <a:p>
            <a:endParaRPr lang="en-US" sz="2160"/>
          </a:p>
        </p:txBody>
      </p:sp>
      <p:sp>
        <p:nvSpPr>
          <p:cNvPr id="14" name="Flowchart: Connector 13">
            <a:extLst>
              <a:ext uri="{FF2B5EF4-FFF2-40B4-BE49-F238E27FC236}">
                <a16:creationId xmlns:a16="http://schemas.microsoft.com/office/drawing/2014/main" id="{480D7A99-5A1A-2B5C-7EF1-262D389D23C6}"/>
              </a:ext>
            </a:extLst>
          </p:cNvPr>
          <p:cNvSpPr/>
          <p:nvPr/>
        </p:nvSpPr>
        <p:spPr>
          <a:xfrm>
            <a:off x="6315602" y="1843115"/>
            <a:ext cx="2351315" cy="2351315"/>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1" name="Picture Placeholder 10">
            <a:extLst>
              <a:ext uri="{FF2B5EF4-FFF2-40B4-BE49-F238E27FC236}">
                <a16:creationId xmlns:a16="http://schemas.microsoft.com/office/drawing/2014/main" id="{6122B51D-677F-57F3-3408-594B581F2862}"/>
              </a:ext>
            </a:extLst>
          </p:cNvPr>
          <p:cNvSpPr>
            <a:spLocks noGrp="1"/>
          </p:cNvSpPr>
          <p:nvPr>
            <p:ph type="pic" sz="quarter" idx="16"/>
          </p:nvPr>
        </p:nvSpPr>
        <p:spPr>
          <a:xfrm>
            <a:off x="6348259" y="1958172"/>
            <a:ext cx="2286000" cy="2236258"/>
          </a:xfrm>
          <a:prstGeom prst="flowChartConnector">
            <a:avLst/>
          </a:prstGeom>
        </p:spPr>
        <p:txBody>
          <a:bodyPr/>
          <a:lstStyle/>
          <a:p>
            <a:r>
              <a:rPr lang="en-US"/>
              <a:t>Click icon to add picture</a:t>
            </a:r>
          </a:p>
        </p:txBody>
      </p:sp>
      <p:sp>
        <p:nvSpPr>
          <p:cNvPr id="15" name="Flowchart: Connector 14">
            <a:extLst>
              <a:ext uri="{FF2B5EF4-FFF2-40B4-BE49-F238E27FC236}">
                <a16:creationId xmlns:a16="http://schemas.microsoft.com/office/drawing/2014/main" id="{B3FEFA6A-0657-A66A-6534-E378526E6CB8}"/>
              </a:ext>
            </a:extLst>
          </p:cNvPr>
          <p:cNvSpPr/>
          <p:nvPr/>
        </p:nvSpPr>
        <p:spPr>
          <a:xfrm>
            <a:off x="11001902" y="1843115"/>
            <a:ext cx="2351315" cy="2351315"/>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6" name="Picture Placeholder 10">
            <a:extLst>
              <a:ext uri="{FF2B5EF4-FFF2-40B4-BE49-F238E27FC236}">
                <a16:creationId xmlns:a16="http://schemas.microsoft.com/office/drawing/2014/main" id="{4A883661-25FC-D431-6FB1-5B3B533BD05A}"/>
              </a:ext>
            </a:extLst>
          </p:cNvPr>
          <p:cNvSpPr>
            <a:spLocks noGrp="1"/>
          </p:cNvSpPr>
          <p:nvPr>
            <p:ph type="pic" sz="quarter" idx="17"/>
          </p:nvPr>
        </p:nvSpPr>
        <p:spPr>
          <a:xfrm>
            <a:off x="11034559" y="1958172"/>
            <a:ext cx="2286000" cy="2236258"/>
          </a:xfrm>
          <a:prstGeom prst="flowChartConnector">
            <a:avLst/>
          </a:prstGeom>
        </p:spPr>
        <p:txBody>
          <a:bodyPr/>
          <a:lstStyle/>
          <a:p>
            <a:r>
              <a:rPr lang="en-US"/>
              <a:t>Click icon to add picture</a:t>
            </a:r>
          </a:p>
        </p:txBody>
      </p:sp>
      <p:sp>
        <p:nvSpPr>
          <p:cNvPr id="17" name="Flowchart: Connector 16">
            <a:extLst>
              <a:ext uri="{FF2B5EF4-FFF2-40B4-BE49-F238E27FC236}">
                <a16:creationId xmlns:a16="http://schemas.microsoft.com/office/drawing/2014/main" id="{971108D2-1E64-FE15-22CB-E7D9892EEB4D}"/>
              </a:ext>
            </a:extLst>
          </p:cNvPr>
          <p:cNvSpPr/>
          <p:nvPr/>
        </p:nvSpPr>
        <p:spPr>
          <a:xfrm>
            <a:off x="1273247" y="1763486"/>
            <a:ext cx="2351315" cy="2351315"/>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8" name="Picture Placeholder 10">
            <a:extLst>
              <a:ext uri="{FF2B5EF4-FFF2-40B4-BE49-F238E27FC236}">
                <a16:creationId xmlns:a16="http://schemas.microsoft.com/office/drawing/2014/main" id="{6C5FB1CA-7436-BAE4-06DC-E110760AED3E}"/>
              </a:ext>
            </a:extLst>
          </p:cNvPr>
          <p:cNvSpPr>
            <a:spLocks noGrp="1"/>
          </p:cNvSpPr>
          <p:nvPr>
            <p:ph type="pic" sz="quarter" idx="18"/>
          </p:nvPr>
        </p:nvSpPr>
        <p:spPr>
          <a:xfrm>
            <a:off x="1305905" y="1878542"/>
            <a:ext cx="2286000" cy="2236258"/>
          </a:xfrm>
          <a:prstGeom prst="flowChartConnector">
            <a:avLst/>
          </a:prstGeom>
        </p:spPr>
        <p:txBody>
          <a:bodyPr/>
          <a:lstStyle/>
          <a:p>
            <a:r>
              <a:rPr lang="en-US"/>
              <a:t>Click icon to add picture</a:t>
            </a:r>
          </a:p>
        </p:txBody>
      </p:sp>
      <p:pic>
        <p:nvPicPr>
          <p:cNvPr id="19" name="Picture 18">
            <a:extLst>
              <a:ext uri="{FF2B5EF4-FFF2-40B4-BE49-F238E27FC236}">
                <a16:creationId xmlns:a16="http://schemas.microsoft.com/office/drawing/2014/main" id="{1443D1A4-05C4-BD03-71A2-5618DA9E7F5A}"/>
              </a:ext>
            </a:extLst>
          </p:cNvPr>
          <p:cNvPicPr>
            <a:picLocks noChangeAspect="1"/>
          </p:cNvPicPr>
          <p:nvPr/>
        </p:nvPicPr>
        <p:blipFill>
          <a:blip r:embed="rId4"/>
          <a:stretch>
            <a:fillRect/>
          </a:stretch>
        </p:blipFill>
        <p:spPr>
          <a:xfrm>
            <a:off x="9632432" y="3303271"/>
            <a:ext cx="124921" cy="4122418"/>
          </a:xfrm>
          <a:prstGeom prst="rect">
            <a:avLst/>
          </a:prstGeom>
        </p:spPr>
      </p:pic>
      <p:pic>
        <p:nvPicPr>
          <p:cNvPr id="20" name="Picture 19">
            <a:extLst>
              <a:ext uri="{FF2B5EF4-FFF2-40B4-BE49-F238E27FC236}">
                <a16:creationId xmlns:a16="http://schemas.microsoft.com/office/drawing/2014/main" id="{70CF010A-B803-4225-C413-6CA687384BD9}"/>
              </a:ext>
            </a:extLst>
          </p:cNvPr>
          <p:cNvPicPr>
            <a:picLocks noChangeAspect="1"/>
          </p:cNvPicPr>
          <p:nvPr/>
        </p:nvPicPr>
        <p:blipFill>
          <a:blip r:embed="rId4"/>
          <a:stretch>
            <a:fillRect/>
          </a:stretch>
        </p:blipFill>
        <p:spPr>
          <a:xfrm>
            <a:off x="4832086" y="3303271"/>
            <a:ext cx="124921" cy="4122418"/>
          </a:xfrm>
          <a:prstGeom prst="rect">
            <a:avLst/>
          </a:prstGeom>
        </p:spPr>
      </p:pic>
    </p:spTree>
    <p:extLst>
      <p:ext uri="{BB962C8B-B14F-4D97-AF65-F5344CB8AC3E}">
        <p14:creationId xmlns:p14="http://schemas.microsoft.com/office/powerpoint/2010/main" val="34872007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hree content - Dark">
    <p:bg>
      <p:bgRef idx="1001">
        <a:schemeClr val="bg1"/>
      </p:bgRef>
    </p:bg>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1D241DD7-699E-CE2D-3902-E0A9DDC26EB4}"/>
              </a:ext>
            </a:extLst>
          </p:cNvPr>
          <p:cNvSpPr>
            <a:spLocks noGrp="1"/>
          </p:cNvSpPr>
          <p:nvPr>
            <p:ph type="title" hasCustomPrompt="1"/>
          </p:nvPr>
        </p:nvSpPr>
        <p:spPr>
          <a:xfrm>
            <a:off x="619126" y="627371"/>
            <a:ext cx="12459565" cy="1401455"/>
          </a:xfrm>
          <a:prstGeom prst="rect">
            <a:avLst/>
          </a:prstGeom>
        </p:spPr>
        <p:txBody>
          <a:bodyPr vert="horz" lIns="0" tIns="0" rIns="0" bIns="0" rtlCol="0" anchor="t">
            <a:noAutofit/>
          </a:bodyPr>
          <a:lstStyle>
            <a:lvl1pPr>
              <a:defRPr>
                <a:solidFill>
                  <a:schemeClr val="tx1"/>
                </a:solidFill>
              </a:defRPr>
            </a:lvl1pPr>
          </a:lstStyle>
          <a:p>
            <a:r>
              <a:rPr lang="en-US"/>
              <a:t>Click To Edit Master Title Style</a:t>
            </a:r>
          </a:p>
        </p:txBody>
      </p:sp>
      <p:sp>
        <p:nvSpPr>
          <p:cNvPr id="2" name="Content Placeholder 2">
            <a:extLst>
              <a:ext uri="{FF2B5EF4-FFF2-40B4-BE49-F238E27FC236}">
                <a16:creationId xmlns:a16="http://schemas.microsoft.com/office/drawing/2014/main" id="{FDD3FDA0-BC1E-5BAD-0BC2-6A0786A219DA}"/>
              </a:ext>
            </a:extLst>
          </p:cNvPr>
          <p:cNvSpPr>
            <a:spLocks noGrp="1"/>
          </p:cNvSpPr>
          <p:nvPr>
            <p:ph sz="half" idx="1"/>
          </p:nvPr>
        </p:nvSpPr>
        <p:spPr>
          <a:xfrm>
            <a:off x="619127" y="2164081"/>
            <a:ext cx="4204303" cy="5261609"/>
          </a:xfrm>
        </p:spPr>
        <p:txBody>
          <a:bodyPr>
            <a:noAutofit/>
          </a:bodyPr>
          <a:lstStyle>
            <a:lvl1pPr marL="342900" indent="-342900">
              <a:buFont typeface="Arial" panose="020B0604020202020204" pitchFamily="34" charset="0"/>
              <a:buChar char="•"/>
              <a:defRPr b="0" i="0">
                <a:solidFill>
                  <a:schemeClr val="tx1"/>
                </a:solidFill>
                <a:latin typeface="Avenir LT 45 Book" panose="020B0503020000020003" pitchFamily="34" charset="0"/>
                <a:cs typeface="Arial" panose="020B0604020202020204" pitchFamily="34" charset="0"/>
              </a:defRPr>
            </a:lvl1pPr>
            <a:lvl2pPr marL="891540" indent="-342900">
              <a:buFont typeface="Arial" panose="020B0604020202020204" pitchFamily="34" charset="0"/>
              <a:buChar char="•"/>
              <a:defRPr b="0" i="0">
                <a:solidFill>
                  <a:schemeClr val="tx1"/>
                </a:solidFill>
                <a:latin typeface="Avenir LT 45 Book" panose="020B0503020000020003" pitchFamily="34" charset="0"/>
                <a:cs typeface="Arial" panose="020B0604020202020204" pitchFamily="34" charset="0"/>
              </a:defRPr>
            </a:lvl2pPr>
            <a:lvl3pPr marL="1440180" indent="-342900">
              <a:buFont typeface="Arial" panose="020B0604020202020204" pitchFamily="34" charset="0"/>
              <a:buChar char="•"/>
              <a:defRPr b="0" i="0">
                <a:solidFill>
                  <a:schemeClr val="tx1"/>
                </a:solidFill>
                <a:latin typeface="Avenir LT 45 Book" panose="020B0503020000020003" pitchFamily="34" charset="0"/>
                <a:cs typeface="Arial" panose="020B0604020202020204" pitchFamily="34" charset="0"/>
              </a:defRPr>
            </a:lvl3pPr>
            <a:lvl4pPr marL="1645920" indent="0">
              <a:buNone/>
              <a:defRPr b="0" i="0">
                <a:solidFill>
                  <a:schemeClr val="bg1"/>
                </a:solidFill>
                <a:latin typeface="Arial" panose="020B0604020202020204" pitchFamily="34" charset="0"/>
                <a:cs typeface="Arial" panose="020B0604020202020204" pitchFamily="34" charset="0"/>
              </a:defRPr>
            </a:lvl4pPr>
            <a:lvl5pPr marL="2194560" indent="0">
              <a:buNone/>
              <a:defRPr b="0" i="0">
                <a:solidFill>
                  <a:schemeClr val="bg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883EF872-CADA-4305-48D8-E5D0AE68A62D}"/>
              </a:ext>
            </a:extLst>
          </p:cNvPr>
          <p:cNvSpPr>
            <a:spLocks noGrp="1"/>
          </p:cNvSpPr>
          <p:nvPr>
            <p:ph sz="half" idx="2"/>
          </p:nvPr>
        </p:nvSpPr>
        <p:spPr>
          <a:xfrm>
            <a:off x="5213662" y="2164081"/>
            <a:ext cx="4203076" cy="5261609"/>
          </a:xfrm>
        </p:spPr>
        <p:txBody>
          <a:bodyPr>
            <a:noAutofit/>
          </a:bodyPr>
          <a:lstStyle>
            <a:lvl1pPr marL="342900" indent="-342900">
              <a:buFont typeface="Arial" panose="020B0604020202020204" pitchFamily="34" charset="0"/>
              <a:buChar char="•"/>
              <a:defRPr b="0" i="0">
                <a:solidFill>
                  <a:schemeClr val="tx1"/>
                </a:solidFill>
                <a:latin typeface="Avenir LT 45 Book" panose="020B0503020000020003" pitchFamily="34" charset="0"/>
                <a:cs typeface="Arial" panose="020B0604020202020204" pitchFamily="34" charset="0"/>
              </a:defRPr>
            </a:lvl1pPr>
            <a:lvl2pPr marL="891540" indent="-342900">
              <a:buFont typeface="Arial" panose="020B0604020202020204" pitchFamily="34" charset="0"/>
              <a:buChar char="•"/>
              <a:defRPr b="0" i="0">
                <a:solidFill>
                  <a:schemeClr val="tx1"/>
                </a:solidFill>
                <a:latin typeface="Avenir LT 45 Book" panose="020B0503020000020003" pitchFamily="34" charset="0"/>
                <a:cs typeface="Arial" panose="020B0604020202020204" pitchFamily="34" charset="0"/>
              </a:defRPr>
            </a:lvl2pPr>
            <a:lvl3pPr marL="1440180" indent="-342900">
              <a:buFont typeface="Arial" panose="020B0604020202020204" pitchFamily="34" charset="0"/>
              <a:buChar char="•"/>
              <a:defRPr b="0" i="0">
                <a:solidFill>
                  <a:schemeClr val="tx1"/>
                </a:solidFill>
                <a:latin typeface="Avenir LT 45 Book" panose="020B0503020000020003" pitchFamily="34" charset="0"/>
                <a:cs typeface="Arial" panose="020B0604020202020204" pitchFamily="34" charset="0"/>
              </a:defRPr>
            </a:lvl3pPr>
            <a:lvl4pPr marL="1645920" indent="0">
              <a:buNone/>
              <a:defRPr b="0" i="0">
                <a:solidFill>
                  <a:schemeClr val="bg1"/>
                </a:solidFill>
                <a:latin typeface="Avenir LT 45 Book" panose="020B0503020000020003" pitchFamily="34" charset="0"/>
                <a:cs typeface="Arial" panose="020B0604020202020204" pitchFamily="34" charset="0"/>
              </a:defRPr>
            </a:lvl4pPr>
            <a:lvl5pPr marL="2194560" indent="0">
              <a:buNone/>
              <a:defRPr b="0" i="0">
                <a:solidFill>
                  <a:schemeClr val="bg1"/>
                </a:solidFill>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5" name="Content Placeholder 3">
            <a:extLst>
              <a:ext uri="{FF2B5EF4-FFF2-40B4-BE49-F238E27FC236}">
                <a16:creationId xmlns:a16="http://schemas.microsoft.com/office/drawing/2014/main" id="{76FACBDB-927C-FD70-4B48-AA8F12DF1F52}"/>
              </a:ext>
            </a:extLst>
          </p:cNvPr>
          <p:cNvSpPr>
            <a:spLocks noGrp="1"/>
          </p:cNvSpPr>
          <p:nvPr>
            <p:ph sz="half" idx="15"/>
          </p:nvPr>
        </p:nvSpPr>
        <p:spPr>
          <a:xfrm>
            <a:off x="9806968" y="2164081"/>
            <a:ext cx="4203076" cy="5261609"/>
          </a:xfrm>
        </p:spPr>
        <p:txBody>
          <a:bodyPr>
            <a:noAutofit/>
          </a:bodyPr>
          <a:lstStyle>
            <a:lvl1pPr marL="342900" indent="-342900">
              <a:buFont typeface="Arial" panose="020B0604020202020204" pitchFamily="34" charset="0"/>
              <a:buChar char="•"/>
              <a:defRPr b="0" i="0">
                <a:solidFill>
                  <a:schemeClr val="tx1"/>
                </a:solidFill>
                <a:latin typeface="Avenir LT 45 Book" panose="020B0503020000020003" pitchFamily="34" charset="0"/>
                <a:cs typeface="Arial" panose="020B0604020202020204" pitchFamily="34" charset="0"/>
              </a:defRPr>
            </a:lvl1pPr>
            <a:lvl2pPr marL="891540" indent="-342900">
              <a:buFont typeface="Arial" panose="020B0604020202020204" pitchFamily="34" charset="0"/>
              <a:buChar char="•"/>
              <a:defRPr b="0" i="0">
                <a:solidFill>
                  <a:schemeClr val="tx1"/>
                </a:solidFill>
                <a:latin typeface="Avenir LT 45 Book" panose="020B0503020000020003" pitchFamily="34" charset="0"/>
                <a:cs typeface="Arial" panose="020B0604020202020204" pitchFamily="34" charset="0"/>
              </a:defRPr>
            </a:lvl2pPr>
            <a:lvl3pPr marL="1440180" indent="-342900">
              <a:buFont typeface="Arial" panose="020B0604020202020204" pitchFamily="34" charset="0"/>
              <a:buChar char="•"/>
              <a:defRPr b="0" i="0">
                <a:solidFill>
                  <a:schemeClr val="tx1"/>
                </a:solidFill>
                <a:latin typeface="Avenir LT 45 Book" panose="020B0503020000020003" pitchFamily="34" charset="0"/>
                <a:cs typeface="Arial" panose="020B0604020202020204" pitchFamily="34" charset="0"/>
              </a:defRPr>
            </a:lvl3pPr>
            <a:lvl4pPr marL="1645920" indent="0">
              <a:buNone/>
              <a:defRPr b="0" i="0">
                <a:solidFill>
                  <a:schemeClr val="bg1"/>
                </a:solidFill>
                <a:latin typeface="Avenir LT 45 Book" panose="020B0503020000020003" pitchFamily="34" charset="0"/>
                <a:cs typeface="Arial" panose="020B0604020202020204" pitchFamily="34" charset="0"/>
              </a:defRPr>
            </a:lvl4pPr>
            <a:lvl5pPr marL="2194560" indent="0">
              <a:buNone/>
              <a:defRPr b="0" i="0">
                <a:solidFill>
                  <a:schemeClr val="bg1"/>
                </a:solidFill>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pic>
        <p:nvPicPr>
          <p:cNvPr id="12" name="Graphic 11">
            <a:extLst>
              <a:ext uri="{FF2B5EF4-FFF2-40B4-BE49-F238E27FC236}">
                <a16:creationId xmlns:a16="http://schemas.microsoft.com/office/drawing/2014/main" id="{04C2A57D-7148-0DA0-F0CA-1A8F32CE6FDE}"/>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06905" y="122629"/>
            <a:ext cx="808736" cy="1045440"/>
          </a:xfrm>
          <a:prstGeom prst="rect">
            <a:avLst/>
          </a:prstGeom>
        </p:spPr>
      </p:pic>
      <p:sp>
        <p:nvSpPr>
          <p:cNvPr id="3" name="Graphic 24">
            <a:extLst>
              <a:ext uri="{FF2B5EF4-FFF2-40B4-BE49-F238E27FC236}">
                <a16:creationId xmlns:a16="http://schemas.microsoft.com/office/drawing/2014/main" id="{7D136A98-5322-A54C-FDA1-9A046AD6741F}"/>
              </a:ext>
            </a:extLst>
          </p:cNvPr>
          <p:cNvSpPr/>
          <p:nvPr/>
        </p:nvSpPr>
        <p:spPr>
          <a:xfrm>
            <a:off x="0" y="1"/>
            <a:ext cx="146122" cy="2351315"/>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rgbClr val="00FAC2"/>
          </a:solidFill>
          <a:ln w="20108" cap="flat">
            <a:noFill/>
            <a:prstDash val="solid"/>
            <a:miter/>
          </a:ln>
        </p:spPr>
        <p:txBody>
          <a:bodyPr rtlCol="0" anchor="ctr"/>
          <a:lstStyle/>
          <a:p>
            <a:endParaRPr lang="en-US" sz="2160"/>
          </a:p>
        </p:txBody>
      </p:sp>
      <p:sp>
        <p:nvSpPr>
          <p:cNvPr id="7" name="Graphic 26">
            <a:extLst>
              <a:ext uri="{FF2B5EF4-FFF2-40B4-BE49-F238E27FC236}">
                <a16:creationId xmlns:a16="http://schemas.microsoft.com/office/drawing/2014/main" id="{432B4B5D-0724-E435-8ADA-88660F99EC43}"/>
              </a:ext>
            </a:extLst>
          </p:cNvPr>
          <p:cNvSpPr/>
          <p:nvPr/>
        </p:nvSpPr>
        <p:spPr>
          <a:xfrm>
            <a:off x="14484278" y="6009758"/>
            <a:ext cx="146122" cy="2351315"/>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rgbClr val="00FAC2"/>
          </a:solidFill>
          <a:ln w="20108" cap="flat">
            <a:noFill/>
            <a:prstDash val="solid"/>
            <a:miter/>
          </a:ln>
        </p:spPr>
        <p:txBody>
          <a:bodyPr rtlCol="0" anchor="ctr"/>
          <a:lstStyle/>
          <a:p>
            <a:endParaRPr lang="en-US" sz="2160"/>
          </a:p>
        </p:txBody>
      </p:sp>
      <p:pic>
        <p:nvPicPr>
          <p:cNvPr id="9" name="Picture 8">
            <a:extLst>
              <a:ext uri="{FF2B5EF4-FFF2-40B4-BE49-F238E27FC236}">
                <a16:creationId xmlns:a16="http://schemas.microsoft.com/office/drawing/2014/main" id="{20FBA6F3-2AB8-1488-C7F6-B294654756E5}"/>
              </a:ext>
            </a:extLst>
          </p:cNvPr>
          <p:cNvPicPr>
            <a:picLocks noChangeAspect="1"/>
          </p:cNvPicPr>
          <p:nvPr/>
        </p:nvPicPr>
        <p:blipFill>
          <a:blip r:embed="rId4"/>
          <a:stretch>
            <a:fillRect/>
          </a:stretch>
        </p:blipFill>
        <p:spPr>
          <a:xfrm>
            <a:off x="9495271" y="2164080"/>
            <a:ext cx="159442" cy="5261609"/>
          </a:xfrm>
          <a:prstGeom prst="rect">
            <a:avLst/>
          </a:prstGeom>
        </p:spPr>
      </p:pic>
      <p:pic>
        <p:nvPicPr>
          <p:cNvPr id="13" name="Picture 12">
            <a:extLst>
              <a:ext uri="{FF2B5EF4-FFF2-40B4-BE49-F238E27FC236}">
                <a16:creationId xmlns:a16="http://schemas.microsoft.com/office/drawing/2014/main" id="{92966D59-7076-CB28-E2D8-1EEFAE30D43A}"/>
              </a:ext>
            </a:extLst>
          </p:cNvPr>
          <p:cNvPicPr>
            <a:picLocks noChangeAspect="1"/>
          </p:cNvPicPr>
          <p:nvPr/>
        </p:nvPicPr>
        <p:blipFill>
          <a:blip r:embed="rId4"/>
          <a:stretch>
            <a:fillRect/>
          </a:stretch>
        </p:blipFill>
        <p:spPr>
          <a:xfrm>
            <a:off x="4900665" y="2164080"/>
            <a:ext cx="159442" cy="5261609"/>
          </a:xfrm>
          <a:prstGeom prst="rect">
            <a:avLst/>
          </a:prstGeom>
        </p:spPr>
      </p:pic>
    </p:spTree>
    <p:extLst>
      <p:ext uri="{BB962C8B-B14F-4D97-AF65-F5344CB8AC3E}">
        <p14:creationId xmlns:p14="http://schemas.microsoft.com/office/powerpoint/2010/main" val="1039344761"/>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hree content with Sub Head - Light">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BD9FDC4E-A3B1-C0CA-5098-1EEE398DD0F2}"/>
              </a:ext>
            </a:extLst>
          </p:cNvPr>
          <p:cNvSpPr>
            <a:spLocks noGrp="1"/>
          </p:cNvSpPr>
          <p:nvPr>
            <p:ph type="title" hasCustomPrompt="1"/>
          </p:nvPr>
        </p:nvSpPr>
        <p:spPr>
          <a:xfrm>
            <a:off x="619125" y="627371"/>
            <a:ext cx="12437398" cy="1401455"/>
          </a:xfrm>
          <a:prstGeom prst="rect">
            <a:avLst/>
          </a:prstGeom>
        </p:spPr>
        <p:txBody>
          <a:bodyPr vert="horz" lIns="0" tIns="0" rIns="0" bIns="0" rtlCol="0" anchor="t">
            <a:noAutofit/>
          </a:bodyPr>
          <a:lstStyle/>
          <a:p>
            <a:r>
              <a:rPr lang="en-US"/>
              <a:t>Click To Edit Master Title Style</a:t>
            </a:r>
          </a:p>
        </p:txBody>
      </p:sp>
      <p:sp>
        <p:nvSpPr>
          <p:cNvPr id="11" name="Content Placeholder 2">
            <a:extLst>
              <a:ext uri="{FF2B5EF4-FFF2-40B4-BE49-F238E27FC236}">
                <a16:creationId xmlns:a16="http://schemas.microsoft.com/office/drawing/2014/main" id="{CCA5C6CA-BFDD-4EC4-93AF-9F6B3EC772FA}"/>
              </a:ext>
            </a:extLst>
          </p:cNvPr>
          <p:cNvSpPr>
            <a:spLocks noGrp="1"/>
          </p:cNvSpPr>
          <p:nvPr>
            <p:ph sz="half" idx="1"/>
          </p:nvPr>
        </p:nvSpPr>
        <p:spPr>
          <a:xfrm>
            <a:off x="619127" y="3329036"/>
            <a:ext cx="4204303" cy="4096654"/>
          </a:xfrm>
        </p:spPr>
        <p:txBody>
          <a:bodyPr>
            <a:noAutofit/>
          </a:bodyPr>
          <a:lstStyle>
            <a:lvl1pPr marL="342900" indent="-342900">
              <a:buFont typeface="Arial" panose="020B0604020202020204" pitchFamily="34" charset="0"/>
              <a:buChar char="•"/>
              <a:defRPr b="0" i="0">
                <a:solidFill>
                  <a:schemeClr val="tx1"/>
                </a:solidFill>
                <a:latin typeface="Avenir LT 45 Book" panose="020B0503020000020003" pitchFamily="34" charset="0"/>
                <a:cs typeface="Arial" panose="020B0604020202020204" pitchFamily="34" charset="0"/>
              </a:defRPr>
            </a:lvl1pPr>
            <a:lvl2pPr marL="891540" indent="-342900">
              <a:buFont typeface="Arial" panose="020B0604020202020204" pitchFamily="34" charset="0"/>
              <a:buChar char="•"/>
              <a:defRPr b="0" i="0">
                <a:solidFill>
                  <a:schemeClr val="tx1"/>
                </a:solidFill>
                <a:latin typeface="Avenir LT 45 Book" panose="020B0503020000020003" pitchFamily="34" charset="0"/>
                <a:cs typeface="Arial" panose="020B0604020202020204" pitchFamily="34" charset="0"/>
              </a:defRPr>
            </a:lvl2pPr>
            <a:lvl3pPr marL="1440180" indent="-342900">
              <a:buFont typeface="Arial" panose="020B0604020202020204" pitchFamily="34" charset="0"/>
              <a:buChar char="•"/>
              <a:defRPr b="0" i="0">
                <a:solidFill>
                  <a:schemeClr val="tx1"/>
                </a:solidFill>
                <a:latin typeface="Avenir LT 45 Book" panose="020B0503020000020003" pitchFamily="34" charset="0"/>
                <a:cs typeface="Arial" panose="020B0604020202020204" pitchFamily="34" charset="0"/>
              </a:defRPr>
            </a:lvl3pPr>
            <a:lvl4pPr marL="1645920" indent="0">
              <a:buNone/>
              <a:defRPr b="0" i="0">
                <a:solidFill>
                  <a:schemeClr val="tx1"/>
                </a:solidFill>
                <a:latin typeface="Avenir LT 45 Book" panose="020B0503020000020003" pitchFamily="34" charset="0"/>
                <a:cs typeface="Arial" panose="020B0604020202020204" pitchFamily="34" charset="0"/>
              </a:defRPr>
            </a:lvl4pPr>
            <a:lvl5pPr marL="2194560" indent="0">
              <a:buNone/>
              <a:defRPr b="0" i="0">
                <a:solidFill>
                  <a:schemeClr val="tx1"/>
                </a:solidFill>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3">
            <a:extLst>
              <a:ext uri="{FF2B5EF4-FFF2-40B4-BE49-F238E27FC236}">
                <a16:creationId xmlns:a16="http://schemas.microsoft.com/office/drawing/2014/main" id="{0DBC979A-B5F7-45B2-866E-411D6E2417A1}"/>
              </a:ext>
            </a:extLst>
          </p:cNvPr>
          <p:cNvSpPr>
            <a:spLocks noGrp="1"/>
          </p:cNvSpPr>
          <p:nvPr>
            <p:ph sz="half" idx="2"/>
          </p:nvPr>
        </p:nvSpPr>
        <p:spPr>
          <a:xfrm>
            <a:off x="5213662" y="3329036"/>
            <a:ext cx="4203076" cy="4096654"/>
          </a:xfrm>
        </p:spPr>
        <p:txBody>
          <a:bodyPr>
            <a:noAutofit/>
          </a:bodyPr>
          <a:lstStyle>
            <a:lvl1pPr marL="342900" indent="-342900">
              <a:buFont typeface="Arial" panose="020B0604020202020204" pitchFamily="34" charset="0"/>
              <a:buChar char="•"/>
              <a:defRPr b="0" i="0">
                <a:solidFill>
                  <a:schemeClr val="tx1"/>
                </a:solidFill>
                <a:latin typeface="Avenir LT 45 Book" panose="020B0503020000020003" pitchFamily="34" charset="0"/>
                <a:cs typeface="Arial" panose="020B0604020202020204" pitchFamily="34" charset="0"/>
              </a:defRPr>
            </a:lvl1pPr>
            <a:lvl2pPr marL="891540" indent="-342900">
              <a:buFont typeface="Arial" panose="020B0604020202020204" pitchFamily="34" charset="0"/>
              <a:buChar char="•"/>
              <a:defRPr b="0" i="0">
                <a:solidFill>
                  <a:schemeClr val="tx1"/>
                </a:solidFill>
                <a:latin typeface="Avenir LT 45 Book" panose="020B0503020000020003" pitchFamily="34" charset="0"/>
                <a:cs typeface="Arial" panose="020B0604020202020204" pitchFamily="34" charset="0"/>
              </a:defRPr>
            </a:lvl2pPr>
            <a:lvl3pPr marL="1440180" indent="-342900">
              <a:buFont typeface="Arial" panose="020B0604020202020204" pitchFamily="34" charset="0"/>
              <a:buChar char="•"/>
              <a:defRPr b="0" i="0">
                <a:solidFill>
                  <a:schemeClr val="tx1"/>
                </a:solidFill>
                <a:latin typeface="Avenir LT 45 Book" panose="020B0503020000020003" pitchFamily="34" charset="0"/>
                <a:cs typeface="Arial" panose="020B0604020202020204" pitchFamily="34" charset="0"/>
              </a:defRPr>
            </a:lvl3pPr>
            <a:lvl4pPr marL="1645920" indent="0">
              <a:buNone/>
              <a:defRPr b="0" i="0">
                <a:solidFill>
                  <a:schemeClr val="tx1"/>
                </a:solidFill>
                <a:latin typeface="Avenir LT 45 Book" panose="020B0503020000020003" pitchFamily="34" charset="0"/>
                <a:cs typeface="Arial" panose="020B0604020202020204" pitchFamily="34" charset="0"/>
              </a:defRPr>
            </a:lvl4pPr>
            <a:lvl5pPr marL="2194560" indent="0">
              <a:buNone/>
              <a:defRPr b="0" i="0">
                <a:solidFill>
                  <a:schemeClr val="tx1"/>
                </a:solidFill>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13" name="Content Placeholder 3">
            <a:extLst>
              <a:ext uri="{FF2B5EF4-FFF2-40B4-BE49-F238E27FC236}">
                <a16:creationId xmlns:a16="http://schemas.microsoft.com/office/drawing/2014/main" id="{94803EE8-DB5F-4081-96BA-A48051F607D9}"/>
              </a:ext>
            </a:extLst>
          </p:cNvPr>
          <p:cNvSpPr>
            <a:spLocks noGrp="1"/>
          </p:cNvSpPr>
          <p:nvPr>
            <p:ph sz="half" idx="15"/>
          </p:nvPr>
        </p:nvSpPr>
        <p:spPr>
          <a:xfrm>
            <a:off x="9806968" y="3329036"/>
            <a:ext cx="4203076" cy="4096654"/>
          </a:xfrm>
        </p:spPr>
        <p:txBody>
          <a:bodyPr>
            <a:noAutofit/>
          </a:bodyPr>
          <a:lstStyle>
            <a:lvl1pPr marL="342900" indent="-342900">
              <a:buFont typeface="Arial" panose="020B0604020202020204" pitchFamily="34" charset="0"/>
              <a:buChar char="•"/>
              <a:defRPr b="0" i="0">
                <a:solidFill>
                  <a:schemeClr val="tx1"/>
                </a:solidFill>
                <a:latin typeface="Avenir LT 45 Book" panose="020B0503020000020003" pitchFamily="34" charset="0"/>
                <a:cs typeface="Arial" panose="020B0604020202020204" pitchFamily="34" charset="0"/>
              </a:defRPr>
            </a:lvl1pPr>
            <a:lvl2pPr marL="891540" indent="-342900">
              <a:buFont typeface="Arial" panose="020B0604020202020204" pitchFamily="34" charset="0"/>
              <a:buChar char="•"/>
              <a:defRPr b="0" i="0">
                <a:solidFill>
                  <a:schemeClr val="tx1"/>
                </a:solidFill>
                <a:latin typeface="Avenir LT 45 Book" panose="020B0503020000020003" pitchFamily="34" charset="0"/>
                <a:cs typeface="Arial" panose="020B0604020202020204" pitchFamily="34" charset="0"/>
              </a:defRPr>
            </a:lvl2pPr>
            <a:lvl3pPr marL="1440180" indent="-342900">
              <a:buFont typeface="Arial" panose="020B0604020202020204" pitchFamily="34" charset="0"/>
              <a:buChar char="•"/>
              <a:defRPr b="0" i="0">
                <a:solidFill>
                  <a:schemeClr val="tx1"/>
                </a:solidFill>
                <a:latin typeface="Avenir LT 45 Book" panose="020B0503020000020003" pitchFamily="34" charset="0"/>
                <a:cs typeface="Arial" panose="020B0604020202020204" pitchFamily="34" charset="0"/>
              </a:defRPr>
            </a:lvl3pPr>
            <a:lvl4pPr marL="1645920" indent="0">
              <a:buNone/>
              <a:defRPr b="0" i="0">
                <a:solidFill>
                  <a:schemeClr val="tx1"/>
                </a:solidFill>
                <a:latin typeface="Avenir LT 45 Book" panose="020B0503020000020003" pitchFamily="34" charset="0"/>
                <a:cs typeface="Arial" panose="020B0604020202020204" pitchFamily="34" charset="0"/>
              </a:defRPr>
            </a:lvl4pPr>
            <a:lvl5pPr marL="2194560" indent="0">
              <a:buNone/>
              <a:defRPr b="0" i="0">
                <a:solidFill>
                  <a:schemeClr val="tx1"/>
                </a:solidFill>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14" name="Text Placeholder 2">
            <a:extLst>
              <a:ext uri="{FF2B5EF4-FFF2-40B4-BE49-F238E27FC236}">
                <a16:creationId xmlns:a16="http://schemas.microsoft.com/office/drawing/2014/main" id="{89468CF0-4151-429D-8C76-1ABDB8AB7C58}"/>
              </a:ext>
            </a:extLst>
          </p:cNvPr>
          <p:cNvSpPr>
            <a:spLocks noGrp="1"/>
          </p:cNvSpPr>
          <p:nvPr>
            <p:ph type="body" idx="18" hasCustomPrompt="1"/>
          </p:nvPr>
        </p:nvSpPr>
        <p:spPr>
          <a:xfrm>
            <a:off x="619125" y="2164080"/>
            <a:ext cx="4203076" cy="867389"/>
          </a:xfrm>
          <a:prstGeom prst="rect">
            <a:avLst/>
          </a:prstGeom>
        </p:spPr>
        <p:txBody>
          <a:bodyPr anchor="b">
            <a:noAutofit/>
          </a:bodyPr>
          <a:lstStyle>
            <a:lvl1pPr marL="0" indent="0">
              <a:buNone/>
              <a:defRPr sz="2160" b="0" i="0">
                <a:solidFill>
                  <a:schemeClr val="tx1"/>
                </a:solidFill>
                <a:latin typeface="+mj-lt"/>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15" name="Text Placeholder 2">
            <a:extLst>
              <a:ext uri="{FF2B5EF4-FFF2-40B4-BE49-F238E27FC236}">
                <a16:creationId xmlns:a16="http://schemas.microsoft.com/office/drawing/2014/main" id="{812C8B0E-B100-41AA-8422-2609913957A1}"/>
              </a:ext>
            </a:extLst>
          </p:cNvPr>
          <p:cNvSpPr>
            <a:spLocks noGrp="1"/>
          </p:cNvSpPr>
          <p:nvPr>
            <p:ph type="body" idx="19" hasCustomPrompt="1"/>
          </p:nvPr>
        </p:nvSpPr>
        <p:spPr>
          <a:xfrm>
            <a:off x="5194224" y="2164080"/>
            <a:ext cx="4203076" cy="867389"/>
          </a:xfrm>
          <a:prstGeom prst="rect">
            <a:avLst/>
          </a:prstGeom>
        </p:spPr>
        <p:txBody>
          <a:bodyPr anchor="b">
            <a:noAutofit/>
          </a:bodyPr>
          <a:lstStyle>
            <a:lvl1pPr marL="0" indent="0">
              <a:buNone/>
              <a:defRPr sz="2160" b="0" i="0">
                <a:solidFill>
                  <a:schemeClr val="tx1"/>
                </a:solidFill>
                <a:latin typeface="+mj-lt"/>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16" name="Text Placeholder 2">
            <a:extLst>
              <a:ext uri="{FF2B5EF4-FFF2-40B4-BE49-F238E27FC236}">
                <a16:creationId xmlns:a16="http://schemas.microsoft.com/office/drawing/2014/main" id="{087EA4D2-4FEE-4B2F-98AF-748B7FC743E5}"/>
              </a:ext>
            </a:extLst>
          </p:cNvPr>
          <p:cNvSpPr>
            <a:spLocks noGrp="1"/>
          </p:cNvSpPr>
          <p:nvPr>
            <p:ph type="body" idx="20" hasCustomPrompt="1"/>
          </p:nvPr>
        </p:nvSpPr>
        <p:spPr>
          <a:xfrm>
            <a:off x="9806520" y="2164080"/>
            <a:ext cx="4203076" cy="867389"/>
          </a:xfrm>
          <a:prstGeom prst="rect">
            <a:avLst/>
          </a:prstGeom>
        </p:spPr>
        <p:txBody>
          <a:bodyPr anchor="b">
            <a:noAutofit/>
          </a:bodyPr>
          <a:lstStyle>
            <a:lvl1pPr marL="0" indent="0">
              <a:buNone/>
              <a:defRPr sz="2160" b="0" i="0">
                <a:solidFill>
                  <a:schemeClr val="tx1"/>
                </a:solidFill>
                <a:latin typeface="+mj-lt"/>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pic>
        <p:nvPicPr>
          <p:cNvPr id="9" name="Graphic 8">
            <a:extLst>
              <a:ext uri="{FF2B5EF4-FFF2-40B4-BE49-F238E27FC236}">
                <a16:creationId xmlns:a16="http://schemas.microsoft.com/office/drawing/2014/main" id="{B8C2F57D-6620-B445-9A2B-165A8E7CFD3C}"/>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06906" y="122629"/>
            <a:ext cx="808736" cy="1045440"/>
          </a:xfrm>
          <a:prstGeom prst="rect">
            <a:avLst/>
          </a:prstGeom>
        </p:spPr>
      </p:pic>
      <p:sp>
        <p:nvSpPr>
          <p:cNvPr id="2" name="Graphic 24">
            <a:extLst>
              <a:ext uri="{FF2B5EF4-FFF2-40B4-BE49-F238E27FC236}">
                <a16:creationId xmlns:a16="http://schemas.microsoft.com/office/drawing/2014/main" id="{A68870F4-A6F7-A75C-8DB3-4E722F996D10}"/>
              </a:ext>
            </a:extLst>
          </p:cNvPr>
          <p:cNvSpPr/>
          <p:nvPr/>
        </p:nvSpPr>
        <p:spPr>
          <a:xfrm>
            <a:off x="0" y="1"/>
            <a:ext cx="146122" cy="2351315"/>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2"/>
          </a:solidFill>
          <a:ln w="20108" cap="flat">
            <a:noFill/>
            <a:prstDash val="solid"/>
            <a:miter/>
          </a:ln>
        </p:spPr>
        <p:txBody>
          <a:bodyPr rtlCol="0" anchor="ctr"/>
          <a:lstStyle/>
          <a:p>
            <a:endParaRPr lang="en-US" sz="2160"/>
          </a:p>
        </p:txBody>
      </p:sp>
      <p:sp>
        <p:nvSpPr>
          <p:cNvPr id="4" name="Graphic 26">
            <a:extLst>
              <a:ext uri="{FF2B5EF4-FFF2-40B4-BE49-F238E27FC236}">
                <a16:creationId xmlns:a16="http://schemas.microsoft.com/office/drawing/2014/main" id="{A18A7B50-D549-836E-24CE-65634EDA1EC1}"/>
              </a:ext>
            </a:extLst>
          </p:cNvPr>
          <p:cNvSpPr/>
          <p:nvPr/>
        </p:nvSpPr>
        <p:spPr>
          <a:xfrm>
            <a:off x="14484278" y="6009758"/>
            <a:ext cx="146122" cy="2351315"/>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2"/>
          </a:solidFill>
          <a:ln w="20108" cap="flat">
            <a:noFill/>
            <a:prstDash val="solid"/>
            <a:miter/>
          </a:ln>
        </p:spPr>
        <p:txBody>
          <a:bodyPr rtlCol="0" anchor="ctr"/>
          <a:lstStyle/>
          <a:p>
            <a:endParaRPr lang="en-US" sz="2160"/>
          </a:p>
        </p:txBody>
      </p:sp>
      <p:pic>
        <p:nvPicPr>
          <p:cNvPr id="5" name="Picture 4">
            <a:extLst>
              <a:ext uri="{FF2B5EF4-FFF2-40B4-BE49-F238E27FC236}">
                <a16:creationId xmlns:a16="http://schemas.microsoft.com/office/drawing/2014/main" id="{F5ADAE8C-824B-1757-D574-0BBFAF7D9646}"/>
              </a:ext>
            </a:extLst>
          </p:cNvPr>
          <p:cNvPicPr>
            <a:picLocks noChangeAspect="1"/>
          </p:cNvPicPr>
          <p:nvPr/>
        </p:nvPicPr>
        <p:blipFill>
          <a:blip r:embed="rId4"/>
          <a:stretch>
            <a:fillRect/>
          </a:stretch>
        </p:blipFill>
        <p:spPr>
          <a:xfrm flipH="1">
            <a:off x="4892160" y="2164079"/>
            <a:ext cx="145375" cy="5261610"/>
          </a:xfrm>
          <a:prstGeom prst="rect">
            <a:avLst/>
          </a:prstGeom>
        </p:spPr>
      </p:pic>
      <p:pic>
        <p:nvPicPr>
          <p:cNvPr id="10" name="Picture 9">
            <a:extLst>
              <a:ext uri="{FF2B5EF4-FFF2-40B4-BE49-F238E27FC236}">
                <a16:creationId xmlns:a16="http://schemas.microsoft.com/office/drawing/2014/main" id="{CCE34CA2-EB21-6770-B6B7-EF3145B8A346}"/>
              </a:ext>
            </a:extLst>
          </p:cNvPr>
          <p:cNvPicPr>
            <a:picLocks noChangeAspect="1"/>
          </p:cNvPicPr>
          <p:nvPr/>
        </p:nvPicPr>
        <p:blipFill>
          <a:blip r:embed="rId4"/>
          <a:stretch>
            <a:fillRect/>
          </a:stretch>
        </p:blipFill>
        <p:spPr>
          <a:xfrm flipH="1">
            <a:off x="9475329" y="2164081"/>
            <a:ext cx="145375" cy="5261610"/>
          </a:xfrm>
          <a:prstGeom prst="rect">
            <a:avLst/>
          </a:prstGeom>
        </p:spPr>
      </p:pic>
    </p:spTree>
    <p:extLst>
      <p:ext uri="{BB962C8B-B14F-4D97-AF65-F5344CB8AC3E}">
        <p14:creationId xmlns:p14="http://schemas.microsoft.com/office/powerpoint/2010/main" val="65702072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content with Sub Head - Dark">
    <p:bg>
      <p:bgRef idx="1001">
        <a:schemeClr val="bg1"/>
      </p:bgRef>
    </p:bg>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1D241DD7-699E-CE2D-3902-E0A9DDC26EB4}"/>
              </a:ext>
            </a:extLst>
          </p:cNvPr>
          <p:cNvSpPr>
            <a:spLocks noGrp="1"/>
          </p:cNvSpPr>
          <p:nvPr>
            <p:ph type="title" hasCustomPrompt="1"/>
          </p:nvPr>
        </p:nvSpPr>
        <p:spPr>
          <a:xfrm>
            <a:off x="619126" y="627371"/>
            <a:ext cx="12448482" cy="1401455"/>
          </a:xfrm>
          <a:prstGeom prst="rect">
            <a:avLst/>
          </a:prstGeom>
        </p:spPr>
        <p:txBody>
          <a:bodyPr vert="horz" lIns="0" tIns="0" rIns="0" bIns="0" rtlCol="0" anchor="t">
            <a:noAutofit/>
          </a:bodyPr>
          <a:lstStyle>
            <a:lvl1pPr>
              <a:defRPr>
                <a:solidFill>
                  <a:schemeClr val="tx1"/>
                </a:solidFill>
              </a:defRPr>
            </a:lvl1pPr>
          </a:lstStyle>
          <a:p>
            <a:r>
              <a:rPr lang="en-US"/>
              <a:t>Click To Edit Master Title Style</a:t>
            </a:r>
          </a:p>
        </p:txBody>
      </p:sp>
      <p:sp>
        <p:nvSpPr>
          <p:cNvPr id="2" name="Content Placeholder 2">
            <a:extLst>
              <a:ext uri="{FF2B5EF4-FFF2-40B4-BE49-F238E27FC236}">
                <a16:creationId xmlns:a16="http://schemas.microsoft.com/office/drawing/2014/main" id="{FDD3FDA0-BC1E-5BAD-0BC2-6A0786A219DA}"/>
              </a:ext>
            </a:extLst>
          </p:cNvPr>
          <p:cNvSpPr>
            <a:spLocks noGrp="1"/>
          </p:cNvSpPr>
          <p:nvPr>
            <p:ph sz="half" idx="1"/>
          </p:nvPr>
        </p:nvSpPr>
        <p:spPr>
          <a:xfrm>
            <a:off x="619127" y="3329036"/>
            <a:ext cx="4204303" cy="4096654"/>
          </a:xfrm>
        </p:spPr>
        <p:txBody>
          <a:bodyPr>
            <a:noAutofit/>
          </a:bodyPr>
          <a:lstStyle>
            <a:lvl1pPr marL="0" indent="0">
              <a:buNone/>
              <a:defRPr b="0" i="0">
                <a:solidFill>
                  <a:schemeClr val="tx1"/>
                </a:solidFill>
                <a:latin typeface="Avenir LT 45 Book" panose="020B0503020000020003" pitchFamily="34" charset="0"/>
                <a:cs typeface="Arial" panose="020B0604020202020204" pitchFamily="34" charset="0"/>
              </a:defRPr>
            </a:lvl1pPr>
            <a:lvl2pPr marL="548640" indent="0">
              <a:buNone/>
              <a:defRPr b="0" i="0">
                <a:solidFill>
                  <a:schemeClr val="tx1"/>
                </a:solidFill>
                <a:latin typeface="Avenir LT 45 Book" panose="020B0503020000020003" pitchFamily="34" charset="0"/>
                <a:cs typeface="Arial" panose="020B0604020202020204" pitchFamily="34" charset="0"/>
              </a:defRPr>
            </a:lvl2pPr>
            <a:lvl3pPr marL="1097280" indent="0">
              <a:buNone/>
              <a:defRPr b="0" i="0">
                <a:solidFill>
                  <a:schemeClr val="tx1"/>
                </a:solidFill>
                <a:latin typeface="Avenir LT 45 Book" panose="020B0503020000020003" pitchFamily="34" charset="0"/>
                <a:cs typeface="Arial" panose="020B0604020202020204" pitchFamily="34" charset="0"/>
              </a:defRPr>
            </a:lvl3pPr>
            <a:lvl4pPr marL="1645920" indent="0">
              <a:buNone/>
              <a:defRPr b="0" i="0">
                <a:solidFill>
                  <a:schemeClr val="bg1"/>
                </a:solidFill>
                <a:latin typeface="Avenir LT 45 Book" panose="020B0503020000020003" pitchFamily="34" charset="0"/>
                <a:cs typeface="Arial" panose="020B0604020202020204" pitchFamily="34" charset="0"/>
              </a:defRPr>
            </a:lvl4pPr>
            <a:lvl5pPr marL="2194560" indent="0">
              <a:buNone/>
              <a:defRPr b="0" i="0">
                <a:solidFill>
                  <a:schemeClr val="bg1"/>
                </a:solidFill>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883EF872-CADA-4305-48D8-E5D0AE68A62D}"/>
              </a:ext>
            </a:extLst>
          </p:cNvPr>
          <p:cNvSpPr>
            <a:spLocks noGrp="1"/>
          </p:cNvSpPr>
          <p:nvPr>
            <p:ph sz="half" idx="2"/>
          </p:nvPr>
        </p:nvSpPr>
        <p:spPr>
          <a:xfrm>
            <a:off x="5213662" y="3329036"/>
            <a:ext cx="4203076" cy="4096654"/>
          </a:xfrm>
        </p:spPr>
        <p:txBody>
          <a:bodyPr>
            <a:noAutofit/>
          </a:bodyPr>
          <a:lstStyle>
            <a:lvl1pPr marL="0" indent="0">
              <a:buNone/>
              <a:defRPr b="0" i="0">
                <a:solidFill>
                  <a:schemeClr val="tx1"/>
                </a:solidFill>
                <a:latin typeface="Avenir LT 45 Book" panose="020B0503020000020003" pitchFamily="34" charset="0"/>
                <a:cs typeface="Arial" panose="020B0604020202020204" pitchFamily="34" charset="0"/>
              </a:defRPr>
            </a:lvl1pPr>
            <a:lvl2pPr marL="548640" indent="0">
              <a:buNone/>
              <a:defRPr b="0" i="0">
                <a:solidFill>
                  <a:schemeClr val="tx1"/>
                </a:solidFill>
                <a:latin typeface="Avenir LT 45 Book" panose="020B0503020000020003" pitchFamily="34" charset="0"/>
                <a:cs typeface="Arial" panose="020B0604020202020204" pitchFamily="34" charset="0"/>
              </a:defRPr>
            </a:lvl2pPr>
            <a:lvl3pPr marL="1097280" indent="0">
              <a:buNone/>
              <a:defRPr b="0" i="0">
                <a:solidFill>
                  <a:schemeClr val="tx1"/>
                </a:solidFill>
                <a:latin typeface="Avenir LT 45 Book" panose="020B0503020000020003" pitchFamily="34" charset="0"/>
                <a:cs typeface="Arial" panose="020B0604020202020204" pitchFamily="34" charset="0"/>
              </a:defRPr>
            </a:lvl3pPr>
            <a:lvl4pPr marL="1645920" indent="0">
              <a:buNone/>
              <a:defRPr b="0" i="0">
                <a:solidFill>
                  <a:schemeClr val="bg1"/>
                </a:solidFill>
                <a:latin typeface="Avenir LT 45 Book" panose="020B0503020000020003" pitchFamily="34" charset="0"/>
                <a:cs typeface="Arial" panose="020B0604020202020204" pitchFamily="34" charset="0"/>
              </a:defRPr>
            </a:lvl4pPr>
            <a:lvl5pPr marL="2194560" indent="0">
              <a:buNone/>
              <a:defRPr b="0" i="0">
                <a:solidFill>
                  <a:schemeClr val="bg1"/>
                </a:solidFill>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5" name="Content Placeholder 3">
            <a:extLst>
              <a:ext uri="{FF2B5EF4-FFF2-40B4-BE49-F238E27FC236}">
                <a16:creationId xmlns:a16="http://schemas.microsoft.com/office/drawing/2014/main" id="{76FACBDB-927C-FD70-4B48-AA8F12DF1F52}"/>
              </a:ext>
            </a:extLst>
          </p:cNvPr>
          <p:cNvSpPr>
            <a:spLocks noGrp="1"/>
          </p:cNvSpPr>
          <p:nvPr>
            <p:ph sz="half" idx="15"/>
          </p:nvPr>
        </p:nvSpPr>
        <p:spPr>
          <a:xfrm>
            <a:off x="9806968" y="3329036"/>
            <a:ext cx="4203076" cy="4096654"/>
          </a:xfrm>
        </p:spPr>
        <p:txBody>
          <a:bodyPr>
            <a:noAutofit/>
          </a:bodyPr>
          <a:lstStyle>
            <a:lvl1pPr marL="0" indent="0">
              <a:buNone/>
              <a:defRPr b="0" i="0">
                <a:solidFill>
                  <a:schemeClr val="tx1"/>
                </a:solidFill>
                <a:latin typeface="Avenir LT 45 Book" panose="020B0503020000020003" pitchFamily="34" charset="0"/>
                <a:cs typeface="Arial" panose="020B0604020202020204" pitchFamily="34" charset="0"/>
              </a:defRPr>
            </a:lvl1pPr>
            <a:lvl2pPr marL="548640" indent="0">
              <a:buNone/>
              <a:defRPr b="0" i="0">
                <a:solidFill>
                  <a:schemeClr val="tx1"/>
                </a:solidFill>
                <a:latin typeface="Avenir LT 45 Book" panose="020B0503020000020003" pitchFamily="34" charset="0"/>
                <a:cs typeface="Arial" panose="020B0604020202020204" pitchFamily="34" charset="0"/>
              </a:defRPr>
            </a:lvl2pPr>
            <a:lvl3pPr marL="1097280" indent="0">
              <a:buNone/>
              <a:defRPr b="0" i="0">
                <a:solidFill>
                  <a:schemeClr val="tx1"/>
                </a:solidFill>
                <a:latin typeface="Avenir LT 45 Book" panose="020B0503020000020003" pitchFamily="34" charset="0"/>
                <a:cs typeface="Arial" panose="020B0604020202020204" pitchFamily="34" charset="0"/>
              </a:defRPr>
            </a:lvl3pPr>
            <a:lvl4pPr marL="1645920" indent="0">
              <a:buNone/>
              <a:defRPr b="0" i="0">
                <a:solidFill>
                  <a:schemeClr val="bg1"/>
                </a:solidFill>
                <a:latin typeface="Avenir LT 45 Book" panose="020B0503020000020003" pitchFamily="34" charset="0"/>
                <a:cs typeface="Arial" panose="020B0604020202020204" pitchFamily="34" charset="0"/>
              </a:defRPr>
            </a:lvl4pPr>
            <a:lvl5pPr marL="2194560" indent="0">
              <a:buNone/>
              <a:defRPr b="0" i="0">
                <a:solidFill>
                  <a:schemeClr val="bg1"/>
                </a:solidFill>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6" name="Text Placeholder 2">
            <a:extLst>
              <a:ext uri="{FF2B5EF4-FFF2-40B4-BE49-F238E27FC236}">
                <a16:creationId xmlns:a16="http://schemas.microsoft.com/office/drawing/2014/main" id="{7EB006F9-1A93-CC26-7FE9-3D05F5C29DB0}"/>
              </a:ext>
            </a:extLst>
          </p:cNvPr>
          <p:cNvSpPr>
            <a:spLocks noGrp="1"/>
          </p:cNvSpPr>
          <p:nvPr>
            <p:ph type="body" idx="18" hasCustomPrompt="1"/>
          </p:nvPr>
        </p:nvSpPr>
        <p:spPr>
          <a:xfrm>
            <a:off x="619125" y="2164080"/>
            <a:ext cx="4203076" cy="867389"/>
          </a:xfrm>
          <a:prstGeom prst="rect">
            <a:avLst/>
          </a:prstGeom>
        </p:spPr>
        <p:txBody>
          <a:bodyPr anchor="b">
            <a:noAutofit/>
          </a:bodyPr>
          <a:lstStyle>
            <a:lvl1pPr marL="0" indent="0">
              <a:buNone/>
              <a:defRPr sz="2160" b="0" i="0">
                <a:solidFill>
                  <a:schemeClr val="tx1"/>
                </a:solidFill>
                <a:latin typeface="PP Neue Machina Plain" pitchFamily="2" charset="77"/>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7" name="Text Placeholder 2">
            <a:extLst>
              <a:ext uri="{FF2B5EF4-FFF2-40B4-BE49-F238E27FC236}">
                <a16:creationId xmlns:a16="http://schemas.microsoft.com/office/drawing/2014/main" id="{C5985DFD-BF43-EAAB-C9FB-F49B33F0C10A}"/>
              </a:ext>
            </a:extLst>
          </p:cNvPr>
          <p:cNvSpPr>
            <a:spLocks noGrp="1"/>
          </p:cNvSpPr>
          <p:nvPr>
            <p:ph type="body" idx="19" hasCustomPrompt="1"/>
          </p:nvPr>
        </p:nvSpPr>
        <p:spPr>
          <a:xfrm>
            <a:off x="5194224" y="2164080"/>
            <a:ext cx="4203076" cy="867389"/>
          </a:xfrm>
          <a:prstGeom prst="rect">
            <a:avLst/>
          </a:prstGeom>
        </p:spPr>
        <p:txBody>
          <a:bodyPr anchor="b">
            <a:noAutofit/>
          </a:bodyPr>
          <a:lstStyle>
            <a:lvl1pPr marL="0" indent="0">
              <a:buNone/>
              <a:defRPr sz="2160" b="0" i="0">
                <a:solidFill>
                  <a:schemeClr val="tx1"/>
                </a:solidFill>
                <a:latin typeface="PP Neue Machina Plain" pitchFamily="2" charset="77"/>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9" name="Text Placeholder 2">
            <a:extLst>
              <a:ext uri="{FF2B5EF4-FFF2-40B4-BE49-F238E27FC236}">
                <a16:creationId xmlns:a16="http://schemas.microsoft.com/office/drawing/2014/main" id="{811A43AE-A1B7-7E6E-16E8-436182D3E009}"/>
              </a:ext>
            </a:extLst>
          </p:cNvPr>
          <p:cNvSpPr>
            <a:spLocks noGrp="1"/>
          </p:cNvSpPr>
          <p:nvPr>
            <p:ph type="body" idx="20" hasCustomPrompt="1"/>
          </p:nvPr>
        </p:nvSpPr>
        <p:spPr>
          <a:xfrm>
            <a:off x="9806520" y="2164080"/>
            <a:ext cx="4203076" cy="867389"/>
          </a:xfrm>
          <a:prstGeom prst="rect">
            <a:avLst/>
          </a:prstGeom>
        </p:spPr>
        <p:txBody>
          <a:bodyPr anchor="b">
            <a:noAutofit/>
          </a:bodyPr>
          <a:lstStyle>
            <a:lvl1pPr marL="0" indent="0">
              <a:buNone/>
              <a:defRPr sz="2160" b="0" i="0">
                <a:solidFill>
                  <a:schemeClr val="tx1"/>
                </a:solidFill>
                <a:latin typeface="PP Neue Machina Plain" pitchFamily="2" charset="77"/>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pic>
        <p:nvPicPr>
          <p:cNvPr id="15" name="Graphic 14">
            <a:extLst>
              <a:ext uri="{FF2B5EF4-FFF2-40B4-BE49-F238E27FC236}">
                <a16:creationId xmlns:a16="http://schemas.microsoft.com/office/drawing/2014/main" id="{C3F07D5D-84C4-A2FE-EFFE-8339F41C2120}"/>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06905" y="122629"/>
            <a:ext cx="808736" cy="1045440"/>
          </a:xfrm>
          <a:prstGeom prst="rect">
            <a:avLst/>
          </a:prstGeom>
        </p:spPr>
      </p:pic>
      <p:sp>
        <p:nvSpPr>
          <p:cNvPr id="3" name="Graphic 24">
            <a:extLst>
              <a:ext uri="{FF2B5EF4-FFF2-40B4-BE49-F238E27FC236}">
                <a16:creationId xmlns:a16="http://schemas.microsoft.com/office/drawing/2014/main" id="{92DFAD6B-3198-BABD-CAD5-20B7668E6749}"/>
              </a:ext>
            </a:extLst>
          </p:cNvPr>
          <p:cNvSpPr/>
          <p:nvPr/>
        </p:nvSpPr>
        <p:spPr>
          <a:xfrm>
            <a:off x="0" y="1"/>
            <a:ext cx="146122" cy="2351315"/>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3"/>
          </a:solidFill>
          <a:ln w="20108" cap="flat">
            <a:noFill/>
            <a:prstDash val="solid"/>
            <a:miter/>
          </a:ln>
        </p:spPr>
        <p:txBody>
          <a:bodyPr rtlCol="0" anchor="ctr"/>
          <a:lstStyle/>
          <a:p>
            <a:endParaRPr lang="en-US" sz="2160"/>
          </a:p>
        </p:txBody>
      </p:sp>
      <p:sp>
        <p:nvSpPr>
          <p:cNvPr id="11" name="Graphic 26">
            <a:extLst>
              <a:ext uri="{FF2B5EF4-FFF2-40B4-BE49-F238E27FC236}">
                <a16:creationId xmlns:a16="http://schemas.microsoft.com/office/drawing/2014/main" id="{5997EE9B-4F89-A9AF-28C1-D45235558C94}"/>
              </a:ext>
            </a:extLst>
          </p:cNvPr>
          <p:cNvSpPr/>
          <p:nvPr/>
        </p:nvSpPr>
        <p:spPr>
          <a:xfrm>
            <a:off x="14484278" y="6009758"/>
            <a:ext cx="146122" cy="2351315"/>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3"/>
          </a:solidFill>
          <a:ln w="20108" cap="flat">
            <a:noFill/>
            <a:prstDash val="solid"/>
            <a:miter/>
          </a:ln>
        </p:spPr>
        <p:txBody>
          <a:bodyPr rtlCol="0" anchor="ctr"/>
          <a:lstStyle/>
          <a:p>
            <a:endParaRPr lang="en-US" sz="2160"/>
          </a:p>
        </p:txBody>
      </p:sp>
      <p:pic>
        <p:nvPicPr>
          <p:cNvPr id="12" name="Picture 11">
            <a:extLst>
              <a:ext uri="{FF2B5EF4-FFF2-40B4-BE49-F238E27FC236}">
                <a16:creationId xmlns:a16="http://schemas.microsoft.com/office/drawing/2014/main" id="{792C1192-1330-39B7-F70C-DCD8D45B2420}"/>
              </a:ext>
            </a:extLst>
          </p:cNvPr>
          <p:cNvPicPr>
            <a:picLocks noChangeAspect="1"/>
          </p:cNvPicPr>
          <p:nvPr/>
        </p:nvPicPr>
        <p:blipFill>
          <a:blip r:embed="rId4"/>
          <a:stretch>
            <a:fillRect/>
          </a:stretch>
        </p:blipFill>
        <p:spPr>
          <a:xfrm>
            <a:off x="9495271" y="2164080"/>
            <a:ext cx="159442" cy="5261609"/>
          </a:xfrm>
          <a:prstGeom prst="rect">
            <a:avLst/>
          </a:prstGeom>
        </p:spPr>
      </p:pic>
      <p:pic>
        <p:nvPicPr>
          <p:cNvPr id="16" name="Picture 15">
            <a:extLst>
              <a:ext uri="{FF2B5EF4-FFF2-40B4-BE49-F238E27FC236}">
                <a16:creationId xmlns:a16="http://schemas.microsoft.com/office/drawing/2014/main" id="{3F0373E6-F6F3-2C19-1C40-0C082CA75AB6}"/>
              </a:ext>
            </a:extLst>
          </p:cNvPr>
          <p:cNvPicPr>
            <a:picLocks noChangeAspect="1"/>
          </p:cNvPicPr>
          <p:nvPr/>
        </p:nvPicPr>
        <p:blipFill>
          <a:blip r:embed="rId4"/>
          <a:stretch>
            <a:fillRect/>
          </a:stretch>
        </p:blipFill>
        <p:spPr>
          <a:xfrm>
            <a:off x="4900665" y="2164080"/>
            <a:ext cx="159442" cy="5261609"/>
          </a:xfrm>
          <a:prstGeom prst="rect">
            <a:avLst/>
          </a:prstGeom>
        </p:spPr>
      </p:pic>
    </p:spTree>
    <p:extLst>
      <p:ext uri="{BB962C8B-B14F-4D97-AF65-F5344CB8AC3E}">
        <p14:creationId xmlns:p14="http://schemas.microsoft.com/office/powerpoint/2010/main" val="3318276538"/>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Four content - Light">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BD9FDC4E-A3B1-C0CA-5098-1EEE398DD0F2}"/>
              </a:ext>
            </a:extLst>
          </p:cNvPr>
          <p:cNvSpPr>
            <a:spLocks noGrp="1"/>
          </p:cNvSpPr>
          <p:nvPr>
            <p:ph type="title" hasCustomPrompt="1"/>
          </p:nvPr>
        </p:nvSpPr>
        <p:spPr>
          <a:xfrm>
            <a:off x="619126" y="627371"/>
            <a:ext cx="12459565" cy="1401455"/>
          </a:xfrm>
          <a:prstGeom prst="rect">
            <a:avLst/>
          </a:prstGeom>
        </p:spPr>
        <p:txBody>
          <a:bodyPr vert="horz" lIns="0" tIns="0" rIns="0" bIns="0" rtlCol="0" anchor="t">
            <a:noAutofit/>
          </a:bodyPr>
          <a:lstStyle/>
          <a:p>
            <a:r>
              <a:rPr lang="en-US"/>
              <a:t>Click To Edit Master Title Style</a:t>
            </a:r>
          </a:p>
        </p:txBody>
      </p:sp>
      <p:sp>
        <p:nvSpPr>
          <p:cNvPr id="7" name="Content Placeholder 2">
            <a:extLst>
              <a:ext uri="{FF2B5EF4-FFF2-40B4-BE49-F238E27FC236}">
                <a16:creationId xmlns:a16="http://schemas.microsoft.com/office/drawing/2014/main" id="{8FA82F68-95E9-FC7A-BF04-AFB8D54C33AF}"/>
              </a:ext>
            </a:extLst>
          </p:cNvPr>
          <p:cNvSpPr>
            <a:spLocks noGrp="1"/>
          </p:cNvSpPr>
          <p:nvPr>
            <p:ph sz="half" idx="1"/>
          </p:nvPr>
        </p:nvSpPr>
        <p:spPr>
          <a:xfrm>
            <a:off x="619127" y="2164081"/>
            <a:ext cx="3072384" cy="5261610"/>
          </a:xfrm>
        </p:spPr>
        <p:txBody>
          <a:bodyPr>
            <a:noAutofit/>
          </a:bodyPr>
          <a:lstStyle>
            <a:lvl1pPr>
              <a:defRPr b="0" i="0">
                <a:solidFill>
                  <a:schemeClr val="tx1"/>
                </a:solidFill>
                <a:latin typeface="Avenir LT 45 Book" panose="020B0503020000020003" pitchFamily="34" charset="0"/>
                <a:cs typeface="Arial" panose="020B0604020202020204" pitchFamily="34" charset="0"/>
              </a:defRPr>
            </a:lvl1pPr>
            <a:lvl2pPr>
              <a:defRPr b="0" i="0">
                <a:solidFill>
                  <a:schemeClr val="tx1"/>
                </a:solidFill>
                <a:latin typeface="Avenir LT 45 Book" panose="020B0503020000020003" pitchFamily="34" charset="0"/>
                <a:cs typeface="Arial" panose="020B0604020202020204" pitchFamily="34" charset="0"/>
              </a:defRPr>
            </a:lvl2pPr>
            <a:lvl3pPr>
              <a:defRPr b="0" i="0">
                <a:solidFill>
                  <a:schemeClr val="tx1"/>
                </a:solidFill>
                <a:latin typeface="Avenir LT 45 Book" panose="020B0503020000020003" pitchFamily="34" charset="0"/>
                <a:cs typeface="Arial" panose="020B0604020202020204" pitchFamily="34" charset="0"/>
              </a:defRPr>
            </a:lvl3pPr>
            <a:lvl4pPr>
              <a:defRPr b="0" i="0">
                <a:solidFill>
                  <a:schemeClr val="tx1"/>
                </a:solidFill>
                <a:latin typeface="Arial" panose="020B0604020202020204" pitchFamily="34" charset="0"/>
                <a:cs typeface="Arial" panose="020B0604020202020204" pitchFamily="34" charset="0"/>
              </a:defRPr>
            </a:lvl4pPr>
            <a:lvl5pPr>
              <a:defRPr b="0" i="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8" name="Content Placeholder 3">
            <a:extLst>
              <a:ext uri="{FF2B5EF4-FFF2-40B4-BE49-F238E27FC236}">
                <a16:creationId xmlns:a16="http://schemas.microsoft.com/office/drawing/2014/main" id="{E2B5120F-8E28-E3E6-6F05-96B9B0FA333B}"/>
              </a:ext>
            </a:extLst>
          </p:cNvPr>
          <p:cNvSpPr>
            <a:spLocks noGrp="1"/>
          </p:cNvSpPr>
          <p:nvPr>
            <p:ph sz="half" idx="2"/>
          </p:nvPr>
        </p:nvSpPr>
        <p:spPr>
          <a:xfrm>
            <a:off x="4059048" y="2164081"/>
            <a:ext cx="3072384" cy="5261610"/>
          </a:xfrm>
        </p:spPr>
        <p:txBody>
          <a:bodyPr>
            <a:noAutofit/>
          </a:bodyPr>
          <a:lstStyle>
            <a:lvl1pPr>
              <a:defRPr b="0" i="0">
                <a:solidFill>
                  <a:schemeClr val="tx1"/>
                </a:solidFill>
                <a:latin typeface="Avenir LT 45 Book" panose="020B0503020000020003" pitchFamily="34" charset="0"/>
                <a:cs typeface="Arial" panose="020B0604020202020204" pitchFamily="34" charset="0"/>
              </a:defRPr>
            </a:lvl1pPr>
            <a:lvl2pPr>
              <a:defRPr b="0" i="0">
                <a:solidFill>
                  <a:schemeClr val="tx1"/>
                </a:solidFill>
                <a:latin typeface="Avenir LT 45 Book" panose="020B0503020000020003" pitchFamily="34" charset="0"/>
                <a:cs typeface="Arial" panose="020B0604020202020204" pitchFamily="34" charset="0"/>
              </a:defRPr>
            </a:lvl2pPr>
            <a:lvl3pPr>
              <a:defRPr b="0" i="0">
                <a:solidFill>
                  <a:schemeClr val="tx1"/>
                </a:solidFill>
                <a:latin typeface="Avenir LT 45 Book" panose="020B0503020000020003" pitchFamily="34" charset="0"/>
                <a:cs typeface="Arial" panose="020B0604020202020204" pitchFamily="34" charset="0"/>
              </a:defRPr>
            </a:lvl3pPr>
            <a:lvl4pPr>
              <a:defRPr b="0" i="0">
                <a:solidFill>
                  <a:schemeClr val="tx1"/>
                </a:solidFill>
                <a:latin typeface="Avenir LT 45 Book" panose="020B0503020000020003" pitchFamily="34" charset="0"/>
                <a:cs typeface="Arial" panose="020B0604020202020204" pitchFamily="34" charset="0"/>
              </a:defRPr>
            </a:lvl4pPr>
            <a:lvl5pPr>
              <a:defRPr b="0" i="0">
                <a:solidFill>
                  <a:schemeClr val="tx1"/>
                </a:solidFill>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9" name="Content Placeholder 3">
            <a:extLst>
              <a:ext uri="{FF2B5EF4-FFF2-40B4-BE49-F238E27FC236}">
                <a16:creationId xmlns:a16="http://schemas.microsoft.com/office/drawing/2014/main" id="{108C64B6-9750-E862-F817-C637084E22C8}"/>
              </a:ext>
            </a:extLst>
          </p:cNvPr>
          <p:cNvSpPr>
            <a:spLocks noGrp="1"/>
          </p:cNvSpPr>
          <p:nvPr>
            <p:ph sz="half" idx="15"/>
          </p:nvPr>
        </p:nvSpPr>
        <p:spPr>
          <a:xfrm>
            <a:off x="7498969" y="2164081"/>
            <a:ext cx="3072384" cy="5261610"/>
          </a:xfrm>
        </p:spPr>
        <p:txBody>
          <a:bodyPr>
            <a:noAutofit/>
          </a:bodyPr>
          <a:lstStyle>
            <a:lvl1pPr>
              <a:defRPr b="0" i="0">
                <a:solidFill>
                  <a:schemeClr val="tx1"/>
                </a:solidFill>
                <a:latin typeface="Avenir LT 45 Book" panose="020B0503020000020003" pitchFamily="34" charset="0"/>
                <a:cs typeface="Arial" panose="020B0604020202020204" pitchFamily="34" charset="0"/>
              </a:defRPr>
            </a:lvl1pPr>
            <a:lvl2pPr>
              <a:defRPr b="0" i="0">
                <a:solidFill>
                  <a:schemeClr val="tx1"/>
                </a:solidFill>
                <a:latin typeface="Avenir LT 45 Book" panose="020B0503020000020003" pitchFamily="34" charset="0"/>
                <a:cs typeface="Arial" panose="020B0604020202020204" pitchFamily="34" charset="0"/>
              </a:defRPr>
            </a:lvl2pPr>
            <a:lvl3pPr>
              <a:defRPr b="0" i="0">
                <a:solidFill>
                  <a:schemeClr val="tx1"/>
                </a:solidFill>
                <a:latin typeface="Avenir LT 45 Book" panose="020B0503020000020003" pitchFamily="34" charset="0"/>
                <a:cs typeface="Arial" panose="020B0604020202020204" pitchFamily="34" charset="0"/>
              </a:defRPr>
            </a:lvl3pPr>
            <a:lvl4pPr>
              <a:defRPr b="0" i="0">
                <a:solidFill>
                  <a:schemeClr val="tx1"/>
                </a:solidFill>
                <a:latin typeface="Avenir LT 45 Book" panose="020B0503020000020003" pitchFamily="34" charset="0"/>
                <a:cs typeface="Arial" panose="020B0604020202020204" pitchFamily="34" charset="0"/>
              </a:defRPr>
            </a:lvl4pPr>
            <a:lvl5pPr>
              <a:defRPr b="0" i="0">
                <a:solidFill>
                  <a:schemeClr val="tx1"/>
                </a:solidFill>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10" name="Content Placeholder 3">
            <a:extLst>
              <a:ext uri="{FF2B5EF4-FFF2-40B4-BE49-F238E27FC236}">
                <a16:creationId xmlns:a16="http://schemas.microsoft.com/office/drawing/2014/main" id="{82BFF784-792A-5CE7-B9DD-E865F8438610}"/>
              </a:ext>
            </a:extLst>
          </p:cNvPr>
          <p:cNvSpPr>
            <a:spLocks noGrp="1"/>
          </p:cNvSpPr>
          <p:nvPr>
            <p:ph sz="half" idx="17"/>
          </p:nvPr>
        </p:nvSpPr>
        <p:spPr>
          <a:xfrm>
            <a:off x="10938890" y="2164081"/>
            <a:ext cx="3072384" cy="5261610"/>
          </a:xfrm>
        </p:spPr>
        <p:txBody>
          <a:bodyPr>
            <a:noAutofit/>
          </a:bodyPr>
          <a:lstStyle>
            <a:lvl1pPr>
              <a:defRPr b="0" i="0">
                <a:solidFill>
                  <a:schemeClr val="tx1"/>
                </a:solidFill>
                <a:latin typeface="Avenir LT 45 Book" panose="020B0503020000020003" pitchFamily="34" charset="0"/>
                <a:cs typeface="Arial" panose="020B0604020202020204" pitchFamily="34" charset="0"/>
              </a:defRPr>
            </a:lvl1pPr>
            <a:lvl2pPr>
              <a:defRPr b="0" i="0">
                <a:solidFill>
                  <a:schemeClr val="tx1"/>
                </a:solidFill>
                <a:latin typeface="Avenir LT 45 Book" panose="020B0503020000020003" pitchFamily="34" charset="0"/>
                <a:cs typeface="Arial" panose="020B0604020202020204" pitchFamily="34" charset="0"/>
              </a:defRPr>
            </a:lvl2pPr>
            <a:lvl3pPr>
              <a:defRPr b="0" i="0">
                <a:solidFill>
                  <a:schemeClr val="tx1"/>
                </a:solidFill>
                <a:latin typeface="Avenir LT 45 Book" panose="020B0503020000020003" pitchFamily="34" charset="0"/>
                <a:cs typeface="Arial" panose="020B0604020202020204" pitchFamily="34" charset="0"/>
              </a:defRPr>
            </a:lvl3pPr>
            <a:lvl4pPr>
              <a:defRPr b="0" i="0">
                <a:solidFill>
                  <a:schemeClr val="tx1"/>
                </a:solidFill>
                <a:latin typeface="Avenir LT 45 Book" panose="020B0503020000020003" pitchFamily="34" charset="0"/>
                <a:cs typeface="Arial" panose="020B0604020202020204" pitchFamily="34" charset="0"/>
              </a:defRPr>
            </a:lvl4pPr>
            <a:lvl5pPr>
              <a:defRPr b="0" i="0">
                <a:solidFill>
                  <a:schemeClr val="tx1"/>
                </a:solidFill>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pic>
        <p:nvPicPr>
          <p:cNvPr id="13" name="Graphic 12">
            <a:extLst>
              <a:ext uri="{FF2B5EF4-FFF2-40B4-BE49-F238E27FC236}">
                <a16:creationId xmlns:a16="http://schemas.microsoft.com/office/drawing/2014/main" id="{F37A1AE9-C101-8BC9-CD21-6BDB718CDDFB}"/>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06906" y="122629"/>
            <a:ext cx="808736" cy="1045440"/>
          </a:xfrm>
          <a:prstGeom prst="rect">
            <a:avLst/>
          </a:prstGeom>
        </p:spPr>
      </p:pic>
      <p:sp>
        <p:nvSpPr>
          <p:cNvPr id="2" name="Graphic 24">
            <a:extLst>
              <a:ext uri="{FF2B5EF4-FFF2-40B4-BE49-F238E27FC236}">
                <a16:creationId xmlns:a16="http://schemas.microsoft.com/office/drawing/2014/main" id="{D22FFD3E-3C16-3012-B01D-95198755C35F}"/>
              </a:ext>
            </a:extLst>
          </p:cNvPr>
          <p:cNvSpPr/>
          <p:nvPr/>
        </p:nvSpPr>
        <p:spPr>
          <a:xfrm>
            <a:off x="0" y="1"/>
            <a:ext cx="146122" cy="2351315"/>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bg2"/>
          </a:solidFill>
          <a:ln w="20108" cap="flat">
            <a:noFill/>
            <a:prstDash val="solid"/>
            <a:miter/>
          </a:ln>
        </p:spPr>
        <p:txBody>
          <a:bodyPr rtlCol="0" anchor="ctr"/>
          <a:lstStyle/>
          <a:p>
            <a:endParaRPr lang="en-US" sz="2160"/>
          </a:p>
        </p:txBody>
      </p:sp>
      <p:sp>
        <p:nvSpPr>
          <p:cNvPr id="4" name="Graphic 26">
            <a:extLst>
              <a:ext uri="{FF2B5EF4-FFF2-40B4-BE49-F238E27FC236}">
                <a16:creationId xmlns:a16="http://schemas.microsoft.com/office/drawing/2014/main" id="{2128F145-CB52-E987-E3F9-A88A656E6E99}"/>
              </a:ext>
            </a:extLst>
          </p:cNvPr>
          <p:cNvSpPr/>
          <p:nvPr/>
        </p:nvSpPr>
        <p:spPr>
          <a:xfrm>
            <a:off x="14484278" y="6009758"/>
            <a:ext cx="146122" cy="2351315"/>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bg2"/>
          </a:solidFill>
          <a:ln w="20108" cap="flat">
            <a:noFill/>
            <a:prstDash val="solid"/>
            <a:miter/>
          </a:ln>
        </p:spPr>
        <p:txBody>
          <a:bodyPr rtlCol="0" anchor="ctr"/>
          <a:lstStyle/>
          <a:p>
            <a:endParaRPr lang="en-US" sz="2160"/>
          </a:p>
        </p:txBody>
      </p:sp>
      <p:pic>
        <p:nvPicPr>
          <p:cNvPr id="5" name="Picture 4">
            <a:extLst>
              <a:ext uri="{FF2B5EF4-FFF2-40B4-BE49-F238E27FC236}">
                <a16:creationId xmlns:a16="http://schemas.microsoft.com/office/drawing/2014/main" id="{F3D100DB-EAD7-DE1E-490E-58664850E06B}"/>
              </a:ext>
            </a:extLst>
          </p:cNvPr>
          <p:cNvPicPr>
            <a:picLocks noChangeAspect="1"/>
          </p:cNvPicPr>
          <p:nvPr/>
        </p:nvPicPr>
        <p:blipFill>
          <a:blip r:embed="rId4"/>
          <a:stretch>
            <a:fillRect/>
          </a:stretch>
        </p:blipFill>
        <p:spPr>
          <a:xfrm flipH="1">
            <a:off x="3756869" y="2164081"/>
            <a:ext cx="145375" cy="5261610"/>
          </a:xfrm>
          <a:prstGeom prst="rect">
            <a:avLst/>
          </a:prstGeom>
        </p:spPr>
      </p:pic>
      <p:pic>
        <p:nvPicPr>
          <p:cNvPr id="14" name="Picture 13">
            <a:extLst>
              <a:ext uri="{FF2B5EF4-FFF2-40B4-BE49-F238E27FC236}">
                <a16:creationId xmlns:a16="http://schemas.microsoft.com/office/drawing/2014/main" id="{3FC7C762-4C2A-A21F-9084-20B25EE2F903}"/>
              </a:ext>
            </a:extLst>
          </p:cNvPr>
          <p:cNvPicPr>
            <a:picLocks noChangeAspect="1"/>
          </p:cNvPicPr>
          <p:nvPr/>
        </p:nvPicPr>
        <p:blipFill>
          <a:blip r:embed="rId4"/>
          <a:stretch>
            <a:fillRect/>
          </a:stretch>
        </p:blipFill>
        <p:spPr>
          <a:xfrm flipH="1">
            <a:off x="7196791" y="2164081"/>
            <a:ext cx="145375" cy="5261610"/>
          </a:xfrm>
          <a:prstGeom prst="rect">
            <a:avLst/>
          </a:prstGeom>
        </p:spPr>
      </p:pic>
      <p:pic>
        <p:nvPicPr>
          <p:cNvPr id="15" name="Picture 14">
            <a:extLst>
              <a:ext uri="{FF2B5EF4-FFF2-40B4-BE49-F238E27FC236}">
                <a16:creationId xmlns:a16="http://schemas.microsoft.com/office/drawing/2014/main" id="{2E1C15FE-9D36-68A1-2097-188FD0B7A520}"/>
              </a:ext>
            </a:extLst>
          </p:cNvPr>
          <p:cNvPicPr>
            <a:picLocks noChangeAspect="1"/>
          </p:cNvPicPr>
          <p:nvPr/>
        </p:nvPicPr>
        <p:blipFill>
          <a:blip r:embed="rId4"/>
          <a:stretch>
            <a:fillRect/>
          </a:stretch>
        </p:blipFill>
        <p:spPr>
          <a:xfrm flipH="1">
            <a:off x="10636713" y="2164079"/>
            <a:ext cx="145375" cy="5261610"/>
          </a:xfrm>
          <a:prstGeom prst="rect">
            <a:avLst/>
          </a:prstGeom>
        </p:spPr>
      </p:pic>
    </p:spTree>
    <p:extLst>
      <p:ext uri="{BB962C8B-B14F-4D97-AF65-F5344CB8AC3E}">
        <p14:creationId xmlns:p14="http://schemas.microsoft.com/office/powerpoint/2010/main" val="209873819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our content - Dark">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BD9FDC4E-A3B1-C0CA-5098-1EEE398DD0F2}"/>
              </a:ext>
            </a:extLst>
          </p:cNvPr>
          <p:cNvSpPr>
            <a:spLocks noGrp="1"/>
          </p:cNvSpPr>
          <p:nvPr>
            <p:ph type="title"/>
          </p:nvPr>
        </p:nvSpPr>
        <p:spPr>
          <a:xfrm>
            <a:off x="619126" y="627371"/>
            <a:ext cx="12459565" cy="1401455"/>
          </a:xfrm>
          <a:prstGeom prst="rect">
            <a:avLst/>
          </a:prstGeom>
        </p:spPr>
        <p:txBody>
          <a:bodyPr vert="horz" lIns="0" tIns="0" rIns="0" bIns="0" rtlCol="0" anchor="t">
            <a:noAutofit/>
          </a:bodyPr>
          <a:lstStyle>
            <a:lvl1pPr>
              <a:defRPr>
                <a:solidFill>
                  <a:schemeClr val="tx1"/>
                </a:solidFill>
              </a:defRPr>
            </a:lvl1pPr>
          </a:lstStyle>
          <a:p>
            <a:r>
              <a:rPr lang="en-US"/>
              <a:t>Click to edit Master title style</a:t>
            </a:r>
          </a:p>
        </p:txBody>
      </p:sp>
      <p:sp>
        <p:nvSpPr>
          <p:cNvPr id="7" name="Content Placeholder 2">
            <a:extLst>
              <a:ext uri="{FF2B5EF4-FFF2-40B4-BE49-F238E27FC236}">
                <a16:creationId xmlns:a16="http://schemas.microsoft.com/office/drawing/2014/main" id="{8FA82F68-95E9-FC7A-BF04-AFB8D54C33AF}"/>
              </a:ext>
            </a:extLst>
          </p:cNvPr>
          <p:cNvSpPr>
            <a:spLocks noGrp="1"/>
          </p:cNvSpPr>
          <p:nvPr>
            <p:ph sz="half" idx="1"/>
          </p:nvPr>
        </p:nvSpPr>
        <p:spPr>
          <a:xfrm>
            <a:off x="619127" y="2164081"/>
            <a:ext cx="3072384" cy="5261610"/>
          </a:xfrm>
        </p:spPr>
        <p:txBody>
          <a:bodyPr>
            <a:noAutofit/>
          </a:bodyPr>
          <a:lstStyle>
            <a:lvl1pPr>
              <a:defRPr b="0" i="0">
                <a:solidFill>
                  <a:schemeClr val="tx1"/>
                </a:solidFill>
                <a:latin typeface="Avenir LT 45 Book" panose="020B0503020000020003" pitchFamily="34" charset="0"/>
                <a:cs typeface="Arial" panose="020B0604020202020204" pitchFamily="34" charset="0"/>
              </a:defRPr>
            </a:lvl1pPr>
            <a:lvl2pPr>
              <a:defRPr b="0" i="0">
                <a:solidFill>
                  <a:schemeClr val="tx1"/>
                </a:solidFill>
                <a:latin typeface="Avenir LT 45 Book" panose="020B0503020000020003" pitchFamily="34" charset="0"/>
                <a:cs typeface="Arial" panose="020B0604020202020204" pitchFamily="34" charset="0"/>
              </a:defRPr>
            </a:lvl2pPr>
            <a:lvl3pPr>
              <a:defRPr b="0" i="0">
                <a:solidFill>
                  <a:schemeClr val="tx1"/>
                </a:solidFill>
                <a:latin typeface="Avenir LT 45 Book" panose="020B0503020000020003" pitchFamily="34" charset="0"/>
                <a:cs typeface="Arial" panose="020B0604020202020204" pitchFamily="34" charset="0"/>
              </a:defRPr>
            </a:lvl3pPr>
            <a:lvl4pPr>
              <a:defRPr b="0" i="0">
                <a:solidFill>
                  <a:schemeClr val="bg1"/>
                </a:solidFill>
                <a:latin typeface="Avenir LT 45 Book" panose="020B0503020000020003" pitchFamily="34" charset="0"/>
                <a:cs typeface="Arial" panose="020B0604020202020204" pitchFamily="34" charset="0"/>
              </a:defRPr>
            </a:lvl4pPr>
            <a:lvl5pPr>
              <a:defRPr b="0" i="0">
                <a:solidFill>
                  <a:schemeClr val="bg1"/>
                </a:solidFill>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8" name="Content Placeholder 3">
            <a:extLst>
              <a:ext uri="{FF2B5EF4-FFF2-40B4-BE49-F238E27FC236}">
                <a16:creationId xmlns:a16="http://schemas.microsoft.com/office/drawing/2014/main" id="{E2B5120F-8E28-E3E6-6F05-96B9B0FA333B}"/>
              </a:ext>
            </a:extLst>
          </p:cNvPr>
          <p:cNvSpPr>
            <a:spLocks noGrp="1"/>
          </p:cNvSpPr>
          <p:nvPr>
            <p:ph sz="half" idx="2"/>
          </p:nvPr>
        </p:nvSpPr>
        <p:spPr>
          <a:xfrm>
            <a:off x="4059048" y="2164081"/>
            <a:ext cx="3072384" cy="5261610"/>
          </a:xfrm>
        </p:spPr>
        <p:txBody>
          <a:bodyPr>
            <a:noAutofit/>
          </a:bodyPr>
          <a:lstStyle>
            <a:lvl1pPr>
              <a:defRPr b="0" i="0">
                <a:solidFill>
                  <a:schemeClr val="tx1"/>
                </a:solidFill>
                <a:latin typeface="Avenir LT 45 Book" panose="020B0503020000020003" pitchFamily="34" charset="0"/>
                <a:cs typeface="Arial" panose="020B0604020202020204" pitchFamily="34" charset="0"/>
              </a:defRPr>
            </a:lvl1pPr>
            <a:lvl2pPr>
              <a:defRPr b="0" i="0">
                <a:solidFill>
                  <a:schemeClr val="tx1"/>
                </a:solidFill>
                <a:latin typeface="Avenir LT 45 Book" panose="020B0503020000020003" pitchFamily="34" charset="0"/>
                <a:cs typeface="Arial" panose="020B0604020202020204" pitchFamily="34" charset="0"/>
              </a:defRPr>
            </a:lvl2pPr>
            <a:lvl3pPr>
              <a:defRPr b="0" i="0">
                <a:solidFill>
                  <a:schemeClr val="tx1"/>
                </a:solidFill>
                <a:latin typeface="Avenir LT 45 Book" panose="020B0503020000020003" pitchFamily="34" charset="0"/>
                <a:cs typeface="Arial" panose="020B0604020202020204" pitchFamily="34" charset="0"/>
              </a:defRPr>
            </a:lvl3pPr>
            <a:lvl4pPr>
              <a:defRPr b="0" i="0">
                <a:solidFill>
                  <a:schemeClr val="bg1"/>
                </a:solidFill>
                <a:latin typeface="Avenir LT 45 Book" panose="020B0503020000020003" pitchFamily="34" charset="0"/>
                <a:cs typeface="Arial" panose="020B0604020202020204" pitchFamily="34" charset="0"/>
              </a:defRPr>
            </a:lvl4pPr>
            <a:lvl5pPr>
              <a:defRPr b="0" i="0">
                <a:solidFill>
                  <a:schemeClr val="bg1"/>
                </a:solidFill>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9" name="Content Placeholder 3">
            <a:extLst>
              <a:ext uri="{FF2B5EF4-FFF2-40B4-BE49-F238E27FC236}">
                <a16:creationId xmlns:a16="http://schemas.microsoft.com/office/drawing/2014/main" id="{108C64B6-9750-E862-F817-C637084E22C8}"/>
              </a:ext>
            </a:extLst>
          </p:cNvPr>
          <p:cNvSpPr>
            <a:spLocks noGrp="1"/>
          </p:cNvSpPr>
          <p:nvPr>
            <p:ph sz="half" idx="15"/>
          </p:nvPr>
        </p:nvSpPr>
        <p:spPr>
          <a:xfrm>
            <a:off x="7498969" y="2164081"/>
            <a:ext cx="3072384" cy="5261610"/>
          </a:xfrm>
        </p:spPr>
        <p:txBody>
          <a:bodyPr>
            <a:noAutofit/>
          </a:bodyPr>
          <a:lstStyle>
            <a:lvl1pPr>
              <a:defRPr b="0" i="0">
                <a:solidFill>
                  <a:schemeClr val="tx1"/>
                </a:solidFill>
                <a:latin typeface="Avenir LT 45 Book" panose="020B0503020000020003" pitchFamily="34" charset="0"/>
                <a:cs typeface="Arial" panose="020B0604020202020204" pitchFamily="34" charset="0"/>
              </a:defRPr>
            </a:lvl1pPr>
            <a:lvl2pPr>
              <a:defRPr b="0" i="0">
                <a:solidFill>
                  <a:schemeClr val="tx1"/>
                </a:solidFill>
                <a:latin typeface="Avenir LT 45 Book" panose="020B0503020000020003" pitchFamily="34" charset="0"/>
                <a:cs typeface="Arial" panose="020B0604020202020204" pitchFamily="34" charset="0"/>
              </a:defRPr>
            </a:lvl2pPr>
            <a:lvl3pPr>
              <a:defRPr b="0" i="0">
                <a:solidFill>
                  <a:schemeClr val="tx1"/>
                </a:solidFill>
                <a:latin typeface="Avenir LT 45 Book" panose="020B0503020000020003" pitchFamily="34" charset="0"/>
                <a:cs typeface="Arial" panose="020B0604020202020204" pitchFamily="34" charset="0"/>
              </a:defRPr>
            </a:lvl3pPr>
            <a:lvl4pPr>
              <a:defRPr b="0" i="0">
                <a:solidFill>
                  <a:schemeClr val="bg1"/>
                </a:solidFill>
                <a:latin typeface="Avenir LT 45 Book" panose="020B0503020000020003" pitchFamily="34" charset="0"/>
                <a:cs typeface="Arial" panose="020B0604020202020204" pitchFamily="34" charset="0"/>
              </a:defRPr>
            </a:lvl4pPr>
            <a:lvl5pPr>
              <a:defRPr b="0" i="0">
                <a:solidFill>
                  <a:schemeClr val="bg1"/>
                </a:solidFill>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10" name="Content Placeholder 3">
            <a:extLst>
              <a:ext uri="{FF2B5EF4-FFF2-40B4-BE49-F238E27FC236}">
                <a16:creationId xmlns:a16="http://schemas.microsoft.com/office/drawing/2014/main" id="{82BFF784-792A-5CE7-B9DD-E865F8438610}"/>
              </a:ext>
            </a:extLst>
          </p:cNvPr>
          <p:cNvSpPr>
            <a:spLocks noGrp="1"/>
          </p:cNvSpPr>
          <p:nvPr>
            <p:ph sz="half" idx="17"/>
          </p:nvPr>
        </p:nvSpPr>
        <p:spPr>
          <a:xfrm>
            <a:off x="10938890" y="2164081"/>
            <a:ext cx="3072384" cy="5261610"/>
          </a:xfrm>
        </p:spPr>
        <p:txBody>
          <a:bodyPr>
            <a:noAutofit/>
          </a:bodyPr>
          <a:lstStyle>
            <a:lvl1pPr>
              <a:defRPr b="0" i="0">
                <a:solidFill>
                  <a:schemeClr val="tx1"/>
                </a:solidFill>
                <a:latin typeface="Avenir LT 45 Book" panose="020B0503020000020003" pitchFamily="34" charset="0"/>
                <a:cs typeface="Arial" panose="020B0604020202020204" pitchFamily="34" charset="0"/>
              </a:defRPr>
            </a:lvl1pPr>
            <a:lvl2pPr>
              <a:defRPr b="0" i="0">
                <a:solidFill>
                  <a:schemeClr val="tx1"/>
                </a:solidFill>
                <a:latin typeface="Avenir LT 45 Book" panose="020B0503020000020003" pitchFamily="34" charset="0"/>
                <a:cs typeface="Arial" panose="020B0604020202020204" pitchFamily="34" charset="0"/>
              </a:defRPr>
            </a:lvl2pPr>
            <a:lvl3pPr>
              <a:defRPr b="0" i="0">
                <a:solidFill>
                  <a:schemeClr val="tx1"/>
                </a:solidFill>
                <a:latin typeface="Avenir LT 45 Book" panose="020B0503020000020003" pitchFamily="34" charset="0"/>
                <a:cs typeface="Arial" panose="020B0604020202020204" pitchFamily="34" charset="0"/>
              </a:defRPr>
            </a:lvl3pPr>
            <a:lvl4pPr>
              <a:defRPr b="0" i="0">
                <a:solidFill>
                  <a:schemeClr val="bg1"/>
                </a:solidFill>
                <a:latin typeface="Avenir LT 45 Book" panose="020B0503020000020003" pitchFamily="34" charset="0"/>
                <a:cs typeface="Arial" panose="020B0604020202020204" pitchFamily="34" charset="0"/>
              </a:defRPr>
            </a:lvl4pPr>
            <a:lvl5pPr>
              <a:defRPr b="0" i="0">
                <a:solidFill>
                  <a:schemeClr val="bg1"/>
                </a:solidFill>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pic>
        <p:nvPicPr>
          <p:cNvPr id="13" name="Graphic 12">
            <a:extLst>
              <a:ext uri="{FF2B5EF4-FFF2-40B4-BE49-F238E27FC236}">
                <a16:creationId xmlns:a16="http://schemas.microsoft.com/office/drawing/2014/main" id="{CBDEA43B-CA0C-F996-FAA1-9BC6A4C55C8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06905" y="122629"/>
            <a:ext cx="808736" cy="1045440"/>
          </a:xfrm>
          <a:prstGeom prst="rect">
            <a:avLst/>
          </a:prstGeom>
        </p:spPr>
      </p:pic>
      <p:sp>
        <p:nvSpPr>
          <p:cNvPr id="2" name="Graphic 24">
            <a:extLst>
              <a:ext uri="{FF2B5EF4-FFF2-40B4-BE49-F238E27FC236}">
                <a16:creationId xmlns:a16="http://schemas.microsoft.com/office/drawing/2014/main" id="{11F3FDF4-7DAF-07C7-73FA-5174C9F836E3}"/>
              </a:ext>
            </a:extLst>
          </p:cNvPr>
          <p:cNvSpPr/>
          <p:nvPr/>
        </p:nvSpPr>
        <p:spPr>
          <a:xfrm>
            <a:off x="0" y="1"/>
            <a:ext cx="146122" cy="2351315"/>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bg2"/>
          </a:solidFill>
          <a:ln w="20108" cap="flat">
            <a:noFill/>
            <a:prstDash val="solid"/>
            <a:miter/>
          </a:ln>
        </p:spPr>
        <p:txBody>
          <a:bodyPr rtlCol="0" anchor="ctr"/>
          <a:lstStyle/>
          <a:p>
            <a:endParaRPr lang="en-US" sz="2160"/>
          </a:p>
        </p:txBody>
      </p:sp>
      <p:sp>
        <p:nvSpPr>
          <p:cNvPr id="3" name="Graphic 26">
            <a:extLst>
              <a:ext uri="{FF2B5EF4-FFF2-40B4-BE49-F238E27FC236}">
                <a16:creationId xmlns:a16="http://schemas.microsoft.com/office/drawing/2014/main" id="{149869D2-A8D0-1E69-1F78-9F4FAF8671E4}"/>
              </a:ext>
            </a:extLst>
          </p:cNvPr>
          <p:cNvSpPr/>
          <p:nvPr/>
        </p:nvSpPr>
        <p:spPr>
          <a:xfrm>
            <a:off x="14484278" y="6009758"/>
            <a:ext cx="146122" cy="2351315"/>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bg2"/>
          </a:solidFill>
          <a:ln w="20108" cap="flat">
            <a:noFill/>
            <a:prstDash val="solid"/>
            <a:miter/>
          </a:ln>
        </p:spPr>
        <p:txBody>
          <a:bodyPr rtlCol="0" anchor="ctr"/>
          <a:lstStyle/>
          <a:p>
            <a:endParaRPr lang="en-US" sz="2160"/>
          </a:p>
        </p:txBody>
      </p:sp>
      <p:pic>
        <p:nvPicPr>
          <p:cNvPr id="4" name="Picture 3">
            <a:extLst>
              <a:ext uri="{FF2B5EF4-FFF2-40B4-BE49-F238E27FC236}">
                <a16:creationId xmlns:a16="http://schemas.microsoft.com/office/drawing/2014/main" id="{A3A3796D-A23C-A020-C133-86862E9DFAFD}"/>
              </a:ext>
            </a:extLst>
          </p:cNvPr>
          <p:cNvPicPr>
            <a:picLocks noChangeAspect="1"/>
          </p:cNvPicPr>
          <p:nvPr/>
        </p:nvPicPr>
        <p:blipFill>
          <a:blip r:embed="rId4"/>
          <a:stretch>
            <a:fillRect/>
          </a:stretch>
        </p:blipFill>
        <p:spPr>
          <a:xfrm>
            <a:off x="7194894" y="2164080"/>
            <a:ext cx="159442" cy="5261609"/>
          </a:xfrm>
          <a:prstGeom prst="rect">
            <a:avLst/>
          </a:prstGeom>
        </p:spPr>
      </p:pic>
      <p:pic>
        <p:nvPicPr>
          <p:cNvPr id="14" name="Picture 13">
            <a:extLst>
              <a:ext uri="{FF2B5EF4-FFF2-40B4-BE49-F238E27FC236}">
                <a16:creationId xmlns:a16="http://schemas.microsoft.com/office/drawing/2014/main" id="{243A66E1-E1F0-4913-1DA8-30D20A849A88}"/>
              </a:ext>
            </a:extLst>
          </p:cNvPr>
          <p:cNvPicPr>
            <a:picLocks noChangeAspect="1"/>
          </p:cNvPicPr>
          <p:nvPr/>
        </p:nvPicPr>
        <p:blipFill>
          <a:blip r:embed="rId4"/>
          <a:stretch>
            <a:fillRect/>
          </a:stretch>
        </p:blipFill>
        <p:spPr>
          <a:xfrm>
            <a:off x="10638563" y="2164080"/>
            <a:ext cx="159442" cy="5261609"/>
          </a:xfrm>
          <a:prstGeom prst="rect">
            <a:avLst/>
          </a:prstGeom>
        </p:spPr>
      </p:pic>
      <p:pic>
        <p:nvPicPr>
          <p:cNvPr id="15" name="Picture 14">
            <a:extLst>
              <a:ext uri="{FF2B5EF4-FFF2-40B4-BE49-F238E27FC236}">
                <a16:creationId xmlns:a16="http://schemas.microsoft.com/office/drawing/2014/main" id="{E36A9A70-CEB5-982D-850B-2F4D1481E36B}"/>
              </a:ext>
            </a:extLst>
          </p:cNvPr>
          <p:cNvPicPr>
            <a:picLocks noChangeAspect="1"/>
          </p:cNvPicPr>
          <p:nvPr/>
        </p:nvPicPr>
        <p:blipFill>
          <a:blip r:embed="rId4"/>
          <a:stretch>
            <a:fillRect/>
          </a:stretch>
        </p:blipFill>
        <p:spPr>
          <a:xfrm>
            <a:off x="3758720" y="2164080"/>
            <a:ext cx="159442" cy="5261609"/>
          </a:xfrm>
          <a:prstGeom prst="rect">
            <a:avLst/>
          </a:prstGeom>
        </p:spPr>
      </p:pic>
    </p:spTree>
    <p:extLst>
      <p:ext uri="{BB962C8B-B14F-4D97-AF65-F5344CB8AC3E}">
        <p14:creationId xmlns:p14="http://schemas.microsoft.com/office/powerpoint/2010/main" val="1534529593"/>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Four content with sub head - Light">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BD9FDC4E-A3B1-C0CA-5098-1EEE398DD0F2}"/>
              </a:ext>
            </a:extLst>
          </p:cNvPr>
          <p:cNvSpPr>
            <a:spLocks noGrp="1"/>
          </p:cNvSpPr>
          <p:nvPr>
            <p:ph type="title" hasCustomPrompt="1"/>
          </p:nvPr>
        </p:nvSpPr>
        <p:spPr>
          <a:xfrm>
            <a:off x="619126" y="627371"/>
            <a:ext cx="12459565" cy="1401455"/>
          </a:xfrm>
          <a:prstGeom prst="rect">
            <a:avLst/>
          </a:prstGeom>
        </p:spPr>
        <p:txBody>
          <a:bodyPr vert="horz" lIns="0" tIns="0" rIns="0" bIns="0" rtlCol="0" anchor="t">
            <a:noAutofit/>
          </a:bodyPr>
          <a:lstStyle/>
          <a:p>
            <a:r>
              <a:rPr lang="en-US"/>
              <a:t>Click To Edit Master Title Style</a:t>
            </a:r>
          </a:p>
        </p:txBody>
      </p:sp>
      <p:sp>
        <p:nvSpPr>
          <p:cNvPr id="9" name="Content Placeholder 2">
            <a:extLst>
              <a:ext uri="{FF2B5EF4-FFF2-40B4-BE49-F238E27FC236}">
                <a16:creationId xmlns:a16="http://schemas.microsoft.com/office/drawing/2014/main" id="{35831EDB-E110-45A2-8605-EEABCC065A82}"/>
              </a:ext>
            </a:extLst>
          </p:cNvPr>
          <p:cNvSpPr>
            <a:spLocks noGrp="1"/>
          </p:cNvSpPr>
          <p:nvPr>
            <p:ph sz="half" idx="1"/>
          </p:nvPr>
        </p:nvSpPr>
        <p:spPr>
          <a:xfrm>
            <a:off x="619127" y="3347634"/>
            <a:ext cx="3072384" cy="4078056"/>
          </a:xfrm>
        </p:spPr>
        <p:txBody>
          <a:bodyPr>
            <a:noAutofit/>
          </a:bodyPr>
          <a:lstStyle>
            <a:lvl1pPr>
              <a:defRPr b="0" i="0">
                <a:solidFill>
                  <a:schemeClr val="tx1"/>
                </a:solidFill>
                <a:latin typeface="Avenir LT 45 Book" panose="020B0503020000020003" pitchFamily="34" charset="0"/>
                <a:cs typeface="Arial" panose="020B0604020202020204" pitchFamily="34" charset="0"/>
              </a:defRPr>
            </a:lvl1pPr>
            <a:lvl2pPr>
              <a:defRPr b="0" i="0">
                <a:solidFill>
                  <a:schemeClr val="tx1"/>
                </a:solidFill>
                <a:latin typeface="Avenir LT 45 Book" panose="020B0503020000020003" pitchFamily="34" charset="0"/>
                <a:cs typeface="Arial" panose="020B0604020202020204" pitchFamily="34" charset="0"/>
              </a:defRPr>
            </a:lvl2pPr>
            <a:lvl3pPr>
              <a:defRPr b="0" i="0">
                <a:solidFill>
                  <a:schemeClr val="tx1"/>
                </a:solidFill>
                <a:latin typeface="Avenir LT 45 Book" panose="020B0503020000020003" pitchFamily="34" charset="0"/>
                <a:cs typeface="Arial" panose="020B0604020202020204" pitchFamily="34" charset="0"/>
              </a:defRPr>
            </a:lvl3pPr>
            <a:lvl4pPr>
              <a:defRPr b="0" i="0">
                <a:solidFill>
                  <a:schemeClr val="tx1"/>
                </a:solidFill>
                <a:latin typeface="Avenir LT 45 Book" panose="020B0503020000020003" pitchFamily="34" charset="0"/>
                <a:cs typeface="Arial" panose="020B0604020202020204" pitchFamily="34" charset="0"/>
              </a:defRPr>
            </a:lvl4pPr>
            <a:lvl5pPr>
              <a:defRPr b="0" i="0">
                <a:solidFill>
                  <a:schemeClr val="tx1"/>
                </a:solidFill>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10" name="Content Placeholder 3">
            <a:extLst>
              <a:ext uri="{FF2B5EF4-FFF2-40B4-BE49-F238E27FC236}">
                <a16:creationId xmlns:a16="http://schemas.microsoft.com/office/drawing/2014/main" id="{63E03D7D-C31F-4D59-B76D-1323C14ABBDB}"/>
              </a:ext>
            </a:extLst>
          </p:cNvPr>
          <p:cNvSpPr>
            <a:spLocks noGrp="1"/>
          </p:cNvSpPr>
          <p:nvPr>
            <p:ph sz="half" idx="2"/>
          </p:nvPr>
        </p:nvSpPr>
        <p:spPr>
          <a:xfrm>
            <a:off x="4059048" y="3347634"/>
            <a:ext cx="3072384" cy="4078056"/>
          </a:xfrm>
        </p:spPr>
        <p:txBody>
          <a:bodyPr>
            <a:noAutofit/>
          </a:bodyPr>
          <a:lstStyle>
            <a:lvl1pPr>
              <a:defRPr b="0" i="0">
                <a:solidFill>
                  <a:schemeClr val="tx1"/>
                </a:solidFill>
                <a:latin typeface="Avenir LT 45 Book" panose="020B0503020000020003" pitchFamily="34" charset="0"/>
                <a:cs typeface="Arial" panose="020B0604020202020204" pitchFamily="34" charset="0"/>
              </a:defRPr>
            </a:lvl1pPr>
            <a:lvl2pPr>
              <a:defRPr b="0" i="0">
                <a:solidFill>
                  <a:schemeClr val="tx1"/>
                </a:solidFill>
                <a:latin typeface="Avenir LT 45 Book" panose="020B0503020000020003" pitchFamily="34" charset="0"/>
                <a:cs typeface="Arial" panose="020B0604020202020204" pitchFamily="34" charset="0"/>
              </a:defRPr>
            </a:lvl2pPr>
            <a:lvl3pPr>
              <a:defRPr b="0" i="0">
                <a:solidFill>
                  <a:schemeClr val="tx1"/>
                </a:solidFill>
                <a:latin typeface="Avenir LT 45 Book" panose="020B0503020000020003" pitchFamily="34" charset="0"/>
                <a:cs typeface="Arial" panose="020B0604020202020204" pitchFamily="34" charset="0"/>
              </a:defRPr>
            </a:lvl3pPr>
            <a:lvl4pPr>
              <a:defRPr b="0" i="0">
                <a:solidFill>
                  <a:schemeClr val="tx1"/>
                </a:solidFill>
                <a:latin typeface="Avenir LT 45 Book" panose="020B0503020000020003" pitchFamily="34" charset="0"/>
                <a:cs typeface="Arial" panose="020B0604020202020204" pitchFamily="34" charset="0"/>
              </a:defRPr>
            </a:lvl4pPr>
            <a:lvl5pPr>
              <a:defRPr b="0" i="0">
                <a:solidFill>
                  <a:schemeClr val="tx1"/>
                </a:solidFill>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17" name="Content Placeholder 3">
            <a:extLst>
              <a:ext uri="{FF2B5EF4-FFF2-40B4-BE49-F238E27FC236}">
                <a16:creationId xmlns:a16="http://schemas.microsoft.com/office/drawing/2014/main" id="{4527D5BF-CBCA-4784-A8B6-7A2AEDA0130C}"/>
              </a:ext>
            </a:extLst>
          </p:cNvPr>
          <p:cNvSpPr>
            <a:spLocks noGrp="1"/>
          </p:cNvSpPr>
          <p:nvPr>
            <p:ph sz="half" idx="15"/>
          </p:nvPr>
        </p:nvSpPr>
        <p:spPr>
          <a:xfrm>
            <a:off x="7498969" y="3347634"/>
            <a:ext cx="3072384" cy="4078056"/>
          </a:xfrm>
        </p:spPr>
        <p:txBody>
          <a:bodyPr>
            <a:noAutofit/>
          </a:bodyPr>
          <a:lstStyle>
            <a:lvl1pPr>
              <a:defRPr b="0" i="0">
                <a:solidFill>
                  <a:schemeClr val="tx1"/>
                </a:solidFill>
                <a:latin typeface="Avenir LT 45 Book" panose="020B0503020000020003" pitchFamily="34" charset="0"/>
                <a:cs typeface="Arial" panose="020B0604020202020204" pitchFamily="34" charset="0"/>
              </a:defRPr>
            </a:lvl1pPr>
            <a:lvl2pPr>
              <a:defRPr b="0" i="0">
                <a:solidFill>
                  <a:schemeClr val="tx1"/>
                </a:solidFill>
                <a:latin typeface="Avenir LT 45 Book" panose="020B0503020000020003" pitchFamily="34" charset="0"/>
                <a:cs typeface="Arial" panose="020B0604020202020204" pitchFamily="34" charset="0"/>
              </a:defRPr>
            </a:lvl2pPr>
            <a:lvl3pPr>
              <a:defRPr b="0" i="0">
                <a:solidFill>
                  <a:schemeClr val="tx1"/>
                </a:solidFill>
                <a:latin typeface="Avenir LT 45 Book" panose="020B0503020000020003" pitchFamily="34" charset="0"/>
                <a:cs typeface="Arial" panose="020B0604020202020204" pitchFamily="34" charset="0"/>
              </a:defRPr>
            </a:lvl3pPr>
            <a:lvl4pPr>
              <a:defRPr b="0" i="0">
                <a:solidFill>
                  <a:schemeClr val="tx1"/>
                </a:solidFill>
                <a:latin typeface="Avenir LT 45 Book" panose="020B0503020000020003" pitchFamily="34" charset="0"/>
                <a:cs typeface="Arial" panose="020B0604020202020204" pitchFamily="34" charset="0"/>
              </a:defRPr>
            </a:lvl4pPr>
            <a:lvl5pPr>
              <a:defRPr b="0" i="0">
                <a:solidFill>
                  <a:schemeClr val="tx1"/>
                </a:solidFill>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3">
            <a:extLst>
              <a:ext uri="{FF2B5EF4-FFF2-40B4-BE49-F238E27FC236}">
                <a16:creationId xmlns:a16="http://schemas.microsoft.com/office/drawing/2014/main" id="{EC25AD3B-5412-4E3B-BB3D-84D2408E9971}"/>
              </a:ext>
            </a:extLst>
          </p:cNvPr>
          <p:cNvSpPr>
            <a:spLocks noGrp="1"/>
          </p:cNvSpPr>
          <p:nvPr>
            <p:ph sz="half" idx="17"/>
          </p:nvPr>
        </p:nvSpPr>
        <p:spPr>
          <a:xfrm>
            <a:off x="10938890" y="3347634"/>
            <a:ext cx="3072384" cy="4078056"/>
          </a:xfrm>
        </p:spPr>
        <p:txBody>
          <a:bodyPr>
            <a:noAutofit/>
          </a:bodyPr>
          <a:lstStyle>
            <a:lvl1pPr>
              <a:defRPr b="0" i="0">
                <a:solidFill>
                  <a:schemeClr val="tx1"/>
                </a:solidFill>
                <a:latin typeface="Avenir LT 45 Book" panose="020B0503020000020003" pitchFamily="34" charset="0"/>
                <a:cs typeface="Arial" panose="020B0604020202020204" pitchFamily="34" charset="0"/>
              </a:defRPr>
            </a:lvl1pPr>
            <a:lvl2pPr>
              <a:defRPr b="0" i="0">
                <a:solidFill>
                  <a:schemeClr val="tx1"/>
                </a:solidFill>
                <a:latin typeface="Avenir LT 45 Book" panose="020B0503020000020003" pitchFamily="34" charset="0"/>
                <a:cs typeface="Arial" panose="020B0604020202020204" pitchFamily="34" charset="0"/>
              </a:defRPr>
            </a:lvl2pPr>
            <a:lvl3pPr>
              <a:defRPr b="0" i="0">
                <a:solidFill>
                  <a:schemeClr val="tx1"/>
                </a:solidFill>
                <a:latin typeface="Avenir LT 45 Book" panose="020B0503020000020003" pitchFamily="34" charset="0"/>
                <a:cs typeface="Arial" panose="020B0604020202020204" pitchFamily="34" charset="0"/>
              </a:defRPr>
            </a:lvl3pPr>
            <a:lvl4pPr>
              <a:defRPr b="0" i="0">
                <a:solidFill>
                  <a:schemeClr val="tx1"/>
                </a:solidFill>
                <a:latin typeface="Avenir LT 45 Book" panose="020B0503020000020003" pitchFamily="34" charset="0"/>
                <a:cs typeface="Arial" panose="020B0604020202020204" pitchFamily="34" charset="0"/>
              </a:defRPr>
            </a:lvl4pPr>
            <a:lvl5pPr>
              <a:defRPr b="0" i="0">
                <a:solidFill>
                  <a:schemeClr val="tx1"/>
                </a:solidFill>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Text Placeholder 2">
            <a:extLst>
              <a:ext uri="{FF2B5EF4-FFF2-40B4-BE49-F238E27FC236}">
                <a16:creationId xmlns:a16="http://schemas.microsoft.com/office/drawing/2014/main" id="{49239504-7E9A-492F-A979-3261F8E7862F}"/>
              </a:ext>
            </a:extLst>
          </p:cNvPr>
          <p:cNvSpPr>
            <a:spLocks noGrp="1"/>
          </p:cNvSpPr>
          <p:nvPr>
            <p:ph type="body" idx="18" hasCustomPrompt="1"/>
          </p:nvPr>
        </p:nvSpPr>
        <p:spPr>
          <a:xfrm>
            <a:off x="619125" y="2164080"/>
            <a:ext cx="3072385" cy="867389"/>
          </a:xfrm>
          <a:prstGeom prst="rect">
            <a:avLst/>
          </a:prstGeom>
        </p:spPr>
        <p:txBody>
          <a:bodyPr anchor="b">
            <a:noAutofit/>
          </a:bodyPr>
          <a:lstStyle>
            <a:lvl1pPr marL="0" indent="0">
              <a:buNone/>
              <a:defRPr lang="en-US" sz="2040" b="0" i="0" kern="1200" dirty="0">
                <a:solidFill>
                  <a:schemeClr val="tx1"/>
                </a:solidFill>
                <a:latin typeface="PP Neue Machina Plain" pitchFamily="2" charset="77"/>
                <a:ea typeface="+mn-ea"/>
                <a:cs typeface="Arial" panose="020B0604020202020204" pitchFamily="34" charset="0"/>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20" name="Text Placeholder 2">
            <a:extLst>
              <a:ext uri="{FF2B5EF4-FFF2-40B4-BE49-F238E27FC236}">
                <a16:creationId xmlns:a16="http://schemas.microsoft.com/office/drawing/2014/main" id="{CDDFE7BC-4E62-4073-B68D-D8C6588D041A}"/>
              </a:ext>
            </a:extLst>
          </p:cNvPr>
          <p:cNvSpPr>
            <a:spLocks noGrp="1"/>
          </p:cNvSpPr>
          <p:nvPr>
            <p:ph type="body" idx="19" hasCustomPrompt="1"/>
          </p:nvPr>
        </p:nvSpPr>
        <p:spPr>
          <a:xfrm>
            <a:off x="4059750" y="2164080"/>
            <a:ext cx="3072385" cy="867389"/>
          </a:xfrm>
          <a:prstGeom prst="rect">
            <a:avLst/>
          </a:prstGeom>
        </p:spPr>
        <p:txBody>
          <a:bodyPr anchor="b">
            <a:noAutofit/>
          </a:bodyPr>
          <a:lstStyle>
            <a:lvl1pPr marL="0" indent="0">
              <a:buNone/>
              <a:defRPr lang="en-US" sz="2040" b="0" i="0" kern="1200" dirty="0">
                <a:solidFill>
                  <a:schemeClr val="tx1"/>
                </a:solidFill>
                <a:latin typeface="PP Neue Machina Plain" pitchFamily="2" charset="77"/>
                <a:ea typeface="+mn-ea"/>
                <a:cs typeface="Arial" panose="020B0604020202020204" pitchFamily="34" charset="0"/>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21" name="Text Placeholder 2">
            <a:extLst>
              <a:ext uri="{FF2B5EF4-FFF2-40B4-BE49-F238E27FC236}">
                <a16:creationId xmlns:a16="http://schemas.microsoft.com/office/drawing/2014/main" id="{CF6FEB29-1945-40B7-88CB-7D28E1E554A0}"/>
              </a:ext>
            </a:extLst>
          </p:cNvPr>
          <p:cNvSpPr>
            <a:spLocks noGrp="1"/>
          </p:cNvSpPr>
          <p:nvPr>
            <p:ph type="body" idx="20" hasCustomPrompt="1"/>
          </p:nvPr>
        </p:nvSpPr>
        <p:spPr>
          <a:xfrm>
            <a:off x="7518972" y="2164080"/>
            <a:ext cx="3072385" cy="867389"/>
          </a:xfrm>
          <a:prstGeom prst="rect">
            <a:avLst/>
          </a:prstGeom>
        </p:spPr>
        <p:txBody>
          <a:bodyPr anchor="b">
            <a:noAutofit/>
          </a:bodyPr>
          <a:lstStyle>
            <a:lvl1pPr marL="0" indent="0">
              <a:buNone/>
              <a:defRPr lang="en-US" sz="2040" b="0" i="0" kern="1200" dirty="0">
                <a:solidFill>
                  <a:schemeClr val="tx1"/>
                </a:solidFill>
                <a:latin typeface="PP Neue Machina Plain" pitchFamily="2" charset="77"/>
                <a:ea typeface="+mn-ea"/>
                <a:cs typeface="Arial" panose="020B0604020202020204" pitchFamily="34" charset="0"/>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22" name="Text Placeholder 2">
            <a:extLst>
              <a:ext uri="{FF2B5EF4-FFF2-40B4-BE49-F238E27FC236}">
                <a16:creationId xmlns:a16="http://schemas.microsoft.com/office/drawing/2014/main" id="{8C4C943C-C130-4A8E-A2CF-383698190110}"/>
              </a:ext>
            </a:extLst>
          </p:cNvPr>
          <p:cNvSpPr>
            <a:spLocks noGrp="1"/>
          </p:cNvSpPr>
          <p:nvPr>
            <p:ph type="body" idx="21" hasCustomPrompt="1"/>
          </p:nvPr>
        </p:nvSpPr>
        <p:spPr>
          <a:xfrm>
            <a:off x="10959595" y="2164080"/>
            <a:ext cx="3072385" cy="867389"/>
          </a:xfrm>
          <a:prstGeom prst="rect">
            <a:avLst/>
          </a:prstGeom>
        </p:spPr>
        <p:txBody>
          <a:bodyPr anchor="b">
            <a:noAutofit/>
          </a:bodyPr>
          <a:lstStyle>
            <a:lvl1pPr marL="0" indent="0">
              <a:buNone/>
              <a:defRPr lang="en-US" sz="2040" b="0" i="0" kern="1200" dirty="0">
                <a:solidFill>
                  <a:schemeClr val="tx1"/>
                </a:solidFill>
                <a:latin typeface="PP Neue Machina Plain" pitchFamily="2" charset="77"/>
                <a:ea typeface="+mn-ea"/>
                <a:cs typeface="Arial" panose="020B0604020202020204" pitchFamily="34" charset="0"/>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3" name="TextBox 2">
            <a:extLst>
              <a:ext uri="{FF2B5EF4-FFF2-40B4-BE49-F238E27FC236}">
                <a16:creationId xmlns:a16="http://schemas.microsoft.com/office/drawing/2014/main" id="{7BB69E1D-00BC-E36E-34B6-17D46DC66D63}"/>
              </a:ext>
            </a:extLst>
          </p:cNvPr>
          <p:cNvSpPr txBox="1"/>
          <p:nvPr/>
        </p:nvSpPr>
        <p:spPr>
          <a:xfrm>
            <a:off x="619124" y="7726918"/>
            <a:ext cx="2596896" cy="276999"/>
          </a:xfrm>
          <a:prstGeom prst="rect">
            <a:avLst/>
          </a:prstGeom>
          <a:noFill/>
        </p:spPr>
        <p:txBody>
          <a:bodyPr wrap="square">
            <a:spAutoFit/>
          </a:bodyPr>
          <a:lstStyle/>
          <a:p>
            <a:r>
              <a:rPr lang="en-US" sz="1200">
                <a:latin typeface="PP Neue Machina Plain Italic" pitchFamily="2" charset="77"/>
              </a:rPr>
              <a:t>Ascendion© 2023</a:t>
            </a:r>
          </a:p>
        </p:txBody>
      </p:sp>
      <p:sp>
        <p:nvSpPr>
          <p:cNvPr id="7" name="Footer Placeholder 4">
            <a:extLst>
              <a:ext uri="{FF2B5EF4-FFF2-40B4-BE49-F238E27FC236}">
                <a16:creationId xmlns:a16="http://schemas.microsoft.com/office/drawing/2014/main" id="{32EB07C2-81E1-B515-6113-876E69BEC2F6}"/>
              </a:ext>
            </a:extLst>
          </p:cNvPr>
          <p:cNvSpPr>
            <a:spLocks noGrp="1"/>
          </p:cNvSpPr>
          <p:nvPr>
            <p:ph type="ftr" sz="quarter" idx="11"/>
          </p:nvPr>
        </p:nvSpPr>
        <p:spPr>
          <a:xfrm>
            <a:off x="2418496" y="7726918"/>
            <a:ext cx="11051177" cy="295465"/>
          </a:xfrm>
          <a:prstGeom prst="rect">
            <a:avLst/>
          </a:prstGeom>
        </p:spPr>
        <p:txBody>
          <a:bodyPr/>
          <a:lstStyle>
            <a:lvl1pPr marL="0" algn="ctr" defTabSz="1097280" rtl="0" eaLnBrk="1" latinLnBrk="0" hangingPunct="1">
              <a:defRPr lang="en-US" sz="1200" kern="1200" smtClean="0">
                <a:solidFill>
                  <a:schemeClr val="tx1"/>
                </a:solidFill>
                <a:latin typeface="PP Neue Machina Plain Italic" pitchFamily="2" charset="77"/>
                <a:ea typeface="+mn-ea"/>
                <a:cs typeface="+mn-cs"/>
              </a:defRPr>
            </a:lvl1pPr>
          </a:lstStyle>
          <a:p>
            <a:endParaRPr lang="en-IN"/>
          </a:p>
        </p:txBody>
      </p:sp>
      <p:sp>
        <p:nvSpPr>
          <p:cNvPr id="8" name="Slide Number Placeholder 5">
            <a:extLst>
              <a:ext uri="{FF2B5EF4-FFF2-40B4-BE49-F238E27FC236}">
                <a16:creationId xmlns:a16="http://schemas.microsoft.com/office/drawing/2014/main" id="{EF7CE62B-68A0-39C0-EBB4-A7BC7790905D}"/>
              </a:ext>
            </a:extLst>
          </p:cNvPr>
          <p:cNvSpPr>
            <a:spLocks noGrp="1"/>
          </p:cNvSpPr>
          <p:nvPr>
            <p:ph type="sldNum" sz="quarter" idx="12"/>
          </p:nvPr>
        </p:nvSpPr>
        <p:spPr>
          <a:xfrm>
            <a:off x="13469673" y="7726918"/>
            <a:ext cx="541602" cy="295465"/>
          </a:xfrm>
          <a:prstGeom prst="rect">
            <a:avLst/>
          </a:prstGeom>
        </p:spPr>
        <p:txBody>
          <a:bodyPr/>
          <a:lstStyle>
            <a:lvl1pPr marL="0" algn="r" defTabSz="1097280" rtl="0" eaLnBrk="1" latinLnBrk="0" hangingPunct="1">
              <a:defRPr lang="en-US" sz="1200" kern="1200" smtClean="0">
                <a:solidFill>
                  <a:schemeClr val="tx1"/>
                </a:solidFill>
                <a:latin typeface="PP Neue Machina Plain Italic" pitchFamily="2" charset="77"/>
                <a:ea typeface="+mn-ea"/>
                <a:cs typeface="+mn-cs"/>
              </a:defRPr>
            </a:lvl1pPr>
          </a:lstStyle>
          <a:p>
            <a:fld id="{6E6321A0-5D1E-44D0-81DA-4E3A93CA06A4}" type="slidenum">
              <a:rPr lang="en-IN" smtClean="0"/>
              <a:t>‹#›</a:t>
            </a:fld>
            <a:endParaRPr lang="en-IN"/>
          </a:p>
        </p:txBody>
      </p:sp>
      <p:pic>
        <p:nvPicPr>
          <p:cNvPr id="11" name="Graphic 10">
            <a:extLst>
              <a:ext uri="{FF2B5EF4-FFF2-40B4-BE49-F238E27FC236}">
                <a16:creationId xmlns:a16="http://schemas.microsoft.com/office/drawing/2014/main" id="{7A998D78-D459-0BAD-BE73-7D39296FF482}"/>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06906" y="122629"/>
            <a:ext cx="808736" cy="1045440"/>
          </a:xfrm>
          <a:prstGeom prst="rect">
            <a:avLst/>
          </a:prstGeom>
        </p:spPr>
      </p:pic>
      <p:sp>
        <p:nvSpPr>
          <p:cNvPr id="2" name="Graphic 24">
            <a:extLst>
              <a:ext uri="{FF2B5EF4-FFF2-40B4-BE49-F238E27FC236}">
                <a16:creationId xmlns:a16="http://schemas.microsoft.com/office/drawing/2014/main" id="{EFB6E424-1D86-9DD3-ABF1-F1834F784F56}"/>
              </a:ext>
            </a:extLst>
          </p:cNvPr>
          <p:cNvSpPr/>
          <p:nvPr/>
        </p:nvSpPr>
        <p:spPr>
          <a:xfrm>
            <a:off x="0" y="1"/>
            <a:ext cx="146122" cy="2351315"/>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6"/>
          </a:solidFill>
          <a:ln w="20108" cap="flat">
            <a:noFill/>
            <a:prstDash val="solid"/>
            <a:miter/>
          </a:ln>
        </p:spPr>
        <p:txBody>
          <a:bodyPr rtlCol="0" anchor="ctr"/>
          <a:lstStyle/>
          <a:p>
            <a:endParaRPr lang="en-US" sz="2160"/>
          </a:p>
        </p:txBody>
      </p:sp>
      <p:sp>
        <p:nvSpPr>
          <p:cNvPr id="4" name="Graphic 26">
            <a:extLst>
              <a:ext uri="{FF2B5EF4-FFF2-40B4-BE49-F238E27FC236}">
                <a16:creationId xmlns:a16="http://schemas.microsoft.com/office/drawing/2014/main" id="{17CC33E7-38A5-8F10-FE65-201CC38E1311}"/>
              </a:ext>
            </a:extLst>
          </p:cNvPr>
          <p:cNvSpPr/>
          <p:nvPr/>
        </p:nvSpPr>
        <p:spPr>
          <a:xfrm>
            <a:off x="14484278" y="6009758"/>
            <a:ext cx="146122" cy="2351315"/>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6"/>
          </a:solidFill>
          <a:ln w="20108" cap="flat">
            <a:noFill/>
            <a:prstDash val="solid"/>
            <a:miter/>
          </a:ln>
        </p:spPr>
        <p:txBody>
          <a:bodyPr rtlCol="0" anchor="ctr"/>
          <a:lstStyle/>
          <a:p>
            <a:endParaRPr lang="en-US" sz="2160"/>
          </a:p>
        </p:txBody>
      </p:sp>
      <p:pic>
        <p:nvPicPr>
          <p:cNvPr id="5" name="Picture 4">
            <a:extLst>
              <a:ext uri="{FF2B5EF4-FFF2-40B4-BE49-F238E27FC236}">
                <a16:creationId xmlns:a16="http://schemas.microsoft.com/office/drawing/2014/main" id="{136E4EC5-06B8-515B-8B96-328FAB820D29}"/>
              </a:ext>
            </a:extLst>
          </p:cNvPr>
          <p:cNvPicPr>
            <a:picLocks noChangeAspect="1"/>
          </p:cNvPicPr>
          <p:nvPr/>
        </p:nvPicPr>
        <p:blipFill>
          <a:blip r:embed="rId4"/>
          <a:stretch>
            <a:fillRect/>
          </a:stretch>
        </p:blipFill>
        <p:spPr>
          <a:xfrm flipH="1">
            <a:off x="3756869" y="2164081"/>
            <a:ext cx="145375" cy="5261610"/>
          </a:xfrm>
          <a:prstGeom prst="rect">
            <a:avLst/>
          </a:prstGeom>
        </p:spPr>
      </p:pic>
      <p:pic>
        <p:nvPicPr>
          <p:cNvPr id="12" name="Picture 11">
            <a:extLst>
              <a:ext uri="{FF2B5EF4-FFF2-40B4-BE49-F238E27FC236}">
                <a16:creationId xmlns:a16="http://schemas.microsoft.com/office/drawing/2014/main" id="{97006FEB-8849-E818-55A9-ECB7BCDE9B0D}"/>
              </a:ext>
            </a:extLst>
          </p:cNvPr>
          <p:cNvPicPr>
            <a:picLocks noChangeAspect="1"/>
          </p:cNvPicPr>
          <p:nvPr/>
        </p:nvPicPr>
        <p:blipFill>
          <a:blip r:embed="rId4"/>
          <a:stretch>
            <a:fillRect/>
          </a:stretch>
        </p:blipFill>
        <p:spPr>
          <a:xfrm flipH="1">
            <a:off x="7196791" y="2164081"/>
            <a:ext cx="145375" cy="5261610"/>
          </a:xfrm>
          <a:prstGeom prst="rect">
            <a:avLst/>
          </a:prstGeom>
        </p:spPr>
      </p:pic>
      <p:pic>
        <p:nvPicPr>
          <p:cNvPr id="13" name="Picture 12">
            <a:extLst>
              <a:ext uri="{FF2B5EF4-FFF2-40B4-BE49-F238E27FC236}">
                <a16:creationId xmlns:a16="http://schemas.microsoft.com/office/drawing/2014/main" id="{77D96B41-6B58-280E-F9FC-9200CA4511B4}"/>
              </a:ext>
            </a:extLst>
          </p:cNvPr>
          <p:cNvPicPr>
            <a:picLocks noChangeAspect="1"/>
          </p:cNvPicPr>
          <p:nvPr/>
        </p:nvPicPr>
        <p:blipFill>
          <a:blip r:embed="rId4"/>
          <a:stretch>
            <a:fillRect/>
          </a:stretch>
        </p:blipFill>
        <p:spPr>
          <a:xfrm flipH="1">
            <a:off x="10636713" y="2164079"/>
            <a:ext cx="145375" cy="5261610"/>
          </a:xfrm>
          <a:prstGeom prst="rect">
            <a:avLst/>
          </a:prstGeom>
        </p:spPr>
      </p:pic>
    </p:spTree>
    <p:extLst>
      <p:ext uri="{BB962C8B-B14F-4D97-AF65-F5344CB8AC3E}">
        <p14:creationId xmlns:p14="http://schemas.microsoft.com/office/powerpoint/2010/main" val="35366875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Four content with sub head - Dark">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BD9FDC4E-A3B1-C0CA-5098-1EEE398DD0F2}"/>
              </a:ext>
            </a:extLst>
          </p:cNvPr>
          <p:cNvSpPr>
            <a:spLocks noGrp="1"/>
          </p:cNvSpPr>
          <p:nvPr>
            <p:ph type="title" hasCustomPrompt="1"/>
          </p:nvPr>
        </p:nvSpPr>
        <p:spPr>
          <a:xfrm>
            <a:off x="619126" y="627371"/>
            <a:ext cx="12470648" cy="1401455"/>
          </a:xfrm>
          <a:prstGeom prst="rect">
            <a:avLst/>
          </a:prstGeom>
        </p:spPr>
        <p:txBody>
          <a:bodyPr vert="horz" lIns="0" tIns="0" rIns="0" bIns="0" rtlCol="0" anchor="t">
            <a:noAutofit/>
          </a:bodyPr>
          <a:lstStyle>
            <a:lvl1pPr>
              <a:defRPr>
                <a:solidFill>
                  <a:schemeClr val="tx1"/>
                </a:solidFill>
              </a:defRPr>
            </a:lvl1pPr>
          </a:lstStyle>
          <a:p>
            <a:r>
              <a:rPr lang="en-US"/>
              <a:t>Click To Edit Master Title Style</a:t>
            </a:r>
          </a:p>
        </p:txBody>
      </p:sp>
      <p:sp>
        <p:nvSpPr>
          <p:cNvPr id="7" name="Content Placeholder 2">
            <a:extLst>
              <a:ext uri="{FF2B5EF4-FFF2-40B4-BE49-F238E27FC236}">
                <a16:creationId xmlns:a16="http://schemas.microsoft.com/office/drawing/2014/main" id="{8FA82F68-95E9-FC7A-BF04-AFB8D54C33AF}"/>
              </a:ext>
            </a:extLst>
          </p:cNvPr>
          <p:cNvSpPr>
            <a:spLocks noGrp="1"/>
          </p:cNvSpPr>
          <p:nvPr>
            <p:ph sz="half" idx="1"/>
          </p:nvPr>
        </p:nvSpPr>
        <p:spPr>
          <a:xfrm>
            <a:off x="619127" y="3347634"/>
            <a:ext cx="3072384" cy="4078056"/>
          </a:xfrm>
        </p:spPr>
        <p:txBody>
          <a:bodyPr>
            <a:noAutofit/>
          </a:bodyPr>
          <a:lstStyle>
            <a:lvl1pPr>
              <a:defRPr b="0" i="0">
                <a:solidFill>
                  <a:schemeClr val="tx1"/>
                </a:solidFill>
                <a:latin typeface="Avenir LT 45 Book" panose="020B0503020000020003" pitchFamily="34" charset="0"/>
                <a:cs typeface="Arial" panose="020B0604020202020204" pitchFamily="34" charset="0"/>
              </a:defRPr>
            </a:lvl1pPr>
            <a:lvl2pPr>
              <a:defRPr b="0" i="0">
                <a:solidFill>
                  <a:schemeClr val="tx1"/>
                </a:solidFill>
                <a:latin typeface="Avenir LT 45 Book" panose="020B0503020000020003" pitchFamily="34" charset="0"/>
                <a:cs typeface="Arial" panose="020B0604020202020204" pitchFamily="34" charset="0"/>
              </a:defRPr>
            </a:lvl2pPr>
            <a:lvl3pPr>
              <a:defRPr b="0" i="0">
                <a:solidFill>
                  <a:schemeClr val="tx1"/>
                </a:solidFill>
                <a:latin typeface="Avenir LT 45 Book" panose="020B0503020000020003" pitchFamily="34" charset="0"/>
                <a:cs typeface="Arial" panose="020B0604020202020204" pitchFamily="34" charset="0"/>
              </a:defRPr>
            </a:lvl3pPr>
            <a:lvl4pPr>
              <a:defRPr b="0" i="0">
                <a:solidFill>
                  <a:schemeClr val="bg1"/>
                </a:solidFill>
                <a:latin typeface="Avenir LT 45 Book" panose="020B0503020000020003" pitchFamily="34" charset="0"/>
                <a:cs typeface="Arial" panose="020B0604020202020204" pitchFamily="34" charset="0"/>
              </a:defRPr>
            </a:lvl4pPr>
            <a:lvl5pPr>
              <a:defRPr b="0" i="0">
                <a:solidFill>
                  <a:schemeClr val="bg1"/>
                </a:solidFill>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8" name="Content Placeholder 3">
            <a:extLst>
              <a:ext uri="{FF2B5EF4-FFF2-40B4-BE49-F238E27FC236}">
                <a16:creationId xmlns:a16="http://schemas.microsoft.com/office/drawing/2014/main" id="{E2B5120F-8E28-E3E6-6F05-96B9B0FA333B}"/>
              </a:ext>
            </a:extLst>
          </p:cNvPr>
          <p:cNvSpPr>
            <a:spLocks noGrp="1"/>
          </p:cNvSpPr>
          <p:nvPr>
            <p:ph sz="half" idx="2"/>
          </p:nvPr>
        </p:nvSpPr>
        <p:spPr>
          <a:xfrm>
            <a:off x="4059048" y="3347634"/>
            <a:ext cx="3072384" cy="4078056"/>
          </a:xfrm>
        </p:spPr>
        <p:txBody>
          <a:bodyPr>
            <a:noAutofit/>
          </a:bodyPr>
          <a:lstStyle>
            <a:lvl1pPr>
              <a:defRPr b="0" i="0">
                <a:solidFill>
                  <a:schemeClr val="tx1"/>
                </a:solidFill>
                <a:latin typeface="Avenir LT 45 Book" panose="020B0503020000020003" pitchFamily="34" charset="0"/>
                <a:cs typeface="Arial" panose="020B0604020202020204" pitchFamily="34" charset="0"/>
              </a:defRPr>
            </a:lvl1pPr>
            <a:lvl2pPr>
              <a:defRPr b="0" i="0">
                <a:solidFill>
                  <a:schemeClr val="tx1"/>
                </a:solidFill>
                <a:latin typeface="Avenir LT 45 Book" panose="020B0503020000020003" pitchFamily="34" charset="0"/>
                <a:cs typeface="Arial" panose="020B0604020202020204" pitchFamily="34" charset="0"/>
              </a:defRPr>
            </a:lvl2pPr>
            <a:lvl3pPr>
              <a:defRPr b="0" i="0">
                <a:solidFill>
                  <a:schemeClr val="tx1"/>
                </a:solidFill>
                <a:latin typeface="Avenir LT 45 Book" panose="020B0503020000020003" pitchFamily="34" charset="0"/>
                <a:cs typeface="Arial" panose="020B0604020202020204" pitchFamily="34" charset="0"/>
              </a:defRPr>
            </a:lvl3pPr>
            <a:lvl4pPr>
              <a:defRPr b="0" i="0">
                <a:solidFill>
                  <a:schemeClr val="tx1"/>
                </a:solidFill>
                <a:latin typeface="Avenir LT 45 Book" panose="020B0503020000020003" pitchFamily="34" charset="0"/>
                <a:cs typeface="Arial" panose="020B0604020202020204" pitchFamily="34" charset="0"/>
              </a:defRPr>
            </a:lvl4pPr>
            <a:lvl5pPr>
              <a:defRPr b="0" i="0">
                <a:solidFill>
                  <a:schemeClr val="bg1"/>
                </a:solidFill>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Content Placeholder 3">
            <a:extLst>
              <a:ext uri="{FF2B5EF4-FFF2-40B4-BE49-F238E27FC236}">
                <a16:creationId xmlns:a16="http://schemas.microsoft.com/office/drawing/2014/main" id="{108C64B6-9750-E862-F817-C637084E22C8}"/>
              </a:ext>
            </a:extLst>
          </p:cNvPr>
          <p:cNvSpPr>
            <a:spLocks noGrp="1"/>
          </p:cNvSpPr>
          <p:nvPr>
            <p:ph sz="half" idx="15"/>
          </p:nvPr>
        </p:nvSpPr>
        <p:spPr>
          <a:xfrm>
            <a:off x="7498969" y="3347634"/>
            <a:ext cx="3072384" cy="4078056"/>
          </a:xfrm>
        </p:spPr>
        <p:txBody>
          <a:bodyPr>
            <a:noAutofit/>
          </a:bodyPr>
          <a:lstStyle>
            <a:lvl1pPr>
              <a:defRPr b="0" i="0">
                <a:solidFill>
                  <a:schemeClr val="tx1"/>
                </a:solidFill>
                <a:latin typeface="Avenir LT 45 Book" panose="020B0503020000020003" pitchFamily="34" charset="0"/>
                <a:cs typeface="Arial" panose="020B0604020202020204" pitchFamily="34" charset="0"/>
              </a:defRPr>
            </a:lvl1pPr>
            <a:lvl2pPr>
              <a:defRPr b="0" i="0">
                <a:solidFill>
                  <a:schemeClr val="tx1"/>
                </a:solidFill>
                <a:latin typeface="Avenir LT 45 Book" panose="020B0503020000020003" pitchFamily="34" charset="0"/>
                <a:cs typeface="Arial" panose="020B0604020202020204" pitchFamily="34" charset="0"/>
              </a:defRPr>
            </a:lvl2pPr>
            <a:lvl3pPr>
              <a:defRPr b="0" i="0">
                <a:solidFill>
                  <a:schemeClr val="tx1"/>
                </a:solidFill>
                <a:latin typeface="Avenir LT 45 Book" panose="020B0503020000020003" pitchFamily="34" charset="0"/>
                <a:cs typeface="Arial" panose="020B0604020202020204" pitchFamily="34" charset="0"/>
              </a:defRPr>
            </a:lvl3pPr>
            <a:lvl4pPr>
              <a:defRPr b="0" i="0">
                <a:solidFill>
                  <a:schemeClr val="bg1"/>
                </a:solidFill>
                <a:latin typeface="Avenir LT 45 Book" panose="020B0503020000020003" pitchFamily="34" charset="0"/>
                <a:cs typeface="Arial" panose="020B0604020202020204" pitchFamily="34" charset="0"/>
              </a:defRPr>
            </a:lvl4pPr>
            <a:lvl5pPr>
              <a:defRPr b="0" i="0">
                <a:solidFill>
                  <a:schemeClr val="bg1"/>
                </a:solidFill>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10" name="Content Placeholder 3">
            <a:extLst>
              <a:ext uri="{FF2B5EF4-FFF2-40B4-BE49-F238E27FC236}">
                <a16:creationId xmlns:a16="http://schemas.microsoft.com/office/drawing/2014/main" id="{82BFF784-792A-5CE7-B9DD-E865F8438610}"/>
              </a:ext>
            </a:extLst>
          </p:cNvPr>
          <p:cNvSpPr>
            <a:spLocks noGrp="1"/>
          </p:cNvSpPr>
          <p:nvPr>
            <p:ph sz="half" idx="17"/>
          </p:nvPr>
        </p:nvSpPr>
        <p:spPr>
          <a:xfrm>
            <a:off x="10938890" y="3347634"/>
            <a:ext cx="3072384" cy="4078056"/>
          </a:xfrm>
        </p:spPr>
        <p:txBody>
          <a:bodyPr>
            <a:noAutofit/>
          </a:bodyPr>
          <a:lstStyle>
            <a:lvl1pPr>
              <a:defRPr b="0" i="0">
                <a:solidFill>
                  <a:schemeClr val="tx1"/>
                </a:solidFill>
                <a:latin typeface="Avenir LT 45 Book" panose="020B0503020000020003" pitchFamily="34" charset="0"/>
                <a:cs typeface="Arial" panose="020B0604020202020204" pitchFamily="34" charset="0"/>
              </a:defRPr>
            </a:lvl1pPr>
            <a:lvl2pPr>
              <a:defRPr b="0" i="0">
                <a:solidFill>
                  <a:schemeClr val="tx1"/>
                </a:solidFill>
                <a:latin typeface="Avenir LT 45 Book" panose="020B0503020000020003" pitchFamily="34" charset="0"/>
                <a:cs typeface="Arial" panose="020B0604020202020204" pitchFamily="34" charset="0"/>
              </a:defRPr>
            </a:lvl2pPr>
            <a:lvl3pPr>
              <a:defRPr b="0" i="0">
                <a:solidFill>
                  <a:schemeClr val="tx1"/>
                </a:solidFill>
                <a:latin typeface="Avenir LT 45 Book" panose="020B0503020000020003" pitchFamily="34" charset="0"/>
                <a:cs typeface="Arial" panose="020B0604020202020204" pitchFamily="34" charset="0"/>
              </a:defRPr>
            </a:lvl3pPr>
            <a:lvl4pPr>
              <a:defRPr b="0" i="0">
                <a:solidFill>
                  <a:schemeClr val="bg1"/>
                </a:solidFill>
                <a:latin typeface="Avenir LT 45 Book" panose="020B0503020000020003" pitchFamily="34" charset="0"/>
                <a:cs typeface="Arial" panose="020B0604020202020204" pitchFamily="34" charset="0"/>
              </a:defRPr>
            </a:lvl4pPr>
            <a:lvl5pPr>
              <a:defRPr b="0" i="0">
                <a:solidFill>
                  <a:schemeClr val="bg1"/>
                </a:solidFill>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2" name="Text Placeholder 2">
            <a:extLst>
              <a:ext uri="{FF2B5EF4-FFF2-40B4-BE49-F238E27FC236}">
                <a16:creationId xmlns:a16="http://schemas.microsoft.com/office/drawing/2014/main" id="{81DE2869-02A4-8384-1830-3DD5AF8EFAC8}"/>
              </a:ext>
            </a:extLst>
          </p:cNvPr>
          <p:cNvSpPr>
            <a:spLocks noGrp="1"/>
          </p:cNvSpPr>
          <p:nvPr>
            <p:ph type="body" idx="18" hasCustomPrompt="1"/>
          </p:nvPr>
        </p:nvSpPr>
        <p:spPr>
          <a:xfrm>
            <a:off x="619125" y="2164080"/>
            <a:ext cx="3072385" cy="867389"/>
          </a:xfrm>
          <a:prstGeom prst="rect">
            <a:avLst/>
          </a:prstGeom>
        </p:spPr>
        <p:txBody>
          <a:bodyPr anchor="b">
            <a:noAutofit/>
          </a:bodyPr>
          <a:lstStyle>
            <a:lvl1pPr marL="0" indent="0">
              <a:buNone/>
              <a:defRPr sz="2040" b="0" i="0">
                <a:solidFill>
                  <a:schemeClr val="tx1"/>
                </a:solidFill>
                <a:latin typeface="PP Neue Machina Plain" pitchFamily="2" charset="77"/>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5" name="Text Placeholder 2">
            <a:extLst>
              <a:ext uri="{FF2B5EF4-FFF2-40B4-BE49-F238E27FC236}">
                <a16:creationId xmlns:a16="http://schemas.microsoft.com/office/drawing/2014/main" id="{5B449FC3-2096-3E40-14BB-25A60EE79E70}"/>
              </a:ext>
            </a:extLst>
          </p:cNvPr>
          <p:cNvSpPr>
            <a:spLocks noGrp="1"/>
          </p:cNvSpPr>
          <p:nvPr>
            <p:ph type="body" idx="19" hasCustomPrompt="1"/>
          </p:nvPr>
        </p:nvSpPr>
        <p:spPr>
          <a:xfrm>
            <a:off x="4059750" y="2164080"/>
            <a:ext cx="3072385" cy="867389"/>
          </a:xfrm>
          <a:prstGeom prst="rect">
            <a:avLst/>
          </a:prstGeom>
        </p:spPr>
        <p:txBody>
          <a:bodyPr anchor="b">
            <a:noAutofit/>
          </a:bodyPr>
          <a:lstStyle>
            <a:lvl1pPr marL="0" indent="0">
              <a:buNone/>
              <a:defRPr sz="2040" b="0" i="0">
                <a:solidFill>
                  <a:schemeClr val="tx1"/>
                </a:solidFill>
                <a:latin typeface="PP Neue Machina Plain" pitchFamily="2" charset="77"/>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11" name="Text Placeholder 2">
            <a:extLst>
              <a:ext uri="{FF2B5EF4-FFF2-40B4-BE49-F238E27FC236}">
                <a16:creationId xmlns:a16="http://schemas.microsoft.com/office/drawing/2014/main" id="{F5866F49-B417-EF44-8D68-CD53EF966A0B}"/>
              </a:ext>
            </a:extLst>
          </p:cNvPr>
          <p:cNvSpPr>
            <a:spLocks noGrp="1"/>
          </p:cNvSpPr>
          <p:nvPr>
            <p:ph type="body" idx="20" hasCustomPrompt="1"/>
          </p:nvPr>
        </p:nvSpPr>
        <p:spPr>
          <a:xfrm>
            <a:off x="7518972" y="2164080"/>
            <a:ext cx="3072385" cy="867389"/>
          </a:xfrm>
          <a:prstGeom prst="rect">
            <a:avLst/>
          </a:prstGeom>
        </p:spPr>
        <p:txBody>
          <a:bodyPr anchor="b">
            <a:noAutofit/>
          </a:bodyPr>
          <a:lstStyle>
            <a:lvl1pPr marL="0" indent="0">
              <a:buNone/>
              <a:defRPr sz="2040" b="0" i="0">
                <a:solidFill>
                  <a:schemeClr val="tx1"/>
                </a:solidFill>
                <a:latin typeface="PP Neue Machina Plain" pitchFamily="2" charset="77"/>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12" name="Text Placeholder 2">
            <a:extLst>
              <a:ext uri="{FF2B5EF4-FFF2-40B4-BE49-F238E27FC236}">
                <a16:creationId xmlns:a16="http://schemas.microsoft.com/office/drawing/2014/main" id="{D408DDA2-DFFB-1701-4DB2-1E8B8FA686A6}"/>
              </a:ext>
            </a:extLst>
          </p:cNvPr>
          <p:cNvSpPr>
            <a:spLocks noGrp="1"/>
          </p:cNvSpPr>
          <p:nvPr>
            <p:ph type="body" idx="21" hasCustomPrompt="1"/>
          </p:nvPr>
        </p:nvSpPr>
        <p:spPr>
          <a:xfrm>
            <a:off x="10959595" y="2164080"/>
            <a:ext cx="3072385" cy="867389"/>
          </a:xfrm>
          <a:prstGeom prst="rect">
            <a:avLst/>
          </a:prstGeom>
        </p:spPr>
        <p:txBody>
          <a:bodyPr anchor="b">
            <a:noAutofit/>
          </a:bodyPr>
          <a:lstStyle>
            <a:lvl1pPr marL="0" indent="0">
              <a:buNone/>
              <a:defRPr sz="2040" b="0" i="0">
                <a:solidFill>
                  <a:schemeClr val="tx1"/>
                </a:solidFill>
                <a:latin typeface="PP Neue Machina Plain" pitchFamily="2" charset="77"/>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pic>
        <p:nvPicPr>
          <p:cNvPr id="18" name="Graphic 17">
            <a:extLst>
              <a:ext uri="{FF2B5EF4-FFF2-40B4-BE49-F238E27FC236}">
                <a16:creationId xmlns:a16="http://schemas.microsoft.com/office/drawing/2014/main" id="{37903BA4-5EDA-7084-A18B-65664349E0C6}"/>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06905" y="122629"/>
            <a:ext cx="808736" cy="1045440"/>
          </a:xfrm>
          <a:prstGeom prst="rect">
            <a:avLst/>
          </a:prstGeom>
        </p:spPr>
      </p:pic>
      <p:sp>
        <p:nvSpPr>
          <p:cNvPr id="3" name="Graphic 24">
            <a:extLst>
              <a:ext uri="{FF2B5EF4-FFF2-40B4-BE49-F238E27FC236}">
                <a16:creationId xmlns:a16="http://schemas.microsoft.com/office/drawing/2014/main" id="{7C3E61C5-7383-B17B-B73F-89FDDA216431}"/>
              </a:ext>
            </a:extLst>
          </p:cNvPr>
          <p:cNvSpPr/>
          <p:nvPr/>
        </p:nvSpPr>
        <p:spPr>
          <a:xfrm>
            <a:off x="0" y="1"/>
            <a:ext cx="146122" cy="2351315"/>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6"/>
          </a:solidFill>
          <a:ln w="20108" cap="flat">
            <a:noFill/>
            <a:prstDash val="solid"/>
            <a:miter/>
          </a:ln>
        </p:spPr>
        <p:txBody>
          <a:bodyPr rtlCol="0" anchor="ctr"/>
          <a:lstStyle/>
          <a:p>
            <a:endParaRPr lang="en-US" sz="2160"/>
          </a:p>
        </p:txBody>
      </p:sp>
      <p:sp>
        <p:nvSpPr>
          <p:cNvPr id="4" name="Graphic 26">
            <a:extLst>
              <a:ext uri="{FF2B5EF4-FFF2-40B4-BE49-F238E27FC236}">
                <a16:creationId xmlns:a16="http://schemas.microsoft.com/office/drawing/2014/main" id="{32293EB3-1018-C16B-9602-77518A344893}"/>
              </a:ext>
            </a:extLst>
          </p:cNvPr>
          <p:cNvSpPr/>
          <p:nvPr/>
        </p:nvSpPr>
        <p:spPr>
          <a:xfrm>
            <a:off x="14484278" y="6009758"/>
            <a:ext cx="146122" cy="2351315"/>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6"/>
          </a:solidFill>
          <a:ln w="20108" cap="flat">
            <a:noFill/>
            <a:prstDash val="solid"/>
            <a:miter/>
          </a:ln>
        </p:spPr>
        <p:txBody>
          <a:bodyPr rtlCol="0" anchor="ctr"/>
          <a:lstStyle/>
          <a:p>
            <a:endParaRPr lang="en-US" sz="2160"/>
          </a:p>
        </p:txBody>
      </p:sp>
      <p:pic>
        <p:nvPicPr>
          <p:cNvPr id="14" name="Picture 13">
            <a:extLst>
              <a:ext uri="{FF2B5EF4-FFF2-40B4-BE49-F238E27FC236}">
                <a16:creationId xmlns:a16="http://schemas.microsoft.com/office/drawing/2014/main" id="{8EF4B6A0-58ED-5B68-E26B-CBA3D421F01D}"/>
              </a:ext>
            </a:extLst>
          </p:cNvPr>
          <p:cNvPicPr>
            <a:picLocks noChangeAspect="1"/>
          </p:cNvPicPr>
          <p:nvPr/>
        </p:nvPicPr>
        <p:blipFill>
          <a:blip r:embed="rId4"/>
          <a:stretch>
            <a:fillRect/>
          </a:stretch>
        </p:blipFill>
        <p:spPr>
          <a:xfrm>
            <a:off x="7194894" y="2164080"/>
            <a:ext cx="159442" cy="5261609"/>
          </a:xfrm>
          <a:prstGeom prst="rect">
            <a:avLst/>
          </a:prstGeom>
        </p:spPr>
      </p:pic>
      <p:pic>
        <p:nvPicPr>
          <p:cNvPr id="15" name="Picture 14">
            <a:extLst>
              <a:ext uri="{FF2B5EF4-FFF2-40B4-BE49-F238E27FC236}">
                <a16:creationId xmlns:a16="http://schemas.microsoft.com/office/drawing/2014/main" id="{CE3EF97B-D888-96B3-DD56-F2AD48D6A58D}"/>
              </a:ext>
            </a:extLst>
          </p:cNvPr>
          <p:cNvPicPr>
            <a:picLocks noChangeAspect="1"/>
          </p:cNvPicPr>
          <p:nvPr/>
        </p:nvPicPr>
        <p:blipFill>
          <a:blip r:embed="rId4"/>
          <a:stretch>
            <a:fillRect/>
          </a:stretch>
        </p:blipFill>
        <p:spPr>
          <a:xfrm>
            <a:off x="10638563" y="2164080"/>
            <a:ext cx="159442" cy="5261609"/>
          </a:xfrm>
          <a:prstGeom prst="rect">
            <a:avLst/>
          </a:prstGeom>
        </p:spPr>
      </p:pic>
      <p:pic>
        <p:nvPicPr>
          <p:cNvPr id="19" name="Picture 18">
            <a:extLst>
              <a:ext uri="{FF2B5EF4-FFF2-40B4-BE49-F238E27FC236}">
                <a16:creationId xmlns:a16="http://schemas.microsoft.com/office/drawing/2014/main" id="{3051FD3F-1203-4434-8488-F86AB25DA105}"/>
              </a:ext>
            </a:extLst>
          </p:cNvPr>
          <p:cNvPicPr>
            <a:picLocks noChangeAspect="1"/>
          </p:cNvPicPr>
          <p:nvPr/>
        </p:nvPicPr>
        <p:blipFill>
          <a:blip r:embed="rId4"/>
          <a:stretch>
            <a:fillRect/>
          </a:stretch>
        </p:blipFill>
        <p:spPr>
          <a:xfrm>
            <a:off x="3758720" y="2164080"/>
            <a:ext cx="159442" cy="5261609"/>
          </a:xfrm>
          <a:prstGeom prst="rect">
            <a:avLst/>
          </a:prstGeom>
        </p:spPr>
      </p:pic>
    </p:spTree>
    <p:extLst>
      <p:ext uri="{BB962C8B-B14F-4D97-AF65-F5344CB8AC3E}">
        <p14:creationId xmlns:p14="http://schemas.microsoft.com/office/powerpoint/2010/main" val="978818069"/>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ase Study Template">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1D241DD7-699E-CE2D-3902-E0A9DDC26EB4}"/>
              </a:ext>
            </a:extLst>
          </p:cNvPr>
          <p:cNvSpPr>
            <a:spLocks noGrp="1"/>
          </p:cNvSpPr>
          <p:nvPr>
            <p:ph type="title" hasCustomPrompt="1"/>
          </p:nvPr>
        </p:nvSpPr>
        <p:spPr>
          <a:xfrm>
            <a:off x="2799795" y="509676"/>
            <a:ext cx="10578155" cy="590931"/>
          </a:xfrm>
          <a:prstGeom prst="rect">
            <a:avLst/>
          </a:prstGeom>
        </p:spPr>
        <p:txBody>
          <a:bodyPr vert="horz" wrap="square" lIns="0" tIns="0" rIns="0" bIns="0" rtlCol="0">
            <a:spAutoFit/>
          </a:bodyPr>
          <a:lstStyle>
            <a:lvl1pPr>
              <a:defRPr lang="en-US" sz="3840" b="0" i="0">
                <a:ea typeface="Helvetica Neue Light" panose="02000403000000020004" pitchFamily="2" charset="0"/>
                <a:cs typeface="Arial" panose="020B0604020202020204" pitchFamily="34" charset="0"/>
              </a:defRPr>
            </a:lvl1pPr>
          </a:lstStyle>
          <a:p>
            <a:pPr marL="0" lvl="0" indent="0">
              <a:spcBef>
                <a:spcPts val="1200"/>
              </a:spcBef>
              <a:buFont typeface="Arial" panose="020B0604020202020204" pitchFamily="34" charset="0"/>
            </a:pPr>
            <a:r>
              <a:rPr lang="en-US"/>
              <a:t>Click To Edit Master Title Style</a:t>
            </a:r>
          </a:p>
        </p:txBody>
      </p:sp>
      <p:sp>
        <p:nvSpPr>
          <p:cNvPr id="3" name="Rectangle 2">
            <a:extLst>
              <a:ext uri="{FF2B5EF4-FFF2-40B4-BE49-F238E27FC236}">
                <a16:creationId xmlns:a16="http://schemas.microsoft.com/office/drawing/2014/main" id="{8FC091E0-9FAF-4FE5-D106-FA3E43B76942}"/>
              </a:ext>
            </a:extLst>
          </p:cNvPr>
          <p:cNvSpPr/>
          <p:nvPr/>
        </p:nvSpPr>
        <p:spPr>
          <a:xfrm>
            <a:off x="2292098" y="2164080"/>
            <a:ext cx="11719175" cy="5214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160" b="0" i="0">
              <a:latin typeface="Avenir Book" panose="02000503020000020003" pitchFamily="2" charset="0"/>
            </a:endParaRPr>
          </a:p>
        </p:txBody>
      </p:sp>
      <p:sp>
        <p:nvSpPr>
          <p:cNvPr id="5" name="Rectangle 4">
            <a:extLst>
              <a:ext uri="{FF2B5EF4-FFF2-40B4-BE49-F238E27FC236}">
                <a16:creationId xmlns:a16="http://schemas.microsoft.com/office/drawing/2014/main" id="{1E1429BF-4FF9-111B-5611-10136F0A0AC7}"/>
              </a:ext>
            </a:extLst>
          </p:cNvPr>
          <p:cNvSpPr/>
          <p:nvPr/>
        </p:nvSpPr>
        <p:spPr>
          <a:xfrm>
            <a:off x="1" y="4114800"/>
            <a:ext cx="2486026" cy="4114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160" b="0" i="0">
              <a:latin typeface="Avenir Book" panose="02000503020000020003" pitchFamily="2" charset="0"/>
            </a:endParaRPr>
          </a:p>
        </p:txBody>
      </p:sp>
      <p:sp>
        <p:nvSpPr>
          <p:cNvPr id="13" name="Picture Placeholder 12">
            <a:extLst>
              <a:ext uri="{FF2B5EF4-FFF2-40B4-BE49-F238E27FC236}">
                <a16:creationId xmlns:a16="http://schemas.microsoft.com/office/drawing/2014/main" id="{6D9BE2CB-078E-195D-BC0F-19DCEDE5A835}"/>
              </a:ext>
            </a:extLst>
          </p:cNvPr>
          <p:cNvSpPr>
            <a:spLocks noGrp="1"/>
          </p:cNvSpPr>
          <p:nvPr>
            <p:ph type="pic" sz="quarter" idx="10"/>
          </p:nvPr>
        </p:nvSpPr>
        <p:spPr>
          <a:xfrm>
            <a:off x="0" y="0"/>
            <a:ext cx="2486026" cy="4114800"/>
          </a:xfrm>
          <a:custGeom>
            <a:avLst/>
            <a:gdLst>
              <a:gd name="connsiteX0" fmla="*/ 1091652 w 2071688"/>
              <a:gd name="connsiteY0" fmla="*/ 0 h 3429000"/>
              <a:gd name="connsiteX1" fmla="*/ 2071688 w 2071688"/>
              <a:gd name="connsiteY1" fmla="*/ 0 h 3429000"/>
              <a:gd name="connsiteX2" fmla="*/ 2071688 w 2071688"/>
              <a:gd name="connsiteY2" fmla="*/ 3429000 h 3429000"/>
              <a:gd name="connsiteX3" fmla="*/ 0 w 2071688"/>
              <a:gd name="connsiteY3" fmla="*/ 3429000 h 3429000"/>
              <a:gd name="connsiteX4" fmla="*/ 0 w 2071688"/>
              <a:gd name="connsiteY4" fmla="*/ 242833 h 3429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1688" h="3429000">
                <a:moveTo>
                  <a:pt x="1091652" y="0"/>
                </a:moveTo>
                <a:lnTo>
                  <a:pt x="2071688" y="0"/>
                </a:lnTo>
                <a:lnTo>
                  <a:pt x="2071688" y="3429000"/>
                </a:lnTo>
                <a:lnTo>
                  <a:pt x="0" y="3429000"/>
                </a:lnTo>
                <a:lnTo>
                  <a:pt x="0" y="242833"/>
                </a:lnTo>
                <a:close/>
              </a:path>
            </a:pathLst>
          </a:custGeom>
          <a:solidFill>
            <a:schemeClr val="bg2">
              <a:lumMod val="20000"/>
              <a:lumOff val="80000"/>
            </a:schemeClr>
          </a:solidFill>
        </p:spPr>
        <p:txBody>
          <a:bodyPr wrap="square" anchor="ctr">
            <a:noAutofit/>
          </a:bodyPr>
          <a:lstStyle>
            <a:lvl1pPr marL="0" indent="0" algn="ctr">
              <a:buNone/>
              <a:defRPr b="0" i="0"/>
            </a:lvl1pPr>
          </a:lstStyle>
          <a:p>
            <a:r>
              <a:rPr lang="en-US"/>
              <a:t>Click icon to add picture</a:t>
            </a:r>
            <a:endParaRPr lang="de-DE"/>
          </a:p>
        </p:txBody>
      </p:sp>
      <p:pic>
        <p:nvPicPr>
          <p:cNvPr id="4" name="Graphic 3">
            <a:extLst>
              <a:ext uri="{FF2B5EF4-FFF2-40B4-BE49-F238E27FC236}">
                <a16:creationId xmlns:a16="http://schemas.microsoft.com/office/drawing/2014/main" id="{21AD563D-2C84-9518-813D-F0932C80C23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748397" y="-88280"/>
            <a:ext cx="808736" cy="1045440"/>
          </a:xfrm>
          <a:prstGeom prst="rect">
            <a:avLst/>
          </a:prstGeom>
        </p:spPr>
      </p:pic>
      <p:grpSp>
        <p:nvGrpSpPr>
          <p:cNvPr id="10" name="Group 9">
            <a:extLst>
              <a:ext uri="{FF2B5EF4-FFF2-40B4-BE49-F238E27FC236}">
                <a16:creationId xmlns:a16="http://schemas.microsoft.com/office/drawing/2014/main" id="{A04FEB70-4E02-6EE7-AF5F-F5926B9403D0}"/>
              </a:ext>
            </a:extLst>
          </p:cNvPr>
          <p:cNvGrpSpPr>
            <a:grpSpLocks/>
          </p:cNvGrpSpPr>
          <p:nvPr/>
        </p:nvGrpSpPr>
        <p:grpSpPr>
          <a:xfrm>
            <a:off x="5419111" y="2301635"/>
            <a:ext cx="5753969" cy="258533"/>
            <a:chOff x="3211856" y="2921653"/>
            <a:chExt cx="5768287" cy="3491180"/>
          </a:xfrm>
        </p:grpSpPr>
        <p:cxnSp>
          <p:nvCxnSpPr>
            <p:cNvPr id="11" name="Straight Connector 10">
              <a:extLst>
                <a:ext uri="{FF2B5EF4-FFF2-40B4-BE49-F238E27FC236}">
                  <a16:creationId xmlns:a16="http://schemas.microsoft.com/office/drawing/2014/main" id="{0C9B1152-1896-A4F3-A70B-FF742DF9F58D}"/>
                </a:ext>
              </a:extLst>
            </p:cNvPr>
            <p:cNvCxnSpPr>
              <a:cxnSpLocks/>
            </p:cNvCxnSpPr>
            <p:nvPr/>
          </p:nvCxnSpPr>
          <p:spPr>
            <a:xfrm>
              <a:off x="6096000" y="2921653"/>
              <a:ext cx="0" cy="3491180"/>
            </a:xfrm>
            <a:prstGeom prst="line">
              <a:avLst/>
            </a:prstGeom>
            <a:noFill/>
            <a:ln w="3175">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2" name="Straight Connector 11">
              <a:extLst>
                <a:ext uri="{FF2B5EF4-FFF2-40B4-BE49-F238E27FC236}">
                  <a16:creationId xmlns:a16="http://schemas.microsoft.com/office/drawing/2014/main" id="{DDE50FB0-6EB0-2D81-4C9B-972762923D0B}"/>
                </a:ext>
              </a:extLst>
            </p:cNvPr>
            <p:cNvCxnSpPr>
              <a:cxnSpLocks/>
            </p:cNvCxnSpPr>
            <p:nvPr/>
          </p:nvCxnSpPr>
          <p:spPr>
            <a:xfrm>
              <a:off x="8980143" y="2921653"/>
              <a:ext cx="0" cy="3491180"/>
            </a:xfrm>
            <a:prstGeom prst="line">
              <a:avLst/>
            </a:prstGeom>
            <a:noFill/>
            <a:ln w="3175">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a:extLst>
                <a:ext uri="{FF2B5EF4-FFF2-40B4-BE49-F238E27FC236}">
                  <a16:creationId xmlns:a16="http://schemas.microsoft.com/office/drawing/2014/main" id="{6307754F-BB6F-5E85-3990-12D125A219BD}"/>
                </a:ext>
              </a:extLst>
            </p:cNvPr>
            <p:cNvCxnSpPr>
              <a:cxnSpLocks/>
            </p:cNvCxnSpPr>
            <p:nvPr/>
          </p:nvCxnSpPr>
          <p:spPr>
            <a:xfrm>
              <a:off x="3211856" y="2921653"/>
              <a:ext cx="0" cy="3491180"/>
            </a:xfrm>
            <a:prstGeom prst="line">
              <a:avLst/>
            </a:prstGeom>
            <a:noFill/>
            <a:ln w="3175">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cxnSp>
      </p:grpSp>
      <p:pic>
        <p:nvPicPr>
          <p:cNvPr id="15" name="Picture 14">
            <a:extLst>
              <a:ext uri="{FF2B5EF4-FFF2-40B4-BE49-F238E27FC236}">
                <a16:creationId xmlns:a16="http://schemas.microsoft.com/office/drawing/2014/main" id="{E440112A-0276-8282-13C7-90628E2D83C0}"/>
              </a:ext>
            </a:extLst>
          </p:cNvPr>
          <p:cNvPicPr>
            <a:picLocks noChangeAspect="1"/>
          </p:cNvPicPr>
          <p:nvPr/>
        </p:nvPicPr>
        <p:blipFill>
          <a:blip r:embed="rId4"/>
          <a:stretch>
            <a:fillRect/>
          </a:stretch>
        </p:blipFill>
        <p:spPr>
          <a:xfrm flipH="1">
            <a:off x="5270264" y="2810581"/>
            <a:ext cx="138456" cy="5011198"/>
          </a:xfrm>
          <a:prstGeom prst="rect">
            <a:avLst/>
          </a:prstGeom>
        </p:spPr>
      </p:pic>
      <p:pic>
        <p:nvPicPr>
          <p:cNvPr id="16" name="Picture 15">
            <a:extLst>
              <a:ext uri="{FF2B5EF4-FFF2-40B4-BE49-F238E27FC236}">
                <a16:creationId xmlns:a16="http://schemas.microsoft.com/office/drawing/2014/main" id="{A3D37AD0-DBE3-6007-DAF2-E12F1F4BF955}"/>
              </a:ext>
            </a:extLst>
          </p:cNvPr>
          <p:cNvPicPr>
            <a:picLocks noChangeAspect="1"/>
          </p:cNvPicPr>
          <p:nvPr/>
        </p:nvPicPr>
        <p:blipFill>
          <a:blip r:embed="rId4"/>
          <a:stretch>
            <a:fillRect/>
          </a:stretch>
        </p:blipFill>
        <p:spPr>
          <a:xfrm flipH="1">
            <a:off x="8157737" y="2810580"/>
            <a:ext cx="138456" cy="5011198"/>
          </a:xfrm>
          <a:prstGeom prst="rect">
            <a:avLst/>
          </a:prstGeom>
        </p:spPr>
      </p:pic>
      <p:pic>
        <p:nvPicPr>
          <p:cNvPr id="17" name="Picture 16">
            <a:extLst>
              <a:ext uri="{FF2B5EF4-FFF2-40B4-BE49-F238E27FC236}">
                <a16:creationId xmlns:a16="http://schemas.microsoft.com/office/drawing/2014/main" id="{1BA565B7-2EE5-67B0-C732-58C0B7C811D2}"/>
              </a:ext>
            </a:extLst>
          </p:cNvPr>
          <p:cNvPicPr>
            <a:picLocks noChangeAspect="1"/>
          </p:cNvPicPr>
          <p:nvPr/>
        </p:nvPicPr>
        <p:blipFill>
          <a:blip r:embed="rId4"/>
          <a:stretch>
            <a:fillRect/>
          </a:stretch>
        </p:blipFill>
        <p:spPr>
          <a:xfrm flipH="1">
            <a:off x="11059308" y="2810580"/>
            <a:ext cx="138456" cy="5011198"/>
          </a:xfrm>
          <a:prstGeom prst="rect">
            <a:avLst/>
          </a:prstGeom>
        </p:spPr>
      </p:pic>
      <p:sp>
        <p:nvSpPr>
          <p:cNvPr id="26" name="Content Placeholder 2">
            <a:extLst>
              <a:ext uri="{FF2B5EF4-FFF2-40B4-BE49-F238E27FC236}">
                <a16:creationId xmlns:a16="http://schemas.microsoft.com/office/drawing/2014/main" id="{B13E2EA6-779A-0B80-D9F4-FFD04550A2F4}"/>
              </a:ext>
            </a:extLst>
          </p:cNvPr>
          <p:cNvSpPr>
            <a:spLocks noGrp="1"/>
          </p:cNvSpPr>
          <p:nvPr>
            <p:ph sz="half" idx="1"/>
          </p:nvPr>
        </p:nvSpPr>
        <p:spPr>
          <a:xfrm>
            <a:off x="2593446" y="2810582"/>
            <a:ext cx="2682278" cy="4909343"/>
          </a:xfrm>
        </p:spPr>
        <p:txBody>
          <a:bodyPr>
            <a:noAutofit/>
          </a:bodyPr>
          <a:lstStyle>
            <a:lvl1pPr>
              <a:defRPr b="0" i="0">
                <a:solidFill>
                  <a:schemeClr val="tx1"/>
                </a:solidFill>
                <a:latin typeface="Avenir LT 45 Book" panose="020B0503020000020003" pitchFamily="34" charset="0"/>
                <a:cs typeface="Arial" panose="020B0604020202020204" pitchFamily="34" charset="0"/>
              </a:defRPr>
            </a:lvl1pPr>
            <a:lvl2pPr>
              <a:defRPr b="0" i="0">
                <a:solidFill>
                  <a:schemeClr val="tx1"/>
                </a:solidFill>
                <a:latin typeface="Avenir LT 45 Book" panose="020B0503020000020003" pitchFamily="34" charset="0"/>
                <a:cs typeface="Arial" panose="020B0604020202020204" pitchFamily="34" charset="0"/>
              </a:defRPr>
            </a:lvl2pPr>
            <a:lvl3pPr>
              <a:defRPr b="0" i="0">
                <a:solidFill>
                  <a:schemeClr val="tx1"/>
                </a:solidFill>
                <a:latin typeface="Avenir LT 45 Book" panose="020B0503020000020003" pitchFamily="34" charset="0"/>
                <a:cs typeface="Arial" panose="020B0604020202020204" pitchFamily="34" charset="0"/>
              </a:defRPr>
            </a:lvl3pPr>
            <a:lvl4pPr>
              <a:defRPr b="0" i="0">
                <a:solidFill>
                  <a:schemeClr val="tx1"/>
                </a:solidFill>
                <a:latin typeface="Avenir LT 45 Book" panose="020B0503020000020003" pitchFamily="34" charset="0"/>
                <a:cs typeface="Arial" panose="020B0604020202020204" pitchFamily="34" charset="0"/>
              </a:defRPr>
            </a:lvl4pPr>
            <a:lvl5pPr>
              <a:defRPr b="0" i="0">
                <a:solidFill>
                  <a:schemeClr val="tx1"/>
                </a:solidFill>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27" name="Text Placeholder 2">
            <a:extLst>
              <a:ext uri="{FF2B5EF4-FFF2-40B4-BE49-F238E27FC236}">
                <a16:creationId xmlns:a16="http://schemas.microsoft.com/office/drawing/2014/main" id="{B9EB5A4D-A502-B419-E192-A8C8A9F60D59}"/>
              </a:ext>
            </a:extLst>
          </p:cNvPr>
          <p:cNvSpPr>
            <a:spLocks noGrp="1"/>
          </p:cNvSpPr>
          <p:nvPr>
            <p:ph type="body" idx="18" hasCustomPrompt="1"/>
          </p:nvPr>
        </p:nvSpPr>
        <p:spPr>
          <a:xfrm>
            <a:off x="2593446" y="2232857"/>
            <a:ext cx="2676811" cy="383896"/>
          </a:xfrm>
          <a:prstGeom prst="rect">
            <a:avLst/>
          </a:prstGeom>
        </p:spPr>
        <p:txBody>
          <a:bodyPr anchor="ctr">
            <a:noAutofit/>
          </a:bodyPr>
          <a:lstStyle>
            <a:lvl1pPr marL="0" indent="0">
              <a:buNone/>
              <a:defRPr lang="en-US" sz="2160" b="0" i="0" kern="1200" dirty="0">
                <a:solidFill>
                  <a:schemeClr val="bg1"/>
                </a:solidFill>
                <a:latin typeface="+mn-lt"/>
                <a:ea typeface="+mn-ea"/>
                <a:cs typeface="Arial" panose="020B0604020202020204" pitchFamily="34" charset="0"/>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Text Here</a:t>
            </a:r>
          </a:p>
        </p:txBody>
      </p:sp>
      <p:sp>
        <p:nvSpPr>
          <p:cNvPr id="28" name="Content Placeholder 2">
            <a:extLst>
              <a:ext uri="{FF2B5EF4-FFF2-40B4-BE49-F238E27FC236}">
                <a16:creationId xmlns:a16="http://schemas.microsoft.com/office/drawing/2014/main" id="{630800B2-1AD5-E326-36DC-023F302108BC}"/>
              </a:ext>
            </a:extLst>
          </p:cNvPr>
          <p:cNvSpPr>
            <a:spLocks noGrp="1"/>
          </p:cNvSpPr>
          <p:nvPr>
            <p:ph sz="half" idx="19"/>
          </p:nvPr>
        </p:nvSpPr>
        <p:spPr>
          <a:xfrm>
            <a:off x="5485851" y="2810581"/>
            <a:ext cx="2682278" cy="4909343"/>
          </a:xfrm>
        </p:spPr>
        <p:txBody>
          <a:bodyPr>
            <a:noAutofit/>
          </a:bodyPr>
          <a:lstStyle>
            <a:lvl1pPr>
              <a:defRPr b="0" i="0">
                <a:solidFill>
                  <a:schemeClr val="tx1"/>
                </a:solidFill>
                <a:latin typeface="Avenir LT 45 Book" panose="020B0503020000020003" pitchFamily="34" charset="0"/>
                <a:cs typeface="Arial" panose="020B0604020202020204" pitchFamily="34" charset="0"/>
              </a:defRPr>
            </a:lvl1pPr>
            <a:lvl2pPr>
              <a:defRPr b="0" i="0">
                <a:solidFill>
                  <a:schemeClr val="tx1"/>
                </a:solidFill>
                <a:latin typeface="Avenir LT 45 Book" panose="020B0503020000020003" pitchFamily="34" charset="0"/>
                <a:cs typeface="Arial" panose="020B0604020202020204" pitchFamily="34" charset="0"/>
              </a:defRPr>
            </a:lvl2pPr>
            <a:lvl3pPr>
              <a:defRPr b="0" i="0">
                <a:solidFill>
                  <a:schemeClr val="tx1"/>
                </a:solidFill>
                <a:latin typeface="Avenir LT 45 Book" panose="020B0503020000020003" pitchFamily="34" charset="0"/>
                <a:cs typeface="Arial" panose="020B0604020202020204" pitchFamily="34" charset="0"/>
              </a:defRPr>
            </a:lvl3pPr>
            <a:lvl4pPr>
              <a:defRPr b="0" i="0">
                <a:solidFill>
                  <a:schemeClr val="tx1"/>
                </a:solidFill>
                <a:latin typeface="Avenir LT 45 Book" panose="020B0503020000020003" pitchFamily="34" charset="0"/>
                <a:cs typeface="Arial" panose="020B0604020202020204" pitchFamily="34" charset="0"/>
              </a:defRPr>
            </a:lvl4pPr>
            <a:lvl5pPr>
              <a:defRPr b="0" i="0">
                <a:solidFill>
                  <a:schemeClr val="tx1"/>
                </a:solidFill>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29" name="Text Placeholder 2">
            <a:extLst>
              <a:ext uri="{FF2B5EF4-FFF2-40B4-BE49-F238E27FC236}">
                <a16:creationId xmlns:a16="http://schemas.microsoft.com/office/drawing/2014/main" id="{57843F65-2F59-EEE2-A128-FAD0285F1EA3}"/>
              </a:ext>
            </a:extLst>
          </p:cNvPr>
          <p:cNvSpPr>
            <a:spLocks noGrp="1"/>
          </p:cNvSpPr>
          <p:nvPr>
            <p:ph type="body" idx="20" hasCustomPrompt="1"/>
          </p:nvPr>
        </p:nvSpPr>
        <p:spPr>
          <a:xfrm>
            <a:off x="5485851" y="2232856"/>
            <a:ext cx="2676811" cy="383896"/>
          </a:xfrm>
          <a:prstGeom prst="rect">
            <a:avLst/>
          </a:prstGeom>
        </p:spPr>
        <p:txBody>
          <a:bodyPr anchor="ctr">
            <a:noAutofit/>
          </a:bodyPr>
          <a:lstStyle>
            <a:lvl1pPr marL="0" indent="0">
              <a:buNone/>
              <a:defRPr lang="en-US" sz="2160" b="0" i="0" kern="1200" dirty="0">
                <a:solidFill>
                  <a:schemeClr val="bg1"/>
                </a:solidFill>
                <a:latin typeface="+mn-lt"/>
                <a:ea typeface="+mn-ea"/>
                <a:cs typeface="Arial" panose="020B0604020202020204" pitchFamily="34" charset="0"/>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Text Here</a:t>
            </a:r>
          </a:p>
        </p:txBody>
      </p:sp>
      <p:sp>
        <p:nvSpPr>
          <p:cNvPr id="30" name="Content Placeholder 2">
            <a:extLst>
              <a:ext uri="{FF2B5EF4-FFF2-40B4-BE49-F238E27FC236}">
                <a16:creationId xmlns:a16="http://schemas.microsoft.com/office/drawing/2014/main" id="{65B72F91-9CA7-C78E-9DBA-7335C4DAC8A3}"/>
              </a:ext>
            </a:extLst>
          </p:cNvPr>
          <p:cNvSpPr>
            <a:spLocks noGrp="1"/>
          </p:cNvSpPr>
          <p:nvPr>
            <p:ph sz="half" idx="21"/>
          </p:nvPr>
        </p:nvSpPr>
        <p:spPr>
          <a:xfrm>
            <a:off x="8387814" y="2810581"/>
            <a:ext cx="2682278" cy="4909343"/>
          </a:xfrm>
        </p:spPr>
        <p:txBody>
          <a:bodyPr>
            <a:noAutofit/>
          </a:bodyPr>
          <a:lstStyle>
            <a:lvl1pPr>
              <a:defRPr b="0" i="0">
                <a:solidFill>
                  <a:schemeClr val="tx1"/>
                </a:solidFill>
                <a:latin typeface="Avenir LT 45 Book" panose="020B0503020000020003" pitchFamily="34" charset="0"/>
                <a:cs typeface="Arial" panose="020B0604020202020204" pitchFamily="34" charset="0"/>
              </a:defRPr>
            </a:lvl1pPr>
            <a:lvl2pPr>
              <a:defRPr b="0" i="0">
                <a:solidFill>
                  <a:schemeClr val="tx1"/>
                </a:solidFill>
                <a:latin typeface="Avenir LT 45 Book" panose="020B0503020000020003" pitchFamily="34" charset="0"/>
                <a:cs typeface="Arial" panose="020B0604020202020204" pitchFamily="34" charset="0"/>
              </a:defRPr>
            </a:lvl2pPr>
            <a:lvl3pPr>
              <a:defRPr b="0" i="0">
                <a:solidFill>
                  <a:schemeClr val="tx1"/>
                </a:solidFill>
                <a:latin typeface="Avenir LT 45 Book" panose="020B0503020000020003" pitchFamily="34" charset="0"/>
                <a:cs typeface="Arial" panose="020B0604020202020204" pitchFamily="34" charset="0"/>
              </a:defRPr>
            </a:lvl3pPr>
            <a:lvl4pPr>
              <a:defRPr b="0" i="0">
                <a:solidFill>
                  <a:schemeClr val="tx1"/>
                </a:solidFill>
                <a:latin typeface="Avenir LT 45 Book" panose="020B0503020000020003" pitchFamily="34" charset="0"/>
                <a:cs typeface="Arial" panose="020B0604020202020204" pitchFamily="34" charset="0"/>
              </a:defRPr>
            </a:lvl4pPr>
            <a:lvl5pPr>
              <a:defRPr b="0" i="0">
                <a:solidFill>
                  <a:schemeClr val="tx1"/>
                </a:solidFill>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31" name="Text Placeholder 2">
            <a:extLst>
              <a:ext uri="{FF2B5EF4-FFF2-40B4-BE49-F238E27FC236}">
                <a16:creationId xmlns:a16="http://schemas.microsoft.com/office/drawing/2014/main" id="{D1E4BA00-E572-1462-60DC-29FACFD7072F}"/>
              </a:ext>
            </a:extLst>
          </p:cNvPr>
          <p:cNvSpPr>
            <a:spLocks noGrp="1"/>
          </p:cNvSpPr>
          <p:nvPr>
            <p:ph type="body" idx="22" hasCustomPrompt="1"/>
          </p:nvPr>
        </p:nvSpPr>
        <p:spPr>
          <a:xfrm>
            <a:off x="8387814" y="2232856"/>
            <a:ext cx="2676811" cy="383896"/>
          </a:xfrm>
          <a:prstGeom prst="rect">
            <a:avLst/>
          </a:prstGeom>
        </p:spPr>
        <p:txBody>
          <a:bodyPr anchor="ctr">
            <a:noAutofit/>
          </a:bodyPr>
          <a:lstStyle>
            <a:lvl1pPr marL="0" indent="0">
              <a:buNone/>
              <a:defRPr lang="en-US" sz="2160" b="0" i="0" kern="1200" dirty="0">
                <a:solidFill>
                  <a:schemeClr val="bg1"/>
                </a:solidFill>
                <a:latin typeface="+mn-lt"/>
                <a:ea typeface="+mn-ea"/>
                <a:cs typeface="Arial" panose="020B0604020202020204" pitchFamily="34" charset="0"/>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Text Here</a:t>
            </a:r>
          </a:p>
        </p:txBody>
      </p:sp>
      <p:sp>
        <p:nvSpPr>
          <p:cNvPr id="32" name="Content Placeholder 2">
            <a:extLst>
              <a:ext uri="{FF2B5EF4-FFF2-40B4-BE49-F238E27FC236}">
                <a16:creationId xmlns:a16="http://schemas.microsoft.com/office/drawing/2014/main" id="{94064604-A050-353E-89CC-29625B05A1BD}"/>
              </a:ext>
            </a:extLst>
          </p:cNvPr>
          <p:cNvSpPr>
            <a:spLocks noGrp="1"/>
          </p:cNvSpPr>
          <p:nvPr>
            <p:ph sz="half" idx="23"/>
          </p:nvPr>
        </p:nvSpPr>
        <p:spPr>
          <a:xfrm>
            <a:off x="11281515" y="2810581"/>
            <a:ext cx="2682278" cy="4909343"/>
          </a:xfrm>
        </p:spPr>
        <p:txBody>
          <a:bodyPr>
            <a:noAutofit/>
          </a:bodyPr>
          <a:lstStyle>
            <a:lvl1pPr>
              <a:defRPr b="0" i="0">
                <a:solidFill>
                  <a:schemeClr val="tx1"/>
                </a:solidFill>
                <a:latin typeface="Avenir LT 45 Book" panose="020B0503020000020003" pitchFamily="34" charset="0"/>
                <a:cs typeface="Arial" panose="020B0604020202020204" pitchFamily="34" charset="0"/>
              </a:defRPr>
            </a:lvl1pPr>
            <a:lvl2pPr>
              <a:defRPr b="0" i="0">
                <a:solidFill>
                  <a:schemeClr val="tx1"/>
                </a:solidFill>
                <a:latin typeface="Avenir LT 45 Book" panose="020B0503020000020003" pitchFamily="34" charset="0"/>
                <a:cs typeface="Arial" panose="020B0604020202020204" pitchFamily="34" charset="0"/>
              </a:defRPr>
            </a:lvl2pPr>
            <a:lvl3pPr>
              <a:defRPr b="0" i="0">
                <a:solidFill>
                  <a:schemeClr val="tx1"/>
                </a:solidFill>
                <a:latin typeface="Avenir LT 45 Book" panose="020B0503020000020003" pitchFamily="34" charset="0"/>
                <a:cs typeface="Arial" panose="020B0604020202020204" pitchFamily="34" charset="0"/>
              </a:defRPr>
            </a:lvl3pPr>
            <a:lvl4pPr>
              <a:defRPr b="0" i="0">
                <a:solidFill>
                  <a:schemeClr val="tx1"/>
                </a:solidFill>
                <a:latin typeface="Avenir LT 45 Book" panose="020B0503020000020003" pitchFamily="34" charset="0"/>
                <a:cs typeface="Arial" panose="020B0604020202020204" pitchFamily="34" charset="0"/>
              </a:defRPr>
            </a:lvl4pPr>
            <a:lvl5pPr>
              <a:defRPr b="0" i="0">
                <a:solidFill>
                  <a:schemeClr val="tx1"/>
                </a:solidFill>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33" name="Text Placeholder 2">
            <a:extLst>
              <a:ext uri="{FF2B5EF4-FFF2-40B4-BE49-F238E27FC236}">
                <a16:creationId xmlns:a16="http://schemas.microsoft.com/office/drawing/2014/main" id="{3028A61B-5F20-8224-72D5-5439D9F1EE5F}"/>
              </a:ext>
            </a:extLst>
          </p:cNvPr>
          <p:cNvSpPr>
            <a:spLocks noGrp="1"/>
          </p:cNvSpPr>
          <p:nvPr>
            <p:ph type="body" idx="24" hasCustomPrompt="1"/>
          </p:nvPr>
        </p:nvSpPr>
        <p:spPr>
          <a:xfrm>
            <a:off x="11281515" y="2232856"/>
            <a:ext cx="2676811" cy="383896"/>
          </a:xfrm>
          <a:prstGeom prst="rect">
            <a:avLst/>
          </a:prstGeom>
        </p:spPr>
        <p:txBody>
          <a:bodyPr anchor="ctr">
            <a:noAutofit/>
          </a:bodyPr>
          <a:lstStyle>
            <a:lvl1pPr marL="0" indent="0">
              <a:buNone/>
              <a:defRPr lang="en-US" sz="2160" b="0" i="0" kern="1200" dirty="0">
                <a:solidFill>
                  <a:schemeClr val="bg1"/>
                </a:solidFill>
                <a:latin typeface="+mn-lt"/>
                <a:ea typeface="+mn-ea"/>
                <a:cs typeface="Arial" panose="020B0604020202020204" pitchFamily="34" charset="0"/>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Text Here</a:t>
            </a:r>
          </a:p>
        </p:txBody>
      </p:sp>
      <p:sp>
        <p:nvSpPr>
          <p:cNvPr id="34" name="Content Placeholder 2">
            <a:extLst>
              <a:ext uri="{FF2B5EF4-FFF2-40B4-BE49-F238E27FC236}">
                <a16:creationId xmlns:a16="http://schemas.microsoft.com/office/drawing/2014/main" id="{169400A2-8F91-3548-A27F-D368249BC92B}"/>
              </a:ext>
            </a:extLst>
          </p:cNvPr>
          <p:cNvSpPr>
            <a:spLocks noGrp="1"/>
          </p:cNvSpPr>
          <p:nvPr>
            <p:ph sz="half" idx="25" hasCustomPrompt="1"/>
          </p:nvPr>
        </p:nvSpPr>
        <p:spPr>
          <a:xfrm>
            <a:off x="150498" y="4239853"/>
            <a:ext cx="2141600" cy="3726858"/>
          </a:xfrm>
        </p:spPr>
        <p:txBody>
          <a:bodyPr>
            <a:noAutofit/>
          </a:bodyPr>
          <a:lstStyle>
            <a:lvl1pPr>
              <a:spcAft>
                <a:spcPts val="240"/>
              </a:spcAft>
              <a:defRPr b="0" i="0">
                <a:solidFill>
                  <a:schemeClr val="bg1"/>
                </a:solidFill>
                <a:latin typeface="Avenir LT 45 Book" panose="020B0503020000020003" pitchFamily="34" charset="0"/>
                <a:cs typeface="Arial" panose="020B0604020202020204" pitchFamily="34" charset="0"/>
              </a:defRPr>
            </a:lvl1pPr>
            <a:lvl2pPr>
              <a:defRPr b="0" i="0">
                <a:solidFill>
                  <a:schemeClr val="bg1"/>
                </a:solidFill>
                <a:latin typeface="Avenir LT 45 Book" panose="020B0503020000020003" pitchFamily="34" charset="0"/>
                <a:cs typeface="Arial" panose="020B0604020202020204" pitchFamily="34" charset="0"/>
              </a:defRPr>
            </a:lvl2pPr>
            <a:lvl3pPr>
              <a:defRPr b="0" i="0">
                <a:solidFill>
                  <a:schemeClr val="bg1"/>
                </a:solidFill>
                <a:latin typeface="Avenir LT 45 Book" panose="020B0503020000020003" pitchFamily="34" charset="0"/>
                <a:cs typeface="Arial" panose="020B0604020202020204" pitchFamily="34" charset="0"/>
              </a:defRPr>
            </a:lvl3pPr>
            <a:lvl4pPr>
              <a:defRPr b="0" i="0">
                <a:solidFill>
                  <a:schemeClr val="bg1"/>
                </a:solidFill>
                <a:latin typeface="Avenir LT 45 Book" panose="020B0503020000020003" pitchFamily="34" charset="0"/>
                <a:cs typeface="Arial" panose="020B0604020202020204" pitchFamily="34" charset="0"/>
              </a:defRPr>
            </a:lvl4pPr>
            <a:lvl5pPr>
              <a:defRPr b="0" i="0">
                <a:solidFill>
                  <a:schemeClr val="bg1"/>
                </a:solidFill>
                <a:latin typeface="Avenir LT 45 Book" panose="020B0503020000020003" pitchFamily="34" charset="0"/>
                <a:cs typeface="Arial" panose="020B0604020202020204" pitchFamily="34" charset="0"/>
              </a:defRPr>
            </a:lvl5pPr>
          </a:lstStyle>
          <a:p>
            <a:pPr>
              <a:spcAft>
                <a:spcPts val="200"/>
              </a:spcAft>
              <a:defRPr/>
            </a:pPr>
            <a:r>
              <a:rPr kumimoji="0" lang="en-US" sz="2160" u="none" strike="noStrike" kern="1200" cap="none" spc="0" normalizeH="0" baseline="0" noProof="0">
                <a:ln>
                  <a:noFill/>
                </a:ln>
                <a:solidFill>
                  <a:srgbClr val="FFFFFF"/>
                </a:solidFill>
                <a:effectLst/>
                <a:uLnTx/>
                <a:uFillTx/>
                <a:latin typeface="Avenir Book" panose="02000503020000020003" pitchFamily="2" charset="0"/>
                <a:ea typeface="+mn-ea"/>
                <a:cs typeface="Arial" panose="020B0604020202020204" pitchFamily="34" charset="0"/>
              </a:rPr>
              <a:t>Industry, </a:t>
            </a:r>
          </a:p>
          <a:p>
            <a:pPr>
              <a:spcAft>
                <a:spcPts val="200"/>
              </a:spcAft>
              <a:defRPr/>
            </a:pPr>
            <a:r>
              <a:rPr kumimoji="0" lang="en-US" sz="2160" u="none" strike="noStrike" kern="1200" cap="none" spc="0" normalizeH="0" baseline="0" noProof="0">
                <a:ln>
                  <a:noFill/>
                </a:ln>
                <a:solidFill>
                  <a:srgbClr val="FFFFFF"/>
                </a:solidFill>
                <a:effectLst/>
                <a:uLnTx/>
                <a:uFillTx/>
                <a:latin typeface="Avenir Book" panose="02000503020000020003" pitchFamily="2" charset="0"/>
                <a:ea typeface="+mn-ea"/>
                <a:cs typeface="Arial" panose="020B0604020202020204" pitchFamily="34" charset="0"/>
              </a:rPr>
              <a:t>Core Business </a:t>
            </a:r>
          </a:p>
          <a:p>
            <a:pPr>
              <a:spcAft>
                <a:spcPts val="200"/>
              </a:spcAft>
              <a:defRPr/>
            </a:pPr>
            <a:r>
              <a:rPr kumimoji="0" lang="en-US" sz="2160" u="none" strike="noStrike" kern="1200" cap="none" spc="0" normalizeH="0" baseline="0" noProof="0">
                <a:ln>
                  <a:noFill/>
                </a:ln>
                <a:solidFill>
                  <a:srgbClr val="FFFFFF"/>
                </a:solidFill>
                <a:effectLst/>
                <a:uLnTx/>
                <a:uFillTx/>
                <a:latin typeface="Avenir Book" panose="02000503020000020003" pitchFamily="2" charset="0"/>
                <a:ea typeface="+mn-ea"/>
                <a:cs typeface="Arial" panose="020B0604020202020204" pitchFamily="34" charset="0"/>
              </a:rPr>
              <a:t> Presence</a:t>
            </a:r>
          </a:p>
        </p:txBody>
      </p:sp>
    </p:spTree>
    <p:extLst>
      <p:ext uri="{BB962C8B-B14F-4D97-AF65-F5344CB8AC3E}">
        <p14:creationId xmlns:p14="http://schemas.microsoft.com/office/powerpoint/2010/main" val="6905670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ustom Layout 1">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61E9142-038F-0204-9D10-F4ACBFE52843}"/>
              </a:ext>
            </a:extLst>
          </p:cNvPr>
          <p:cNvSpPr/>
          <p:nvPr/>
        </p:nvSpPr>
        <p:spPr>
          <a:xfrm>
            <a:off x="594361" y="7658100"/>
            <a:ext cx="8035290" cy="3261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3" name="Freeform: Shape 2">
            <a:extLst>
              <a:ext uri="{FF2B5EF4-FFF2-40B4-BE49-F238E27FC236}">
                <a16:creationId xmlns:a16="http://schemas.microsoft.com/office/drawing/2014/main" id="{FFC4131A-632F-871A-3C83-D5D597A5CA1E}"/>
              </a:ext>
            </a:extLst>
          </p:cNvPr>
          <p:cNvSpPr/>
          <p:nvPr/>
        </p:nvSpPr>
        <p:spPr>
          <a:xfrm rot="5400000">
            <a:off x="6319523" y="-69848"/>
            <a:ext cx="7246259" cy="9375498"/>
          </a:xfrm>
          <a:custGeom>
            <a:avLst/>
            <a:gdLst>
              <a:gd name="connsiteX0" fmla="*/ 0 w 6055313"/>
              <a:gd name="connsiteY0" fmla="*/ 7812915 h 7812915"/>
              <a:gd name="connsiteX1" fmla="*/ 2243431 w 6055313"/>
              <a:gd name="connsiteY1" fmla="*/ 0 h 7812915"/>
              <a:gd name="connsiteX2" fmla="*/ 6055313 w 6055313"/>
              <a:gd name="connsiteY2" fmla="*/ 0 h 7812915"/>
              <a:gd name="connsiteX3" fmla="*/ 6055313 w 6055313"/>
              <a:gd name="connsiteY3" fmla="*/ 4859044 h 7812915"/>
              <a:gd name="connsiteX4" fmla="*/ 5207127 w 6055313"/>
              <a:gd name="connsiteY4" fmla="*/ 7812915 h 7812915"/>
              <a:gd name="connsiteX0" fmla="*/ 0 w 6055313"/>
              <a:gd name="connsiteY0" fmla="*/ 7812915 h 7812915"/>
              <a:gd name="connsiteX1" fmla="*/ 2243431 w 6055313"/>
              <a:gd name="connsiteY1" fmla="*/ 0 h 7812915"/>
              <a:gd name="connsiteX2" fmla="*/ 6055313 w 6055313"/>
              <a:gd name="connsiteY2" fmla="*/ 0 h 7812915"/>
              <a:gd name="connsiteX3" fmla="*/ 6055313 w 6055313"/>
              <a:gd name="connsiteY3" fmla="*/ 4859044 h 7812915"/>
              <a:gd name="connsiteX4" fmla="*/ 5236624 w 6055313"/>
              <a:gd name="connsiteY4" fmla="*/ 7812915 h 7812915"/>
              <a:gd name="connsiteX5" fmla="*/ 0 w 6055313"/>
              <a:gd name="connsiteY5" fmla="*/ 7812915 h 7812915"/>
              <a:gd name="connsiteX0" fmla="*/ 0 w 6062933"/>
              <a:gd name="connsiteY0" fmla="*/ 7851015 h 7851015"/>
              <a:gd name="connsiteX1" fmla="*/ 2251051 w 6062933"/>
              <a:gd name="connsiteY1" fmla="*/ 0 h 7851015"/>
              <a:gd name="connsiteX2" fmla="*/ 6062933 w 6062933"/>
              <a:gd name="connsiteY2" fmla="*/ 0 h 7851015"/>
              <a:gd name="connsiteX3" fmla="*/ 6062933 w 6062933"/>
              <a:gd name="connsiteY3" fmla="*/ 4859044 h 7851015"/>
              <a:gd name="connsiteX4" fmla="*/ 5244244 w 6062933"/>
              <a:gd name="connsiteY4" fmla="*/ 7812915 h 7851015"/>
              <a:gd name="connsiteX5" fmla="*/ 0 w 6062933"/>
              <a:gd name="connsiteY5" fmla="*/ 7851015 h 7851015"/>
              <a:gd name="connsiteX0" fmla="*/ 0 w 6038549"/>
              <a:gd name="connsiteY0" fmla="*/ 7808343 h 7812915"/>
              <a:gd name="connsiteX1" fmla="*/ 2226667 w 6038549"/>
              <a:gd name="connsiteY1" fmla="*/ 0 h 7812915"/>
              <a:gd name="connsiteX2" fmla="*/ 6038549 w 6038549"/>
              <a:gd name="connsiteY2" fmla="*/ 0 h 7812915"/>
              <a:gd name="connsiteX3" fmla="*/ 6038549 w 6038549"/>
              <a:gd name="connsiteY3" fmla="*/ 4859044 h 7812915"/>
              <a:gd name="connsiteX4" fmla="*/ 5219860 w 6038549"/>
              <a:gd name="connsiteY4" fmla="*/ 7812915 h 7812915"/>
              <a:gd name="connsiteX5" fmla="*/ 0 w 6038549"/>
              <a:gd name="connsiteY5" fmla="*/ 7808343 h 781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38549" h="7812915">
                <a:moveTo>
                  <a:pt x="0" y="7808343"/>
                </a:moveTo>
                <a:lnTo>
                  <a:pt x="2226667" y="0"/>
                </a:lnTo>
                <a:lnTo>
                  <a:pt x="6038549" y="0"/>
                </a:lnTo>
                <a:lnTo>
                  <a:pt x="6038549" y="4859044"/>
                </a:lnTo>
                <a:lnTo>
                  <a:pt x="5219860" y="7812915"/>
                </a:lnTo>
                <a:lnTo>
                  <a:pt x="0" y="7808343"/>
                </a:lnTo>
                <a:close/>
              </a:path>
            </a:pathLst>
          </a:custGeom>
          <a:solidFill>
            <a:srgbClr val="F0EE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2160" b="0" i="0">
              <a:latin typeface="Avenir Book" panose="02000503020000020003" pitchFamily="2" charset="0"/>
            </a:endParaRPr>
          </a:p>
        </p:txBody>
      </p:sp>
      <p:sp>
        <p:nvSpPr>
          <p:cNvPr id="8" name="Picture Placeholder 47">
            <a:extLst>
              <a:ext uri="{FF2B5EF4-FFF2-40B4-BE49-F238E27FC236}">
                <a16:creationId xmlns:a16="http://schemas.microsoft.com/office/drawing/2014/main" id="{78004D37-C7E0-B198-98DF-1D5CB04C7804}"/>
              </a:ext>
            </a:extLst>
          </p:cNvPr>
          <p:cNvSpPr>
            <a:spLocks noGrp="1"/>
          </p:cNvSpPr>
          <p:nvPr>
            <p:ph type="pic" sz="quarter" idx="15"/>
          </p:nvPr>
        </p:nvSpPr>
        <p:spPr>
          <a:xfrm>
            <a:off x="0" y="932686"/>
            <a:ext cx="6236208" cy="6989432"/>
          </a:xfrm>
          <a:custGeom>
            <a:avLst/>
            <a:gdLst>
              <a:gd name="connsiteX0" fmla="*/ 4221481 w 5196840"/>
              <a:gd name="connsiteY0" fmla="*/ 0 h 5780545"/>
              <a:gd name="connsiteX1" fmla="*/ 5196840 w 5196840"/>
              <a:gd name="connsiteY1" fmla="*/ 264689 h 5780545"/>
              <a:gd name="connsiteX2" fmla="*/ 5196840 w 5196840"/>
              <a:gd name="connsiteY2" fmla="*/ 1110836 h 5780545"/>
              <a:gd name="connsiteX3" fmla="*/ 5196839 w 5196840"/>
              <a:gd name="connsiteY3" fmla="*/ 1110836 h 5780545"/>
              <a:gd name="connsiteX4" fmla="*/ 5196839 w 5196840"/>
              <a:gd name="connsiteY4" fmla="*/ 5456481 h 5780545"/>
              <a:gd name="connsiteX5" fmla="*/ 4221480 w 5196840"/>
              <a:gd name="connsiteY5" fmla="*/ 5191792 h 5780545"/>
              <a:gd name="connsiteX6" fmla="*/ 0 w 5196840"/>
              <a:gd name="connsiteY6" fmla="*/ 5780545 h 5780545"/>
              <a:gd name="connsiteX7" fmla="*/ 0 w 5196840"/>
              <a:gd name="connsiteY7" fmla="*/ 1138188 h 5780545"/>
              <a:gd name="connsiteX8" fmla="*/ 0 w 5196840"/>
              <a:gd name="connsiteY8" fmla="*/ 695992 h 5780545"/>
              <a:gd name="connsiteX9" fmla="*/ 0 w 5196840"/>
              <a:gd name="connsiteY9" fmla="*/ 588753 h 5780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6840" h="5780545">
                <a:moveTo>
                  <a:pt x="4221481" y="0"/>
                </a:moveTo>
                <a:lnTo>
                  <a:pt x="5196840" y="264689"/>
                </a:lnTo>
                <a:lnTo>
                  <a:pt x="5196840" y="1110836"/>
                </a:lnTo>
                <a:lnTo>
                  <a:pt x="5196839" y="1110836"/>
                </a:lnTo>
                <a:lnTo>
                  <a:pt x="5196839" y="5456481"/>
                </a:lnTo>
                <a:lnTo>
                  <a:pt x="4221480" y="5191792"/>
                </a:lnTo>
                <a:lnTo>
                  <a:pt x="0" y="5780545"/>
                </a:lnTo>
                <a:lnTo>
                  <a:pt x="0" y="1138188"/>
                </a:lnTo>
                <a:lnTo>
                  <a:pt x="0" y="695992"/>
                </a:lnTo>
                <a:lnTo>
                  <a:pt x="0" y="588753"/>
                </a:lnTo>
                <a:close/>
              </a:path>
            </a:pathLst>
          </a:custGeom>
          <a:solidFill>
            <a:schemeClr val="bg2">
              <a:lumMod val="20000"/>
              <a:lumOff val="80000"/>
            </a:schemeClr>
          </a:solidFill>
        </p:spPr>
        <p:txBody>
          <a:bodyPr wrap="square" anchor="ctr">
            <a:noAutofit/>
          </a:bodyPr>
          <a:lstStyle>
            <a:lvl1pPr marL="0" indent="0" algn="ctr">
              <a:buNone/>
              <a:defRPr b="0" i="0"/>
            </a:lvl1pPr>
          </a:lstStyle>
          <a:p>
            <a:r>
              <a:rPr lang="en-US"/>
              <a:t>Click icon to add picture</a:t>
            </a:r>
            <a:endParaRPr lang="de-DE"/>
          </a:p>
        </p:txBody>
      </p:sp>
      <p:sp>
        <p:nvSpPr>
          <p:cNvPr id="2" name="Title 1">
            <a:extLst>
              <a:ext uri="{FF2B5EF4-FFF2-40B4-BE49-F238E27FC236}">
                <a16:creationId xmlns:a16="http://schemas.microsoft.com/office/drawing/2014/main" id="{14FE8E74-3542-5797-B638-1E57B2F0CCF6}"/>
              </a:ext>
            </a:extLst>
          </p:cNvPr>
          <p:cNvSpPr>
            <a:spLocks noGrp="1"/>
          </p:cNvSpPr>
          <p:nvPr>
            <p:ph type="title" hasCustomPrompt="1"/>
          </p:nvPr>
        </p:nvSpPr>
        <p:spPr>
          <a:xfrm flipH="1">
            <a:off x="6949438" y="3546763"/>
            <a:ext cx="6657464" cy="3426137"/>
          </a:xfrm>
          <a:prstGeom prst="rect">
            <a:avLst/>
          </a:prstGeom>
        </p:spPr>
        <p:txBody>
          <a:bodyPr>
            <a:noAutofit/>
          </a:bodyPr>
          <a:lstStyle>
            <a:lvl1pPr>
              <a:defRPr>
                <a:solidFill>
                  <a:schemeClr val="tx1"/>
                </a:solidFill>
              </a:defRPr>
            </a:lvl1pPr>
          </a:lstStyle>
          <a:p>
            <a:r>
              <a:rPr lang="en-US"/>
              <a:t>Click To Edit Master Title Style</a:t>
            </a:r>
          </a:p>
        </p:txBody>
      </p:sp>
      <p:pic>
        <p:nvPicPr>
          <p:cNvPr id="9" name="Graphic 8">
            <a:extLst>
              <a:ext uri="{FF2B5EF4-FFF2-40B4-BE49-F238E27FC236}">
                <a16:creationId xmlns:a16="http://schemas.microsoft.com/office/drawing/2014/main" id="{4738A07D-9B34-2C40-341E-67CC5A926FCE}"/>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06906" y="122629"/>
            <a:ext cx="808736" cy="1045440"/>
          </a:xfrm>
          <a:prstGeom prst="rect">
            <a:avLst/>
          </a:prstGeom>
        </p:spPr>
      </p:pic>
      <p:sp>
        <p:nvSpPr>
          <p:cNvPr id="11" name="Graphic 3">
            <a:extLst>
              <a:ext uri="{FF2B5EF4-FFF2-40B4-BE49-F238E27FC236}">
                <a16:creationId xmlns:a16="http://schemas.microsoft.com/office/drawing/2014/main" id="{FDC3924D-83B1-52C2-8E70-DE944E438931}"/>
              </a:ext>
            </a:extLst>
          </p:cNvPr>
          <p:cNvSpPr/>
          <p:nvPr/>
        </p:nvSpPr>
        <p:spPr>
          <a:xfrm>
            <a:off x="22396" y="7208816"/>
            <a:ext cx="8765383" cy="1028021"/>
          </a:xfrm>
          <a:custGeom>
            <a:avLst/>
            <a:gdLst>
              <a:gd name="connsiteX0" fmla="*/ 4207334 w 7304486"/>
              <a:gd name="connsiteY0" fmla="*/ 109193 h 856684"/>
              <a:gd name="connsiteX1" fmla="*/ 0 w 7304486"/>
              <a:gd name="connsiteY1" fmla="*/ 591436 h 856684"/>
              <a:gd name="connsiteX2" fmla="*/ 4214758 w 7304486"/>
              <a:gd name="connsiteY2" fmla="*/ 0 h 856684"/>
              <a:gd name="connsiteX3" fmla="*/ 7304487 w 7304486"/>
              <a:gd name="connsiteY3" fmla="*/ 856685 h 856684"/>
              <a:gd name="connsiteX4" fmla="*/ 4207334 w 7304486"/>
              <a:gd name="connsiteY4" fmla="*/ 109038 h 8566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4486" h="856684">
                <a:moveTo>
                  <a:pt x="4207334" y="109193"/>
                </a:moveTo>
                <a:cubicBezTo>
                  <a:pt x="2804838" y="269889"/>
                  <a:pt x="1402496" y="430740"/>
                  <a:pt x="0" y="591436"/>
                </a:cubicBezTo>
                <a:cubicBezTo>
                  <a:pt x="1404971" y="394239"/>
                  <a:pt x="2809941" y="197197"/>
                  <a:pt x="4214758" y="0"/>
                </a:cubicBezTo>
                <a:cubicBezTo>
                  <a:pt x="5244668" y="285510"/>
                  <a:pt x="6274577" y="571175"/>
                  <a:pt x="7304487" y="856685"/>
                </a:cubicBezTo>
                <a:cubicBezTo>
                  <a:pt x="6272102" y="607521"/>
                  <a:pt x="5239718" y="358357"/>
                  <a:pt x="4207334" y="109038"/>
                </a:cubicBezTo>
                <a:close/>
              </a:path>
            </a:pathLst>
          </a:custGeom>
          <a:solidFill>
            <a:schemeClr val="accent1"/>
          </a:solidFill>
          <a:ln w="15458" cap="flat">
            <a:noFill/>
            <a:prstDash val="solid"/>
            <a:miter/>
          </a:ln>
        </p:spPr>
        <p:txBody>
          <a:bodyPr rtlCol="0" anchor="ctr"/>
          <a:lstStyle/>
          <a:p>
            <a:endParaRPr lang="en-US" sz="2160"/>
          </a:p>
        </p:txBody>
      </p:sp>
      <p:sp>
        <p:nvSpPr>
          <p:cNvPr id="13" name="Slide Number Placeholder 5">
            <a:extLst>
              <a:ext uri="{FF2B5EF4-FFF2-40B4-BE49-F238E27FC236}">
                <a16:creationId xmlns:a16="http://schemas.microsoft.com/office/drawing/2014/main" id="{DC952E0C-AF9A-F6B6-57B0-B810073A2EE3}"/>
              </a:ext>
            </a:extLst>
          </p:cNvPr>
          <p:cNvSpPr>
            <a:spLocks noGrp="1"/>
          </p:cNvSpPr>
          <p:nvPr>
            <p:ph type="sldNum" sz="quarter" idx="12"/>
          </p:nvPr>
        </p:nvSpPr>
        <p:spPr>
          <a:xfrm>
            <a:off x="13469673" y="7726918"/>
            <a:ext cx="541602" cy="295465"/>
          </a:xfrm>
          <a:prstGeom prst="rect">
            <a:avLst/>
          </a:prstGeom>
        </p:spPr>
        <p:txBody>
          <a:bodyPr/>
          <a:lstStyle>
            <a:lvl1pPr marL="0" algn="r" defTabSz="1097280" rtl="0" eaLnBrk="1" latinLnBrk="0" hangingPunct="1">
              <a:defRPr lang="en-US" sz="1200" kern="1200" smtClean="0">
                <a:solidFill>
                  <a:schemeClr val="bg1"/>
                </a:solidFill>
                <a:latin typeface="PP Neue Machina Plain Italic" pitchFamily="2" charset="77"/>
                <a:ea typeface="+mn-ea"/>
                <a:cs typeface="+mn-cs"/>
              </a:defRPr>
            </a:lvl1pPr>
          </a:lstStyle>
          <a:p>
            <a:fld id="{6E6321A0-5D1E-44D0-81DA-4E3A93CA06A4}" type="slidenum">
              <a:rPr lang="en-IN" smtClean="0"/>
              <a:t>‹#›</a:t>
            </a:fld>
            <a:endParaRPr lang="en-IN"/>
          </a:p>
        </p:txBody>
      </p:sp>
    </p:spTree>
    <p:extLst>
      <p:ext uri="{BB962C8B-B14F-4D97-AF65-F5344CB8AC3E}">
        <p14:creationId xmlns:p14="http://schemas.microsoft.com/office/powerpoint/2010/main" val="39373905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ustom Layout 4">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4F3162B-6E5E-F160-A29C-6DFEF501AE7D}"/>
              </a:ext>
            </a:extLst>
          </p:cNvPr>
          <p:cNvSpPr/>
          <p:nvPr/>
        </p:nvSpPr>
        <p:spPr>
          <a:xfrm>
            <a:off x="594361" y="7658100"/>
            <a:ext cx="8035290" cy="3261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3" name="Freeform: Shape 2">
            <a:extLst>
              <a:ext uri="{FF2B5EF4-FFF2-40B4-BE49-F238E27FC236}">
                <a16:creationId xmlns:a16="http://schemas.microsoft.com/office/drawing/2014/main" id="{FFC4131A-632F-871A-3C83-D5D597A5CA1E}"/>
              </a:ext>
            </a:extLst>
          </p:cNvPr>
          <p:cNvSpPr/>
          <p:nvPr/>
        </p:nvSpPr>
        <p:spPr>
          <a:xfrm rot="5400000">
            <a:off x="6319523" y="-81278"/>
            <a:ext cx="7246259" cy="9375498"/>
          </a:xfrm>
          <a:custGeom>
            <a:avLst/>
            <a:gdLst>
              <a:gd name="connsiteX0" fmla="*/ 0 w 6055313"/>
              <a:gd name="connsiteY0" fmla="*/ 7812915 h 7812915"/>
              <a:gd name="connsiteX1" fmla="*/ 2243431 w 6055313"/>
              <a:gd name="connsiteY1" fmla="*/ 0 h 7812915"/>
              <a:gd name="connsiteX2" fmla="*/ 6055313 w 6055313"/>
              <a:gd name="connsiteY2" fmla="*/ 0 h 7812915"/>
              <a:gd name="connsiteX3" fmla="*/ 6055313 w 6055313"/>
              <a:gd name="connsiteY3" fmla="*/ 4859044 h 7812915"/>
              <a:gd name="connsiteX4" fmla="*/ 5207127 w 6055313"/>
              <a:gd name="connsiteY4" fmla="*/ 7812915 h 7812915"/>
              <a:gd name="connsiteX0" fmla="*/ 0 w 6055313"/>
              <a:gd name="connsiteY0" fmla="*/ 7812915 h 7812915"/>
              <a:gd name="connsiteX1" fmla="*/ 2243431 w 6055313"/>
              <a:gd name="connsiteY1" fmla="*/ 0 h 7812915"/>
              <a:gd name="connsiteX2" fmla="*/ 6055313 w 6055313"/>
              <a:gd name="connsiteY2" fmla="*/ 0 h 7812915"/>
              <a:gd name="connsiteX3" fmla="*/ 6055313 w 6055313"/>
              <a:gd name="connsiteY3" fmla="*/ 4859044 h 7812915"/>
              <a:gd name="connsiteX4" fmla="*/ 5236624 w 6055313"/>
              <a:gd name="connsiteY4" fmla="*/ 7812915 h 7812915"/>
              <a:gd name="connsiteX5" fmla="*/ 0 w 6055313"/>
              <a:gd name="connsiteY5" fmla="*/ 7812915 h 7812915"/>
              <a:gd name="connsiteX0" fmla="*/ 0 w 6062933"/>
              <a:gd name="connsiteY0" fmla="*/ 7851015 h 7851015"/>
              <a:gd name="connsiteX1" fmla="*/ 2251051 w 6062933"/>
              <a:gd name="connsiteY1" fmla="*/ 0 h 7851015"/>
              <a:gd name="connsiteX2" fmla="*/ 6062933 w 6062933"/>
              <a:gd name="connsiteY2" fmla="*/ 0 h 7851015"/>
              <a:gd name="connsiteX3" fmla="*/ 6062933 w 6062933"/>
              <a:gd name="connsiteY3" fmla="*/ 4859044 h 7851015"/>
              <a:gd name="connsiteX4" fmla="*/ 5244244 w 6062933"/>
              <a:gd name="connsiteY4" fmla="*/ 7812915 h 7851015"/>
              <a:gd name="connsiteX5" fmla="*/ 0 w 6062933"/>
              <a:gd name="connsiteY5" fmla="*/ 7851015 h 7851015"/>
              <a:gd name="connsiteX0" fmla="*/ 0 w 6038549"/>
              <a:gd name="connsiteY0" fmla="*/ 7808343 h 7812915"/>
              <a:gd name="connsiteX1" fmla="*/ 2226667 w 6038549"/>
              <a:gd name="connsiteY1" fmla="*/ 0 h 7812915"/>
              <a:gd name="connsiteX2" fmla="*/ 6038549 w 6038549"/>
              <a:gd name="connsiteY2" fmla="*/ 0 h 7812915"/>
              <a:gd name="connsiteX3" fmla="*/ 6038549 w 6038549"/>
              <a:gd name="connsiteY3" fmla="*/ 4859044 h 7812915"/>
              <a:gd name="connsiteX4" fmla="*/ 5219860 w 6038549"/>
              <a:gd name="connsiteY4" fmla="*/ 7812915 h 7812915"/>
              <a:gd name="connsiteX5" fmla="*/ 0 w 6038549"/>
              <a:gd name="connsiteY5" fmla="*/ 7808343 h 781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38549" h="7812915">
                <a:moveTo>
                  <a:pt x="0" y="7808343"/>
                </a:moveTo>
                <a:lnTo>
                  <a:pt x="2226667" y="0"/>
                </a:lnTo>
                <a:lnTo>
                  <a:pt x="6038549" y="0"/>
                </a:lnTo>
                <a:lnTo>
                  <a:pt x="6038549" y="4859044"/>
                </a:lnTo>
                <a:lnTo>
                  <a:pt x="5219860" y="7812915"/>
                </a:lnTo>
                <a:lnTo>
                  <a:pt x="0" y="780834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2160" b="0" i="0">
              <a:latin typeface="Avenir Book" panose="02000503020000020003" pitchFamily="2" charset="0"/>
            </a:endParaRPr>
          </a:p>
        </p:txBody>
      </p:sp>
      <p:sp>
        <p:nvSpPr>
          <p:cNvPr id="8" name="Picture Placeholder 47">
            <a:extLst>
              <a:ext uri="{FF2B5EF4-FFF2-40B4-BE49-F238E27FC236}">
                <a16:creationId xmlns:a16="http://schemas.microsoft.com/office/drawing/2014/main" id="{78004D37-C7E0-B198-98DF-1D5CB04C7804}"/>
              </a:ext>
            </a:extLst>
          </p:cNvPr>
          <p:cNvSpPr>
            <a:spLocks noGrp="1"/>
          </p:cNvSpPr>
          <p:nvPr>
            <p:ph type="pic" sz="quarter" idx="15"/>
          </p:nvPr>
        </p:nvSpPr>
        <p:spPr>
          <a:xfrm>
            <a:off x="0" y="932686"/>
            <a:ext cx="6236208" cy="6989432"/>
          </a:xfrm>
          <a:custGeom>
            <a:avLst/>
            <a:gdLst>
              <a:gd name="connsiteX0" fmla="*/ 4221481 w 5196840"/>
              <a:gd name="connsiteY0" fmla="*/ 0 h 5780545"/>
              <a:gd name="connsiteX1" fmla="*/ 5196840 w 5196840"/>
              <a:gd name="connsiteY1" fmla="*/ 264689 h 5780545"/>
              <a:gd name="connsiteX2" fmla="*/ 5196840 w 5196840"/>
              <a:gd name="connsiteY2" fmla="*/ 1110836 h 5780545"/>
              <a:gd name="connsiteX3" fmla="*/ 5196839 w 5196840"/>
              <a:gd name="connsiteY3" fmla="*/ 1110836 h 5780545"/>
              <a:gd name="connsiteX4" fmla="*/ 5196839 w 5196840"/>
              <a:gd name="connsiteY4" fmla="*/ 5456481 h 5780545"/>
              <a:gd name="connsiteX5" fmla="*/ 4221480 w 5196840"/>
              <a:gd name="connsiteY5" fmla="*/ 5191792 h 5780545"/>
              <a:gd name="connsiteX6" fmla="*/ 0 w 5196840"/>
              <a:gd name="connsiteY6" fmla="*/ 5780545 h 5780545"/>
              <a:gd name="connsiteX7" fmla="*/ 0 w 5196840"/>
              <a:gd name="connsiteY7" fmla="*/ 1138188 h 5780545"/>
              <a:gd name="connsiteX8" fmla="*/ 0 w 5196840"/>
              <a:gd name="connsiteY8" fmla="*/ 695992 h 5780545"/>
              <a:gd name="connsiteX9" fmla="*/ 0 w 5196840"/>
              <a:gd name="connsiteY9" fmla="*/ 588753 h 5780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6840" h="5780545">
                <a:moveTo>
                  <a:pt x="4221481" y="0"/>
                </a:moveTo>
                <a:lnTo>
                  <a:pt x="5196840" y="264689"/>
                </a:lnTo>
                <a:lnTo>
                  <a:pt x="5196840" y="1110836"/>
                </a:lnTo>
                <a:lnTo>
                  <a:pt x="5196839" y="1110836"/>
                </a:lnTo>
                <a:lnTo>
                  <a:pt x="5196839" y="5456481"/>
                </a:lnTo>
                <a:lnTo>
                  <a:pt x="4221480" y="5191792"/>
                </a:lnTo>
                <a:lnTo>
                  <a:pt x="0" y="5780545"/>
                </a:lnTo>
                <a:lnTo>
                  <a:pt x="0" y="1138188"/>
                </a:lnTo>
                <a:lnTo>
                  <a:pt x="0" y="695992"/>
                </a:lnTo>
                <a:lnTo>
                  <a:pt x="0" y="588753"/>
                </a:lnTo>
                <a:close/>
              </a:path>
            </a:pathLst>
          </a:custGeom>
          <a:solidFill>
            <a:schemeClr val="bg2">
              <a:lumMod val="20000"/>
              <a:lumOff val="80000"/>
            </a:schemeClr>
          </a:solidFill>
        </p:spPr>
        <p:txBody>
          <a:bodyPr wrap="square" anchor="ctr">
            <a:noAutofit/>
          </a:bodyPr>
          <a:lstStyle>
            <a:lvl1pPr marL="0" indent="0" algn="ctr">
              <a:buNone/>
              <a:defRPr b="0" i="0"/>
            </a:lvl1pPr>
          </a:lstStyle>
          <a:p>
            <a:r>
              <a:rPr lang="en-US"/>
              <a:t>Click icon to add picture</a:t>
            </a:r>
            <a:endParaRPr lang="de-DE"/>
          </a:p>
        </p:txBody>
      </p:sp>
      <p:sp>
        <p:nvSpPr>
          <p:cNvPr id="6" name="TextBox 5">
            <a:extLst>
              <a:ext uri="{FF2B5EF4-FFF2-40B4-BE49-F238E27FC236}">
                <a16:creationId xmlns:a16="http://schemas.microsoft.com/office/drawing/2014/main" id="{F5CFFD73-2036-4462-99DA-D1C0238963E7}"/>
              </a:ext>
            </a:extLst>
          </p:cNvPr>
          <p:cNvSpPr txBox="1"/>
          <p:nvPr/>
        </p:nvSpPr>
        <p:spPr>
          <a:xfrm>
            <a:off x="619124" y="7726918"/>
            <a:ext cx="2596896" cy="276999"/>
          </a:xfrm>
          <a:prstGeom prst="rect">
            <a:avLst/>
          </a:prstGeom>
          <a:noFill/>
        </p:spPr>
        <p:txBody>
          <a:bodyPr wrap="square">
            <a:spAutoFit/>
          </a:bodyPr>
          <a:lstStyle/>
          <a:p>
            <a:r>
              <a:rPr lang="en-US" sz="1200">
                <a:solidFill>
                  <a:schemeClr val="bg1"/>
                </a:solidFill>
                <a:latin typeface="PP Neue Machina Plain Italic" pitchFamily="2" charset="77"/>
              </a:rPr>
              <a:t>Ascendion© 2023</a:t>
            </a:r>
          </a:p>
        </p:txBody>
      </p:sp>
      <p:pic>
        <p:nvPicPr>
          <p:cNvPr id="5" name="Graphic 4">
            <a:extLst>
              <a:ext uri="{FF2B5EF4-FFF2-40B4-BE49-F238E27FC236}">
                <a16:creationId xmlns:a16="http://schemas.microsoft.com/office/drawing/2014/main" id="{A206527E-77AF-4B8C-4036-56F45434A1B3}"/>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06905" y="122629"/>
            <a:ext cx="808736" cy="1045440"/>
          </a:xfrm>
          <a:prstGeom prst="rect">
            <a:avLst/>
          </a:prstGeom>
        </p:spPr>
      </p:pic>
      <p:sp>
        <p:nvSpPr>
          <p:cNvPr id="10" name="Slide Number Placeholder 5">
            <a:extLst>
              <a:ext uri="{FF2B5EF4-FFF2-40B4-BE49-F238E27FC236}">
                <a16:creationId xmlns:a16="http://schemas.microsoft.com/office/drawing/2014/main" id="{B4FCF6CA-33E7-86CC-A95A-CB7E284AB283}"/>
              </a:ext>
            </a:extLst>
          </p:cNvPr>
          <p:cNvSpPr>
            <a:spLocks noGrp="1"/>
          </p:cNvSpPr>
          <p:nvPr>
            <p:ph type="sldNum" sz="quarter" idx="12"/>
          </p:nvPr>
        </p:nvSpPr>
        <p:spPr>
          <a:xfrm>
            <a:off x="13469673" y="7726918"/>
            <a:ext cx="541602" cy="295465"/>
          </a:xfrm>
          <a:prstGeom prst="rect">
            <a:avLst/>
          </a:prstGeom>
        </p:spPr>
        <p:txBody>
          <a:bodyPr/>
          <a:lstStyle>
            <a:lvl1pPr marL="0" algn="r" defTabSz="1097280" rtl="0" eaLnBrk="1" latinLnBrk="0" hangingPunct="1">
              <a:defRPr lang="en-US" sz="1200" kern="1200" smtClean="0">
                <a:solidFill>
                  <a:schemeClr val="bg1"/>
                </a:solidFill>
                <a:latin typeface="PP Neue Machina Plain Italic" pitchFamily="2" charset="77"/>
                <a:ea typeface="+mn-ea"/>
                <a:cs typeface="+mn-cs"/>
              </a:defRPr>
            </a:lvl1pPr>
          </a:lstStyle>
          <a:p>
            <a:fld id="{6E6321A0-5D1E-44D0-81DA-4E3A93CA06A4}" type="slidenum">
              <a:rPr lang="en-IN" smtClean="0"/>
              <a:t>‹#›</a:t>
            </a:fld>
            <a:endParaRPr lang="en-IN"/>
          </a:p>
        </p:txBody>
      </p:sp>
      <p:sp>
        <p:nvSpPr>
          <p:cNvPr id="11" name="Title 1">
            <a:extLst>
              <a:ext uri="{FF2B5EF4-FFF2-40B4-BE49-F238E27FC236}">
                <a16:creationId xmlns:a16="http://schemas.microsoft.com/office/drawing/2014/main" id="{75C75878-87AF-E90C-0A95-F2723AE9A3DE}"/>
              </a:ext>
            </a:extLst>
          </p:cNvPr>
          <p:cNvSpPr>
            <a:spLocks noGrp="1"/>
          </p:cNvSpPr>
          <p:nvPr>
            <p:ph type="title" hasCustomPrompt="1"/>
          </p:nvPr>
        </p:nvSpPr>
        <p:spPr>
          <a:xfrm flipH="1">
            <a:off x="6949438" y="3546763"/>
            <a:ext cx="6657464" cy="3426137"/>
          </a:xfrm>
          <a:prstGeom prst="rect">
            <a:avLst/>
          </a:prstGeom>
        </p:spPr>
        <p:txBody>
          <a:bodyPr>
            <a:noAutofit/>
          </a:bodyPr>
          <a:lstStyle>
            <a:lvl1pPr>
              <a:defRPr>
                <a:solidFill>
                  <a:schemeClr val="bg1"/>
                </a:solidFill>
              </a:defRPr>
            </a:lvl1pPr>
          </a:lstStyle>
          <a:p>
            <a:r>
              <a:rPr lang="en-US"/>
              <a:t>Click To Edit Master Title Style</a:t>
            </a:r>
          </a:p>
        </p:txBody>
      </p:sp>
      <p:sp>
        <p:nvSpPr>
          <p:cNvPr id="12" name="Graphic 3">
            <a:extLst>
              <a:ext uri="{FF2B5EF4-FFF2-40B4-BE49-F238E27FC236}">
                <a16:creationId xmlns:a16="http://schemas.microsoft.com/office/drawing/2014/main" id="{36365933-5BF7-CAA7-37F4-41F0051B1F6D}"/>
              </a:ext>
            </a:extLst>
          </p:cNvPr>
          <p:cNvSpPr/>
          <p:nvPr/>
        </p:nvSpPr>
        <p:spPr>
          <a:xfrm>
            <a:off x="22396" y="7197386"/>
            <a:ext cx="8765383" cy="1028021"/>
          </a:xfrm>
          <a:custGeom>
            <a:avLst/>
            <a:gdLst>
              <a:gd name="connsiteX0" fmla="*/ 4207334 w 7304486"/>
              <a:gd name="connsiteY0" fmla="*/ 109193 h 856684"/>
              <a:gd name="connsiteX1" fmla="*/ 0 w 7304486"/>
              <a:gd name="connsiteY1" fmla="*/ 591436 h 856684"/>
              <a:gd name="connsiteX2" fmla="*/ 4214758 w 7304486"/>
              <a:gd name="connsiteY2" fmla="*/ 0 h 856684"/>
              <a:gd name="connsiteX3" fmla="*/ 7304487 w 7304486"/>
              <a:gd name="connsiteY3" fmla="*/ 856685 h 856684"/>
              <a:gd name="connsiteX4" fmla="*/ 4207334 w 7304486"/>
              <a:gd name="connsiteY4" fmla="*/ 109038 h 8566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4486" h="856684">
                <a:moveTo>
                  <a:pt x="4207334" y="109193"/>
                </a:moveTo>
                <a:cubicBezTo>
                  <a:pt x="2804838" y="269889"/>
                  <a:pt x="1402496" y="430740"/>
                  <a:pt x="0" y="591436"/>
                </a:cubicBezTo>
                <a:cubicBezTo>
                  <a:pt x="1404971" y="394239"/>
                  <a:pt x="2809941" y="197197"/>
                  <a:pt x="4214758" y="0"/>
                </a:cubicBezTo>
                <a:cubicBezTo>
                  <a:pt x="5244668" y="285510"/>
                  <a:pt x="6274577" y="571175"/>
                  <a:pt x="7304487" y="856685"/>
                </a:cubicBezTo>
                <a:cubicBezTo>
                  <a:pt x="6272102" y="607521"/>
                  <a:pt x="5239718" y="358357"/>
                  <a:pt x="4207334" y="109038"/>
                </a:cubicBezTo>
                <a:close/>
              </a:path>
            </a:pathLst>
          </a:custGeom>
          <a:solidFill>
            <a:srgbClr val="00FAC2"/>
          </a:solidFill>
          <a:ln w="15458" cap="flat">
            <a:noFill/>
            <a:prstDash val="solid"/>
            <a:miter/>
          </a:ln>
        </p:spPr>
        <p:txBody>
          <a:bodyPr rtlCol="0" anchor="ctr"/>
          <a:lstStyle/>
          <a:p>
            <a:endParaRPr lang="en-US" sz="2160"/>
          </a:p>
        </p:txBody>
      </p:sp>
    </p:spTree>
    <p:extLst>
      <p:ext uri="{BB962C8B-B14F-4D97-AF65-F5344CB8AC3E}">
        <p14:creationId xmlns:p14="http://schemas.microsoft.com/office/powerpoint/2010/main" val="1419795341"/>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Statement - Light">
    <p:bg>
      <p:bgPr>
        <a:solidFill>
          <a:schemeClr val="bg1"/>
        </a:solidFill>
        <a:effectLst/>
      </p:bgPr>
    </p:bg>
    <p:spTree>
      <p:nvGrpSpPr>
        <p:cNvPr id="1" name=""/>
        <p:cNvGrpSpPr/>
        <p:nvPr/>
      </p:nvGrpSpPr>
      <p:grpSpPr>
        <a:xfrm>
          <a:off x="0" y="0"/>
          <a:ext cx="0" cy="0"/>
          <a:chOff x="0" y="0"/>
          <a:chExt cx="0" cy="0"/>
        </a:xfrm>
      </p:grpSpPr>
      <p:sp>
        <p:nvSpPr>
          <p:cNvPr id="15" name="Text Placeholder 9">
            <a:extLst>
              <a:ext uri="{FF2B5EF4-FFF2-40B4-BE49-F238E27FC236}">
                <a16:creationId xmlns:a16="http://schemas.microsoft.com/office/drawing/2014/main" id="{408BA390-4F6A-B951-491F-D04965BA7F0B}"/>
              </a:ext>
            </a:extLst>
          </p:cNvPr>
          <p:cNvSpPr>
            <a:spLocks noGrp="1"/>
          </p:cNvSpPr>
          <p:nvPr>
            <p:ph type="body" sz="quarter" idx="13" hasCustomPrompt="1"/>
          </p:nvPr>
        </p:nvSpPr>
        <p:spPr>
          <a:xfrm>
            <a:off x="619125" y="514157"/>
            <a:ext cx="12285371" cy="7130609"/>
          </a:xfrm>
        </p:spPr>
        <p:txBody>
          <a:bodyPr anchor="ctr"/>
          <a:lstStyle>
            <a:lvl1pPr marL="0" indent="0">
              <a:buNone/>
              <a:defRPr sz="5400" b="0" i="0">
                <a:solidFill>
                  <a:schemeClr val="tx1"/>
                </a:solidFill>
                <a:latin typeface="PP Neue Machina Plain" pitchFamily="2" charset="77"/>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pic>
        <p:nvPicPr>
          <p:cNvPr id="7" name="Graphic 6">
            <a:extLst>
              <a:ext uri="{FF2B5EF4-FFF2-40B4-BE49-F238E27FC236}">
                <a16:creationId xmlns:a16="http://schemas.microsoft.com/office/drawing/2014/main" id="{7FCA649E-7DE1-BD3D-33B1-3D54E70B2288}"/>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06906" y="122629"/>
            <a:ext cx="808736" cy="1045440"/>
          </a:xfrm>
          <a:prstGeom prst="rect">
            <a:avLst/>
          </a:prstGeom>
        </p:spPr>
      </p:pic>
      <p:sp>
        <p:nvSpPr>
          <p:cNvPr id="2" name="Graphic 24">
            <a:extLst>
              <a:ext uri="{FF2B5EF4-FFF2-40B4-BE49-F238E27FC236}">
                <a16:creationId xmlns:a16="http://schemas.microsoft.com/office/drawing/2014/main" id="{D6D0E9B6-A05B-A370-5216-4B46F78FC199}"/>
              </a:ext>
            </a:extLst>
          </p:cNvPr>
          <p:cNvSpPr/>
          <p:nvPr/>
        </p:nvSpPr>
        <p:spPr>
          <a:xfrm>
            <a:off x="0" y="1"/>
            <a:ext cx="146122" cy="2351315"/>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3"/>
          </a:solidFill>
          <a:ln w="20108" cap="flat">
            <a:noFill/>
            <a:prstDash val="solid"/>
            <a:miter/>
          </a:ln>
        </p:spPr>
        <p:txBody>
          <a:bodyPr rtlCol="0" anchor="ctr"/>
          <a:lstStyle/>
          <a:p>
            <a:endParaRPr lang="en-US" sz="2160"/>
          </a:p>
        </p:txBody>
      </p:sp>
      <p:sp>
        <p:nvSpPr>
          <p:cNvPr id="3" name="Graphic 26">
            <a:extLst>
              <a:ext uri="{FF2B5EF4-FFF2-40B4-BE49-F238E27FC236}">
                <a16:creationId xmlns:a16="http://schemas.microsoft.com/office/drawing/2014/main" id="{AE70869E-C13E-6F3E-EAE3-B061DD10F3C8}"/>
              </a:ext>
            </a:extLst>
          </p:cNvPr>
          <p:cNvSpPr/>
          <p:nvPr/>
        </p:nvSpPr>
        <p:spPr>
          <a:xfrm>
            <a:off x="14484278" y="6009758"/>
            <a:ext cx="146122" cy="2351315"/>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3"/>
          </a:solidFill>
          <a:ln w="20108" cap="flat">
            <a:noFill/>
            <a:prstDash val="solid"/>
            <a:miter/>
          </a:ln>
        </p:spPr>
        <p:txBody>
          <a:bodyPr rtlCol="0" anchor="ctr"/>
          <a:lstStyle/>
          <a:p>
            <a:endParaRPr lang="en-US" sz="2160"/>
          </a:p>
        </p:txBody>
      </p:sp>
    </p:spTree>
    <p:extLst>
      <p:ext uri="{BB962C8B-B14F-4D97-AF65-F5344CB8AC3E}">
        <p14:creationId xmlns:p14="http://schemas.microsoft.com/office/powerpoint/2010/main" val="3423460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Statement - Dark">
    <p:bg>
      <p:bgPr>
        <a:solidFill>
          <a:schemeClr val="tx1"/>
        </a:solidFill>
        <a:effectLst/>
      </p:bgPr>
    </p:bg>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A7F0B325-274F-9A79-E2B9-D4900128CEAD}"/>
              </a:ext>
            </a:extLst>
          </p:cNvPr>
          <p:cNvSpPr>
            <a:spLocks noGrp="1"/>
          </p:cNvSpPr>
          <p:nvPr>
            <p:ph type="body" sz="quarter" idx="13" hasCustomPrompt="1"/>
          </p:nvPr>
        </p:nvSpPr>
        <p:spPr>
          <a:xfrm>
            <a:off x="619125" y="514157"/>
            <a:ext cx="12285371" cy="7130609"/>
          </a:xfrm>
        </p:spPr>
        <p:txBody>
          <a:bodyPr anchor="ctr"/>
          <a:lstStyle>
            <a:lvl1pPr marL="0" indent="0">
              <a:buNone/>
              <a:defRPr sz="5400" b="0" i="0">
                <a:solidFill>
                  <a:schemeClr val="bg1"/>
                </a:solidFill>
                <a:latin typeface="PP Neue Machina Plain" pitchFamily="2" charset="77"/>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pic>
        <p:nvPicPr>
          <p:cNvPr id="9" name="Graphic 8">
            <a:extLst>
              <a:ext uri="{FF2B5EF4-FFF2-40B4-BE49-F238E27FC236}">
                <a16:creationId xmlns:a16="http://schemas.microsoft.com/office/drawing/2014/main" id="{B0489D87-6BB8-3AF1-F1CA-6778DD85911A}"/>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06905" y="122629"/>
            <a:ext cx="808736" cy="1045440"/>
          </a:xfrm>
          <a:prstGeom prst="rect">
            <a:avLst/>
          </a:prstGeom>
        </p:spPr>
      </p:pic>
      <p:sp>
        <p:nvSpPr>
          <p:cNvPr id="2" name="Graphic 24">
            <a:extLst>
              <a:ext uri="{FF2B5EF4-FFF2-40B4-BE49-F238E27FC236}">
                <a16:creationId xmlns:a16="http://schemas.microsoft.com/office/drawing/2014/main" id="{CAE1DCF4-3019-98C2-6664-5B91B3B881CB}"/>
              </a:ext>
            </a:extLst>
          </p:cNvPr>
          <p:cNvSpPr/>
          <p:nvPr/>
        </p:nvSpPr>
        <p:spPr>
          <a:xfrm>
            <a:off x="0" y="1"/>
            <a:ext cx="146122" cy="2351315"/>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1">
              <a:lumMod val="60000"/>
              <a:lumOff val="40000"/>
            </a:schemeClr>
          </a:solidFill>
          <a:ln w="20108" cap="flat">
            <a:noFill/>
            <a:prstDash val="solid"/>
            <a:miter/>
          </a:ln>
        </p:spPr>
        <p:txBody>
          <a:bodyPr rtlCol="0" anchor="ctr"/>
          <a:lstStyle/>
          <a:p>
            <a:endParaRPr lang="en-US" sz="2160"/>
          </a:p>
        </p:txBody>
      </p:sp>
      <p:sp>
        <p:nvSpPr>
          <p:cNvPr id="3" name="Graphic 26">
            <a:extLst>
              <a:ext uri="{FF2B5EF4-FFF2-40B4-BE49-F238E27FC236}">
                <a16:creationId xmlns:a16="http://schemas.microsoft.com/office/drawing/2014/main" id="{F839E0A6-5CE5-D462-F407-1C7A8ED7D9B1}"/>
              </a:ext>
            </a:extLst>
          </p:cNvPr>
          <p:cNvSpPr/>
          <p:nvPr/>
        </p:nvSpPr>
        <p:spPr>
          <a:xfrm>
            <a:off x="14484278" y="6009758"/>
            <a:ext cx="146122" cy="2351315"/>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1">
              <a:lumMod val="60000"/>
              <a:lumOff val="40000"/>
            </a:schemeClr>
          </a:solidFill>
          <a:ln w="20108" cap="flat">
            <a:noFill/>
            <a:prstDash val="solid"/>
            <a:miter/>
          </a:ln>
        </p:spPr>
        <p:txBody>
          <a:bodyPr rtlCol="0" anchor="ctr"/>
          <a:lstStyle/>
          <a:p>
            <a:endParaRPr lang="en-US" sz="2160"/>
          </a:p>
        </p:txBody>
      </p:sp>
    </p:spTree>
    <p:extLst>
      <p:ext uri="{BB962C8B-B14F-4D97-AF65-F5344CB8AC3E}">
        <p14:creationId xmlns:p14="http://schemas.microsoft.com/office/powerpoint/2010/main" val="220780073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 Light">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48E0E94E-6C91-72EC-0C86-9045FE024F15}"/>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06906" y="122629"/>
            <a:ext cx="808736" cy="1045440"/>
          </a:xfrm>
          <a:prstGeom prst="rect">
            <a:avLst/>
          </a:prstGeom>
        </p:spPr>
      </p:pic>
      <p:sp>
        <p:nvSpPr>
          <p:cNvPr id="2" name="Graphic 24">
            <a:extLst>
              <a:ext uri="{FF2B5EF4-FFF2-40B4-BE49-F238E27FC236}">
                <a16:creationId xmlns:a16="http://schemas.microsoft.com/office/drawing/2014/main" id="{CDBC7BB0-2186-A0D5-DFA4-E5EA88D1386C}"/>
              </a:ext>
            </a:extLst>
          </p:cNvPr>
          <p:cNvSpPr/>
          <p:nvPr/>
        </p:nvSpPr>
        <p:spPr>
          <a:xfrm>
            <a:off x="0" y="1"/>
            <a:ext cx="146122" cy="2351315"/>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4"/>
          </a:solidFill>
          <a:ln w="20108" cap="flat">
            <a:noFill/>
            <a:prstDash val="solid"/>
            <a:miter/>
          </a:ln>
        </p:spPr>
        <p:txBody>
          <a:bodyPr rtlCol="0" anchor="ctr"/>
          <a:lstStyle/>
          <a:p>
            <a:endParaRPr lang="en-US" sz="2160"/>
          </a:p>
        </p:txBody>
      </p:sp>
      <p:sp>
        <p:nvSpPr>
          <p:cNvPr id="4" name="Graphic 26">
            <a:extLst>
              <a:ext uri="{FF2B5EF4-FFF2-40B4-BE49-F238E27FC236}">
                <a16:creationId xmlns:a16="http://schemas.microsoft.com/office/drawing/2014/main" id="{D4C34BB0-7DB3-0D4F-1A32-47E1880A88B7}"/>
              </a:ext>
            </a:extLst>
          </p:cNvPr>
          <p:cNvSpPr/>
          <p:nvPr/>
        </p:nvSpPr>
        <p:spPr>
          <a:xfrm>
            <a:off x="14484278" y="6009758"/>
            <a:ext cx="146122" cy="2351315"/>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4"/>
          </a:solidFill>
          <a:ln w="20108" cap="flat">
            <a:noFill/>
            <a:prstDash val="solid"/>
            <a:miter/>
          </a:ln>
        </p:spPr>
        <p:txBody>
          <a:bodyPr rtlCol="0" anchor="ctr"/>
          <a:lstStyle/>
          <a:p>
            <a:endParaRPr lang="en-US" sz="2160"/>
          </a:p>
        </p:txBody>
      </p:sp>
    </p:spTree>
    <p:extLst>
      <p:ext uri="{BB962C8B-B14F-4D97-AF65-F5344CB8AC3E}">
        <p14:creationId xmlns:p14="http://schemas.microsoft.com/office/powerpoint/2010/main" val="79824382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 - Dark">
    <p:bg>
      <p:bgRef idx="1001">
        <a:schemeClr val="bg1"/>
      </p:bgRef>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2F58B796-5215-BBC6-0825-A613BE8B214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06905" y="122629"/>
            <a:ext cx="808736" cy="1045440"/>
          </a:xfrm>
          <a:prstGeom prst="rect">
            <a:avLst/>
          </a:prstGeom>
        </p:spPr>
      </p:pic>
      <p:sp>
        <p:nvSpPr>
          <p:cNvPr id="3" name="Graphic 24">
            <a:extLst>
              <a:ext uri="{FF2B5EF4-FFF2-40B4-BE49-F238E27FC236}">
                <a16:creationId xmlns:a16="http://schemas.microsoft.com/office/drawing/2014/main" id="{59AB7120-5B94-940D-F939-553BF2FF8C2B}"/>
              </a:ext>
            </a:extLst>
          </p:cNvPr>
          <p:cNvSpPr/>
          <p:nvPr/>
        </p:nvSpPr>
        <p:spPr>
          <a:xfrm>
            <a:off x="0" y="1"/>
            <a:ext cx="146122" cy="2351315"/>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3"/>
          </a:solidFill>
          <a:ln w="20108" cap="flat">
            <a:noFill/>
            <a:prstDash val="solid"/>
            <a:miter/>
          </a:ln>
        </p:spPr>
        <p:txBody>
          <a:bodyPr rtlCol="0" anchor="ctr"/>
          <a:lstStyle/>
          <a:p>
            <a:endParaRPr lang="en-US" sz="2160"/>
          </a:p>
        </p:txBody>
      </p:sp>
      <p:sp>
        <p:nvSpPr>
          <p:cNvPr id="4" name="Graphic 26">
            <a:extLst>
              <a:ext uri="{FF2B5EF4-FFF2-40B4-BE49-F238E27FC236}">
                <a16:creationId xmlns:a16="http://schemas.microsoft.com/office/drawing/2014/main" id="{829D21B1-A535-5CEE-46A8-94BF4222E354}"/>
              </a:ext>
            </a:extLst>
          </p:cNvPr>
          <p:cNvSpPr/>
          <p:nvPr/>
        </p:nvSpPr>
        <p:spPr>
          <a:xfrm>
            <a:off x="14484278" y="6009758"/>
            <a:ext cx="146122" cy="2351315"/>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3"/>
          </a:solidFill>
          <a:ln w="20108" cap="flat">
            <a:noFill/>
            <a:prstDash val="solid"/>
            <a:miter/>
          </a:ln>
        </p:spPr>
        <p:txBody>
          <a:bodyPr rtlCol="0" anchor="ctr"/>
          <a:lstStyle/>
          <a:p>
            <a:endParaRPr lang="en-US" sz="2160"/>
          </a:p>
        </p:txBody>
      </p:sp>
    </p:spTree>
    <p:extLst>
      <p:ext uri="{BB962C8B-B14F-4D97-AF65-F5344CB8AC3E}">
        <p14:creationId xmlns:p14="http://schemas.microsoft.com/office/powerpoint/2010/main" val="1215570991"/>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BoilerPlate - Ligh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0C98451-5990-C44E-5DCE-3E236536D33D}"/>
              </a:ext>
            </a:extLst>
          </p:cNvPr>
          <p:cNvSpPr/>
          <p:nvPr/>
        </p:nvSpPr>
        <p:spPr>
          <a:xfrm>
            <a:off x="594360" y="7658100"/>
            <a:ext cx="13574290" cy="55089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pic>
        <p:nvPicPr>
          <p:cNvPr id="2" name="Graphic 1">
            <a:extLst>
              <a:ext uri="{FF2B5EF4-FFF2-40B4-BE49-F238E27FC236}">
                <a16:creationId xmlns:a16="http://schemas.microsoft.com/office/drawing/2014/main" id="{7467E930-9597-4C56-A1C3-13778235AC38}"/>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8394528" y="356187"/>
            <a:ext cx="5787586" cy="7481515"/>
          </a:xfrm>
          <a:prstGeom prst="rect">
            <a:avLst/>
          </a:prstGeom>
        </p:spPr>
      </p:pic>
      <p:sp>
        <p:nvSpPr>
          <p:cNvPr id="4" name="Text Placeholder 9">
            <a:extLst>
              <a:ext uri="{FF2B5EF4-FFF2-40B4-BE49-F238E27FC236}">
                <a16:creationId xmlns:a16="http://schemas.microsoft.com/office/drawing/2014/main" id="{FC065D4E-EDEC-427C-B991-4C6422332EA7}"/>
              </a:ext>
            </a:extLst>
          </p:cNvPr>
          <p:cNvSpPr>
            <a:spLocks noGrp="1"/>
          </p:cNvSpPr>
          <p:nvPr>
            <p:ph type="body" sz="quarter" idx="13" hasCustomPrompt="1"/>
          </p:nvPr>
        </p:nvSpPr>
        <p:spPr>
          <a:xfrm>
            <a:off x="619125" y="469823"/>
            <a:ext cx="7243594" cy="2423006"/>
          </a:xfrm>
        </p:spPr>
        <p:txBody>
          <a:bodyPr anchor="ctr"/>
          <a:lstStyle>
            <a:lvl1pPr marL="0" indent="0" algn="l">
              <a:buNone/>
              <a:defRPr sz="5400" b="0" i="0">
                <a:solidFill>
                  <a:schemeClr val="tx1"/>
                </a:solidFill>
                <a:latin typeface="PP Neue Machina Plain" pitchFamily="2" charset="77"/>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14" name="TextBox 13">
            <a:extLst>
              <a:ext uri="{FF2B5EF4-FFF2-40B4-BE49-F238E27FC236}">
                <a16:creationId xmlns:a16="http://schemas.microsoft.com/office/drawing/2014/main" id="{13096004-AC19-3B08-F4D2-42484B0CEA3B}"/>
              </a:ext>
            </a:extLst>
          </p:cNvPr>
          <p:cNvSpPr txBox="1"/>
          <p:nvPr/>
        </p:nvSpPr>
        <p:spPr>
          <a:xfrm>
            <a:off x="461751" y="4052487"/>
            <a:ext cx="7228087" cy="1384995"/>
          </a:xfrm>
          <a:prstGeom prst="rect">
            <a:avLst/>
          </a:prstGeom>
          <a:noFill/>
        </p:spPr>
        <p:txBody>
          <a:bodyPr wrap="square" rtlCol="0">
            <a:spAutoFit/>
          </a:bodyPr>
          <a:lstStyle/>
          <a:p>
            <a:r>
              <a:rPr lang="en-US" sz="1680" b="0" i="0">
                <a:solidFill>
                  <a:schemeClr val="tx1"/>
                </a:solidFill>
                <a:effectLst/>
                <a:latin typeface="+mn-lt"/>
              </a:rPr>
              <a:t>At Ascendion, we make and manage software platforms and products that power growth and deliver captivating experiences to consumers and employees. Our engineering, cloud, data, experience design, and talent solution capabilities accelerate transformation and impact for enterprise clients. Headquartered in New Jersey, our engineers deliver solutions from around the globe.</a:t>
            </a:r>
            <a:endParaRPr lang="en-US" sz="1680">
              <a:solidFill>
                <a:schemeClr val="tx1"/>
              </a:solidFill>
              <a:latin typeface="+mn-lt"/>
            </a:endParaRPr>
          </a:p>
        </p:txBody>
      </p:sp>
      <p:sp>
        <p:nvSpPr>
          <p:cNvPr id="15" name="TextBox 14">
            <a:extLst>
              <a:ext uri="{FF2B5EF4-FFF2-40B4-BE49-F238E27FC236}">
                <a16:creationId xmlns:a16="http://schemas.microsoft.com/office/drawing/2014/main" id="{BC924A56-70EA-D7A2-13B4-B30E7DA931C6}"/>
              </a:ext>
            </a:extLst>
          </p:cNvPr>
          <p:cNvSpPr txBox="1"/>
          <p:nvPr/>
        </p:nvSpPr>
        <p:spPr>
          <a:xfrm>
            <a:off x="461751" y="7545389"/>
            <a:ext cx="7228087" cy="350865"/>
          </a:xfrm>
          <a:prstGeom prst="rect">
            <a:avLst/>
          </a:prstGeom>
          <a:noFill/>
        </p:spPr>
        <p:txBody>
          <a:bodyPr wrap="square" rtlCol="0">
            <a:spAutoFit/>
          </a:bodyPr>
          <a:lstStyle/>
          <a:p>
            <a:r>
              <a:rPr lang="en-US" sz="1680" b="0" i="0">
                <a:solidFill>
                  <a:schemeClr val="tx1"/>
                </a:solidFill>
                <a:effectLst/>
                <a:latin typeface="+mn-lt"/>
              </a:rPr>
              <a:t>Copyright </a:t>
            </a:r>
            <a:r>
              <a:rPr lang="en-US" sz="1680" b="0" i="0">
                <a:solidFill>
                  <a:schemeClr val="tx1"/>
                </a:solidFill>
                <a:effectLst/>
                <a:latin typeface="Times New Roman" panose="02020603050405020304" pitchFamily="18" charset="0"/>
                <a:cs typeface="Times New Roman" panose="02020603050405020304" pitchFamily="18" charset="0"/>
              </a:rPr>
              <a:t>© </a:t>
            </a:r>
            <a:r>
              <a:rPr lang="en-US" sz="1680" b="0" i="0">
                <a:solidFill>
                  <a:schemeClr val="tx1"/>
                </a:solidFill>
                <a:effectLst/>
                <a:latin typeface="+mn-lt"/>
              </a:rPr>
              <a:t>2024 Ascendion. All rights reserved</a:t>
            </a:r>
            <a:endParaRPr lang="en-US" sz="1680">
              <a:solidFill>
                <a:schemeClr val="tx1"/>
              </a:solidFill>
              <a:latin typeface="+mn-lt"/>
            </a:endParaRPr>
          </a:p>
        </p:txBody>
      </p:sp>
      <p:sp>
        <p:nvSpPr>
          <p:cNvPr id="16" name="TextBox 15">
            <a:extLst>
              <a:ext uri="{FF2B5EF4-FFF2-40B4-BE49-F238E27FC236}">
                <a16:creationId xmlns:a16="http://schemas.microsoft.com/office/drawing/2014/main" id="{8C348A15-DDEE-E2BA-99E5-7B917E787DFB}"/>
              </a:ext>
            </a:extLst>
          </p:cNvPr>
          <p:cNvSpPr txBox="1"/>
          <p:nvPr/>
        </p:nvSpPr>
        <p:spPr>
          <a:xfrm>
            <a:off x="461751" y="5965053"/>
            <a:ext cx="7228087" cy="461665"/>
          </a:xfrm>
          <a:prstGeom prst="rect">
            <a:avLst/>
          </a:prstGeom>
          <a:noFill/>
        </p:spPr>
        <p:txBody>
          <a:bodyPr wrap="square" rtlCol="0">
            <a:spAutoFit/>
          </a:bodyPr>
          <a:lstStyle/>
          <a:p>
            <a:r>
              <a:rPr lang="en-US" sz="2400" b="0" i="0">
                <a:solidFill>
                  <a:schemeClr val="tx1"/>
                </a:solidFill>
                <a:effectLst/>
                <a:latin typeface="+mj-lt"/>
              </a:rPr>
              <a:t>ascendion.com</a:t>
            </a:r>
            <a:endParaRPr lang="en-US" sz="2400">
              <a:solidFill>
                <a:schemeClr val="tx1"/>
              </a:solidFill>
              <a:latin typeface="+mj-lt"/>
            </a:endParaRPr>
          </a:p>
        </p:txBody>
      </p:sp>
      <p:pic>
        <p:nvPicPr>
          <p:cNvPr id="17" name="Picture 17">
            <a:hlinkClick r:id="rId4"/>
            <a:extLst>
              <a:ext uri="{FF2B5EF4-FFF2-40B4-BE49-F238E27FC236}">
                <a16:creationId xmlns:a16="http://schemas.microsoft.com/office/drawing/2014/main" id="{E2C1606F-8517-4E8C-F7D8-61592F8E60BF}"/>
              </a:ext>
            </a:extLst>
          </p:cNvPr>
          <p:cNvPicPr>
            <a:picLocks noChangeAspect="1" noChangeArrowheads="1"/>
          </p:cNvPicPr>
          <p:nvPr/>
        </p:nvPicPr>
        <p:blipFill>
          <a:blip r:embed="rId5">
            <a:duotone>
              <a:prstClr val="black"/>
              <a:schemeClr val="tx2">
                <a:tint val="45000"/>
                <a:satMod val="400000"/>
              </a:schemeClr>
            </a:duotone>
            <a:lum bright="-40000" contrast="-40000"/>
            <a:extLst>
              <a:ext uri="{28A0092B-C50C-407E-A947-70E740481C1C}">
                <a14:useLocalDpi xmlns:a14="http://schemas.microsoft.com/office/drawing/2010/main"/>
              </a:ext>
            </a:extLst>
          </a:blip>
          <a:srcRect/>
          <a:stretch>
            <a:fillRect/>
          </a:stretch>
        </p:blipFill>
        <p:spPr bwMode="auto">
          <a:xfrm>
            <a:off x="551944" y="6746105"/>
            <a:ext cx="502920" cy="50292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8">
            <a:hlinkClick r:id="rId6"/>
            <a:extLst>
              <a:ext uri="{FF2B5EF4-FFF2-40B4-BE49-F238E27FC236}">
                <a16:creationId xmlns:a16="http://schemas.microsoft.com/office/drawing/2014/main" id="{E24421AE-571C-3A99-23B6-429987C0D56A}"/>
              </a:ext>
            </a:extLst>
          </p:cNvPr>
          <p:cNvPicPr>
            <a:picLocks noChangeAspect="1" noChangeArrowheads="1"/>
          </p:cNvPicPr>
          <p:nvPr/>
        </p:nvPicPr>
        <p:blipFill>
          <a:blip r:embed="rId7">
            <a:duotone>
              <a:prstClr val="black"/>
              <a:schemeClr val="tx2">
                <a:tint val="45000"/>
                <a:satMod val="400000"/>
              </a:schemeClr>
            </a:duotone>
            <a:lum bright="-40000" contrast="-40000"/>
            <a:extLst>
              <a:ext uri="{28A0092B-C50C-407E-A947-70E740481C1C}">
                <a14:useLocalDpi xmlns:a14="http://schemas.microsoft.com/office/drawing/2010/main"/>
              </a:ext>
            </a:extLst>
          </a:blip>
          <a:srcRect/>
          <a:stretch>
            <a:fillRect/>
          </a:stretch>
        </p:blipFill>
        <p:spPr bwMode="auto">
          <a:xfrm>
            <a:off x="1358532" y="6758647"/>
            <a:ext cx="502920" cy="50292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3">
            <a:hlinkClick r:id="rId8"/>
            <a:extLst>
              <a:ext uri="{FF2B5EF4-FFF2-40B4-BE49-F238E27FC236}">
                <a16:creationId xmlns:a16="http://schemas.microsoft.com/office/drawing/2014/main" id="{B7A99244-806E-977D-04AA-556DB0FDFCAD}"/>
              </a:ext>
            </a:extLst>
          </p:cNvPr>
          <p:cNvPicPr>
            <a:picLocks noChangeAspect="1" noChangeArrowheads="1"/>
          </p:cNvPicPr>
          <p:nvPr/>
        </p:nvPicPr>
        <p:blipFill>
          <a:blip r:embed="rId9">
            <a:duotone>
              <a:prstClr val="black"/>
              <a:schemeClr val="tx2">
                <a:tint val="45000"/>
                <a:satMod val="400000"/>
              </a:schemeClr>
            </a:duotone>
            <a:lum bright="-40000" contrast="-40000"/>
            <a:extLst>
              <a:ext uri="{28A0092B-C50C-407E-A947-70E740481C1C}">
                <a14:useLocalDpi xmlns:a14="http://schemas.microsoft.com/office/drawing/2010/main"/>
              </a:ext>
            </a:extLst>
          </a:blip>
          <a:srcRect/>
          <a:stretch>
            <a:fillRect/>
          </a:stretch>
        </p:blipFill>
        <p:spPr bwMode="auto">
          <a:xfrm>
            <a:off x="2157229" y="6758647"/>
            <a:ext cx="502920" cy="5029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93430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oilerPlate - Dark">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8AF3F13-6644-8411-E482-C0FF8712ED74}"/>
              </a:ext>
            </a:extLst>
          </p:cNvPr>
          <p:cNvSpPr/>
          <p:nvPr/>
        </p:nvSpPr>
        <p:spPr>
          <a:xfrm>
            <a:off x="594360" y="7658100"/>
            <a:ext cx="13574290" cy="55089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pic>
        <p:nvPicPr>
          <p:cNvPr id="2" name="Graphic 1">
            <a:extLst>
              <a:ext uri="{FF2B5EF4-FFF2-40B4-BE49-F238E27FC236}">
                <a16:creationId xmlns:a16="http://schemas.microsoft.com/office/drawing/2014/main" id="{9A630600-1C6C-49A8-A37B-0F175C3CD354}"/>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8387799" y="378396"/>
            <a:ext cx="5780851" cy="7472809"/>
          </a:xfrm>
          <a:prstGeom prst="rect">
            <a:avLst/>
          </a:prstGeom>
        </p:spPr>
      </p:pic>
      <p:sp>
        <p:nvSpPr>
          <p:cNvPr id="4" name="Text Placeholder 9">
            <a:extLst>
              <a:ext uri="{FF2B5EF4-FFF2-40B4-BE49-F238E27FC236}">
                <a16:creationId xmlns:a16="http://schemas.microsoft.com/office/drawing/2014/main" id="{3618B4B4-6139-43D4-8310-4CBCBC5BB7BD}"/>
              </a:ext>
            </a:extLst>
          </p:cNvPr>
          <p:cNvSpPr>
            <a:spLocks noGrp="1"/>
          </p:cNvSpPr>
          <p:nvPr>
            <p:ph type="body" sz="quarter" idx="13" hasCustomPrompt="1"/>
          </p:nvPr>
        </p:nvSpPr>
        <p:spPr>
          <a:xfrm>
            <a:off x="619126" y="720437"/>
            <a:ext cx="7228088" cy="2604653"/>
          </a:xfrm>
        </p:spPr>
        <p:txBody>
          <a:bodyPr anchor="ctr"/>
          <a:lstStyle>
            <a:lvl1pPr marL="0" indent="0" algn="l">
              <a:buNone/>
              <a:defRPr sz="5400" b="0" i="0">
                <a:solidFill>
                  <a:schemeClr val="tx1"/>
                </a:solidFill>
                <a:latin typeface="PP Neue Machina Plain" pitchFamily="2" charset="77"/>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pic>
        <p:nvPicPr>
          <p:cNvPr id="10" name="Picture 17">
            <a:hlinkClick r:id="rId4"/>
            <a:extLst>
              <a:ext uri="{FF2B5EF4-FFF2-40B4-BE49-F238E27FC236}">
                <a16:creationId xmlns:a16="http://schemas.microsoft.com/office/drawing/2014/main" id="{16BFEDB8-932E-BC5F-6BE9-960E80D11A8E}"/>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551944" y="6746105"/>
            <a:ext cx="502920" cy="50292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8">
            <a:hlinkClick r:id="rId6"/>
            <a:extLst>
              <a:ext uri="{FF2B5EF4-FFF2-40B4-BE49-F238E27FC236}">
                <a16:creationId xmlns:a16="http://schemas.microsoft.com/office/drawing/2014/main" id="{428B4B88-8FFE-F941-BC83-1DA3C0965230}"/>
              </a:ext>
            </a:extLst>
          </p:cNvPr>
          <p:cNvPicPr>
            <a:picLocks noChangeAspect="1" noChangeArrowheads="1"/>
          </p:cNvPicPr>
          <p:nvPr/>
        </p:nvPicPr>
        <p:blipFill>
          <a:blip r:embed="rId7">
            <a:extLst>
              <a:ext uri="{28A0092B-C50C-407E-A947-70E740481C1C}">
                <a14:useLocalDpi xmlns:a14="http://schemas.microsoft.com/office/drawing/2010/main"/>
              </a:ext>
            </a:extLst>
          </a:blip>
          <a:srcRect/>
          <a:stretch>
            <a:fillRect/>
          </a:stretch>
        </p:blipFill>
        <p:spPr bwMode="auto">
          <a:xfrm>
            <a:off x="1358532" y="6758647"/>
            <a:ext cx="502920" cy="50292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3">
            <a:hlinkClick r:id="rId8"/>
            <a:extLst>
              <a:ext uri="{FF2B5EF4-FFF2-40B4-BE49-F238E27FC236}">
                <a16:creationId xmlns:a16="http://schemas.microsoft.com/office/drawing/2014/main" id="{7597A80A-DE1F-6D7F-7228-3EE9A798597E}"/>
              </a:ext>
            </a:extLst>
          </p:cNvPr>
          <p:cNvPicPr>
            <a:picLocks noChangeAspect="1" noChangeArrowheads="1"/>
          </p:cNvPicPr>
          <p:nvPr/>
        </p:nvPicPr>
        <p:blipFill>
          <a:blip r:embed="rId9">
            <a:extLst>
              <a:ext uri="{28A0092B-C50C-407E-A947-70E740481C1C}">
                <a14:useLocalDpi xmlns:a14="http://schemas.microsoft.com/office/drawing/2010/main"/>
              </a:ext>
            </a:extLst>
          </a:blip>
          <a:srcRect/>
          <a:stretch>
            <a:fillRect/>
          </a:stretch>
        </p:blipFill>
        <p:spPr bwMode="auto">
          <a:xfrm>
            <a:off x="2157229" y="6758647"/>
            <a:ext cx="502920" cy="50292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DB2F8C4E-D758-A2E3-E2E2-53890D9634E7}"/>
              </a:ext>
            </a:extLst>
          </p:cNvPr>
          <p:cNvSpPr txBox="1"/>
          <p:nvPr/>
        </p:nvSpPr>
        <p:spPr>
          <a:xfrm>
            <a:off x="461751" y="4073515"/>
            <a:ext cx="7228087" cy="1384995"/>
          </a:xfrm>
          <a:prstGeom prst="rect">
            <a:avLst/>
          </a:prstGeom>
          <a:noFill/>
        </p:spPr>
        <p:txBody>
          <a:bodyPr wrap="square" rtlCol="0">
            <a:spAutoFit/>
          </a:bodyPr>
          <a:lstStyle/>
          <a:p>
            <a:r>
              <a:rPr lang="en-US" sz="1680" b="0" i="0">
                <a:solidFill>
                  <a:schemeClr val="tx1"/>
                </a:solidFill>
                <a:effectLst/>
                <a:latin typeface="+mn-lt"/>
              </a:rPr>
              <a:t>At Ascendion, we make and manage software platforms and products that power growth and deliver captivating experiences to consumers and employees. Our engineering, cloud, data, experience design, and talent solution capabilities accelerate transformation and impact for enterprise clients. Headquartered in New Jersey, our workforce delivers solutions from around the globe.</a:t>
            </a:r>
            <a:endParaRPr lang="en-US" sz="1680">
              <a:solidFill>
                <a:schemeClr val="tx1"/>
              </a:solidFill>
              <a:latin typeface="+mn-lt"/>
            </a:endParaRPr>
          </a:p>
        </p:txBody>
      </p:sp>
      <p:sp>
        <p:nvSpPr>
          <p:cNvPr id="22" name="TextBox 21">
            <a:extLst>
              <a:ext uri="{FF2B5EF4-FFF2-40B4-BE49-F238E27FC236}">
                <a16:creationId xmlns:a16="http://schemas.microsoft.com/office/drawing/2014/main" id="{972B4EA3-7C98-73B5-DC4B-A5518652E0DD}"/>
              </a:ext>
            </a:extLst>
          </p:cNvPr>
          <p:cNvSpPr txBox="1"/>
          <p:nvPr/>
        </p:nvSpPr>
        <p:spPr>
          <a:xfrm>
            <a:off x="461751" y="7545389"/>
            <a:ext cx="7228087" cy="350865"/>
          </a:xfrm>
          <a:prstGeom prst="rect">
            <a:avLst/>
          </a:prstGeom>
          <a:noFill/>
        </p:spPr>
        <p:txBody>
          <a:bodyPr wrap="square" rtlCol="0">
            <a:spAutoFit/>
          </a:bodyPr>
          <a:lstStyle/>
          <a:p>
            <a:r>
              <a:rPr lang="en-US" sz="1680" b="0" i="0">
                <a:solidFill>
                  <a:schemeClr val="tx1"/>
                </a:solidFill>
                <a:effectLst/>
                <a:latin typeface="+mn-lt"/>
              </a:rPr>
              <a:t>Copyright </a:t>
            </a:r>
            <a:r>
              <a:rPr lang="en-US" sz="1680" b="0" i="0">
                <a:solidFill>
                  <a:schemeClr val="tx1"/>
                </a:solidFill>
                <a:effectLst/>
                <a:latin typeface="Times New Roman" panose="02020603050405020304" pitchFamily="18" charset="0"/>
                <a:cs typeface="Times New Roman" panose="02020603050405020304" pitchFamily="18" charset="0"/>
              </a:rPr>
              <a:t>© </a:t>
            </a:r>
            <a:r>
              <a:rPr lang="en-US" sz="1680" b="0" i="0">
                <a:solidFill>
                  <a:schemeClr val="tx1"/>
                </a:solidFill>
                <a:effectLst/>
                <a:latin typeface="+mn-lt"/>
              </a:rPr>
              <a:t>2026 </a:t>
            </a:r>
            <a:r>
              <a:rPr lang="en-US" sz="1680" b="0" i="0" err="1">
                <a:solidFill>
                  <a:schemeClr val="tx1"/>
                </a:solidFill>
                <a:effectLst/>
                <a:latin typeface="+mn-lt"/>
              </a:rPr>
              <a:t>Ascendion</a:t>
            </a:r>
            <a:r>
              <a:rPr lang="en-US" sz="1680" b="0" i="0">
                <a:solidFill>
                  <a:schemeClr val="tx1"/>
                </a:solidFill>
                <a:effectLst/>
                <a:latin typeface="+mn-lt"/>
              </a:rPr>
              <a:t>. All rights reserved</a:t>
            </a:r>
            <a:endParaRPr lang="en-US" sz="1680">
              <a:solidFill>
                <a:schemeClr val="tx1"/>
              </a:solidFill>
              <a:latin typeface="+mn-lt"/>
            </a:endParaRPr>
          </a:p>
        </p:txBody>
      </p:sp>
      <p:sp>
        <p:nvSpPr>
          <p:cNvPr id="23" name="TextBox 22">
            <a:extLst>
              <a:ext uri="{FF2B5EF4-FFF2-40B4-BE49-F238E27FC236}">
                <a16:creationId xmlns:a16="http://schemas.microsoft.com/office/drawing/2014/main" id="{53F2E07A-B41B-F808-72B4-AD45F6B3E9E6}"/>
              </a:ext>
            </a:extLst>
          </p:cNvPr>
          <p:cNvSpPr txBox="1"/>
          <p:nvPr/>
        </p:nvSpPr>
        <p:spPr>
          <a:xfrm>
            <a:off x="461751" y="5965053"/>
            <a:ext cx="7228087" cy="461665"/>
          </a:xfrm>
          <a:prstGeom prst="rect">
            <a:avLst/>
          </a:prstGeom>
          <a:noFill/>
        </p:spPr>
        <p:txBody>
          <a:bodyPr wrap="square" rtlCol="0">
            <a:spAutoFit/>
          </a:bodyPr>
          <a:lstStyle/>
          <a:p>
            <a:r>
              <a:rPr lang="en-US" sz="2400" b="0" i="0">
                <a:solidFill>
                  <a:schemeClr val="tx1"/>
                </a:solidFill>
                <a:effectLst/>
                <a:latin typeface="+mj-lt"/>
              </a:rPr>
              <a:t>ascendion.com</a:t>
            </a:r>
            <a:endParaRPr lang="en-US" sz="2400">
              <a:solidFill>
                <a:schemeClr val="tx1"/>
              </a:solidFill>
              <a:latin typeface="+mj-lt"/>
            </a:endParaRPr>
          </a:p>
        </p:txBody>
      </p:sp>
    </p:spTree>
    <p:extLst>
      <p:ext uri="{BB962C8B-B14F-4D97-AF65-F5344CB8AC3E}">
        <p14:creationId xmlns:p14="http://schemas.microsoft.com/office/powerpoint/2010/main" val="22102685"/>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cSld name="Title with Image 2">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9C1CAF8-169B-4CBF-93B8-7DA3C2D147EE}"/>
              </a:ext>
            </a:extLst>
          </p:cNvPr>
          <p:cNvPicPr>
            <a:picLocks noChangeAspect="1"/>
          </p:cNvPicPr>
          <p:nvPr/>
        </p:nvPicPr>
        <p:blipFill>
          <a:blip r:embed="rId2"/>
          <a:stretch>
            <a:fillRect/>
          </a:stretch>
        </p:blipFill>
        <p:spPr>
          <a:xfrm>
            <a:off x="0" y="0"/>
            <a:ext cx="14630400" cy="8229600"/>
          </a:xfrm>
          <a:prstGeom prst="rect">
            <a:avLst/>
          </a:prstGeom>
        </p:spPr>
      </p:pic>
      <p:sp>
        <p:nvSpPr>
          <p:cNvPr id="2" name="Title 1">
            <a:extLst>
              <a:ext uri="{FF2B5EF4-FFF2-40B4-BE49-F238E27FC236}">
                <a16:creationId xmlns:a16="http://schemas.microsoft.com/office/drawing/2014/main" id="{F2156418-9B91-0A3B-C2C9-EDC6E679B575}"/>
              </a:ext>
            </a:extLst>
          </p:cNvPr>
          <p:cNvSpPr>
            <a:spLocks noGrp="1"/>
          </p:cNvSpPr>
          <p:nvPr>
            <p:ph type="ctrTitle" hasCustomPrompt="1"/>
          </p:nvPr>
        </p:nvSpPr>
        <p:spPr>
          <a:xfrm>
            <a:off x="601980" y="1701362"/>
            <a:ext cx="12771396" cy="2302948"/>
          </a:xfrm>
        </p:spPr>
        <p:txBody>
          <a:bodyPr anchor="ctr">
            <a:noAutofit/>
          </a:bodyPr>
          <a:lstStyle>
            <a:lvl1pPr algn="l">
              <a:defRPr sz="576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16502C2A-CFCA-9D76-87CA-E72B0507C896}"/>
              </a:ext>
            </a:extLst>
          </p:cNvPr>
          <p:cNvSpPr>
            <a:spLocks noGrp="1"/>
          </p:cNvSpPr>
          <p:nvPr>
            <p:ph type="subTitle" idx="1"/>
          </p:nvPr>
        </p:nvSpPr>
        <p:spPr>
          <a:xfrm>
            <a:off x="601980" y="4114800"/>
            <a:ext cx="12771397" cy="1986914"/>
          </a:xfrm>
        </p:spPr>
        <p:txBody>
          <a:bodyPr>
            <a:noAutofit/>
          </a:bodyPr>
          <a:lstStyle>
            <a:lvl1pPr marL="0" indent="0" algn="l">
              <a:lnSpc>
                <a:spcPct val="100000"/>
              </a:lnSpc>
              <a:buNone/>
              <a:defRPr sz="2880">
                <a:solidFill>
                  <a:schemeClr val="bg1"/>
                </a:solidFill>
              </a:defRPr>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p>
        </p:txBody>
      </p:sp>
      <p:pic>
        <p:nvPicPr>
          <p:cNvPr id="4" name="Graphic 3">
            <a:extLst>
              <a:ext uri="{FF2B5EF4-FFF2-40B4-BE49-F238E27FC236}">
                <a16:creationId xmlns:a16="http://schemas.microsoft.com/office/drawing/2014/main" id="{586102AD-CBA8-BCC0-08F5-A309A1343F6B}"/>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25196" y="317463"/>
            <a:ext cx="2881652" cy="1082671"/>
          </a:xfrm>
          <a:prstGeom prst="rect">
            <a:avLst/>
          </a:prstGeom>
        </p:spPr>
      </p:pic>
      <p:sp>
        <p:nvSpPr>
          <p:cNvPr id="9" name="Text Placeholder 4">
            <a:extLst>
              <a:ext uri="{FF2B5EF4-FFF2-40B4-BE49-F238E27FC236}">
                <a16:creationId xmlns:a16="http://schemas.microsoft.com/office/drawing/2014/main" id="{3B1259AF-0A33-8090-B5CE-FA1916084C96}"/>
              </a:ext>
            </a:extLst>
          </p:cNvPr>
          <p:cNvSpPr>
            <a:spLocks noGrp="1"/>
          </p:cNvSpPr>
          <p:nvPr>
            <p:ph type="body" sz="quarter" idx="14"/>
          </p:nvPr>
        </p:nvSpPr>
        <p:spPr>
          <a:xfrm>
            <a:off x="601980" y="7114232"/>
            <a:ext cx="6713220" cy="311458"/>
          </a:xfrm>
        </p:spPr>
        <p:txBody>
          <a:bodyPr anchor="b">
            <a:noAutofit/>
          </a:bodyPr>
          <a:lstStyle>
            <a:lvl1pPr marL="0" indent="0">
              <a:buNone/>
              <a:defRPr sz="1680" b="0" i="0">
                <a:solidFill>
                  <a:schemeClr val="bg1"/>
                </a:solidFill>
                <a:latin typeface="PP Neue Machina Plain" pitchFamily="2" charset="77"/>
              </a:defRPr>
            </a:lvl1pPr>
          </a:lstStyle>
          <a:p>
            <a:pPr lvl="0"/>
            <a:r>
              <a:rPr lang="en-US"/>
              <a:t>Click to edit Master text styles</a:t>
            </a:r>
          </a:p>
        </p:txBody>
      </p:sp>
    </p:spTree>
    <p:extLst>
      <p:ext uri="{BB962C8B-B14F-4D97-AF65-F5344CB8AC3E}">
        <p14:creationId xmlns:p14="http://schemas.microsoft.com/office/powerpoint/2010/main" val="429270760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Agenda LIGHT">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13AE9919-8BE1-9B8D-8546-E7527B31B533}"/>
              </a:ext>
            </a:extLst>
          </p:cNvPr>
          <p:cNvSpPr>
            <a:spLocks noGrp="1"/>
          </p:cNvSpPr>
          <p:nvPr>
            <p:ph type="title"/>
          </p:nvPr>
        </p:nvSpPr>
        <p:spPr>
          <a:xfrm>
            <a:off x="619126" y="627371"/>
            <a:ext cx="13392146" cy="1401455"/>
          </a:xfrm>
          <a:prstGeom prst="rect">
            <a:avLst/>
          </a:prstGeom>
        </p:spPr>
        <p:txBody>
          <a:bodyPr vert="horz" lIns="0" tIns="0" rIns="0" bIns="0" rtlCol="0" anchor="t">
            <a:noAutofit/>
          </a:bodyPr>
          <a:lstStyle/>
          <a:p>
            <a:r>
              <a:rPr lang="en-US"/>
              <a:t>Click to edit Master title style</a:t>
            </a:r>
          </a:p>
        </p:txBody>
      </p:sp>
      <p:sp>
        <p:nvSpPr>
          <p:cNvPr id="11" name="Text Placeholder 2">
            <a:extLst>
              <a:ext uri="{FF2B5EF4-FFF2-40B4-BE49-F238E27FC236}">
                <a16:creationId xmlns:a16="http://schemas.microsoft.com/office/drawing/2014/main" id="{F4448EE4-2573-E7C2-4A68-4368352B1F22}"/>
              </a:ext>
            </a:extLst>
          </p:cNvPr>
          <p:cNvSpPr>
            <a:spLocks noGrp="1"/>
          </p:cNvSpPr>
          <p:nvPr>
            <p:ph idx="1"/>
          </p:nvPr>
        </p:nvSpPr>
        <p:spPr>
          <a:xfrm>
            <a:off x="619125" y="2190750"/>
            <a:ext cx="6442403" cy="5221606"/>
          </a:xfrm>
          <a:prstGeom prst="rect">
            <a:avLst/>
          </a:prstGeom>
        </p:spPr>
        <p:txBody>
          <a:bodyPr vert="horz" lIns="0" tIns="0" rIns="0" bIns="0" rtlCol="0">
            <a:noAutofit/>
          </a:bodyPr>
          <a:lstStyle>
            <a:lvl1pPr marL="0" indent="0">
              <a:buNone/>
              <a:defRPr>
                <a:solidFill>
                  <a:schemeClr val="tx1"/>
                </a:solidFill>
              </a:defRPr>
            </a:lvl1pPr>
            <a:lvl2pPr marL="548640" indent="0">
              <a:buNone/>
              <a:defRPr>
                <a:solidFill>
                  <a:schemeClr val="tx1"/>
                </a:solidFill>
              </a:defRPr>
            </a:lvl2pPr>
            <a:lvl3pPr marL="1097280" indent="0">
              <a:buNone/>
              <a:defRPr>
                <a:solidFill>
                  <a:schemeClr val="tx1"/>
                </a:solidFill>
              </a:defRPr>
            </a:lvl3pPr>
            <a:lvl4pPr marL="1645920" indent="0">
              <a:buNone/>
              <a:defRPr>
                <a:solidFill>
                  <a:schemeClr val="tx1"/>
                </a:solidFill>
              </a:defRPr>
            </a:lvl4pPr>
            <a:lvl5pPr marL="219456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7834358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1_Blank - Light">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48E0E94E-6C91-72EC-0C86-9045FE024F15}"/>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06906" y="122629"/>
            <a:ext cx="808736" cy="1045440"/>
          </a:xfrm>
          <a:prstGeom prst="rect">
            <a:avLst/>
          </a:prstGeom>
        </p:spPr>
      </p:pic>
      <p:sp>
        <p:nvSpPr>
          <p:cNvPr id="2" name="Graphic 24">
            <a:extLst>
              <a:ext uri="{FF2B5EF4-FFF2-40B4-BE49-F238E27FC236}">
                <a16:creationId xmlns:a16="http://schemas.microsoft.com/office/drawing/2014/main" id="{CDBC7BB0-2186-A0D5-DFA4-E5EA88D1386C}"/>
              </a:ext>
            </a:extLst>
          </p:cNvPr>
          <p:cNvSpPr/>
          <p:nvPr/>
        </p:nvSpPr>
        <p:spPr>
          <a:xfrm>
            <a:off x="0" y="1"/>
            <a:ext cx="146122" cy="2351315"/>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4"/>
          </a:solidFill>
          <a:ln w="20108" cap="flat">
            <a:noFill/>
            <a:prstDash val="solid"/>
            <a:miter/>
          </a:ln>
        </p:spPr>
        <p:txBody>
          <a:bodyPr rtlCol="0" anchor="ctr"/>
          <a:lstStyle/>
          <a:p>
            <a:endParaRPr lang="en-US" sz="2160">
              <a:latin typeface="Avenir LT 65 Medium" panose="02000603020000020003" pitchFamily="2" charset="0"/>
            </a:endParaRPr>
          </a:p>
        </p:txBody>
      </p:sp>
      <p:sp>
        <p:nvSpPr>
          <p:cNvPr id="4" name="Graphic 26">
            <a:extLst>
              <a:ext uri="{FF2B5EF4-FFF2-40B4-BE49-F238E27FC236}">
                <a16:creationId xmlns:a16="http://schemas.microsoft.com/office/drawing/2014/main" id="{D4C34BB0-7DB3-0D4F-1A32-47E1880A88B7}"/>
              </a:ext>
            </a:extLst>
          </p:cNvPr>
          <p:cNvSpPr/>
          <p:nvPr/>
        </p:nvSpPr>
        <p:spPr>
          <a:xfrm>
            <a:off x="14484278" y="6009758"/>
            <a:ext cx="146122" cy="2351315"/>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4"/>
          </a:solidFill>
          <a:ln w="20108" cap="flat">
            <a:noFill/>
            <a:prstDash val="solid"/>
            <a:miter/>
          </a:ln>
        </p:spPr>
        <p:txBody>
          <a:bodyPr rtlCol="0" anchor="ctr"/>
          <a:lstStyle/>
          <a:p>
            <a:endParaRPr lang="en-US" sz="2160">
              <a:latin typeface="Avenir LT 65 Medium" panose="02000603020000020003" pitchFamily="2" charset="0"/>
            </a:endParaRPr>
          </a:p>
        </p:txBody>
      </p:sp>
      <p:sp>
        <p:nvSpPr>
          <p:cNvPr id="3" name="Title Placeholder 1">
            <a:extLst>
              <a:ext uri="{FF2B5EF4-FFF2-40B4-BE49-F238E27FC236}">
                <a16:creationId xmlns:a16="http://schemas.microsoft.com/office/drawing/2014/main" id="{6567FCC1-CA32-487E-C242-26F9FFEA625B}"/>
              </a:ext>
            </a:extLst>
          </p:cNvPr>
          <p:cNvSpPr>
            <a:spLocks noGrp="1"/>
          </p:cNvSpPr>
          <p:nvPr>
            <p:ph type="title"/>
          </p:nvPr>
        </p:nvSpPr>
        <p:spPr>
          <a:xfrm>
            <a:off x="619126" y="279195"/>
            <a:ext cx="13392146" cy="1401455"/>
          </a:xfrm>
          <a:prstGeom prst="rect">
            <a:avLst/>
          </a:prstGeom>
        </p:spPr>
        <p:txBody>
          <a:bodyPr vert="horz" lIns="0" tIns="0" rIns="0" bIns="0" rtlCol="0" anchor="t">
            <a:noAutofit/>
          </a:bodyPr>
          <a:lstStyle/>
          <a:p>
            <a:r>
              <a:rPr lang="en-US"/>
              <a:t>Click to edit Master title style</a:t>
            </a:r>
          </a:p>
        </p:txBody>
      </p:sp>
    </p:spTree>
    <p:extLst>
      <p:ext uri="{BB962C8B-B14F-4D97-AF65-F5344CB8AC3E}">
        <p14:creationId xmlns:p14="http://schemas.microsoft.com/office/powerpoint/2010/main" val="150914271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BBDB4-D627-6241-16A4-830BE6D75A3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50FAAA2-FE61-B72E-A190-DED5A6D2B6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322EDEF-C76F-D4E0-8B84-B13332DA56DC}"/>
              </a:ext>
            </a:extLst>
          </p:cNvPr>
          <p:cNvSpPr>
            <a:spLocks noGrp="1"/>
          </p:cNvSpPr>
          <p:nvPr>
            <p:ph type="dt" sz="half" idx="10"/>
          </p:nvPr>
        </p:nvSpPr>
        <p:spPr/>
        <p:txBody>
          <a:bodyPr/>
          <a:lstStyle/>
          <a:p>
            <a:fld id="{AD07C7C7-FB27-4EFD-BF53-62065429D9CD}" type="datetimeFigureOut">
              <a:rPr lang="en-IN" smtClean="0"/>
              <a:t>28/04/26</a:t>
            </a:fld>
            <a:endParaRPr lang="en-IN"/>
          </a:p>
        </p:txBody>
      </p:sp>
      <p:sp>
        <p:nvSpPr>
          <p:cNvPr id="5" name="Footer Placeholder 4">
            <a:extLst>
              <a:ext uri="{FF2B5EF4-FFF2-40B4-BE49-F238E27FC236}">
                <a16:creationId xmlns:a16="http://schemas.microsoft.com/office/drawing/2014/main" id="{39BF5E90-3381-7F66-7A8B-227E715605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F782C28-8536-9C18-FF4D-A45A71E8C944}"/>
              </a:ext>
            </a:extLst>
          </p:cNvPr>
          <p:cNvSpPr>
            <a:spLocks noGrp="1"/>
          </p:cNvSpPr>
          <p:nvPr>
            <p:ph type="sldNum" sz="quarter" idx="12"/>
          </p:nvPr>
        </p:nvSpPr>
        <p:spPr/>
        <p:txBody>
          <a:bodyPr/>
          <a:lstStyle/>
          <a:p>
            <a:fld id="{6E6321A0-5D1E-44D0-81DA-4E3A93CA06A4}" type="slidenum">
              <a:rPr lang="en-IN" smtClean="0"/>
              <a:t>‹#›</a:t>
            </a:fld>
            <a:endParaRPr lang="en-IN"/>
          </a:p>
        </p:txBody>
      </p:sp>
    </p:spTree>
    <p:extLst>
      <p:ext uri="{BB962C8B-B14F-4D97-AF65-F5344CB8AC3E}">
        <p14:creationId xmlns:p14="http://schemas.microsoft.com/office/powerpoint/2010/main" val="374631741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43001" y="112627"/>
            <a:ext cx="12251845" cy="605790"/>
          </a:xfrm>
        </p:spPr>
        <p:txBody>
          <a:bodyPr>
            <a:normAutofit/>
          </a:bodyPr>
          <a:lstStyle>
            <a:lvl1pPr algn="ctr">
              <a:defRPr sz="2880" b="1">
                <a:solidFill>
                  <a:schemeClr val="tx1">
                    <a:lumMod val="75000"/>
                    <a:lumOff val="25000"/>
                  </a:schemeClr>
                </a:solidFill>
                <a:latin typeface="+mn-lt"/>
              </a:defRPr>
            </a:lvl1pPr>
          </a:lstStyle>
          <a:p>
            <a:r>
              <a:rPr lang="en-US"/>
              <a:t>Click to edit Master title style</a:t>
            </a:r>
          </a:p>
        </p:txBody>
      </p:sp>
      <p:sp>
        <p:nvSpPr>
          <p:cNvPr id="5" name="Slide Number Placeholder 4"/>
          <p:cNvSpPr>
            <a:spLocks noGrp="1"/>
          </p:cNvSpPr>
          <p:nvPr>
            <p:ph type="sldNum" sz="quarter" idx="12"/>
          </p:nvPr>
        </p:nvSpPr>
        <p:spPr>
          <a:xfrm>
            <a:off x="13954151" y="7814310"/>
            <a:ext cx="650585" cy="415291"/>
          </a:xfrm>
        </p:spPr>
        <p:txBody>
          <a:bodyPr/>
          <a:lstStyle>
            <a:lvl1pPr>
              <a:defRPr sz="1440" b="1">
                <a:solidFill>
                  <a:schemeClr val="bg1"/>
                </a:solidFill>
              </a:defRPr>
            </a:lvl1pPr>
          </a:lstStyle>
          <a:p>
            <a:fld id="{D6A0062F-3FA4-4497-A306-8CE92272FE2F}" type="slidenum">
              <a:rPr lang="en-US" smtClean="0"/>
              <a:pPr/>
              <a:t>‹#›</a:t>
            </a:fld>
            <a:endParaRPr lang="en-US"/>
          </a:p>
        </p:txBody>
      </p:sp>
    </p:spTree>
    <p:extLst>
      <p:ext uri="{BB962C8B-B14F-4D97-AF65-F5344CB8AC3E}">
        <p14:creationId xmlns:p14="http://schemas.microsoft.com/office/powerpoint/2010/main" val="271822655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Four content LIGHT">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BD9FDC4E-A3B1-C0CA-5098-1EEE398DD0F2}"/>
              </a:ext>
            </a:extLst>
          </p:cNvPr>
          <p:cNvSpPr>
            <a:spLocks noGrp="1"/>
          </p:cNvSpPr>
          <p:nvPr>
            <p:ph type="title"/>
          </p:nvPr>
        </p:nvSpPr>
        <p:spPr>
          <a:xfrm>
            <a:off x="619126" y="627371"/>
            <a:ext cx="13392146" cy="1401455"/>
          </a:xfrm>
          <a:prstGeom prst="rect">
            <a:avLst/>
          </a:prstGeom>
        </p:spPr>
        <p:txBody>
          <a:bodyPr vert="horz" lIns="0" tIns="0" rIns="0" bIns="0" rtlCol="0" anchor="t">
            <a:noAutofit/>
          </a:bodyPr>
          <a:lstStyle/>
          <a:p>
            <a:r>
              <a:rPr lang="en-US"/>
              <a:t>Click to edit Master title style</a:t>
            </a:r>
          </a:p>
        </p:txBody>
      </p:sp>
      <p:sp>
        <p:nvSpPr>
          <p:cNvPr id="7" name="Content Placeholder 2">
            <a:extLst>
              <a:ext uri="{FF2B5EF4-FFF2-40B4-BE49-F238E27FC236}">
                <a16:creationId xmlns:a16="http://schemas.microsoft.com/office/drawing/2014/main" id="{8FA82F68-95E9-FC7A-BF04-AFB8D54C33AF}"/>
              </a:ext>
            </a:extLst>
          </p:cNvPr>
          <p:cNvSpPr>
            <a:spLocks noGrp="1"/>
          </p:cNvSpPr>
          <p:nvPr>
            <p:ph sz="half" idx="1"/>
          </p:nvPr>
        </p:nvSpPr>
        <p:spPr>
          <a:xfrm>
            <a:off x="619127" y="2164081"/>
            <a:ext cx="3072384" cy="5261610"/>
          </a:xfrm>
        </p:spPr>
        <p:txBody>
          <a:bodyPr>
            <a:noAutofit/>
          </a:bodyPr>
          <a:lstStyle>
            <a:lvl1pPr>
              <a:defRPr sz="2400" b="0" i="0">
                <a:solidFill>
                  <a:schemeClr val="tx1"/>
                </a:solidFill>
                <a:latin typeface="Avenir LT 65 Medium" panose="02000603020000020003" pitchFamily="2" charset="0"/>
                <a:cs typeface="Arial" panose="020B0604020202020204" pitchFamily="34" charset="0"/>
              </a:defRPr>
            </a:lvl1pPr>
            <a:lvl2pPr>
              <a:defRPr sz="2160" b="0" i="0">
                <a:solidFill>
                  <a:schemeClr val="tx1"/>
                </a:solidFill>
                <a:latin typeface="Avenir LT 65 Medium" panose="02000603020000020003" pitchFamily="2" charset="0"/>
                <a:cs typeface="Arial" panose="020B0604020202020204" pitchFamily="34" charset="0"/>
              </a:defRPr>
            </a:lvl2pPr>
            <a:lvl3pPr>
              <a:defRPr sz="1920" b="0" i="0">
                <a:solidFill>
                  <a:schemeClr val="tx1"/>
                </a:solidFill>
                <a:latin typeface="Avenir LT 65 Medium" panose="02000603020000020003" pitchFamily="2" charset="0"/>
                <a:cs typeface="Arial" panose="020B0604020202020204" pitchFamily="34" charset="0"/>
              </a:defRPr>
            </a:lvl3pPr>
            <a:lvl4pPr>
              <a:defRPr b="0" i="0">
                <a:solidFill>
                  <a:schemeClr val="tx1"/>
                </a:solidFill>
                <a:latin typeface="Arial" panose="020B0604020202020204" pitchFamily="34" charset="0"/>
                <a:cs typeface="Arial" panose="020B0604020202020204" pitchFamily="34" charset="0"/>
              </a:defRPr>
            </a:lvl4pPr>
            <a:lvl5pPr>
              <a:defRPr b="0" i="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8" name="Content Placeholder 3">
            <a:extLst>
              <a:ext uri="{FF2B5EF4-FFF2-40B4-BE49-F238E27FC236}">
                <a16:creationId xmlns:a16="http://schemas.microsoft.com/office/drawing/2014/main" id="{E2B5120F-8E28-E3E6-6F05-96B9B0FA333B}"/>
              </a:ext>
            </a:extLst>
          </p:cNvPr>
          <p:cNvSpPr>
            <a:spLocks noGrp="1"/>
          </p:cNvSpPr>
          <p:nvPr>
            <p:ph sz="half" idx="2"/>
          </p:nvPr>
        </p:nvSpPr>
        <p:spPr>
          <a:xfrm>
            <a:off x="4059048" y="2164081"/>
            <a:ext cx="3072384" cy="5261610"/>
          </a:xfrm>
        </p:spPr>
        <p:txBody>
          <a:bodyPr>
            <a:noAutofit/>
          </a:bodyPr>
          <a:lstStyle>
            <a:lvl1pPr>
              <a:defRPr sz="2400" b="0" i="0">
                <a:solidFill>
                  <a:schemeClr val="tx1"/>
                </a:solidFill>
                <a:latin typeface="Avenir LT 65 Medium" panose="02000603020000020003" pitchFamily="2" charset="0"/>
                <a:cs typeface="Arial" panose="020B0604020202020204" pitchFamily="34" charset="0"/>
              </a:defRPr>
            </a:lvl1pPr>
            <a:lvl2pPr>
              <a:defRPr sz="2160" b="0" i="0">
                <a:solidFill>
                  <a:schemeClr val="tx1"/>
                </a:solidFill>
                <a:latin typeface="Avenir LT 65 Medium" panose="02000603020000020003" pitchFamily="2" charset="0"/>
                <a:cs typeface="Arial" panose="020B0604020202020204" pitchFamily="34" charset="0"/>
              </a:defRPr>
            </a:lvl2pPr>
            <a:lvl3pPr>
              <a:defRPr sz="1920" b="0" i="0">
                <a:solidFill>
                  <a:schemeClr val="tx1"/>
                </a:solidFill>
                <a:latin typeface="Avenir LT 65 Medium" panose="02000603020000020003" pitchFamily="2" charset="0"/>
                <a:cs typeface="Arial" panose="020B0604020202020204" pitchFamily="34" charset="0"/>
              </a:defRPr>
            </a:lvl3pPr>
            <a:lvl4pPr>
              <a:defRPr b="0" i="0">
                <a:solidFill>
                  <a:schemeClr val="tx1"/>
                </a:solidFill>
                <a:latin typeface="Arial" panose="020B0604020202020204" pitchFamily="34" charset="0"/>
                <a:cs typeface="Arial" panose="020B0604020202020204" pitchFamily="34" charset="0"/>
              </a:defRPr>
            </a:lvl4pPr>
            <a:lvl5pPr>
              <a:defRPr b="0" i="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9" name="Content Placeholder 3">
            <a:extLst>
              <a:ext uri="{FF2B5EF4-FFF2-40B4-BE49-F238E27FC236}">
                <a16:creationId xmlns:a16="http://schemas.microsoft.com/office/drawing/2014/main" id="{108C64B6-9750-E862-F817-C637084E22C8}"/>
              </a:ext>
            </a:extLst>
          </p:cNvPr>
          <p:cNvSpPr>
            <a:spLocks noGrp="1"/>
          </p:cNvSpPr>
          <p:nvPr>
            <p:ph sz="half" idx="15"/>
          </p:nvPr>
        </p:nvSpPr>
        <p:spPr>
          <a:xfrm>
            <a:off x="7498969" y="2164081"/>
            <a:ext cx="3072384" cy="5261610"/>
          </a:xfrm>
        </p:spPr>
        <p:txBody>
          <a:bodyPr>
            <a:noAutofit/>
          </a:bodyPr>
          <a:lstStyle>
            <a:lvl1pPr>
              <a:defRPr sz="2400" b="0" i="0">
                <a:solidFill>
                  <a:schemeClr val="tx1"/>
                </a:solidFill>
                <a:latin typeface="Avenir LT 65 Medium" panose="02000603020000020003" pitchFamily="2" charset="0"/>
                <a:cs typeface="Arial" panose="020B0604020202020204" pitchFamily="34" charset="0"/>
              </a:defRPr>
            </a:lvl1pPr>
            <a:lvl2pPr>
              <a:defRPr sz="2160" b="0" i="0">
                <a:solidFill>
                  <a:schemeClr val="tx1"/>
                </a:solidFill>
                <a:latin typeface="Avenir LT 65 Medium" panose="02000603020000020003" pitchFamily="2" charset="0"/>
                <a:cs typeface="Arial" panose="020B0604020202020204" pitchFamily="34" charset="0"/>
              </a:defRPr>
            </a:lvl2pPr>
            <a:lvl3pPr>
              <a:defRPr sz="1920" b="0" i="0">
                <a:solidFill>
                  <a:schemeClr val="tx1"/>
                </a:solidFill>
                <a:latin typeface="Avenir LT 65 Medium" panose="02000603020000020003" pitchFamily="2" charset="0"/>
                <a:cs typeface="Arial" panose="020B0604020202020204" pitchFamily="34" charset="0"/>
              </a:defRPr>
            </a:lvl3pPr>
            <a:lvl4pPr>
              <a:defRPr b="0" i="0">
                <a:solidFill>
                  <a:schemeClr val="tx1"/>
                </a:solidFill>
                <a:latin typeface="Arial" panose="020B0604020202020204" pitchFamily="34" charset="0"/>
                <a:cs typeface="Arial" panose="020B0604020202020204" pitchFamily="34" charset="0"/>
              </a:defRPr>
            </a:lvl4pPr>
            <a:lvl5pPr>
              <a:defRPr b="0" i="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10" name="Content Placeholder 3">
            <a:extLst>
              <a:ext uri="{FF2B5EF4-FFF2-40B4-BE49-F238E27FC236}">
                <a16:creationId xmlns:a16="http://schemas.microsoft.com/office/drawing/2014/main" id="{82BFF784-792A-5CE7-B9DD-E865F8438610}"/>
              </a:ext>
            </a:extLst>
          </p:cNvPr>
          <p:cNvSpPr>
            <a:spLocks noGrp="1"/>
          </p:cNvSpPr>
          <p:nvPr>
            <p:ph sz="half" idx="17"/>
          </p:nvPr>
        </p:nvSpPr>
        <p:spPr>
          <a:xfrm>
            <a:off x="10938890" y="2164081"/>
            <a:ext cx="3072384" cy="5261610"/>
          </a:xfrm>
        </p:spPr>
        <p:txBody>
          <a:bodyPr>
            <a:noAutofit/>
          </a:bodyPr>
          <a:lstStyle>
            <a:lvl1pPr>
              <a:defRPr sz="2400" b="0" i="0">
                <a:solidFill>
                  <a:schemeClr val="tx1"/>
                </a:solidFill>
                <a:latin typeface="Avenir LT 65 Medium" panose="02000603020000020003" pitchFamily="2" charset="0"/>
                <a:cs typeface="Arial" panose="020B0604020202020204" pitchFamily="34" charset="0"/>
              </a:defRPr>
            </a:lvl1pPr>
            <a:lvl2pPr>
              <a:defRPr sz="2160" b="0" i="0">
                <a:solidFill>
                  <a:schemeClr val="tx1"/>
                </a:solidFill>
                <a:latin typeface="Avenir LT 65 Medium" panose="02000603020000020003" pitchFamily="2" charset="0"/>
                <a:cs typeface="Arial" panose="020B0604020202020204" pitchFamily="34" charset="0"/>
              </a:defRPr>
            </a:lvl2pPr>
            <a:lvl3pPr>
              <a:defRPr sz="1920" b="0" i="0">
                <a:solidFill>
                  <a:schemeClr val="tx1"/>
                </a:solidFill>
                <a:latin typeface="Avenir LT 65 Medium" panose="02000603020000020003" pitchFamily="2" charset="0"/>
                <a:cs typeface="Arial" panose="020B0604020202020204" pitchFamily="34" charset="0"/>
              </a:defRPr>
            </a:lvl3pPr>
            <a:lvl4pPr>
              <a:defRPr b="0" i="0">
                <a:solidFill>
                  <a:schemeClr val="tx1"/>
                </a:solidFill>
                <a:latin typeface="Arial" panose="020B0604020202020204" pitchFamily="34" charset="0"/>
                <a:cs typeface="Arial" panose="020B0604020202020204" pitchFamily="34" charset="0"/>
              </a:defRPr>
            </a:lvl4pPr>
            <a:lvl5pPr>
              <a:defRPr b="0" i="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3" name="TextBox 2">
            <a:extLst>
              <a:ext uri="{FF2B5EF4-FFF2-40B4-BE49-F238E27FC236}">
                <a16:creationId xmlns:a16="http://schemas.microsoft.com/office/drawing/2014/main" id="{8AE5D939-AE39-16D1-C4D2-E4E463CD3FBF}"/>
              </a:ext>
            </a:extLst>
          </p:cNvPr>
          <p:cNvSpPr txBox="1"/>
          <p:nvPr userDrawn="1"/>
        </p:nvSpPr>
        <p:spPr>
          <a:xfrm>
            <a:off x="619124" y="7726918"/>
            <a:ext cx="2596896" cy="276999"/>
          </a:xfrm>
          <a:prstGeom prst="rect">
            <a:avLst/>
          </a:prstGeom>
          <a:noFill/>
        </p:spPr>
        <p:txBody>
          <a:bodyPr wrap="square">
            <a:spAutoFit/>
          </a:bodyPr>
          <a:lstStyle/>
          <a:p>
            <a:r>
              <a:rPr lang="en-US" sz="1200">
                <a:latin typeface="PP Neue Machina Plain" pitchFamily="50" charset="0"/>
              </a:rPr>
              <a:t>Ascendion© 2023</a:t>
            </a:r>
          </a:p>
        </p:txBody>
      </p:sp>
      <p:sp>
        <p:nvSpPr>
          <p:cNvPr id="4" name="TextBox 3">
            <a:extLst>
              <a:ext uri="{FF2B5EF4-FFF2-40B4-BE49-F238E27FC236}">
                <a16:creationId xmlns:a16="http://schemas.microsoft.com/office/drawing/2014/main" id="{62C6B379-2A4E-5784-4A0B-6158269ACDB8}"/>
              </a:ext>
            </a:extLst>
          </p:cNvPr>
          <p:cNvSpPr txBox="1"/>
          <p:nvPr userDrawn="1"/>
        </p:nvSpPr>
        <p:spPr>
          <a:xfrm>
            <a:off x="13142976" y="7760684"/>
            <a:ext cx="1036291" cy="276999"/>
          </a:xfrm>
          <a:prstGeom prst="rect">
            <a:avLst/>
          </a:prstGeom>
          <a:noFill/>
        </p:spPr>
        <p:txBody>
          <a:bodyPr wrap="square" rtlCol="0">
            <a:spAutoFit/>
          </a:bodyPr>
          <a:lstStyle/>
          <a:p>
            <a:pPr algn="r"/>
            <a:fld id="{5473A78D-6B66-4448-A5A6-9C51E15137EC}" type="slidenum">
              <a:rPr lang="en-US" sz="1200" smtClean="0">
                <a:latin typeface="PP Neue Machina Plain" pitchFamily="50" charset="0"/>
              </a:rPr>
              <a:pPr algn="r"/>
              <a:t>‹#›</a:t>
            </a:fld>
            <a:endParaRPr lang="en-US" sz="1200">
              <a:latin typeface="PP Neue Machina Plain" pitchFamily="50" charset="0"/>
            </a:endParaRPr>
          </a:p>
        </p:txBody>
      </p:sp>
    </p:spTree>
    <p:extLst>
      <p:ext uri="{BB962C8B-B14F-4D97-AF65-F5344CB8AC3E}">
        <p14:creationId xmlns:p14="http://schemas.microsoft.com/office/powerpoint/2010/main" val="106680629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Blank WHITE">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0A5CD878-0C20-E292-4CAB-54365542FBC5}"/>
              </a:ext>
            </a:extLst>
          </p:cNvPr>
          <p:cNvSpPr>
            <a:spLocks noGrp="1"/>
          </p:cNvSpPr>
          <p:nvPr>
            <p:ph type="title"/>
          </p:nvPr>
        </p:nvSpPr>
        <p:spPr>
          <a:xfrm>
            <a:off x="619126" y="627371"/>
            <a:ext cx="13392146" cy="1401455"/>
          </a:xfrm>
          <a:prstGeom prst="rect">
            <a:avLst/>
          </a:prstGeom>
        </p:spPr>
        <p:txBody>
          <a:bodyPr vert="horz" lIns="0" tIns="0" rIns="0" bIns="0" rtlCol="0" anchor="t">
            <a:noAutofit/>
          </a:bodyPr>
          <a:lstStyle/>
          <a:p>
            <a:r>
              <a:rPr lang="en-US"/>
              <a:t>Click to edit Master title style</a:t>
            </a:r>
          </a:p>
        </p:txBody>
      </p:sp>
    </p:spTree>
    <p:extLst>
      <p:ext uri="{BB962C8B-B14F-4D97-AF65-F5344CB8AC3E}">
        <p14:creationId xmlns:p14="http://schemas.microsoft.com/office/powerpoint/2010/main" val="57823371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2_Image slide">
    <p:spTree>
      <p:nvGrpSpPr>
        <p:cNvPr id="1" name=""/>
        <p:cNvGrpSpPr/>
        <p:nvPr/>
      </p:nvGrpSpPr>
      <p:grpSpPr>
        <a:xfrm>
          <a:off x="0" y="0"/>
          <a:ext cx="0" cy="0"/>
          <a:chOff x="0" y="0"/>
          <a:chExt cx="0" cy="0"/>
        </a:xfrm>
      </p:grpSpPr>
      <p:sp>
        <p:nvSpPr>
          <p:cNvPr id="22" name="Google Shape;62;p6">
            <a:extLst>
              <a:ext uri="{FF2B5EF4-FFF2-40B4-BE49-F238E27FC236}">
                <a16:creationId xmlns:a16="http://schemas.microsoft.com/office/drawing/2014/main" id="{17C44BC1-2D33-4536-B6E9-3D563739970A}"/>
              </a:ext>
            </a:extLst>
          </p:cNvPr>
          <p:cNvSpPr txBox="1">
            <a:spLocks noGrp="1"/>
          </p:cNvSpPr>
          <p:nvPr>
            <p:ph type="title"/>
          </p:nvPr>
        </p:nvSpPr>
        <p:spPr>
          <a:xfrm>
            <a:off x="595254" y="0"/>
            <a:ext cx="13460380" cy="916320"/>
          </a:xfrm>
          <a:prstGeom prst="rect">
            <a:avLst/>
          </a:prstGeom>
          <a:noFill/>
        </p:spPr>
        <p:txBody>
          <a:bodyPr spcFirstLastPara="1" wrap="square" lIns="0" tIns="91425" rIns="91425" bIns="91425" anchor="ctr" anchorCtr="0">
            <a:noAutofit/>
          </a:bodyPr>
          <a:lstStyle>
            <a:lvl1pPr lvl="0">
              <a:spcBef>
                <a:spcPts val="0"/>
              </a:spcBef>
              <a:spcAft>
                <a:spcPts val="0"/>
              </a:spcAft>
              <a:buSzPts val="2800"/>
              <a:buNone/>
              <a:defRPr sz="2400" b="1" kern="1200">
                <a:solidFill>
                  <a:srgbClr val="002060"/>
                </a:solidFill>
                <a:latin typeface="Arial" panose="020B0604020202020204" pitchFamily="34" charset="0"/>
                <a:ea typeface="+mj-ea"/>
                <a:cs typeface="Arial" panose="020B0604020202020204" pitchFamily="34" charset="0"/>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extLst>
      <p:ext uri="{BB962C8B-B14F-4D97-AF65-F5344CB8AC3E}">
        <p14:creationId xmlns:p14="http://schemas.microsoft.com/office/powerpoint/2010/main" val="24772334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extLst>
    <p:ext uri="{DCECCB84-F9BA-43D5-87BE-67443E8EF086}">
      <p15:sldGuideLst xmlns:p15="http://schemas.microsoft.com/office/powerpoint/2012/main">
        <p15:guide id="1" orient="horz" pos="3816">
          <p15:clr>
            <a:srgbClr val="A4A3A4"/>
          </p15:clr>
        </p15:guide>
        <p15:guide id="2" pos="302">
          <p15:clr>
            <a:srgbClr val="A4A3A4"/>
          </p15:clr>
        </p15:guide>
        <p15:guide id="3" pos="3840">
          <p15:clr>
            <a:srgbClr val="A4A3A4"/>
          </p15:clr>
        </p15:guide>
        <p15:guide id="4" orient="horz" pos="504">
          <p15:clr>
            <a:srgbClr val="A4A3A4"/>
          </p15:clr>
        </p15:guide>
        <p15:guide id="5" pos="7378">
          <p15:clr>
            <a:srgbClr val="A4A3A4"/>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Custom Layout 4">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4F3162B-6E5E-F160-A29C-6DFEF501AE7D}"/>
              </a:ext>
            </a:extLst>
          </p:cNvPr>
          <p:cNvSpPr/>
          <p:nvPr userDrawn="1"/>
        </p:nvSpPr>
        <p:spPr>
          <a:xfrm>
            <a:off x="594361" y="7658100"/>
            <a:ext cx="8035290" cy="3261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3" name="Freeform: Shape 2">
            <a:extLst>
              <a:ext uri="{FF2B5EF4-FFF2-40B4-BE49-F238E27FC236}">
                <a16:creationId xmlns:a16="http://schemas.microsoft.com/office/drawing/2014/main" id="{FFC4131A-632F-871A-3C83-D5D597A5CA1E}"/>
              </a:ext>
            </a:extLst>
          </p:cNvPr>
          <p:cNvSpPr/>
          <p:nvPr userDrawn="1"/>
        </p:nvSpPr>
        <p:spPr>
          <a:xfrm rot="5400000">
            <a:off x="6319523" y="-81278"/>
            <a:ext cx="7246259" cy="9375498"/>
          </a:xfrm>
          <a:custGeom>
            <a:avLst/>
            <a:gdLst>
              <a:gd name="connsiteX0" fmla="*/ 0 w 6055313"/>
              <a:gd name="connsiteY0" fmla="*/ 7812915 h 7812915"/>
              <a:gd name="connsiteX1" fmla="*/ 2243431 w 6055313"/>
              <a:gd name="connsiteY1" fmla="*/ 0 h 7812915"/>
              <a:gd name="connsiteX2" fmla="*/ 6055313 w 6055313"/>
              <a:gd name="connsiteY2" fmla="*/ 0 h 7812915"/>
              <a:gd name="connsiteX3" fmla="*/ 6055313 w 6055313"/>
              <a:gd name="connsiteY3" fmla="*/ 4859044 h 7812915"/>
              <a:gd name="connsiteX4" fmla="*/ 5207127 w 6055313"/>
              <a:gd name="connsiteY4" fmla="*/ 7812915 h 7812915"/>
              <a:gd name="connsiteX0" fmla="*/ 0 w 6055313"/>
              <a:gd name="connsiteY0" fmla="*/ 7812915 h 7812915"/>
              <a:gd name="connsiteX1" fmla="*/ 2243431 w 6055313"/>
              <a:gd name="connsiteY1" fmla="*/ 0 h 7812915"/>
              <a:gd name="connsiteX2" fmla="*/ 6055313 w 6055313"/>
              <a:gd name="connsiteY2" fmla="*/ 0 h 7812915"/>
              <a:gd name="connsiteX3" fmla="*/ 6055313 w 6055313"/>
              <a:gd name="connsiteY3" fmla="*/ 4859044 h 7812915"/>
              <a:gd name="connsiteX4" fmla="*/ 5236624 w 6055313"/>
              <a:gd name="connsiteY4" fmla="*/ 7812915 h 7812915"/>
              <a:gd name="connsiteX5" fmla="*/ 0 w 6055313"/>
              <a:gd name="connsiteY5" fmla="*/ 7812915 h 7812915"/>
              <a:gd name="connsiteX0" fmla="*/ 0 w 6062933"/>
              <a:gd name="connsiteY0" fmla="*/ 7851015 h 7851015"/>
              <a:gd name="connsiteX1" fmla="*/ 2251051 w 6062933"/>
              <a:gd name="connsiteY1" fmla="*/ 0 h 7851015"/>
              <a:gd name="connsiteX2" fmla="*/ 6062933 w 6062933"/>
              <a:gd name="connsiteY2" fmla="*/ 0 h 7851015"/>
              <a:gd name="connsiteX3" fmla="*/ 6062933 w 6062933"/>
              <a:gd name="connsiteY3" fmla="*/ 4859044 h 7851015"/>
              <a:gd name="connsiteX4" fmla="*/ 5244244 w 6062933"/>
              <a:gd name="connsiteY4" fmla="*/ 7812915 h 7851015"/>
              <a:gd name="connsiteX5" fmla="*/ 0 w 6062933"/>
              <a:gd name="connsiteY5" fmla="*/ 7851015 h 7851015"/>
              <a:gd name="connsiteX0" fmla="*/ 0 w 6038549"/>
              <a:gd name="connsiteY0" fmla="*/ 7808343 h 7812915"/>
              <a:gd name="connsiteX1" fmla="*/ 2226667 w 6038549"/>
              <a:gd name="connsiteY1" fmla="*/ 0 h 7812915"/>
              <a:gd name="connsiteX2" fmla="*/ 6038549 w 6038549"/>
              <a:gd name="connsiteY2" fmla="*/ 0 h 7812915"/>
              <a:gd name="connsiteX3" fmla="*/ 6038549 w 6038549"/>
              <a:gd name="connsiteY3" fmla="*/ 4859044 h 7812915"/>
              <a:gd name="connsiteX4" fmla="*/ 5219860 w 6038549"/>
              <a:gd name="connsiteY4" fmla="*/ 7812915 h 7812915"/>
              <a:gd name="connsiteX5" fmla="*/ 0 w 6038549"/>
              <a:gd name="connsiteY5" fmla="*/ 7808343 h 781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38549" h="7812915">
                <a:moveTo>
                  <a:pt x="0" y="7808343"/>
                </a:moveTo>
                <a:lnTo>
                  <a:pt x="2226667" y="0"/>
                </a:lnTo>
                <a:lnTo>
                  <a:pt x="6038549" y="0"/>
                </a:lnTo>
                <a:lnTo>
                  <a:pt x="6038549" y="4859044"/>
                </a:lnTo>
                <a:lnTo>
                  <a:pt x="5219860" y="7812915"/>
                </a:lnTo>
                <a:lnTo>
                  <a:pt x="0" y="780834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2160" b="0" i="0">
              <a:latin typeface="Avenir LT 45 Book" panose="02000503020000020003" pitchFamily="2" charset="0"/>
            </a:endParaRPr>
          </a:p>
        </p:txBody>
      </p:sp>
      <p:sp>
        <p:nvSpPr>
          <p:cNvPr id="8" name="Picture Placeholder 47">
            <a:extLst>
              <a:ext uri="{FF2B5EF4-FFF2-40B4-BE49-F238E27FC236}">
                <a16:creationId xmlns:a16="http://schemas.microsoft.com/office/drawing/2014/main" id="{78004D37-C7E0-B198-98DF-1D5CB04C7804}"/>
              </a:ext>
            </a:extLst>
          </p:cNvPr>
          <p:cNvSpPr>
            <a:spLocks noGrp="1"/>
          </p:cNvSpPr>
          <p:nvPr>
            <p:ph type="pic" sz="quarter" idx="15"/>
          </p:nvPr>
        </p:nvSpPr>
        <p:spPr>
          <a:xfrm>
            <a:off x="0" y="932686"/>
            <a:ext cx="6236208" cy="6989432"/>
          </a:xfrm>
          <a:custGeom>
            <a:avLst/>
            <a:gdLst>
              <a:gd name="connsiteX0" fmla="*/ 4221481 w 5196840"/>
              <a:gd name="connsiteY0" fmla="*/ 0 h 5780545"/>
              <a:gd name="connsiteX1" fmla="*/ 5196840 w 5196840"/>
              <a:gd name="connsiteY1" fmla="*/ 264689 h 5780545"/>
              <a:gd name="connsiteX2" fmla="*/ 5196840 w 5196840"/>
              <a:gd name="connsiteY2" fmla="*/ 1110836 h 5780545"/>
              <a:gd name="connsiteX3" fmla="*/ 5196839 w 5196840"/>
              <a:gd name="connsiteY3" fmla="*/ 1110836 h 5780545"/>
              <a:gd name="connsiteX4" fmla="*/ 5196839 w 5196840"/>
              <a:gd name="connsiteY4" fmla="*/ 5456481 h 5780545"/>
              <a:gd name="connsiteX5" fmla="*/ 4221480 w 5196840"/>
              <a:gd name="connsiteY5" fmla="*/ 5191792 h 5780545"/>
              <a:gd name="connsiteX6" fmla="*/ 0 w 5196840"/>
              <a:gd name="connsiteY6" fmla="*/ 5780545 h 5780545"/>
              <a:gd name="connsiteX7" fmla="*/ 0 w 5196840"/>
              <a:gd name="connsiteY7" fmla="*/ 1138188 h 5780545"/>
              <a:gd name="connsiteX8" fmla="*/ 0 w 5196840"/>
              <a:gd name="connsiteY8" fmla="*/ 695992 h 5780545"/>
              <a:gd name="connsiteX9" fmla="*/ 0 w 5196840"/>
              <a:gd name="connsiteY9" fmla="*/ 588753 h 5780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6840" h="5780545">
                <a:moveTo>
                  <a:pt x="4221481" y="0"/>
                </a:moveTo>
                <a:lnTo>
                  <a:pt x="5196840" y="264689"/>
                </a:lnTo>
                <a:lnTo>
                  <a:pt x="5196840" y="1110836"/>
                </a:lnTo>
                <a:lnTo>
                  <a:pt x="5196839" y="1110836"/>
                </a:lnTo>
                <a:lnTo>
                  <a:pt x="5196839" y="5456481"/>
                </a:lnTo>
                <a:lnTo>
                  <a:pt x="4221480" y="5191792"/>
                </a:lnTo>
                <a:lnTo>
                  <a:pt x="0" y="5780545"/>
                </a:lnTo>
                <a:lnTo>
                  <a:pt x="0" y="1138188"/>
                </a:lnTo>
                <a:lnTo>
                  <a:pt x="0" y="695992"/>
                </a:lnTo>
                <a:lnTo>
                  <a:pt x="0" y="588753"/>
                </a:lnTo>
                <a:close/>
              </a:path>
            </a:pathLst>
          </a:custGeom>
          <a:solidFill>
            <a:schemeClr val="bg2">
              <a:lumMod val="20000"/>
              <a:lumOff val="80000"/>
            </a:schemeClr>
          </a:solidFill>
        </p:spPr>
        <p:txBody>
          <a:bodyPr wrap="square" anchor="ctr">
            <a:noAutofit/>
          </a:bodyPr>
          <a:lstStyle>
            <a:lvl1pPr marL="0" indent="0" algn="ctr">
              <a:buNone/>
              <a:defRPr b="0" i="0"/>
            </a:lvl1pPr>
          </a:lstStyle>
          <a:p>
            <a:endParaRPr lang="de-DE"/>
          </a:p>
        </p:txBody>
      </p:sp>
      <p:sp>
        <p:nvSpPr>
          <p:cNvPr id="6" name="TextBox 5">
            <a:extLst>
              <a:ext uri="{FF2B5EF4-FFF2-40B4-BE49-F238E27FC236}">
                <a16:creationId xmlns:a16="http://schemas.microsoft.com/office/drawing/2014/main" id="{F5CFFD73-2036-4462-99DA-D1C0238963E7}"/>
              </a:ext>
            </a:extLst>
          </p:cNvPr>
          <p:cNvSpPr txBox="1"/>
          <p:nvPr userDrawn="1"/>
        </p:nvSpPr>
        <p:spPr>
          <a:xfrm>
            <a:off x="619124" y="7726918"/>
            <a:ext cx="2596896" cy="276999"/>
          </a:xfrm>
          <a:prstGeom prst="rect">
            <a:avLst/>
          </a:prstGeom>
          <a:noFill/>
        </p:spPr>
        <p:txBody>
          <a:bodyPr wrap="square">
            <a:spAutoFit/>
          </a:bodyPr>
          <a:lstStyle/>
          <a:p>
            <a:r>
              <a:rPr lang="en-US" sz="1200">
                <a:solidFill>
                  <a:schemeClr val="bg1"/>
                </a:solidFill>
                <a:latin typeface="PP Neue Machina Plain Italic" pitchFamily="2" charset="77"/>
              </a:rPr>
              <a:t>Ascendion© 2023</a:t>
            </a:r>
          </a:p>
        </p:txBody>
      </p:sp>
      <p:sp>
        <p:nvSpPr>
          <p:cNvPr id="10" name="Slide Number Placeholder 5">
            <a:extLst>
              <a:ext uri="{FF2B5EF4-FFF2-40B4-BE49-F238E27FC236}">
                <a16:creationId xmlns:a16="http://schemas.microsoft.com/office/drawing/2014/main" id="{B4FCF6CA-33E7-86CC-A95A-CB7E284AB283}"/>
              </a:ext>
            </a:extLst>
          </p:cNvPr>
          <p:cNvSpPr>
            <a:spLocks noGrp="1"/>
          </p:cNvSpPr>
          <p:nvPr>
            <p:ph type="sldNum" sz="quarter" idx="12"/>
          </p:nvPr>
        </p:nvSpPr>
        <p:spPr>
          <a:xfrm>
            <a:off x="13469673" y="7726918"/>
            <a:ext cx="541602" cy="295465"/>
          </a:xfrm>
          <a:prstGeom prst="rect">
            <a:avLst/>
          </a:prstGeom>
        </p:spPr>
        <p:txBody>
          <a:bodyPr/>
          <a:lstStyle>
            <a:lvl1pPr marL="0" algn="r" defTabSz="1097280" rtl="0" eaLnBrk="1" latinLnBrk="0" hangingPunct="1">
              <a:defRPr lang="en-US" sz="1200" kern="1200" smtClean="0">
                <a:solidFill>
                  <a:schemeClr val="bg1"/>
                </a:solidFill>
                <a:latin typeface="PP Neue Machina Plain Italic" pitchFamily="2" charset="77"/>
                <a:ea typeface="+mn-ea"/>
                <a:cs typeface="+mn-cs"/>
              </a:defRPr>
            </a:lvl1pPr>
          </a:lstStyle>
          <a:p>
            <a:fld id="{9990AA6C-E90E-4974-9612-9FBE0B32920B}" type="slidenum">
              <a:rPr lang="en-US" smtClean="0"/>
              <a:pPr/>
              <a:t>‹#›</a:t>
            </a:fld>
            <a:endParaRPr lang="en-US"/>
          </a:p>
        </p:txBody>
      </p:sp>
      <p:sp>
        <p:nvSpPr>
          <p:cNvPr id="11" name="Title 1">
            <a:extLst>
              <a:ext uri="{FF2B5EF4-FFF2-40B4-BE49-F238E27FC236}">
                <a16:creationId xmlns:a16="http://schemas.microsoft.com/office/drawing/2014/main" id="{75C75878-87AF-E90C-0A95-F2723AE9A3DE}"/>
              </a:ext>
            </a:extLst>
          </p:cNvPr>
          <p:cNvSpPr>
            <a:spLocks noGrp="1"/>
          </p:cNvSpPr>
          <p:nvPr>
            <p:ph type="title" hasCustomPrompt="1"/>
          </p:nvPr>
        </p:nvSpPr>
        <p:spPr>
          <a:xfrm flipH="1">
            <a:off x="6949438" y="3546763"/>
            <a:ext cx="6657464" cy="3426137"/>
          </a:xfrm>
          <a:prstGeom prst="rect">
            <a:avLst/>
          </a:prstGeom>
        </p:spPr>
        <p:txBody>
          <a:bodyPr>
            <a:noAutofit/>
          </a:bodyPr>
          <a:lstStyle>
            <a:lvl1pPr>
              <a:defRPr>
                <a:solidFill>
                  <a:schemeClr val="bg1"/>
                </a:solidFill>
              </a:defRPr>
            </a:lvl1pPr>
          </a:lstStyle>
          <a:p>
            <a:r>
              <a:rPr lang="en-US"/>
              <a:t>Click To Edit Master Title Style</a:t>
            </a:r>
          </a:p>
        </p:txBody>
      </p:sp>
      <p:sp>
        <p:nvSpPr>
          <p:cNvPr id="12" name="Graphic 3">
            <a:extLst>
              <a:ext uri="{FF2B5EF4-FFF2-40B4-BE49-F238E27FC236}">
                <a16:creationId xmlns:a16="http://schemas.microsoft.com/office/drawing/2014/main" id="{36365933-5BF7-CAA7-37F4-41F0051B1F6D}"/>
              </a:ext>
            </a:extLst>
          </p:cNvPr>
          <p:cNvSpPr/>
          <p:nvPr userDrawn="1"/>
        </p:nvSpPr>
        <p:spPr>
          <a:xfrm>
            <a:off x="22396" y="7197386"/>
            <a:ext cx="8765383" cy="1028021"/>
          </a:xfrm>
          <a:custGeom>
            <a:avLst/>
            <a:gdLst>
              <a:gd name="connsiteX0" fmla="*/ 4207334 w 7304486"/>
              <a:gd name="connsiteY0" fmla="*/ 109193 h 856684"/>
              <a:gd name="connsiteX1" fmla="*/ 0 w 7304486"/>
              <a:gd name="connsiteY1" fmla="*/ 591436 h 856684"/>
              <a:gd name="connsiteX2" fmla="*/ 4214758 w 7304486"/>
              <a:gd name="connsiteY2" fmla="*/ 0 h 856684"/>
              <a:gd name="connsiteX3" fmla="*/ 7304487 w 7304486"/>
              <a:gd name="connsiteY3" fmla="*/ 856685 h 856684"/>
              <a:gd name="connsiteX4" fmla="*/ 4207334 w 7304486"/>
              <a:gd name="connsiteY4" fmla="*/ 109038 h 8566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4486" h="856684">
                <a:moveTo>
                  <a:pt x="4207334" y="109193"/>
                </a:moveTo>
                <a:cubicBezTo>
                  <a:pt x="2804838" y="269889"/>
                  <a:pt x="1402496" y="430740"/>
                  <a:pt x="0" y="591436"/>
                </a:cubicBezTo>
                <a:cubicBezTo>
                  <a:pt x="1404971" y="394239"/>
                  <a:pt x="2809941" y="197197"/>
                  <a:pt x="4214758" y="0"/>
                </a:cubicBezTo>
                <a:cubicBezTo>
                  <a:pt x="5244668" y="285510"/>
                  <a:pt x="6274577" y="571175"/>
                  <a:pt x="7304487" y="856685"/>
                </a:cubicBezTo>
                <a:cubicBezTo>
                  <a:pt x="6272102" y="607521"/>
                  <a:pt x="5239718" y="358357"/>
                  <a:pt x="4207334" y="109038"/>
                </a:cubicBezTo>
                <a:close/>
              </a:path>
            </a:pathLst>
          </a:custGeom>
          <a:solidFill>
            <a:srgbClr val="00FAC2"/>
          </a:solidFill>
          <a:ln w="15458" cap="flat">
            <a:noFill/>
            <a:prstDash val="solid"/>
            <a:miter/>
          </a:ln>
        </p:spPr>
        <p:txBody>
          <a:bodyPr rtlCol="0" anchor="ctr"/>
          <a:lstStyle/>
          <a:p>
            <a:endParaRPr lang="en-US" sz="2160"/>
          </a:p>
        </p:txBody>
      </p:sp>
    </p:spTree>
    <p:extLst>
      <p:ext uri="{BB962C8B-B14F-4D97-AF65-F5344CB8AC3E}">
        <p14:creationId xmlns:p14="http://schemas.microsoft.com/office/powerpoint/2010/main" val="1707647783"/>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2_Custom Layout 4">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4F3162B-6E5E-F160-A29C-6DFEF501AE7D}"/>
              </a:ext>
            </a:extLst>
          </p:cNvPr>
          <p:cNvSpPr/>
          <p:nvPr userDrawn="1"/>
        </p:nvSpPr>
        <p:spPr>
          <a:xfrm>
            <a:off x="594361" y="7658100"/>
            <a:ext cx="8035290" cy="3261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3" name="Freeform: Shape 2">
            <a:extLst>
              <a:ext uri="{FF2B5EF4-FFF2-40B4-BE49-F238E27FC236}">
                <a16:creationId xmlns:a16="http://schemas.microsoft.com/office/drawing/2014/main" id="{FFC4131A-632F-871A-3C83-D5D597A5CA1E}"/>
              </a:ext>
            </a:extLst>
          </p:cNvPr>
          <p:cNvSpPr/>
          <p:nvPr userDrawn="1"/>
        </p:nvSpPr>
        <p:spPr>
          <a:xfrm rot="5400000">
            <a:off x="6319523" y="-81278"/>
            <a:ext cx="7246259" cy="9375498"/>
          </a:xfrm>
          <a:custGeom>
            <a:avLst/>
            <a:gdLst>
              <a:gd name="connsiteX0" fmla="*/ 0 w 6055313"/>
              <a:gd name="connsiteY0" fmla="*/ 7812915 h 7812915"/>
              <a:gd name="connsiteX1" fmla="*/ 2243431 w 6055313"/>
              <a:gd name="connsiteY1" fmla="*/ 0 h 7812915"/>
              <a:gd name="connsiteX2" fmla="*/ 6055313 w 6055313"/>
              <a:gd name="connsiteY2" fmla="*/ 0 h 7812915"/>
              <a:gd name="connsiteX3" fmla="*/ 6055313 w 6055313"/>
              <a:gd name="connsiteY3" fmla="*/ 4859044 h 7812915"/>
              <a:gd name="connsiteX4" fmla="*/ 5207127 w 6055313"/>
              <a:gd name="connsiteY4" fmla="*/ 7812915 h 7812915"/>
              <a:gd name="connsiteX0" fmla="*/ 0 w 6055313"/>
              <a:gd name="connsiteY0" fmla="*/ 7812915 h 7812915"/>
              <a:gd name="connsiteX1" fmla="*/ 2243431 w 6055313"/>
              <a:gd name="connsiteY1" fmla="*/ 0 h 7812915"/>
              <a:gd name="connsiteX2" fmla="*/ 6055313 w 6055313"/>
              <a:gd name="connsiteY2" fmla="*/ 0 h 7812915"/>
              <a:gd name="connsiteX3" fmla="*/ 6055313 w 6055313"/>
              <a:gd name="connsiteY3" fmla="*/ 4859044 h 7812915"/>
              <a:gd name="connsiteX4" fmla="*/ 5236624 w 6055313"/>
              <a:gd name="connsiteY4" fmla="*/ 7812915 h 7812915"/>
              <a:gd name="connsiteX5" fmla="*/ 0 w 6055313"/>
              <a:gd name="connsiteY5" fmla="*/ 7812915 h 7812915"/>
              <a:gd name="connsiteX0" fmla="*/ 0 w 6062933"/>
              <a:gd name="connsiteY0" fmla="*/ 7851015 h 7851015"/>
              <a:gd name="connsiteX1" fmla="*/ 2251051 w 6062933"/>
              <a:gd name="connsiteY1" fmla="*/ 0 h 7851015"/>
              <a:gd name="connsiteX2" fmla="*/ 6062933 w 6062933"/>
              <a:gd name="connsiteY2" fmla="*/ 0 h 7851015"/>
              <a:gd name="connsiteX3" fmla="*/ 6062933 w 6062933"/>
              <a:gd name="connsiteY3" fmla="*/ 4859044 h 7851015"/>
              <a:gd name="connsiteX4" fmla="*/ 5244244 w 6062933"/>
              <a:gd name="connsiteY4" fmla="*/ 7812915 h 7851015"/>
              <a:gd name="connsiteX5" fmla="*/ 0 w 6062933"/>
              <a:gd name="connsiteY5" fmla="*/ 7851015 h 7851015"/>
              <a:gd name="connsiteX0" fmla="*/ 0 w 6038549"/>
              <a:gd name="connsiteY0" fmla="*/ 7808343 h 7812915"/>
              <a:gd name="connsiteX1" fmla="*/ 2226667 w 6038549"/>
              <a:gd name="connsiteY1" fmla="*/ 0 h 7812915"/>
              <a:gd name="connsiteX2" fmla="*/ 6038549 w 6038549"/>
              <a:gd name="connsiteY2" fmla="*/ 0 h 7812915"/>
              <a:gd name="connsiteX3" fmla="*/ 6038549 w 6038549"/>
              <a:gd name="connsiteY3" fmla="*/ 4859044 h 7812915"/>
              <a:gd name="connsiteX4" fmla="*/ 5219860 w 6038549"/>
              <a:gd name="connsiteY4" fmla="*/ 7812915 h 7812915"/>
              <a:gd name="connsiteX5" fmla="*/ 0 w 6038549"/>
              <a:gd name="connsiteY5" fmla="*/ 7808343 h 781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38549" h="7812915">
                <a:moveTo>
                  <a:pt x="0" y="7808343"/>
                </a:moveTo>
                <a:lnTo>
                  <a:pt x="2226667" y="0"/>
                </a:lnTo>
                <a:lnTo>
                  <a:pt x="6038549" y="0"/>
                </a:lnTo>
                <a:lnTo>
                  <a:pt x="6038549" y="4859044"/>
                </a:lnTo>
                <a:lnTo>
                  <a:pt x="5219860" y="7812915"/>
                </a:lnTo>
                <a:lnTo>
                  <a:pt x="0" y="780834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2160" b="0" i="0">
              <a:latin typeface="Avenir Book" panose="02000503020000020003" pitchFamily="2" charset="0"/>
            </a:endParaRPr>
          </a:p>
        </p:txBody>
      </p:sp>
      <p:sp>
        <p:nvSpPr>
          <p:cNvPr id="8" name="Picture Placeholder 47">
            <a:extLst>
              <a:ext uri="{FF2B5EF4-FFF2-40B4-BE49-F238E27FC236}">
                <a16:creationId xmlns:a16="http://schemas.microsoft.com/office/drawing/2014/main" id="{78004D37-C7E0-B198-98DF-1D5CB04C7804}"/>
              </a:ext>
            </a:extLst>
          </p:cNvPr>
          <p:cNvSpPr>
            <a:spLocks noGrp="1"/>
          </p:cNvSpPr>
          <p:nvPr>
            <p:ph type="pic" sz="quarter" idx="15"/>
          </p:nvPr>
        </p:nvSpPr>
        <p:spPr>
          <a:xfrm>
            <a:off x="0" y="932686"/>
            <a:ext cx="6236208" cy="6989432"/>
          </a:xfrm>
          <a:custGeom>
            <a:avLst/>
            <a:gdLst>
              <a:gd name="connsiteX0" fmla="*/ 4221481 w 5196840"/>
              <a:gd name="connsiteY0" fmla="*/ 0 h 5780545"/>
              <a:gd name="connsiteX1" fmla="*/ 5196840 w 5196840"/>
              <a:gd name="connsiteY1" fmla="*/ 264689 h 5780545"/>
              <a:gd name="connsiteX2" fmla="*/ 5196840 w 5196840"/>
              <a:gd name="connsiteY2" fmla="*/ 1110836 h 5780545"/>
              <a:gd name="connsiteX3" fmla="*/ 5196839 w 5196840"/>
              <a:gd name="connsiteY3" fmla="*/ 1110836 h 5780545"/>
              <a:gd name="connsiteX4" fmla="*/ 5196839 w 5196840"/>
              <a:gd name="connsiteY4" fmla="*/ 5456481 h 5780545"/>
              <a:gd name="connsiteX5" fmla="*/ 4221480 w 5196840"/>
              <a:gd name="connsiteY5" fmla="*/ 5191792 h 5780545"/>
              <a:gd name="connsiteX6" fmla="*/ 0 w 5196840"/>
              <a:gd name="connsiteY6" fmla="*/ 5780545 h 5780545"/>
              <a:gd name="connsiteX7" fmla="*/ 0 w 5196840"/>
              <a:gd name="connsiteY7" fmla="*/ 1138188 h 5780545"/>
              <a:gd name="connsiteX8" fmla="*/ 0 w 5196840"/>
              <a:gd name="connsiteY8" fmla="*/ 695992 h 5780545"/>
              <a:gd name="connsiteX9" fmla="*/ 0 w 5196840"/>
              <a:gd name="connsiteY9" fmla="*/ 588753 h 5780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6840" h="5780545">
                <a:moveTo>
                  <a:pt x="4221481" y="0"/>
                </a:moveTo>
                <a:lnTo>
                  <a:pt x="5196840" y="264689"/>
                </a:lnTo>
                <a:lnTo>
                  <a:pt x="5196840" y="1110836"/>
                </a:lnTo>
                <a:lnTo>
                  <a:pt x="5196839" y="1110836"/>
                </a:lnTo>
                <a:lnTo>
                  <a:pt x="5196839" y="5456481"/>
                </a:lnTo>
                <a:lnTo>
                  <a:pt x="4221480" y="5191792"/>
                </a:lnTo>
                <a:lnTo>
                  <a:pt x="0" y="5780545"/>
                </a:lnTo>
                <a:lnTo>
                  <a:pt x="0" y="1138188"/>
                </a:lnTo>
                <a:lnTo>
                  <a:pt x="0" y="695992"/>
                </a:lnTo>
                <a:lnTo>
                  <a:pt x="0" y="588753"/>
                </a:lnTo>
                <a:close/>
              </a:path>
            </a:pathLst>
          </a:custGeom>
          <a:solidFill>
            <a:schemeClr val="bg2">
              <a:lumMod val="20000"/>
              <a:lumOff val="80000"/>
            </a:schemeClr>
          </a:solidFill>
        </p:spPr>
        <p:txBody>
          <a:bodyPr wrap="square" anchor="ctr">
            <a:noAutofit/>
          </a:bodyPr>
          <a:lstStyle>
            <a:lvl1pPr marL="0" indent="0" algn="ctr">
              <a:buNone/>
              <a:defRPr b="0" i="0"/>
            </a:lvl1pPr>
          </a:lstStyle>
          <a:p>
            <a:endParaRPr lang="de-DE"/>
          </a:p>
        </p:txBody>
      </p:sp>
      <p:sp>
        <p:nvSpPr>
          <p:cNvPr id="6" name="TextBox 5">
            <a:extLst>
              <a:ext uri="{FF2B5EF4-FFF2-40B4-BE49-F238E27FC236}">
                <a16:creationId xmlns:a16="http://schemas.microsoft.com/office/drawing/2014/main" id="{F5CFFD73-2036-4462-99DA-D1C0238963E7}"/>
              </a:ext>
            </a:extLst>
          </p:cNvPr>
          <p:cNvSpPr txBox="1"/>
          <p:nvPr userDrawn="1"/>
        </p:nvSpPr>
        <p:spPr>
          <a:xfrm>
            <a:off x="619124" y="7726918"/>
            <a:ext cx="2596896" cy="276999"/>
          </a:xfrm>
          <a:prstGeom prst="rect">
            <a:avLst/>
          </a:prstGeom>
          <a:noFill/>
        </p:spPr>
        <p:txBody>
          <a:bodyPr wrap="square">
            <a:spAutoFit/>
          </a:bodyPr>
          <a:lstStyle/>
          <a:p>
            <a:r>
              <a:rPr lang="en-US" sz="1200">
                <a:solidFill>
                  <a:schemeClr val="bg1"/>
                </a:solidFill>
                <a:latin typeface="PP Neue Machina Plain Italic" pitchFamily="2" charset="77"/>
              </a:rPr>
              <a:t>Ascendion© 2023</a:t>
            </a:r>
          </a:p>
        </p:txBody>
      </p:sp>
      <p:sp>
        <p:nvSpPr>
          <p:cNvPr id="10" name="Slide Number Placeholder 5">
            <a:extLst>
              <a:ext uri="{FF2B5EF4-FFF2-40B4-BE49-F238E27FC236}">
                <a16:creationId xmlns:a16="http://schemas.microsoft.com/office/drawing/2014/main" id="{B4FCF6CA-33E7-86CC-A95A-CB7E284AB283}"/>
              </a:ext>
            </a:extLst>
          </p:cNvPr>
          <p:cNvSpPr>
            <a:spLocks noGrp="1"/>
          </p:cNvSpPr>
          <p:nvPr>
            <p:ph type="sldNum" sz="quarter" idx="12"/>
          </p:nvPr>
        </p:nvSpPr>
        <p:spPr>
          <a:xfrm>
            <a:off x="13469673" y="7726918"/>
            <a:ext cx="541602" cy="295465"/>
          </a:xfrm>
          <a:prstGeom prst="rect">
            <a:avLst/>
          </a:prstGeom>
        </p:spPr>
        <p:txBody>
          <a:bodyPr/>
          <a:lstStyle>
            <a:lvl1pPr marL="0" algn="r" defTabSz="1097280" rtl="0" eaLnBrk="1" latinLnBrk="0" hangingPunct="1">
              <a:defRPr lang="en-US" sz="1200" kern="1200" smtClean="0">
                <a:solidFill>
                  <a:schemeClr val="bg1"/>
                </a:solidFill>
                <a:latin typeface="PP Neue Machina Plain Italic" pitchFamily="2" charset="77"/>
                <a:ea typeface="+mn-ea"/>
                <a:cs typeface="+mn-cs"/>
              </a:defRPr>
            </a:lvl1pPr>
          </a:lstStyle>
          <a:p>
            <a:fld id="{9990AA6C-E90E-4974-9612-9FBE0B32920B}" type="slidenum">
              <a:rPr lang="en-US" smtClean="0"/>
              <a:pPr/>
              <a:t>‹#›</a:t>
            </a:fld>
            <a:endParaRPr lang="en-US"/>
          </a:p>
        </p:txBody>
      </p:sp>
      <p:sp>
        <p:nvSpPr>
          <p:cNvPr id="11" name="Title 1">
            <a:extLst>
              <a:ext uri="{FF2B5EF4-FFF2-40B4-BE49-F238E27FC236}">
                <a16:creationId xmlns:a16="http://schemas.microsoft.com/office/drawing/2014/main" id="{75C75878-87AF-E90C-0A95-F2723AE9A3DE}"/>
              </a:ext>
            </a:extLst>
          </p:cNvPr>
          <p:cNvSpPr>
            <a:spLocks noGrp="1"/>
          </p:cNvSpPr>
          <p:nvPr>
            <p:ph type="title" hasCustomPrompt="1"/>
          </p:nvPr>
        </p:nvSpPr>
        <p:spPr>
          <a:xfrm flipH="1">
            <a:off x="6949438" y="3546763"/>
            <a:ext cx="6657464" cy="3426137"/>
          </a:xfrm>
          <a:prstGeom prst="rect">
            <a:avLst/>
          </a:prstGeom>
        </p:spPr>
        <p:txBody>
          <a:bodyPr>
            <a:noAutofit/>
          </a:bodyPr>
          <a:lstStyle>
            <a:lvl1pPr>
              <a:defRPr>
                <a:solidFill>
                  <a:schemeClr val="bg1"/>
                </a:solidFill>
              </a:defRPr>
            </a:lvl1pPr>
          </a:lstStyle>
          <a:p>
            <a:r>
              <a:rPr lang="en-US"/>
              <a:t>Click To Edit Master Title Style</a:t>
            </a:r>
          </a:p>
        </p:txBody>
      </p:sp>
      <p:sp>
        <p:nvSpPr>
          <p:cNvPr id="12" name="Graphic 3">
            <a:extLst>
              <a:ext uri="{FF2B5EF4-FFF2-40B4-BE49-F238E27FC236}">
                <a16:creationId xmlns:a16="http://schemas.microsoft.com/office/drawing/2014/main" id="{36365933-5BF7-CAA7-37F4-41F0051B1F6D}"/>
              </a:ext>
            </a:extLst>
          </p:cNvPr>
          <p:cNvSpPr/>
          <p:nvPr userDrawn="1"/>
        </p:nvSpPr>
        <p:spPr>
          <a:xfrm>
            <a:off x="22396" y="7197386"/>
            <a:ext cx="8765383" cy="1028021"/>
          </a:xfrm>
          <a:custGeom>
            <a:avLst/>
            <a:gdLst>
              <a:gd name="connsiteX0" fmla="*/ 4207334 w 7304486"/>
              <a:gd name="connsiteY0" fmla="*/ 109193 h 856684"/>
              <a:gd name="connsiteX1" fmla="*/ 0 w 7304486"/>
              <a:gd name="connsiteY1" fmla="*/ 591436 h 856684"/>
              <a:gd name="connsiteX2" fmla="*/ 4214758 w 7304486"/>
              <a:gd name="connsiteY2" fmla="*/ 0 h 856684"/>
              <a:gd name="connsiteX3" fmla="*/ 7304487 w 7304486"/>
              <a:gd name="connsiteY3" fmla="*/ 856685 h 856684"/>
              <a:gd name="connsiteX4" fmla="*/ 4207334 w 7304486"/>
              <a:gd name="connsiteY4" fmla="*/ 109038 h 8566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4486" h="856684">
                <a:moveTo>
                  <a:pt x="4207334" y="109193"/>
                </a:moveTo>
                <a:cubicBezTo>
                  <a:pt x="2804838" y="269889"/>
                  <a:pt x="1402496" y="430740"/>
                  <a:pt x="0" y="591436"/>
                </a:cubicBezTo>
                <a:cubicBezTo>
                  <a:pt x="1404971" y="394239"/>
                  <a:pt x="2809941" y="197197"/>
                  <a:pt x="4214758" y="0"/>
                </a:cubicBezTo>
                <a:cubicBezTo>
                  <a:pt x="5244668" y="285510"/>
                  <a:pt x="6274577" y="571175"/>
                  <a:pt x="7304487" y="856685"/>
                </a:cubicBezTo>
                <a:cubicBezTo>
                  <a:pt x="6272102" y="607521"/>
                  <a:pt x="5239718" y="358357"/>
                  <a:pt x="4207334" y="109038"/>
                </a:cubicBezTo>
                <a:close/>
              </a:path>
            </a:pathLst>
          </a:custGeom>
          <a:solidFill>
            <a:srgbClr val="00FAC2"/>
          </a:solidFill>
          <a:ln w="15458" cap="flat">
            <a:noFill/>
            <a:prstDash val="solid"/>
            <a:miter/>
          </a:ln>
        </p:spPr>
        <p:txBody>
          <a:bodyPr rtlCol="0" anchor="ctr"/>
          <a:lstStyle/>
          <a:p>
            <a:endParaRPr lang="en-US" sz="2160"/>
          </a:p>
        </p:txBody>
      </p:sp>
      <p:pic>
        <p:nvPicPr>
          <p:cNvPr id="2" name="Picture 4">
            <a:extLst>
              <a:ext uri="{FF2B5EF4-FFF2-40B4-BE49-F238E27FC236}">
                <a16:creationId xmlns:a16="http://schemas.microsoft.com/office/drawing/2014/main" id="{7FBF249D-529D-08E1-1F34-ECD7624C956D}"/>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2257029" y="346259"/>
            <a:ext cx="1974078" cy="520507"/>
          </a:xfrm>
          <a:prstGeom prst="rect">
            <a:avLst/>
          </a:prstGeom>
          <a:noFill/>
          <a:extLst>
            <a:ext uri="{909E8E84-426E-40DD-AFC4-6F175D3DCCD1}">
              <a14:hiddenFill xmlns:a14="http://schemas.microsoft.com/office/drawing/2010/main">
                <a:solidFill>
                  <a:srgbClr val="FFFFFF"/>
                </a:solidFill>
              </a14:hiddenFill>
            </a:ext>
          </a:extLst>
        </p:spPr>
      </p:pic>
      <p:pic>
        <p:nvPicPr>
          <p:cNvPr id="4" name="Graphic 3">
            <a:extLst>
              <a:ext uri="{FF2B5EF4-FFF2-40B4-BE49-F238E27FC236}">
                <a16:creationId xmlns:a16="http://schemas.microsoft.com/office/drawing/2014/main" id="{D9AE3DEF-1B41-0F88-125D-620B09264E18}"/>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03531" y="183545"/>
            <a:ext cx="2267101" cy="851777"/>
          </a:xfrm>
          <a:prstGeom prst="rect">
            <a:avLst/>
          </a:prstGeom>
        </p:spPr>
      </p:pic>
    </p:spTree>
    <p:extLst>
      <p:ext uri="{BB962C8B-B14F-4D97-AF65-F5344CB8AC3E}">
        <p14:creationId xmlns:p14="http://schemas.microsoft.com/office/powerpoint/2010/main" val="4259369654"/>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userDrawn="1">
  <p:cSld name="Title IMAGE_light">
    <p:spTree>
      <p:nvGrpSpPr>
        <p:cNvPr id="1" name=""/>
        <p:cNvGrpSpPr/>
        <p:nvPr/>
      </p:nvGrpSpPr>
      <p:grpSpPr>
        <a:xfrm>
          <a:off x="0" y="0"/>
          <a:ext cx="0" cy="0"/>
          <a:chOff x="0" y="0"/>
          <a:chExt cx="0" cy="0"/>
        </a:xfrm>
      </p:grpSpPr>
      <p:sp>
        <p:nvSpPr>
          <p:cNvPr id="33" name="Picture Placeholder 32">
            <a:extLst>
              <a:ext uri="{FF2B5EF4-FFF2-40B4-BE49-F238E27FC236}">
                <a16:creationId xmlns:a16="http://schemas.microsoft.com/office/drawing/2014/main" id="{01F54CCE-2A05-56EB-965D-AE06B1C43403}"/>
              </a:ext>
            </a:extLst>
          </p:cNvPr>
          <p:cNvSpPr>
            <a:spLocks noGrp="1"/>
          </p:cNvSpPr>
          <p:nvPr>
            <p:ph type="pic" sz="quarter" idx="13" hasCustomPrompt="1"/>
          </p:nvPr>
        </p:nvSpPr>
        <p:spPr>
          <a:xfrm>
            <a:off x="0" y="0"/>
            <a:ext cx="14630400" cy="8229600"/>
          </a:xfrm>
        </p:spPr>
        <p:txBody>
          <a:bodyPr>
            <a:noAutofit/>
          </a:bodyPr>
          <a:lstStyle>
            <a:lvl1pPr marL="0" indent="0">
              <a:buNone/>
              <a:defRPr/>
            </a:lvl1pPr>
          </a:lstStyle>
          <a:p>
            <a:r>
              <a:rPr lang="en-US"/>
              <a:t>Click icon to add image</a:t>
            </a:r>
          </a:p>
        </p:txBody>
      </p:sp>
      <p:sp>
        <p:nvSpPr>
          <p:cNvPr id="2" name="Title 1">
            <a:extLst>
              <a:ext uri="{FF2B5EF4-FFF2-40B4-BE49-F238E27FC236}">
                <a16:creationId xmlns:a16="http://schemas.microsoft.com/office/drawing/2014/main" id="{F2156418-9B91-0A3B-C2C9-EDC6E679B575}"/>
              </a:ext>
            </a:extLst>
          </p:cNvPr>
          <p:cNvSpPr>
            <a:spLocks noGrp="1"/>
          </p:cNvSpPr>
          <p:nvPr>
            <p:ph type="ctrTitle"/>
          </p:nvPr>
        </p:nvSpPr>
        <p:spPr>
          <a:xfrm>
            <a:off x="601980" y="616280"/>
            <a:ext cx="12771396" cy="3388030"/>
          </a:xfrm>
        </p:spPr>
        <p:txBody>
          <a:bodyPr anchor="b">
            <a:noAutofit/>
          </a:bodyPr>
          <a:lstStyle>
            <a:lvl1pPr algn="l">
              <a:defRPr sz="5760"/>
            </a:lvl1pPr>
          </a:lstStyle>
          <a:p>
            <a:r>
              <a:rPr lang="en-US"/>
              <a:t>Click to edit Master title style</a:t>
            </a:r>
          </a:p>
        </p:txBody>
      </p:sp>
      <p:sp>
        <p:nvSpPr>
          <p:cNvPr id="3" name="Subtitle 2">
            <a:extLst>
              <a:ext uri="{FF2B5EF4-FFF2-40B4-BE49-F238E27FC236}">
                <a16:creationId xmlns:a16="http://schemas.microsoft.com/office/drawing/2014/main" id="{16502C2A-CFCA-9D76-87CA-E72B0507C896}"/>
              </a:ext>
            </a:extLst>
          </p:cNvPr>
          <p:cNvSpPr>
            <a:spLocks noGrp="1"/>
          </p:cNvSpPr>
          <p:nvPr>
            <p:ph type="subTitle" idx="1"/>
          </p:nvPr>
        </p:nvSpPr>
        <p:spPr>
          <a:xfrm>
            <a:off x="601980" y="4114800"/>
            <a:ext cx="12771397" cy="1986914"/>
          </a:xfrm>
        </p:spPr>
        <p:txBody>
          <a:bodyPr>
            <a:noAutofit/>
          </a:bodyPr>
          <a:lstStyle>
            <a:lvl1pPr marL="0" indent="0" algn="l">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p>
        </p:txBody>
      </p:sp>
      <p:pic>
        <p:nvPicPr>
          <p:cNvPr id="26" name="Graphic 25">
            <a:extLst>
              <a:ext uri="{FF2B5EF4-FFF2-40B4-BE49-F238E27FC236}">
                <a16:creationId xmlns:a16="http://schemas.microsoft.com/office/drawing/2014/main" id="{EC8D6301-82DA-9C18-68FC-4279A75663B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5188" y="317650"/>
            <a:ext cx="2881660" cy="1082672"/>
          </a:xfrm>
          <a:prstGeom prst="rect">
            <a:avLst/>
          </a:prstGeom>
        </p:spPr>
      </p:pic>
      <p:sp>
        <p:nvSpPr>
          <p:cNvPr id="5" name="Text Placeholder 4">
            <a:extLst>
              <a:ext uri="{FF2B5EF4-FFF2-40B4-BE49-F238E27FC236}">
                <a16:creationId xmlns:a16="http://schemas.microsoft.com/office/drawing/2014/main" id="{275B763B-EF4A-C32E-BCF2-7782249D11B1}"/>
              </a:ext>
            </a:extLst>
          </p:cNvPr>
          <p:cNvSpPr>
            <a:spLocks noGrp="1"/>
          </p:cNvSpPr>
          <p:nvPr>
            <p:ph type="body" sz="quarter" idx="14"/>
          </p:nvPr>
        </p:nvSpPr>
        <p:spPr>
          <a:xfrm>
            <a:off x="601980" y="7114232"/>
            <a:ext cx="6713220" cy="311458"/>
          </a:xfrm>
        </p:spPr>
        <p:txBody>
          <a:bodyPr anchor="b">
            <a:noAutofit/>
          </a:bodyPr>
          <a:lstStyle>
            <a:lvl1pPr marL="0" indent="0">
              <a:buNone/>
              <a:defRPr b="0" i="0">
                <a:latin typeface="PP Neue Machina Plain Italic" pitchFamily="2" charset="77"/>
              </a:defRPr>
            </a:lvl1pPr>
          </a:lstStyle>
          <a:p>
            <a:pPr lvl="0"/>
            <a:r>
              <a:rPr lang="en-US"/>
              <a:t>Click to edit Master text styles</a:t>
            </a:r>
          </a:p>
        </p:txBody>
      </p:sp>
    </p:spTree>
    <p:extLst>
      <p:ext uri="{BB962C8B-B14F-4D97-AF65-F5344CB8AC3E}">
        <p14:creationId xmlns:p14="http://schemas.microsoft.com/office/powerpoint/2010/main" val="250996298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slide">
  <p:cSld name="Title slide">
    <p:bg>
      <p:bgPr>
        <a:solidFill>
          <a:schemeClr val="bg1">
            <a:lumMod val="95000"/>
          </a:schemeClr>
        </a:solidFill>
        <a:effectLst/>
      </p:bgPr>
    </p:bg>
    <p:spTree>
      <p:nvGrpSpPr>
        <p:cNvPr id="1" name="Shape 9"/>
        <p:cNvGrpSpPr/>
        <p:nvPr/>
      </p:nvGrpSpPr>
      <p:grpSpPr>
        <a:xfrm>
          <a:off x="0" y="0"/>
          <a:ext cx="0" cy="0"/>
          <a:chOff x="0" y="0"/>
          <a:chExt cx="0" cy="0"/>
        </a:xfrm>
      </p:grpSpPr>
      <p:sp>
        <p:nvSpPr>
          <p:cNvPr id="2" name="Picture Placeholder 2">
            <a:extLst>
              <a:ext uri="{FF2B5EF4-FFF2-40B4-BE49-F238E27FC236}">
                <a16:creationId xmlns:a16="http://schemas.microsoft.com/office/drawing/2014/main" id="{E24EB988-1B3E-4E16-DFC4-94BCB32833AA}"/>
              </a:ext>
            </a:extLst>
          </p:cNvPr>
          <p:cNvSpPr>
            <a:spLocks noGrp="1"/>
          </p:cNvSpPr>
          <p:nvPr>
            <p:ph type="pic" sz="quarter" idx="13" hasCustomPrompt="1"/>
          </p:nvPr>
        </p:nvSpPr>
        <p:spPr>
          <a:xfrm>
            <a:off x="7274562" y="-22352"/>
            <a:ext cx="7356601" cy="7185407"/>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4584700 w 9144476"/>
              <a:gd name="connsiteY6" fmla="*/ 4455526 h 4462781"/>
              <a:gd name="connsiteX7" fmla="*/ 0 w 9144476"/>
              <a:gd name="connsiteY7" fmla="*/ 0 h 4462781"/>
              <a:gd name="connsiteX0" fmla="*/ 0 w 4597876"/>
              <a:gd name="connsiteY0" fmla="*/ 0 h 4475481"/>
              <a:gd name="connsiteX1" fmla="*/ 4597400 w 4597876"/>
              <a:gd name="connsiteY1" fmla="*/ 12700 h 4475481"/>
              <a:gd name="connsiteX2" fmla="*/ 4597876 w 4597876"/>
              <a:gd name="connsiteY2" fmla="*/ 4470766 h 4475481"/>
              <a:gd name="connsiteX3" fmla="*/ 4406900 w 4597876"/>
              <a:gd name="connsiteY3" fmla="*/ 4475481 h 4475481"/>
              <a:gd name="connsiteX4" fmla="*/ 3713480 w 4597876"/>
              <a:gd name="connsiteY4" fmla="*/ 4319271 h 4475481"/>
              <a:gd name="connsiteX5" fmla="*/ 2995295 w 4597876"/>
              <a:gd name="connsiteY5" fmla="*/ 4465479 h 4475481"/>
              <a:gd name="connsiteX6" fmla="*/ 38100 w 4597876"/>
              <a:gd name="connsiteY6" fmla="*/ 4468226 h 4475481"/>
              <a:gd name="connsiteX7" fmla="*/ 0 w 4597876"/>
              <a:gd name="connsiteY7" fmla="*/ 0 h 4475481"/>
              <a:gd name="connsiteX0" fmla="*/ 0 w 4597876"/>
              <a:gd name="connsiteY0" fmla="*/ 0 h 4490879"/>
              <a:gd name="connsiteX1" fmla="*/ 4597400 w 4597876"/>
              <a:gd name="connsiteY1" fmla="*/ 12700 h 4490879"/>
              <a:gd name="connsiteX2" fmla="*/ 4597876 w 4597876"/>
              <a:gd name="connsiteY2" fmla="*/ 4470766 h 4490879"/>
              <a:gd name="connsiteX3" fmla="*/ 4406900 w 4597876"/>
              <a:gd name="connsiteY3" fmla="*/ 4475481 h 4490879"/>
              <a:gd name="connsiteX4" fmla="*/ 3713480 w 4597876"/>
              <a:gd name="connsiteY4" fmla="*/ 4319271 h 4490879"/>
              <a:gd name="connsiteX5" fmla="*/ 3020695 w 4597876"/>
              <a:gd name="connsiteY5" fmla="*/ 4490879 h 4490879"/>
              <a:gd name="connsiteX6" fmla="*/ 38100 w 4597876"/>
              <a:gd name="connsiteY6" fmla="*/ 4468226 h 4490879"/>
              <a:gd name="connsiteX7" fmla="*/ 0 w 4597876"/>
              <a:gd name="connsiteY7" fmla="*/ 0 h 4490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97876" h="4490879">
                <a:moveTo>
                  <a:pt x="0" y="0"/>
                </a:moveTo>
                <a:lnTo>
                  <a:pt x="4597400" y="12700"/>
                </a:lnTo>
                <a:cubicBezTo>
                  <a:pt x="4597559" y="1498722"/>
                  <a:pt x="4597717" y="2984744"/>
                  <a:pt x="4597876" y="4470766"/>
                </a:cubicBezTo>
                <a:lnTo>
                  <a:pt x="4406900" y="4475481"/>
                </a:lnTo>
                <a:lnTo>
                  <a:pt x="3713480" y="4319271"/>
                </a:lnTo>
                <a:lnTo>
                  <a:pt x="3020695" y="4490879"/>
                </a:lnTo>
                <a:lnTo>
                  <a:pt x="38100" y="4468226"/>
                </a:lnTo>
                <a:lnTo>
                  <a:pt x="0" y="0"/>
                </a:lnTo>
                <a:close/>
              </a:path>
            </a:pathLst>
          </a:custGeom>
          <a:noFill/>
        </p:spPr>
        <p:txBody>
          <a:bodyPr/>
          <a:lstStyle>
            <a:lvl1pPr marL="182875" indent="0">
              <a:buNone/>
              <a:defRPr/>
            </a:lvl1pPr>
          </a:lstStyle>
          <a:p>
            <a:r>
              <a:rPr lang="en-IN"/>
              <a:t> </a:t>
            </a:r>
            <a:endParaRPr lang="en-AU"/>
          </a:p>
        </p:txBody>
      </p:sp>
      <p:sp>
        <p:nvSpPr>
          <p:cNvPr id="13" name="Freeform: Shape 12">
            <a:extLst>
              <a:ext uri="{FF2B5EF4-FFF2-40B4-BE49-F238E27FC236}">
                <a16:creationId xmlns:a16="http://schemas.microsoft.com/office/drawing/2014/main" id="{DCFA8F1A-438C-2D31-EC45-A4CCF4206F40}"/>
              </a:ext>
            </a:extLst>
          </p:cNvPr>
          <p:cNvSpPr/>
          <p:nvPr/>
        </p:nvSpPr>
        <p:spPr>
          <a:xfrm>
            <a:off x="0" y="6888480"/>
            <a:ext cx="14630400" cy="1371600"/>
          </a:xfrm>
          <a:custGeom>
            <a:avLst/>
            <a:gdLst>
              <a:gd name="connsiteX0" fmla="*/ 0 w 9144000"/>
              <a:gd name="connsiteY0" fmla="*/ 857250 h 857250"/>
              <a:gd name="connsiteX1" fmla="*/ 0 w 9144000"/>
              <a:gd name="connsiteY1" fmla="*/ 149828 h 857250"/>
              <a:gd name="connsiteX2" fmla="*/ 7540609 w 9144000"/>
              <a:gd name="connsiteY2" fmla="*/ 149828 h 857250"/>
              <a:gd name="connsiteX3" fmla="*/ 8245698 w 9144000"/>
              <a:gd name="connsiteY3" fmla="*/ 0 h 857250"/>
              <a:gd name="connsiteX4" fmla="*/ 8933831 w 9144000"/>
              <a:gd name="connsiteY4" fmla="*/ 149828 h 857250"/>
              <a:gd name="connsiteX5" fmla="*/ 9144000 w 9144000"/>
              <a:gd name="connsiteY5" fmla="*/ 149828 h 857250"/>
              <a:gd name="connsiteX6" fmla="*/ 9144000 w 9144000"/>
              <a:gd name="connsiteY6" fmla="*/ 857250 h 857250"/>
              <a:gd name="connsiteX7" fmla="*/ 0 w 9144000"/>
              <a:gd name="connsiteY7"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857250"/>
                </a:moveTo>
                <a:lnTo>
                  <a:pt x="0" y="149828"/>
                </a:lnTo>
                <a:lnTo>
                  <a:pt x="7540609" y="149828"/>
                </a:lnTo>
                <a:lnTo>
                  <a:pt x="8245698" y="0"/>
                </a:lnTo>
                <a:lnTo>
                  <a:pt x="8933831" y="149828"/>
                </a:lnTo>
                <a:lnTo>
                  <a:pt x="9144000" y="149828"/>
                </a:lnTo>
                <a:lnTo>
                  <a:pt x="9144000" y="857250"/>
                </a:lnTo>
                <a:lnTo>
                  <a:pt x="0" y="857250"/>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marL="0" lvl="0" defTabSz="1463004" eaLnBrk="1" latinLnBrk="0" hangingPunct="1"/>
            <a:endParaRPr lang="en-AU" sz="2880" kern="1200">
              <a:solidFill>
                <a:schemeClr val="tx1"/>
              </a:solidFill>
              <a:latin typeface="+mn-lt"/>
              <a:ea typeface="+mn-ea"/>
              <a:cs typeface="+mn-cs"/>
            </a:endParaRPr>
          </a:p>
        </p:txBody>
      </p:sp>
      <p:sp>
        <p:nvSpPr>
          <p:cNvPr id="14" name="Freeform: Shape 13">
            <a:extLst>
              <a:ext uri="{FF2B5EF4-FFF2-40B4-BE49-F238E27FC236}">
                <a16:creationId xmlns:a16="http://schemas.microsoft.com/office/drawing/2014/main" id="{6332EFC7-40EB-E5E0-6D5B-205A7815463F}"/>
              </a:ext>
            </a:extLst>
          </p:cNvPr>
          <p:cNvSpPr/>
          <p:nvPr/>
        </p:nvSpPr>
        <p:spPr>
          <a:xfrm>
            <a:off x="12064973" y="7106490"/>
            <a:ext cx="1994458" cy="45613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729 h 285083"/>
              <a:gd name="connsiteX7" fmla="*/ 808530 w 1246536"/>
              <a:gd name="connsiteY7" fmla="*/ 87535 h 285083"/>
              <a:gd name="connsiteX8" fmla="*/ 769239 w 1246536"/>
              <a:gd name="connsiteY8" fmla="*/ 41624 h 285083"/>
              <a:gd name="connsiteX9" fmla="*/ 752856 w 1246536"/>
              <a:gd name="connsiteY9" fmla="*/ 38148 h 285083"/>
              <a:gd name="connsiteX10" fmla="*/ 752856 w 1246536"/>
              <a:gd name="connsiteY10" fmla="*/ 113252 h 285083"/>
              <a:gd name="connsiteX11" fmla="*/ 769239 w 1246536"/>
              <a:gd name="connsiteY11" fmla="*/ 116729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627 h 285083"/>
              <a:gd name="connsiteX26" fmla="*/ 1094994 w 1246536"/>
              <a:gd name="connsiteY26" fmla="*/ 148447 h 285083"/>
              <a:gd name="connsiteX27" fmla="*/ 1026319 w 1246536"/>
              <a:gd name="connsiteY27" fmla="*/ 205264 h 285083"/>
              <a:gd name="connsiteX28" fmla="*/ 957263 w 1246536"/>
              <a:gd name="connsiteY28" fmla="*/ 119205 h 285083"/>
              <a:gd name="connsiteX29" fmla="*/ 1026319 w 1246536"/>
              <a:gd name="connsiteY29" fmla="*/ 62675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929 h 285083"/>
              <a:gd name="connsiteX56" fmla="*/ 72819 w 1246536"/>
              <a:gd name="connsiteY56" fmla="*/ 144923 h 285083"/>
              <a:gd name="connsiteX57" fmla="*/ 57198 w 1246536"/>
              <a:gd name="connsiteY57" fmla="*/ 200597 h 285083"/>
              <a:gd name="connsiteX58" fmla="*/ 88488 w 1246536"/>
              <a:gd name="connsiteY58" fmla="*/ 193929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5 h 285083"/>
              <a:gd name="connsiteX76" fmla="*/ 283702 w 1246536"/>
              <a:gd name="connsiteY76" fmla="*/ 156115 h 285083"/>
              <a:gd name="connsiteX77" fmla="*/ 353330 w 1246536"/>
              <a:gd name="connsiteY77" fmla="*/ 70104 h 285083"/>
              <a:gd name="connsiteX78" fmla="*/ 419767 w 1246536"/>
              <a:gd name="connsiteY78" fmla="*/ 111633 h 285083"/>
              <a:gd name="connsiteX79" fmla="*/ 384953 w 1246536"/>
              <a:gd name="connsiteY79" fmla="*/ 119015 h 285083"/>
              <a:gd name="connsiteX80" fmla="*/ 353473 w 1246536"/>
              <a:gd name="connsiteY80" fmla="*/ 102156 h 285083"/>
              <a:gd name="connsiteX81" fmla="*/ 318659 w 1246536"/>
              <a:gd name="connsiteY81" fmla="*/ 148638 h 285083"/>
              <a:gd name="connsiteX82" fmla="*/ 353473 w 1246536"/>
              <a:gd name="connsiteY82" fmla="*/ 180546 h 285083"/>
              <a:gd name="connsiteX83" fmla="*/ 384953 w 1246536"/>
              <a:gd name="connsiteY83" fmla="*/ 150114 h 285083"/>
              <a:gd name="connsiteX84" fmla="*/ 419767 w 1246536"/>
              <a:gd name="connsiteY84" fmla="*/ 142732 h 285083"/>
              <a:gd name="connsiteX85" fmla="*/ 353330 w 1246536"/>
              <a:gd name="connsiteY85" fmla="*/ 212693 h 285083"/>
              <a:gd name="connsiteX86" fmla="*/ 283702 w 1246536"/>
              <a:gd name="connsiteY86" fmla="*/ 156115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623 h 285083"/>
              <a:gd name="connsiteX101" fmla="*/ 625173 w 1246536"/>
              <a:gd name="connsiteY101" fmla="*/ 15049 h 285083"/>
              <a:gd name="connsiteX102" fmla="*/ 662035 w 1246536"/>
              <a:gd name="connsiteY102" fmla="*/ 133112 h 285083"/>
              <a:gd name="connsiteX103" fmla="*/ 662035 w 1246536"/>
              <a:gd name="connsiteY103" fmla="*/ 7239 h 285083"/>
              <a:gd name="connsiteX104" fmla="*/ 695897 w 1246536"/>
              <a:gd name="connsiteY104" fmla="*/ 48 h 285083"/>
              <a:gd name="connsiteX105" fmla="*/ 695897 w 1246536"/>
              <a:gd name="connsiteY105" fmla="*/ 137208 h 285083"/>
              <a:gd name="connsiteX106" fmla="*/ 632032 w 1246536"/>
              <a:gd name="connsiteY106" fmla="*/ 150781 h 285083"/>
              <a:gd name="connsiteX107" fmla="*/ 595170 w 1246536"/>
              <a:gd name="connsiteY107" fmla="*/ 32718 h 285083"/>
              <a:gd name="connsiteX108" fmla="*/ 595170 w 1246536"/>
              <a:gd name="connsiteY108" fmla="*/ 158591 h 285083"/>
              <a:gd name="connsiteX109" fmla="*/ 561308 w 1246536"/>
              <a:gd name="connsiteY109" fmla="*/ 165783 h 285083"/>
              <a:gd name="connsiteX110" fmla="*/ 561308 w 1246536"/>
              <a:gd name="connsiteY110" fmla="*/ 28623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729"/>
                </a:moveTo>
                <a:cubicBezTo>
                  <a:pt x="791766" y="121539"/>
                  <a:pt x="808530" y="124301"/>
                  <a:pt x="808530" y="87535"/>
                </a:cubicBezTo>
                <a:cubicBezTo>
                  <a:pt x="808530" y="50768"/>
                  <a:pt x="791623" y="46387"/>
                  <a:pt x="769239" y="41624"/>
                </a:cubicBezTo>
                <a:lnTo>
                  <a:pt x="752856" y="38148"/>
                </a:lnTo>
                <a:lnTo>
                  <a:pt x="752856" y="113252"/>
                </a:lnTo>
                <a:cubicBezTo>
                  <a:pt x="752856" y="113252"/>
                  <a:pt x="769239" y="116729"/>
                  <a:pt x="769239" y="116729"/>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627"/>
                </a:moveTo>
                <a:cubicBezTo>
                  <a:pt x="1068944" y="71676"/>
                  <a:pt x="1094994" y="107966"/>
                  <a:pt x="1094994" y="148447"/>
                </a:cubicBezTo>
                <a:cubicBezTo>
                  <a:pt x="1094994" y="189119"/>
                  <a:pt x="1068944" y="214313"/>
                  <a:pt x="1026319" y="205264"/>
                </a:cubicBezTo>
                <a:cubicBezTo>
                  <a:pt x="983504" y="196167"/>
                  <a:pt x="957263" y="159829"/>
                  <a:pt x="957263" y="119205"/>
                </a:cubicBezTo>
                <a:cubicBezTo>
                  <a:pt x="957263" y="78724"/>
                  <a:pt x="983504" y="53578"/>
                  <a:pt x="1026319" y="62675"/>
                </a:cubicBezTo>
                <a:moveTo>
                  <a:pt x="1026319" y="173117"/>
                </a:moveTo>
                <a:cubicBezTo>
                  <a:pt x="1049036" y="177927"/>
                  <a:pt x="1060180" y="165926"/>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929"/>
                </a:moveTo>
                <a:lnTo>
                  <a:pt x="72819" y="144923"/>
                </a:lnTo>
                <a:lnTo>
                  <a:pt x="57198" y="200597"/>
                </a:lnTo>
                <a:lnTo>
                  <a:pt x="88488" y="193929"/>
                </a:lnTo>
                <a:close/>
                <a:moveTo>
                  <a:pt x="214646" y="242173"/>
                </a:moveTo>
                <a:cubicBezTo>
                  <a:pt x="168307" y="252031"/>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5"/>
                </a:cubicBezTo>
                <a:moveTo>
                  <a:pt x="283702" y="156115"/>
                </a:moveTo>
                <a:cubicBezTo>
                  <a:pt x="283702" y="115633"/>
                  <a:pt x="310325" y="79248"/>
                  <a:pt x="353330" y="70104"/>
                </a:cubicBezTo>
                <a:cubicBezTo>
                  <a:pt x="390906" y="62103"/>
                  <a:pt x="415862" y="78010"/>
                  <a:pt x="419767" y="111633"/>
                </a:cubicBezTo>
                <a:lnTo>
                  <a:pt x="384953" y="119015"/>
                </a:lnTo>
                <a:cubicBezTo>
                  <a:pt x="382143" y="104823"/>
                  <a:pt x="370047" y="98631"/>
                  <a:pt x="353473" y="102156"/>
                </a:cubicBezTo>
                <a:cubicBezTo>
                  <a:pt x="333185" y="106490"/>
                  <a:pt x="318659" y="121634"/>
                  <a:pt x="318659" y="148638"/>
                </a:cubicBezTo>
                <a:cubicBezTo>
                  <a:pt x="318659" y="175879"/>
                  <a:pt x="333185" y="184833"/>
                  <a:pt x="353473" y="180546"/>
                </a:cubicBezTo>
                <a:cubicBezTo>
                  <a:pt x="370047" y="177022"/>
                  <a:pt x="382143" y="165497"/>
                  <a:pt x="384953" y="150114"/>
                </a:cubicBezTo>
                <a:lnTo>
                  <a:pt x="419767" y="142732"/>
                </a:lnTo>
                <a:cubicBezTo>
                  <a:pt x="415862" y="178213"/>
                  <a:pt x="390906" y="204692"/>
                  <a:pt x="353330" y="212693"/>
                </a:cubicBezTo>
                <a:cubicBezTo>
                  <a:pt x="310325" y="221837"/>
                  <a:pt x="283702" y="196739"/>
                  <a:pt x="283702" y="156115"/>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623"/>
                </a:moveTo>
                <a:lnTo>
                  <a:pt x="625173" y="15049"/>
                </a:lnTo>
                <a:lnTo>
                  <a:pt x="662035" y="133112"/>
                </a:lnTo>
                <a:lnTo>
                  <a:pt x="662035" y="7239"/>
                </a:lnTo>
                <a:cubicBezTo>
                  <a:pt x="662035" y="7239"/>
                  <a:pt x="695897" y="48"/>
                  <a:pt x="695897" y="48"/>
                </a:cubicBezTo>
                <a:lnTo>
                  <a:pt x="695897" y="137208"/>
                </a:lnTo>
                <a:cubicBezTo>
                  <a:pt x="695897" y="137208"/>
                  <a:pt x="632032" y="150781"/>
                  <a:pt x="632032" y="150781"/>
                </a:cubicBezTo>
                <a:lnTo>
                  <a:pt x="595170" y="32718"/>
                </a:lnTo>
                <a:lnTo>
                  <a:pt x="595170" y="158591"/>
                </a:lnTo>
                <a:cubicBezTo>
                  <a:pt x="595170" y="158591"/>
                  <a:pt x="561308" y="165783"/>
                  <a:pt x="561308" y="165783"/>
                </a:cubicBezTo>
                <a:lnTo>
                  <a:pt x="561308" y="28623"/>
                </a:lnTo>
                <a:close/>
              </a:path>
            </a:pathLst>
          </a:custGeom>
          <a:solidFill>
            <a:srgbClr val="FFFFFF"/>
          </a:solidFill>
          <a:ln w="4763" cap="flat">
            <a:noFill/>
            <a:prstDash val="solid"/>
            <a:miter/>
          </a:ln>
        </p:spPr>
        <p:txBody>
          <a:bodyPr rtlCol="0" anchor="ctr"/>
          <a:lstStyle/>
          <a:p>
            <a:endParaRPr lang="en-AU" sz="2880"/>
          </a:p>
        </p:txBody>
      </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498732" y="3516285"/>
            <a:ext cx="5532244" cy="827024"/>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4480" b="1">
                <a:solidFill>
                  <a:schemeClr val="tx1"/>
                </a:solidFill>
                <a:latin typeface="PP Neue Machina Plain Ultrabold" pitchFamily="50" charset="0"/>
              </a:defRPr>
            </a:lvl1pPr>
            <a:lvl2pPr lvl="1" algn="ctr">
              <a:spcBef>
                <a:spcPts val="0"/>
              </a:spcBef>
              <a:spcAft>
                <a:spcPts val="0"/>
              </a:spcAft>
              <a:buSzPts val="5200"/>
              <a:buNone/>
              <a:defRPr sz="8320"/>
            </a:lvl2pPr>
            <a:lvl3pPr lvl="2" algn="ctr">
              <a:spcBef>
                <a:spcPts val="0"/>
              </a:spcBef>
              <a:spcAft>
                <a:spcPts val="0"/>
              </a:spcAft>
              <a:buSzPts val="5200"/>
              <a:buNone/>
              <a:defRPr sz="8320"/>
            </a:lvl3pPr>
            <a:lvl4pPr lvl="3" algn="ctr">
              <a:spcBef>
                <a:spcPts val="0"/>
              </a:spcBef>
              <a:spcAft>
                <a:spcPts val="0"/>
              </a:spcAft>
              <a:buSzPts val="5200"/>
              <a:buNone/>
              <a:defRPr sz="8320"/>
            </a:lvl4pPr>
            <a:lvl5pPr lvl="4" algn="ctr">
              <a:spcBef>
                <a:spcPts val="0"/>
              </a:spcBef>
              <a:spcAft>
                <a:spcPts val="0"/>
              </a:spcAft>
              <a:buSzPts val="5200"/>
              <a:buNone/>
              <a:defRPr sz="8320"/>
            </a:lvl5pPr>
            <a:lvl6pPr lvl="5" algn="ctr">
              <a:spcBef>
                <a:spcPts val="0"/>
              </a:spcBef>
              <a:spcAft>
                <a:spcPts val="0"/>
              </a:spcAft>
              <a:buSzPts val="5200"/>
              <a:buNone/>
              <a:defRPr sz="8320"/>
            </a:lvl6pPr>
            <a:lvl7pPr lvl="6" algn="ctr">
              <a:spcBef>
                <a:spcPts val="0"/>
              </a:spcBef>
              <a:spcAft>
                <a:spcPts val="0"/>
              </a:spcAft>
              <a:buSzPts val="5200"/>
              <a:buNone/>
              <a:defRPr sz="8320"/>
            </a:lvl7pPr>
            <a:lvl8pPr lvl="7" algn="ctr">
              <a:spcBef>
                <a:spcPts val="0"/>
              </a:spcBef>
              <a:spcAft>
                <a:spcPts val="0"/>
              </a:spcAft>
              <a:buSzPts val="5200"/>
              <a:buNone/>
              <a:defRPr sz="8320"/>
            </a:lvl8pPr>
            <a:lvl9pPr lvl="8" algn="ctr">
              <a:spcBef>
                <a:spcPts val="0"/>
              </a:spcBef>
              <a:spcAft>
                <a:spcPts val="0"/>
              </a:spcAft>
              <a:buSzPts val="5200"/>
              <a:buNone/>
              <a:defRPr sz="8320"/>
            </a:lvl9pPr>
          </a:lstStyle>
          <a:p>
            <a:r>
              <a:rPr lang="en-IN"/>
              <a:t>Section Title</a:t>
            </a:r>
            <a:endParaRPr/>
          </a:p>
        </p:txBody>
      </p:sp>
      <p:sp>
        <p:nvSpPr>
          <p:cNvPr id="16" name="Text Placeholder 15">
            <a:extLst>
              <a:ext uri="{FF2B5EF4-FFF2-40B4-BE49-F238E27FC236}">
                <a16:creationId xmlns:a16="http://schemas.microsoft.com/office/drawing/2014/main" id="{17A7E5E8-BE49-EF88-3BBF-34F70B616301}"/>
              </a:ext>
            </a:extLst>
          </p:cNvPr>
          <p:cNvSpPr>
            <a:spLocks noGrp="1"/>
          </p:cNvSpPr>
          <p:nvPr>
            <p:ph type="body" sz="quarter" idx="14" hasCustomPrompt="1"/>
          </p:nvPr>
        </p:nvSpPr>
        <p:spPr>
          <a:xfrm>
            <a:off x="607062" y="2383537"/>
            <a:ext cx="2115820" cy="827024"/>
          </a:xfrm>
          <a:noFill/>
        </p:spPr>
        <p:txBody>
          <a:bodyPr anchor="ctr">
            <a:noAutofit/>
          </a:bodyPr>
          <a:lstStyle>
            <a:lvl1pPr marL="0" indent="0" algn="l">
              <a:buNone/>
              <a:defRPr sz="8640" b="1">
                <a:solidFill>
                  <a:schemeClr val="accent1"/>
                </a:solidFill>
              </a:defRPr>
            </a:lvl1pPr>
          </a:lstStyle>
          <a:p>
            <a:pPr lvl="0"/>
            <a:r>
              <a:rPr lang="en-IN"/>
              <a:t>01</a:t>
            </a:r>
            <a:endParaRPr lang="en-AU"/>
          </a:p>
        </p:txBody>
      </p:sp>
    </p:spTree>
    <p:extLst>
      <p:ext uri="{BB962C8B-B14F-4D97-AF65-F5344CB8AC3E}">
        <p14:creationId xmlns:p14="http://schemas.microsoft.com/office/powerpoint/2010/main" val="413474272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3_One Content - Light">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13AE9919-8BE1-9B8D-8546-E7527B31B533}"/>
              </a:ext>
            </a:extLst>
          </p:cNvPr>
          <p:cNvSpPr>
            <a:spLocks noGrp="1"/>
          </p:cNvSpPr>
          <p:nvPr>
            <p:ph type="title" hasCustomPrompt="1"/>
          </p:nvPr>
        </p:nvSpPr>
        <p:spPr>
          <a:xfrm>
            <a:off x="666751" y="196641"/>
            <a:ext cx="12434108" cy="682736"/>
          </a:xfrm>
          <a:prstGeom prst="rect">
            <a:avLst/>
          </a:prstGeom>
        </p:spPr>
        <p:txBody>
          <a:bodyPr vert="horz" lIns="0" tIns="0" rIns="0" bIns="0" rtlCol="0" anchor="ctr">
            <a:noAutofit/>
          </a:bodyPr>
          <a:lstStyle>
            <a:lvl1pPr>
              <a:defRPr sz="3360"/>
            </a:lvl1pPr>
          </a:lstStyle>
          <a:p>
            <a:r>
              <a:rPr lang="en-US"/>
              <a:t>Click To Edit Master Title Style</a:t>
            </a:r>
          </a:p>
        </p:txBody>
      </p:sp>
      <p:pic>
        <p:nvPicPr>
          <p:cNvPr id="2" name="Graphic 1">
            <a:extLst>
              <a:ext uri="{FF2B5EF4-FFF2-40B4-BE49-F238E27FC236}">
                <a16:creationId xmlns:a16="http://schemas.microsoft.com/office/drawing/2014/main" id="{489BEF48-4BE6-EEB7-83DA-F5DA27238538}"/>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809637" y="0"/>
            <a:ext cx="808736" cy="1045440"/>
          </a:xfrm>
          <a:prstGeom prst="rect">
            <a:avLst/>
          </a:prstGeom>
        </p:spPr>
      </p:pic>
      <p:sp>
        <p:nvSpPr>
          <p:cNvPr id="5" name="Graphic 24">
            <a:extLst>
              <a:ext uri="{FF2B5EF4-FFF2-40B4-BE49-F238E27FC236}">
                <a16:creationId xmlns:a16="http://schemas.microsoft.com/office/drawing/2014/main" id="{6E1E8192-4301-9E2C-0BEC-A3F968017D70}"/>
              </a:ext>
            </a:extLst>
          </p:cNvPr>
          <p:cNvSpPr/>
          <p:nvPr/>
        </p:nvSpPr>
        <p:spPr>
          <a:xfrm>
            <a:off x="0" y="1"/>
            <a:ext cx="146122" cy="2351315"/>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1"/>
          </a:solidFill>
          <a:ln w="20108" cap="flat">
            <a:noFill/>
            <a:prstDash val="solid"/>
            <a:miter/>
          </a:ln>
        </p:spPr>
        <p:txBody>
          <a:bodyPr rtlCol="0" anchor="ctr"/>
          <a:lstStyle/>
          <a:p>
            <a:endParaRPr lang="en-US" sz="2160"/>
          </a:p>
        </p:txBody>
      </p:sp>
      <p:sp>
        <p:nvSpPr>
          <p:cNvPr id="6" name="Graphic 26">
            <a:extLst>
              <a:ext uri="{FF2B5EF4-FFF2-40B4-BE49-F238E27FC236}">
                <a16:creationId xmlns:a16="http://schemas.microsoft.com/office/drawing/2014/main" id="{C7044421-654C-898B-E43A-07F00E643171}"/>
              </a:ext>
            </a:extLst>
          </p:cNvPr>
          <p:cNvSpPr/>
          <p:nvPr/>
        </p:nvSpPr>
        <p:spPr>
          <a:xfrm>
            <a:off x="14484278" y="6009758"/>
            <a:ext cx="146122" cy="2351315"/>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1"/>
          </a:solidFill>
          <a:ln w="20108" cap="flat">
            <a:noFill/>
            <a:prstDash val="solid"/>
            <a:miter/>
          </a:ln>
        </p:spPr>
        <p:txBody>
          <a:bodyPr rtlCol="0" anchor="ctr"/>
          <a:lstStyle/>
          <a:p>
            <a:endParaRPr lang="en-US" sz="2160"/>
          </a:p>
        </p:txBody>
      </p:sp>
      <p:sp>
        <p:nvSpPr>
          <p:cNvPr id="8" name="Graphic 24">
            <a:extLst>
              <a:ext uri="{FF2B5EF4-FFF2-40B4-BE49-F238E27FC236}">
                <a16:creationId xmlns:a16="http://schemas.microsoft.com/office/drawing/2014/main" id="{D6048A96-03F3-EDFF-9253-B545E4C06684}"/>
              </a:ext>
            </a:extLst>
          </p:cNvPr>
          <p:cNvSpPr/>
          <p:nvPr userDrawn="1"/>
        </p:nvSpPr>
        <p:spPr>
          <a:xfrm>
            <a:off x="0" y="1"/>
            <a:ext cx="146122" cy="2351315"/>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1"/>
          </a:solidFill>
          <a:ln w="20108" cap="flat">
            <a:noFill/>
            <a:prstDash val="solid"/>
            <a:miter/>
          </a:ln>
        </p:spPr>
        <p:txBody>
          <a:bodyPr rtlCol="0" anchor="ctr"/>
          <a:lstStyle/>
          <a:p>
            <a:endParaRPr lang="en-US" sz="2160"/>
          </a:p>
        </p:txBody>
      </p:sp>
      <p:sp>
        <p:nvSpPr>
          <p:cNvPr id="9" name="Graphic 26">
            <a:extLst>
              <a:ext uri="{FF2B5EF4-FFF2-40B4-BE49-F238E27FC236}">
                <a16:creationId xmlns:a16="http://schemas.microsoft.com/office/drawing/2014/main" id="{AF359048-B35D-01AE-2E5B-6C74A1760925}"/>
              </a:ext>
            </a:extLst>
          </p:cNvPr>
          <p:cNvSpPr/>
          <p:nvPr userDrawn="1"/>
        </p:nvSpPr>
        <p:spPr>
          <a:xfrm>
            <a:off x="14484278" y="6009758"/>
            <a:ext cx="146122" cy="2351315"/>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1"/>
          </a:solidFill>
          <a:ln w="20108" cap="flat">
            <a:noFill/>
            <a:prstDash val="solid"/>
            <a:miter/>
          </a:ln>
        </p:spPr>
        <p:txBody>
          <a:bodyPr rtlCol="0" anchor="ctr"/>
          <a:lstStyle/>
          <a:p>
            <a:endParaRPr lang="en-US" sz="2160"/>
          </a:p>
        </p:txBody>
      </p:sp>
    </p:spTree>
    <p:extLst>
      <p:ext uri="{BB962C8B-B14F-4D97-AF65-F5344CB8AC3E}">
        <p14:creationId xmlns:p14="http://schemas.microsoft.com/office/powerpoint/2010/main" val="21161811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2_Blank - Light">
    <p:spTree>
      <p:nvGrpSpPr>
        <p:cNvPr id="1" name=""/>
        <p:cNvGrpSpPr/>
        <p:nvPr/>
      </p:nvGrpSpPr>
      <p:grpSpPr>
        <a:xfrm>
          <a:off x="0" y="0"/>
          <a:ext cx="0" cy="0"/>
          <a:chOff x="0" y="0"/>
          <a:chExt cx="0" cy="0"/>
        </a:xfrm>
      </p:grpSpPr>
      <p:sp>
        <p:nvSpPr>
          <p:cNvPr id="2" name="Graphic 24">
            <a:extLst>
              <a:ext uri="{FF2B5EF4-FFF2-40B4-BE49-F238E27FC236}">
                <a16:creationId xmlns:a16="http://schemas.microsoft.com/office/drawing/2014/main" id="{CDBC7BB0-2186-A0D5-DFA4-E5EA88D1386C}"/>
              </a:ext>
            </a:extLst>
          </p:cNvPr>
          <p:cNvSpPr/>
          <p:nvPr/>
        </p:nvSpPr>
        <p:spPr>
          <a:xfrm>
            <a:off x="0" y="1"/>
            <a:ext cx="146122" cy="2351315"/>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4"/>
          </a:solidFill>
          <a:ln w="20108" cap="flat">
            <a:noFill/>
            <a:prstDash val="solid"/>
            <a:miter/>
          </a:ln>
        </p:spPr>
        <p:txBody>
          <a:bodyPr rtlCol="0" anchor="ctr"/>
          <a:lstStyle/>
          <a:p>
            <a:endParaRPr lang="en-US" sz="1680"/>
          </a:p>
        </p:txBody>
      </p:sp>
      <p:sp>
        <p:nvSpPr>
          <p:cNvPr id="4" name="Graphic 26">
            <a:extLst>
              <a:ext uri="{FF2B5EF4-FFF2-40B4-BE49-F238E27FC236}">
                <a16:creationId xmlns:a16="http://schemas.microsoft.com/office/drawing/2014/main" id="{D4C34BB0-7DB3-0D4F-1A32-47E1880A88B7}"/>
              </a:ext>
            </a:extLst>
          </p:cNvPr>
          <p:cNvSpPr/>
          <p:nvPr/>
        </p:nvSpPr>
        <p:spPr>
          <a:xfrm>
            <a:off x="14484278" y="6009759"/>
            <a:ext cx="146122" cy="2351315"/>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4"/>
          </a:solidFill>
          <a:ln w="20108" cap="flat">
            <a:noFill/>
            <a:prstDash val="solid"/>
            <a:miter/>
          </a:ln>
        </p:spPr>
        <p:txBody>
          <a:bodyPr rtlCol="0" anchor="ctr"/>
          <a:lstStyle/>
          <a:p>
            <a:endParaRPr lang="en-US" sz="1680"/>
          </a:p>
        </p:txBody>
      </p:sp>
      <p:sp>
        <p:nvSpPr>
          <p:cNvPr id="3" name="Title Placeholder 1">
            <a:extLst>
              <a:ext uri="{FF2B5EF4-FFF2-40B4-BE49-F238E27FC236}">
                <a16:creationId xmlns:a16="http://schemas.microsoft.com/office/drawing/2014/main" id="{91182207-A41B-24F1-7307-11707C67D44B}"/>
              </a:ext>
            </a:extLst>
          </p:cNvPr>
          <p:cNvSpPr>
            <a:spLocks noGrp="1"/>
          </p:cNvSpPr>
          <p:nvPr>
            <p:ph type="title"/>
          </p:nvPr>
        </p:nvSpPr>
        <p:spPr>
          <a:xfrm>
            <a:off x="619125" y="250534"/>
            <a:ext cx="13392148" cy="613996"/>
          </a:xfrm>
          <a:prstGeom prst="rect">
            <a:avLst/>
          </a:prstGeom>
        </p:spPr>
        <p:txBody>
          <a:bodyPr vert="horz" lIns="0" tIns="0" rIns="0" bIns="0" rtlCol="0" anchor="t">
            <a:noAutofit/>
          </a:bodyPr>
          <a:lstStyle>
            <a:lvl1pPr algn="ctr">
              <a:defRPr b="0" i="0">
                <a:latin typeface="PP Neue Machina Plain" pitchFamily="2" charset="77"/>
              </a:defRPr>
            </a:lvl1pPr>
          </a:lstStyle>
          <a:p>
            <a:r>
              <a:rPr lang="en-US"/>
              <a:t>Click to edit Master title style</a:t>
            </a:r>
          </a:p>
        </p:txBody>
      </p:sp>
    </p:spTree>
    <p:extLst>
      <p:ext uri="{BB962C8B-B14F-4D97-AF65-F5344CB8AC3E}">
        <p14:creationId xmlns:p14="http://schemas.microsoft.com/office/powerpoint/2010/main" val="1553815639"/>
      </p:ext>
    </p:extLst>
  </p:cSld>
  <p:clrMapOvr>
    <a:masterClrMapping/>
  </p:clrMapOvr>
  <p:hf hd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5_One Content - Light">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13AE9919-8BE1-9B8D-8546-E7527B31B533}"/>
              </a:ext>
            </a:extLst>
          </p:cNvPr>
          <p:cNvSpPr>
            <a:spLocks noGrp="1"/>
          </p:cNvSpPr>
          <p:nvPr>
            <p:ph type="title" hasCustomPrompt="1"/>
          </p:nvPr>
        </p:nvSpPr>
        <p:spPr>
          <a:xfrm>
            <a:off x="428215" y="196641"/>
            <a:ext cx="12434108" cy="682736"/>
          </a:xfrm>
          <a:prstGeom prst="rect">
            <a:avLst/>
          </a:prstGeom>
        </p:spPr>
        <p:txBody>
          <a:bodyPr vert="horz" lIns="0" tIns="0" rIns="0" bIns="0" rtlCol="0" anchor="ctr">
            <a:noAutofit/>
          </a:bodyPr>
          <a:lstStyle>
            <a:lvl1pPr>
              <a:defRPr sz="3360"/>
            </a:lvl1pPr>
          </a:lstStyle>
          <a:p>
            <a:r>
              <a:rPr lang="en-US"/>
              <a:t>Click To Edit Master Title Style</a:t>
            </a:r>
          </a:p>
        </p:txBody>
      </p:sp>
      <p:pic>
        <p:nvPicPr>
          <p:cNvPr id="2" name="Graphic 1">
            <a:extLst>
              <a:ext uri="{FF2B5EF4-FFF2-40B4-BE49-F238E27FC236}">
                <a16:creationId xmlns:a16="http://schemas.microsoft.com/office/drawing/2014/main" id="{489BEF48-4BE6-EEB7-83DA-F5DA27238538}"/>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034385" y="0"/>
            <a:ext cx="808736" cy="1045440"/>
          </a:xfrm>
          <a:prstGeom prst="rect">
            <a:avLst/>
          </a:prstGeom>
        </p:spPr>
      </p:pic>
      <p:sp>
        <p:nvSpPr>
          <p:cNvPr id="5" name="Graphic 24">
            <a:extLst>
              <a:ext uri="{FF2B5EF4-FFF2-40B4-BE49-F238E27FC236}">
                <a16:creationId xmlns:a16="http://schemas.microsoft.com/office/drawing/2014/main" id="{6E1E8192-4301-9E2C-0BEC-A3F968017D70}"/>
              </a:ext>
            </a:extLst>
          </p:cNvPr>
          <p:cNvSpPr/>
          <p:nvPr/>
        </p:nvSpPr>
        <p:spPr>
          <a:xfrm>
            <a:off x="0" y="1"/>
            <a:ext cx="146122" cy="2351315"/>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1"/>
          </a:solidFill>
          <a:ln w="20108" cap="flat">
            <a:noFill/>
            <a:prstDash val="solid"/>
            <a:miter/>
          </a:ln>
        </p:spPr>
        <p:txBody>
          <a:bodyPr rtlCol="0" anchor="ctr"/>
          <a:lstStyle/>
          <a:p>
            <a:endParaRPr lang="en-US" sz="2160"/>
          </a:p>
        </p:txBody>
      </p:sp>
      <p:sp>
        <p:nvSpPr>
          <p:cNvPr id="6" name="Graphic 26">
            <a:extLst>
              <a:ext uri="{FF2B5EF4-FFF2-40B4-BE49-F238E27FC236}">
                <a16:creationId xmlns:a16="http://schemas.microsoft.com/office/drawing/2014/main" id="{C7044421-654C-898B-E43A-07F00E643171}"/>
              </a:ext>
            </a:extLst>
          </p:cNvPr>
          <p:cNvSpPr/>
          <p:nvPr/>
        </p:nvSpPr>
        <p:spPr>
          <a:xfrm>
            <a:off x="14484278" y="6009758"/>
            <a:ext cx="146122" cy="2351315"/>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1"/>
          </a:solidFill>
          <a:ln w="20108" cap="flat">
            <a:noFill/>
            <a:prstDash val="solid"/>
            <a:miter/>
          </a:ln>
        </p:spPr>
        <p:txBody>
          <a:bodyPr rtlCol="0" anchor="ctr"/>
          <a:lstStyle/>
          <a:p>
            <a:endParaRPr lang="en-US" sz="2160"/>
          </a:p>
        </p:txBody>
      </p:sp>
      <p:sp>
        <p:nvSpPr>
          <p:cNvPr id="8" name="Graphic 24">
            <a:extLst>
              <a:ext uri="{FF2B5EF4-FFF2-40B4-BE49-F238E27FC236}">
                <a16:creationId xmlns:a16="http://schemas.microsoft.com/office/drawing/2014/main" id="{D6048A96-03F3-EDFF-9253-B545E4C06684}"/>
              </a:ext>
            </a:extLst>
          </p:cNvPr>
          <p:cNvSpPr/>
          <p:nvPr userDrawn="1"/>
        </p:nvSpPr>
        <p:spPr>
          <a:xfrm>
            <a:off x="0" y="1"/>
            <a:ext cx="146122" cy="2351315"/>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rgbClr val="7F17E0"/>
          </a:solidFill>
          <a:ln w="20108" cap="flat">
            <a:noFill/>
            <a:prstDash val="solid"/>
            <a:miter/>
          </a:ln>
        </p:spPr>
        <p:txBody>
          <a:bodyPr rtlCol="0" anchor="ctr"/>
          <a:lstStyle/>
          <a:p>
            <a:endParaRPr lang="en-US" sz="2160"/>
          </a:p>
        </p:txBody>
      </p:sp>
      <p:sp>
        <p:nvSpPr>
          <p:cNvPr id="9" name="Graphic 26">
            <a:extLst>
              <a:ext uri="{FF2B5EF4-FFF2-40B4-BE49-F238E27FC236}">
                <a16:creationId xmlns:a16="http://schemas.microsoft.com/office/drawing/2014/main" id="{AF359048-B35D-01AE-2E5B-6C74A1760925}"/>
              </a:ext>
            </a:extLst>
          </p:cNvPr>
          <p:cNvSpPr/>
          <p:nvPr userDrawn="1"/>
        </p:nvSpPr>
        <p:spPr>
          <a:xfrm>
            <a:off x="14484278" y="6009758"/>
            <a:ext cx="146122" cy="2351315"/>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rgbClr val="7F17E0"/>
          </a:solidFill>
          <a:ln w="20108" cap="flat">
            <a:noFill/>
            <a:prstDash val="solid"/>
            <a:miter/>
          </a:ln>
        </p:spPr>
        <p:txBody>
          <a:bodyPr rtlCol="0" anchor="ctr"/>
          <a:lstStyle/>
          <a:p>
            <a:endParaRPr lang="en-US" sz="2160"/>
          </a:p>
        </p:txBody>
      </p:sp>
      <p:pic>
        <p:nvPicPr>
          <p:cNvPr id="10" name="Picture 9" descr="Nitor Infotech logo">
            <a:extLst>
              <a:ext uri="{FF2B5EF4-FFF2-40B4-BE49-F238E27FC236}">
                <a16:creationId xmlns:a16="http://schemas.microsoft.com/office/drawing/2014/main" id="{0948158D-7BBE-4C02-95AC-16F6CF7BA4A4}"/>
              </a:ext>
            </a:extLst>
          </p:cNvPr>
          <p:cNvPicPr>
            <a:picLocks noChangeAspect="1" noChangeArrowheads="1"/>
          </p:cNvPicPr>
          <p:nvPr userDrawn="1"/>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3870480" y="214008"/>
            <a:ext cx="686860" cy="686860"/>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a:extLst>
              <a:ext uri="{FF2B5EF4-FFF2-40B4-BE49-F238E27FC236}">
                <a16:creationId xmlns:a16="http://schemas.microsoft.com/office/drawing/2014/main" id="{BFCB41AD-38DB-30B3-331B-24DEFDC1C617}"/>
              </a:ext>
            </a:extLst>
          </p:cNvPr>
          <p:cNvCxnSpPr/>
          <p:nvPr userDrawn="1"/>
        </p:nvCxnSpPr>
        <p:spPr>
          <a:xfrm>
            <a:off x="13804842" y="214008"/>
            <a:ext cx="0" cy="648000"/>
          </a:xfrm>
          <a:prstGeom prst="line">
            <a:avLst/>
          </a:prstGeom>
          <a:ln w="38100">
            <a:solidFill>
              <a:srgbClr val="71758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236165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slide" preserve="1">
  <p:cSld name="Title slide">
    <p:spTree>
      <p:nvGrpSpPr>
        <p:cNvPr id="1" name="Shape 9"/>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E170EA9-D2AF-9A09-EEFA-388294C307E3}"/>
              </a:ext>
            </a:extLst>
          </p:cNvPr>
          <p:cNvSpPr>
            <a:spLocks noGrp="1"/>
          </p:cNvSpPr>
          <p:nvPr>
            <p:ph type="pic" sz="quarter" idx="13" hasCustomPrompt="1"/>
          </p:nvPr>
        </p:nvSpPr>
        <p:spPr>
          <a:xfrm>
            <a:off x="3" y="1126238"/>
            <a:ext cx="14634210" cy="7103363"/>
          </a:xfrm>
          <a:custGeom>
            <a:avLst/>
            <a:gdLst>
              <a:gd name="connsiteX0" fmla="*/ 0 w 9144000"/>
              <a:gd name="connsiteY0" fmla="*/ 0 h 2270297"/>
              <a:gd name="connsiteX1" fmla="*/ 9144000 w 9144000"/>
              <a:gd name="connsiteY1" fmla="*/ 0 h 2270297"/>
              <a:gd name="connsiteX2" fmla="*/ 9144000 w 9144000"/>
              <a:gd name="connsiteY2" fmla="*/ 2270297 h 2270297"/>
              <a:gd name="connsiteX3" fmla="*/ 0 w 9144000"/>
              <a:gd name="connsiteY3" fmla="*/ 2270297 h 2270297"/>
              <a:gd name="connsiteX4" fmla="*/ 0 w 9144000"/>
              <a:gd name="connsiteY4" fmla="*/ 0 h 2270297"/>
              <a:gd name="connsiteX0" fmla="*/ 0 w 9144000"/>
              <a:gd name="connsiteY0" fmla="*/ 5542 h 2275839"/>
              <a:gd name="connsiteX1" fmla="*/ 7642860 w 9144000"/>
              <a:gd name="connsiteY1" fmla="*/ 0 h 2275839"/>
              <a:gd name="connsiteX2" fmla="*/ 9144000 w 9144000"/>
              <a:gd name="connsiteY2" fmla="*/ 5542 h 2275839"/>
              <a:gd name="connsiteX3" fmla="*/ 9144000 w 9144000"/>
              <a:gd name="connsiteY3" fmla="*/ 2275839 h 2275839"/>
              <a:gd name="connsiteX4" fmla="*/ 0 w 9144000"/>
              <a:gd name="connsiteY4" fmla="*/ 2275839 h 2275839"/>
              <a:gd name="connsiteX5" fmla="*/ 0 w 9144000"/>
              <a:gd name="connsiteY5" fmla="*/ 5542 h 2275839"/>
              <a:gd name="connsiteX0" fmla="*/ 0 w 9144000"/>
              <a:gd name="connsiteY0" fmla="*/ 5542 h 2275839"/>
              <a:gd name="connsiteX1" fmla="*/ 7642860 w 9144000"/>
              <a:gd name="connsiteY1" fmla="*/ 0 h 2275839"/>
              <a:gd name="connsiteX2" fmla="*/ 8877300 w 9144000"/>
              <a:gd name="connsiteY2" fmla="*/ 0 h 2275839"/>
              <a:gd name="connsiteX3" fmla="*/ 9144000 w 9144000"/>
              <a:gd name="connsiteY3" fmla="*/ 5542 h 2275839"/>
              <a:gd name="connsiteX4" fmla="*/ 9144000 w 9144000"/>
              <a:gd name="connsiteY4" fmla="*/ 2275839 h 2275839"/>
              <a:gd name="connsiteX5" fmla="*/ 0 w 9144000"/>
              <a:gd name="connsiteY5" fmla="*/ 2275839 h 2275839"/>
              <a:gd name="connsiteX6" fmla="*/ 0 w 9144000"/>
              <a:gd name="connsiteY6" fmla="*/ 5542 h 2275839"/>
              <a:gd name="connsiteX0" fmla="*/ 0 w 9144000"/>
              <a:gd name="connsiteY0" fmla="*/ 13162 h 2283459"/>
              <a:gd name="connsiteX1" fmla="*/ 7642860 w 9144000"/>
              <a:gd name="connsiteY1" fmla="*/ 7620 h 2283459"/>
              <a:gd name="connsiteX2" fmla="*/ 8282940 w 9144000"/>
              <a:gd name="connsiteY2" fmla="*/ 0 h 2283459"/>
              <a:gd name="connsiteX3" fmla="*/ 8877300 w 9144000"/>
              <a:gd name="connsiteY3" fmla="*/ 7620 h 2283459"/>
              <a:gd name="connsiteX4" fmla="*/ 9144000 w 9144000"/>
              <a:gd name="connsiteY4" fmla="*/ 13162 h 2283459"/>
              <a:gd name="connsiteX5" fmla="*/ 9144000 w 9144000"/>
              <a:gd name="connsiteY5" fmla="*/ 2283459 h 2283459"/>
              <a:gd name="connsiteX6" fmla="*/ 0 w 9144000"/>
              <a:gd name="connsiteY6" fmla="*/ 2283459 h 2283459"/>
              <a:gd name="connsiteX7" fmla="*/ 0 w 9144000"/>
              <a:gd name="connsiteY7" fmla="*/ 13162 h 2283459"/>
              <a:gd name="connsiteX0" fmla="*/ 0 w 9144000"/>
              <a:gd name="connsiteY0" fmla="*/ 150322 h 2420619"/>
              <a:gd name="connsiteX1" fmla="*/ 7642860 w 9144000"/>
              <a:gd name="connsiteY1" fmla="*/ 144780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2379 w 9144000"/>
              <a:gd name="connsiteY1" fmla="*/ 147161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9543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936831 w 9144000"/>
              <a:gd name="connsiteY3" fmla="*/ 151924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51924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66660 w 9146381"/>
              <a:gd name="connsiteY1" fmla="*/ 142399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508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155084 h 2425381"/>
              <a:gd name="connsiteX0" fmla="*/ 0 w 9146381"/>
              <a:gd name="connsiteY0" fmla="*/ 8223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147161 h 2425381"/>
              <a:gd name="connsiteX2" fmla="*/ 8250555 w 9146381"/>
              <a:gd name="connsiteY2" fmla="*/ 0 h 2425381"/>
              <a:gd name="connsiteX3" fmla="*/ 8924131 w 9146381"/>
              <a:gd name="connsiteY3" fmla="*/ 86012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4131 w 9146381"/>
              <a:gd name="connsiteY3" fmla="*/ 86012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85057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79854 h 2425381"/>
              <a:gd name="connsiteX5" fmla="*/ 9144000 w 9146381"/>
              <a:gd name="connsiteY5" fmla="*/ 2425381 h 2425381"/>
              <a:gd name="connsiteX6" fmla="*/ 0 w 9146381"/>
              <a:gd name="connsiteY6" fmla="*/ 2425381 h 2425381"/>
              <a:gd name="connsiteX7" fmla="*/ 0 w 9146381"/>
              <a:gd name="connsiteY7" fmla="*/ 82234 h 2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6381" h="2425381">
                <a:moveTo>
                  <a:pt x="0" y="82234"/>
                </a:moveTo>
                <a:lnTo>
                  <a:pt x="7566660" y="74311"/>
                </a:lnTo>
                <a:lnTo>
                  <a:pt x="8250555" y="0"/>
                </a:lnTo>
                <a:lnTo>
                  <a:pt x="8927306" y="80808"/>
                </a:lnTo>
                <a:lnTo>
                  <a:pt x="9146381" y="79854"/>
                </a:lnTo>
                <a:cubicBezTo>
                  <a:pt x="9145587" y="837413"/>
                  <a:pt x="9144794" y="1667822"/>
                  <a:pt x="9144000" y="2425381"/>
                </a:cubicBezTo>
                <a:lnTo>
                  <a:pt x="0" y="2425381"/>
                </a:lnTo>
                <a:lnTo>
                  <a:pt x="0" y="82234"/>
                </a:lnTo>
                <a:close/>
              </a:path>
            </a:pathLst>
          </a:custGeom>
          <a:noFill/>
        </p:spPr>
        <p:txBody>
          <a:bodyPr/>
          <a:lstStyle>
            <a:lvl1pPr marL="182870" indent="0">
              <a:buNone/>
              <a:defRPr/>
            </a:lvl1pPr>
          </a:lstStyle>
          <a:p>
            <a:r>
              <a:rPr lang="en-IN"/>
              <a:t> </a:t>
            </a:r>
            <a:endParaRPr lang="en-AU"/>
          </a:p>
        </p:txBody>
      </p:sp>
      <p:sp>
        <p:nvSpPr>
          <p:cNvPr id="5" name="Google Shape;10;p2">
            <a:extLst>
              <a:ext uri="{FF2B5EF4-FFF2-40B4-BE49-F238E27FC236}">
                <a16:creationId xmlns:a16="http://schemas.microsoft.com/office/drawing/2014/main" id="{7DE77569-CF12-8ADA-417E-A17EED745482}"/>
              </a:ext>
            </a:extLst>
          </p:cNvPr>
          <p:cNvSpPr txBox="1">
            <a:spLocks noGrp="1"/>
          </p:cNvSpPr>
          <p:nvPr>
            <p:ph type="ctrTitle" hasCustomPrompt="1"/>
          </p:nvPr>
        </p:nvSpPr>
        <p:spPr>
          <a:xfrm>
            <a:off x="498735" y="3084023"/>
            <a:ext cx="6816467" cy="1676399"/>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4480" b="1">
                <a:solidFill>
                  <a:schemeClr val="tx1"/>
                </a:solidFill>
                <a:latin typeface="PP Neue Machina Plain Ultrabold" pitchFamily="50" charset="0"/>
              </a:defRPr>
            </a:lvl1pPr>
            <a:lvl2pPr lvl="1" algn="ctr">
              <a:spcBef>
                <a:spcPts val="0"/>
              </a:spcBef>
              <a:spcAft>
                <a:spcPts val="0"/>
              </a:spcAft>
              <a:buSzPts val="5200"/>
              <a:buNone/>
              <a:defRPr sz="8320"/>
            </a:lvl2pPr>
            <a:lvl3pPr lvl="2" algn="ctr">
              <a:spcBef>
                <a:spcPts val="0"/>
              </a:spcBef>
              <a:spcAft>
                <a:spcPts val="0"/>
              </a:spcAft>
              <a:buSzPts val="5200"/>
              <a:buNone/>
              <a:defRPr sz="8320"/>
            </a:lvl3pPr>
            <a:lvl4pPr lvl="3" algn="ctr">
              <a:spcBef>
                <a:spcPts val="0"/>
              </a:spcBef>
              <a:spcAft>
                <a:spcPts val="0"/>
              </a:spcAft>
              <a:buSzPts val="5200"/>
              <a:buNone/>
              <a:defRPr sz="8320"/>
            </a:lvl4pPr>
            <a:lvl5pPr lvl="4" algn="ctr">
              <a:spcBef>
                <a:spcPts val="0"/>
              </a:spcBef>
              <a:spcAft>
                <a:spcPts val="0"/>
              </a:spcAft>
              <a:buSzPts val="5200"/>
              <a:buNone/>
              <a:defRPr sz="8320"/>
            </a:lvl5pPr>
            <a:lvl6pPr lvl="5" algn="ctr">
              <a:spcBef>
                <a:spcPts val="0"/>
              </a:spcBef>
              <a:spcAft>
                <a:spcPts val="0"/>
              </a:spcAft>
              <a:buSzPts val="5200"/>
              <a:buNone/>
              <a:defRPr sz="8320"/>
            </a:lvl6pPr>
            <a:lvl7pPr lvl="6" algn="ctr">
              <a:spcBef>
                <a:spcPts val="0"/>
              </a:spcBef>
              <a:spcAft>
                <a:spcPts val="0"/>
              </a:spcAft>
              <a:buSzPts val="5200"/>
              <a:buNone/>
              <a:defRPr sz="8320"/>
            </a:lvl7pPr>
            <a:lvl8pPr lvl="7" algn="ctr">
              <a:spcBef>
                <a:spcPts val="0"/>
              </a:spcBef>
              <a:spcAft>
                <a:spcPts val="0"/>
              </a:spcAft>
              <a:buSzPts val="5200"/>
              <a:buNone/>
              <a:defRPr sz="8320"/>
            </a:lvl8pPr>
            <a:lvl9pPr lvl="8" algn="ctr">
              <a:spcBef>
                <a:spcPts val="0"/>
              </a:spcBef>
              <a:spcAft>
                <a:spcPts val="0"/>
              </a:spcAft>
              <a:buSzPts val="5200"/>
              <a:buNone/>
              <a:defRPr sz="8320"/>
            </a:lvl9pPr>
          </a:lstStyle>
          <a:p>
            <a:br>
              <a:rPr lang="en-IN"/>
            </a:br>
            <a:r>
              <a:rPr lang="en-IN"/>
              <a:t>Click here to </a:t>
            </a:r>
            <a:br>
              <a:rPr lang="en-IN"/>
            </a:br>
            <a:r>
              <a:rPr lang="en-IN"/>
              <a:t>add title</a:t>
            </a:r>
            <a:endParaRPr/>
          </a:p>
        </p:txBody>
      </p:sp>
      <p:sp>
        <p:nvSpPr>
          <p:cNvPr id="6" name="Google Shape;11;p2">
            <a:extLst>
              <a:ext uri="{FF2B5EF4-FFF2-40B4-BE49-F238E27FC236}">
                <a16:creationId xmlns:a16="http://schemas.microsoft.com/office/drawing/2014/main" id="{0C50BD5F-C55E-53AD-DB29-26F4E5A5E512}"/>
              </a:ext>
            </a:extLst>
          </p:cNvPr>
          <p:cNvSpPr txBox="1">
            <a:spLocks noGrp="1"/>
          </p:cNvSpPr>
          <p:nvPr>
            <p:ph type="subTitle" idx="1"/>
          </p:nvPr>
        </p:nvSpPr>
        <p:spPr>
          <a:xfrm>
            <a:off x="487681" y="4790900"/>
            <a:ext cx="6816467" cy="731520"/>
          </a:xfrm>
          <a:prstGeom prst="rect">
            <a:avLst/>
          </a:prstGeom>
        </p:spPr>
        <p:txBody>
          <a:bodyPr spcFirstLastPara="1" wrap="square" lIns="90000" tIns="90000" rIns="90000" bIns="90000" anchor="t" anchorCtr="0">
            <a:noAutofit/>
          </a:bodyPr>
          <a:lstStyle>
            <a:lvl1pPr marL="0" lvl="0" indent="0" algn="l">
              <a:lnSpc>
                <a:spcPct val="100000"/>
              </a:lnSpc>
              <a:spcBef>
                <a:spcPts val="0"/>
              </a:spcBef>
              <a:spcAft>
                <a:spcPts val="0"/>
              </a:spcAft>
              <a:buSzPts val="2800"/>
              <a:buNone/>
              <a:defRPr sz="2880">
                <a:solidFill>
                  <a:schemeClr val="accent1"/>
                </a:solidFill>
                <a:latin typeface="Century Gothic" panose="020B0502020202020204" pitchFamily="34" charset="0"/>
              </a:defRPr>
            </a:lvl1pPr>
            <a:lvl2pPr lvl="1" algn="ctr">
              <a:lnSpc>
                <a:spcPct val="100000"/>
              </a:lnSpc>
              <a:spcBef>
                <a:spcPts val="0"/>
              </a:spcBef>
              <a:spcAft>
                <a:spcPts val="0"/>
              </a:spcAft>
              <a:buSzPts val="2800"/>
              <a:buNone/>
              <a:defRPr sz="4480"/>
            </a:lvl2pPr>
            <a:lvl3pPr lvl="2" algn="ctr">
              <a:lnSpc>
                <a:spcPct val="100000"/>
              </a:lnSpc>
              <a:spcBef>
                <a:spcPts val="0"/>
              </a:spcBef>
              <a:spcAft>
                <a:spcPts val="0"/>
              </a:spcAft>
              <a:buSzPts val="2800"/>
              <a:buNone/>
              <a:defRPr sz="4480"/>
            </a:lvl3pPr>
            <a:lvl4pPr lvl="3" algn="ctr">
              <a:lnSpc>
                <a:spcPct val="100000"/>
              </a:lnSpc>
              <a:spcBef>
                <a:spcPts val="0"/>
              </a:spcBef>
              <a:spcAft>
                <a:spcPts val="0"/>
              </a:spcAft>
              <a:buSzPts val="2800"/>
              <a:buNone/>
              <a:defRPr sz="4480"/>
            </a:lvl4pPr>
            <a:lvl5pPr lvl="4" algn="ctr">
              <a:lnSpc>
                <a:spcPct val="100000"/>
              </a:lnSpc>
              <a:spcBef>
                <a:spcPts val="0"/>
              </a:spcBef>
              <a:spcAft>
                <a:spcPts val="0"/>
              </a:spcAft>
              <a:buSzPts val="2800"/>
              <a:buNone/>
              <a:defRPr sz="4480"/>
            </a:lvl5pPr>
            <a:lvl6pPr lvl="5" algn="ctr">
              <a:lnSpc>
                <a:spcPct val="100000"/>
              </a:lnSpc>
              <a:spcBef>
                <a:spcPts val="0"/>
              </a:spcBef>
              <a:spcAft>
                <a:spcPts val="0"/>
              </a:spcAft>
              <a:buSzPts val="2800"/>
              <a:buNone/>
              <a:defRPr sz="4480"/>
            </a:lvl6pPr>
            <a:lvl7pPr lvl="6" algn="ctr">
              <a:lnSpc>
                <a:spcPct val="100000"/>
              </a:lnSpc>
              <a:spcBef>
                <a:spcPts val="0"/>
              </a:spcBef>
              <a:spcAft>
                <a:spcPts val="0"/>
              </a:spcAft>
              <a:buSzPts val="2800"/>
              <a:buNone/>
              <a:defRPr sz="4480"/>
            </a:lvl7pPr>
            <a:lvl8pPr lvl="7" algn="ctr">
              <a:lnSpc>
                <a:spcPct val="100000"/>
              </a:lnSpc>
              <a:spcBef>
                <a:spcPts val="0"/>
              </a:spcBef>
              <a:spcAft>
                <a:spcPts val="0"/>
              </a:spcAft>
              <a:buSzPts val="2800"/>
              <a:buNone/>
              <a:defRPr sz="4480"/>
            </a:lvl8pPr>
            <a:lvl9pPr lvl="8" algn="ctr">
              <a:lnSpc>
                <a:spcPct val="100000"/>
              </a:lnSpc>
              <a:spcBef>
                <a:spcPts val="0"/>
              </a:spcBef>
              <a:spcAft>
                <a:spcPts val="0"/>
              </a:spcAft>
              <a:buSzPts val="2800"/>
              <a:buNone/>
              <a:defRPr sz="4480"/>
            </a:lvl9pPr>
          </a:lstStyle>
          <a:p>
            <a:r>
              <a:rPr lang="en-GB"/>
              <a:t>Click to edit Master subtitle style</a:t>
            </a:r>
            <a:endParaRPr/>
          </a:p>
        </p:txBody>
      </p:sp>
      <p:sp>
        <p:nvSpPr>
          <p:cNvPr id="7" name="Freeform: Shape 6">
            <a:extLst>
              <a:ext uri="{FF2B5EF4-FFF2-40B4-BE49-F238E27FC236}">
                <a16:creationId xmlns:a16="http://schemas.microsoft.com/office/drawing/2014/main" id="{809891C3-701D-E83E-C330-2FF6C40C1E62}"/>
              </a:ext>
            </a:extLst>
          </p:cNvPr>
          <p:cNvSpPr/>
          <p:nvPr/>
        </p:nvSpPr>
        <p:spPr>
          <a:xfrm>
            <a:off x="0" y="0"/>
            <a:ext cx="14630400" cy="1371600"/>
          </a:xfrm>
          <a:custGeom>
            <a:avLst/>
            <a:gdLst>
              <a:gd name="connsiteX0" fmla="*/ 0 w 9144000"/>
              <a:gd name="connsiteY0" fmla="*/ 0 h 857250"/>
              <a:gd name="connsiteX1" fmla="*/ 0 w 9144000"/>
              <a:gd name="connsiteY1" fmla="*/ 857250 h 857250"/>
              <a:gd name="connsiteX2" fmla="*/ 7540609 w 9144000"/>
              <a:gd name="connsiteY2" fmla="*/ 857250 h 857250"/>
              <a:gd name="connsiteX3" fmla="*/ 8245698 w 9144000"/>
              <a:gd name="connsiteY3" fmla="*/ 707422 h 857250"/>
              <a:gd name="connsiteX4" fmla="*/ 8933831 w 9144000"/>
              <a:gd name="connsiteY4" fmla="*/ 857250 h 857250"/>
              <a:gd name="connsiteX5" fmla="*/ 9144000 w 9144000"/>
              <a:gd name="connsiteY5" fmla="*/ 857250 h 857250"/>
              <a:gd name="connsiteX6" fmla="*/ 9144000 w 9144000"/>
              <a:gd name="connsiteY6" fmla="*/ 0 h 857250"/>
              <a:gd name="connsiteX7" fmla="*/ 0 w 9144000"/>
              <a:gd name="connsiteY7" fmla="*/ 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0"/>
                </a:moveTo>
                <a:lnTo>
                  <a:pt x="0" y="857250"/>
                </a:lnTo>
                <a:lnTo>
                  <a:pt x="7540609" y="857250"/>
                </a:lnTo>
                <a:lnTo>
                  <a:pt x="8245698" y="707422"/>
                </a:lnTo>
                <a:lnTo>
                  <a:pt x="8933831" y="857250"/>
                </a:lnTo>
                <a:lnTo>
                  <a:pt x="9144000" y="857250"/>
                </a:lnTo>
                <a:lnTo>
                  <a:pt x="9144000" y="0"/>
                </a:lnTo>
                <a:lnTo>
                  <a:pt x="0" y="0"/>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marL="0" lvl="0" defTabSz="1462968" eaLnBrk="1" latinLnBrk="0" hangingPunct="1"/>
            <a:endParaRPr lang="en-AU" sz="2880" kern="1200">
              <a:solidFill>
                <a:schemeClr val="tx1"/>
              </a:solidFill>
              <a:latin typeface="+mn-lt"/>
              <a:ea typeface="+mn-ea"/>
              <a:cs typeface="+mn-cs"/>
            </a:endParaRPr>
          </a:p>
        </p:txBody>
      </p:sp>
      <p:sp>
        <p:nvSpPr>
          <p:cNvPr id="8" name="Freeform: Shape 7">
            <a:extLst>
              <a:ext uri="{FF2B5EF4-FFF2-40B4-BE49-F238E27FC236}">
                <a16:creationId xmlns:a16="http://schemas.microsoft.com/office/drawing/2014/main" id="{DA258AEC-2E45-E11A-26EF-45595D0532FE}"/>
              </a:ext>
            </a:extLst>
          </p:cNvPr>
          <p:cNvSpPr/>
          <p:nvPr/>
        </p:nvSpPr>
        <p:spPr>
          <a:xfrm>
            <a:off x="12064973" y="699441"/>
            <a:ext cx="1994458" cy="45613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681 h 285083"/>
              <a:gd name="connsiteX7" fmla="*/ 808530 w 1246536"/>
              <a:gd name="connsiteY7" fmla="*/ 87487 h 285083"/>
              <a:gd name="connsiteX8" fmla="*/ 769239 w 1246536"/>
              <a:gd name="connsiteY8" fmla="*/ 41577 h 285083"/>
              <a:gd name="connsiteX9" fmla="*/ 752856 w 1246536"/>
              <a:gd name="connsiteY9" fmla="*/ 38100 h 285083"/>
              <a:gd name="connsiteX10" fmla="*/ 752856 w 1246536"/>
              <a:gd name="connsiteY10" fmla="*/ 113205 h 285083"/>
              <a:gd name="connsiteX11" fmla="*/ 769239 w 1246536"/>
              <a:gd name="connsiteY11" fmla="*/ 116681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579 h 285083"/>
              <a:gd name="connsiteX26" fmla="*/ 1094994 w 1246536"/>
              <a:gd name="connsiteY26" fmla="*/ 148399 h 285083"/>
              <a:gd name="connsiteX27" fmla="*/ 1026319 w 1246536"/>
              <a:gd name="connsiteY27" fmla="*/ 205216 h 285083"/>
              <a:gd name="connsiteX28" fmla="*/ 957263 w 1246536"/>
              <a:gd name="connsiteY28" fmla="*/ 119158 h 285083"/>
              <a:gd name="connsiteX29" fmla="*/ 1026319 w 1246536"/>
              <a:gd name="connsiteY29" fmla="*/ 62627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881 h 285083"/>
              <a:gd name="connsiteX56" fmla="*/ 72819 w 1246536"/>
              <a:gd name="connsiteY56" fmla="*/ 144875 h 285083"/>
              <a:gd name="connsiteX57" fmla="*/ 57198 w 1246536"/>
              <a:gd name="connsiteY57" fmla="*/ 200549 h 285083"/>
              <a:gd name="connsiteX58" fmla="*/ 88488 w 1246536"/>
              <a:gd name="connsiteY58" fmla="*/ 193881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6 h 285083"/>
              <a:gd name="connsiteX76" fmla="*/ 283702 w 1246536"/>
              <a:gd name="connsiteY76" fmla="*/ 156067 h 285083"/>
              <a:gd name="connsiteX77" fmla="*/ 353330 w 1246536"/>
              <a:gd name="connsiteY77" fmla="*/ 70056 h 285083"/>
              <a:gd name="connsiteX78" fmla="*/ 419767 w 1246536"/>
              <a:gd name="connsiteY78" fmla="*/ 111585 h 285083"/>
              <a:gd name="connsiteX79" fmla="*/ 384953 w 1246536"/>
              <a:gd name="connsiteY79" fmla="*/ 118967 h 285083"/>
              <a:gd name="connsiteX80" fmla="*/ 353473 w 1246536"/>
              <a:gd name="connsiteY80" fmla="*/ 102108 h 285083"/>
              <a:gd name="connsiteX81" fmla="*/ 318659 w 1246536"/>
              <a:gd name="connsiteY81" fmla="*/ 148590 h 285083"/>
              <a:gd name="connsiteX82" fmla="*/ 353473 w 1246536"/>
              <a:gd name="connsiteY82" fmla="*/ 180499 h 285083"/>
              <a:gd name="connsiteX83" fmla="*/ 384953 w 1246536"/>
              <a:gd name="connsiteY83" fmla="*/ 150066 h 285083"/>
              <a:gd name="connsiteX84" fmla="*/ 419767 w 1246536"/>
              <a:gd name="connsiteY84" fmla="*/ 142685 h 285083"/>
              <a:gd name="connsiteX85" fmla="*/ 353330 w 1246536"/>
              <a:gd name="connsiteY85" fmla="*/ 212646 h 285083"/>
              <a:gd name="connsiteX86" fmla="*/ 283702 w 1246536"/>
              <a:gd name="connsiteY86" fmla="*/ 156067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575 h 285083"/>
              <a:gd name="connsiteX101" fmla="*/ 625173 w 1246536"/>
              <a:gd name="connsiteY101" fmla="*/ 15002 h 285083"/>
              <a:gd name="connsiteX102" fmla="*/ 662035 w 1246536"/>
              <a:gd name="connsiteY102" fmla="*/ 133064 h 285083"/>
              <a:gd name="connsiteX103" fmla="*/ 662035 w 1246536"/>
              <a:gd name="connsiteY103" fmla="*/ 7191 h 285083"/>
              <a:gd name="connsiteX104" fmla="*/ 695897 w 1246536"/>
              <a:gd name="connsiteY104" fmla="*/ 0 h 285083"/>
              <a:gd name="connsiteX105" fmla="*/ 695897 w 1246536"/>
              <a:gd name="connsiteY105" fmla="*/ 137160 h 285083"/>
              <a:gd name="connsiteX106" fmla="*/ 632032 w 1246536"/>
              <a:gd name="connsiteY106" fmla="*/ 150733 h 285083"/>
              <a:gd name="connsiteX107" fmla="*/ 595170 w 1246536"/>
              <a:gd name="connsiteY107" fmla="*/ 32671 h 285083"/>
              <a:gd name="connsiteX108" fmla="*/ 595170 w 1246536"/>
              <a:gd name="connsiteY108" fmla="*/ 158544 h 285083"/>
              <a:gd name="connsiteX109" fmla="*/ 561308 w 1246536"/>
              <a:gd name="connsiteY109" fmla="*/ 165735 h 285083"/>
              <a:gd name="connsiteX110" fmla="*/ 561308 w 1246536"/>
              <a:gd name="connsiteY110" fmla="*/ 28575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681"/>
                </a:moveTo>
                <a:cubicBezTo>
                  <a:pt x="791766" y="121491"/>
                  <a:pt x="808530" y="124254"/>
                  <a:pt x="808530" y="87487"/>
                </a:cubicBezTo>
                <a:cubicBezTo>
                  <a:pt x="808530" y="50721"/>
                  <a:pt x="791623" y="46339"/>
                  <a:pt x="769239" y="41577"/>
                </a:cubicBezTo>
                <a:lnTo>
                  <a:pt x="752856" y="38100"/>
                </a:lnTo>
                <a:lnTo>
                  <a:pt x="752856" y="113205"/>
                </a:lnTo>
                <a:cubicBezTo>
                  <a:pt x="752856" y="113205"/>
                  <a:pt x="769239" y="116681"/>
                  <a:pt x="769239" y="116681"/>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579"/>
                </a:moveTo>
                <a:cubicBezTo>
                  <a:pt x="1068944" y="71628"/>
                  <a:pt x="1094994" y="107918"/>
                  <a:pt x="1094994" y="148399"/>
                </a:cubicBezTo>
                <a:cubicBezTo>
                  <a:pt x="1094994" y="189071"/>
                  <a:pt x="1068944" y="214265"/>
                  <a:pt x="1026319" y="205216"/>
                </a:cubicBezTo>
                <a:cubicBezTo>
                  <a:pt x="983504" y="196120"/>
                  <a:pt x="957263" y="159782"/>
                  <a:pt x="957263" y="119158"/>
                </a:cubicBezTo>
                <a:cubicBezTo>
                  <a:pt x="957263" y="78676"/>
                  <a:pt x="983504" y="53530"/>
                  <a:pt x="1026319" y="62627"/>
                </a:cubicBezTo>
                <a:moveTo>
                  <a:pt x="1026319" y="173117"/>
                </a:moveTo>
                <a:cubicBezTo>
                  <a:pt x="1049036" y="177927"/>
                  <a:pt x="1060180" y="165925"/>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881"/>
                </a:moveTo>
                <a:lnTo>
                  <a:pt x="72819" y="144875"/>
                </a:lnTo>
                <a:lnTo>
                  <a:pt x="57198" y="200549"/>
                </a:lnTo>
                <a:lnTo>
                  <a:pt x="88488" y="193881"/>
                </a:lnTo>
                <a:close/>
                <a:moveTo>
                  <a:pt x="214646" y="242173"/>
                </a:moveTo>
                <a:cubicBezTo>
                  <a:pt x="168307" y="252032"/>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6"/>
                </a:cubicBezTo>
                <a:moveTo>
                  <a:pt x="283702" y="156067"/>
                </a:moveTo>
                <a:cubicBezTo>
                  <a:pt x="283702" y="115586"/>
                  <a:pt x="310325" y="79200"/>
                  <a:pt x="353330" y="70056"/>
                </a:cubicBezTo>
                <a:cubicBezTo>
                  <a:pt x="390906" y="62055"/>
                  <a:pt x="415862" y="77962"/>
                  <a:pt x="419767" y="111585"/>
                </a:cubicBezTo>
                <a:lnTo>
                  <a:pt x="384953" y="118967"/>
                </a:lnTo>
                <a:cubicBezTo>
                  <a:pt x="382143" y="104775"/>
                  <a:pt x="370047" y="98584"/>
                  <a:pt x="353473" y="102108"/>
                </a:cubicBezTo>
                <a:cubicBezTo>
                  <a:pt x="333185" y="106442"/>
                  <a:pt x="318659" y="121587"/>
                  <a:pt x="318659" y="148590"/>
                </a:cubicBezTo>
                <a:cubicBezTo>
                  <a:pt x="318659" y="175832"/>
                  <a:pt x="333185" y="184785"/>
                  <a:pt x="353473" y="180499"/>
                </a:cubicBezTo>
                <a:cubicBezTo>
                  <a:pt x="370047" y="176974"/>
                  <a:pt x="382143" y="165449"/>
                  <a:pt x="384953" y="150066"/>
                </a:cubicBezTo>
                <a:lnTo>
                  <a:pt x="419767" y="142685"/>
                </a:lnTo>
                <a:cubicBezTo>
                  <a:pt x="415862" y="178165"/>
                  <a:pt x="390906" y="204645"/>
                  <a:pt x="353330" y="212646"/>
                </a:cubicBezTo>
                <a:cubicBezTo>
                  <a:pt x="310325" y="221790"/>
                  <a:pt x="283702" y="196691"/>
                  <a:pt x="283702" y="156067"/>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575"/>
                </a:moveTo>
                <a:lnTo>
                  <a:pt x="625173" y="15002"/>
                </a:lnTo>
                <a:lnTo>
                  <a:pt x="662035" y="133064"/>
                </a:lnTo>
                <a:lnTo>
                  <a:pt x="662035" y="7191"/>
                </a:lnTo>
                <a:cubicBezTo>
                  <a:pt x="662035" y="7191"/>
                  <a:pt x="695897" y="0"/>
                  <a:pt x="695897" y="0"/>
                </a:cubicBezTo>
                <a:lnTo>
                  <a:pt x="695897" y="137160"/>
                </a:lnTo>
                <a:cubicBezTo>
                  <a:pt x="695897" y="137160"/>
                  <a:pt x="632032" y="150733"/>
                  <a:pt x="632032" y="150733"/>
                </a:cubicBezTo>
                <a:lnTo>
                  <a:pt x="595170" y="32671"/>
                </a:lnTo>
                <a:lnTo>
                  <a:pt x="595170" y="158544"/>
                </a:lnTo>
                <a:cubicBezTo>
                  <a:pt x="595170" y="158544"/>
                  <a:pt x="561308" y="165735"/>
                  <a:pt x="561308" y="165735"/>
                </a:cubicBezTo>
                <a:lnTo>
                  <a:pt x="561308" y="28575"/>
                </a:lnTo>
                <a:close/>
              </a:path>
            </a:pathLst>
          </a:custGeom>
          <a:solidFill>
            <a:srgbClr val="FFFFFF"/>
          </a:solidFill>
          <a:ln w="4763" cap="flat">
            <a:noFill/>
            <a:prstDash val="solid"/>
            <a:miter/>
          </a:ln>
        </p:spPr>
        <p:txBody>
          <a:bodyPr rtlCol="0" anchor="ctr"/>
          <a:lstStyle/>
          <a:p>
            <a:endParaRPr lang="en-AU" sz="2880"/>
          </a:p>
        </p:txBody>
      </p:sp>
      <p:grpSp>
        <p:nvGrpSpPr>
          <p:cNvPr id="9" name="Graphic 3">
            <a:extLst>
              <a:ext uri="{FF2B5EF4-FFF2-40B4-BE49-F238E27FC236}">
                <a16:creationId xmlns:a16="http://schemas.microsoft.com/office/drawing/2014/main" id="{C131A2F5-C9CC-0D2D-7381-C29F6CE6AAAA}"/>
              </a:ext>
            </a:extLst>
          </p:cNvPr>
          <p:cNvGrpSpPr/>
          <p:nvPr/>
        </p:nvGrpSpPr>
        <p:grpSpPr>
          <a:xfrm>
            <a:off x="297941" y="1037922"/>
            <a:ext cx="1182851" cy="117576"/>
            <a:chOff x="186213" y="648700"/>
            <a:chExt cx="739282" cy="73485"/>
          </a:xfrm>
          <a:solidFill>
            <a:srgbClr val="FFFFFF"/>
          </a:solidFill>
        </p:grpSpPr>
        <p:sp>
          <p:nvSpPr>
            <p:cNvPr id="10" name="Freeform: Shape 9">
              <a:extLst>
                <a:ext uri="{FF2B5EF4-FFF2-40B4-BE49-F238E27FC236}">
                  <a16:creationId xmlns:a16="http://schemas.microsoft.com/office/drawing/2014/main" id="{6CE1E40E-8CD1-8C11-0C19-93375CBB7D7A}"/>
                </a:ext>
              </a:extLst>
            </p:cNvPr>
            <p:cNvSpPr/>
            <p:nvPr/>
          </p:nvSpPr>
          <p:spPr>
            <a:xfrm>
              <a:off x="186213" y="668274"/>
              <a:ext cx="46386" cy="53911"/>
            </a:xfrm>
            <a:custGeom>
              <a:avLst/>
              <a:gdLst>
                <a:gd name="connsiteX0" fmla="*/ 16574 w 46386"/>
                <a:gd name="connsiteY0" fmla="*/ 53864 h 53911"/>
                <a:gd name="connsiteX1" fmla="*/ 8334 w 46386"/>
                <a:gd name="connsiteY1" fmla="*/ 52197 h 53911"/>
                <a:gd name="connsiteX2" fmla="*/ 2286 w 46386"/>
                <a:gd name="connsiteY2" fmla="*/ 47101 h 53911"/>
                <a:gd name="connsiteX3" fmla="*/ 0 w 46386"/>
                <a:gd name="connsiteY3" fmla="*/ 38624 h 53911"/>
                <a:gd name="connsiteX4" fmla="*/ 4334 w 46386"/>
                <a:gd name="connsiteY4" fmla="*/ 27861 h 53911"/>
                <a:gd name="connsiteX5" fmla="*/ 16574 w 46386"/>
                <a:gd name="connsiteY5" fmla="*/ 22908 h 53911"/>
                <a:gd name="connsiteX6" fmla="*/ 35052 w 46386"/>
                <a:gd name="connsiteY6" fmla="*/ 21431 h 53911"/>
                <a:gd name="connsiteX7" fmla="*/ 35052 w 46386"/>
                <a:gd name="connsiteY7" fmla="*/ 18240 h 53911"/>
                <a:gd name="connsiteX8" fmla="*/ 32147 w 46386"/>
                <a:gd name="connsiteY8" fmla="*/ 10239 h 53911"/>
                <a:gd name="connsiteX9" fmla="*/ 24813 w 46386"/>
                <a:gd name="connsiteY9" fmla="*/ 8049 h 53911"/>
                <a:gd name="connsiteX10" fmla="*/ 16812 w 46386"/>
                <a:gd name="connsiteY10" fmla="*/ 10382 h 53911"/>
                <a:gd name="connsiteX11" fmla="*/ 13621 w 46386"/>
                <a:gd name="connsiteY11" fmla="*/ 17907 h 53911"/>
                <a:gd name="connsiteX12" fmla="*/ 2667 w 46386"/>
                <a:gd name="connsiteY12" fmla="*/ 17907 h 53911"/>
                <a:gd name="connsiteX13" fmla="*/ 5477 w 46386"/>
                <a:gd name="connsiteY13" fmla="*/ 7477 h 53911"/>
                <a:gd name="connsiteX14" fmla="*/ 13287 w 46386"/>
                <a:gd name="connsiteY14" fmla="*/ 1762 h 53911"/>
                <a:gd name="connsiteX15" fmla="*/ 24860 w 46386"/>
                <a:gd name="connsiteY15" fmla="*/ 0 h 53911"/>
                <a:gd name="connsiteX16" fmla="*/ 33195 w 46386"/>
                <a:gd name="connsiteY16" fmla="*/ 810 h 53911"/>
                <a:gd name="connsiteX17" fmla="*/ 40053 w 46386"/>
                <a:gd name="connsiteY17" fmla="*/ 3619 h 53911"/>
                <a:gd name="connsiteX18" fmla="*/ 44720 w 46386"/>
                <a:gd name="connsiteY18" fmla="*/ 9144 h 53911"/>
                <a:gd name="connsiteX19" fmla="*/ 46387 w 46386"/>
                <a:gd name="connsiteY19" fmla="*/ 18097 h 53911"/>
                <a:gd name="connsiteX20" fmla="*/ 46387 w 46386"/>
                <a:gd name="connsiteY20" fmla="*/ 53007 h 53911"/>
                <a:gd name="connsiteX21" fmla="*/ 35576 w 46386"/>
                <a:gd name="connsiteY21" fmla="*/ 53007 h 53911"/>
                <a:gd name="connsiteX22" fmla="*/ 35147 w 46386"/>
                <a:gd name="connsiteY22" fmla="*/ 45672 h 53911"/>
                <a:gd name="connsiteX23" fmla="*/ 27146 w 46386"/>
                <a:gd name="connsiteY23" fmla="*/ 51721 h 53911"/>
                <a:gd name="connsiteX24" fmla="*/ 16574 w 46386"/>
                <a:gd name="connsiteY24" fmla="*/ 53911 h 53911"/>
                <a:gd name="connsiteX25" fmla="*/ 20050 w 46386"/>
                <a:gd name="connsiteY25" fmla="*/ 45672 h 53911"/>
                <a:gd name="connsiteX26" fmla="*/ 28623 w 46386"/>
                <a:gd name="connsiteY26" fmla="*/ 43386 h 53911"/>
                <a:gd name="connsiteX27" fmla="*/ 34909 w 46386"/>
                <a:gd name="connsiteY27" fmla="*/ 37767 h 53911"/>
                <a:gd name="connsiteX28" fmla="*/ 34909 w 46386"/>
                <a:gd name="connsiteY28" fmla="*/ 28289 h 53911"/>
                <a:gd name="connsiteX29" fmla="*/ 16859 w 46386"/>
                <a:gd name="connsiteY29" fmla="*/ 30623 h 53911"/>
                <a:gd name="connsiteX30" fmla="*/ 11525 w 46386"/>
                <a:gd name="connsiteY30" fmla="*/ 38052 h 53911"/>
                <a:gd name="connsiteX31" fmla="*/ 13811 w 46386"/>
                <a:gd name="connsiteY31" fmla="*/ 43672 h 53911"/>
                <a:gd name="connsiteX32" fmla="*/ 20098 w 46386"/>
                <a:gd name="connsiteY32" fmla="*/ 45672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386" h="53911">
                  <a:moveTo>
                    <a:pt x="16574" y="53864"/>
                  </a:moveTo>
                  <a:cubicBezTo>
                    <a:pt x="13573" y="53864"/>
                    <a:pt x="10811" y="53292"/>
                    <a:pt x="8334" y="52197"/>
                  </a:cubicBezTo>
                  <a:cubicBezTo>
                    <a:pt x="5810" y="51054"/>
                    <a:pt x="3810" y="49387"/>
                    <a:pt x="2286" y="47101"/>
                  </a:cubicBezTo>
                  <a:cubicBezTo>
                    <a:pt x="762" y="44863"/>
                    <a:pt x="0" y="42005"/>
                    <a:pt x="0" y="38624"/>
                  </a:cubicBezTo>
                  <a:cubicBezTo>
                    <a:pt x="0" y="33861"/>
                    <a:pt x="1429" y="30289"/>
                    <a:pt x="4334" y="27861"/>
                  </a:cubicBezTo>
                  <a:cubicBezTo>
                    <a:pt x="7239" y="25432"/>
                    <a:pt x="11335" y="23765"/>
                    <a:pt x="16574" y="22908"/>
                  </a:cubicBezTo>
                  <a:cubicBezTo>
                    <a:pt x="21812" y="22050"/>
                    <a:pt x="28004" y="21526"/>
                    <a:pt x="35052" y="21431"/>
                  </a:cubicBezTo>
                  <a:lnTo>
                    <a:pt x="35052" y="18240"/>
                  </a:lnTo>
                  <a:cubicBezTo>
                    <a:pt x="35052" y="14335"/>
                    <a:pt x="34100" y="11668"/>
                    <a:pt x="32147" y="10239"/>
                  </a:cubicBezTo>
                  <a:cubicBezTo>
                    <a:pt x="30242" y="8763"/>
                    <a:pt x="27765" y="8049"/>
                    <a:pt x="24813" y="8049"/>
                  </a:cubicBezTo>
                  <a:cubicBezTo>
                    <a:pt x="21622" y="8049"/>
                    <a:pt x="18955" y="8811"/>
                    <a:pt x="16812" y="10382"/>
                  </a:cubicBezTo>
                  <a:cubicBezTo>
                    <a:pt x="14669" y="11954"/>
                    <a:pt x="13621" y="14478"/>
                    <a:pt x="13621" y="17907"/>
                  </a:cubicBezTo>
                  <a:lnTo>
                    <a:pt x="2667" y="17907"/>
                  </a:lnTo>
                  <a:cubicBezTo>
                    <a:pt x="2667" y="13573"/>
                    <a:pt x="3620" y="10096"/>
                    <a:pt x="5477" y="7477"/>
                  </a:cubicBezTo>
                  <a:cubicBezTo>
                    <a:pt x="7334" y="4858"/>
                    <a:pt x="9954" y="2953"/>
                    <a:pt x="13287" y="1762"/>
                  </a:cubicBezTo>
                  <a:cubicBezTo>
                    <a:pt x="16621" y="571"/>
                    <a:pt x="20479" y="0"/>
                    <a:pt x="24860" y="0"/>
                  </a:cubicBezTo>
                  <a:cubicBezTo>
                    <a:pt x="27813" y="0"/>
                    <a:pt x="30623" y="286"/>
                    <a:pt x="33195" y="810"/>
                  </a:cubicBezTo>
                  <a:cubicBezTo>
                    <a:pt x="35814" y="1333"/>
                    <a:pt x="38100" y="2286"/>
                    <a:pt x="40053" y="3619"/>
                  </a:cubicBezTo>
                  <a:cubicBezTo>
                    <a:pt x="42053" y="4953"/>
                    <a:pt x="43577" y="6810"/>
                    <a:pt x="44720" y="9144"/>
                  </a:cubicBezTo>
                  <a:cubicBezTo>
                    <a:pt x="45863" y="11478"/>
                    <a:pt x="46387" y="14478"/>
                    <a:pt x="46387" y="18097"/>
                  </a:cubicBezTo>
                  <a:lnTo>
                    <a:pt x="46387" y="53007"/>
                  </a:lnTo>
                  <a:lnTo>
                    <a:pt x="35576" y="53007"/>
                  </a:lnTo>
                  <a:lnTo>
                    <a:pt x="35147" y="45672"/>
                  </a:lnTo>
                  <a:cubicBezTo>
                    <a:pt x="32861" y="48244"/>
                    <a:pt x="30194" y="50244"/>
                    <a:pt x="27146" y="51721"/>
                  </a:cubicBezTo>
                  <a:cubicBezTo>
                    <a:pt x="24098" y="53197"/>
                    <a:pt x="20574" y="53911"/>
                    <a:pt x="16574" y="53911"/>
                  </a:cubicBezTo>
                  <a:close/>
                  <a:moveTo>
                    <a:pt x="20050" y="45672"/>
                  </a:moveTo>
                  <a:cubicBezTo>
                    <a:pt x="23193" y="45672"/>
                    <a:pt x="26051" y="44910"/>
                    <a:pt x="28623" y="43386"/>
                  </a:cubicBezTo>
                  <a:cubicBezTo>
                    <a:pt x="31194" y="41862"/>
                    <a:pt x="33290" y="40005"/>
                    <a:pt x="34909" y="37767"/>
                  </a:cubicBezTo>
                  <a:lnTo>
                    <a:pt x="34909" y="28289"/>
                  </a:lnTo>
                  <a:cubicBezTo>
                    <a:pt x="26432" y="28289"/>
                    <a:pt x="20384" y="29099"/>
                    <a:pt x="16859" y="30623"/>
                  </a:cubicBezTo>
                  <a:cubicBezTo>
                    <a:pt x="13287" y="32147"/>
                    <a:pt x="11525" y="34623"/>
                    <a:pt x="11525" y="38052"/>
                  </a:cubicBezTo>
                  <a:cubicBezTo>
                    <a:pt x="11525" y="40481"/>
                    <a:pt x="12287" y="42339"/>
                    <a:pt x="13811" y="43672"/>
                  </a:cubicBezTo>
                  <a:cubicBezTo>
                    <a:pt x="15335" y="45006"/>
                    <a:pt x="17431" y="45672"/>
                    <a:pt x="20098" y="45672"/>
                  </a:cubicBezTo>
                  <a:close/>
                </a:path>
              </a:pathLst>
            </a:custGeom>
            <a:solidFill>
              <a:srgbClr val="FFFFFF"/>
            </a:solidFill>
            <a:ln w="4763" cap="flat">
              <a:noFill/>
              <a:prstDash val="solid"/>
              <a:miter/>
            </a:ln>
          </p:spPr>
          <p:txBody>
            <a:bodyPr rtlCol="0" anchor="ctr"/>
            <a:lstStyle/>
            <a:p>
              <a:endParaRPr lang="en-AU" sz="2880"/>
            </a:p>
          </p:txBody>
        </p:sp>
        <p:sp>
          <p:nvSpPr>
            <p:cNvPr id="11" name="Freeform: Shape 10">
              <a:extLst>
                <a:ext uri="{FF2B5EF4-FFF2-40B4-BE49-F238E27FC236}">
                  <a16:creationId xmlns:a16="http://schemas.microsoft.com/office/drawing/2014/main" id="{7CF981CF-1213-E141-4DE4-256DCAEA2971}"/>
                </a:ext>
              </a:extLst>
            </p:cNvPr>
            <p:cNvSpPr/>
            <p:nvPr/>
          </p:nvSpPr>
          <p:spPr>
            <a:xfrm>
              <a:off x="245459" y="668226"/>
              <a:ext cx="44195" cy="53959"/>
            </a:xfrm>
            <a:custGeom>
              <a:avLst/>
              <a:gdLst>
                <a:gd name="connsiteX0" fmla="*/ 22527 w 44195"/>
                <a:gd name="connsiteY0" fmla="*/ 53959 h 53959"/>
                <a:gd name="connsiteX1" fmla="*/ 14097 w 44195"/>
                <a:gd name="connsiteY1" fmla="*/ 53102 h 53959"/>
                <a:gd name="connsiteX2" fmla="*/ 6906 w 44195"/>
                <a:gd name="connsiteY2" fmla="*/ 50197 h 53959"/>
                <a:gd name="connsiteX3" fmla="*/ 1857 w 44195"/>
                <a:gd name="connsiteY3" fmla="*/ 44815 h 53959"/>
                <a:gd name="connsiteX4" fmla="*/ 0 w 44195"/>
                <a:gd name="connsiteY4" fmla="*/ 36528 h 53959"/>
                <a:gd name="connsiteX5" fmla="*/ 10906 w 44195"/>
                <a:gd name="connsiteY5" fmla="*/ 36528 h 53959"/>
                <a:gd name="connsiteX6" fmla="*/ 14335 w 44195"/>
                <a:gd name="connsiteY6" fmla="*/ 43863 h 53959"/>
                <a:gd name="connsiteX7" fmla="*/ 22622 w 44195"/>
                <a:gd name="connsiteY7" fmla="*/ 45958 h 53959"/>
                <a:gd name="connsiteX8" fmla="*/ 30004 w 44195"/>
                <a:gd name="connsiteY8" fmla="*/ 44339 h 53959"/>
                <a:gd name="connsiteX9" fmla="*/ 32766 w 44195"/>
                <a:gd name="connsiteY9" fmla="*/ 38910 h 53959"/>
                <a:gd name="connsiteX10" fmla="*/ 29956 w 44195"/>
                <a:gd name="connsiteY10" fmla="*/ 33861 h 53959"/>
                <a:gd name="connsiteX11" fmla="*/ 20050 w 44195"/>
                <a:gd name="connsiteY11" fmla="*/ 30623 h 53959"/>
                <a:gd name="connsiteX12" fmla="*/ 9954 w 44195"/>
                <a:gd name="connsiteY12" fmla="*/ 27289 h 53959"/>
                <a:gd name="connsiteX13" fmla="*/ 3429 w 44195"/>
                <a:gd name="connsiteY13" fmla="*/ 22336 h 53959"/>
                <a:gd name="connsiteX14" fmla="*/ 1143 w 44195"/>
                <a:gd name="connsiteY14" fmla="*/ 14430 h 53959"/>
                <a:gd name="connsiteX15" fmla="*/ 2810 w 44195"/>
                <a:gd name="connsiteY15" fmla="*/ 7953 h 53959"/>
                <a:gd name="connsiteX16" fmla="*/ 7382 w 44195"/>
                <a:gd name="connsiteY16" fmla="*/ 3477 h 53959"/>
                <a:gd name="connsiteX17" fmla="*/ 14002 w 44195"/>
                <a:gd name="connsiteY17" fmla="*/ 857 h 53959"/>
                <a:gd name="connsiteX18" fmla="*/ 21907 w 44195"/>
                <a:gd name="connsiteY18" fmla="*/ 0 h 53959"/>
                <a:gd name="connsiteX19" fmla="*/ 29670 w 44195"/>
                <a:gd name="connsiteY19" fmla="*/ 905 h 53959"/>
                <a:gd name="connsiteX20" fmla="*/ 36338 w 44195"/>
                <a:gd name="connsiteY20" fmla="*/ 3762 h 53959"/>
                <a:gd name="connsiteX21" fmla="*/ 41005 w 44195"/>
                <a:gd name="connsiteY21" fmla="*/ 8954 h 53959"/>
                <a:gd name="connsiteX22" fmla="*/ 42720 w 44195"/>
                <a:gd name="connsiteY22" fmla="*/ 16812 h 53959"/>
                <a:gd name="connsiteX23" fmla="*/ 31861 w 44195"/>
                <a:gd name="connsiteY23" fmla="*/ 16812 h 53959"/>
                <a:gd name="connsiteX24" fmla="*/ 28908 w 44195"/>
                <a:gd name="connsiteY24" fmla="*/ 10096 h 53959"/>
                <a:gd name="connsiteX25" fmla="*/ 21907 w 44195"/>
                <a:gd name="connsiteY25" fmla="*/ 8144 h 53959"/>
                <a:gd name="connsiteX26" fmla="*/ 15097 w 44195"/>
                <a:gd name="connsiteY26" fmla="*/ 9525 h 53959"/>
                <a:gd name="connsiteX27" fmla="*/ 12573 w 44195"/>
                <a:gd name="connsiteY27" fmla="*/ 14002 h 53959"/>
                <a:gd name="connsiteX28" fmla="*/ 13906 w 44195"/>
                <a:gd name="connsiteY28" fmla="*/ 17002 h 53959"/>
                <a:gd name="connsiteX29" fmla="*/ 18288 w 44195"/>
                <a:gd name="connsiteY29" fmla="*/ 19288 h 53959"/>
                <a:gd name="connsiteX30" fmla="*/ 26384 w 44195"/>
                <a:gd name="connsiteY30" fmla="*/ 21527 h 53959"/>
                <a:gd name="connsiteX31" fmla="*/ 35862 w 44195"/>
                <a:gd name="connsiteY31" fmla="*/ 24717 h 53959"/>
                <a:gd name="connsiteX32" fmla="*/ 42053 w 44195"/>
                <a:gd name="connsiteY32" fmla="*/ 29670 h 53959"/>
                <a:gd name="connsiteX33" fmla="*/ 44196 w 44195"/>
                <a:gd name="connsiteY33" fmla="*/ 37671 h 53959"/>
                <a:gd name="connsiteX34" fmla="*/ 42481 w 44195"/>
                <a:gd name="connsiteY34" fmla="*/ 45148 h 53959"/>
                <a:gd name="connsiteX35" fmla="*/ 37767 w 44195"/>
                <a:gd name="connsiteY35" fmla="*/ 50197 h 53959"/>
                <a:gd name="connsiteX36" fmla="*/ 30861 w 44195"/>
                <a:gd name="connsiteY36" fmla="*/ 53054 h 53959"/>
                <a:gd name="connsiteX37" fmla="*/ 22527 w 44195"/>
                <a:gd name="connsiteY37" fmla="*/ 53959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4195" h="53959">
                  <a:moveTo>
                    <a:pt x="22527" y="53959"/>
                  </a:moveTo>
                  <a:cubicBezTo>
                    <a:pt x="19621" y="53959"/>
                    <a:pt x="16812" y="53673"/>
                    <a:pt x="14097" y="53102"/>
                  </a:cubicBezTo>
                  <a:cubicBezTo>
                    <a:pt x="11430" y="52530"/>
                    <a:pt x="9001" y="51530"/>
                    <a:pt x="6906" y="50197"/>
                  </a:cubicBezTo>
                  <a:cubicBezTo>
                    <a:pt x="4810" y="48863"/>
                    <a:pt x="3096" y="47054"/>
                    <a:pt x="1857" y="44815"/>
                  </a:cubicBezTo>
                  <a:cubicBezTo>
                    <a:pt x="619" y="42577"/>
                    <a:pt x="0" y="39815"/>
                    <a:pt x="0" y="36528"/>
                  </a:cubicBezTo>
                  <a:lnTo>
                    <a:pt x="10906" y="36528"/>
                  </a:lnTo>
                  <a:cubicBezTo>
                    <a:pt x="10906" y="40005"/>
                    <a:pt x="12049" y="42481"/>
                    <a:pt x="14335" y="43863"/>
                  </a:cubicBezTo>
                  <a:cubicBezTo>
                    <a:pt x="16621" y="45244"/>
                    <a:pt x="19383" y="45958"/>
                    <a:pt x="22622" y="45958"/>
                  </a:cubicBezTo>
                  <a:cubicBezTo>
                    <a:pt x="25670" y="45958"/>
                    <a:pt x="28146" y="45434"/>
                    <a:pt x="30004" y="44339"/>
                  </a:cubicBezTo>
                  <a:cubicBezTo>
                    <a:pt x="31861" y="43244"/>
                    <a:pt x="32766" y="41434"/>
                    <a:pt x="32766" y="38910"/>
                  </a:cubicBezTo>
                  <a:cubicBezTo>
                    <a:pt x="32766" y="36671"/>
                    <a:pt x="31814" y="35004"/>
                    <a:pt x="29956" y="33861"/>
                  </a:cubicBezTo>
                  <a:cubicBezTo>
                    <a:pt x="28051" y="32766"/>
                    <a:pt x="24765" y="31671"/>
                    <a:pt x="20050" y="30623"/>
                  </a:cubicBezTo>
                  <a:cubicBezTo>
                    <a:pt x="16145" y="29670"/>
                    <a:pt x="12811" y="28575"/>
                    <a:pt x="9954" y="27289"/>
                  </a:cubicBezTo>
                  <a:cubicBezTo>
                    <a:pt x="7096" y="26003"/>
                    <a:pt x="4953" y="24384"/>
                    <a:pt x="3429" y="22336"/>
                  </a:cubicBezTo>
                  <a:cubicBezTo>
                    <a:pt x="1905" y="20288"/>
                    <a:pt x="1143" y="17669"/>
                    <a:pt x="1143" y="14430"/>
                  </a:cubicBezTo>
                  <a:cubicBezTo>
                    <a:pt x="1143" y="11954"/>
                    <a:pt x="1715" y="9763"/>
                    <a:pt x="2810" y="7953"/>
                  </a:cubicBezTo>
                  <a:cubicBezTo>
                    <a:pt x="3905" y="6144"/>
                    <a:pt x="5477" y="4620"/>
                    <a:pt x="7382" y="3477"/>
                  </a:cubicBezTo>
                  <a:cubicBezTo>
                    <a:pt x="9287" y="2286"/>
                    <a:pt x="11525" y="1429"/>
                    <a:pt x="14002" y="857"/>
                  </a:cubicBezTo>
                  <a:cubicBezTo>
                    <a:pt x="16478" y="286"/>
                    <a:pt x="19145" y="0"/>
                    <a:pt x="21907" y="0"/>
                  </a:cubicBezTo>
                  <a:cubicBezTo>
                    <a:pt x="24670" y="0"/>
                    <a:pt x="27146" y="286"/>
                    <a:pt x="29670" y="905"/>
                  </a:cubicBezTo>
                  <a:cubicBezTo>
                    <a:pt x="32147" y="1476"/>
                    <a:pt x="34385" y="2429"/>
                    <a:pt x="36338" y="3762"/>
                  </a:cubicBezTo>
                  <a:cubicBezTo>
                    <a:pt x="38291" y="5096"/>
                    <a:pt x="39862" y="6810"/>
                    <a:pt x="41005" y="8954"/>
                  </a:cubicBezTo>
                  <a:cubicBezTo>
                    <a:pt x="42148" y="11097"/>
                    <a:pt x="42720" y="13716"/>
                    <a:pt x="42720" y="16812"/>
                  </a:cubicBezTo>
                  <a:lnTo>
                    <a:pt x="31861" y="16812"/>
                  </a:lnTo>
                  <a:cubicBezTo>
                    <a:pt x="31861" y="13621"/>
                    <a:pt x="30861" y="11382"/>
                    <a:pt x="28908" y="10096"/>
                  </a:cubicBezTo>
                  <a:cubicBezTo>
                    <a:pt x="26956" y="8811"/>
                    <a:pt x="24622" y="8144"/>
                    <a:pt x="21907" y="8144"/>
                  </a:cubicBezTo>
                  <a:cubicBezTo>
                    <a:pt x="19050" y="8144"/>
                    <a:pt x="16764" y="8620"/>
                    <a:pt x="15097" y="9525"/>
                  </a:cubicBezTo>
                  <a:cubicBezTo>
                    <a:pt x="13430" y="10430"/>
                    <a:pt x="12573" y="11954"/>
                    <a:pt x="12573" y="14002"/>
                  </a:cubicBezTo>
                  <a:cubicBezTo>
                    <a:pt x="12573" y="15192"/>
                    <a:pt x="13002" y="16193"/>
                    <a:pt x="13906" y="17002"/>
                  </a:cubicBezTo>
                  <a:cubicBezTo>
                    <a:pt x="14811" y="17812"/>
                    <a:pt x="16240" y="18621"/>
                    <a:pt x="18288" y="19288"/>
                  </a:cubicBezTo>
                  <a:cubicBezTo>
                    <a:pt x="20288" y="20002"/>
                    <a:pt x="23003" y="20717"/>
                    <a:pt x="26384" y="21527"/>
                  </a:cubicBezTo>
                  <a:cubicBezTo>
                    <a:pt x="30004" y="22384"/>
                    <a:pt x="33195" y="23431"/>
                    <a:pt x="35862" y="24717"/>
                  </a:cubicBezTo>
                  <a:cubicBezTo>
                    <a:pt x="38529" y="26003"/>
                    <a:pt x="40577" y="27623"/>
                    <a:pt x="42053" y="29670"/>
                  </a:cubicBezTo>
                  <a:cubicBezTo>
                    <a:pt x="43529" y="31718"/>
                    <a:pt x="44196" y="34385"/>
                    <a:pt x="44196" y="37671"/>
                  </a:cubicBezTo>
                  <a:cubicBezTo>
                    <a:pt x="44196" y="40577"/>
                    <a:pt x="43625" y="43101"/>
                    <a:pt x="42481" y="45148"/>
                  </a:cubicBezTo>
                  <a:cubicBezTo>
                    <a:pt x="41339" y="47196"/>
                    <a:pt x="39767" y="48911"/>
                    <a:pt x="37767" y="50197"/>
                  </a:cubicBezTo>
                  <a:cubicBezTo>
                    <a:pt x="35766" y="51483"/>
                    <a:pt x="33480" y="52435"/>
                    <a:pt x="30861" y="53054"/>
                  </a:cubicBezTo>
                  <a:cubicBezTo>
                    <a:pt x="28242" y="53673"/>
                    <a:pt x="25479" y="53959"/>
                    <a:pt x="22527" y="53959"/>
                  </a:cubicBezTo>
                  <a:close/>
                </a:path>
              </a:pathLst>
            </a:custGeom>
            <a:solidFill>
              <a:srgbClr val="FFFFFF"/>
            </a:solidFill>
            <a:ln w="4763" cap="flat">
              <a:noFill/>
              <a:prstDash val="solid"/>
              <a:miter/>
            </a:ln>
          </p:spPr>
          <p:txBody>
            <a:bodyPr rtlCol="0" anchor="ctr"/>
            <a:lstStyle/>
            <a:p>
              <a:endParaRPr lang="en-AU" sz="2880"/>
            </a:p>
          </p:txBody>
        </p:sp>
        <p:sp>
          <p:nvSpPr>
            <p:cNvPr id="12" name="Freeform: Shape 11">
              <a:extLst>
                <a:ext uri="{FF2B5EF4-FFF2-40B4-BE49-F238E27FC236}">
                  <a16:creationId xmlns:a16="http://schemas.microsoft.com/office/drawing/2014/main" id="{8628DDFB-3137-2E43-2BB6-F90F429DE246}"/>
                </a:ext>
              </a:extLst>
            </p:cNvPr>
            <p:cNvSpPr/>
            <p:nvPr/>
          </p:nvSpPr>
          <p:spPr>
            <a:xfrm>
              <a:off x="299466"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5 w 48291"/>
                <a:gd name="connsiteY9" fmla="*/ 18859 h 53863"/>
                <a:gd name="connsiteX10" fmla="*/ 36528 w 48291"/>
                <a:gd name="connsiteY10" fmla="*/ 18859 h 53863"/>
                <a:gd name="connsiteX11" fmla="*/ 33337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6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5" y="18859"/>
                  </a:cubicBezTo>
                  <a:lnTo>
                    <a:pt x="36528" y="18859"/>
                  </a:lnTo>
                  <a:cubicBezTo>
                    <a:pt x="36338" y="15811"/>
                    <a:pt x="35290" y="13430"/>
                    <a:pt x="33337"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6" y="42672"/>
                  </a:cubicBezTo>
                  <a:cubicBezTo>
                    <a:pt x="19717" y="44053"/>
                    <a:pt x="22193" y="44767"/>
                    <a:pt x="25289" y="44767"/>
                  </a:cubicBezTo>
                  <a:cubicBezTo>
                    <a:pt x="28765" y="44767"/>
                    <a:pt x="31575" y="43863"/>
                    <a:pt x="33671" y="42005"/>
                  </a:cubicBezTo>
                  <a:cubicBezTo>
                    <a:pt x="35766" y="40148"/>
                    <a:pt x="36862" y="37481"/>
                    <a:pt x="37005" y="34004"/>
                  </a:cubicBezTo>
                  <a:lnTo>
                    <a:pt x="48292" y="34004"/>
                  </a:lnTo>
                  <a:cubicBezTo>
                    <a:pt x="48196"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sz="2880"/>
            </a:p>
          </p:txBody>
        </p:sp>
        <p:sp>
          <p:nvSpPr>
            <p:cNvPr id="13" name="Freeform: Shape 12">
              <a:extLst>
                <a:ext uri="{FF2B5EF4-FFF2-40B4-BE49-F238E27FC236}">
                  <a16:creationId xmlns:a16="http://schemas.microsoft.com/office/drawing/2014/main" id="{6568211E-F406-E89A-6C72-3F81BE0CAEAE}"/>
                </a:ext>
              </a:extLst>
            </p:cNvPr>
            <p:cNvSpPr/>
            <p:nvPr/>
          </p:nvSpPr>
          <p:spPr>
            <a:xfrm>
              <a:off x="358330" y="668274"/>
              <a:ext cx="48672" cy="53911"/>
            </a:xfrm>
            <a:custGeom>
              <a:avLst/>
              <a:gdLst>
                <a:gd name="connsiteX0" fmla="*/ 25575 w 48672"/>
                <a:gd name="connsiteY0" fmla="*/ 53911 h 53911"/>
                <a:gd name="connsiteX1" fmla="*/ 11335 w 48672"/>
                <a:gd name="connsiteY1" fmla="*/ 50530 h 53911"/>
                <a:gd name="connsiteX2" fmla="*/ 2810 w 48672"/>
                <a:gd name="connsiteY2" fmla="*/ 41005 h 53911"/>
                <a:gd name="connsiteX3" fmla="*/ 0 w 48672"/>
                <a:gd name="connsiteY3" fmla="*/ 26813 h 53911"/>
                <a:gd name="connsiteX4" fmla="*/ 2762 w 48672"/>
                <a:gd name="connsiteY4" fmla="*/ 12668 h 53911"/>
                <a:gd name="connsiteX5" fmla="*/ 11001 w 48672"/>
                <a:gd name="connsiteY5" fmla="*/ 3334 h 53911"/>
                <a:gd name="connsiteX6" fmla="*/ 24717 w 48672"/>
                <a:gd name="connsiteY6" fmla="*/ 0 h 53911"/>
                <a:gd name="connsiteX7" fmla="*/ 42243 w 48672"/>
                <a:gd name="connsiteY7" fmla="*/ 6620 h 53911"/>
                <a:gd name="connsiteX8" fmla="*/ 48673 w 48672"/>
                <a:gd name="connsiteY8" fmla="*/ 25527 h 53911"/>
                <a:gd name="connsiteX9" fmla="*/ 48578 w 48672"/>
                <a:gd name="connsiteY9" fmla="*/ 27384 h 53911"/>
                <a:gd name="connsiteX10" fmla="*/ 48387 w 48672"/>
                <a:gd name="connsiteY10" fmla="*/ 28956 h 53911"/>
                <a:gd name="connsiteX11" fmla="*/ 11573 w 48672"/>
                <a:gd name="connsiteY11" fmla="*/ 28956 h 53911"/>
                <a:gd name="connsiteX12" fmla="*/ 13049 w 48672"/>
                <a:gd name="connsiteY12" fmla="*/ 37100 h 53911"/>
                <a:gd name="connsiteX13" fmla="*/ 17574 w 48672"/>
                <a:gd name="connsiteY13" fmla="*/ 43053 h 53911"/>
                <a:gd name="connsiteX14" fmla="*/ 25670 w 48672"/>
                <a:gd name="connsiteY14" fmla="*/ 45291 h 53911"/>
                <a:gd name="connsiteX15" fmla="*/ 34052 w 48672"/>
                <a:gd name="connsiteY15" fmla="*/ 42910 h 53911"/>
                <a:gd name="connsiteX16" fmla="*/ 37243 w 48672"/>
                <a:gd name="connsiteY16" fmla="*/ 35862 h 53911"/>
                <a:gd name="connsiteX17" fmla="*/ 48625 w 48672"/>
                <a:gd name="connsiteY17" fmla="*/ 35862 h 53911"/>
                <a:gd name="connsiteX18" fmla="*/ 45482 w 48672"/>
                <a:gd name="connsiteY18" fmla="*/ 45672 h 53911"/>
                <a:gd name="connsiteX19" fmla="*/ 37576 w 48672"/>
                <a:gd name="connsiteY19" fmla="*/ 51816 h 53911"/>
                <a:gd name="connsiteX20" fmla="*/ 25622 w 48672"/>
                <a:gd name="connsiteY20" fmla="*/ 53911 h 53911"/>
                <a:gd name="connsiteX21" fmla="*/ 11621 w 48672"/>
                <a:gd name="connsiteY21" fmla="*/ 21241 h 53911"/>
                <a:gd name="connsiteX22" fmla="*/ 37100 w 48672"/>
                <a:gd name="connsiteY22" fmla="*/ 21241 h 53911"/>
                <a:gd name="connsiteX23" fmla="*/ 33576 w 48672"/>
                <a:gd name="connsiteY23" fmla="*/ 11668 h 53911"/>
                <a:gd name="connsiteX24" fmla="*/ 24622 w 48672"/>
                <a:gd name="connsiteY24" fmla="*/ 8382 h 53911"/>
                <a:gd name="connsiteX25" fmla="*/ 15478 w 48672"/>
                <a:gd name="connsiteY25" fmla="*/ 11716 h 53911"/>
                <a:gd name="connsiteX26" fmla="*/ 11621 w 48672"/>
                <a:gd name="connsiteY26" fmla="*/ 21288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672" h="53911">
                  <a:moveTo>
                    <a:pt x="25575" y="53911"/>
                  </a:moveTo>
                  <a:cubicBezTo>
                    <a:pt x="19860" y="53911"/>
                    <a:pt x="15145" y="52768"/>
                    <a:pt x="11335" y="50530"/>
                  </a:cubicBezTo>
                  <a:cubicBezTo>
                    <a:pt x="7525" y="48244"/>
                    <a:pt x="4715" y="45101"/>
                    <a:pt x="2810" y="41005"/>
                  </a:cubicBezTo>
                  <a:cubicBezTo>
                    <a:pt x="905" y="36909"/>
                    <a:pt x="0" y="32194"/>
                    <a:pt x="0" y="26813"/>
                  </a:cubicBezTo>
                  <a:cubicBezTo>
                    <a:pt x="0" y="21431"/>
                    <a:pt x="905" y="16669"/>
                    <a:pt x="2762" y="12668"/>
                  </a:cubicBezTo>
                  <a:cubicBezTo>
                    <a:pt x="4620" y="8668"/>
                    <a:pt x="7334" y="5524"/>
                    <a:pt x="11001" y="3334"/>
                  </a:cubicBezTo>
                  <a:cubicBezTo>
                    <a:pt x="14669" y="1095"/>
                    <a:pt x="19241" y="0"/>
                    <a:pt x="24717" y="0"/>
                  </a:cubicBezTo>
                  <a:cubicBezTo>
                    <a:pt x="32147" y="0"/>
                    <a:pt x="37957" y="2191"/>
                    <a:pt x="42243" y="6620"/>
                  </a:cubicBezTo>
                  <a:cubicBezTo>
                    <a:pt x="46530" y="11049"/>
                    <a:pt x="48673" y="17335"/>
                    <a:pt x="48673" y="25527"/>
                  </a:cubicBezTo>
                  <a:cubicBezTo>
                    <a:pt x="48673" y="26003"/>
                    <a:pt x="48673" y="26622"/>
                    <a:pt x="48578" y="27384"/>
                  </a:cubicBezTo>
                  <a:cubicBezTo>
                    <a:pt x="48530" y="28099"/>
                    <a:pt x="48482" y="28623"/>
                    <a:pt x="48387" y="28956"/>
                  </a:cubicBezTo>
                  <a:lnTo>
                    <a:pt x="11573" y="28956"/>
                  </a:lnTo>
                  <a:cubicBezTo>
                    <a:pt x="11573" y="31909"/>
                    <a:pt x="12097" y="34623"/>
                    <a:pt x="13049" y="37100"/>
                  </a:cubicBezTo>
                  <a:cubicBezTo>
                    <a:pt x="14002" y="39576"/>
                    <a:pt x="15478" y="41577"/>
                    <a:pt x="17574" y="43053"/>
                  </a:cubicBezTo>
                  <a:cubicBezTo>
                    <a:pt x="19622" y="44529"/>
                    <a:pt x="22336" y="45291"/>
                    <a:pt x="25670" y="45291"/>
                  </a:cubicBezTo>
                  <a:cubicBezTo>
                    <a:pt x="29242" y="45291"/>
                    <a:pt x="32052" y="44482"/>
                    <a:pt x="34052" y="42910"/>
                  </a:cubicBezTo>
                  <a:cubicBezTo>
                    <a:pt x="36100" y="41338"/>
                    <a:pt x="37148" y="39005"/>
                    <a:pt x="37243" y="35862"/>
                  </a:cubicBezTo>
                  <a:lnTo>
                    <a:pt x="48625" y="35862"/>
                  </a:lnTo>
                  <a:cubicBezTo>
                    <a:pt x="48435" y="39719"/>
                    <a:pt x="47387" y="43005"/>
                    <a:pt x="45482" y="45672"/>
                  </a:cubicBezTo>
                  <a:cubicBezTo>
                    <a:pt x="43577" y="48387"/>
                    <a:pt x="40957" y="50387"/>
                    <a:pt x="37576" y="51816"/>
                  </a:cubicBezTo>
                  <a:cubicBezTo>
                    <a:pt x="34195" y="53245"/>
                    <a:pt x="30242" y="53911"/>
                    <a:pt x="25622" y="53911"/>
                  </a:cubicBezTo>
                  <a:close/>
                  <a:moveTo>
                    <a:pt x="11621" y="21241"/>
                  </a:moveTo>
                  <a:lnTo>
                    <a:pt x="37100" y="21241"/>
                  </a:lnTo>
                  <a:cubicBezTo>
                    <a:pt x="37005" y="17050"/>
                    <a:pt x="35814" y="13859"/>
                    <a:pt x="33576" y="11668"/>
                  </a:cubicBezTo>
                  <a:cubicBezTo>
                    <a:pt x="31337" y="9477"/>
                    <a:pt x="28384" y="8382"/>
                    <a:pt x="24622" y="8382"/>
                  </a:cubicBezTo>
                  <a:cubicBezTo>
                    <a:pt x="20860" y="8382"/>
                    <a:pt x="17717" y="9477"/>
                    <a:pt x="15478" y="11716"/>
                  </a:cubicBezTo>
                  <a:cubicBezTo>
                    <a:pt x="13192" y="13906"/>
                    <a:pt x="11906" y="17097"/>
                    <a:pt x="11621" y="21288"/>
                  </a:cubicBezTo>
                  <a:close/>
                </a:path>
              </a:pathLst>
            </a:custGeom>
            <a:solidFill>
              <a:srgbClr val="FFFFFF"/>
            </a:solidFill>
            <a:ln w="4763" cap="flat">
              <a:noFill/>
              <a:prstDash val="solid"/>
              <a:miter/>
            </a:ln>
          </p:spPr>
          <p:txBody>
            <a:bodyPr rtlCol="0" anchor="ctr"/>
            <a:lstStyle/>
            <a:p>
              <a:endParaRPr lang="en-AU" sz="2880"/>
            </a:p>
          </p:txBody>
        </p:sp>
        <p:sp>
          <p:nvSpPr>
            <p:cNvPr id="14" name="Freeform: Shape 13">
              <a:extLst>
                <a:ext uri="{FF2B5EF4-FFF2-40B4-BE49-F238E27FC236}">
                  <a16:creationId xmlns:a16="http://schemas.microsoft.com/office/drawing/2014/main" id="{D8F38885-24DD-CF7F-C52D-F71266C0C1E0}"/>
                </a:ext>
              </a:extLst>
            </p:cNvPr>
            <p:cNvSpPr/>
            <p:nvPr/>
          </p:nvSpPr>
          <p:spPr>
            <a:xfrm>
              <a:off x="420385"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1"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5"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sz="2880"/>
            </a:p>
          </p:txBody>
        </p:sp>
        <p:sp>
          <p:nvSpPr>
            <p:cNvPr id="15" name="Freeform: Shape 14">
              <a:extLst>
                <a:ext uri="{FF2B5EF4-FFF2-40B4-BE49-F238E27FC236}">
                  <a16:creationId xmlns:a16="http://schemas.microsoft.com/office/drawing/2014/main" id="{95A316F7-D278-4BB7-100F-EC654A265B4D}"/>
                </a:ext>
              </a:extLst>
            </p:cNvPr>
            <p:cNvSpPr/>
            <p:nvPr/>
          </p:nvSpPr>
          <p:spPr>
            <a:xfrm>
              <a:off x="479440" y="649271"/>
              <a:ext cx="49434" cy="72866"/>
            </a:xfrm>
            <a:custGeom>
              <a:avLst/>
              <a:gdLst>
                <a:gd name="connsiteX0" fmla="*/ 20669 w 49434"/>
                <a:gd name="connsiteY0" fmla="*/ 72866 h 72866"/>
                <a:gd name="connsiteX1" fmla="*/ 9906 w 49434"/>
                <a:gd name="connsiteY1" fmla="*/ 69866 h 72866"/>
                <a:gd name="connsiteX2" fmla="*/ 2619 w 49434"/>
                <a:gd name="connsiteY2" fmla="*/ 60817 h 72866"/>
                <a:gd name="connsiteX3" fmla="*/ 0 w 49434"/>
                <a:gd name="connsiteY3" fmla="*/ 45672 h 72866"/>
                <a:gd name="connsiteX4" fmla="*/ 2810 w 49434"/>
                <a:gd name="connsiteY4" fmla="*/ 30766 h 72866"/>
                <a:gd name="connsiteX5" fmla="*/ 10573 w 49434"/>
                <a:gd name="connsiteY5" fmla="*/ 21907 h 72866"/>
                <a:gd name="connsiteX6" fmla="*/ 22003 w 49434"/>
                <a:gd name="connsiteY6" fmla="*/ 18955 h 72866"/>
                <a:gd name="connsiteX7" fmla="*/ 31480 w 49434"/>
                <a:gd name="connsiteY7" fmla="*/ 21288 h 72866"/>
                <a:gd name="connsiteX8" fmla="*/ 37909 w 49434"/>
                <a:gd name="connsiteY8" fmla="*/ 27527 h 72866"/>
                <a:gd name="connsiteX9" fmla="*/ 37909 w 49434"/>
                <a:gd name="connsiteY9" fmla="*/ 0 h 72866"/>
                <a:gd name="connsiteX10" fmla="*/ 49435 w 49434"/>
                <a:gd name="connsiteY10" fmla="*/ 0 h 72866"/>
                <a:gd name="connsiteX11" fmla="*/ 49435 w 49434"/>
                <a:gd name="connsiteY11" fmla="*/ 71961 h 72866"/>
                <a:gd name="connsiteX12" fmla="*/ 38481 w 49434"/>
                <a:gd name="connsiteY12" fmla="*/ 71961 h 72866"/>
                <a:gd name="connsiteX13" fmla="*/ 37909 w 49434"/>
                <a:gd name="connsiteY13" fmla="*/ 64484 h 72866"/>
                <a:gd name="connsiteX14" fmla="*/ 30909 w 49434"/>
                <a:gd name="connsiteY14" fmla="*/ 70580 h 72866"/>
                <a:gd name="connsiteX15" fmla="*/ 20765 w 49434"/>
                <a:gd name="connsiteY15" fmla="*/ 72866 h 72866"/>
                <a:gd name="connsiteX16" fmla="*/ 23670 w 49434"/>
                <a:gd name="connsiteY16" fmla="*/ 63865 h 72866"/>
                <a:gd name="connsiteX17" fmla="*/ 32337 w 49434"/>
                <a:gd name="connsiteY17" fmla="*/ 61293 h 72866"/>
                <a:gd name="connsiteX18" fmla="*/ 37862 w 49434"/>
                <a:gd name="connsiteY18" fmla="*/ 55102 h 72866"/>
                <a:gd name="connsiteX19" fmla="*/ 37862 w 49434"/>
                <a:gd name="connsiteY19" fmla="*/ 37433 h 72866"/>
                <a:gd name="connsiteX20" fmla="*/ 32718 w 49434"/>
                <a:gd name="connsiteY20" fmla="*/ 30766 h 72866"/>
                <a:gd name="connsiteX21" fmla="*/ 24575 w 49434"/>
                <a:gd name="connsiteY21" fmla="*/ 28004 h 72866"/>
                <a:gd name="connsiteX22" fmla="*/ 15097 w 49434"/>
                <a:gd name="connsiteY22" fmla="*/ 32575 h 72866"/>
                <a:gd name="connsiteX23" fmla="*/ 11859 w 49434"/>
                <a:gd name="connsiteY23" fmla="*/ 45625 h 72866"/>
                <a:gd name="connsiteX24" fmla="*/ 14954 w 49434"/>
                <a:gd name="connsiteY24" fmla="*/ 59293 h 72866"/>
                <a:gd name="connsiteX25" fmla="*/ 23765 w 49434"/>
                <a:gd name="connsiteY25" fmla="*/ 63865 h 7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9434" h="72866">
                  <a:moveTo>
                    <a:pt x="20669" y="72866"/>
                  </a:moveTo>
                  <a:cubicBezTo>
                    <a:pt x="16621" y="72866"/>
                    <a:pt x="13002" y="71866"/>
                    <a:pt x="9906" y="69866"/>
                  </a:cubicBezTo>
                  <a:cubicBezTo>
                    <a:pt x="6763" y="67866"/>
                    <a:pt x="4334" y="64865"/>
                    <a:pt x="2619" y="60817"/>
                  </a:cubicBezTo>
                  <a:cubicBezTo>
                    <a:pt x="857" y="56769"/>
                    <a:pt x="0" y="51721"/>
                    <a:pt x="0" y="45672"/>
                  </a:cubicBezTo>
                  <a:cubicBezTo>
                    <a:pt x="0" y="39624"/>
                    <a:pt x="953" y="34719"/>
                    <a:pt x="2810" y="30766"/>
                  </a:cubicBezTo>
                  <a:cubicBezTo>
                    <a:pt x="4667" y="26813"/>
                    <a:pt x="7287" y="23860"/>
                    <a:pt x="10573" y="21907"/>
                  </a:cubicBezTo>
                  <a:cubicBezTo>
                    <a:pt x="13859" y="19907"/>
                    <a:pt x="17669" y="18955"/>
                    <a:pt x="22003" y="18955"/>
                  </a:cubicBezTo>
                  <a:cubicBezTo>
                    <a:pt x="25622" y="18955"/>
                    <a:pt x="28766" y="19764"/>
                    <a:pt x="31480" y="21288"/>
                  </a:cubicBezTo>
                  <a:cubicBezTo>
                    <a:pt x="34147" y="22860"/>
                    <a:pt x="36290" y="24956"/>
                    <a:pt x="37909" y="27527"/>
                  </a:cubicBezTo>
                  <a:lnTo>
                    <a:pt x="37909" y="0"/>
                  </a:lnTo>
                  <a:lnTo>
                    <a:pt x="49435" y="0"/>
                  </a:lnTo>
                  <a:lnTo>
                    <a:pt x="49435" y="71961"/>
                  </a:lnTo>
                  <a:lnTo>
                    <a:pt x="38481" y="71961"/>
                  </a:lnTo>
                  <a:lnTo>
                    <a:pt x="37909" y="64484"/>
                  </a:lnTo>
                  <a:cubicBezTo>
                    <a:pt x="36052" y="67008"/>
                    <a:pt x="33719" y="69056"/>
                    <a:pt x="30909" y="70580"/>
                  </a:cubicBezTo>
                  <a:cubicBezTo>
                    <a:pt x="28099" y="72104"/>
                    <a:pt x="24717" y="72866"/>
                    <a:pt x="20765" y="72866"/>
                  </a:cubicBezTo>
                  <a:close/>
                  <a:moveTo>
                    <a:pt x="23670" y="63865"/>
                  </a:moveTo>
                  <a:cubicBezTo>
                    <a:pt x="27099" y="63865"/>
                    <a:pt x="29956" y="63008"/>
                    <a:pt x="32337" y="61293"/>
                  </a:cubicBezTo>
                  <a:cubicBezTo>
                    <a:pt x="34671" y="59579"/>
                    <a:pt x="36528" y="57531"/>
                    <a:pt x="37862" y="55102"/>
                  </a:cubicBezTo>
                  <a:lnTo>
                    <a:pt x="37862" y="37433"/>
                  </a:lnTo>
                  <a:cubicBezTo>
                    <a:pt x="36624" y="34814"/>
                    <a:pt x="34909" y="32623"/>
                    <a:pt x="32718" y="30766"/>
                  </a:cubicBezTo>
                  <a:cubicBezTo>
                    <a:pt x="30528" y="28908"/>
                    <a:pt x="27813" y="28004"/>
                    <a:pt x="24575" y="28004"/>
                  </a:cubicBezTo>
                  <a:cubicBezTo>
                    <a:pt x="20431" y="28004"/>
                    <a:pt x="17288" y="29527"/>
                    <a:pt x="15097" y="32575"/>
                  </a:cubicBezTo>
                  <a:cubicBezTo>
                    <a:pt x="12906" y="35623"/>
                    <a:pt x="11859" y="39957"/>
                    <a:pt x="11859" y="45625"/>
                  </a:cubicBezTo>
                  <a:cubicBezTo>
                    <a:pt x="11859" y="51673"/>
                    <a:pt x="12906" y="56245"/>
                    <a:pt x="14954" y="59293"/>
                  </a:cubicBezTo>
                  <a:cubicBezTo>
                    <a:pt x="17002" y="62341"/>
                    <a:pt x="19955" y="63865"/>
                    <a:pt x="23765" y="63865"/>
                  </a:cubicBezTo>
                  <a:close/>
                </a:path>
              </a:pathLst>
            </a:custGeom>
            <a:solidFill>
              <a:srgbClr val="FFFFFF"/>
            </a:solidFill>
            <a:ln w="4763" cap="flat">
              <a:noFill/>
              <a:prstDash val="solid"/>
              <a:miter/>
            </a:ln>
          </p:spPr>
          <p:txBody>
            <a:bodyPr rtlCol="0" anchor="ctr"/>
            <a:lstStyle/>
            <a:p>
              <a:endParaRPr lang="en-AU" sz="2880"/>
            </a:p>
          </p:txBody>
        </p:sp>
        <p:sp>
          <p:nvSpPr>
            <p:cNvPr id="16" name="Freeform: Shape 15">
              <a:extLst>
                <a:ext uri="{FF2B5EF4-FFF2-40B4-BE49-F238E27FC236}">
                  <a16:creationId xmlns:a16="http://schemas.microsoft.com/office/drawing/2014/main" id="{69EC3119-E563-663A-5036-D1D719AD7643}"/>
                </a:ext>
              </a:extLst>
            </p:cNvPr>
            <p:cNvSpPr/>
            <p:nvPr/>
          </p:nvSpPr>
          <p:spPr>
            <a:xfrm>
              <a:off x="543972" y="648700"/>
              <a:ext cx="13620" cy="72532"/>
            </a:xfrm>
            <a:custGeom>
              <a:avLst/>
              <a:gdLst>
                <a:gd name="connsiteX0" fmla="*/ 6810 w 13620"/>
                <a:gd name="connsiteY0" fmla="*/ 12097 h 72532"/>
                <a:gd name="connsiteX1" fmla="*/ 1762 w 13620"/>
                <a:gd name="connsiteY1" fmla="*/ 10382 h 72532"/>
                <a:gd name="connsiteX2" fmla="*/ 0 w 13620"/>
                <a:gd name="connsiteY2" fmla="*/ 6096 h 72532"/>
                <a:gd name="connsiteX3" fmla="*/ 1762 w 13620"/>
                <a:gd name="connsiteY3" fmla="*/ 1715 h 72532"/>
                <a:gd name="connsiteX4" fmla="*/ 6810 w 13620"/>
                <a:gd name="connsiteY4" fmla="*/ 0 h 72532"/>
                <a:gd name="connsiteX5" fmla="*/ 11811 w 13620"/>
                <a:gd name="connsiteY5" fmla="*/ 1715 h 72532"/>
                <a:gd name="connsiteX6" fmla="*/ 13621 w 13620"/>
                <a:gd name="connsiteY6" fmla="*/ 6048 h 72532"/>
                <a:gd name="connsiteX7" fmla="*/ 11811 w 13620"/>
                <a:gd name="connsiteY7" fmla="*/ 10382 h 72532"/>
                <a:gd name="connsiteX8" fmla="*/ 6810 w 13620"/>
                <a:gd name="connsiteY8" fmla="*/ 12097 h 72532"/>
                <a:gd name="connsiteX9" fmla="*/ 1000 w 13620"/>
                <a:gd name="connsiteY9" fmla="*/ 72533 h 72532"/>
                <a:gd name="connsiteX10" fmla="*/ 1000 w 13620"/>
                <a:gd name="connsiteY10" fmla="*/ 20431 h 72532"/>
                <a:gd name="connsiteX11" fmla="*/ 12573 w 13620"/>
                <a:gd name="connsiteY11" fmla="*/ 20431 h 72532"/>
                <a:gd name="connsiteX12" fmla="*/ 12573 w 13620"/>
                <a:gd name="connsiteY12" fmla="*/ 72533 h 72532"/>
                <a:gd name="connsiteX13" fmla="*/ 1000 w 13620"/>
                <a:gd name="connsiteY13" fmla="*/ 72533 h 72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620" h="72532">
                  <a:moveTo>
                    <a:pt x="6810" y="12097"/>
                  </a:moveTo>
                  <a:cubicBezTo>
                    <a:pt x="4620" y="12097"/>
                    <a:pt x="2953" y="11525"/>
                    <a:pt x="1762" y="10382"/>
                  </a:cubicBezTo>
                  <a:cubicBezTo>
                    <a:pt x="571" y="9239"/>
                    <a:pt x="0" y="7810"/>
                    <a:pt x="0" y="6096"/>
                  </a:cubicBezTo>
                  <a:cubicBezTo>
                    <a:pt x="0" y="4381"/>
                    <a:pt x="571" y="2857"/>
                    <a:pt x="1762" y="1715"/>
                  </a:cubicBezTo>
                  <a:cubicBezTo>
                    <a:pt x="2953" y="571"/>
                    <a:pt x="4620" y="0"/>
                    <a:pt x="6810" y="0"/>
                  </a:cubicBezTo>
                  <a:cubicBezTo>
                    <a:pt x="9001" y="0"/>
                    <a:pt x="10620" y="571"/>
                    <a:pt x="11811" y="1715"/>
                  </a:cubicBezTo>
                  <a:cubicBezTo>
                    <a:pt x="13002" y="2857"/>
                    <a:pt x="13621" y="4286"/>
                    <a:pt x="13621" y="6048"/>
                  </a:cubicBezTo>
                  <a:cubicBezTo>
                    <a:pt x="13621" y="7810"/>
                    <a:pt x="13002" y="9239"/>
                    <a:pt x="11811" y="10382"/>
                  </a:cubicBezTo>
                  <a:cubicBezTo>
                    <a:pt x="10620" y="11525"/>
                    <a:pt x="8953" y="12097"/>
                    <a:pt x="6810" y="12097"/>
                  </a:cubicBezTo>
                  <a:close/>
                  <a:moveTo>
                    <a:pt x="1000" y="72533"/>
                  </a:moveTo>
                  <a:lnTo>
                    <a:pt x="1000" y="20431"/>
                  </a:lnTo>
                  <a:lnTo>
                    <a:pt x="12573" y="20431"/>
                  </a:lnTo>
                  <a:lnTo>
                    <a:pt x="12573" y="72533"/>
                  </a:lnTo>
                  <a:lnTo>
                    <a:pt x="1000" y="72533"/>
                  </a:lnTo>
                  <a:close/>
                </a:path>
              </a:pathLst>
            </a:custGeom>
            <a:solidFill>
              <a:srgbClr val="FFFFFF"/>
            </a:solidFill>
            <a:ln w="4763" cap="flat">
              <a:noFill/>
              <a:prstDash val="solid"/>
              <a:miter/>
            </a:ln>
          </p:spPr>
          <p:txBody>
            <a:bodyPr rtlCol="0" anchor="ctr"/>
            <a:lstStyle/>
            <a:p>
              <a:endParaRPr lang="en-AU" sz="2880"/>
            </a:p>
          </p:txBody>
        </p:sp>
        <p:sp>
          <p:nvSpPr>
            <p:cNvPr id="17" name="Freeform: Shape 16">
              <a:extLst>
                <a:ext uri="{FF2B5EF4-FFF2-40B4-BE49-F238E27FC236}">
                  <a16:creationId xmlns:a16="http://schemas.microsoft.com/office/drawing/2014/main" id="{CCBC75E7-CF29-C6C4-008D-0BC574CFC762}"/>
                </a:ext>
              </a:extLst>
            </p:cNvPr>
            <p:cNvSpPr/>
            <p:nvPr/>
          </p:nvSpPr>
          <p:spPr>
            <a:xfrm>
              <a:off x="569928"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6" y="45006"/>
                    <a:pt x="31528" y="44244"/>
                    <a:pt x="33576" y="42672"/>
                  </a:cubicBezTo>
                  <a:cubicBezTo>
                    <a:pt x="35624" y="41100"/>
                    <a:pt x="37052" y="38957"/>
                    <a:pt x="37909" y="36290"/>
                  </a:cubicBezTo>
                  <a:cubicBezTo>
                    <a:pt x="38767" y="33576"/>
                    <a:pt x="39195" y="30575"/>
                    <a:pt x="39195" y="27242"/>
                  </a:cubicBezTo>
                  <a:cubicBezTo>
                    <a:pt x="39195" y="23908"/>
                    <a:pt x="38767" y="20717"/>
                    <a:pt x="37909" y="18002"/>
                  </a:cubicBezTo>
                  <a:cubicBezTo>
                    <a:pt x="37052" y="15288"/>
                    <a:pt x="35624" y="13097"/>
                    <a:pt x="33576" y="11525"/>
                  </a:cubicBezTo>
                  <a:cubicBezTo>
                    <a:pt x="31528" y="9954"/>
                    <a:pt x="28766"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sz="2880"/>
            </a:p>
          </p:txBody>
        </p:sp>
        <p:sp>
          <p:nvSpPr>
            <p:cNvPr id="18" name="Freeform: Shape 17">
              <a:extLst>
                <a:ext uri="{FF2B5EF4-FFF2-40B4-BE49-F238E27FC236}">
                  <a16:creationId xmlns:a16="http://schemas.microsoft.com/office/drawing/2014/main" id="{5E27F734-96CC-1D43-A119-EBFAA488ED94}"/>
                </a:ext>
              </a:extLst>
            </p:cNvPr>
            <p:cNvSpPr/>
            <p:nvPr/>
          </p:nvSpPr>
          <p:spPr>
            <a:xfrm>
              <a:off x="634317"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0"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4"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sz="2880"/>
            </a:p>
          </p:txBody>
        </p:sp>
        <p:sp>
          <p:nvSpPr>
            <p:cNvPr id="19" name="Freeform: Shape 18">
              <a:extLst>
                <a:ext uri="{FF2B5EF4-FFF2-40B4-BE49-F238E27FC236}">
                  <a16:creationId xmlns:a16="http://schemas.microsoft.com/office/drawing/2014/main" id="{FA9A7665-7DE6-0307-FFE6-AAB303F744E7}"/>
                </a:ext>
              </a:extLst>
            </p:cNvPr>
            <p:cNvSpPr/>
            <p:nvPr/>
          </p:nvSpPr>
          <p:spPr>
            <a:xfrm>
              <a:off x="696134" y="706421"/>
              <a:ext cx="15906" cy="15478"/>
            </a:xfrm>
            <a:custGeom>
              <a:avLst/>
              <a:gdLst>
                <a:gd name="connsiteX0" fmla="*/ 8001 w 15906"/>
                <a:gd name="connsiteY0" fmla="*/ 15478 h 15478"/>
                <a:gd name="connsiteX1" fmla="*/ 2238 w 15906"/>
                <a:gd name="connsiteY1" fmla="*/ 13240 h 15478"/>
                <a:gd name="connsiteX2" fmla="*/ 0 w 15906"/>
                <a:gd name="connsiteY2" fmla="*/ 7715 h 15478"/>
                <a:gd name="connsiteX3" fmla="*/ 2238 w 15906"/>
                <a:gd name="connsiteY3" fmla="*/ 2143 h 15478"/>
                <a:gd name="connsiteX4" fmla="*/ 8001 w 15906"/>
                <a:gd name="connsiteY4" fmla="*/ 0 h 15478"/>
                <a:gd name="connsiteX5" fmla="*/ 13716 w 15906"/>
                <a:gd name="connsiteY5" fmla="*/ 2143 h 15478"/>
                <a:gd name="connsiteX6" fmla="*/ 15907 w 15906"/>
                <a:gd name="connsiteY6" fmla="*/ 7715 h 15478"/>
                <a:gd name="connsiteX7" fmla="*/ 13716 w 15906"/>
                <a:gd name="connsiteY7" fmla="*/ 13240 h 15478"/>
                <a:gd name="connsiteX8" fmla="*/ 8001 w 15906"/>
                <a:gd name="connsiteY8" fmla="*/ 15478 h 1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06" h="15478">
                  <a:moveTo>
                    <a:pt x="8001" y="15478"/>
                  </a:moveTo>
                  <a:cubicBezTo>
                    <a:pt x="5667" y="15478"/>
                    <a:pt x="3715" y="14716"/>
                    <a:pt x="2238" y="13240"/>
                  </a:cubicBezTo>
                  <a:cubicBezTo>
                    <a:pt x="762" y="11763"/>
                    <a:pt x="0" y="9906"/>
                    <a:pt x="0" y="7715"/>
                  </a:cubicBezTo>
                  <a:cubicBezTo>
                    <a:pt x="0" y="5429"/>
                    <a:pt x="762" y="3572"/>
                    <a:pt x="2238" y="2143"/>
                  </a:cubicBezTo>
                  <a:cubicBezTo>
                    <a:pt x="3715" y="714"/>
                    <a:pt x="5667" y="0"/>
                    <a:pt x="8001" y="0"/>
                  </a:cubicBezTo>
                  <a:cubicBezTo>
                    <a:pt x="10335" y="0"/>
                    <a:pt x="12240" y="714"/>
                    <a:pt x="13716" y="2143"/>
                  </a:cubicBezTo>
                  <a:cubicBezTo>
                    <a:pt x="15192" y="3572"/>
                    <a:pt x="15907" y="5429"/>
                    <a:pt x="15907" y="7715"/>
                  </a:cubicBezTo>
                  <a:cubicBezTo>
                    <a:pt x="15907" y="10001"/>
                    <a:pt x="15192" y="11716"/>
                    <a:pt x="13716" y="13240"/>
                  </a:cubicBezTo>
                  <a:cubicBezTo>
                    <a:pt x="12240" y="14716"/>
                    <a:pt x="10335" y="15478"/>
                    <a:pt x="8001" y="15478"/>
                  </a:cubicBezTo>
                  <a:close/>
                </a:path>
              </a:pathLst>
            </a:custGeom>
            <a:solidFill>
              <a:srgbClr val="FFFFFF"/>
            </a:solidFill>
            <a:ln w="4763" cap="flat">
              <a:noFill/>
              <a:prstDash val="solid"/>
              <a:miter/>
            </a:ln>
          </p:spPr>
          <p:txBody>
            <a:bodyPr rtlCol="0" anchor="ctr"/>
            <a:lstStyle/>
            <a:p>
              <a:endParaRPr lang="en-AU" sz="2880"/>
            </a:p>
          </p:txBody>
        </p:sp>
        <p:sp>
          <p:nvSpPr>
            <p:cNvPr id="20" name="Freeform: Shape 19">
              <a:extLst>
                <a:ext uri="{FF2B5EF4-FFF2-40B4-BE49-F238E27FC236}">
                  <a16:creationId xmlns:a16="http://schemas.microsoft.com/office/drawing/2014/main" id="{16592611-8CE9-2C0E-6B91-3B9963E7579F}"/>
                </a:ext>
              </a:extLst>
            </p:cNvPr>
            <p:cNvSpPr/>
            <p:nvPr/>
          </p:nvSpPr>
          <p:spPr>
            <a:xfrm>
              <a:off x="722614"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6 w 48291"/>
                <a:gd name="connsiteY9" fmla="*/ 18859 h 53863"/>
                <a:gd name="connsiteX10" fmla="*/ 36528 w 48291"/>
                <a:gd name="connsiteY10" fmla="*/ 18859 h 53863"/>
                <a:gd name="connsiteX11" fmla="*/ 33338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7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6" y="18859"/>
                  </a:cubicBezTo>
                  <a:lnTo>
                    <a:pt x="36528" y="18859"/>
                  </a:lnTo>
                  <a:cubicBezTo>
                    <a:pt x="36338" y="15811"/>
                    <a:pt x="35290" y="13430"/>
                    <a:pt x="33338"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7" y="42672"/>
                  </a:cubicBezTo>
                  <a:cubicBezTo>
                    <a:pt x="19717" y="44053"/>
                    <a:pt x="22193" y="44767"/>
                    <a:pt x="25289" y="44767"/>
                  </a:cubicBezTo>
                  <a:cubicBezTo>
                    <a:pt x="28766" y="44767"/>
                    <a:pt x="31575" y="43863"/>
                    <a:pt x="33671" y="42005"/>
                  </a:cubicBezTo>
                  <a:cubicBezTo>
                    <a:pt x="35766" y="40148"/>
                    <a:pt x="36862" y="37481"/>
                    <a:pt x="37005" y="34004"/>
                  </a:cubicBezTo>
                  <a:lnTo>
                    <a:pt x="48292" y="34004"/>
                  </a:lnTo>
                  <a:cubicBezTo>
                    <a:pt x="48197"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sz="2880"/>
            </a:p>
          </p:txBody>
        </p:sp>
        <p:sp>
          <p:nvSpPr>
            <p:cNvPr id="21" name="Freeform: Shape 20">
              <a:extLst>
                <a:ext uri="{FF2B5EF4-FFF2-40B4-BE49-F238E27FC236}">
                  <a16:creationId xmlns:a16="http://schemas.microsoft.com/office/drawing/2014/main" id="{ED13711F-8729-B0BE-FD66-F92CE291AD93}"/>
                </a:ext>
              </a:extLst>
            </p:cNvPr>
            <p:cNvSpPr/>
            <p:nvPr/>
          </p:nvSpPr>
          <p:spPr>
            <a:xfrm>
              <a:off x="781431"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5" y="45006"/>
                    <a:pt x="31528" y="44244"/>
                    <a:pt x="33576" y="42672"/>
                  </a:cubicBezTo>
                  <a:cubicBezTo>
                    <a:pt x="35623" y="41100"/>
                    <a:pt x="37052" y="38957"/>
                    <a:pt x="37909" y="36290"/>
                  </a:cubicBezTo>
                  <a:cubicBezTo>
                    <a:pt x="38767" y="33576"/>
                    <a:pt x="39195" y="30575"/>
                    <a:pt x="39195" y="27242"/>
                  </a:cubicBezTo>
                  <a:cubicBezTo>
                    <a:pt x="39195" y="23908"/>
                    <a:pt x="38767" y="20717"/>
                    <a:pt x="37909" y="18002"/>
                  </a:cubicBezTo>
                  <a:cubicBezTo>
                    <a:pt x="37052" y="15288"/>
                    <a:pt x="35623" y="13097"/>
                    <a:pt x="33576" y="11525"/>
                  </a:cubicBezTo>
                  <a:cubicBezTo>
                    <a:pt x="31528" y="9954"/>
                    <a:pt x="28765"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sz="2880"/>
            </a:p>
          </p:txBody>
        </p:sp>
        <p:sp>
          <p:nvSpPr>
            <p:cNvPr id="22" name="Freeform: Shape 21">
              <a:extLst>
                <a:ext uri="{FF2B5EF4-FFF2-40B4-BE49-F238E27FC236}">
                  <a16:creationId xmlns:a16="http://schemas.microsoft.com/office/drawing/2014/main" id="{F5FED478-DB14-64BF-27A6-FA5890A09C28}"/>
                </a:ext>
              </a:extLst>
            </p:cNvPr>
            <p:cNvSpPr/>
            <p:nvPr/>
          </p:nvSpPr>
          <p:spPr>
            <a:xfrm>
              <a:off x="845772" y="668321"/>
              <a:ext cx="79724" cy="52911"/>
            </a:xfrm>
            <a:custGeom>
              <a:avLst/>
              <a:gdLst>
                <a:gd name="connsiteX0" fmla="*/ 48 w 79724"/>
                <a:gd name="connsiteY0" fmla="*/ 52911 h 52911"/>
                <a:gd name="connsiteX1" fmla="*/ 48 w 79724"/>
                <a:gd name="connsiteY1" fmla="*/ 810 h 52911"/>
                <a:gd name="connsiteX2" fmla="*/ 11144 w 79724"/>
                <a:gd name="connsiteY2" fmla="*/ 810 h 52911"/>
                <a:gd name="connsiteX3" fmla="*/ 11430 w 79724"/>
                <a:gd name="connsiteY3" fmla="*/ 8715 h 52911"/>
                <a:gd name="connsiteX4" fmla="*/ 18336 w 79724"/>
                <a:gd name="connsiteY4" fmla="*/ 2762 h 52911"/>
                <a:gd name="connsiteX5" fmla="*/ 29432 w 79724"/>
                <a:gd name="connsiteY5" fmla="*/ 48 h 52911"/>
                <a:gd name="connsiteX6" fmla="*/ 41720 w 79724"/>
                <a:gd name="connsiteY6" fmla="*/ 5048 h 52911"/>
                <a:gd name="connsiteX7" fmla="*/ 45720 w 79724"/>
                <a:gd name="connsiteY7" fmla="*/ 19098 h 52911"/>
                <a:gd name="connsiteX8" fmla="*/ 45720 w 79724"/>
                <a:gd name="connsiteY8" fmla="*/ 52864 h 52911"/>
                <a:gd name="connsiteX9" fmla="*/ 34100 w 79724"/>
                <a:gd name="connsiteY9" fmla="*/ 52864 h 52911"/>
                <a:gd name="connsiteX10" fmla="*/ 34100 w 79724"/>
                <a:gd name="connsiteY10" fmla="*/ 20622 h 52911"/>
                <a:gd name="connsiteX11" fmla="*/ 33338 w 79724"/>
                <a:gd name="connsiteY11" fmla="*/ 14764 h 52911"/>
                <a:gd name="connsiteX12" fmla="*/ 30671 w 79724"/>
                <a:gd name="connsiteY12" fmla="*/ 10811 h 52911"/>
                <a:gd name="connsiteX13" fmla="*/ 25384 w 79724"/>
                <a:gd name="connsiteY13" fmla="*/ 9382 h 52911"/>
                <a:gd name="connsiteX14" fmla="*/ 17193 w 79724"/>
                <a:gd name="connsiteY14" fmla="*/ 11716 h 52911"/>
                <a:gd name="connsiteX15" fmla="*/ 11573 w 79724"/>
                <a:gd name="connsiteY15" fmla="*/ 17002 h 52911"/>
                <a:gd name="connsiteX16" fmla="*/ 11573 w 79724"/>
                <a:gd name="connsiteY16" fmla="*/ 52864 h 52911"/>
                <a:gd name="connsiteX17" fmla="*/ 0 w 79724"/>
                <a:gd name="connsiteY17" fmla="*/ 52864 h 52911"/>
                <a:gd name="connsiteX18" fmla="*/ 68199 w 79724"/>
                <a:gd name="connsiteY18" fmla="*/ 52911 h 52911"/>
                <a:gd name="connsiteX19" fmla="*/ 68199 w 79724"/>
                <a:gd name="connsiteY19" fmla="*/ 20669 h 52911"/>
                <a:gd name="connsiteX20" fmla="*/ 67437 w 79724"/>
                <a:gd name="connsiteY20" fmla="*/ 14811 h 52911"/>
                <a:gd name="connsiteX21" fmla="*/ 64770 w 79724"/>
                <a:gd name="connsiteY21" fmla="*/ 10858 h 52911"/>
                <a:gd name="connsiteX22" fmla="*/ 59484 w 79724"/>
                <a:gd name="connsiteY22" fmla="*/ 9430 h 52911"/>
                <a:gd name="connsiteX23" fmla="*/ 51292 w 79724"/>
                <a:gd name="connsiteY23" fmla="*/ 11668 h 52911"/>
                <a:gd name="connsiteX24" fmla="*/ 45529 w 79724"/>
                <a:gd name="connsiteY24" fmla="*/ 16812 h 52911"/>
                <a:gd name="connsiteX25" fmla="*/ 43958 w 79724"/>
                <a:gd name="connsiteY25" fmla="*/ 9096 h 52911"/>
                <a:gd name="connsiteX26" fmla="*/ 52006 w 79724"/>
                <a:gd name="connsiteY26" fmla="*/ 2810 h 52911"/>
                <a:gd name="connsiteX27" fmla="*/ 63484 w 79724"/>
                <a:gd name="connsiteY27" fmla="*/ 0 h 52911"/>
                <a:gd name="connsiteX28" fmla="*/ 75724 w 79724"/>
                <a:gd name="connsiteY28" fmla="*/ 5001 h 52911"/>
                <a:gd name="connsiteX29" fmla="*/ 79724 w 79724"/>
                <a:gd name="connsiteY29" fmla="*/ 19050 h 52911"/>
                <a:gd name="connsiteX30" fmla="*/ 79724 w 79724"/>
                <a:gd name="connsiteY30" fmla="*/ 52816 h 52911"/>
                <a:gd name="connsiteX31" fmla="*/ 68199 w 79724"/>
                <a:gd name="connsiteY31" fmla="*/ 52816 h 52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9724" h="52911">
                  <a:moveTo>
                    <a:pt x="48" y="52911"/>
                  </a:moveTo>
                  <a:lnTo>
                    <a:pt x="48" y="810"/>
                  </a:lnTo>
                  <a:lnTo>
                    <a:pt x="11144" y="810"/>
                  </a:lnTo>
                  <a:lnTo>
                    <a:pt x="11430" y="8715"/>
                  </a:lnTo>
                  <a:cubicBezTo>
                    <a:pt x="13049" y="6525"/>
                    <a:pt x="15383" y="4572"/>
                    <a:pt x="18336" y="2762"/>
                  </a:cubicBezTo>
                  <a:cubicBezTo>
                    <a:pt x="21288" y="952"/>
                    <a:pt x="25003" y="48"/>
                    <a:pt x="29432" y="48"/>
                  </a:cubicBezTo>
                  <a:cubicBezTo>
                    <a:pt x="34957" y="48"/>
                    <a:pt x="39052" y="1715"/>
                    <a:pt x="41720" y="5048"/>
                  </a:cubicBezTo>
                  <a:cubicBezTo>
                    <a:pt x="44387" y="8382"/>
                    <a:pt x="45720" y="13097"/>
                    <a:pt x="45720" y="19098"/>
                  </a:cubicBezTo>
                  <a:lnTo>
                    <a:pt x="45720" y="52864"/>
                  </a:lnTo>
                  <a:lnTo>
                    <a:pt x="34100" y="52864"/>
                  </a:lnTo>
                  <a:lnTo>
                    <a:pt x="34100" y="20622"/>
                  </a:lnTo>
                  <a:cubicBezTo>
                    <a:pt x="34100" y="18431"/>
                    <a:pt x="33861" y="16478"/>
                    <a:pt x="33338" y="14764"/>
                  </a:cubicBezTo>
                  <a:cubicBezTo>
                    <a:pt x="32814" y="13049"/>
                    <a:pt x="31909" y="11763"/>
                    <a:pt x="30671" y="10811"/>
                  </a:cubicBezTo>
                  <a:cubicBezTo>
                    <a:pt x="29385" y="9858"/>
                    <a:pt x="27670" y="9382"/>
                    <a:pt x="25384" y="9382"/>
                  </a:cubicBezTo>
                  <a:cubicBezTo>
                    <a:pt x="22193" y="9382"/>
                    <a:pt x="19431" y="10144"/>
                    <a:pt x="17193" y="11716"/>
                  </a:cubicBezTo>
                  <a:cubicBezTo>
                    <a:pt x="14954" y="13287"/>
                    <a:pt x="13097" y="15002"/>
                    <a:pt x="11573" y="17002"/>
                  </a:cubicBezTo>
                  <a:lnTo>
                    <a:pt x="11573" y="52864"/>
                  </a:lnTo>
                  <a:lnTo>
                    <a:pt x="0" y="52864"/>
                  </a:lnTo>
                  <a:close/>
                  <a:moveTo>
                    <a:pt x="68199" y="52911"/>
                  </a:moveTo>
                  <a:lnTo>
                    <a:pt x="68199" y="20669"/>
                  </a:lnTo>
                  <a:cubicBezTo>
                    <a:pt x="68199" y="18479"/>
                    <a:pt x="67961" y="16526"/>
                    <a:pt x="67437" y="14811"/>
                  </a:cubicBezTo>
                  <a:cubicBezTo>
                    <a:pt x="66913" y="13097"/>
                    <a:pt x="66008" y="11811"/>
                    <a:pt x="64770" y="10858"/>
                  </a:cubicBezTo>
                  <a:cubicBezTo>
                    <a:pt x="63484" y="9906"/>
                    <a:pt x="61770" y="9430"/>
                    <a:pt x="59484" y="9430"/>
                  </a:cubicBezTo>
                  <a:cubicBezTo>
                    <a:pt x="56293" y="9430"/>
                    <a:pt x="53531" y="10144"/>
                    <a:pt x="51292" y="11668"/>
                  </a:cubicBezTo>
                  <a:cubicBezTo>
                    <a:pt x="49054" y="13144"/>
                    <a:pt x="47101" y="14859"/>
                    <a:pt x="45529" y="16812"/>
                  </a:cubicBezTo>
                  <a:lnTo>
                    <a:pt x="43958" y="9096"/>
                  </a:lnTo>
                  <a:cubicBezTo>
                    <a:pt x="46101" y="6763"/>
                    <a:pt x="48768" y="4667"/>
                    <a:pt x="52006" y="2810"/>
                  </a:cubicBezTo>
                  <a:cubicBezTo>
                    <a:pt x="55245" y="952"/>
                    <a:pt x="59055" y="0"/>
                    <a:pt x="63484" y="0"/>
                  </a:cubicBezTo>
                  <a:cubicBezTo>
                    <a:pt x="68961" y="0"/>
                    <a:pt x="73057" y="1667"/>
                    <a:pt x="75724" y="5001"/>
                  </a:cubicBezTo>
                  <a:cubicBezTo>
                    <a:pt x="78391" y="8334"/>
                    <a:pt x="79724" y="13049"/>
                    <a:pt x="79724" y="19050"/>
                  </a:cubicBezTo>
                  <a:lnTo>
                    <a:pt x="79724" y="52816"/>
                  </a:lnTo>
                  <a:lnTo>
                    <a:pt x="68199" y="52816"/>
                  </a:lnTo>
                  <a:close/>
                </a:path>
              </a:pathLst>
            </a:custGeom>
            <a:solidFill>
              <a:srgbClr val="FFFFFF"/>
            </a:solidFill>
            <a:ln w="4763" cap="flat">
              <a:noFill/>
              <a:prstDash val="solid"/>
              <a:miter/>
            </a:ln>
          </p:spPr>
          <p:txBody>
            <a:bodyPr rtlCol="0" anchor="ctr"/>
            <a:lstStyle/>
            <a:p>
              <a:endParaRPr lang="en-AU" sz="2880"/>
            </a:p>
          </p:txBody>
        </p:sp>
      </p:grpSp>
    </p:spTree>
    <p:extLst>
      <p:ext uri="{BB962C8B-B14F-4D97-AF65-F5344CB8AC3E}">
        <p14:creationId xmlns:p14="http://schemas.microsoft.com/office/powerpoint/2010/main" val="368146267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slide" preserve="1">
  <p:cSld name="1_Title slide">
    <p:bg>
      <p:bgPr>
        <a:solidFill>
          <a:schemeClr val="bg1">
            <a:lumMod val="95000"/>
          </a:schemeClr>
        </a:solidFill>
        <a:effectLst/>
      </p:bgPr>
    </p:bg>
    <p:spTree>
      <p:nvGrpSpPr>
        <p:cNvPr id="1" name="Shape 9"/>
        <p:cNvGrpSpPr/>
        <p:nvPr/>
      </p:nvGrpSpPr>
      <p:grpSpPr>
        <a:xfrm>
          <a:off x="0" y="0"/>
          <a:ext cx="0" cy="0"/>
          <a:chOff x="0" y="0"/>
          <a:chExt cx="0" cy="0"/>
        </a:xfrm>
      </p:grpSpPr>
      <p:sp>
        <p:nvSpPr>
          <p:cNvPr id="2" name="Picture Placeholder 2">
            <a:extLst>
              <a:ext uri="{FF2B5EF4-FFF2-40B4-BE49-F238E27FC236}">
                <a16:creationId xmlns:a16="http://schemas.microsoft.com/office/drawing/2014/main" id="{E24EB988-1B3E-4E16-DFC4-94BCB32833AA}"/>
              </a:ext>
            </a:extLst>
          </p:cNvPr>
          <p:cNvSpPr>
            <a:spLocks noGrp="1"/>
          </p:cNvSpPr>
          <p:nvPr>
            <p:ph type="pic" sz="quarter" idx="13" hasCustomPrompt="1"/>
          </p:nvPr>
        </p:nvSpPr>
        <p:spPr>
          <a:xfrm>
            <a:off x="7274563" y="-22351"/>
            <a:ext cx="7356601" cy="7185407"/>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4584700 w 9144476"/>
              <a:gd name="connsiteY6" fmla="*/ 4455526 h 4462781"/>
              <a:gd name="connsiteX7" fmla="*/ 0 w 9144476"/>
              <a:gd name="connsiteY7" fmla="*/ 0 h 4462781"/>
              <a:gd name="connsiteX0" fmla="*/ 0 w 4597876"/>
              <a:gd name="connsiteY0" fmla="*/ 0 h 4475481"/>
              <a:gd name="connsiteX1" fmla="*/ 4597400 w 4597876"/>
              <a:gd name="connsiteY1" fmla="*/ 12700 h 4475481"/>
              <a:gd name="connsiteX2" fmla="*/ 4597876 w 4597876"/>
              <a:gd name="connsiteY2" fmla="*/ 4470766 h 4475481"/>
              <a:gd name="connsiteX3" fmla="*/ 4406900 w 4597876"/>
              <a:gd name="connsiteY3" fmla="*/ 4475481 h 4475481"/>
              <a:gd name="connsiteX4" fmla="*/ 3713480 w 4597876"/>
              <a:gd name="connsiteY4" fmla="*/ 4319271 h 4475481"/>
              <a:gd name="connsiteX5" fmla="*/ 2995295 w 4597876"/>
              <a:gd name="connsiteY5" fmla="*/ 4465479 h 4475481"/>
              <a:gd name="connsiteX6" fmla="*/ 38100 w 4597876"/>
              <a:gd name="connsiteY6" fmla="*/ 4468226 h 4475481"/>
              <a:gd name="connsiteX7" fmla="*/ 0 w 4597876"/>
              <a:gd name="connsiteY7" fmla="*/ 0 h 4475481"/>
              <a:gd name="connsiteX0" fmla="*/ 0 w 4597876"/>
              <a:gd name="connsiteY0" fmla="*/ 0 h 4490879"/>
              <a:gd name="connsiteX1" fmla="*/ 4597400 w 4597876"/>
              <a:gd name="connsiteY1" fmla="*/ 12700 h 4490879"/>
              <a:gd name="connsiteX2" fmla="*/ 4597876 w 4597876"/>
              <a:gd name="connsiteY2" fmla="*/ 4470766 h 4490879"/>
              <a:gd name="connsiteX3" fmla="*/ 4406900 w 4597876"/>
              <a:gd name="connsiteY3" fmla="*/ 4475481 h 4490879"/>
              <a:gd name="connsiteX4" fmla="*/ 3713480 w 4597876"/>
              <a:gd name="connsiteY4" fmla="*/ 4319271 h 4490879"/>
              <a:gd name="connsiteX5" fmla="*/ 3020695 w 4597876"/>
              <a:gd name="connsiteY5" fmla="*/ 4490879 h 4490879"/>
              <a:gd name="connsiteX6" fmla="*/ 38100 w 4597876"/>
              <a:gd name="connsiteY6" fmla="*/ 4468226 h 4490879"/>
              <a:gd name="connsiteX7" fmla="*/ 0 w 4597876"/>
              <a:gd name="connsiteY7" fmla="*/ 0 h 4490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97876" h="4490879">
                <a:moveTo>
                  <a:pt x="0" y="0"/>
                </a:moveTo>
                <a:lnTo>
                  <a:pt x="4597400" y="12700"/>
                </a:lnTo>
                <a:cubicBezTo>
                  <a:pt x="4597559" y="1498722"/>
                  <a:pt x="4597717" y="2984744"/>
                  <a:pt x="4597876" y="4470766"/>
                </a:cubicBezTo>
                <a:lnTo>
                  <a:pt x="4406900" y="4475481"/>
                </a:lnTo>
                <a:lnTo>
                  <a:pt x="3713480" y="4319271"/>
                </a:lnTo>
                <a:lnTo>
                  <a:pt x="3020695" y="4490879"/>
                </a:lnTo>
                <a:lnTo>
                  <a:pt x="38100" y="4468226"/>
                </a:lnTo>
                <a:lnTo>
                  <a:pt x="0" y="0"/>
                </a:lnTo>
                <a:close/>
              </a:path>
            </a:pathLst>
          </a:custGeom>
          <a:noFill/>
        </p:spPr>
        <p:txBody>
          <a:bodyPr/>
          <a:lstStyle>
            <a:lvl1pPr marL="182870" indent="0">
              <a:buNone/>
              <a:defRPr/>
            </a:lvl1pPr>
          </a:lstStyle>
          <a:p>
            <a:r>
              <a:rPr lang="en-IN"/>
              <a:t> </a:t>
            </a:r>
            <a:endParaRPr lang="en-AU"/>
          </a:p>
        </p:txBody>
      </p:sp>
      <p:sp>
        <p:nvSpPr>
          <p:cNvPr id="13" name="Freeform: Shape 12">
            <a:extLst>
              <a:ext uri="{FF2B5EF4-FFF2-40B4-BE49-F238E27FC236}">
                <a16:creationId xmlns:a16="http://schemas.microsoft.com/office/drawing/2014/main" id="{DCFA8F1A-438C-2D31-EC45-A4CCF4206F40}"/>
              </a:ext>
            </a:extLst>
          </p:cNvPr>
          <p:cNvSpPr/>
          <p:nvPr/>
        </p:nvSpPr>
        <p:spPr>
          <a:xfrm>
            <a:off x="0" y="6888480"/>
            <a:ext cx="14630400" cy="1371600"/>
          </a:xfrm>
          <a:custGeom>
            <a:avLst/>
            <a:gdLst>
              <a:gd name="connsiteX0" fmla="*/ 0 w 9144000"/>
              <a:gd name="connsiteY0" fmla="*/ 857250 h 857250"/>
              <a:gd name="connsiteX1" fmla="*/ 0 w 9144000"/>
              <a:gd name="connsiteY1" fmla="*/ 149828 h 857250"/>
              <a:gd name="connsiteX2" fmla="*/ 7540609 w 9144000"/>
              <a:gd name="connsiteY2" fmla="*/ 149828 h 857250"/>
              <a:gd name="connsiteX3" fmla="*/ 8245698 w 9144000"/>
              <a:gd name="connsiteY3" fmla="*/ 0 h 857250"/>
              <a:gd name="connsiteX4" fmla="*/ 8933831 w 9144000"/>
              <a:gd name="connsiteY4" fmla="*/ 149828 h 857250"/>
              <a:gd name="connsiteX5" fmla="*/ 9144000 w 9144000"/>
              <a:gd name="connsiteY5" fmla="*/ 149828 h 857250"/>
              <a:gd name="connsiteX6" fmla="*/ 9144000 w 9144000"/>
              <a:gd name="connsiteY6" fmla="*/ 857250 h 857250"/>
              <a:gd name="connsiteX7" fmla="*/ 0 w 9144000"/>
              <a:gd name="connsiteY7"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857250"/>
                </a:moveTo>
                <a:lnTo>
                  <a:pt x="0" y="149828"/>
                </a:lnTo>
                <a:lnTo>
                  <a:pt x="7540609" y="149828"/>
                </a:lnTo>
                <a:lnTo>
                  <a:pt x="8245698" y="0"/>
                </a:lnTo>
                <a:lnTo>
                  <a:pt x="8933831" y="149828"/>
                </a:lnTo>
                <a:lnTo>
                  <a:pt x="9144000" y="149828"/>
                </a:lnTo>
                <a:lnTo>
                  <a:pt x="9144000" y="857250"/>
                </a:lnTo>
                <a:lnTo>
                  <a:pt x="0" y="857250"/>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marL="0" lvl="0" defTabSz="1462968" eaLnBrk="1" latinLnBrk="0" hangingPunct="1"/>
            <a:endParaRPr lang="en-AU" sz="2880" kern="1200">
              <a:solidFill>
                <a:schemeClr val="tx1"/>
              </a:solidFill>
              <a:latin typeface="+mn-lt"/>
              <a:ea typeface="+mn-ea"/>
              <a:cs typeface="+mn-cs"/>
            </a:endParaRPr>
          </a:p>
        </p:txBody>
      </p:sp>
      <p:sp>
        <p:nvSpPr>
          <p:cNvPr id="14" name="Freeform: Shape 13">
            <a:extLst>
              <a:ext uri="{FF2B5EF4-FFF2-40B4-BE49-F238E27FC236}">
                <a16:creationId xmlns:a16="http://schemas.microsoft.com/office/drawing/2014/main" id="{6332EFC7-40EB-E5E0-6D5B-205A7815463F}"/>
              </a:ext>
            </a:extLst>
          </p:cNvPr>
          <p:cNvSpPr/>
          <p:nvPr/>
        </p:nvSpPr>
        <p:spPr>
          <a:xfrm>
            <a:off x="12064973" y="7106491"/>
            <a:ext cx="1994458" cy="45613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729 h 285083"/>
              <a:gd name="connsiteX7" fmla="*/ 808530 w 1246536"/>
              <a:gd name="connsiteY7" fmla="*/ 87535 h 285083"/>
              <a:gd name="connsiteX8" fmla="*/ 769239 w 1246536"/>
              <a:gd name="connsiteY8" fmla="*/ 41624 h 285083"/>
              <a:gd name="connsiteX9" fmla="*/ 752856 w 1246536"/>
              <a:gd name="connsiteY9" fmla="*/ 38148 h 285083"/>
              <a:gd name="connsiteX10" fmla="*/ 752856 w 1246536"/>
              <a:gd name="connsiteY10" fmla="*/ 113252 h 285083"/>
              <a:gd name="connsiteX11" fmla="*/ 769239 w 1246536"/>
              <a:gd name="connsiteY11" fmla="*/ 116729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627 h 285083"/>
              <a:gd name="connsiteX26" fmla="*/ 1094994 w 1246536"/>
              <a:gd name="connsiteY26" fmla="*/ 148447 h 285083"/>
              <a:gd name="connsiteX27" fmla="*/ 1026319 w 1246536"/>
              <a:gd name="connsiteY27" fmla="*/ 205264 h 285083"/>
              <a:gd name="connsiteX28" fmla="*/ 957263 w 1246536"/>
              <a:gd name="connsiteY28" fmla="*/ 119205 h 285083"/>
              <a:gd name="connsiteX29" fmla="*/ 1026319 w 1246536"/>
              <a:gd name="connsiteY29" fmla="*/ 62675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929 h 285083"/>
              <a:gd name="connsiteX56" fmla="*/ 72819 w 1246536"/>
              <a:gd name="connsiteY56" fmla="*/ 144923 h 285083"/>
              <a:gd name="connsiteX57" fmla="*/ 57198 w 1246536"/>
              <a:gd name="connsiteY57" fmla="*/ 200597 h 285083"/>
              <a:gd name="connsiteX58" fmla="*/ 88488 w 1246536"/>
              <a:gd name="connsiteY58" fmla="*/ 193929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5 h 285083"/>
              <a:gd name="connsiteX76" fmla="*/ 283702 w 1246536"/>
              <a:gd name="connsiteY76" fmla="*/ 156115 h 285083"/>
              <a:gd name="connsiteX77" fmla="*/ 353330 w 1246536"/>
              <a:gd name="connsiteY77" fmla="*/ 70104 h 285083"/>
              <a:gd name="connsiteX78" fmla="*/ 419767 w 1246536"/>
              <a:gd name="connsiteY78" fmla="*/ 111633 h 285083"/>
              <a:gd name="connsiteX79" fmla="*/ 384953 w 1246536"/>
              <a:gd name="connsiteY79" fmla="*/ 119015 h 285083"/>
              <a:gd name="connsiteX80" fmla="*/ 353473 w 1246536"/>
              <a:gd name="connsiteY80" fmla="*/ 102156 h 285083"/>
              <a:gd name="connsiteX81" fmla="*/ 318659 w 1246536"/>
              <a:gd name="connsiteY81" fmla="*/ 148638 h 285083"/>
              <a:gd name="connsiteX82" fmla="*/ 353473 w 1246536"/>
              <a:gd name="connsiteY82" fmla="*/ 180546 h 285083"/>
              <a:gd name="connsiteX83" fmla="*/ 384953 w 1246536"/>
              <a:gd name="connsiteY83" fmla="*/ 150114 h 285083"/>
              <a:gd name="connsiteX84" fmla="*/ 419767 w 1246536"/>
              <a:gd name="connsiteY84" fmla="*/ 142732 h 285083"/>
              <a:gd name="connsiteX85" fmla="*/ 353330 w 1246536"/>
              <a:gd name="connsiteY85" fmla="*/ 212693 h 285083"/>
              <a:gd name="connsiteX86" fmla="*/ 283702 w 1246536"/>
              <a:gd name="connsiteY86" fmla="*/ 156115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623 h 285083"/>
              <a:gd name="connsiteX101" fmla="*/ 625173 w 1246536"/>
              <a:gd name="connsiteY101" fmla="*/ 15049 h 285083"/>
              <a:gd name="connsiteX102" fmla="*/ 662035 w 1246536"/>
              <a:gd name="connsiteY102" fmla="*/ 133112 h 285083"/>
              <a:gd name="connsiteX103" fmla="*/ 662035 w 1246536"/>
              <a:gd name="connsiteY103" fmla="*/ 7239 h 285083"/>
              <a:gd name="connsiteX104" fmla="*/ 695897 w 1246536"/>
              <a:gd name="connsiteY104" fmla="*/ 48 h 285083"/>
              <a:gd name="connsiteX105" fmla="*/ 695897 w 1246536"/>
              <a:gd name="connsiteY105" fmla="*/ 137208 h 285083"/>
              <a:gd name="connsiteX106" fmla="*/ 632032 w 1246536"/>
              <a:gd name="connsiteY106" fmla="*/ 150781 h 285083"/>
              <a:gd name="connsiteX107" fmla="*/ 595170 w 1246536"/>
              <a:gd name="connsiteY107" fmla="*/ 32718 h 285083"/>
              <a:gd name="connsiteX108" fmla="*/ 595170 w 1246536"/>
              <a:gd name="connsiteY108" fmla="*/ 158591 h 285083"/>
              <a:gd name="connsiteX109" fmla="*/ 561308 w 1246536"/>
              <a:gd name="connsiteY109" fmla="*/ 165783 h 285083"/>
              <a:gd name="connsiteX110" fmla="*/ 561308 w 1246536"/>
              <a:gd name="connsiteY110" fmla="*/ 28623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729"/>
                </a:moveTo>
                <a:cubicBezTo>
                  <a:pt x="791766" y="121539"/>
                  <a:pt x="808530" y="124301"/>
                  <a:pt x="808530" y="87535"/>
                </a:cubicBezTo>
                <a:cubicBezTo>
                  <a:pt x="808530" y="50768"/>
                  <a:pt x="791623" y="46387"/>
                  <a:pt x="769239" y="41624"/>
                </a:cubicBezTo>
                <a:lnTo>
                  <a:pt x="752856" y="38148"/>
                </a:lnTo>
                <a:lnTo>
                  <a:pt x="752856" y="113252"/>
                </a:lnTo>
                <a:cubicBezTo>
                  <a:pt x="752856" y="113252"/>
                  <a:pt x="769239" y="116729"/>
                  <a:pt x="769239" y="116729"/>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627"/>
                </a:moveTo>
                <a:cubicBezTo>
                  <a:pt x="1068944" y="71676"/>
                  <a:pt x="1094994" y="107966"/>
                  <a:pt x="1094994" y="148447"/>
                </a:cubicBezTo>
                <a:cubicBezTo>
                  <a:pt x="1094994" y="189119"/>
                  <a:pt x="1068944" y="214313"/>
                  <a:pt x="1026319" y="205264"/>
                </a:cubicBezTo>
                <a:cubicBezTo>
                  <a:pt x="983504" y="196167"/>
                  <a:pt x="957263" y="159829"/>
                  <a:pt x="957263" y="119205"/>
                </a:cubicBezTo>
                <a:cubicBezTo>
                  <a:pt x="957263" y="78724"/>
                  <a:pt x="983504" y="53578"/>
                  <a:pt x="1026319" y="62675"/>
                </a:cubicBezTo>
                <a:moveTo>
                  <a:pt x="1026319" y="173117"/>
                </a:moveTo>
                <a:cubicBezTo>
                  <a:pt x="1049036" y="177927"/>
                  <a:pt x="1060180" y="165926"/>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929"/>
                </a:moveTo>
                <a:lnTo>
                  <a:pt x="72819" y="144923"/>
                </a:lnTo>
                <a:lnTo>
                  <a:pt x="57198" y="200597"/>
                </a:lnTo>
                <a:lnTo>
                  <a:pt x="88488" y="193929"/>
                </a:lnTo>
                <a:close/>
                <a:moveTo>
                  <a:pt x="214646" y="242173"/>
                </a:moveTo>
                <a:cubicBezTo>
                  <a:pt x="168307" y="252031"/>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5"/>
                </a:cubicBezTo>
                <a:moveTo>
                  <a:pt x="283702" y="156115"/>
                </a:moveTo>
                <a:cubicBezTo>
                  <a:pt x="283702" y="115633"/>
                  <a:pt x="310325" y="79248"/>
                  <a:pt x="353330" y="70104"/>
                </a:cubicBezTo>
                <a:cubicBezTo>
                  <a:pt x="390906" y="62103"/>
                  <a:pt x="415862" y="78010"/>
                  <a:pt x="419767" y="111633"/>
                </a:cubicBezTo>
                <a:lnTo>
                  <a:pt x="384953" y="119015"/>
                </a:lnTo>
                <a:cubicBezTo>
                  <a:pt x="382143" y="104823"/>
                  <a:pt x="370047" y="98631"/>
                  <a:pt x="353473" y="102156"/>
                </a:cubicBezTo>
                <a:cubicBezTo>
                  <a:pt x="333185" y="106490"/>
                  <a:pt x="318659" y="121634"/>
                  <a:pt x="318659" y="148638"/>
                </a:cubicBezTo>
                <a:cubicBezTo>
                  <a:pt x="318659" y="175879"/>
                  <a:pt x="333185" y="184833"/>
                  <a:pt x="353473" y="180546"/>
                </a:cubicBezTo>
                <a:cubicBezTo>
                  <a:pt x="370047" y="177022"/>
                  <a:pt x="382143" y="165497"/>
                  <a:pt x="384953" y="150114"/>
                </a:cubicBezTo>
                <a:lnTo>
                  <a:pt x="419767" y="142732"/>
                </a:lnTo>
                <a:cubicBezTo>
                  <a:pt x="415862" y="178213"/>
                  <a:pt x="390906" y="204692"/>
                  <a:pt x="353330" y="212693"/>
                </a:cubicBezTo>
                <a:cubicBezTo>
                  <a:pt x="310325" y="221837"/>
                  <a:pt x="283702" y="196739"/>
                  <a:pt x="283702" y="156115"/>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623"/>
                </a:moveTo>
                <a:lnTo>
                  <a:pt x="625173" y="15049"/>
                </a:lnTo>
                <a:lnTo>
                  <a:pt x="662035" y="133112"/>
                </a:lnTo>
                <a:lnTo>
                  <a:pt x="662035" y="7239"/>
                </a:lnTo>
                <a:cubicBezTo>
                  <a:pt x="662035" y="7239"/>
                  <a:pt x="695897" y="48"/>
                  <a:pt x="695897" y="48"/>
                </a:cubicBezTo>
                <a:lnTo>
                  <a:pt x="695897" y="137208"/>
                </a:lnTo>
                <a:cubicBezTo>
                  <a:pt x="695897" y="137208"/>
                  <a:pt x="632032" y="150781"/>
                  <a:pt x="632032" y="150781"/>
                </a:cubicBezTo>
                <a:lnTo>
                  <a:pt x="595170" y="32718"/>
                </a:lnTo>
                <a:lnTo>
                  <a:pt x="595170" y="158591"/>
                </a:lnTo>
                <a:cubicBezTo>
                  <a:pt x="595170" y="158591"/>
                  <a:pt x="561308" y="165783"/>
                  <a:pt x="561308" y="165783"/>
                </a:cubicBezTo>
                <a:lnTo>
                  <a:pt x="561308" y="28623"/>
                </a:lnTo>
                <a:close/>
              </a:path>
            </a:pathLst>
          </a:custGeom>
          <a:solidFill>
            <a:srgbClr val="FFFFFF"/>
          </a:solidFill>
          <a:ln w="4763" cap="flat">
            <a:noFill/>
            <a:prstDash val="solid"/>
            <a:miter/>
          </a:ln>
        </p:spPr>
        <p:txBody>
          <a:bodyPr rtlCol="0" anchor="ctr"/>
          <a:lstStyle/>
          <a:p>
            <a:endParaRPr lang="en-AU" sz="2880"/>
          </a:p>
        </p:txBody>
      </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498734" y="3516285"/>
            <a:ext cx="5532244" cy="827024"/>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4480" b="1">
                <a:solidFill>
                  <a:schemeClr val="tx1"/>
                </a:solidFill>
                <a:latin typeface="PP Neue Machina Plain Ultrabold" pitchFamily="50" charset="0"/>
              </a:defRPr>
            </a:lvl1pPr>
            <a:lvl2pPr lvl="1" algn="ctr">
              <a:spcBef>
                <a:spcPts val="0"/>
              </a:spcBef>
              <a:spcAft>
                <a:spcPts val="0"/>
              </a:spcAft>
              <a:buSzPts val="5200"/>
              <a:buNone/>
              <a:defRPr sz="8320"/>
            </a:lvl2pPr>
            <a:lvl3pPr lvl="2" algn="ctr">
              <a:spcBef>
                <a:spcPts val="0"/>
              </a:spcBef>
              <a:spcAft>
                <a:spcPts val="0"/>
              </a:spcAft>
              <a:buSzPts val="5200"/>
              <a:buNone/>
              <a:defRPr sz="8320"/>
            </a:lvl3pPr>
            <a:lvl4pPr lvl="3" algn="ctr">
              <a:spcBef>
                <a:spcPts val="0"/>
              </a:spcBef>
              <a:spcAft>
                <a:spcPts val="0"/>
              </a:spcAft>
              <a:buSzPts val="5200"/>
              <a:buNone/>
              <a:defRPr sz="8320"/>
            </a:lvl4pPr>
            <a:lvl5pPr lvl="4" algn="ctr">
              <a:spcBef>
                <a:spcPts val="0"/>
              </a:spcBef>
              <a:spcAft>
                <a:spcPts val="0"/>
              </a:spcAft>
              <a:buSzPts val="5200"/>
              <a:buNone/>
              <a:defRPr sz="8320"/>
            </a:lvl5pPr>
            <a:lvl6pPr lvl="5" algn="ctr">
              <a:spcBef>
                <a:spcPts val="0"/>
              </a:spcBef>
              <a:spcAft>
                <a:spcPts val="0"/>
              </a:spcAft>
              <a:buSzPts val="5200"/>
              <a:buNone/>
              <a:defRPr sz="8320"/>
            </a:lvl6pPr>
            <a:lvl7pPr lvl="6" algn="ctr">
              <a:spcBef>
                <a:spcPts val="0"/>
              </a:spcBef>
              <a:spcAft>
                <a:spcPts val="0"/>
              </a:spcAft>
              <a:buSzPts val="5200"/>
              <a:buNone/>
              <a:defRPr sz="8320"/>
            </a:lvl7pPr>
            <a:lvl8pPr lvl="7" algn="ctr">
              <a:spcBef>
                <a:spcPts val="0"/>
              </a:spcBef>
              <a:spcAft>
                <a:spcPts val="0"/>
              </a:spcAft>
              <a:buSzPts val="5200"/>
              <a:buNone/>
              <a:defRPr sz="8320"/>
            </a:lvl8pPr>
            <a:lvl9pPr lvl="8" algn="ctr">
              <a:spcBef>
                <a:spcPts val="0"/>
              </a:spcBef>
              <a:spcAft>
                <a:spcPts val="0"/>
              </a:spcAft>
              <a:buSzPts val="5200"/>
              <a:buNone/>
              <a:defRPr sz="8320"/>
            </a:lvl9pPr>
          </a:lstStyle>
          <a:p>
            <a:r>
              <a:rPr lang="en-IN"/>
              <a:t>Section Title</a:t>
            </a:r>
            <a:endParaRPr/>
          </a:p>
        </p:txBody>
      </p:sp>
      <p:sp>
        <p:nvSpPr>
          <p:cNvPr id="16" name="Text Placeholder 15">
            <a:extLst>
              <a:ext uri="{FF2B5EF4-FFF2-40B4-BE49-F238E27FC236}">
                <a16:creationId xmlns:a16="http://schemas.microsoft.com/office/drawing/2014/main" id="{17A7E5E8-BE49-EF88-3BBF-34F70B616301}"/>
              </a:ext>
            </a:extLst>
          </p:cNvPr>
          <p:cNvSpPr>
            <a:spLocks noGrp="1"/>
          </p:cNvSpPr>
          <p:nvPr>
            <p:ph type="body" sz="quarter" idx="14" hasCustomPrompt="1"/>
          </p:nvPr>
        </p:nvSpPr>
        <p:spPr>
          <a:xfrm>
            <a:off x="607064" y="2383538"/>
            <a:ext cx="2115820" cy="827024"/>
          </a:xfrm>
          <a:noFill/>
        </p:spPr>
        <p:txBody>
          <a:bodyPr anchor="ctr">
            <a:noAutofit/>
          </a:bodyPr>
          <a:lstStyle>
            <a:lvl1pPr marL="0" indent="0" algn="l">
              <a:buNone/>
              <a:defRPr sz="8640" b="1">
                <a:solidFill>
                  <a:schemeClr val="accent1"/>
                </a:solidFill>
                <a:latin typeface="Century Gothic" panose="020B0502020202020204" pitchFamily="34" charset="0"/>
              </a:defRPr>
            </a:lvl1pPr>
          </a:lstStyle>
          <a:p>
            <a:pPr lvl="0"/>
            <a:r>
              <a:rPr lang="en-IN"/>
              <a:t>01</a:t>
            </a:r>
            <a:endParaRPr lang="en-AU"/>
          </a:p>
        </p:txBody>
      </p:sp>
    </p:spTree>
    <p:extLst>
      <p:ext uri="{BB962C8B-B14F-4D97-AF65-F5344CB8AC3E}">
        <p14:creationId xmlns:p14="http://schemas.microsoft.com/office/powerpoint/2010/main" val="242526634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slide" preserve="1">
  <p:cSld name="1_Title slide">
    <p:bg>
      <p:bgPr>
        <a:solidFill>
          <a:schemeClr val="bg1">
            <a:lumMod val="95000"/>
          </a:schemeClr>
        </a:solidFill>
        <a:effectLst/>
      </p:bgPr>
    </p:bg>
    <p:spTree>
      <p:nvGrpSpPr>
        <p:cNvPr id="1" name="Shape 9"/>
        <p:cNvGrpSpPr/>
        <p:nvPr/>
      </p:nvGrpSpPr>
      <p:grpSpPr>
        <a:xfrm>
          <a:off x="0" y="0"/>
          <a:ext cx="0" cy="0"/>
          <a:chOff x="0" y="0"/>
          <a:chExt cx="0" cy="0"/>
        </a:xfrm>
      </p:grpSpPr>
      <p:grpSp>
        <p:nvGrpSpPr>
          <p:cNvPr id="10" name="Group 9">
            <a:extLst>
              <a:ext uri="{FF2B5EF4-FFF2-40B4-BE49-F238E27FC236}">
                <a16:creationId xmlns:a16="http://schemas.microsoft.com/office/drawing/2014/main" id="{C8694848-DBB5-CC33-BFFD-ABB9B9448869}"/>
              </a:ext>
            </a:extLst>
          </p:cNvPr>
          <p:cNvGrpSpPr/>
          <p:nvPr/>
        </p:nvGrpSpPr>
        <p:grpSpPr>
          <a:xfrm>
            <a:off x="-30481" y="5181600"/>
            <a:ext cx="14660880" cy="3048000"/>
            <a:chOff x="-19051" y="3238500"/>
            <a:chExt cx="9163050" cy="1905000"/>
          </a:xfrm>
        </p:grpSpPr>
        <p:sp>
          <p:nvSpPr>
            <p:cNvPr id="6" name="Freeform: Shape 5">
              <a:extLst>
                <a:ext uri="{FF2B5EF4-FFF2-40B4-BE49-F238E27FC236}">
                  <a16:creationId xmlns:a16="http://schemas.microsoft.com/office/drawing/2014/main" id="{C49332EC-B95E-5892-C870-8CD1804B7887}"/>
                </a:ext>
              </a:extLst>
            </p:cNvPr>
            <p:cNvSpPr/>
            <p:nvPr/>
          </p:nvSpPr>
          <p:spPr>
            <a:xfrm>
              <a:off x="-19051" y="3238500"/>
              <a:ext cx="9163050" cy="1905000"/>
            </a:xfrm>
            <a:custGeom>
              <a:avLst/>
              <a:gdLst>
                <a:gd name="connsiteX0" fmla="*/ 0 w 5829300"/>
                <a:gd name="connsiteY0" fmla="*/ 1905000 h 1905000"/>
                <a:gd name="connsiteX1" fmla="*/ 0 w 5829300"/>
                <a:gd name="connsiteY1" fmla="*/ 134493 h 1905000"/>
                <a:gd name="connsiteX2" fmla="*/ 4285393 w 5829300"/>
                <a:gd name="connsiteY2" fmla="*/ 134493 h 1905000"/>
                <a:gd name="connsiteX3" fmla="*/ 4915853 w 5829300"/>
                <a:gd name="connsiteY3" fmla="*/ 0 h 1905000"/>
                <a:gd name="connsiteX4" fmla="*/ 5541740 w 5829300"/>
                <a:gd name="connsiteY4" fmla="*/ 134493 h 1905000"/>
                <a:gd name="connsiteX5" fmla="*/ 5829300 w 5829300"/>
                <a:gd name="connsiteY5" fmla="*/ 134493 h 1905000"/>
                <a:gd name="connsiteX6" fmla="*/ 5829300 w 5829300"/>
                <a:gd name="connsiteY6" fmla="*/ 1905000 h 1905000"/>
                <a:gd name="connsiteX7" fmla="*/ 0 w 5829300"/>
                <a:gd name="connsiteY7" fmla="*/ 1905000 h 1905000"/>
                <a:gd name="connsiteX0" fmla="*/ 3324225 w 9153525"/>
                <a:gd name="connsiteY0" fmla="*/ 1905000 h 1905000"/>
                <a:gd name="connsiteX1" fmla="*/ 0 w 9153525"/>
                <a:gd name="connsiteY1" fmla="*/ 153543 h 1905000"/>
                <a:gd name="connsiteX2" fmla="*/ 7609618 w 9153525"/>
                <a:gd name="connsiteY2" fmla="*/ 134493 h 1905000"/>
                <a:gd name="connsiteX3" fmla="*/ 8240078 w 9153525"/>
                <a:gd name="connsiteY3" fmla="*/ 0 h 1905000"/>
                <a:gd name="connsiteX4" fmla="*/ 8865965 w 9153525"/>
                <a:gd name="connsiteY4" fmla="*/ 134493 h 1905000"/>
                <a:gd name="connsiteX5" fmla="*/ 9153525 w 9153525"/>
                <a:gd name="connsiteY5" fmla="*/ 134493 h 1905000"/>
                <a:gd name="connsiteX6" fmla="*/ 9153525 w 9153525"/>
                <a:gd name="connsiteY6" fmla="*/ 1905000 h 1905000"/>
                <a:gd name="connsiteX7" fmla="*/ 3324225 w 9153525"/>
                <a:gd name="connsiteY7" fmla="*/ 1905000 h 1905000"/>
                <a:gd name="connsiteX0" fmla="*/ 0 w 9163050"/>
                <a:gd name="connsiteY0" fmla="*/ 1895475 h 1905000"/>
                <a:gd name="connsiteX1" fmla="*/ 9525 w 9163050"/>
                <a:gd name="connsiteY1" fmla="*/ 153543 h 1905000"/>
                <a:gd name="connsiteX2" fmla="*/ 7619143 w 9163050"/>
                <a:gd name="connsiteY2" fmla="*/ 134493 h 1905000"/>
                <a:gd name="connsiteX3" fmla="*/ 8249603 w 9163050"/>
                <a:gd name="connsiteY3" fmla="*/ 0 h 1905000"/>
                <a:gd name="connsiteX4" fmla="*/ 8875490 w 9163050"/>
                <a:gd name="connsiteY4" fmla="*/ 134493 h 1905000"/>
                <a:gd name="connsiteX5" fmla="*/ 9163050 w 9163050"/>
                <a:gd name="connsiteY5" fmla="*/ 134493 h 1905000"/>
                <a:gd name="connsiteX6" fmla="*/ 9163050 w 9163050"/>
                <a:gd name="connsiteY6" fmla="*/ 1905000 h 1905000"/>
                <a:gd name="connsiteX7" fmla="*/ 0 w 9163050"/>
                <a:gd name="connsiteY7" fmla="*/ 1895475 h 1905000"/>
                <a:gd name="connsiteX0" fmla="*/ 0 w 9163050"/>
                <a:gd name="connsiteY0" fmla="*/ 1902619 h 1905000"/>
                <a:gd name="connsiteX1" fmla="*/ 9525 w 9163050"/>
                <a:gd name="connsiteY1" fmla="*/ 153543 h 1905000"/>
                <a:gd name="connsiteX2" fmla="*/ 7619143 w 9163050"/>
                <a:gd name="connsiteY2" fmla="*/ 134493 h 1905000"/>
                <a:gd name="connsiteX3" fmla="*/ 8249603 w 9163050"/>
                <a:gd name="connsiteY3" fmla="*/ 0 h 1905000"/>
                <a:gd name="connsiteX4" fmla="*/ 8875490 w 9163050"/>
                <a:gd name="connsiteY4" fmla="*/ 134493 h 1905000"/>
                <a:gd name="connsiteX5" fmla="*/ 9163050 w 9163050"/>
                <a:gd name="connsiteY5" fmla="*/ 134493 h 1905000"/>
                <a:gd name="connsiteX6" fmla="*/ 9163050 w 9163050"/>
                <a:gd name="connsiteY6" fmla="*/ 1905000 h 1905000"/>
                <a:gd name="connsiteX7" fmla="*/ 0 w 9163050"/>
                <a:gd name="connsiteY7" fmla="*/ 1902619 h 190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63050" h="1905000">
                  <a:moveTo>
                    <a:pt x="0" y="1902619"/>
                  </a:moveTo>
                  <a:lnTo>
                    <a:pt x="9525" y="153543"/>
                  </a:lnTo>
                  <a:lnTo>
                    <a:pt x="7619143" y="134493"/>
                  </a:lnTo>
                  <a:lnTo>
                    <a:pt x="8249603" y="0"/>
                  </a:lnTo>
                  <a:lnTo>
                    <a:pt x="8875490" y="134493"/>
                  </a:lnTo>
                  <a:lnTo>
                    <a:pt x="9163050" y="134493"/>
                  </a:lnTo>
                  <a:lnTo>
                    <a:pt x="9163050" y="1905000"/>
                  </a:lnTo>
                  <a:lnTo>
                    <a:pt x="0" y="1902619"/>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1463004" eaLnBrk="1" latinLnBrk="0" hangingPunct="1"/>
              <a:endParaRPr lang="en-AU" sz="2880" kern="1200">
                <a:solidFill>
                  <a:schemeClr val="tx1"/>
                </a:solidFill>
                <a:latin typeface="+mn-lt"/>
                <a:ea typeface="+mn-ea"/>
                <a:cs typeface="+mn-cs"/>
              </a:endParaRPr>
            </a:p>
          </p:txBody>
        </p:sp>
        <p:grpSp>
          <p:nvGrpSpPr>
            <p:cNvPr id="20" name="Graphic 3">
              <a:extLst>
                <a:ext uri="{FF2B5EF4-FFF2-40B4-BE49-F238E27FC236}">
                  <a16:creationId xmlns:a16="http://schemas.microsoft.com/office/drawing/2014/main" id="{11580F78-9730-E8CF-5F00-5083728E0E3D}"/>
                </a:ext>
              </a:extLst>
            </p:cNvPr>
            <p:cNvGrpSpPr/>
            <p:nvPr/>
          </p:nvGrpSpPr>
          <p:grpSpPr>
            <a:xfrm>
              <a:off x="378275" y="4315015"/>
              <a:ext cx="945451" cy="171497"/>
              <a:chOff x="217360" y="4600765"/>
              <a:chExt cx="945451" cy="171497"/>
            </a:xfrm>
            <a:solidFill>
              <a:srgbClr val="FFFFFF"/>
            </a:solidFill>
          </p:grpSpPr>
          <p:grpSp>
            <p:nvGrpSpPr>
              <p:cNvPr id="21" name="Graphic 3">
                <a:extLst>
                  <a:ext uri="{FF2B5EF4-FFF2-40B4-BE49-F238E27FC236}">
                    <a16:creationId xmlns:a16="http://schemas.microsoft.com/office/drawing/2014/main" id="{034EE8A3-A127-9A71-99DC-9A0E6F91654D}"/>
                  </a:ext>
                </a:extLst>
              </p:cNvPr>
              <p:cNvGrpSpPr/>
              <p:nvPr/>
            </p:nvGrpSpPr>
            <p:grpSpPr>
              <a:xfrm>
                <a:off x="604408" y="4600765"/>
                <a:ext cx="171354" cy="171354"/>
                <a:chOff x="604408" y="4600765"/>
                <a:chExt cx="171354" cy="171354"/>
              </a:xfrm>
              <a:solidFill>
                <a:srgbClr val="FFFFFF"/>
              </a:solidFill>
            </p:grpSpPr>
            <p:sp>
              <p:nvSpPr>
                <p:cNvPr id="22" name="Freeform: Shape 21">
                  <a:extLst>
                    <a:ext uri="{FF2B5EF4-FFF2-40B4-BE49-F238E27FC236}">
                      <a16:creationId xmlns:a16="http://schemas.microsoft.com/office/drawing/2014/main" id="{0D5749F5-CE41-31DE-FF35-61FA298CA95A}"/>
                    </a:ext>
                  </a:extLst>
                </p:cNvPr>
                <p:cNvSpPr/>
                <p:nvPr/>
              </p:nvSpPr>
              <p:spPr>
                <a:xfrm>
                  <a:off x="604408" y="4600765"/>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67 h 171354"/>
                    <a:gd name="connsiteX6" fmla="*/ 6620 w 171354"/>
                    <a:gd name="connsiteY6" fmla="*/ 85725 h 171354"/>
                    <a:gd name="connsiteX7" fmla="*/ 85677 w 171354"/>
                    <a:gd name="connsiteY7" fmla="*/ 164783 h 171354"/>
                    <a:gd name="connsiteX8" fmla="*/ 164735 w 171354"/>
                    <a:gd name="connsiteY8" fmla="*/ 85725 h 171354"/>
                    <a:gd name="connsiteX9" fmla="*/ 85677 w 171354"/>
                    <a:gd name="connsiteY9" fmla="*/ 6667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67"/>
                      </a:moveTo>
                      <a:cubicBezTo>
                        <a:pt x="42100" y="6667"/>
                        <a:pt x="6620" y="42148"/>
                        <a:pt x="6620" y="85725"/>
                      </a:cubicBezTo>
                      <a:cubicBezTo>
                        <a:pt x="6620" y="129302"/>
                        <a:pt x="42100" y="164783"/>
                        <a:pt x="85677" y="164783"/>
                      </a:cubicBezTo>
                      <a:cubicBezTo>
                        <a:pt x="129254" y="164783"/>
                        <a:pt x="164735" y="129302"/>
                        <a:pt x="164735" y="85725"/>
                      </a:cubicBezTo>
                      <a:cubicBezTo>
                        <a:pt x="164735" y="42148"/>
                        <a:pt x="129254" y="6667"/>
                        <a:pt x="85677" y="6667"/>
                      </a:cubicBezTo>
                      <a:close/>
                    </a:path>
                  </a:pathLst>
                </a:custGeom>
                <a:solidFill>
                  <a:srgbClr val="FFFFFF"/>
                </a:solidFill>
                <a:ln w="4763" cap="flat">
                  <a:noFill/>
                  <a:prstDash val="solid"/>
                  <a:miter/>
                </a:ln>
              </p:spPr>
              <p:txBody>
                <a:bodyPr rtlCol="0" anchor="ctr"/>
                <a:lstStyle/>
                <a:p>
                  <a:endParaRPr lang="en-AU" sz="2880"/>
                </a:p>
              </p:txBody>
            </p:sp>
            <p:sp>
              <p:nvSpPr>
                <p:cNvPr id="23" name="Freeform: Shape 22">
                  <a:extLst>
                    <a:ext uri="{FF2B5EF4-FFF2-40B4-BE49-F238E27FC236}">
                      <a16:creationId xmlns:a16="http://schemas.microsoft.com/office/drawing/2014/main" id="{044BA208-EA2B-AEB2-6DA2-25482C2C6D12}"/>
                    </a:ext>
                  </a:extLst>
                </p:cNvPr>
                <p:cNvSpPr/>
                <p:nvPr/>
              </p:nvSpPr>
              <p:spPr>
                <a:xfrm>
                  <a:off x="637460" y="4634007"/>
                  <a:ext cx="105203" cy="104965"/>
                </a:xfrm>
                <a:custGeom>
                  <a:avLst/>
                  <a:gdLst>
                    <a:gd name="connsiteX0" fmla="*/ 28384 w 105203"/>
                    <a:gd name="connsiteY0" fmla="*/ 0 h 104965"/>
                    <a:gd name="connsiteX1" fmla="*/ 76819 w 105203"/>
                    <a:gd name="connsiteY1" fmla="*/ 0 h 104965"/>
                    <a:gd name="connsiteX2" fmla="*/ 105204 w 105203"/>
                    <a:gd name="connsiteY2" fmla="*/ 28385 h 104965"/>
                    <a:gd name="connsiteX3" fmla="*/ 105204 w 105203"/>
                    <a:gd name="connsiteY3" fmla="*/ 76581 h 104965"/>
                    <a:gd name="connsiteX4" fmla="*/ 76819 w 105203"/>
                    <a:gd name="connsiteY4" fmla="*/ 104966 h 104965"/>
                    <a:gd name="connsiteX5" fmla="*/ 28384 w 105203"/>
                    <a:gd name="connsiteY5" fmla="*/ 104966 h 104965"/>
                    <a:gd name="connsiteX6" fmla="*/ 0 w 105203"/>
                    <a:gd name="connsiteY6" fmla="*/ 76581 h 104965"/>
                    <a:gd name="connsiteX7" fmla="*/ 0 w 105203"/>
                    <a:gd name="connsiteY7" fmla="*/ 28385 h 104965"/>
                    <a:gd name="connsiteX8" fmla="*/ 28384 w 105203"/>
                    <a:gd name="connsiteY8" fmla="*/ 0 h 104965"/>
                    <a:gd name="connsiteX9" fmla="*/ 28384 w 105203"/>
                    <a:gd name="connsiteY9" fmla="*/ 0 h 104965"/>
                    <a:gd name="connsiteX10" fmla="*/ 80867 w 105203"/>
                    <a:gd name="connsiteY10" fmla="*/ 18336 h 104965"/>
                    <a:gd name="connsiteX11" fmla="*/ 80867 w 105203"/>
                    <a:gd name="connsiteY11" fmla="*/ 18336 h 104965"/>
                    <a:gd name="connsiteX12" fmla="*/ 86916 w 105203"/>
                    <a:gd name="connsiteY12" fmla="*/ 24384 h 104965"/>
                    <a:gd name="connsiteX13" fmla="*/ 86916 w 105203"/>
                    <a:gd name="connsiteY13" fmla="*/ 24384 h 104965"/>
                    <a:gd name="connsiteX14" fmla="*/ 80867 w 105203"/>
                    <a:gd name="connsiteY14" fmla="*/ 30432 h 104965"/>
                    <a:gd name="connsiteX15" fmla="*/ 80867 w 105203"/>
                    <a:gd name="connsiteY15" fmla="*/ 30432 h 104965"/>
                    <a:gd name="connsiteX16" fmla="*/ 74819 w 105203"/>
                    <a:gd name="connsiteY16" fmla="*/ 24384 h 104965"/>
                    <a:gd name="connsiteX17" fmla="*/ 74819 w 105203"/>
                    <a:gd name="connsiteY17" fmla="*/ 24384 h 104965"/>
                    <a:gd name="connsiteX18" fmla="*/ 80867 w 105203"/>
                    <a:gd name="connsiteY18" fmla="*/ 18336 h 104965"/>
                    <a:gd name="connsiteX19" fmla="*/ 80867 w 105203"/>
                    <a:gd name="connsiteY19" fmla="*/ 18336 h 104965"/>
                    <a:gd name="connsiteX20" fmla="*/ 52483 w 105203"/>
                    <a:gd name="connsiteY20" fmla="*/ 23860 h 104965"/>
                    <a:gd name="connsiteX21" fmla="*/ 52721 w 105203"/>
                    <a:gd name="connsiteY21" fmla="*/ 23860 h 104965"/>
                    <a:gd name="connsiteX22" fmla="*/ 81343 w 105203"/>
                    <a:gd name="connsiteY22" fmla="*/ 52483 h 104965"/>
                    <a:gd name="connsiteX23" fmla="*/ 81343 w 105203"/>
                    <a:gd name="connsiteY23" fmla="*/ 52483 h 104965"/>
                    <a:gd name="connsiteX24" fmla="*/ 52721 w 105203"/>
                    <a:gd name="connsiteY24" fmla="*/ 81105 h 104965"/>
                    <a:gd name="connsiteX25" fmla="*/ 52483 w 105203"/>
                    <a:gd name="connsiteY25" fmla="*/ 81105 h 104965"/>
                    <a:gd name="connsiteX26" fmla="*/ 24098 w 105203"/>
                    <a:gd name="connsiteY26" fmla="*/ 52483 h 104965"/>
                    <a:gd name="connsiteX27" fmla="*/ 24098 w 105203"/>
                    <a:gd name="connsiteY27" fmla="*/ 52483 h 104965"/>
                    <a:gd name="connsiteX28" fmla="*/ 52483 w 105203"/>
                    <a:gd name="connsiteY28" fmla="*/ 23860 h 104965"/>
                    <a:gd name="connsiteX29" fmla="*/ 52483 w 105203"/>
                    <a:gd name="connsiteY29" fmla="*/ 23860 h 104965"/>
                    <a:gd name="connsiteX30" fmla="*/ 52483 w 105203"/>
                    <a:gd name="connsiteY30" fmla="*/ 33623 h 104965"/>
                    <a:gd name="connsiteX31" fmla="*/ 52721 w 105203"/>
                    <a:gd name="connsiteY31" fmla="*/ 33623 h 104965"/>
                    <a:gd name="connsiteX32" fmla="*/ 71533 w 105203"/>
                    <a:gd name="connsiteY32" fmla="*/ 52435 h 104965"/>
                    <a:gd name="connsiteX33" fmla="*/ 71533 w 105203"/>
                    <a:gd name="connsiteY33" fmla="*/ 52435 h 104965"/>
                    <a:gd name="connsiteX34" fmla="*/ 52721 w 105203"/>
                    <a:gd name="connsiteY34" fmla="*/ 71533 h 104965"/>
                    <a:gd name="connsiteX35" fmla="*/ 52483 w 105203"/>
                    <a:gd name="connsiteY35" fmla="*/ 71533 h 104965"/>
                    <a:gd name="connsiteX36" fmla="*/ 33671 w 105203"/>
                    <a:gd name="connsiteY36" fmla="*/ 52435 h 104965"/>
                    <a:gd name="connsiteX37" fmla="*/ 33671 w 105203"/>
                    <a:gd name="connsiteY37" fmla="*/ 52435 h 104965"/>
                    <a:gd name="connsiteX38" fmla="*/ 52483 w 105203"/>
                    <a:gd name="connsiteY38" fmla="*/ 33623 h 104965"/>
                    <a:gd name="connsiteX39" fmla="*/ 52483 w 105203"/>
                    <a:gd name="connsiteY39" fmla="*/ 33623 h 104965"/>
                    <a:gd name="connsiteX40" fmla="*/ 28623 w 105203"/>
                    <a:gd name="connsiteY40" fmla="*/ 9049 h 104965"/>
                    <a:gd name="connsiteX41" fmla="*/ 76581 w 105203"/>
                    <a:gd name="connsiteY41" fmla="*/ 9049 h 104965"/>
                    <a:gd name="connsiteX42" fmla="*/ 96155 w 105203"/>
                    <a:gd name="connsiteY42" fmla="*/ 28623 h 104965"/>
                    <a:gd name="connsiteX43" fmla="*/ 96155 w 105203"/>
                    <a:gd name="connsiteY43" fmla="*/ 76343 h 104965"/>
                    <a:gd name="connsiteX44" fmla="*/ 76581 w 105203"/>
                    <a:gd name="connsiteY44" fmla="*/ 95917 h 104965"/>
                    <a:gd name="connsiteX45" fmla="*/ 28623 w 105203"/>
                    <a:gd name="connsiteY45" fmla="*/ 95917 h 104965"/>
                    <a:gd name="connsiteX46" fmla="*/ 9049 w 105203"/>
                    <a:gd name="connsiteY46" fmla="*/ 76343 h 104965"/>
                    <a:gd name="connsiteX47" fmla="*/ 9049 w 105203"/>
                    <a:gd name="connsiteY47" fmla="*/ 28623 h 104965"/>
                    <a:gd name="connsiteX48" fmla="*/ 28623 w 105203"/>
                    <a:gd name="connsiteY48" fmla="*/ 9049 h 104965"/>
                    <a:gd name="connsiteX49" fmla="*/ 28623 w 105203"/>
                    <a:gd name="connsiteY49" fmla="*/ 9049 h 10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5203" h="104965">
                      <a:moveTo>
                        <a:pt x="28384" y="0"/>
                      </a:moveTo>
                      <a:lnTo>
                        <a:pt x="76819" y="0"/>
                      </a:lnTo>
                      <a:cubicBezTo>
                        <a:pt x="92392" y="0"/>
                        <a:pt x="105204" y="12811"/>
                        <a:pt x="105204" y="28385"/>
                      </a:cubicBezTo>
                      <a:lnTo>
                        <a:pt x="105204" y="76581"/>
                      </a:lnTo>
                      <a:cubicBezTo>
                        <a:pt x="105204" y="92154"/>
                        <a:pt x="92392" y="104966"/>
                        <a:pt x="76819" y="104966"/>
                      </a:cubicBezTo>
                      <a:lnTo>
                        <a:pt x="28384" y="104966"/>
                      </a:lnTo>
                      <a:cubicBezTo>
                        <a:pt x="12811" y="104966"/>
                        <a:pt x="0" y="92154"/>
                        <a:pt x="0" y="76581"/>
                      </a:cubicBezTo>
                      <a:lnTo>
                        <a:pt x="0" y="28385"/>
                      </a:lnTo>
                      <a:cubicBezTo>
                        <a:pt x="0" y="12811"/>
                        <a:pt x="12811" y="0"/>
                        <a:pt x="28384" y="0"/>
                      </a:cubicBezTo>
                      <a:lnTo>
                        <a:pt x="28384" y="0"/>
                      </a:lnTo>
                      <a:close/>
                      <a:moveTo>
                        <a:pt x="80867" y="18336"/>
                      </a:moveTo>
                      <a:lnTo>
                        <a:pt x="80867" y="18336"/>
                      </a:lnTo>
                      <a:cubicBezTo>
                        <a:pt x="84153" y="18336"/>
                        <a:pt x="86916" y="21098"/>
                        <a:pt x="86916" y="24384"/>
                      </a:cubicBezTo>
                      <a:lnTo>
                        <a:pt x="86916" y="24384"/>
                      </a:lnTo>
                      <a:cubicBezTo>
                        <a:pt x="86916" y="27670"/>
                        <a:pt x="84153" y="30432"/>
                        <a:pt x="80867" y="30432"/>
                      </a:cubicBezTo>
                      <a:lnTo>
                        <a:pt x="80867" y="30432"/>
                      </a:lnTo>
                      <a:cubicBezTo>
                        <a:pt x="77343" y="30432"/>
                        <a:pt x="74819" y="27670"/>
                        <a:pt x="74819" y="24384"/>
                      </a:cubicBezTo>
                      <a:lnTo>
                        <a:pt x="74819" y="24384"/>
                      </a:lnTo>
                      <a:cubicBezTo>
                        <a:pt x="74819" y="21098"/>
                        <a:pt x="77343" y="18336"/>
                        <a:pt x="80867" y="18336"/>
                      </a:cubicBezTo>
                      <a:lnTo>
                        <a:pt x="80867" y="18336"/>
                      </a:lnTo>
                      <a:close/>
                      <a:moveTo>
                        <a:pt x="52483" y="23860"/>
                      </a:moveTo>
                      <a:lnTo>
                        <a:pt x="52721" y="23860"/>
                      </a:lnTo>
                      <a:cubicBezTo>
                        <a:pt x="68294" y="23860"/>
                        <a:pt x="81343" y="36909"/>
                        <a:pt x="81343" y="52483"/>
                      </a:cubicBezTo>
                      <a:lnTo>
                        <a:pt x="81343" y="52483"/>
                      </a:lnTo>
                      <a:cubicBezTo>
                        <a:pt x="81343" y="68294"/>
                        <a:pt x="68294" y="81105"/>
                        <a:pt x="52721" y="81105"/>
                      </a:cubicBezTo>
                      <a:lnTo>
                        <a:pt x="52483" y="81105"/>
                      </a:lnTo>
                      <a:cubicBezTo>
                        <a:pt x="36909" y="81105"/>
                        <a:pt x="24098" y="68294"/>
                        <a:pt x="24098" y="52483"/>
                      </a:cubicBezTo>
                      <a:lnTo>
                        <a:pt x="24098" y="52483"/>
                      </a:lnTo>
                      <a:cubicBezTo>
                        <a:pt x="24098" y="36909"/>
                        <a:pt x="36909" y="23860"/>
                        <a:pt x="52483" y="23860"/>
                      </a:cubicBezTo>
                      <a:lnTo>
                        <a:pt x="52483" y="23860"/>
                      </a:lnTo>
                      <a:close/>
                      <a:moveTo>
                        <a:pt x="52483" y="33623"/>
                      </a:moveTo>
                      <a:lnTo>
                        <a:pt x="52721" y="33623"/>
                      </a:lnTo>
                      <a:cubicBezTo>
                        <a:pt x="63008" y="33623"/>
                        <a:pt x="71533" y="42148"/>
                        <a:pt x="71533" y="52435"/>
                      </a:cubicBezTo>
                      <a:lnTo>
                        <a:pt x="71533" y="52435"/>
                      </a:lnTo>
                      <a:cubicBezTo>
                        <a:pt x="71533" y="62960"/>
                        <a:pt x="63008" y="71533"/>
                        <a:pt x="52721" y="71533"/>
                      </a:cubicBezTo>
                      <a:lnTo>
                        <a:pt x="52483" y="71533"/>
                      </a:lnTo>
                      <a:cubicBezTo>
                        <a:pt x="42196" y="71533"/>
                        <a:pt x="33671" y="63008"/>
                        <a:pt x="33671" y="52435"/>
                      </a:cubicBezTo>
                      <a:lnTo>
                        <a:pt x="33671" y="52435"/>
                      </a:lnTo>
                      <a:cubicBezTo>
                        <a:pt x="33671" y="42148"/>
                        <a:pt x="42196" y="33623"/>
                        <a:pt x="52483" y="33623"/>
                      </a:cubicBezTo>
                      <a:lnTo>
                        <a:pt x="52483" y="33623"/>
                      </a:lnTo>
                      <a:close/>
                      <a:moveTo>
                        <a:pt x="28623" y="9049"/>
                      </a:moveTo>
                      <a:lnTo>
                        <a:pt x="76581" y="9049"/>
                      </a:lnTo>
                      <a:cubicBezTo>
                        <a:pt x="87392" y="9049"/>
                        <a:pt x="96155" y="17812"/>
                        <a:pt x="96155" y="28623"/>
                      </a:cubicBezTo>
                      <a:lnTo>
                        <a:pt x="96155" y="76343"/>
                      </a:lnTo>
                      <a:cubicBezTo>
                        <a:pt x="96155" y="87154"/>
                        <a:pt x="87392" y="95917"/>
                        <a:pt x="76581" y="95917"/>
                      </a:cubicBezTo>
                      <a:lnTo>
                        <a:pt x="28623" y="95917"/>
                      </a:lnTo>
                      <a:cubicBezTo>
                        <a:pt x="17812" y="95917"/>
                        <a:pt x="9049" y="87154"/>
                        <a:pt x="9049" y="76343"/>
                      </a:cubicBezTo>
                      <a:lnTo>
                        <a:pt x="9049" y="28623"/>
                      </a:lnTo>
                      <a:cubicBezTo>
                        <a:pt x="9049" y="17812"/>
                        <a:pt x="17812" y="9049"/>
                        <a:pt x="28623" y="9049"/>
                      </a:cubicBezTo>
                      <a:lnTo>
                        <a:pt x="28623" y="9049"/>
                      </a:lnTo>
                      <a:close/>
                    </a:path>
                  </a:pathLst>
                </a:custGeom>
                <a:solidFill>
                  <a:srgbClr val="FFFFFF"/>
                </a:solidFill>
                <a:ln w="4763" cap="flat">
                  <a:noFill/>
                  <a:prstDash val="solid"/>
                  <a:miter/>
                </a:ln>
              </p:spPr>
              <p:txBody>
                <a:bodyPr rtlCol="0" anchor="ctr"/>
                <a:lstStyle/>
                <a:p>
                  <a:endParaRPr lang="en-AU" sz="2880"/>
                </a:p>
              </p:txBody>
            </p:sp>
          </p:grpSp>
          <p:grpSp>
            <p:nvGrpSpPr>
              <p:cNvPr id="24" name="Graphic 3">
                <a:extLst>
                  <a:ext uri="{FF2B5EF4-FFF2-40B4-BE49-F238E27FC236}">
                    <a16:creationId xmlns:a16="http://schemas.microsoft.com/office/drawing/2014/main" id="{1E38CE80-668F-33FD-4068-4CE84CB701AD}"/>
                  </a:ext>
                </a:extLst>
              </p:cNvPr>
              <p:cNvGrpSpPr/>
              <p:nvPr/>
            </p:nvGrpSpPr>
            <p:grpSpPr>
              <a:xfrm>
                <a:off x="217360" y="4600908"/>
                <a:ext cx="171354" cy="171354"/>
                <a:chOff x="217360" y="4600908"/>
                <a:chExt cx="171354" cy="171354"/>
              </a:xfrm>
              <a:solidFill>
                <a:srgbClr val="FFFFFF"/>
              </a:solidFill>
            </p:grpSpPr>
            <p:sp>
              <p:nvSpPr>
                <p:cNvPr id="25" name="Freeform: Shape 24">
                  <a:extLst>
                    <a:ext uri="{FF2B5EF4-FFF2-40B4-BE49-F238E27FC236}">
                      <a16:creationId xmlns:a16="http://schemas.microsoft.com/office/drawing/2014/main" id="{DC5C4339-27F3-3A60-4691-313A45B4636F}"/>
                    </a:ext>
                  </a:extLst>
                </p:cNvPr>
                <p:cNvSpPr/>
                <p:nvPr/>
              </p:nvSpPr>
              <p:spPr>
                <a:xfrm>
                  <a:off x="217360"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sz="2880"/>
                </a:p>
              </p:txBody>
            </p:sp>
            <p:sp>
              <p:nvSpPr>
                <p:cNvPr id="26" name="Freeform: Shape 25">
                  <a:extLst>
                    <a:ext uri="{FF2B5EF4-FFF2-40B4-BE49-F238E27FC236}">
                      <a16:creationId xmlns:a16="http://schemas.microsoft.com/office/drawing/2014/main" id="{4E0AF755-8025-9045-AFC0-345262DD6301}"/>
                    </a:ext>
                  </a:extLst>
                </p:cNvPr>
                <p:cNvSpPr/>
                <p:nvPr/>
              </p:nvSpPr>
              <p:spPr>
                <a:xfrm>
                  <a:off x="265223" y="4643008"/>
                  <a:ext cx="75580" cy="76009"/>
                </a:xfrm>
                <a:custGeom>
                  <a:avLst/>
                  <a:gdLst>
                    <a:gd name="connsiteX0" fmla="*/ 1524 w 75580"/>
                    <a:gd name="connsiteY0" fmla="*/ 25527 h 76009"/>
                    <a:gd name="connsiteX1" fmla="*/ 16526 w 75580"/>
                    <a:gd name="connsiteY1" fmla="*/ 25527 h 76009"/>
                    <a:gd name="connsiteX2" fmla="*/ 16526 w 75580"/>
                    <a:gd name="connsiteY2" fmla="*/ 75914 h 76009"/>
                    <a:gd name="connsiteX3" fmla="*/ 1524 w 75580"/>
                    <a:gd name="connsiteY3" fmla="*/ 75914 h 76009"/>
                    <a:gd name="connsiteX4" fmla="*/ 1524 w 75580"/>
                    <a:gd name="connsiteY4" fmla="*/ 25527 h 76009"/>
                    <a:gd name="connsiteX5" fmla="*/ 8906 w 75580"/>
                    <a:gd name="connsiteY5" fmla="*/ 0 h 76009"/>
                    <a:gd name="connsiteX6" fmla="*/ 18002 w 75580"/>
                    <a:gd name="connsiteY6" fmla="*/ 9096 h 76009"/>
                    <a:gd name="connsiteX7" fmla="*/ 8906 w 75580"/>
                    <a:gd name="connsiteY7" fmla="*/ 18193 h 76009"/>
                    <a:gd name="connsiteX8" fmla="*/ 0 w 75580"/>
                    <a:gd name="connsiteY8" fmla="*/ 9096 h 76009"/>
                    <a:gd name="connsiteX9" fmla="*/ 8906 w 75580"/>
                    <a:gd name="connsiteY9" fmla="*/ 0 h 76009"/>
                    <a:gd name="connsiteX10" fmla="*/ 8906 w 75580"/>
                    <a:gd name="connsiteY10" fmla="*/ 0 h 76009"/>
                    <a:gd name="connsiteX11" fmla="*/ 25384 w 75580"/>
                    <a:gd name="connsiteY11" fmla="*/ 25527 h 76009"/>
                    <a:gd name="connsiteX12" fmla="*/ 40195 w 75580"/>
                    <a:gd name="connsiteY12" fmla="*/ 25527 h 76009"/>
                    <a:gd name="connsiteX13" fmla="*/ 40195 w 75580"/>
                    <a:gd name="connsiteY13" fmla="*/ 32575 h 76009"/>
                    <a:gd name="connsiteX14" fmla="*/ 54435 w 75580"/>
                    <a:gd name="connsiteY14" fmla="*/ 25003 h 76009"/>
                    <a:gd name="connsiteX15" fmla="*/ 58531 w 75580"/>
                    <a:gd name="connsiteY15" fmla="*/ 25003 h 76009"/>
                    <a:gd name="connsiteX16" fmla="*/ 75581 w 75580"/>
                    <a:gd name="connsiteY16" fmla="*/ 42053 h 76009"/>
                    <a:gd name="connsiteX17" fmla="*/ 75581 w 75580"/>
                    <a:gd name="connsiteY17" fmla="*/ 75962 h 76009"/>
                    <a:gd name="connsiteX18" fmla="*/ 60769 w 75580"/>
                    <a:gd name="connsiteY18" fmla="*/ 75962 h 76009"/>
                    <a:gd name="connsiteX19" fmla="*/ 60769 w 75580"/>
                    <a:gd name="connsiteY19" fmla="*/ 71342 h 76009"/>
                    <a:gd name="connsiteX20" fmla="*/ 60769 w 75580"/>
                    <a:gd name="connsiteY20" fmla="*/ 71342 h 76009"/>
                    <a:gd name="connsiteX21" fmla="*/ 60769 w 75580"/>
                    <a:gd name="connsiteY21" fmla="*/ 48768 h 76009"/>
                    <a:gd name="connsiteX22" fmla="*/ 60769 w 75580"/>
                    <a:gd name="connsiteY22" fmla="*/ 48768 h 76009"/>
                    <a:gd name="connsiteX23" fmla="*/ 50959 w 75580"/>
                    <a:gd name="connsiteY23" fmla="*/ 38576 h 76009"/>
                    <a:gd name="connsiteX24" fmla="*/ 50959 w 75580"/>
                    <a:gd name="connsiteY24" fmla="*/ 38576 h 76009"/>
                    <a:gd name="connsiteX25" fmla="*/ 40195 w 75580"/>
                    <a:gd name="connsiteY25" fmla="*/ 48768 h 76009"/>
                    <a:gd name="connsiteX26" fmla="*/ 40195 w 75580"/>
                    <a:gd name="connsiteY26" fmla="*/ 48768 h 76009"/>
                    <a:gd name="connsiteX27" fmla="*/ 40195 w 75580"/>
                    <a:gd name="connsiteY27" fmla="*/ 76009 h 76009"/>
                    <a:gd name="connsiteX28" fmla="*/ 25384 w 75580"/>
                    <a:gd name="connsiteY28" fmla="*/ 76009 h 76009"/>
                    <a:gd name="connsiteX29" fmla="*/ 25384 w 75580"/>
                    <a:gd name="connsiteY29" fmla="*/ 25622 h 76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580" h="76009">
                      <a:moveTo>
                        <a:pt x="1524" y="25527"/>
                      </a:moveTo>
                      <a:lnTo>
                        <a:pt x="16526" y="25527"/>
                      </a:lnTo>
                      <a:lnTo>
                        <a:pt x="16526" y="75914"/>
                      </a:lnTo>
                      <a:lnTo>
                        <a:pt x="1524" y="75914"/>
                      </a:lnTo>
                      <a:lnTo>
                        <a:pt x="1524" y="25527"/>
                      </a:lnTo>
                      <a:close/>
                      <a:moveTo>
                        <a:pt x="8906" y="0"/>
                      </a:moveTo>
                      <a:cubicBezTo>
                        <a:pt x="13907" y="0"/>
                        <a:pt x="18002" y="4096"/>
                        <a:pt x="18002" y="9096"/>
                      </a:cubicBezTo>
                      <a:cubicBezTo>
                        <a:pt x="18002" y="14097"/>
                        <a:pt x="13907" y="18193"/>
                        <a:pt x="8906" y="18193"/>
                      </a:cubicBezTo>
                      <a:cubicBezTo>
                        <a:pt x="3905" y="18193"/>
                        <a:pt x="0" y="14097"/>
                        <a:pt x="0" y="9096"/>
                      </a:cubicBezTo>
                      <a:cubicBezTo>
                        <a:pt x="0" y="4096"/>
                        <a:pt x="3905" y="0"/>
                        <a:pt x="8906" y="0"/>
                      </a:cubicBezTo>
                      <a:lnTo>
                        <a:pt x="8906" y="0"/>
                      </a:lnTo>
                      <a:close/>
                      <a:moveTo>
                        <a:pt x="25384" y="25527"/>
                      </a:moveTo>
                      <a:lnTo>
                        <a:pt x="40195" y="25527"/>
                      </a:lnTo>
                      <a:lnTo>
                        <a:pt x="40195" y="32575"/>
                      </a:lnTo>
                      <a:cubicBezTo>
                        <a:pt x="43339" y="27956"/>
                        <a:pt x="48530" y="25003"/>
                        <a:pt x="54435" y="25003"/>
                      </a:cubicBezTo>
                      <a:lnTo>
                        <a:pt x="58531" y="25003"/>
                      </a:lnTo>
                      <a:cubicBezTo>
                        <a:pt x="67961" y="25003"/>
                        <a:pt x="75581" y="32766"/>
                        <a:pt x="75581" y="42053"/>
                      </a:cubicBezTo>
                      <a:lnTo>
                        <a:pt x="75581" y="75962"/>
                      </a:lnTo>
                      <a:lnTo>
                        <a:pt x="60769" y="75962"/>
                      </a:lnTo>
                      <a:lnTo>
                        <a:pt x="60769" y="71342"/>
                      </a:lnTo>
                      <a:lnTo>
                        <a:pt x="60769" y="71342"/>
                      </a:lnTo>
                      <a:lnTo>
                        <a:pt x="60769" y="48768"/>
                      </a:lnTo>
                      <a:lnTo>
                        <a:pt x="60769" y="48768"/>
                      </a:lnTo>
                      <a:cubicBezTo>
                        <a:pt x="60579" y="43005"/>
                        <a:pt x="56674" y="38576"/>
                        <a:pt x="50959" y="38576"/>
                      </a:cubicBezTo>
                      <a:lnTo>
                        <a:pt x="50959" y="38576"/>
                      </a:lnTo>
                      <a:cubicBezTo>
                        <a:pt x="45196" y="38576"/>
                        <a:pt x="40386" y="43005"/>
                        <a:pt x="40195" y="48768"/>
                      </a:cubicBezTo>
                      <a:lnTo>
                        <a:pt x="40195" y="48768"/>
                      </a:lnTo>
                      <a:lnTo>
                        <a:pt x="40195" y="76009"/>
                      </a:lnTo>
                      <a:lnTo>
                        <a:pt x="25384" y="76009"/>
                      </a:lnTo>
                      <a:lnTo>
                        <a:pt x="25384" y="25622"/>
                      </a:lnTo>
                      <a:close/>
                    </a:path>
                  </a:pathLst>
                </a:custGeom>
                <a:solidFill>
                  <a:srgbClr val="FFFFFF"/>
                </a:solidFill>
                <a:ln w="4763" cap="flat">
                  <a:noFill/>
                  <a:prstDash val="solid"/>
                  <a:miter/>
                </a:ln>
              </p:spPr>
              <p:txBody>
                <a:bodyPr rtlCol="0" anchor="ctr"/>
                <a:lstStyle/>
                <a:p>
                  <a:endParaRPr lang="en-AU" sz="2880"/>
                </a:p>
              </p:txBody>
            </p:sp>
          </p:grpSp>
          <p:grpSp>
            <p:nvGrpSpPr>
              <p:cNvPr id="27" name="Graphic 3">
                <a:extLst>
                  <a:ext uri="{FF2B5EF4-FFF2-40B4-BE49-F238E27FC236}">
                    <a16:creationId xmlns:a16="http://schemas.microsoft.com/office/drawing/2014/main" id="{4AF81122-B682-3D4F-1692-03A9A1D0D0D9}"/>
                  </a:ext>
                </a:extLst>
              </p:cNvPr>
              <p:cNvGrpSpPr/>
              <p:nvPr/>
            </p:nvGrpSpPr>
            <p:grpSpPr>
              <a:xfrm>
                <a:off x="991457" y="4600908"/>
                <a:ext cx="171354" cy="171354"/>
                <a:chOff x="991457" y="4600908"/>
                <a:chExt cx="171354" cy="171354"/>
              </a:xfrm>
              <a:solidFill>
                <a:srgbClr val="FFFFFF"/>
              </a:solidFill>
            </p:grpSpPr>
            <p:sp>
              <p:nvSpPr>
                <p:cNvPr id="28" name="Freeform: Shape 27">
                  <a:extLst>
                    <a:ext uri="{FF2B5EF4-FFF2-40B4-BE49-F238E27FC236}">
                      <a16:creationId xmlns:a16="http://schemas.microsoft.com/office/drawing/2014/main" id="{C107F021-466F-02E9-8D53-CF6B99842509}"/>
                    </a:ext>
                  </a:extLst>
                </p:cNvPr>
                <p:cNvSpPr/>
                <p:nvPr/>
              </p:nvSpPr>
              <p:spPr>
                <a:xfrm>
                  <a:off x="991457"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sz="2880"/>
                </a:p>
              </p:txBody>
            </p:sp>
            <p:sp>
              <p:nvSpPr>
                <p:cNvPr id="29" name="Freeform: Shape 28">
                  <a:extLst>
                    <a:ext uri="{FF2B5EF4-FFF2-40B4-BE49-F238E27FC236}">
                      <a16:creationId xmlns:a16="http://schemas.microsoft.com/office/drawing/2014/main" id="{0A6EAA11-2208-EDD8-E640-9C795B4DAED8}"/>
                    </a:ext>
                  </a:extLst>
                </p:cNvPr>
                <p:cNvSpPr/>
                <p:nvPr/>
              </p:nvSpPr>
              <p:spPr>
                <a:xfrm>
                  <a:off x="1026509" y="4650581"/>
                  <a:ext cx="101441" cy="71723"/>
                </a:xfrm>
                <a:custGeom>
                  <a:avLst/>
                  <a:gdLst>
                    <a:gd name="connsiteX0" fmla="*/ 100251 w 101441"/>
                    <a:gd name="connsiteY0" fmla="*/ 15764 h 71723"/>
                    <a:gd name="connsiteX1" fmla="*/ 81105 w 101441"/>
                    <a:gd name="connsiteY1" fmla="*/ 1191 h 71723"/>
                    <a:gd name="connsiteX2" fmla="*/ 50721 w 101441"/>
                    <a:gd name="connsiteY2" fmla="*/ 0 h 71723"/>
                    <a:gd name="connsiteX3" fmla="*/ 20336 w 101441"/>
                    <a:gd name="connsiteY3" fmla="*/ 1191 h 71723"/>
                    <a:gd name="connsiteX4" fmla="*/ 1000 w 101441"/>
                    <a:gd name="connsiteY4" fmla="*/ 15764 h 71723"/>
                    <a:gd name="connsiteX5" fmla="*/ 0 w 101441"/>
                    <a:gd name="connsiteY5" fmla="*/ 35862 h 71723"/>
                    <a:gd name="connsiteX6" fmla="*/ 1000 w 101441"/>
                    <a:gd name="connsiteY6" fmla="*/ 55959 h 71723"/>
                    <a:gd name="connsiteX7" fmla="*/ 20336 w 101441"/>
                    <a:gd name="connsiteY7" fmla="*/ 70533 h 71723"/>
                    <a:gd name="connsiteX8" fmla="*/ 50721 w 101441"/>
                    <a:gd name="connsiteY8" fmla="*/ 71723 h 71723"/>
                    <a:gd name="connsiteX9" fmla="*/ 81105 w 101441"/>
                    <a:gd name="connsiteY9" fmla="*/ 70533 h 71723"/>
                    <a:gd name="connsiteX10" fmla="*/ 100251 w 101441"/>
                    <a:gd name="connsiteY10" fmla="*/ 55959 h 71723"/>
                    <a:gd name="connsiteX11" fmla="*/ 101441 w 101441"/>
                    <a:gd name="connsiteY11" fmla="*/ 35862 h 71723"/>
                    <a:gd name="connsiteX12" fmla="*/ 100251 w 101441"/>
                    <a:gd name="connsiteY12" fmla="*/ 15764 h 71723"/>
                    <a:gd name="connsiteX13" fmla="*/ 40481 w 101441"/>
                    <a:gd name="connsiteY13" fmla="*/ 51292 h 71723"/>
                    <a:gd name="connsiteX14" fmla="*/ 40481 w 101441"/>
                    <a:gd name="connsiteY14" fmla="*/ 20717 h 71723"/>
                    <a:gd name="connsiteX15" fmla="*/ 66913 w 101441"/>
                    <a:gd name="connsiteY15" fmla="*/ 35909 h 71723"/>
                    <a:gd name="connsiteX16" fmla="*/ 40481 w 101441"/>
                    <a:gd name="connsiteY16" fmla="*/ 51292 h 7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441" h="71723">
                      <a:moveTo>
                        <a:pt x="100251" y="15764"/>
                      </a:moveTo>
                      <a:cubicBezTo>
                        <a:pt x="98679" y="4143"/>
                        <a:pt x="92774" y="2143"/>
                        <a:pt x="81105" y="1191"/>
                      </a:cubicBezTo>
                      <a:cubicBezTo>
                        <a:pt x="71057" y="381"/>
                        <a:pt x="59627" y="0"/>
                        <a:pt x="50721" y="0"/>
                      </a:cubicBezTo>
                      <a:cubicBezTo>
                        <a:pt x="41815" y="0"/>
                        <a:pt x="30194" y="381"/>
                        <a:pt x="20336" y="1191"/>
                      </a:cubicBezTo>
                      <a:cubicBezTo>
                        <a:pt x="8715" y="2191"/>
                        <a:pt x="2572" y="4143"/>
                        <a:pt x="1000" y="15764"/>
                      </a:cubicBezTo>
                      <a:cubicBezTo>
                        <a:pt x="429" y="21098"/>
                        <a:pt x="0" y="28384"/>
                        <a:pt x="0" y="35862"/>
                      </a:cubicBezTo>
                      <a:cubicBezTo>
                        <a:pt x="0" y="43339"/>
                        <a:pt x="381" y="50864"/>
                        <a:pt x="1000" y="55959"/>
                      </a:cubicBezTo>
                      <a:cubicBezTo>
                        <a:pt x="2572" y="67818"/>
                        <a:pt x="8715" y="69580"/>
                        <a:pt x="20336" y="70533"/>
                      </a:cubicBezTo>
                      <a:cubicBezTo>
                        <a:pt x="30194" y="71533"/>
                        <a:pt x="41815" y="71723"/>
                        <a:pt x="50721" y="71723"/>
                      </a:cubicBezTo>
                      <a:cubicBezTo>
                        <a:pt x="59627" y="71723"/>
                        <a:pt x="71057" y="71533"/>
                        <a:pt x="81105" y="70533"/>
                      </a:cubicBezTo>
                      <a:cubicBezTo>
                        <a:pt x="92726" y="69532"/>
                        <a:pt x="98679" y="67770"/>
                        <a:pt x="100251" y="55959"/>
                      </a:cubicBezTo>
                      <a:cubicBezTo>
                        <a:pt x="101060" y="50816"/>
                        <a:pt x="101441" y="43339"/>
                        <a:pt x="101441" y="35862"/>
                      </a:cubicBezTo>
                      <a:cubicBezTo>
                        <a:pt x="101441" y="28384"/>
                        <a:pt x="101060" y="21050"/>
                        <a:pt x="100251" y="15764"/>
                      </a:cubicBezTo>
                      <a:close/>
                      <a:moveTo>
                        <a:pt x="40481" y="51292"/>
                      </a:moveTo>
                      <a:lnTo>
                        <a:pt x="40481" y="20717"/>
                      </a:lnTo>
                      <a:lnTo>
                        <a:pt x="66913" y="35909"/>
                      </a:lnTo>
                      <a:lnTo>
                        <a:pt x="40481" y="51292"/>
                      </a:lnTo>
                      <a:close/>
                    </a:path>
                  </a:pathLst>
                </a:custGeom>
                <a:solidFill>
                  <a:srgbClr val="FFFFFF"/>
                </a:solidFill>
                <a:ln w="4763" cap="flat">
                  <a:noFill/>
                  <a:prstDash val="solid"/>
                  <a:miter/>
                </a:ln>
              </p:spPr>
              <p:txBody>
                <a:bodyPr rtlCol="0" anchor="ctr"/>
                <a:lstStyle/>
                <a:p>
                  <a:endParaRPr lang="en-AU" sz="2880"/>
                </a:p>
              </p:txBody>
            </p:sp>
          </p:grpSp>
        </p:grpSp>
        <p:sp>
          <p:nvSpPr>
            <p:cNvPr id="30" name="TextBox 29">
              <a:extLst>
                <a:ext uri="{FF2B5EF4-FFF2-40B4-BE49-F238E27FC236}">
                  <a16:creationId xmlns:a16="http://schemas.microsoft.com/office/drawing/2014/main" id="{86AA1CEC-8694-F371-4526-F602B1F47D9A}"/>
                </a:ext>
              </a:extLst>
            </p:cNvPr>
            <p:cNvSpPr txBox="1"/>
            <p:nvPr/>
          </p:nvSpPr>
          <p:spPr>
            <a:xfrm>
              <a:off x="293584" y="4573623"/>
              <a:ext cx="2365091" cy="303929"/>
            </a:xfrm>
            <a:prstGeom prst="rect">
              <a:avLst/>
            </a:prstGeom>
            <a:noFill/>
          </p:spPr>
          <p:txBody>
            <a:bodyPr wrap="square" rtlCol="0">
              <a:spAutoFit/>
            </a:bodyPr>
            <a:lstStyle/>
            <a:p>
              <a:r>
                <a:rPr lang="en-US" sz="1280" b="0" i="0">
                  <a:solidFill>
                    <a:schemeClr val="bg1"/>
                  </a:solidFill>
                  <a:effectLst/>
                  <a:latin typeface="Century Gothic" panose="020B0502020202020204" pitchFamily="34" charset="0"/>
                </a:rPr>
                <a:t>Copyright </a:t>
              </a:r>
              <a:r>
                <a:rPr lang="en-US" sz="1280" b="0" i="0">
                  <a:solidFill>
                    <a:schemeClr val="bg1"/>
                  </a:solidFill>
                  <a:effectLst/>
                  <a:latin typeface="Century Gothic" panose="020B0502020202020204" pitchFamily="34" charset="0"/>
                  <a:cs typeface="Aptos" panose="020B0004020202020204" pitchFamily="34" charset="0"/>
                </a:rPr>
                <a:t>© </a:t>
              </a:r>
              <a:r>
                <a:rPr lang="en-US" sz="1280" b="0" i="0">
                  <a:solidFill>
                    <a:schemeClr val="bg1"/>
                  </a:solidFill>
                  <a:effectLst/>
                  <a:latin typeface="Century Gothic" panose="020B0502020202020204" pitchFamily="34" charset="0"/>
                </a:rPr>
                <a:t>2026 Ascendion. All Rights Reserved.</a:t>
              </a:r>
              <a:endParaRPr lang="en-US" sz="1280" b="0" i="0">
                <a:solidFill>
                  <a:schemeClr val="bg1"/>
                </a:solidFill>
                <a:latin typeface="Century Gothic" panose="020B0502020202020204" pitchFamily="34" charset="0"/>
              </a:endParaRPr>
            </a:p>
          </p:txBody>
        </p:sp>
        <p:sp>
          <p:nvSpPr>
            <p:cNvPr id="7" name="Freeform: Shape 6">
              <a:extLst>
                <a:ext uri="{FF2B5EF4-FFF2-40B4-BE49-F238E27FC236}">
                  <a16:creationId xmlns:a16="http://schemas.microsoft.com/office/drawing/2014/main" id="{062A0499-A8C5-48B9-4332-0E2E556AADE8}"/>
                </a:ext>
              </a:extLst>
            </p:cNvPr>
            <p:cNvSpPr/>
            <p:nvPr/>
          </p:nvSpPr>
          <p:spPr>
            <a:xfrm>
              <a:off x="7594568" y="3364420"/>
              <a:ext cx="1126807" cy="257746"/>
            </a:xfrm>
            <a:custGeom>
              <a:avLst/>
              <a:gdLst>
                <a:gd name="connsiteX0" fmla="*/ 649986 w 1126807"/>
                <a:gd name="connsiteY0" fmla="*/ 95 h 257746"/>
                <a:gd name="connsiteX1" fmla="*/ 695421 w 1126807"/>
                <a:gd name="connsiteY1" fmla="*/ 9715 h 257746"/>
                <a:gd name="connsiteX2" fmla="*/ 761524 w 1126807"/>
                <a:gd name="connsiteY2" fmla="*/ 85725 h 257746"/>
                <a:gd name="connsiteX3" fmla="*/ 695421 w 1126807"/>
                <a:gd name="connsiteY3" fmla="*/ 133731 h 257746"/>
                <a:gd name="connsiteX4" fmla="*/ 649986 w 1126807"/>
                <a:gd name="connsiteY4" fmla="*/ 124111 h 257746"/>
                <a:gd name="connsiteX5" fmla="*/ 649986 w 1126807"/>
                <a:gd name="connsiteY5" fmla="*/ 95 h 257746"/>
                <a:gd name="connsiteX6" fmla="*/ 695421 w 1126807"/>
                <a:gd name="connsiteY6" fmla="*/ 105537 h 257746"/>
                <a:gd name="connsiteX7" fmla="*/ 730949 w 1126807"/>
                <a:gd name="connsiteY7" fmla="*/ 79153 h 257746"/>
                <a:gd name="connsiteX8" fmla="*/ 695421 w 1126807"/>
                <a:gd name="connsiteY8" fmla="*/ 37624 h 257746"/>
                <a:gd name="connsiteX9" fmla="*/ 680656 w 1126807"/>
                <a:gd name="connsiteY9" fmla="*/ 34481 h 257746"/>
                <a:gd name="connsiteX10" fmla="*/ 680656 w 1126807"/>
                <a:gd name="connsiteY10" fmla="*/ 102394 h 257746"/>
                <a:gd name="connsiteX11" fmla="*/ 695421 w 1126807"/>
                <a:gd name="connsiteY11" fmla="*/ 105537 h 257746"/>
                <a:gd name="connsiteX12" fmla="*/ 856107 w 1126807"/>
                <a:gd name="connsiteY12" fmla="*/ 43910 h 257746"/>
                <a:gd name="connsiteX13" fmla="*/ 856107 w 1126807"/>
                <a:gd name="connsiteY13" fmla="*/ 71914 h 257746"/>
                <a:gd name="connsiteX14" fmla="*/ 829056 w 1126807"/>
                <a:gd name="connsiteY14" fmla="*/ 66199 h 257746"/>
                <a:gd name="connsiteX15" fmla="*/ 829056 w 1126807"/>
                <a:gd name="connsiteY15" fmla="*/ 134112 h 257746"/>
                <a:gd name="connsiteX16" fmla="*/ 856107 w 1126807"/>
                <a:gd name="connsiteY16" fmla="*/ 139827 h 257746"/>
                <a:gd name="connsiteX17" fmla="*/ 856107 w 1126807"/>
                <a:gd name="connsiteY17" fmla="*/ 168021 h 257746"/>
                <a:gd name="connsiteX18" fmla="*/ 771430 w 1126807"/>
                <a:gd name="connsiteY18" fmla="*/ 150019 h 257746"/>
                <a:gd name="connsiteX19" fmla="*/ 771430 w 1126807"/>
                <a:gd name="connsiteY19" fmla="*/ 121920 h 257746"/>
                <a:gd name="connsiteX20" fmla="*/ 798576 w 1126807"/>
                <a:gd name="connsiteY20" fmla="*/ 127635 h 257746"/>
                <a:gd name="connsiteX21" fmla="*/ 798576 w 1126807"/>
                <a:gd name="connsiteY21" fmla="*/ 59722 h 257746"/>
                <a:gd name="connsiteX22" fmla="*/ 771430 w 1126807"/>
                <a:gd name="connsiteY22" fmla="*/ 54007 h 257746"/>
                <a:gd name="connsiteX23" fmla="*/ 771430 w 1126807"/>
                <a:gd name="connsiteY23" fmla="*/ 26003 h 257746"/>
                <a:gd name="connsiteX24" fmla="*/ 856107 w 1126807"/>
                <a:gd name="connsiteY24" fmla="*/ 44006 h 257746"/>
                <a:gd name="connsiteX25" fmla="*/ 927830 w 1126807"/>
                <a:gd name="connsiteY25" fmla="*/ 56674 h 257746"/>
                <a:gd name="connsiteX26" fmla="*/ 989934 w 1126807"/>
                <a:gd name="connsiteY26" fmla="*/ 134207 h 257746"/>
                <a:gd name="connsiteX27" fmla="*/ 927830 w 1126807"/>
                <a:gd name="connsiteY27" fmla="*/ 185547 h 257746"/>
                <a:gd name="connsiteX28" fmla="*/ 865442 w 1126807"/>
                <a:gd name="connsiteY28" fmla="*/ 107728 h 257746"/>
                <a:gd name="connsiteX29" fmla="*/ 927830 w 1126807"/>
                <a:gd name="connsiteY29" fmla="*/ 56578 h 257746"/>
                <a:gd name="connsiteX30" fmla="*/ 927830 w 1126807"/>
                <a:gd name="connsiteY30" fmla="*/ 156591 h 257746"/>
                <a:gd name="connsiteX31" fmla="*/ 958406 w 1126807"/>
                <a:gd name="connsiteY31" fmla="*/ 127540 h 257746"/>
                <a:gd name="connsiteX32" fmla="*/ 927830 w 1126807"/>
                <a:gd name="connsiteY32" fmla="*/ 85630 h 257746"/>
                <a:gd name="connsiteX33" fmla="*/ 897065 w 1126807"/>
                <a:gd name="connsiteY33" fmla="*/ 114395 h 257746"/>
                <a:gd name="connsiteX34" fmla="*/ 927830 w 1126807"/>
                <a:gd name="connsiteY34" fmla="*/ 156496 h 257746"/>
                <a:gd name="connsiteX35" fmla="*/ 1005173 w 1126807"/>
                <a:gd name="connsiteY35" fmla="*/ 75533 h 257746"/>
                <a:gd name="connsiteX36" fmla="*/ 1062895 w 1126807"/>
                <a:gd name="connsiteY36" fmla="*/ 87821 h 257746"/>
                <a:gd name="connsiteX37" fmla="*/ 1096232 w 1126807"/>
                <a:gd name="connsiteY37" fmla="*/ 208693 h 257746"/>
                <a:gd name="connsiteX38" fmla="*/ 1096232 w 1126807"/>
                <a:gd name="connsiteY38" fmla="*/ 94869 h 257746"/>
                <a:gd name="connsiteX39" fmla="*/ 1126808 w 1126807"/>
                <a:gd name="connsiteY39" fmla="*/ 101346 h 257746"/>
                <a:gd name="connsiteX40" fmla="*/ 1126808 w 1126807"/>
                <a:gd name="connsiteY40" fmla="*/ 225362 h 257746"/>
                <a:gd name="connsiteX41" fmla="*/ 1069086 w 1126807"/>
                <a:gd name="connsiteY41" fmla="*/ 213074 h 257746"/>
                <a:gd name="connsiteX42" fmla="*/ 1035749 w 1126807"/>
                <a:gd name="connsiteY42" fmla="*/ 92202 h 257746"/>
                <a:gd name="connsiteX43" fmla="*/ 1035749 w 1126807"/>
                <a:gd name="connsiteY43" fmla="*/ 206026 h 257746"/>
                <a:gd name="connsiteX44" fmla="*/ 1005173 w 1126807"/>
                <a:gd name="connsiteY44" fmla="*/ 199549 h 257746"/>
                <a:gd name="connsiteX45" fmla="*/ 1005173 w 1126807"/>
                <a:gd name="connsiteY45" fmla="*/ 75533 h 257746"/>
                <a:gd name="connsiteX46" fmla="*/ 38005 w 1126807"/>
                <a:gd name="connsiteY46" fmla="*/ 125730 h 257746"/>
                <a:gd name="connsiteX47" fmla="*/ 94012 w 1126807"/>
                <a:gd name="connsiteY47" fmla="*/ 113824 h 257746"/>
                <a:gd name="connsiteX48" fmla="*/ 131921 w 1126807"/>
                <a:gd name="connsiteY48" fmla="*/ 229743 h 257746"/>
                <a:gd name="connsiteX49" fmla="*/ 99441 w 1126807"/>
                <a:gd name="connsiteY49" fmla="*/ 236601 h 257746"/>
                <a:gd name="connsiteX50" fmla="*/ 88297 w 1126807"/>
                <a:gd name="connsiteY50" fmla="*/ 201454 h 257746"/>
                <a:gd name="connsiteX51" fmla="*/ 43244 w 1126807"/>
                <a:gd name="connsiteY51" fmla="*/ 211074 h 257746"/>
                <a:gd name="connsiteX52" fmla="*/ 32099 w 1126807"/>
                <a:gd name="connsiteY52" fmla="*/ 250889 h 257746"/>
                <a:gd name="connsiteX53" fmla="*/ 0 w 1126807"/>
                <a:gd name="connsiteY53" fmla="*/ 257746 h 257746"/>
                <a:gd name="connsiteX54" fmla="*/ 38005 w 1126807"/>
                <a:gd name="connsiteY54" fmla="*/ 125635 h 257746"/>
                <a:gd name="connsiteX55" fmla="*/ 79915 w 1126807"/>
                <a:gd name="connsiteY55" fmla="*/ 175355 h 257746"/>
                <a:gd name="connsiteX56" fmla="*/ 65818 w 1126807"/>
                <a:gd name="connsiteY56" fmla="*/ 131064 h 257746"/>
                <a:gd name="connsiteX57" fmla="*/ 51721 w 1126807"/>
                <a:gd name="connsiteY57" fmla="*/ 181356 h 257746"/>
                <a:gd name="connsiteX58" fmla="*/ 80010 w 1126807"/>
                <a:gd name="connsiteY58" fmla="*/ 175355 h 257746"/>
                <a:gd name="connsiteX59" fmla="*/ 194025 w 1126807"/>
                <a:gd name="connsiteY59" fmla="*/ 218980 h 257746"/>
                <a:gd name="connsiteX60" fmla="*/ 134493 w 1126807"/>
                <a:gd name="connsiteY60" fmla="*/ 180785 h 257746"/>
                <a:gd name="connsiteX61" fmla="*/ 166116 w 1126807"/>
                <a:gd name="connsiteY61" fmla="*/ 174022 h 257746"/>
                <a:gd name="connsiteX62" fmla="*/ 194691 w 1126807"/>
                <a:gd name="connsiteY62" fmla="*/ 192024 h 257746"/>
                <a:gd name="connsiteX63" fmla="*/ 216027 w 1126807"/>
                <a:gd name="connsiteY63" fmla="*/ 176594 h 257746"/>
                <a:gd name="connsiteX64" fmla="*/ 205931 w 1126807"/>
                <a:gd name="connsiteY64" fmla="*/ 169259 h 257746"/>
                <a:gd name="connsiteX65" fmla="*/ 166211 w 1126807"/>
                <a:gd name="connsiteY65" fmla="*/ 166783 h 257746"/>
                <a:gd name="connsiteX66" fmla="*/ 139256 w 1126807"/>
                <a:gd name="connsiteY66" fmla="*/ 138589 h 257746"/>
                <a:gd name="connsiteX67" fmla="*/ 187547 w 1126807"/>
                <a:gd name="connsiteY67" fmla="*/ 91345 h 257746"/>
                <a:gd name="connsiteX68" fmla="*/ 242888 w 1126807"/>
                <a:gd name="connsiteY68" fmla="*/ 124777 h 257746"/>
                <a:gd name="connsiteX69" fmla="*/ 211455 w 1126807"/>
                <a:gd name="connsiteY69" fmla="*/ 131445 h 257746"/>
                <a:gd name="connsiteX70" fmla="*/ 188024 w 1126807"/>
                <a:gd name="connsiteY70" fmla="*/ 117443 h 257746"/>
                <a:gd name="connsiteX71" fmla="*/ 170879 w 1126807"/>
                <a:gd name="connsiteY71" fmla="*/ 131159 h 257746"/>
                <a:gd name="connsiteX72" fmla="*/ 180118 w 1126807"/>
                <a:gd name="connsiteY72" fmla="*/ 137827 h 257746"/>
                <a:gd name="connsiteX73" fmla="*/ 218694 w 1126807"/>
                <a:gd name="connsiteY73" fmla="*/ 139636 h 257746"/>
                <a:gd name="connsiteX74" fmla="*/ 247460 w 1126807"/>
                <a:gd name="connsiteY74" fmla="*/ 168497 h 257746"/>
                <a:gd name="connsiteX75" fmla="*/ 193929 w 1126807"/>
                <a:gd name="connsiteY75" fmla="*/ 218885 h 257746"/>
                <a:gd name="connsiteX76" fmla="*/ 256413 w 1126807"/>
                <a:gd name="connsiteY76" fmla="*/ 141161 h 257746"/>
                <a:gd name="connsiteX77" fmla="*/ 319373 w 1126807"/>
                <a:gd name="connsiteY77" fmla="*/ 63436 h 257746"/>
                <a:gd name="connsiteX78" fmla="*/ 379476 w 1126807"/>
                <a:gd name="connsiteY78" fmla="*/ 100965 h 257746"/>
                <a:gd name="connsiteX79" fmla="*/ 348044 w 1126807"/>
                <a:gd name="connsiteY79" fmla="*/ 107633 h 257746"/>
                <a:gd name="connsiteX80" fmla="*/ 319564 w 1126807"/>
                <a:gd name="connsiteY80" fmla="*/ 92393 h 257746"/>
                <a:gd name="connsiteX81" fmla="*/ 288131 w 1126807"/>
                <a:gd name="connsiteY81" fmla="*/ 134398 h 257746"/>
                <a:gd name="connsiteX82" fmla="*/ 319564 w 1126807"/>
                <a:gd name="connsiteY82" fmla="*/ 163259 h 257746"/>
                <a:gd name="connsiteX83" fmla="*/ 348044 w 1126807"/>
                <a:gd name="connsiteY83" fmla="*/ 135731 h 257746"/>
                <a:gd name="connsiteX84" fmla="*/ 379476 w 1126807"/>
                <a:gd name="connsiteY84" fmla="*/ 129064 h 257746"/>
                <a:gd name="connsiteX85" fmla="*/ 319373 w 1126807"/>
                <a:gd name="connsiteY85" fmla="*/ 192310 h 257746"/>
                <a:gd name="connsiteX86" fmla="*/ 256413 w 1126807"/>
                <a:gd name="connsiteY86" fmla="*/ 141161 h 257746"/>
                <a:gd name="connsiteX87" fmla="*/ 394430 w 1126807"/>
                <a:gd name="connsiteY87" fmla="*/ 49911 h 257746"/>
                <a:gd name="connsiteX88" fmla="*/ 488823 w 1126807"/>
                <a:gd name="connsiteY88" fmla="*/ 29813 h 257746"/>
                <a:gd name="connsiteX89" fmla="*/ 488823 w 1126807"/>
                <a:gd name="connsiteY89" fmla="*/ 57817 h 257746"/>
                <a:gd name="connsiteX90" fmla="*/ 425196 w 1126807"/>
                <a:gd name="connsiteY90" fmla="*/ 71342 h 257746"/>
                <a:gd name="connsiteX91" fmla="*/ 425196 w 1126807"/>
                <a:gd name="connsiteY91" fmla="*/ 92107 h 257746"/>
                <a:gd name="connsiteX92" fmla="*/ 480441 w 1126807"/>
                <a:gd name="connsiteY92" fmla="*/ 80391 h 257746"/>
                <a:gd name="connsiteX93" fmla="*/ 480441 w 1126807"/>
                <a:gd name="connsiteY93" fmla="*/ 106775 h 257746"/>
                <a:gd name="connsiteX94" fmla="*/ 425196 w 1126807"/>
                <a:gd name="connsiteY94" fmla="*/ 118491 h 257746"/>
                <a:gd name="connsiteX95" fmla="*/ 425196 w 1126807"/>
                <a:gd name="connsiteY95" fmla="*/ 139446 h 257746"/>
                <a:gd name="connsiteX96" fmla="*/ 488823 w 1126807"/>
                <a:gd name="connsiteY96" fmla="*/ 125921 h 257746"/>
                <a:gd name="connsiteX97" fmla="*/ 488823 w 1126807"/>
                <a:gd name="connsiteY97" fmla="*/ 153924 h 257746"/>
                <a:gd name="connsiteX98" fmla="*/ 394430 w 1126807"/>
                <a:gd name="connsiteY98" fmla="*/ 174022 h 257746"/>
                <a:gd name="connsiteX99" fmla="*/ 394430 w 1126807"/>
                <a:gd name="connsiteY99" fmla="*/ 50006 h 257746"/>
                <a:gd name="connsiteX100" fmla="*/ 507397 w 1126807"/>
                <a:gd name="connsiteY100" fmla="*/ 25908 h 257746"/>
                <a:gd name="connsiteX101" fmla="*/ 565118 w 1126807"/>
                <a:gd name="connsiteY101" fmla="*/ 13621 h 257746"/>
                <a:gd name="connsiteX102" fmla="*/ 598456 w 1126807"/>
                <a:gd name="connsiteY102" fmla="*/ 120301 h 257746"/>
                <a:gd name="connsiteX103" fmla="*/ 598456 w 1126807"/>
                <a:gd name="connsiteY103" fmla="*/ 6477 h 257746"/>
                <a:gd name="connsiteX104" fmla="*/ 629126 w 1126807"/>
                <a:gd name="connsiteY104" fmla="*/ 0 h 257746"/>
                <a:gd name="connsiteX105" fmla="*/ 629126 w 1126807"/>
                <a:gd name="connsiteY105" fmla="*/ 124015 h 257746"/>
                <a:gd name="connsiteX106" fmla="*/ 571405 w 1126807"/>
                <a:gd name="connsiteY106" fmla="*/ 136303 h 257746"/>
                <a:gd name="connsiteX107" fmla="*/ 538067 w 1126807"/>
                <a:gd name="connsiteY107" fmla="*/ 29623 h 257746"/>
                <a:gd name="connsiteX108" fmla="*/ 538067 w 1126807"/>
                <a:gd name="connsiteY108" fmla="*/ 143447 h 257746"/>
                <a:gd name="connsiteX109" fmla="*/ 507397 w 1126807"/>
                <a:gd name="connsiteY109" fmla="*/ 149923 h 257746"/>
                <a:gd name="connsiteX110" fmla="*/ 507397 w 1126807"/>
                <a:gd name="connsiteY110" fmla="*/ 25908 h 257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126807" h="257746">
                  <a:moveTo>
                    <a:pt x="649986" y="95"/>
                  </a:moveTo>
                  <a:lnTo>
                    <a:pt x="695421" y="9715"/>
                  </a:lnTo>
                  <a:cubicBezTo>
                    <a:pt x="727901" y="16573"/>
                    <a:pt x="761524" y="32385"/>
                    <a:pt x="761524" y="85725"/>
                  </a:cubicBezTo>
                  <a:cubicBezTo>
                    <a:pt x="761524" y="139160"/>
                    <a:pt x="727901" y="140684"/>
                    <a:pt x="695421" y="133731"/>
                  </a:cubicBezTo>
                  <a:lnTo>
                    <a:pt x="649986" y="124111"/>
                  </a:lnTo>
                  <a:lnTo>
                    <a:pt x="649986" y="95"/>
                  </a:lnTo>
                  <a:close/>
                  <a:moveTo>
                    <a:pt x="695421" y="105537"/>
                  </a:moveTo>
                  <a:cubicBezTo>
                    <a:pt x="715804" y="109823"/>
                    <a:pt x="730949" y="112395"/>
                    <a:pt x="730949" y="79153"/>
                  </a:cubicBezTo>
                  <a:cubicBezTo>
                    <a:pt x="730949" y="45911"/>
                    <a:pt x="715614" y="41910"/>
                    <a:pt x="695421" y="37624"/>
                  </a:cubicBezTo>
                  <a:lnTo>
                    <a:pt x="680656" y="34481"/>
                  </a:lnTo>
                  <a:lnTo>
                    <a:pt x="680656" y="102394"/>
                  </a:lnTo>
                  <a:cubicBezTo>
                    <a:pt x="680656" y="102394"/>
                    <a:pt x="695421" y="105537"/>
                    <a:pt x="695421" y="105537"/>
                  </a:cubicBezTo>
                  <a:close/>
                  <a:moveTo>
                    <a:pt x="856107" y="43910"/>
                  </a:moveTo>
                  <a:lnTo>
                    <a:pt x="856107" y="71914"/>
                  </a:lnTo>
                  <a:cubicBezTo>
                    <a:pt x="856107" y="71914"/>
                    <a:pt x="829056" y="66199"/>
                    <a:pt x="829056" y="66199"/>
                  </a:cubicBezTo>
                  <a:lnTo>
                    <a:pt x="829056" y="134112"/>
                  </a:lnTo>
                  <a:cubicBezTo>
                    <a:pt x="829056" y="134112"/>
                    <a:pt x="856107" y="139827"/>
                    <a:pt x="856107" y="139827"/>
                  </a:cubicBezTo>
                  <a:lnTo>
                    <a:pt x="856107" y="168021"/>
                  </a:lnTo>
                  <a:cubicBezTo>
                    <a:pt x="856107" y="168021"/>
                    <a:pt x="771430" y="150019"/>
                    <a:pt x="771430" y="150019"/>
                  </a:cubicBezTo>
                  <a:lnTo>
                    <a:pt x="771430" y="121920"/>
                  </a:lnTo>
                  <a:cubicBezTo>
                    <a:pt x="771430" y="121920"/>
                    <a:pt x="798576" y="127635"/>
                    <a:pt x="798576" y="127635"/>
                  </a:cubicBezTo>
                  <a:lnTo>
                    <a:pt x="798576" y="59722"/>
                  </a:lnTo>
                  <a:cubicBezTo>
                    <a:pt x="798576" y="59722"/>
                    <a:pt x="771430" y="54007"/>
                    <a:pt x="771430" y="54007"/>
                  </a:cubicBezTo>
                  <a:lnTo>
                    <a:pt x="771430" y="26003"/>
                  </a:lnTo>
                  <a:cubicBezTo>
                    <a:pt x="771430" y="26003"/>
                    <a:pt x="856107" y="44006"/>
                    <a:pt x="856107" y="44006"/>
                  </a:cubicBezTo>
                  <a:close/>
                  <a:moveTo>
                    <a:pt x="927830" y="56674"/>
                  </a:moveTo>
                  <a:cubicBezTo>
                    <a:pt x="966406" y="64865"/>
                    <a:pt x="989934" y="97631"/>
                    <a:pt x="989934" y="134207"/>
                  </a:cubicBezTo>
                  <a:cubicBezTo>
                    <a:pt x="989934" y="170974"/>
                    <a:pt x="966406" y="193739"/>
                    <a:pt x="927830" y="185547"/>
                  </a:cubicBezTo>
                  <a:cubicBezTo>
                    <a:pt x="889159" y="177356"/>
                    <a:pt x="865442" y="144494"/>
                    <a:pt x="865442" y="107728"/>
                  </a:cubicBezTo>
                  <a:cubicBezTo>
                    <a:pt x="865442" y="71152"/>
                    <a:pt x="889159" y="48387"/>
                    <a:pt x="927830" y="56578"/>
                  </a:cubicBezTo>
                  <a:moveTo>
                    <a:pt x="927830" y="156591"/>
                  </a:moveTo>
                  <a:cubicBezTo>
                    <a:pt x="948405" y="160973"/>
                    <a:pt x="958406" y="150114"/>
                    <a:pt x="958406" y="127540"/>
                  </a:cubicBezTo>
                  <a:cubicBezTo>
                    <a:pt x="958406" y="104965"/>
                    <a:pt x="948119" y="90011"/>
                    <a:pt x="927830" y="85630"/>
                  </a:cubicBezTo>
                  <a:cubicBezTo>
                    <a:pt x="907257" y="81248"/>
                    <a:pt x="897065" y="92107"/>
                    <a:pt x="897065" y="114395"/>
                  </a:cubicBezTo>
                  <a:cubicBezTo>
                    <a:pt x="897065" y="136684"/>
                    <a:pt x="907352" y="152114"/>
                    <a:pt x="927830" y="156496"/>
                  </a:cubicBezTo>
                  <a:moveTo>
                    <a:pt x="1005173" y="75533"/>
                  </a:moveTo>
                  <a:lnTo>
                    <a:pt x="1062895" y="87821"/>
                  </a:lnTo>
                  <a:lnTo>
                    <a:pt x="1096232" y="208693"/>
                  </a:lnTo>
                  <a:lnTo>
                    <a:pt x="1096232" y="94869"/>
                  </a:lnTo>
                  <a:cubicBezTo>
                    <a:pt x="1096232" y="94869"/>
                    <a:pt x="1126808" y="101346"/>
                    <a:pt x="1126808" y="101346"/>
                  </a:cubicBezTo>
                  <a:lnTo>
                    <a:pt x="1126808" y="225362"/>
                  </a:lnTo>
                  <a:cubicBezTo>
                    <a:pt x="1126808" y="225362"/>
                    <a:pt x="1069086" y="213074"/>
                    <a:pt x="1069086" y="213074"/>
                  </a:cubicBezTo>
                  <a:lnTo>
                    <a:pt x="1035749" y="92202"/>
                  </a:lnTo>
                  <a:lnTo>
                    <a:pt x="1035749" y="206026"/>
                  </a:lnTo>
                  <a:cubicBezTo>
                    <a:pt x="1035749" y="206026"/>
                    <a:pt x="1005173" y="199549"/>
                    <a:pt x="1005173" y="199549"/>
                  </a:cubicBezTo>
                  <a:lnTo>
                    <a:pt x="1005173" y="75533"/>
                  </a:lnTo>
                  <a:close/>
                  <a:moveTo>
                    <a:pt x="38005" y="125730"/>
                  </a:moveTo>
                  <a:lnTo>
                    <a:pt x="94012" y="113824"/>
                  </a:lnTo>
                  <a:lnTo>
                    <a:pt x="131921" y="229743"/>
                  </a:lnTo>
                  <a:lnTo>
                    <a:pt x="99441" y="236601"/>
                  </a:lnTo>
                  <a:lnTo>
                    <a:pt x="88297" y="201454"/>
                  </a:lnTo>
                  <a:lnTo>
                    <a:pt x="43244" y="211074"/>
                  </a:lnTo>
                  <a:lnTo>
                    <a:pt x="32099" y="250889"/>
                  </a:lnTo>
                  <a:lnTo>
                    <a:pt x="0" y="257746"/>
                  </a:lnTo>
                  <a:lnTo>
                    <a:pt x="38005" y="125635"/>
                  </a:lnTo>
                  <a:close/>
                  <a:moveTo>
                    <a:pt x="79915" y="175355"/>
                  </a:moveTo>
                  <a:lnTo>
                    <a:pt x="65818" y="131064"/>
                  </a:lnTo>
                  <a:lnTo>
                    <a:pt x="51721" y="181356"/>
                  </a:lnTo>
                  <a:lnTo>
                    <a:pt x="80010" y="175355"/>
                  </a:lnTo>
                  <a:close/>
                  <a:moveTo>
                    <a:pt x="194025" y="218980"/>
                  </a:moveTo>
                  <a:cubicBezTo>
                    <a:pt x="152114" y="227838"/>
                    <a:pt x="134493" y="212979"/>
                    <a:pt x="134493" y="180785"/>
                  </a:cubicBezTo>
                  <a:lnTo>
                    <a:pt x="166116" y="174022"/>
                  </a:lnTo>
                  <a:cubicBezTo>
                    <a:pt x="166116" y="191643"/>
                    <a:pt x="172688" y="196691"/>
                    <a:pt x="194691" y="192024"/>
                  </a:cubicBezTo>
                  <a:cubicBezTo>
                    <a:pt x="209645" y="188881"/>
                    <a:pt x="216027" y="184309"/>
                    <a:pt x="216027" y="176594"/>
                  </a:cubicBezTo>
                  <a:cubicBezTo>
                    <a:pt x="216027" y="172212"/>
                    <a:pt x="212693" y="169545"/>
                    <a:pt x="205931" y="169259"/>
                  </a:cubicBezTo>
                  <a:lnTo>
                    <a:pt x="166211" y="166783"/>
                  </a:lnTo>
                  <a:cubicBezTo>
                    <a:pt x="145637" y="165354"/>
                    <a:pt x="139256" y="154210"/>
                    <a:pt x="139256" y="138589"/>
                  </a:cubicBezTo>
                  <a:cubicBezTo>
                    <a:pt x="139256" y="114490"/>
                    <a:pt x="156401" y="98012"/>
                    <a:pt x="187547" y="91345"/>
                  </a:cubicBezTo>
                  <a:cubicBezTo>
                    <a:pt x="224600" y="83439"/>
                    <a:pt x="242888" y="97917"/>
                    <a:pt x="242888" y="124777"/>
                  </a:cubicBezTo>
                  <a:lnTo>
                    <a:pt x="211455" y="131445"/>
                  </a:lnTo>
                  <a:cubicBezTo>
                    <a:pt x="211455" y="118110"/>
                    <a:pt x="204216" y="114014"/>
                    <a:pt x="188024" y="117443"/>
                  </a:cubicBezTo>
                  <a:cubicBezTo>
                    <a:pt x="176784" y="119824"/>
                    <a:pt x="170879" y="124111"/>
                    <a:pt x="170879" y="131159"/>
                  </a:cubicBezTo>
                  <a:cubicBezTo>
                    <a:pt x="170879" y="134684"/>
                    <a:pt x="172688" y="137255"/>
                    <a:pt x="180118" y="137827"/>
                  </a:cubicBezTo>
                  <a:lnTo>
                    <a:pt x="218694" y="139636"/>
                  </a:lnTo>
                  <a:cubicBezTo>
                    <a:pt x="238411" y="140589"/>
                    <a:pt x="247460" y="150400"/>
                    <a:pt x="247460" y="168497"/>
                  </a:cubicBezTo>
                  <a:cubicBezTo>
                    <a:pt x="247460" y="192024"/>
                    <a:pt x="231934" y="210788"/>
                    <a:pt x="193929" y="218885"/>
                  </a:cubicBezTo>
                  <a:moveTo>
                    <a:pt x="256413" y="141161"/>
                  </a:moveTo>
                  <a:cubicBezTo>
                    <a:pt x="256413" y="104585"/>
                    <a:pt x="280511" y="71628"/>
                    <a:pt x="319373" y="63436"/>
                  </a:cubicBezTo>
                  <a:cubicBezTo>
                    <a:pt x="353378" y="56198"/>
                    <a:pt x="375952" y="70580"/>
                    <a:pt x="379476" y="100965"/>
                  </a:cubicBezTo>
                  <a:lnTo>
                    <a:pt x="348044" y="107633"/>
                  </a:lnTo>
                  <a:cubicBezTo>
                    <a:pt x="345472" y="94774"/>
                    <a:pt x="334613" y="89249"/>
                    <a:pt x="319564" y="92393"/>
                  </a:cubicBezTo>
                  <a:cubicBezTo>
                    <a:pt x="301181" y="96298"/>
                    <a:pt x="288131" y="110014"/>
                    <a:pt x="288131" y="134398"/>
                  </a:cubicBezTo>
                  <a:cubicBezTo>
                    <a:pt x="288131" y="159068"/>
                    <a:pt x="301276" y="167164"/>
                    <a:pt x="319564" y="163259"/>
                  </a:cubicBezTo>
                  <a:cubicBezTo>
                    <a:pt x="334518" y="160115"/>
                    <a:pt x="345472" y="149638"/>
                    <a:pt x="348044" y="135731"/>
                  </a:cubicBezTo>
                  <a:lnTo>
                    <a:pt x="379476" y="129064"/>
                  </a:lnTo>
                  <a:cubicBezTo>
                    <a:pt x="375952" y="161163"/>
                    <a:pt x="353378" y="185071"/>
                    <a:pt x="319373" y="192310"/>
                  </a:cubicBezTo>
                  <a:cubicBezTo>
                    <a:pt x="280511" y="200596"/>
                    <a:pt x="256413" y="177927"/>
                    <a:pt x="256413" y="141161"/>
                  </a:cubicBezTo>
                  <a:moveTo>
                    <a:pt x="394430" y="49911"/>
                  </a:moveTo>
                  <a:lnTo>
                    <a:pt x="488823" y="29813"/>
                  </a:lnTo>
                  <a:lnTo>
                    <a:pt x="488823" y="57817"/>
                  </a:lnTo>
                  <a:cubicBezTo>
                    <a:pt x="488823" y="57817"/>
                    <a:pt x="425196" y="71342"/>
                    <a:pt x="425196" y="71342"/>
                  </a:cubicBezTo>
                  <a:lnTo>
                    <a:pt x="425196" y="92107"/>
                  </a:lnTo>
                  <a:cubicBezTo>
                    <a:pt x="425196" y="92107"/>
                    <a:pt x="480441" y="80391"/>
                    <a:pt x="480441" y="80391"/>
                  </a:cubicBezTo>
                  <a:lnTo>
                    <a:pt x="480441" y="106775"/>
                  </a:lnTo>
                  <a:cubicBezTo>
                    <a:pt x="480441" y="106775"/>
                    <a:pt x="425196" y="118491"/>
                    <a:pt x="425196" y="118491"/>
                  </a:cubicBezTo>
                  <a:lnTo>
                    <a:pt x="425196" y="139446"/>
                  </a:lnTo>
                  <a:cubicBezTo>
                    <a:pt x="425196" y="139446"/>
                    <a:pt x="488823" y="125921"/>
                    <a:pt x="488823" y="125921"/>
                  </a:cubicBezTo>
                  <a:lnTo>
                    <a:pt x="488823" y="153924"/>
                  </a:lnTo>
                  <a:cubicBezTo>
                    <a:pt x="488823" y="153924"/>
                    <a:pt x="394430" y="174022"/>
                    <a:pt x="394430" y="174022"/>
                  </a:cubicBezTo>
                  <a:lnTo>
                    <a:pt x="394430" y="50006"/>
                  </a:lnTo>
                  <a:close/>
                  <a:moveTo>
                    <a:pt x="507397" y="25908"/>
                  </a:moveTo>
                  <a:lnTo>
                    <a:pt x="565118" y="13621"/>
                  </a:lnTo>
                  <a:lnTo>
                    <a:pt x="598456" y="120301"/>
                  </a:lnTo>
                  <a:lnTo>
                    <a:pt x="598456" y="6477"/>
                  </a:lnTo>
                  <a:cubicBezTo>
                    <a:pt x="598456" y="6477"/>
                    <a:pt x="629126" y="0"/>
                    <a:pt x="629126" y="0"/>
                  </a:cubicBezTo>
                  <a:lnTo>
                    <a:pt x="629126" y="124015"/>
                  </a:lnTo>
                  <a:cubicBezTo>
                    <a:pt x="629126" y="124015"/>
                    <a:pt x="571405" y="136303"/>
                    <a:pt x="571405" y="136303"/>
                  </a:cubicBezTo>
                  <a:lnTo>
                    <a:pt x="538067" y="29623"/>
                  </a:lnTo>
                  <a:lnTo>
                    <a:pt x="538067" y="143447"/>
                  </a:lnTo>
                  <a:cubicBezTo>
                    <a:pt x="538067" y="143447"/>
                    <a:pt x="507397" y="149923"/>
                    <a:pt x="507397" y="149923"/>
                  </a:cubicBezTo>
                  <a:lnTo>
                    <a:pt x="507397" y="25908"/>
                  </a:lnTo>
                  <a:close/>
                </a:path>
              </a:pathLst>
            </a:custGeom>
            <a:solidFill>
              <a:srgbClr val="FFFFFF"/>
            </a:solidFill>
            <a:ln w="9525" cap="flat">
              <a:noFill/>
              <a:prstDash val="solid"/>
              <a:miter/>
            </a:ln>
          </p:spPr>
          <p:txBody>
            <a:bodyPr rtlCol="0" anchor="ctr"/>
            <a:lstStyle/>
            <a:p>
              <a:endParaRPr lang="en-AU" sz="2880"/>
            </a:p>
          </p:txBody>
        </p:sp>
        <p:sp>
          <p:nvSpPr>
            <p:cNvPr id="9" name="TextBox 8">
              <a:extLst>
                <a:ext uri="{FF2B5EF4-FFF2-40B4-BE49-F238E27FC236}">
                  <a16:creationId xmlns:a16="http://schemas.microsoft.com/office/drawing/2014/main" id="{4C022F62-B967-ACD0-F1C1-4BCF678F8D51}"/>
                </a:ext>
              </a:extLst>
            </p:cNvPr>
            <p:cNvSpPr txBox="1"/>
            <p:nvPr/>
          </p:nvSpPr>
          <p:spPr>
            <a:xfrm>
              <a:off x="3337075" y="3521839"/>
              <a:ext cx="4139489" cy="1378623"/>
            </a:xfrm>
            <a:prstGeom prst="rect">
              <a:avLst/>
            </a:prstGeom>
            <a:noFill/>
          </p:spPr>
          <p:txBody>
            <a:bodyPr wrap="square">
              <a:spAutoFit/>
            </a:bodyPr>
            <a:lstStyle/>
            <a:p>
              <a:pPr>
                <a:lnSpc>
                  <a:spcPct val="110000"/>
                </a:lnSpc>
              </a:pPr>
              <a:r>
                <a:rPr lang="en-US" sz="1400">
                  <a:solidFill>
                    <a:schemeClr val="bg1"/>
                  </a:solidFill>
                  <a:latin typeface="Century Gothic" panose="020B0502020202020204" pitchFamily="34" charset="0"/>
                </a:rPr>
                <a:t>Ascendion is a global, leading provider of AI-first software engineering services, delivering transformative solutions across North America, APAC, and Europe. Our headquarters are located in New Jersey. We combine technology and talent to deliver tech debt relief, improve engineering productivity solutions, and accelerate time to value, driving our clients’ digital journeys with efficiency and velocity. Guided by our “Engineering to the power of AI” [</a:t>
              </a:r>
              <a:r>
                <a:rPr lang="en-US" sz="1400" err="1">
                  <a:solidFill>
                    <a:schemeClr val="bg1"/>
                  </a:solidFill>
                  <a:latin typeface="Century Gothic" panose="020B0502020202020204" pitchFamily="34" charset="0"/>
                </a:rPr>
                <a:t>Engineering</a:t>
              </a:r>
              <a:r>
                <a:rPr lang="en-US" sz="1400" baseline="30000" err="1">
                  <a:solidFill>
                    <a:schemeClr val="bg1"/>
                  </a:solidFill>
                  <a:latin typeface="Century Gothic" panose="020B0502020202020204" pitchFamily="34" charset="0"/>
                </a:rPr>
                <a:t>AI</a:t>
              </a:r>
              <a:r>
                <a:rPr lang="en-US" sz="1400">
                  <a:solidFill>
                    <a:schemeClr val="bg1"/>
                  </a:solidFill>
                  <a:latin typeface="Century Gothic" panose="020B0502020202020204" pitchFamily="34" charset="0"/>
                </a:rPr>
                <a:t>] methodology, we integrate AI into software engineering, enterprise operations, and talent orchestration, to address critical challenges of trust, speed, and capital.</a:t>
              </a:r>
            </a:p>
          </p:txBody>
        </p:sp>
      </p:gr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498734" y="5604165"/>
            <a:ext cx="4499987" cy="827024"/>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4480" b="1">
                <a:solidFill>
                  <a:schemeClr val="bg1"/>
                </a:solidFill>
                <a:latin typeface="PP Neue Machina Plain Ultrabold" pitchFamily="50" charset="0"/>
              </a:defRPr>
            </a:lvl1pPr>
            <a:lvl2pPr lvl="1" algn="ctr">
              <a:spcBef>
                <a:spcPts val="0"/>
              </a:spcBef>
              <a:spcAft>
                <a:spcPts val="0"/>
              </a:spcAft>
              <a:buSzPts val="5200"/>
              <a:buNone/>
              <a:defRPr sz="8320"/>
            </a:lvl2pPr>
            <a:lvl3pPr lvl="2" algn="ctr">
              <a:spcBef>
                <a:spcPts val="0"/>
              </a:spcBef>
              <a:spcAft>
                <a:spcPts val="0"/>
              </a:spcAft>
              <a:buSzPts val="5200"/>
              <a:buNone/>
              <a:defRPr sz="8320"/>
            </a:lvl3pPr>
            <a:lvl4pPr lvl="3" algn="ctr">
              <a:spcBef>
                <a:spcPts val="0"/>
              </a:spcBef>
              <a:spcAft>
                <a:spcPts val="0"/>
              </a:spcAft>
              <a:buSzPts val="5200"/>
              <a:buNone/>
              <a:defRPr sz="8320"/>
            </a:lvl4pPr>
            <a:lvl5pPr lvl="4" algn="ctr">
              <a:spcBef>
                <a:spcPts val="0"/>
              </a:spcBef>
              <a:spcAft>
                <a:spcPts val="0"/>
              </a:spcAft>
              <a:buSzPts val="5200"/>
              <a:buNone/>
              <a:defRPr sz="8320"/>
            </a:lvl5pPr>
            <a:lvl6pPr lvl="5" algn="ctr">
              <a:spcBef>
                <a:spcPts val="0"/>
              </a:spcBef>
              <a:spcAft>
                <a:spcPts val="0"/>
              </a:spcAft>
              <a:buSzPts val="5200"/>
              <a:buNone/>
              <a:defRPr sz="8320"/>
            </a:lvl6pPr>
            <a:lvl7pPr lvl="6" algn="ctr">
              <a:spcBef>
                <a:spcPts val="0"/>
              </a:spcBef>
              <a:spcAft>
                <a:spcPts val="0"/>
              </a:spcAft>
              <a:buSzPts val="5200"/>
              <a:buNone/>
              <a:defRPr sz="8320"/>
            </a:lvl7pPr>
            <a:lvl8pPr lvl="7" algn="ctr">
              <a:spcBef>
                <a:spcPts val="0"/>
              </a:spcBef>
              <a:spcAft>
                <a:spcPts val="0"/>
              </a:spcAft>
              <a:buSzPts val="5200"/>
              <a:buNone/>
              <a:defRPr sz="8320"/>
            </a:lvl8pPr>
            <a:lvl9pPr lvl="8" algn="ctr">
              <a:spcBef>
                <a:spcPts val="0"/>
              </a:spcBef>
              <a:spcAft>
                <a:spcPts val="0"/>
              </a:spcAft>
              <a:buSzPts val="5200"/>
              <a:buNone/>
              <a:defRPr sz="8320"/>
            </a:lvl9pPr>
          </a:lstStyle>
          <a:p>
            <a:r>
              <a:rPr lang="en-IN"/>
              <a:t>Thank you</a:t>
            </a:r>
            <a:endParaRPr/>
          </a:p>
        </p:txBody>
      </p:sp>
      <p:sp>
        <p:nvSpPr>
          <p:cNvPr id="11" name="Picture Placeholder 2">
            <a:extLst>
              <a:ext uri="{FF2B5EF4-FFF2-40B4-BE49-F238E27FC236}">
                <a16:creationId xmlns:a16="http://schemas.microsoft.com/office/drawing/2014/main" id="{D2F337A4-198A-6BD9-9FCE-CF4ABECA365B}"/>
              </a:ext>
            </a:extLst>
          </p:cNvPr>
          <p:cNvSpPr>
            <a:spLocks noGrp="1"/>
          </p:cNvSpPr>
          <p:nvPr>
            <p:ph type="pic" sz="quarter" idx="13" hasCustomPrompt="1"/>
          </p:nvPr>
        </p:nvSpPr>
        <p:spPr>
          <a:xfrm>
            <a:off x="-11694" y="-2032"/>
            <a:ext cx="14642101" cy="5435933"/>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54001"/>
              <a:gd name="connsiteY0" fmla="*/ 0 h 4462781"/>
              <a:gd name="connsiteX1" fmla="*/ 9144000 w 9154001"/>
              <a:gd name="connsiteY1" fmla="*/ 0 h 4462781"/>
              <a:gd name="connsiteX2" fmla="*/ 9154001 w 9154001"/>
              <a:gd name="connsiteY2" fmla="*/ 3362691 h 4462781"/>
              <a:gd name="connsiteX3" fmla="*/ 8953500 w 9154001"/>
              <a:gd name="connsiteY3" fmla="*/ 4462781 h 4462781"/>
              <a:gd name="connsiteX4" fmla="*/ 8260080 w 9154001"/>
              <a:gd name="connsiteY4" fmla="*/ 4306571 h 4462781"/>
              <a:gd name="connsiteX5" fmla="*/ 7541895 w 9154001"/>
              <a:gd name="connsiteY5" fmla="*/ 4452779 h 4462781"/>
              <a:gd name="connsiteX6" fmla="*/ 0 w 9154001"/>
              <a:gd name="connsiteY6" fmla="*/ 4442826 h 4462781"/>
              <a:gd name="connsiteX7" fmla="*/ 0 w 9154001"/>
              <a:gd name="connsiteY7" fmla="*/ 0 h 4462781"/>
              <a:gd name="connsiteX0" fmla="*/ 0 w 9154001"/>
              <a:gd name="connsiteY0" fmla="*/ 0 h 4462781"/>
              <a:gd name="connsiteX1" fmla="*/ 9144000 w 9154001"/>
              <a:gd name="connsiteY1" fmla="*/ 0 h 4462781"/>
              <a:gd name="connsiteX2" fmla="*/ 9154001 w 9154001"/>
              <a:gd name="connsiteY2" fmla="*/ 3362691 h 4462781"/>
              <a:gd name="connsiteX3" fmla="*/ 8953500 w 9154001"/>
              <a:gd name="connsiteY3" fmla="*/ 4462781 h 4462781"/>
              <a:gd name="connsiteX4" fmla="*/ 8260080 w 9154001"/>
              <a:gd name="connsiteY4" fmla="*/ 4306571 h 4462781"/>
              <a:gd name="connsiteX5" fmla="*/ 7541895 w 9154001"/>
              <a:gd name="connsiteY5" fmla="*/ 4452779 h 4462781"/>
              <a:gd name="connsiteX6" fmla="*/ 9525 w 9154001"/>
              <a:gd name="connsiteY6" fmla="*/ 3376026 h 4462781"/>
              <a:gd name="connsiteX7" fmla="*/ 0 w 9154001"/>
              <a:gd name="connsiteY7" fmla="*/ 0 h 4462781"/>
              <a:gd name="connsiteX0" fmla="*/ 0 w 9154001"/>
              <a:gd name="connsiteY0" fmla="*/ 0 h 4452779"/>
              <a:gd name="connsiteX1" fmla="*/ 9144000 w 9154001"/>
              <a:gd name="connsiteY1" fmla="*/ 0 h 4452779"/>
              <a:gd name="connsiteX2" fmla="*/ 9154001 w 9154001"/>
              <a:gd name="connsiteY2" fmla="*/ 3362691 h 4452779"/>
              <a:gd name="connsiteX3" fmla="*/ 8858250 w 9154001"/>
              <a:gd name="connsiteY3" fmla="*/ 3395981 h 4452779"/>
              <a:gd name="connsiteX4" fmla="*/ 8260080 w 9154001"/>
              <a:gd name="connsiteY4" fmla="*/ 4306571 h 4452779"/>
              <a:gd name="connsiteX5" fmla="*/ 7541895 w 9154001"/>
              <a:gd name="connsiteY5" fmla="*/ 4452779 h 4452779"/>
              <a:gd name="connsiteX6" fmla="*/ 9525 w 9154001"/>
              <a:gd name="connsiteY6" fmla="*/ 3376026 h 4452779"/>
              <a:gd name="connsiteX7" fmla="*/ 0 w 9154001"/>
              <a:gd name="connsiteY7" fmla="*/ 0 h 4452779"/>
              <a:gd name="connsiteX0" fmla="*/ 0 w 9154001"/>
              <a:gd name="connsiteY0" fmla="*/ 0 h 4452779"/>
              <a:gd name="connsiteX1" fmla="*/ 9144000 w 9154001"/>
              <a:gd name="connsiteY1" fmla="*/ 0 h 4452779"/>
              <a:gd name="connsiteX2" fmla="*/ 9154001 w 9154001"/>
              <a:gd name="connsiteY2" fmla="*/ 3362691 h 4452779"/>
              <a:gd name="connsiteX3" fmla="*/ 8858250 w 9154001"/>
              <a:gd name="connsiteY3" fmla="*/ 3395981 h 4452779"/>
              <a:gd name="connsiteX4" fmla="*/ 8231505 w 9154001"/>
              <a:gd name="connsiteY4" fmla="*/ 3230246 h 4452779"/>
              <a:gd name="connsiteX5" fmla="*/ 7541895 w 9154001"/>
              <a:gd name="connsiteY5" fmla="*/ 4452779 h 4452779"/>
              <a:gd name="connsiteX6" fmla="*/ 9525 w 9154001"/>
              <a:gd name="connsiteY6" fmla="*/ 3376026 h 4452779"/>
              <a:gd name="connsiteX7" fmla="*/ 0 w 9154001"/>
              <a:gd name="connsiteY7" fmla="*/ 0 h 4452779"/>
              <a:gd name="connsiteX0" fmla="*/ 0 w 9154001"/>
              <a:gd name="connsiteY0" fmla="*/ 0 h 3395981"/>
              <a:gd name="connsiteX1" fmla="*/ 9144000 w 9154001"/>
              <a:gd name="connsiteY1" fmla="*/ 0 h 3395981"/>
              <a:gd name="connsiteX2" fmla="*/ 9154001 w 9154001"/>
              <a:gd name="connsiteY2" fmla="*/ 3362691 h 3395981"/>
              <a:gd name="connsiteX3" fmla="*/ 8858250 w 9154001"/>
              <a:gd name="connsiteY3" fmla="*/ 3395981 h 3395981"/>
              <a:gd name="connsiteX4" fmla="*/ 8231505 w 9154001"/>
              <a:gd name="connsiteY4" fmla="*/ 3230246 h 3395981"/>
              <a:gd name="connsiteX5" fmla="*/ 7627620 w 9154001"/>
              <a:gd name="connsiteY5" fmla="*/ 3366929 h 3395981"/>
              <a:gd name="connsiteX6" fmla="*/ 9525 w 9154001"/>
              <a:gd name="connsiteY6" fmla="*/ 3376026 h 3395981"/>
              <a:gd name="connsiteX7" fmla="*/ 0 w 9154001"/>
              <a:gd name="connsiteY7" fmla="*/ 0 h 3395981"/>
              <a:gd name="connsiteX0" fmla="*/ 0 w 9154001"/>
              <a:gd name="connsiteY0" fmla="*/ 0 h 3395981"/>
              <a:gd name="connsiteX1" fmla="*/ 9144000 w 9154001"/>
              <a:gd name="connsiteY1" fmla="*/ 0 h 3395981"/>
              <a:gd name="connsiteX2" fmla="*/ 9154001 w 9154001"/>
              <a:gd name="connsiteY2" fmla="*/ 3372216 h 3395981"/>
              <a:gd name="connsiteX3" fmla="*/ 8858250 w 9154001"/>
              <a:gd name="connsiteY3" fmla="*/ 3395981 h 3395981"/>
              <a:gd name="connsiteX4" fmla="*/ 8231505 w 9154001"/>
              <a:gd name="connsiteY4" fmla="*/ 3230246 h 3395981"/>
              <a:gd name="connsiteX5" fmla="*/ 7627620 w 9154001"/>
              <a:gd name="connsiteY5" fmla="*/ 3366929 h 3395981"/>
              <a:gd name="connsiteX6" fmla="*/ 9525 w 9154001"/>
              <a:gd name="connsiteY6" fmla="*/ 3376026 h 3395981"/>
              <a:gd name="connsiteX7" fmla="*/ 0 w 9154001"/>
              <a:gd name="connsiteY7" fmla="*/ 0 h 3395981"/>
              <a:gd name="connsiteX0" fmla="*/ 0 w 9144004"/>
              <a:gd name="connsiteY0" fmla="*/ 0 h 3395981"/>
              <a:gd name="connsiteX1" fmla="*/ 9144000 w 9144004"/>
              <a:gd name="connsiteY1" fmla="*/ 0 h 3395981"/>
              <a:gd name="connsiteX2" fmla="*/ 9139713 w 9144004"/>
              <a:gd name="connsiteY2" fmla="*/ 3372216 h 3395981"/>
              <a:gd name="connsiteX3" fmla="*/ 8858250 w 9144004"/>
              <a:gd name="connsiteY3" fmla="*/ 3395981 h 3395981"/>
              <a:gd name="connsiteX4" fmla="*/ 8231505 w 9144004"/>
              <a:gd name="connsiteY4" fmla="*/ 3230246 h 3395981"/>
              <a:gd name="connsiteX5" fmla="*/ 7627620 w 9144004"/>
              <a:gd name="connsiteY5" fmla="*/ 3366929 h 3395981"/>
              <a:gd name="connsiteX6" fmla="*/ 9525 w 9144004"/>
              <a:gd name="connsiteY6" fmla="*/ 3376026 h 3395981"/>
              <a:gd name="connsiteX7" fmla="*/ 0 w 9144004"/>
              <a:gd name="connsiteY7" fmla="*/ 0 h 3395981"/>
              <a:gd name="connsiteX0" fmla="*/ 0 w 9144004"/>
              <a:gd name="connsiteY0" fmla="*/ 0 h 3391219"/>
              <a:gd name="connsiteX1" fmla="*/ 9144000 w 9144004"/>
              <a:gd name="connsiteY1" fmla="*/ 0 h 3391219"/>
              <a:gd name="connsiteX2" fmla="*/ 9139713 w 9144004"/>
              <a:gd name="connsiteY2" fmla="*/ 3372216 h 3391219"/>
              <a:gd name="connsiteX3" fmla="*/ 8882062 w 9144004"/>
              <a:gd name="connsiteY3" fmla="*/ 3391219 h 3391219"/>
              <a:gd name="connsiteX4" fmla="*/ 8231505 w 9144004"/>
              <a:gd name="connsiteY4" fmla="*/ 3230246 h 3391219"/>
              <a:gd name="connsiteX5" fmla="*/ 7627620 w 9144004"/>
              <a:gd name="connsiteY5" fmla="*/ 3366929 h 3391219"/>
              <a:gd name="connsiteX6" fmla="*/ 9525 w 9144004"/>
              <a:gd name="connsiteY6" fmla="*/ 3376026 h 3391219"/>
              <a:gd name="connsiteX7" fmla="*/ 0 w 9144004"/>
              <a:gd name="connsiteY7" fmla="*/ 0 h 3391219"/>
              <a:gd name="connsiteX0" fmla="*/ 0 w 9144004"/>
              <a:gd name="connsiteY0" fmla="*/ 0 h 3395076"/>
              <a:gd name="connsiteX1" fmla="*/ 9144000 w 9144004"/>
              <a:gd name="connsiteY1" fmla="*/ 0 h 3395076"/>
              <a:gd name="connsiteX2" fmla="*/ 9139713 w 9144004"/>
              <a:gd name="connsiteY2" fmla="*/ 3372216 h 3395076"/>
              <a:gd name="connsiteX3" fmla="*/ 8882062 w 9144004"/>
              <a:gd name="connsiteY3" fmla="*/ 3391219 h 3395076"/>
              <a:gd name="connsiteX4" fmla="*/ 8231505 w 9144004"/>
              <a:gd name="connsiteY4" fmla="*/ 3230246 h 3395076"/>
              <a:gd name="connsiteX5" fmla="*/ 7627620 w 9144004"/>
              <a:gd name="connsiteY5" fmla="*/ 3366929 h 3395076"/>
              <a:gd name="connsiteX6" fmla="*/ 4763 w 9144004"/>
              <a:gd name="connsiteY6" fmla="*/ 3395076 h 3395076"/>
              <a:gd name="connsiteX7" fmla="*/ 0 w 9144004"/>
              <a:gd name="connsiteY7" fmla="*/ 0 h 3395076"/>
              <a:gd name="connsiteX0" fmla="*/ 0 w 9144004"/>
              <a:gd name="connsiteY0" fmla="*/ 0 h 3395504"/>
              <a:gd name="connsiteX1" fmla="*/ 9144000 w 9144004"/>
              <a:gd name="connsiteY1" fmla="*/ 0 h 3395504"/>
              <a:gd name="connsiteX2" fmla="*/ 9139713 w 9144004"/>
              <a:gd name="connsiteY2" fmla="*/ 3372216 h 3395504"/>
              <a:gd name="connsiteX3" fmla="*/ 8882062 w 9144004"/>
              <a:gd name="connsiteY3" fmla="*/ 3391219 h 3395504"/>
              <a:gd name="connsiteX4" fmla="*/ 8231505 w 9144004"/>
              <a:gd name="connsiteY4" fmla="*/ 3230246 h 3395504"/>
              <a:gd name="connsiteX5" fmla="*/ 7656195 w 9144004"/>
              <a:gd name="connsiteY5" fmla="*/ 3395504 h 3395504"/>
              <a:gd name="connsiteX6" fmla="*/ 4763 w 9144004"/>
              <a:gd name="connsiteY6" fmla="*/ 3395076 h 3395504"/>
              <a:gd name="connsiteX7" fmla="*/ 0 w 9144004"/>
              <a:gd name="connsiteY7" fmla="*/ 0 h 3395504"/>
              <a:gd name="connsiteX0" fmla="*/ 0 w 9144004"/>
              <a:gd name="connsiteY0" fmla="*/ 0 h 3395504"/>
              <a:gd name="connsiteX1" fmla="*/ 9144000 w 9144004"/>
              <a:gd name="connsiteY1" fmla="*/ 0 h 3395504"/>
              <a:gd name="connsiteX2" fmla="*/ 9139713 w 9144004"/>
              <a:gd name="connsiteY2" fmla="*/ 3372216 h 3395504"/>
              <a:gd name="connsiteX3" fmla="*/ 8882062 w 9144004"/>
              <a:gd name="connsiteY3" fmla="*/ 3391219 h 3395504"/>
              <a:gd name="connsiteX4" fmla="*/ 8233886 w 9144004"/>
              <a:gd name="connsiteY4" fmla="*/ 3239771 h 3395504"/>
              <a:gd name="connsiteX5" fmla="*/ 7656195 w 9144004"/>
              <a:gd name="connsiteY5" fmla="*/ 3395504 h 3395504"/>
              <a:gd name="connsiteX6" fmla="*/ 4763 w 9144004"/>
              <a:gd name="connsiteY6" fmla="*/ 3395076 h 3395504"/>
              <a:gd name="connsiteX7" fmla="*/ 0 w 9144004"/>
              <a:gd name="connsiteY7" fmla="*/ 0 h 3395504"/>
              <a:gd name="connsiteX0" fmla="*/ 7309 w 9151313"/>
              <a:gd name="connsiteY0" fmla="*/ 0 h 3397458"/>
              <a:gd name="connsiteX1" fmla="*/ 9151309 w 9151313"/>
              <a:gd name="connsiteY1" fmla="*/ 0 h 3397458"/>
              <a:gd name="connsiteX2" fmla="*/ 9147022 w 9151313"/>
              <a:gd name="connsiteY2" fmla="*/ 3372216 h 3397458"/>
              <a:gd name="connsiteX3" fmla="*/ 8889371 w 9151313"/>
              <a:gd name="connsiteY3" fmla="*/ 3391219 h 3397458"/>
              <a:gd name="connsiteX4" fmla="*/ 8241195 w 9151313"/>
              <a:gd name="connsiteY4" fmla="*/ 3239771 h 3397458"/>
              <a:gd name="connsiteX5" fmla="*/ 7663504 w 9151313"/>
              <a:gd name="connsiteY5" fmla="*/ 3395504 h 3397458"/>
              <a:gd name="connsiteX6" fmla="*/ 166 w 9151313"/>
              <a:gd name="connsiteY6" fmla="*/ 3397458 h 3397458"/>
              <a:gd name="connsiteX7" fmla="*/ 7309 w 9151313"/>
              <a:gd name="connsiteY7" fmla="*/ 0 h 3397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51313" h="3397458">
                <a:moveTo>
                  <a:pt x="7309" y="0"/>
                </a:moveTo>
                <a:lnTo>
                  <a:pt x="9151309" y="0"/>
                </a:lnTo>
                <a:cubicBezTo>
                  <a:pt x="9151468" y="1486022"/>
                  <a:pt x="9146863" y="1886194"/>
                  <a:pt x="9147022" y="3372216"/>
                </a:cubicBezTo>
                <a:lnTo>
                  <a:pt x="8889371" y="3391219"/>
                </a:lnTo>
                <a:lnTo>
                  <a:pt x="8241195" y="3239771"/>
                </a:lnTo>
                <a:lnTo>
                  <a:pt x="7663504" y="3395504"/>
                </a:lnTo>
                <a:lnTo>
                  <a:pt x="166" y="3397458"/>
                </a:lnTo>
                <a:cubicBezTo>
                  <a:pt x="-1422" y="2265766"/>
                  <a:pt x="8897" y="1131692"/>
                  <a:pt x="7309" y="0"/>
                </a:cubicBezTo>
                <a:close/>
              </a:path>
            </a:pathLst>
          </a:custGeom>
          <a:noFill/>
        </p:spPr>
        <p:txBody>
          <a:bodyPr/>
          <a:lstStyle>
            <a:lvl1pPr marL="182875" indent="0">
              <a:buNone/>
              <a:defRPr/>
            </a:lvl1pPr>
          </a:lstStyle>
          <a:p>
            <a:r>
              <a:rPr lang="en-IN"/>
              <a:t> </a:t>
            </a:r>
            <a:endParaRPr lang="en-AU"/>
          </a:p>
        </p:txBody>
      </p:sp>
      <p:sp>
        <p:nvSpPr>
          <p:cNvPr id="2" name="TextBox 1">
            <a:hlinkClick r:id="rId2"/>
            <a:extLst>
              <a:ext uri="{FF2B5EF4-FFF2-40B4-BE49-F238E27FC236}">
                <a16:creationId xmlns:a16="http://schemas.microsoft.com/office/drawing/2014/main" id="{190201DC-5F24-6420-68C6-50B3CF7CB395}"/>
              </a:ext>
            </a:extLst>
          </p:cNvPr>
          <p:cNvSpPr txBox="1"/>
          <p:nvPr/>
        </p:nvSpPr>
        <p:spPr>
          <a:xfrm>
            <a:off x="517173" y="6805623"/>
            <a:ext cx="466571" cy="535531"/>
          </a:xfrm>
          <a:prstGeom prst="rect">
            <a:avLst/>
          </a:prstGeom>
          <a:noFill/>
        </p:spPr>
        <p:txBody>
          <a:bodyPr wrap="square" rtlCol="0">
            <a:spAutoFit/>
          </a:bodyPr>
          <a:lstStyle/>
          <a:p>
            <a:endParaRPr lang="en-US" sz="2880"/>
          </a:p>
        </p:txBody>
      </p:sp>
      <p:sp>
        <p:nvSpPr>
          <p:cNvPr id="3" name="TextBox 2">
            <a:hlinkClick r:id="rId3"/>
            <a:extLst>
              <a:ext uri="{FF2B5EF4-FFF2-40B4-BE49-F238E27FC236}">
                <a16:creationId xmlns:a16="http://schemas.microsoft.com/office/drawing/2014/main" id="{F4EF365B-F9EB-1574-A258-BC653F1E2F07}"/>
              </a:ext>
            </a:extLst>
          </p:cNvPr>
          <p:cNvSpPr txBox="1"/>
          <p:nvPr/>
        </p:nvSpPr>
        <p:spPr>
          <a:xfrm>
            <a:off x="1218984" y="6847006"/>
            <a:ext cx="184731" cy="535531"/>
          </a:xfrm>
          <a:prstGeom prst="rect">
            <a:avLst/>
          </a:prstGeom>
          <a:noFill/>
        </p:spPr>
        <p:txBody>
          <a:bodyPr wrap="none" rtlCol="0">
            <a:spAutoFit/>
          </a:bodyPr>
          <a:lstStyle/>
          <a:p>
            <a:endParaRPr lang="en-US" sz="2880"/>
          </a:p>
        </p:txBody>
      </p:sp>
      <p:sp>
        <p:nvSpPr>
          <p:cNvPr id="4" name="TextBox 3">
            <a:hlinkClick r:id="rId4"/>
            <a:extLst>
              <a:ext uri="{FF2B5EF4-FFF2-40B4-BE49-F238E27FC236}">
                <a16:creationId xmlns:a16="http://schemas.microsoft.com/office/drawing/2014/main" id="{1B6CCD81-F1BE-B482-7C6F-B16F054CE17E}"/>
              </a:ext>
            </a:extLst>
          </p:cNvPr>
          <p:cNvSpPr txBox="1"/>
          <p:nvPr/>
        </p:nvSpPr>
        <p:spPr>
          <a:xfrm>
            <a:off x="1858726" y="6847005"/>
            <a:ext cx="184731" cy="535531"/>
          </a:xfrm>
          <a:prstGeom prst="rect">
            <a:avLst/>
          </a:prstGeom>
          <a:noFill/>
        </p:spPr>
        <p:txBody>
          <a:bodyPr wrap="none" rtlCol="0">
            <a:spAutoFit/>
          </a:bodyPr>
          <a:lstStyle/>
          <a:p>
            <a:endParaRPr lang="en-US" sz="2880"/>
          </a:p>
        </p:txBody>
      </p:sp>
    </p:spTree>
    <p:extLst>
      <p:ext uri="{BB962C8B-B14F-4D97-AF65-F5344CB8AC3E}">
        <p14:creationId xmlns:p14="http://schemas.microsoft.com/office/powerpoint/2010/main" val="1791599058"/>
      </p:ext>
    </p:extLst>
  </p:cSld>
  <p:clrMapOvr>
    <a:masterClrMapping/>
  </p:clrMapOvr>
  <p:extLst>
    <p:ext uri="{DCECCB84-F9BA-43D5-87BE-67443E8EF086}">
      <p15:sldGuideLst xmlns:p15="http://schemas.microsoft.com/office/powerpoint/2012/main">
        <p15:guide id="1" orient="horz" pos="2130">
          <p15:clr>
            <a:srgbClr val="FBAE40"/>
          </p15:clr>
        </p15:guide>
        <p15:guide id="2" pos="288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673F35-2801-9E77-D26C-D66277BA3956}"/>
              </a:ext>
            </a:extLst>
          </p:cNvPr>
          <p:cNvSpPr>
            <a:spLocks noGrp="1"/>
          </p:cNvSpPr>
          <p:nvPr>
            <p:ph type="title"/>
          </p:nvPr>
        </p:nvSpPr>
        <p:spPr>
          <a:xfrm>
            <a:off x="619125" y="472905"/>
            <a:ext cx="13392145" cy="492443"/>
          </a:xfrm>
          <a:prstGeom prst="rect">
            <a:avLst/>
          </a:prstGeom>
        </p:spPr>
        <p:txBody>
          <a:bodyPr vert="horz" lIns="0" tIns="0" rIns="0" bIns="0" rtlCol="0" anchor="t">
            <a:spAutoFit/>
          </a:bodyPr>
          <a:lstStyle/>
          <a:p>
            <a:r>
              <a:rPr lang="en-GB"/>
              <a:t>Click to edit Master title style</a:t>
            </a:r>
            <a:endParaRPr lang="en-US"/>
          </a:p>
        </p:txBody>
      </p:sp>
    </p:spTree>
    <p:extLst>
      <p:ext uri="{BB962C8B-B14F-4D97-AF65-F5344CB8AC3E}">
        <p14:creationId xmlns:p14="http://schemas.microsoft.com/office/powerpoint/2010/main" val="3991067429"/>
      </p:ext>
    </p:extLst>
  </p:cSld>
  <p:clrMapOvr>
    <a:masterClrMapping/>
  </p:clrMapOvr>
  <mc:AlternateContent xmlns:mc="http://schemas.openxmlformats.org/markup-compatibility/2006" xmlns:p14="http://schemas.microsoft.com/office/powerpoint/2010/main">
    <mc:Choice Requires="p14">
      <p:transition spd="slow" p14:dur="1500" advClick="0">
        <p:random/>
      </p:transition>
    </mc:Choice>
    <mc:Fallback xmlns="">
      <p:transition spd="slow" advClick="0">
        <p:random/>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5_One Content - Light">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13AE9919-8BE1-9B8D-8546-E7527B31B533}"/>
              </a:ext>
            </a:extLst>
          </p:cNvPr>
          <p:cNvSpPr>
            <a:spLocks noGrp="1"/>
          </p:cNvSpPr>
          <p:nvPr>
            <p:ph type="title" hasCustomPrompt="1"/>
          </p:nvPr>
        </p:nvSpPr>
        <p:spPr>
          <a:xfrm>
            <a:off x="428215" y="196641"/>
            <a:ext cx="12434108" cy="682736"/>
          </a:xfrm>
          <a:prstGeom prst="rect">
            <a:avLst/>
          </a:prstGeom>
        </p:spPr>
        <p:txBody>
          <a:bodyPr vert="horz" lIns="0" tIns="0" rIns="0" bIns="0" rtlCol="0" anchor="ctr">
            <a:noAutofit/>
          </a:bodyPr>
          <a:lstStyle>
            <a:lvl1pPr>
              <a:defRPr sz="3360"/>
            </a:lvl1pPr>
          </a:lstStyle>
          <a:p>
            <a:r>
              <a:rPr lang="en-US"/>
              <a:t>Click To Edit Master Title Style</a:t>
            </a:r>
          </a:p>
        </p:txBody>
      </p:sp>
      <p:pic>
        <p:nvPicPr>
          <p:cNvPr id="2" name="Graphic 1">
            <a:extLst>
              <a:ext uri="{FF2B5EF4-FFF2-40B4-BE49-F238E27FC236}">
                <a16:creationId xmlns:a16="http://schemas.microsoft.com/office/drawing/2014/main" id="{489BEF48-4BE6-EEB7-83DA-F5DA27238538}"/>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034385" y="0"/>
            <a:ext cx="808736" cy="1045440"/>
          </a:xfrm>
          <a:prstGeom prst="rect">
            <a:avLst/>
          </a:prstGeom>
        </p:spPr>
      </p:pic>
      <p:sp>
        <p:nvSpPr>
          <p:cNvPr id="5" name="Graphic 24">
            <a:extLst>
              <a:ext uri="{FF2B5EF4-FFF2-40B4-BE49-F238E27FC236}">
                <a16:creationId xmlns:a16="http://schemas.microsoft.com/office/drawing/2014/main" id="{6E1E8192-4301-9E2C-0BEC-A3F968017D70}"/>
              </a:ext>
            </a:extLst>
          </p:cNvPr>
          <p:cNvSpPr/>
          <p:nvPr/>
        </p:nvSpPr>
        <p:spPr>
          <a:xfrm>
            <a:off x="0" y="1"/>
            <a:ext cx="146122" cy="2351315"/>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1"/>
          </a:solidFill>
          <a:ln w="20108" cap="flat">
            <a:noFill/>
            <a:prstDash val="solid"/>
            <a:miter/>
          </a:ln>
        </p:spPr>
        <p:txBody>
          <a:bodyPr rtlCol="0" anchor="ctr"/>
          <a:lstStyle/>
          <a:p>
            <a:endParaRPr lang="en-US" sz="2160"/>
          </a:p>
        </p:txBody>
      </p:sp>
      <p:sp>
        <p:nvSpPr>
          <p:cNvPr id="6" name="Graphic 26">
            <a:extLst>
              <a:ext uri="{FF2B5EF4-FFF2-40B4-BE49-F238E27FC236}">
                <a16:creationId xmlns:a16="http://schemas.microsoft.com/office/drawing/2014/main" id="{C7044421-654C-898B-E43A-07F00E643171}"/>
              </a:ext>
            </a:extLst>
          </p:cNvPr>
          <p:cNvSpPr/>
          <p:nvPr/>
        </p:nvSpPr>
        <p:spPr>
          <a:xfrm>
            <a:off x="14484278" y="6009758"/>
            <a:ext cx="146122" cy="2351315"/>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1"/>
          </a:solidFill>
          <a:ln w="20108" cap="flat">
            <a:noFill/>
            <a:prstDash val="solid"/>
            <a:miter/>
          </a:ln>
        </p:spPr>
        <p:txBody>
          <a:bodyPr rtlCol="0" anchor="ctr"/>
          <a:lstStyle/>
          <a:p>
            <a:endParaRPr lang="en-US" sz="2160"/>
          </a:p>
        </p:txBody>
      </p:sp>
      <p:sp>
        <p:nvSpPr>
          <p:cNvPr id="8" name="Graphic 24">
            <a:extLst>
              <a:ext uri="{FF2B5EF4-FFF2-40B4-BE49-F238E27FC236}">
                <a16:creationId xmlns:a16="http://schemas.microsoft.com/office/drawing/2014/main" id="{D6048A96-03F3-EDFF-9253-B545E4C06684}"/>
              </a:ext>
            </a:extLst>
          </p:cNvPr>
          <p:cNvSpPr/>
          <p:nvPr userDrawn="1"/>
        </p:nvSpPr>
        <p:spPr>
          <a:xfrm>
            <a:off x="0" y="1"/>
            <a:ext cx="146122" cy="2351315"/>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rgbClr val="7F17E0"/>
          </a:solidFill>
          <a:ln w="20108" cap="flat">
            <a:noFill/>
            <a:prstDash val="solid"/>
            <a:miter/>
          </a:ln>
        </p:spPr>
        <p:txBody>
          <a:bodyPr rtlCol="0" anchor="ctr"/>
          <a:lstStyle/>
          <a:p>
            <a:endParaRPr lang="en-US" sz="2160"/>
          </a:p>
        </p:txBody>
      </p:sp>
      <p:sp>
        <p:nvSpPr>
          <p:cNvPr id="9" name="Graphic 26">
            <a:extLst>
              <a:ext uri="{FF2B5EF4-FFF2-40B4-BE49-F238E27FC236}">
                <a16:creationId xmlns:a16="http://schemas.microsoft.com/office/drawing/2014/main" id="{AF359048-B35D-01AE-2E5B-6C74A1760925}"/>
              </a:ext>
            </a:extLst>
          </p:cNvPr>
          <p:cNvSpPr/>
          <p:nvPr userDrawn="1"/>
        </p:nvSpPr>
        <p:spPr>
          <a:xfrm>
            <a:off x="14484278" y="6009758"/>
            <a:ext cx="146122" cy="2351315"/>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rgbClr val="7F17E0"/>
          </a:solidFill>
          <a:ln w="20108" cap="flat">
            <a:noFill/>
            <a:prstDash val="solid"/>
            <a:miter/>
          </a:ln>
        </p:spPr>
        <p:txBody>
          <a:bodyPr rtlCol="0" anchor="ctr"/>
          <a:lstStyle/>
          <a:p>
            <a:endParaRPr lang="en-US" sz="2160"/>
          </a:p>
        </p:txBody>
      </p:sp>
      <p:pic>
        <p:nvPicPr>
          <p:cNvPr id="10" name="Picture 9" descr="Nitor Infotech logo">
            <a:extLst>
              <a:ext uri="{FF2B5EF4-FFF2-40B4-BE49-F238E27FC236}">
                <a16:creationId xmlns:a16="http://schemas.microsoft.com/office/drawing/2014/main" id="{0948158D-7BBE-4C02-95AC-16F6CF7BA4A4}"/>
              </a:ext>
            </a:extLst>
          </p:cNvPr>
          <p:cNvPicPr>
            <a:picLocks noChangeAspect="1" noChangeArrowheads="1"/>
          </p:cNvPicPr>
          <p:nvPr userDrawn="1"/>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3870480" y="214008"/>
            <a:ext cx="686860" cy="686860"/>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a:extLst>
              <a:ext uri="{FF2B5EF4-FFF2-40B4-BE49-F238E27FC236}">
                <a16:creationId xmlns:a16="http://schemas.microsoft.com/office/drawing/2014/main" id="{BFCB41AD-38DB-30B3-331B-24DEFDC1C617}"/>
              </a:ext>
            </a:extLst>
          </p:cNvPr>
          <p:cNvCxnSpPr/>
          <p:nvPr userDrawn="1"/>
        </p:nvCxnSpPr>
        <p:spPr>
          <a:xfrm>
            <a:off x="13804842" y="214008"/>
            <a:ext cx="0" cy="648000"/>
          </a:xfrm>
          <a:prstGeom prst="line">
            <a:avLst/>
          </a:prstGeom>
          <a:ln w="38100">
            <a:solidFill>
              <a:srgbClr val="71758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8386011"/>
      </p:ext>
    </p:extLst>
  </p:cSld>
  <p:clrMapOvr>
    <a:masterClrMapping/>
  </p:clrMapOvr>
  <mc:AlternateContent xmlns:mc="http://schemas.openxmlformats.org/markup-compatibility/2006" xmlns:p14="http://schemas.microsoft.com/office/powerpoint/2010/main">
    <mc:Choice Requires="p14">
      <p:transition spd="slow" p14:dur="1500" advClick="0">
        <p:random/>
      </p:transition>
    </mc:Choice>
    <mc:Fallback xmlns="">
      <p:transition spd="slow" advClick="0">
        <p:random/>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Blank" type="blank" preserve="1">
  <p:cSld name="Blank">
    <p:spTree>
      <p:nvGrpSpPr>
        <p:cNvPr id="1" name="Shape 48"/>
        <p:cNvGrpSpPr/>
        <p:nvPr/>
      </p:nvGrpSpPr>
      <p:grpSpPr>
        <a:xfrm>
          <a:off x="0" y="0"/>
          <a:ext cx="0" cy="0"/>
          <a:chOff x="0" y="0"/>
          <a:chExt cx="0" cy="0"/>
        </a:xfrm>
      </p:grpSpPr>
    </p:spTree>
    <p:extLst>
      <p:ext uri="{BB962C8B-B14F-4D97-AF65-F5344CB8AC3E}">
        <p14:creationId xmlns:p14="http://schemas.microsoft.com/office/powerpoint/2010/main" val="3868241132"/>
      </p:ext>
    </p:extLst>
  </p:cSld>
  <p:clrMapOvr>
    <a:masterClrMapping/>
  </p:clrMapOvr>
  <mc:AlternateContent xmlns:mc="http://schemas.openxmlformats.org/markup-compatibility/2006" xmlns:p14="http://schemas.microsoft.com/office/powerpoint/2010/main">
    <mc:Choice Requires="p14">
      <p:transition spd="slow" p14:dur="1500" advClick="0">
        <p:random/>
      </p:transition>
    </mc:Choice>
    <mc:Fallback xmlns="">
      <p:transition spd="slow" advClick="0">
        <p:random/>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8.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61.xml"/><Relationship Id="rId7" Type="http://schemas.openxmlformats.org/officeDocument/2006/relationships/image" Target="../media/image19.png"/><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A2C381-613C-35D5-B071-866A31D29ABA}"/>
              </a:ext>
            </a:extLst>
          </p:cNvPr>
          <p:cNvSpPr>
            <a:spLocks noGrp="1"/>
          </p:cNvSpPr>
          <p:nvPr>
            <p:ph type="title"/>
          </p:nvPr>
        </p:nvSpPr>
        <p:spPr>
          <a:xfrm>
            <a:off x="619126" y="627371"/>
            <a:ext cx="12537151" cy="1401455"/>
          </a:xfrm>
          <a:prstGeom prst="rect">
            <a:avLst/>
          </a:prstGeom>
        </p:spPr>
        <p:txBody>
          <a:bodyPr vert="horz" lIns="0" tIns="0" rIns="0" bIns="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F316248D-B3A3-056F-8479-0D6380B8D80E}"/>
              </a:ext>
            </a:extLst>
          </p:cNvPr>
          <p:cNvSpPr>
            <a:spLocks noGrp="1"/>
          </p:cNvSpPr>
          <p:nvPr>
            <p:ph type="body" idx="1"/>
          </p:nvPr>
        </p:nvSpPr>
        <p:spPr>
          <a:xfrm>
            <a:off x="619125" y="2190750"/>
            <a:ext cx="13392148" cy="5221606"/>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p:txBody>
      </p:sp>
      <p:sp>
        <p:nvSpPr>
          <p:cNvPr id="4" name="Rectangle 3">
            <a:extLst>
              <a:ext uri="{FF2B5EF4-FFF2-40B4-BE49-F238E27FC236}">
                <a16:creationId xmlns:a16="http://schemas.microsoft.com/office/drawing/2014/main" id="{223EA4FE-224E-754B-C5C7-AAE3298FC2E6}"/>
              </a:ext>
            </a:extLst>
          </p:cNvPr>
          <p:cNvSpPr/>
          <p:nvPr/>
        </p:nvSpPr>
        <p:spPr>
          <a:xfrm>
            <a:off x="15242198" y="2115176"/>
            <a:ext cx="285977" cy="744856"/>
          </a:xfrm>
          <a:prstGeom prst="rect">
            <a:avLst/>
          </a:prstGeom>
          <a:solidFill>
            <a:srgbClr val="00FAC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fontAlgn="auto" hangingPunct="1">
              <a:spcBef>
                <a:spcPts val="0"/>
              </a:spcBef>
              <a:spcAft>
                <a:spcPts val="480"/>
              </a:spcAft>
              <a:defRPr/>
            </a:pPr>
            <a:endParaRPr lang="en-US" sz="720">
              <a:solidFill>
                <a:srgbClr val="00FAC2"/>
              </a:solidFill>
            </a:endParaRPr>
          </a:p>
        </p:txBody>
      </p:sp>
      <p:sp>
        <p:nvSpPr>
          <p:cNvPr id="5" name="Rectangle 4">
            <a:extLst>
              <a:ext uri="{FF2B5EF4-FFF2-40B4-BE49-F238E27FC236}">
                <a16:creationId xmlns:a16="http://schemas.microsoft.com/office/drawing/2014/main" id="{A35364ED-621D-498B-F7BC-2B9283C220A1}"/>
              </a:ext>
            </a:extLst>
          </p:cNvPr>
          <p:cNvSpPr/>
          <p:nvPr/>
        </p:nvSpPr>
        <p:spPr>
          <a:xfrm>
            <a:off x="15242198" y="2854315"/>
            <a:ext cx="285977" cy="744854"/>
          </a:xfrm>
          <a:prstGeom prst="rect">
            <a:avLst/>
          </a:prstGeom>
          <a:solidFill>
            <a:srgbClr val="00856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fontAlgn="auto" hangingPunct="1">
              <a:spcBef>
                <a:spcPts val="0"/>
              </a:spcBef>
              <a:spcAft>
                <a:spcPts val="480"/>
              </a:spcAft>
              <a:defRPr/>
            </a:pPr>
            <a:endParaRPr lang="en-US" sz="720"/>
          </a:p>
        </p:txBody>
      </p:sp>
      <p:sp>
        <p:nvSpPr>
          <p:cNvPr id="6" name="Rectangle 5">
            <a:extLst>
              <a:ext uri="{FF2B5EF4-FFF2-40B4-BE49-F238E27FC236}">
                <a16:creationId xmlns:a16="http://schemas.microsoft.com/office/drawing/2014/main" id="{67FEF31F-FBEA-6060-FBBD-E49E040FE0BB}"/>
              </a:ext>
            </a:extLst>
          </p:cNvPr>
          <p:cNvSpPr/>
          <p:nvPr/>
        </p:nvSpPr>
        <p:spPr>
          <a:xfrm>
            <a:off x="15242198" y="3599170"/>
            <a:ext cx="285977" cy="74676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fontAlgn="auto" hangingPunct="1">
              <a:spcBef>
                <a:spcPts val="0"/>
              </a:spcBef>
              <a:spcAft>
                <a:spcPts val="480"/>
              </a:spcAft>
              <a:defRPr/>
            </a:pPr>
            <a:endParaRPr lang="en-US" sz="720"/>
          </a:p>
        </p:txBody>
      </p:sp>
      <p:sp>
        <p:nvSpPr>
          <p:cNvPr id="7" name="Rectangle 6">
            <a:extLst>
              <a:ext uri="{FF2B5EF4-FFF2-40B4-BE49-F238E27FC236}">
                <a16:creationId xmlns:a16="http://schemas.microsoft.com/office/drawing/2014/main" id="{6AD787EA-2FDE-95C3-725A-26F76318902D}"/>
              </a:ext>
            </a:extLst>
          </p:cNvPr>
          <p:cNvSpPr/>
          <p:nvPr/>
        </p:nvSpPr>
        <p:spPr>
          <a:xfrm>
            <a:off x="15242198" y="5829925"/>
            <a:ext cx="285977" cy="7467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fontAlgn="auto" hangingPunct="1">
              <a:spcBef>
                <a:spcPts val="0"/>
              </a:spcBef>
              <a:spcAft>
                <a:spcPts val="480"/>
              </a:spcAft>
              <a:defRPr/>
            </a:pPr>
            <a:endParaRPr lang="en-US" sz="720"/>
          </a:p>
        </p:txBody>
      </p:sp>
      <p:sp>
        <p:nvSpPr>
          <p:cNvPr id="8" name="Rectangle 7">
            <a:extLst>
              <a:ext uri="{FF2B5EF4-FFF2-40B4-BE49-F238E27FC236}">
                <a16:creationId xmlns:a16="http://schemas.microsoft.com/office/drawing/2014/main" id="{A8C33DDB-494B-AFAE-F49E-44F1032E1EF1}"/>
              </a:ext>
            </a:extLst>
          </p:cNvPr>
          <p:cNvSpPr/>
          <p:nvPr/>
        </p:nvSpPr>
        <p:spPr>
          <a:xfrm>
            <a:off x="15242198" y="5088880"/>
            <a:ext cx="285977" cy="744856"/>
          </a:xfrm>
          <a:prstGeom prst="rect">
            <a:avLst/>
          </a:prstGeom>
          <a:solidFill>
            <a:srgbClr val="E3056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fontAlgn="auto" hangingPunct="1">
              <a:spcBef>
                <a:spcPts val="0"/>
              </a:spcBef>
              <a:spcAft>
                <a:spcPts val="480"/>
              </a:spcAft>
              <a:defRPr/>
            </a:pPr>
            <a:endParaRPr lang="en-US" sz="720"/>
          </a:p>
        </p:txBody>
      </p:sp>
      <p:sp>
        <p:nvSpPr>
          <p:cNvPr id="9" name="Rectangle 8">
            <a:extLst>
              <a:ext uri="{FF2B5EF4-FFF2-40B4-BE49-F238E27FC236}">
                <a16:creationId xmlns:a16="http://schemas.microsoft.com/office/drawing/2014/main" id="{7E39A4CD-76D5-64BC-96BB-071DE98ABBD3}"/>
              </a:ext>
            </a:extLst>
          </p:cNvPr>
          <p:cNvSpPr/>
          <p:nvPr/>
        </p:nvSpPr>
        <p:spPr>
          <a:xfrm>
            <a:off x="15242198" y="4345930"/>
            <a:ext cx="285977" cy="744856"/>
          </a:xfrm>
          <a:prstGeom prst="rect">
            <a:avLst/>
          </a:prstGeom>
          <a:solidFill>
            <a:srgbClr val="7161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fontAlgn="auto" hangingPunct="1">
              <a:spcBef>
                <a:spcPts val="0"/>
              </a:spcBef>
              <a:spcAft>
                <a:spcPts val="480"/>
              </a:spcAft>
              <a:defRPr/>
            </a:pPr>
            <a:endParaRPr lang="en-US" sz="720"/>
          </a:p>
        </p:txBody>
      </p:sp>
      <p:sp>
        <p:nvSpPr>
          <p:cNvPr id="10" name="Rectangle 9">
            <a:extLst>
              <a:ext uri="{FF2B5EF4-FFF2-40B4-BE49-F238E27FC236}">
                <a16:creationId xmlns:a16="http://schemas.microsoft.com/office/drawing/2014/main" id="{EE6E631A-B79A-09C5-1CFD-8CCB5D4C02F5}"/>
              </a:ext>
            </a:extLst>
          </p:cNvPr>
          <p:cNvSpPr/>
          <p:nvPr/>
        </p:nvSpPr>
        <p:spPr>
          <a:xfrm>
            <a:off x="15242198" y="6572875"/>
            <a:ext cx="285977" cy="746760"/>
          </a:xfrm>
          <a:prstGeom prst="rect">
            <a:avLst/>
          </a:prstGeom>
          <a:solidFill>
            <a:srgbClr val="71758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fontAlgn="auto" hangingPunct="1">
              <a:spcBef>
                <a:spcPts val="0"/>
              </a:spcBef>
              <a:spcAft>
                <a:spcPts val="480"/>
              </a:spcAft>
              <a:defRPr/>
            </a:pPr>
            <a:endParaRPr lang="en-US" sz="720"/>
          </a:p>
        </p:txBody>
      </p:sp>
      <p:sp>
        <p:nvSpPr>
          <p:cNvPr id="11" name="Rectangle 10">
            <a:extLst>
              <a:ext uri="{FF2B5EF4-FFF2-40B4-BE49-F238E27FC236}">
                <a16:creationId xmlns:a16="http://schemas.microsoft.com/office/drawing/2014/main" id="{508C93A1-4EF0-91AA-5D59-0C72A2ECF1D7}"/>
              </a:ext>
            </a:extLst>
          </p:cNvPr>
          <p:cNvSpPr/>
          <p:nvPr/>
        </p:nvSpPr>
        <p:spPr>
          <a:xfrm>
            <a:off x="15247617" y="627371"/>
            <a:ext cx="285977" cy="74485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fontAlgn="auto" hangingPunct="1">
              <a:spcBef>
                <a:spcPts val="0"/>
              </a:spcBef>
              <a:spcAft>
                <a:spcPts val="480"/>
              </a:spcAft>
              <a:defRPr/>
            </a:pPr>
            <a:endParaRPr lang="en-US" sz="720"/>
          </a:p>
        </p:txBody>
      </p:sp>
      <p:sp>
        <p:nvSpPr>
          <p:cNvPr id="12" name="Rectangle 11">
            <a:extLst>
              <a:ext uri="{FF2B5EF4-FFF2-40B4-BE49-F238E27FC236}">
                <a16:creationId xmlns:a16="http://schemas.microsoft.com/office/drawing/2014/main" id="{7C0615AC-3AD6-7115-50C8-E1AAC841E1C9}"/>
              </a:ext>
            </a:extLst>
          </p:cNvPr>
          <p:cNvSpPr/>
          <p:nvPr/>
        </p:nvSpPr>
        <p:spPr>
          <a:xfrm>
            <a:off x="15236420" y="1366511"/>
            <a:ext cx="285977" cy="744854"/>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fontAlgn="auto" hangingPunct="1">
              <a:spcBef>
                <a:spcPts val="0"/>
              </a:spcBef>
              <a:spcAft>
                <a:spcPts val="480"/>
              </a:spcAft>
              <a:defRPr/>
            </a:pPr>
            <a:endParaRPr lang="en-US" sz="720">
              <a:solidFill>
                <a:sysClr val="windowText" lastClr="000000"/>
              </a:solidFill>
            </a:endParaRPr>
          </a:p>
        </p:txBody>
      </p:sp>
      <p:sp>
        <p:nvSpPr>
          <p:cNvPr id="18" name="TextBox 17">
            <a:extLst>
              <a:ext uri="{FF2B5EF4-FFF2-40B4-BE49-F238E27FC236}">
                <a16:creationId xmlns:a16="http://schemas.microsoft.com/office/drawing/2014/main" id="{B2881724-E1A1-F022-8E31-12523A3C495D}"/>
              </a:ext>
            </a:extLst>
          </p:cNvPr>
          <p:cNvSpPr txBox="1"/>
          <p:nvPr/>
        </p:nvSpPr>
        <p:spPr>
          <a:xfrm>
            <a:off x="11857829" y="7726918"/>
            <a:ext cx="2596896" cy="276999"/>
          </a:xfrm>
          <a:prstGeom prst="rect">
            <a:avLst/>
          </a:prstGeom>
          <a:noFill/>
        </p:spPr>
        <p:txBody>
          <a:bodyPr wrap="square">
            <a:spAutoFit/>
          </a:bodyPr>
          <a:lstStyle/>
          <a:p>
            <a:pPr algn="r"/>
            <a:fld id="{9990AA6C-E90E-4974-9612-9FBE0B32920B}" type="slidenum">
              <a:rPr lang="en-US" sz="1200" smtClean="0">
                <a:latin typeface="+mj-lt"/>
              </a:rPr>
              <a:pPr algn="r"/>
              <a:t>‹#›</a:t>
            </a:fld>
            <a:endParaRPr lang="en-US" sz="1200">
              <a:latin typeface="+mj-lt"/>
            </a:endParaRPr>
          </a:p>
        </p:txBody>
      </p:sp>
      <p:sp>
        <p:nvSpPr>
          <p:cNvPr id="13" name="Rectangle 12">
            <a:extLst>
              <a:ext uri="{FF2B5EF4-FFF2-40B4-BE49-F238E27FC236}">
                <a16:creationId xmlns:a16="http://schemas.microsoft.com/office/drawing/2014/main" id="{61A97778-BFE9-C9D9-1CC1-86F41F3285A3}"/>
              </a:ext>
            </a:extLst>
          </p:cNvPr>
          <p:cNvSpPr/>
          <p:nvPr userDrawn="1"/>
        </p:nvSpPr>
        <p:spPr>
          <a:xfrm>
            <a:off x="15242198" y="2115176"/>
            <a:ext cx="285977" cy="744856"/>
          </a:xfrm>
          <a:prstGeom prst="rect">
            <a:avLst/>
          </a:prstGeom>
          <a:solidFill>
            <a:srgbClr val="00FAC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fontAlgn="auto" hangingPunct="1">
              <a:spcBef>
                <a:spcPts val="0"/>
              </a:spcBef>
              <a:spcAft>
                <a:spcPts val="480"/>
              </a:spcAft>
              <a:defRPr/>
            </a:pPr>
            <a:endParaRPr lang="en-US" sz="720">
              <a:solidFill>
                <a:srgbClr val="00FAC2"/>
              </a:solidFill>
            </a:endParaRPr>
          </a:p>
        </p:txBody>
      </p:sp>
      <p:sp>
        <p:nvSpPr>
          <p:cNvPr id="14" name="Rectangle 13">
            <a:extLst>
              <a:ext uri="{FF2B5EF4-FFF2-40B4-BE49-F238E27FC236}">
                <a16:creationId xmlns:a16="http://schemas.microsoft.com/office/drawing/2014/main" id="{E1A7F4EC-3F47-C367-21CC-D850C5A55438}"/>
              </a:ext>
            </a:extLst>
          </p:cNvPr>
          <p:cNvSpPr/>
          <p:nvPr userDrawn="1"/>
        </p:nvSpPr>
        <p:spPr>
          <a:xfrm>
            <a:off x="15242198" y="2854315"/>
            <a:ext cx="285977" cy="744854"/>
          </a:xfrm>
          <a:prstGeom prst="rect">
            <a:avLst/>
          </a:prstGeom>
          <a:solidFill>
            <a:srgbClr val="00856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fontAlgn="auto" hangingPunct="1">
              <a:spcBef>
                <a:spcPts val="0"/>
              </a:spcBef>
              <a:spcAft>
                <a:spcPts val="480"/>
              </a:spcAft>
              <a:defRPr/>
            </a:pPr>
            <a:endParaRPr lang="en-US" sz="720"/>
          </a:p>
        </p:txBody>
      </p:sp>
      <p:sp>
        <p:nvSpPr>
          <p:cNvPr id="17" name="Rectangle 16">
            <a:extLst>
              <a:ext uri="{FF2B5EF4-FFF2-40B4-BE49-F238E27FC236}">
                <a16:creationId xmlns:a16="http://schemas.microsoft.com/office/drawing/2014/main" id="{8497D833-3202-0C33-C15C-7C410F2536D9}"/>
              </a:ext>
            </a:extLst>
          </p:cNvPr>
          <p:cNvSpPr/>
          <p:nvPr userDrawn="1"/>
        </p:nvSpPr>
        <p:spPr>
          <a:xfrm>
            <a:off x="15242198" y="3599170"/>
            <a:ext cx="285977" cy="74676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fontAlgn="auto" hangingPunct="1">
              <a:spcBef>
                <a:spcPts val="0"/>
              </a:spcBef>
              <a:spcAft>
                <a:spcPts val="480"/>
              </a:spcAft>
              <a:defRPr/>
            </a:pPr>
            <a:endParaRPr lang="en-US" sz="720"/>
          </a:p>
        </p:txBody>
      </p:sp>
      <p:sp>
        <p:nvSpPr>
          <p:cNvPr id="19" name="Rectangle 18">
            <a:extLst>
              <a:ext uri="{FF2B5EF4-FFF2-40B4-BE49-F238E27FC236}">
                <a16:creationId xmlns:a16="http://schemas.microsoft.com/office/drawing/2014/main" id="{6226DFA2-451E-5BF9-6658-F721272F9F79}"/>
              </a:ext>
            </a:extLst>
          </p:cNvPr>
          <p:cNvSpPr/>
          <p:nvPr userDrawn="1"/>
        </p:nvSpPr>
        <p:spPr>
          <a:xfrm>
            <a:off x="15242198" y="5829925"/>
            <a:ext cx="285977" cy="7467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fontAlgn="auto" hangingPunct="1">
              <a:spcBef>
                <a:spcPts val="0"/>
              </a:spcBef>
              <a:spcAft>
                <a:spcPts val="480"/>
              </a:spcAft>
              <a:defRPr/>
            </a:pPr>
            <a:endParaRPr lang="en-US" sz="720"/>
          </a:p>
        </p:txBody>
      </p:sp>
      <p:sp>
        <p:nvSpPr>
          <p:cNvPr id="20" name="Rectangle 19">
            <a:extLst>
              <a:ext uri="{FF2B5EF4-FFF2-40B4-BE49-F238E27FC236}">
                <a16:creationId xmlns:a16="http://schemas.microsoft.com/office/drawing/2014/main" id="{EB9732DC-8D42-4C6A-8EA9-E4BB49A40112}"/>
              </a:ext>
            </a:extLst>
          </p:cNvPr>
          <p:cNvSpPr/>
          <p:nvPr userDrawn="1"/>
        </p:nvSpPr>
        <p:spPr>
          <a:xfrm>
            <a:off x="15242198" y="5088880"/>
            <a:ext cx="285977" cy="744856"/>
          </a:xfrm>
          <a:prstGeom prst="rect">
            <a:avLst/>
          </a:prstGeom>
          <a:solidFill>
            <a:srgbClr val="E3056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fontAlgn="auto" hangingPunct="1">
              <a:spcBef>
                <a:spcPts val="0"/>
              </a:spcBef>
              <a:spcAft>
                <a:spcPts val="480"/>
              </a:spcAft>
              <a:defRPr/>
            </a:pPr>
            <a:endParaRPr lang="en-US" sz="720"/>
          </a:p>
        </p:txBody>
      </p:sp>
      <p:sp>
        <p:nvSpPr>
          <p:cNvPr id="21" name="Rectangle 20">
            <a:extLst>
              <a:ext uri="{FF2B5EF4-FFF2-40B4-BE49-F238E27FC236}">
                <a16:creationId xmlns:a16="http://schemas.microsoft.com/office/drawing/2014/main" id="{918B4630-9A8E-A479-C83E-D5549551A00E}"/>
              </a:ext>
            </a:extLst>
          </p:cNvPr>
          <p:cNvSpPr/>
          <p:nvPr userDrawn="1"/>
        </p:nvSpPr>
        <p:spPr>
          <a:xfrm>
            <a:off x="15242198" y="4345930"/>
            <a:ext cx="285977" cy="744856"/>
          </a:xfrm>
          <a:prstGeom prst="rect">
            <a:avLst/>
          </a:prstGeom>
          <a:solidFill>
            <a:srgbClr val="7161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fontAlgn="auto" hangingPunct="1">
              <a:spcBef>
                <a:spcPts val="0"/>
              </a:spcBef>
              <a:spcAft>
                <a:spcPts val="480"/>
              </a:spcAft>
              <a:defRPr/>
            </a:pPr>
            <a:endParaRPr lang="en-US" sz="720"/>
          </a:p>
        </p:txBody>
      </p:sp>
      <p:sp>
        <p:nvSpPr>
          <p:cNvPr id="22" name="Rectangle 21">
            <a:extLst>
              <a:ext uri="{FF2B5EF4-FFF2-40B4-BE49-F238E27FC236}">
                <a16:creationId xmlns:a16="http://schemas.microsoft.com/office/drawing/2014/main" id="{4751F2E0-4165-C40E-AD65-53A3BB6F985F}"/>
              </a:ext>
            </a:extLst>
          </p:cNvPr>
          <p:cNvSpPr/>
          <p:nvPr userDrawn="1"/>
        </p:nvSpPr>
        <p:spPr>
          <a:xfrm>
            <a:off x="15242198" y="6572875"/>
            <a:ext cx="285977" cy="746760"/>
          </a:xfrm>
          <a:prstGeom prst="rect">
            <a:avLst/>
          </a:prstGeom>
          <a:solidFill>
            <a:srgbClr val="71758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fontAlgn="auto" hangingPunct="1">
              <a:spcBef>
                <a:spcPts val="0"/>
              </a:spcBef>
              <a:spcAft>
                <a:spcPts val="480"/>
              </a:spcAft>
              <a:defRPr/>
            </a:pPr>
            <a:endParaRPr lang="en-US" sz="720"/>
          </a:p>
        </p:txBody>
      </p:sp>
      <p:sp>
        <p:nvSpPr>
          <p:cNvPr id="23" name="Rectangle 22">
            <a:extLst>
              <a:ext uri="{FF2B5EF4-FFF2-40B4-BE49-F238E27FC236}">
                <a16:creationId xmlns:a16="http://schemas.microsoft.com/office/drawing/2014/main" id="{FE331163-0AC1-D2E2-E543-DE34DA72DEF7}"/>
              </a:ext>
            </a:extLst>
          </p:cNvPr>
          <p:cNvSpPr/>
          <p:nvPr userDrawn="1"/>
        </p:nvSpPr>
        <p:spPr>
          <a:xfrm>
            <a:off x="15247617" y="627371"/>
            <a:ext cx="285977" cy="74485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fontAlgn="auto" hangingPunct="1">
              <a:spcBef>
                <a:spcPts val="0"/>
              </a:spcBef>
              <a:spcAft>
                <a:spcPts val="480"/>
              </a:spcAft>
              <a:defRPr/>
            </a:pPr>
            <a:endParaRPr lang="en-US" sz="720"/>
          </a:p>
        </p:txBody>
      </p:sp>
      <p:sp>
        <p:nvSpPr>
          <p:cNvPr id="24" name="Rectangle 23">
            <a:extLst>
              <a:ext uri="{FF2B5EF4-FFF2-40B4-BE49-F238E27FC236}">
                <a16:creationId xmlns:a16="http://schemas.microsoft.com/office/drawing/2014/main" id="{8C21E240-4468-A50E-DD25-72D981FAF86B}"/>
              </a:ext>
            </a:extLst>
          </p:cNvPr>
          <p:cNvSpPr/>
          <p:nvPr userDrawn="1"/>
        </p:nvSpPr>
        <p:spPr>
          <a:xfrm>
            <a:off x="15236420" y="1366511"/>
            <a:ext cx="285977" cy="744854"/>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fontAlgn="auto" hangingPunct="1">
              <a:spcBef>
                <a:spcPts val="0"/>
              </a:spcBef>
              <a:spcAft>
                <a:spcPts val="480"/>
              </a:spcAft>
              <a:defRPr/>
            </a:pPr>
            <a:endParaRPr lang="en-US" sz="720">
              <a:solidFill>
                <a:sysClr val="windowText" lastClr="000000"/>
              </a:solidFill>
            </a:endParaRPr>
          </a:p>
        </p:txBody>
      </p:sp>
      <p:sp>
        <p:nvSpPr>
          <p:cNvPr id="25" name="Graphic 26">
            <a:extLst>
              <a:ext uri="{FF2B5EF4-FFF2-40B4-BE49-F238E27FC236}">
                <a16:creationId xmlns:a16="http://schemas.microsoft.com/office/drawing/2014/main" id="{132335B8-85D9-3E10-86D2-7507E73A25BE}"/>
              </a:ext>
            </a:extLst>
          </p:cNvPr>
          <p:cNvSpPr/>
          <p:nvPr userDrawn="1"/>
        </p:nvSpPr>
        <p:spPr>
          <a:xfrm>
            <a:off x="14484278" y="6009758"/>
            <a:ext cx="146122" cy="2351315"/>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1"/>
          </a:solidFill>
          <a:ln w="20108" cap="flat">
            <a:noFill/>
            <a:prstDash val="solid"/>
            <a:miter/>
          </a:ln>
        </p:spPr>
        <p:txBody>
          <a:bodyPr rtlCol="0" anchor="ctr"/>
          <a:lstStyle/>
          <a:p>
            <a:endParaRPr lang="en-US" sz="2160"/>
          </a:p>
        </p:txBody>
      </p:sp>
    </p:spTree>
    <p:extLst>
      <p:ext uri="{BB962C8B-B14F-4D97-AF65-F5344CB8AC3E}">
        <p14:creationId xmlns:p14="http://schemas.microsoft.com/office/powerpoint/2010/main" val="1302102073"/>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 id="2147483670" r:id="rId15"/>
    <p:sldLayoutId id="2147483671" r:id="rId16"/>
    <p:sldLayoutId id="2147483672" r:id="rId17"/>
    <p:sldLayoutId id="2147483673" r:id="rId18"/>
    <p:sldLayoutId id="2147483674" r:id="rId19"/>
    <p:sldLayoutId id="2147483675" r:id="rId20"/>
    <p:sldLayoutId id="2147483676" r:id="rId21"/>
    <p:sldLayoutId id="2147483677" r:id="rId22"/>
    <p:sldLayoutId id="2147483678" r:id="rId23"/>
    <p:sldLayoutId id="2147483679" r:id="rId24"/>
    <p:sldLayoutId id="2147483680" r:id="rId25"/>
    <p:sldLayoutId id="2147483681" r:id="rId26"/>
    <p:sldLayoutId id="2147483682" r:id="rId27"/>
    <p:sldLayoutId id="2147483683" r:id="rId28"/>
    <p:sldLayoutId id="2147483684" r:id="rId29"/>
    <p:sldLayoutId id="2147483685" r:id="rId30"/>
    <p:sldLayoutId id="2147483686" r:id="rId31"/>
    <p:sldLayoutId id="2147483687" r:id="rId32"/>
    <p:sldLayoutId id="2147483688" r:id="rId33"/>
    <p:sldLayoutId id="2147483689" r:id="rId34"/>
    <p:sldLayoutId id="2147483690" r:id="rId35"/>
    <p:sldLayoutId id="2147483691" r:id="rId36"/>
    <p:sldLayoutId id="2147483692" r:id="rId37"/>
    <p:sldLayoutId id="2147483693" r:id="rId38"/>
    <p:sldLayoutId id="2147483694" r:id="rId39"/>
    <p:sldLayoutId id="2147483695" r:id="rId40"/>
    <p:sldLayoutId id="2147483696" r:id="rId41"/>
    <p:sldLayoutId id="2147483697" r:id="rId42"/>
    <p:sldLayoutId id="2147483698" r:id="rId43"/>
    <p:sldLayoutId id="2147483699" r:id="rId44"/>
    <p:sldLayoutId id="2147483700" r:id="rId45"/>
    <p:sldLayoutId id="2147483701" r:id="rId46"/>
    <p:sldLayoutId id="2147483702" r:id="rId47"/>
    <p:sldLayoutId id="2147483703" r:id="rId48"/>
    <p:sldLayoutId id="2147483704" r:id="rId49"/>
    <p:sldLayoutId id="2147483705" r:id="rId50"/>
    <p:sldLayoutId id="2147483706" r:id="rId51"/>
    <p:sldLayoutId id="2147483707" r:id="rId52"/>
    <p:sldLayoutId id="2147483708" r:id="rId53"/>
    <p:sldLayoutId id="2147483709" r:id="rId54"/>
    <p:sldLayoutId id="2147483710" r:id="rId55"/>
  </p:sldLayoutIdLst>
  <p:txStyles>
    <p:titleStyle>
      <a:lvl1pPr algn="l" defTabSz="1097280" rtl="0" eaLnBrk="1" latinLnBrk="0" hangingPunct="1">
        <a:lnSpc>
          <a:spcPct val="100000"/>
        </a:lnSpc>
        <a:spcBef>
          <a:spcPct val="0"/>
        </a:spcBef>
        <a:spcAft>
          <a:spcPts val="720"/>
        </a:spcAft>
        <a:buNone/>
        <a:defRPr sz="3840" b="0" i="0" kern="1200">
          <a:solidFill>
            <a:schemeClr val="tx1"/>
          </a:solidFill>
          <a:latin typeface="PP Neue Machina Plain" pitchFamily="2" charset="77"/>
          <a:ea typeface="+mj-ea"/>
          <a:cs typeface="+mj-cs"/>
        </a:defRPr>
      </a:lvl1pPr>
    </p:titleStyle>
    <p:bodyStyle>
      <a:lvl1pPr marL="274320" indent="-274320" algn="l" defTabSz="1097280" rtl="0" eaLnBrk="1" latinLnBrk="0" hangingPunct="1">
        <a:lnSpc>
          <a:spcPct val="100000"/>
        </a:lnSpc>
        <a:spcBef>
          <a:spcPts val="1200"/>
        </a:spcBef>
        <a:spcAft>
          <a:spcPts val="720"/>
        </a:spcAft>
        <a:buFont typeface="Arial" panose="020B0604020202020204" pitchFamily="34" charset="0"/>
        <a:buChar char="•"/>
        <a:defRPr sz="2160" b="0" i="0" kern="1200">
          <a:solidFill>
            <a:schemeClr val="tx1"/>
          </a:solidFill>
          <a:latin typeface="Avenir LT 45 Book" panose="020B0503020000020003" pitchFamily="34" charset="0"/>
          <a:ea typeface="+mn-ea"/>
          <a:cs typeface="Arial" panose="020B0604020202020204" pitchFamily="34" charset="0"/>
        </a:defRPr>
      </a:lvl1pPr>
      <a:lvl2pPr marL="822960" indent="-274320" algn="l" defTabSz="1097280" rtl="0" eaLnBrk="1" latinLnBrk="0" hangingPunct="1">
        <a:lnSpc>
          <a:spcPct val="100000"/>
        </a:lnSpc>
        <a:spcBef>
          <a:spcPts val="600"/>
        </a:spcBef>
        <a:spcAft>
          <a:spcPts val="720"/>
        </a:spcAft>
        <a:buFont typeface="Arial" panose="020B0604020202020204" pitchFamily="34" charset="0"/>
        <a:buChar char="•"/>
        <a:defRPr sz="1920" b="0" i="0" kern="1200">
          <a:solidFill>
            <a:schemeClr val="tx1"/>
          </a:solidFill>
          <a:latin typeface="Avenir LT 45 Book" panose="020B0503020000020003" pitchFamily="34" charset="0"/>
          <a:ea typeface="+mn-ea"/>
          <a:cs typeface="Arial" panose="020B0604020202020204" pitchFamily="34" charset="0"/>
        </a:defRPr>
      </a:lvl2pPr>
      <a:lvl3pPr marL="1371600" indent="-274320" algn="l" defTabSz="1097280" rtl="0" eaLnBrk="1" latinLnBrk="0" hangingPunct="1">
        <a:lnSpc>
          <a:spcPct val="100000"/>
        </a:lnSpc>
        <a:spcBef>
          <a:spcPts val="600"/>
        </a:spcBef>
        <a:spcAft>
          <a:spcPts val="720"/>
        </a:spcAft>
        <a:buFont typeface="Arial" panose="020B0604020202020204" pitchFamily="34" charset="0"/>
        <a:buChar char="•"/>
        <a:defRPr sz="1680" b="0" i="0" kern="1200">
          <a:solidFill>
            <a:schemeClr val="tx1"/>
          </a:solidFill>
          <a:latin typeface="Avenir LT 45 Book" panose="020B0503020000020003" pitchFamily="34" charset="0"/>
          <a:ea typeface="+mn-ea"/>
          <a:cs typeface="Arial" panose="020B0604020202020204" pitchFamily="34" charset="0"/>
        </a:defRPr>
      </a:lvl3pPr>
      <a:lvl4pPr marL="1920240" indent="-274320" algn="l" defTabSz="1097280" rtl="0" eaLnBrk="1" latinLnBrk="0" hangingPunct="1">
        <a:lnSpc>
          <a:spcPct val="90000"/>
        </a:lnSpc>
        <a:spcBef>
          <a:spcPts val="600"/>
        </a:spcBef>
        <a:buFont typeface="Arial" panose="020B0604020202020204" pitchFamily="34" charset="0"/>
        <a:buChar char="•"/>
        <a:defRPr sz="1440" b="0" i="0" kern="1200">
          <a:solidFill>
            <a:schemeClr val="tx1"/>
          </a:solidFill>
          <a:latin typeface="Avenir LT 45 Book" panose="020B0503020000020003" pitchFamily="34" charset="0"/>
          <a:ea typeface="+mn-ea"/>
          <a:cs typeface="Arial" panose="020B0604020202020204" pitchFamily="34" charset="0"/>
        </a:defRPr>
      </a:lvl4pPr>
      <a:lvl5pPr marL="2468880" indent="-274320" algn="l" defTabSz="1097280" rtl="0" eaLnBrk="1" latinLnBrk="0" hangingPunct="1">
        <a:lnSpc>
          <a:spcPct val="90000"/>
        </a:lnSpc>
        <a:spcBef>
          <a:spcPts val="600"/>
        </a:spcBef>
        <a:buFont typeface="Arial" panose="020B0604020202020204" pitchFamily="34" charset="0"/>
        <a:buChar char="•"/>
        <a:defRPr sz="1440" b="0" i="0" kern="1200">
          <a:solidFill>
            <a:schemeClr val="tx1"/>
          </a:solidFill>
          <a:latin typeface="Avenir LT 45 Book" panose="020B0503020000020003" pitchFamily="34" charset="0"/>
          <a:ea typeface="+mn-ea"/>
          <a:cs typeface="Arial" panose="020B0604020202020204" pitchFamily="34"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16">
          <p15:clr>
            <a:srgbClr val="F26B43"/>
          </p15:clr>
        </p15:guide>
        <p15:guide id="4" pos="7354">
          <p15:clr>
            <a:srgbClr val="F26B43"/>
          </p15:clr>
        </p15:guide>
        <p15:guide id="5" orient="horz" pos="3898">
          <p15:clr>
            <a:srgbClr val="F26B43"/>
          </p15:clr>
        </p15:guide>
        <p15:guide id="6" orient="horz" pos="11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A2C381-613C-35D5-B071-866A31D29ABA}"/>
              </a:ext>
            </a:extLst>
          </p:cNvPr>
          <p:cNvSpPr>
            <a:spLocks noGrp="1"/>
          </p:cNvSpPr>
          <p:nvPr>
            <p:ph type="title"/>
          </p:nvPr>
        </p:nvSpPr>
        <p:spPr>
          <a:xfrm>
            <a:off x="619125" y="472906"/>
            <a:ext cx="13392148" cy="590932"/>
          </a:xfrm>
          <a:prstGeom prst="rect">
            <a:avLst/>
          </a:prstGeom>
        </p:spPr>
        <p:txBody>
          <a:bodyPr vert="horz" lIns="0" tIns="0" rIns="0" bIns="0" rtlCol="0" anchor="t">
            <a:sp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316248D-B3A3-056F-8479-0D6380B8D80E}"/>
              </a:ext>
            </a:extLst>
          </p:cNvPr>
          <p:cNvSpPr>
            <a:spLocks noGrp="1"/>
          </p:cNvSpPr>
          <p:nvPr>
            <p:ph type="body" idx="1"/>
          </p:nvPr>
        </p:nvSpPr>
        <p:spPr>
          <a:xfrm>
            <a:off x="619125" y="1950720"/>
            <a:ext cx="13392148" cy="5621021"/>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pic>
        <p:nvPicPr>
          <p:cNvPr id="4" name="Graphic 3">
            <a:extLst>
              <a:ext uri="{FF2B5EF4-FFF2-40B4-BE49-F238E27FC236}">
                <a16:creationId xmlns:a16="http://schemas.microsoft.com/office/drawing/2014/main" id="{A3195191-A491-AE20-CAF3-42A7D37E02C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944880" y="2926081"/>
            <a:ext cx="777916" cy="1569720"/>
          </a:xfrm>
          <a:prstGeom prst="rect">
            <a:avLst/>
          </a:prstGeom>
        </p:spPr>
      </p:pic>
    </p:spTree>
    <p:extLst>
      <p:ext uri="{BB962C8B-B14F-4D97-AF65-F5344CB8AC3E}">
        <p14:creationId xmlns:p14="http://schemas.microsoft.com/office/powerpoint/2010/main" val="615999851"/>
      </p:ext>
    </p:extLst>
  </p:cSld>
  <p:clrMap bg1="lt1" tx1="dk1" bg2="lt2" tx2="dk2" accent1="accent1" accent2="accent2" accent3="accent3" accent4="accent4" accent5="accent5" accent6="accent6" hlink="hlink" folHlink="folHlink"/>
  <p:sldLayoutIdLst>
    <p:sldLayoutId id="2147483929" r:id="rId1"/>
    <p:sldLayoutId id="2147483930" r:id="rId2"/>
    <p:sldLayoutId id="2147483931" r:id="rId3"/>
  </p:sldLayoutIdLst>
  <p:hf hdr="0" ftr="0" dt="0"/>
  <p:txStyles>
    <p:titleStyle>
      <a:lvl1pPr algn="l" defTabSz="1097225" rtl="0" eaLnBrk="1" latinLnBrk="0" hangingPunct="1">
        <a:lnSpc>
          <a:spcPct val="100000"/>
        </a:lnSpc>
        <a:spcBef>
          <a:spcPct val="0"/>
        </a:spcBef>
        <a:spcAft>
          <a:spcPts val="720"/>
        </a:spcAft>
        <a:buNone/>
        <a:defRPr sz="3840" b="1" i="0" kern="1200">
          <a:solidFill>
            <a:schemeClr val="tx1"/>
          </a:solidFill>
          <a:latin typeface="PP Neue Machina Plain Ultrabold" pitchFamily="2" charset="77"/>
          <a:ea typeface="+mj-ea"/>
          <a:cs typeface="+mj-cs"/>
        </a:defRPr>
      </a:lvl1pPr>
    </p:titleStyle>
    <p:bodyStyle>
      <a:lvl1pPr marL="274307" indent="-274307" algn="l" defTabSz="1097225" rtl="0" eaLnBrk="1" latinLnBrk="0" hangingPunct="1">
        <a:lnSpc>
          <a:spcPct val="100000"/>
        </a:lnSpc>
        <a:spcBef>
          <a:spcPts val="1200"/>
        </a:spcBef>
        <a:spcAft>
          <a:spcPts val="720"/>
        </a:spcAft>
        <a:buFont typeface="Aptos" panose="020B0004020202020204" pitchFamily="34" charset="0"/>
        <a:buChar char="•"/>
        <a:defRPr sz="216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822919" indent="-274307" algn="l" defTabSz="1097225" rtl="0" eaLnBrk="1" latinLnBrk="0" hangingPunct="1">
        <a:lnSpc>
          <a:spcPct val="100000"/>
        </a:lnSpc>
        <a:spcBef>
          <a:spcPts val="600"/>
        </a:spcBef>
        <a:spcAft>
          <a:spcPts val="720"/>
        </a:spcAft>
        <a:buFont typeface="Aptos" panose="020B0004020202020204" pitchFamily="34" charset="0"/>
        <a:buChar char="•"/>
        <a:defRPr sz="192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371530" indent="-274307" algn="l" defTabSz="1097225" rtl="0" eaLnBrk="1" latinLnBrk="0" hangingPunct="1">
        <a:lnSpc>
          <a:spcPct val="100000"/>
        </a:lnSpc>
        <a:spcBef>
          <a:spcPts val="600"/>
        </a:spcBef>
        <a:spcAft>
          <a:spcPts val="720"/>
        </a:spcAft>
        <a:buFont typeface="Aptos" panose="020B0004020202020204" pitchFamily="34" charset="0"/>
        <a:buChar char="•"/>
        <a:defRPr sz="168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920144" indent="-274307" algn="l" defTabSz="1097225" rtl="0" eaLnBrk="1" latinLnBrk="0" hangingPunct="1">
        <a:lnSpc>
          <a:spcPct val="90000"/>
        </a:lnSpc>
        <a:spcBef>
          <a:spcPts val="600"/>
        </a:spcBef>
        <a:buFont typeface="Aptos" panose="020B0004020202020204" pitchFamily="34" charset="0"/>
        <a:buChar char="•"/>
        <a:defRPr sz="1440" b="0" i="0" kern="1200">
          <a:solidFill>
            <a:schemeClr val="tx1"/>
          </a:solidFill>
          <a:latin typeface="Aptos" panose="020B0004020202020204" pitchFamily="34" charset="0"/>
          <a:ea typeface="+mn-ea"/>
          <a:cs typeface="Aptos" panose="020B0004020202020204" pitchFamily="34" charset="0"/>
        </a:defRPr>
      </a:lvl4pPr>
      <a:lvl5pPr marL="2468758" indent="-274307" algn="l" defTabSz="1097225" rtl="0" eaLnBrk="1" latinLnBrk="0" hangingPunct="1">
        <a:lnSpc>
          <a:spcPct val="90000"/>
        </a:lnSpc>
        <a:spcBef>
          <a:spcPts val="600"/>
        </a:spcBef>
        <a:buFont typeface="Aptos" panose="020B0004020202020204" pitchFamily="34" charset="0"/>
        <a:buChar char="•"/>
        <a:defRPr sz="1440" b="0" i="0" kern="1200">
          <a:solidFill>
            <a:schemeClr val="tx1"/>
          </a:solidFill>
          <a:latin typeface="Aptos" panose="020B0004020202020204" pitchFamily="34" charset="0"/>
          <a:ea typeface="+mn-ea"/>
          <a:cs typeface="Aptos" panose="020B0004020202020204" pitchFamily="34" charset="0"/>
        </a:defRPr>
      </a:lvl5pPr>
      <a:lvl6pPr marL="3017369" indent="-274307" algn="l" defTabSz="1097225" rtl="0" eaLnBrk="1" latinLnBrk="0" hangingPunct="1">
        <a:lnSpc>
          <a:spcPct val="90000"/>
        </a:lnSpc>
        <a:spcBef>
          <a:spcPts val="600"/>
        </a:spcBef>
        <a:buFont typeface="Aptos" panose="020B0004020202020204" pitchFamily="34" charset="0"/>
        <a:buChar char="•"/>
        <a:defRPr sz="2160" kern="1200">
          <a:solidFill>
            <a:schemeClr val="tx1"/>
          </a:solidFill>
          <a:latin typeface="+mn-lt"/>
          <a:ea typeface="+mn-ea"/>
          <a:cs typeface="+mn-cs"/>
        </a:defRPr>
      </a:lvl6pPr>
      <a:lvl7pPr marL="3565982" indent="-274307" algn="l" defTabSz="1097225" rtl="0" eaLnBrk="1" latinLnBrk="0" hangingPunct="1">
        <a:lnSpc>
          <a:spcPct val="90000"/>
        </a:lnSpc>
        <a:spcBef>
          <a:spcPts val="600"/>
        </a:spcBef>
        <a:buFont typeface="Aptos" panose="020B0004020202020204" pitchFamily="34" charset="0"/>
        <a:buChar char="•"/>
        <a:defRPr sz="2160" kern="1200">
          <a:solidFill>
            <a:schemeClr val="tx1"/>
          </a:solidFill>
          <a:latin typeface="+mn-lt"/>
          <a:ea typeface="+mn-ea"/>
          <a:cs typeface="+mn-cs"/>
        </a:defRPr>
      </a:lvl7pPr>
      <a:lvl8pPr marL="4114595" indent="-274307" algn="l" defTabSz="1097225" rtl="0" eaLnBrk="1" latinLnBrk="0" hangingPunct="1">
        <a:lnSpc>
          <a:spcPct val="90000"/>
        </a:lnSpc>
        <a:spcBef>
          <a:spcPts val="600"/>
        </a:spcBef>
        <a:buFont typeface="Aptos" panose="020B0004020202020204" pitchFamily="34" charset="0"/>
        <a:buChar char="•"/>
        <a:defRPr sz="2160" kern="1200">
          <a:solidFill>
            <a:schemeClr val="tx1"/>
          </a:solidFill>
          <a:latin typeface="+mn-lt"/>
          <a:ea typeface="+mn-ea"/>
          <a:cs typeface="+mn-cs"/>
        </a:defRPr>
      </a:lvl8pPr>
      <a:lvl9pPr marL="4663207" indent="-274307" algn="l" defTabSz="1097225" rtl="0" eaLnBrk="1" latinLnBrk="0" hangingPunct="1">
        <a:lnSpc>
          <a:spcPct val="90000"/>
        </a:lnSpc>
        <a:spcBef>
          <a:spcPts val="600"/>
        </a:spcBef>
        <a:buFont typeface="Aptos" panose="020B0004020202020204" pitchFamily="34" charset="0"/>
        <a:buChar char="•"/>
        <a:defRPr sz="2160" kern="1200">
          <a:solidFill>
            <a:schemeClr val="tx1"/>
          </a:solidFill>
          <a:latin typeface="+mn-lt"/>
          <a:ea typeface="+mn-ea"/>
          <a:cs typeface="+mn-cs"/>
        </a:defRPr>
      </a:lvl9pPr>
    </p:bodyStyle>
    <p:otherStyle>
      <a:defPPr>
        <a:defRPr lang="en-US"/>
      </a:defPPr>
      <a:lvl1pPr marL="0" algn="l" defTabSz="1097225" rtl="0" eaLnBrk="1" latinLnBrk="0" hangingPunct="1">
        <a:defRPr sz="2160" kern="1200">
          <a:solidFill>
            <a:schemeClr val="tx1"/>
          </a:solidFill>
          <a:latin typeface="+mn-lt"/>
          <a:ea typeface="+mn-ea"/>
          <a:cs typeface="+mn-cs"/>
        </a:defRPr>
      </a:lvl1pPr>
      <a:lvl2pPr marL="548614" algn="l" defTabSz="1097225" rtl="0" eaLnBrk="1" latinLnBrk="0" hangingPunct="1">
        <a:defRPr sz="2160" kern="1200">
          <a:solidFill>
            <a:schemeClr val="tx1"/>
          </a:solidFill>
          <a:latin typeface="+mn-lt"/>
          <a:ea typeface="+mn-ea"/>
          <a:cs typeface="+mn-cs"/>
        </a:defRPr>
      </a:lvl2pPr>
      <a:lvl3pPr marL="1097225" algn="l" defTabSz="1097225" rtl="0" eaLnBrk="1" latinLnBrk="0" hangingPunct="1">
        <a:defRPr sz="2160" kern="1200">
          <a:solidFill>
            <a:schemeClr val="tx1"/>
          </a:solidFill>
          <a:latin typeface="+mn-lt"/>
          <a:ea typeface="+mn-ea"/>
          <a:cs typeface="+mn-cs"/>
        </a:defRPr>
      </a:lvl3pPr>
      <a:lvl4pPr marL="1645838" algn="l" defTabSz="1097225" rtl="0" eaLnBrk="1" latinLnBrk="0" hangingPunct="1">
        <a:defRPr sz="2160" kern="1200">
          <a:solidFill>
            <a:schemeClr val="tx1"/>
          </a:solidFill>
          <a:latin typeface="+mn-lt"/>
          <a:ea typeface="+mn-ea"/>
          <a:cs typeface="+mn-cs"/>
        </a:defRPr>
      </a:lvl4pPr>
      <a:lvl5pPr marL="2194451" algn="l" defTabSz="1097225" rtl="0" eaLnBrk="1" latinLnBrk="0" hangingPunct="1">
        <a:defRPr sz="2160" kern="1200">
          <a:solidFill>
            <a:schemeClr val="tx1"/>
          </a:solidFill>
          <a:latin typeface="+mn-lt"/>
          <a:ea typeface="+mn-ea"/>
          <a:cs typeface="+mn-cs"/>
        </a:defRPr>
      </a:lvl5pPr>
      <a:lvl6pPr marL="2743063" algn="l" defTabSz="1097225" rtl="0" eaLnBrk="1" latinLnBrk="0" hangingPunct="1">
        <a:defRPr sz="2160" kern="1200">
          <a:solidFill>
            <a:schemeClr val="tx1"/>
          </a:solidFill>
          <a:latin typeface="+mn-lt"/>
          <a:ea typeface="+mn-ea"/>
          <a:cs typeface="+mn-cs"/>
        </a:defRPr>
      </a:lvl6pPr>
      <a:lvl7pPr marL="3291674" algn="l" defTabSz="1097225" rtl="0" eaLnBrk="1" latinLnBrk="0" hangingPunct="1">
        <a:defRPr sz="2160" kern="1200">
          <a:solidFill>
            <a:schemeClr val="tx1"/>
          </a:solidFill>
          <a:latin typeface="+mn-lt"/>
          <a:ea typeface="+mn-ea"/>
          <a:cs typeface="+mn-cs"/>
        </a:defRPr>
      </a:lvl7pPr>
      <a:lvl8pPr marL="3840288" algn="l" defTabSz="1097225" rtl="0" eaLnBrk="1" latinLnBrk="0" hangingPunct="1">
        <a:defRPr sz="2160" kern="1200">
          <a:solidFill>
            <a:schemeClr val="tx1"/>
          </a:solidFill>
          <a:latin typeface="+mn-lt"/>
          <a:ea typeface="+mn-ea"/>
          <a:cs typeface="+mn-cs"/>
        </a:defRPr>
      </a:lvl8pPr>
      <a:lvl9pPr marL="4388902" algn="l" defTabSz="1097225" rtl="0" eaLnBrk="1" latinLnBrk="0" hangingPunct="1">
        <a:defRPr sz="21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981">
          <p15:clr>
            <a:srgbClr val="F26B43"/>
          </p15:clr>
        </p15:guide>
        <p15:guide id="2" pos="5521">
          <p15:clr>
            <a:srgbClr val="F26B43"/>
          </p15:clr>
        </p15:guide>
        <p15:guide id="3" pos="239">
          <p15:clr>
            <a:srgbClr val="F26B43"/>
          </p15:clr>
        </p15:guide>
        <p15:guide id="4" pos="7354">
          <p15:clr>
            <a:srgbClr val="F26B43"/>
          </p15:clr>
        </p15:guide>
        <p15:guide id="5" orient="horz" pos="3898">
          <p15:clr>
            <a:srgbClr val="F26B43"/>
          </p15:clr>
        </p15:guide>
        <p15:guide id="6" orient="horz" pos="758">
          <p15:clr>
            <a:srgbClr val="F26B43"/>
          </p15:clr>
        </p15:guide>
        <p15:guide id="7" pos="2868">
          <p15:clr>
            <a:srgbClr val="F26B43"/>
          </p15:clr>
        </p15:guide>
        <p15:guide id="8" orient="horz" pos="645">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A2C381-613C-35D5-B071-866A31D29ABA}"/>
              </a:ext>
            </a:extLst>
          </p:cNvPr>
          <p:cNvSpPr>
            <a:spLocks noGrp="1"/>
          </p:cNvSpPr>
          <p:nvPr>
            <p:ph type="title"/>
          </p:nvPr>
        </p:nvSpPr>
        <p:spPr>
          <a:xfrm>
            <a:off x="619125" y="472905"/>
            <a:ext cx="13392145" cy="492443"/>
          </a:xfrm>
          <a:prstGeom prst="rect">
            <a:avLst/>
          </a:prstGeom>
        </p:spPr>
        <p:txBody>
          <a:bodyPr vert="horz" lIns="0" tIns="0" rIns="0" bIns="0" rtlCol="0" anchor="t">
            <a:sp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316248D-B3A3-056F-8479-0D6380B8D80E}"/>
              </a:ext>
            </a:extLst>
          </p:cNvPr>
          <p:cNvSpPr>
            <a:spLocks noGrp="1"/>
          </p:cNvSpPr>
          <p:nvPr>
            <p:ph type="body" idx="1"/>
          </p:nvPr>
        </p:nvSpPr>
        <p:spPr>
          <a:xfrm>
            <a:off x="619125" y="1950721"/>
            <a:ext cx="13392148" cy="552704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grpSp>
        <p:nvGrpSpPr>
          <p:cNvPr id="7" name="Graphic 4">
            <a:extLst>
              <a:ext uri="{FF2B5EF4-FFF2-40B4-BE49-F238E27FC236}">
                <a16:creationId xmlns:a16="http://schemas.microsoft.com/office/drawing/2014/main" id="{FC3011FE-129A-723F-0258-2C3653C963AD}"/>
              </a:ext>
            </a:extLst>
          </p:cNvPr>
          <p:cNvGrpSpPr/>
          <p:nvPr/>
        </p:nvGrpSpPr>
        <p:grpSpPr>
          <a:xfrm>
            <a:off x="13037822" y="7762240"/>
            <a:ext cx="223520" cy="243840"/>
            <a:chOff x="8176402" y="4885530"/>
            <a:chExt cx="135493" cy="143018"/>
          </a:xfrm>
        </p:grpSpPr>
        <p:sp>
          <p:nvSpPr>
            <p:cNvPr id="21" name="Freeform: Shape 20">
              <a:extLst>
                <a:ext uri="{FF2B5EF4-FFF2-40B4-BE49-F238E27FC236}">
                  <a16:creationId xmlns:a16="http://schemas.microsoft.com/office/drawing/2014/main" id="{FDD1C6C7-4F4F-56E8-A7C8-A48C7E8DA5B6}"/>
                </a:ext>
              </a:extLst>
            </p:cNvPr>
            <p:cNvSpPr/>
            <p:nvPr/>
          </p:nvSpPr>
          <p:spPr>
            <a:xfrm>
              <a:off x="8176402" y="4885530"/>
              <a:ext cx="67770" cy="143018"/>
            </a:xfrm>
            <a:custGeom>
              <a:avLst/>
              <a:gdLst>
                <a:gd name="connsiteX0" fmla="*/ 67771 w 67770"/>
                <a:gd name="connsiteY0" fmla="*/ 0 h 143018"/>
                <a:gd name="connsiteX1" fmla="*/ 38767 w 67770"/>
                <a:gd name="connsiteY1" fmla="*/ 6144 h 143018"/>
                <a:gd name="connsiteX2" fmla="*/ 0 w 67770"/>
                <a:gd name="connsiteY2" fmla="*/ 143018 h 143018"/>
                <a:gd name="connsiteX3" fmla="*/ 33147 w 67770"/>
                <a:gd name="connsiteY3" fmla="*/ 135970 h 143018"/>
                <a:gd name="connsiteX4" fmla="*/ 44768 w 67770"/>
                <a:gd name="connsiteY4" fmla="*/ 93869 h 143018"/>
                <a:gd name="connsiteX5" fmla="*/ 67771 w 67770"/>
                <a:gd name="connsiteY5" fmla="*/ 88964 h 143018"/>
                <a:gd name="connsiteX6" fmla="*/ 67771 w 67770"/>
                <a:gd name="connsiteY6" fmla="*/ 60341 h 143018"/>
                <a:gd name="connsiteX7" fmla="*/ 53293 w 67770"/>
                <a:gd name="connsiteY7" fmla="*/ 63389 h 143018"/>
                <a:gd name="connsiteX8" fmla="*/ 67771 w 67770"/>
                <a:gd name="connsiteY8" fmla="*/ 11097 h 143018"/>
                <a:gd name="connsiteX9" fmla="*/ 67771 w 67770"/>
                <a:gd name="connsiteY9" fmla="*/ 0 h 14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770" h="143018">
                  <a:moveTo>
                    <a:pt x="67771" y="0"/>
                  </a:moveTo>
                  <a:lnTo>
                    <a:pt x="38767" y="6144"/>
                  </a:lnTo>
                  <a:lnTo>
                    <a:pt x="0" y="143018"/>
                  </a:lnTo>
                  <a:lnTo>
                    <a:pt x="33147" y="135970"/>
                  </a:lnTo>
                  <a:lnTo>
                    <a:pt x="44768" y="93869"/>
                  </a:lnTo>
                  <a:lnTo>
                    <a:pt x="67771" y="88964"/>
                  </a:lnTo>
                  <a:lnTo>
                    <a:pt x="67771" y="60341"/>
                  </a:lnTo>
                  <a:lnTo>
                    <a:pt x="53293" y="63389"/>
                  </a:lnTo>
                  <a:lnTo>
                    <a:pt x="67771" y="11097"/>
                  </a:lnTo>
                  <a:lnTo>
                    <a:pt x="67771" y="0"/>
                  </a:lnTo>
                  <a:close/>
                </a:path>
              </a:pathLst>
            </a:custGeom>
            <a:solidFill>
              <a:srgbClr val="000000"/>
            </a:solidFill>
            <a:ln w="4763" cap="flat">
              <a:noFill/>
              <a:prstDash val="solid"/>
              <a:miter/>
            </a:ln>
          </p:spPr>
          <p:txBody>
            <a:bodyPr rtlCol="0" anchor="ctr"/>
            <a:lstStyle/>
            <a:p>
              <a:endParaRPr lang="en-AU" sz="2880"/>
            </a:p>
          </p:txBody>
        </p:sp>
        <p:sp>
          <p:nvSpPr>
            <p:cNvPr id="22" name="Freeform: Shape 21">
              <a:extLst>
                <a:ext uri="{FF2B5EF4-FFF2-40B4-BE49-F238E27FC236}">
                  <a16:creationId xmlns:a16="http://schemas.microsoft.com/office/drawing/2014/main" id="{DABD7C35-BA12-9F26-537D-75B82B7D3876}"/>
                </a:ext>
              </a:extLst>
            </p:cNvPr>
            <p:cNvSpPr/>
            <p:nvPr/>
          </p:nvSpPr>
          <p:spPr>
            <a:xfrm>
              <a:off x="8244173" y="4885530"/>
              <a:ext cx="67722" cy="143018"/>
            </a:xfrm>
            <a:custGeom>
              <a:avLst/>
              <a:gdLst>
                <a:gd name="connsiteX0" fmla="*/ 0 w 67722"/>
                <a:gd name="connsiteY0" fmla="*/ 0 h 143018"/>
                <a:gd name="connsiteX1" fmla="*/ 0 w 67722"/>
                <a:gd name="connsiteY1" fmla="*/ 11097 h 143018"/>
                <a:gd name="connsiteX2" fmla="*/ 14478 w 67722"/>
                <a:gd name="connsiteY2" fmla="*/ 63389 h 143018"/>
                <a:gd name="connsiteX3" fmla="*/ 0 w 67722"/>
                <a:gd name="connsiteY3" fmla="*/ 60341 h 143018"/>
                <a:gd name="connsiteX4" fmla="*/ 0 w 67722"/>
                <a:gd name="connsiteY4" fmla="*/ 88964 h 143018"/>
                <a:gd name="connsiteX5" fmla="*/ 22955 w 67722"/>
                <a:gd name="connsiteY5" fmla="*/ 93869 h 143018"/>
                <a:gd name="connsiteX6" fmla="*/ 34575 w 67722"/>
                <a:gd name="connsiteY6" fmla="*/ 135970 h 143018"/>
                <a:gd name="connsiteX7" fmla="*/ 67723 w 67722"/>
                <a:gd name="connsiteY7" fmla="*/ 143018 h 143018"/>
                <a:gd name="connsiteX8" fmla="*/ 28956 w 67722"/>
                <a:gd name="connsiteY8" fmla="*/ 6144 h 143018"/>
                <a:gd name="connsiteX9" fmla="*/ 0 w 67722"/>
                <a:gd name="connsiteY9" fmla="*/ 0 h 14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722" h="143018">
                  <a:moveTo>
                    <a:pt x="0" y="0"/>
                  </a:moveTo>
                  <a:lnTo>
                    <a:pt x="0" y="11097"/>
                  </a:lnTo>
                  <a:lnTo>
                    <a:pt x="14478" y="63389"/>
                  </a:lnTo>
                  <a:lnTo>
                    <a:pt x="0" y="60341"/>
                  </a:lnTo>
                  <a:lnTo>
                    <a:pt x="0" y="88964"/>
                  </a:lnTo>
                  <a:lnTo>
                    <a:pt x="22955" y="93869"/>
                  </a:lnTo>
                  <a:lnTo>
                    <a:pt x="34575" y="135970"/>
                  </a:lnTo>
                  <a:lnTo>
                    <a:pt x="67723" y="143018"/>
                  </a:lnTo>
                  <a:lnTo>
                    <a:pt x="28956" y="6144"/>
                  </a:lnTo>
                  <a:lnTo>
                    <a:pt x="0" y="0"/>
                  </a:lnTo>
                  <a:close/>
                </a:path>
              </a:pathLst>
            </a:custGeom>
            <a:solidFill>
              <a:srgbClr val="808080"/>
            </a:solidFill>
            <a:ln w="4763" cap="flat">
              <a:noFill/>
              <a:prstDash val="solid"/>
              <a:miter/>
            </a:ln>
          </p:spPr>
          <p:txBody>
            <a:bodyPr rtlCol="0" anchor="ctr"/>
            <a:lstStyle/>
            <a:p>
              <a:endParaRPr lang="en-AU" sz="2880"/>
            </a:p>
          </p:txBody>
        </p:sp>
      </p:grpSp>
      <p:sp>
        <p:nvSpPr>
          <p:cNvPr id="8" name="Slide Number Placeholder 18">
            <a:extLst>
              <a:ext uri="{FF2B5EF4-FFF2-40B4-BE49-F238E27FC236}">
                <a16:creationId xmlns:a16="http://schemas.microsoft.com/office/drawing/2014/main" id="{56348CC3-4D9E-3009-191A-52A4BBC22FD7}"/>
              </a:ext>
            </a:extLst>
          </p:cNvPr>
          <p:cNvSpPr txBox="1">
            <a:spLocks/>
          </p:cNvSpPr>
          <p:nvPr/>
        </p:nvSpPr>
        <p:spPr>
          <a:xfrm>
            <a:off x="2206342" y="7635239"/>
            <a:ext cx="502920" cy="276999"/>
          </a:xfrm>
          <a:prstGeom prst="rect">
            <a:avLst/>
          </a:prstGeom>
          <a:noFill/>
        </p:spPr>
        <p:txBody>
          <a:bodyPr wrap="square">
            <a:sp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ptos" panose="020B0004020202020204" pitchFamily="34" charset="0"/>
              <a:defRPr lang="en-AU" sz="800" b="0" i="0" u="none" strike="noStrike" cap="none" smtClean="0">
                <a:solidFill>
                  <a:srgbClr val="000000"/>
                </a:solidFill>
                <a:latin typeface="+mj-lt"/>
                <a:ea typeface="Aptos" panose="020B0004020202020204" pitchFamily="34" charset="0"/>
                <a:cs typeface="Aptos" panose="020B0004020202020204" pitchFamily="34" charset="0"/>
                <a:sym typeface="Aptos" panose="020B0004020202020204" pitchFamily="34" charset="0"/>
              </a:defRPr>
            </a:lvl1pPr>
            <a:lvl2pPr marR="0" lvl="1"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2pPr>
            <a:lvl3pPr marR="0" lvl="2"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3pPr>
            <a:lvl4pPr marR="0" lvl="3"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4pPr>
            <a:lvl5pPr marR="0" lvl="4"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5pPr>
            <a:lvl6pPr marR="0" lvl="5"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6pPr>
            <a:lvl7pPr marR="0" lvl="6"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7pPr>
            <a:lvl8pPr marR="0" lvl="7"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8pPr>
            <a:lvl9pPr marR="0" lvl="8"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9pPr>
          </a:lstStyle>
          <a:p>
            <a:fld id="{A2294E5B-DE56-4C0C-83A2-06393784158A}" type="slidenum">
              <a:rPr lang="en-AU" sz="1200" smtClean="0">
                <a:solidFill>
                  <a:schemeClr val="tx1"/>
                </a:solidFill>
                <a:latin typeface="Verdana" panose="020B0604030504040204" pitchFamily="34" charset="0"/>
                <a:ea typeface="Verdana" panose="020B0604030504040204" pitchFamily="34" charset="0"/>
                <a:cs typeface="Verdana" panose="020B0604030504040204" pitchFamily="34" charset="0"/>
              </a:rPr>
              <a:pPr/>
              <a:t>‹#›</a:t>
            </a:fld>
            <a:endParaRPr lang="en-AU" sz="120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9" name="TextBox 8">
            <a:extLst>
              <a:ext uri="{FF2B5EF4-FFF2-40B4-BE49-F238E27FC236}">
                <a16:creationId xmlns:a16="http://schemas.microsoft.com/office/drawing/2014/main" id="{BDB4E33F-C9AE-AD75-BA0B-87F4D61986B6}"/>
              </a:ext>
            </a:extLst>
          </p:cNvPr>
          <p:cNvSpPr txBox="1"/>
          <p:nvPr/>
        </p:nvSpPr>
        <p:spPr>
          <a:xfrm>
            <a:off x="329747" y="7635232"/>
            <a:ext cx="1996440" cy="276999"/>
          </a:xfrm>
          <a:prstGeom prst="rect">
            <a:avLst/>
          </a:prstGeom>
          <a:noFill/>
        </p:spPr>
        <p:txBody>
          <a:bodyPr wrap="square">
            <a:spAutoFit/>
          </a:bodyPr>
          <a:lstStyle/>
          <a:p>
            <a:pPr algn="l"/>
            <a:r>
              <a:rPr lang="en-US" sz="1200" b="0" i="0">
                <a:solidFill>
                  <a:schemeClr val="tx1"/>
                </a:solidFill>
                <a:latin typeface="Verdana" panose="020B0604030504040204" pitchFamily="34" charset="0"/>
                <a:ea typeface="Verdana" panose="020B0604030504040204" pitchFamily="34" charset="0"/>
                <a:cs typeface="Verdana" panose="020B0604030504040204" pitchFamily="34" charset="0"/>
              </a:rPr>
              <a:t>Ascendion Confidential</a:t>
            </a:r>
          </a:p>
        </p:txBody>
      </p:sp>
      <p:sp>
        <p:nvSpPr>
          <p:cNvPr id="4" name="Graphic 10">
            <a:extLst>
              <a:ext uri="{FF2B5EF4-FFF2-40B4-BE49-F238E27FC236}">
                <a16:creationId xmlns:a16="http://schemas.microsoft.com/office/drawing/2014/main" id="{34A157B6-58AF-33D6-96CC-D1BE31D6A076}"/>
              </a:ext>
            </a:extLst>
          </p:cNvPr>
          <p:cNvSpPr/>
          <p:nvPr/>
        </p:nvSpPr>
        <p:spPr>
          <a:xfrm>
            <a:off x="2827607" y="7604911"/>
            <a:ext cx="11802793" cy="215189"/>
          </a:xfrm>
          <a:custGeom>
            <a:avLst/>
            <a:gdLst>
              <a:gd name="connsiteX0" fmla="*/ 5829300 w 5829300"/>
              <a:gd name="connsiteY0" fmla="*/ 134493 h 134493"/>
              <a:gd name="connsiteX1" fmla="*/ 5541740 w 5829300"/>
              <a:gd name="connsiteY1" fmla="*/ 134493 h 134493"/>
              <a:gd name="connsiteX2" fmla="*/ 4915853 w 5829300"/>
              <a:gd name="connsiteY2" fmla="*/ 0 h 134493"/>
              <a:gd name="connsiteX3" fmla="*/ 4285393 w 5829300"/>
              <a:gd name="connsiteY3" fmla="*/ 134493 h 134493"/>
              <a:gd name="connsiteX4" fmla="*/ 0 w 5829300"/>
              <a:gd name="connsiteY4" fmla="*/ 134493 h 134493"/>
              <a:gd name="connsiteX0" fmla="*/ 7376746 w 7376746"/>
              <a:gd name="connsiteY0" fmla="*/ 134493 h 134493"/>
              <a:gd name="connsiteX1" fmla="*/ 7089186 w 7376746"/>
              <a:gd name="connsiteY1" fmla="*/ 134493 h 134493"/>
              <a:gd name="connsiteX2" fmla="*/ 6463299 w 7376746"/>
              <a:gd name="connsiteY2" fmla="*/ 0 h 134493"/>
              <a:gd name="connsiteX3" fmla="*/ 5832839 w 7376746"/>
              <a:gd name="connsiteY3" fmla="*/ 134493 h 134493"/>
              <a:gd name="connsiteX4" fmla="*/ 0 w 7376746"/>
              <a:gd name="connsiteY4" fmla="*/ 134493 h 134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76746" h="134493">
                <a:moveTo>
                  <a:pt x="7376746" y="134493"/>
                </a:moveTo>
                <a:lnTo>
                  <a:pt x="7089186" y="134493"/>
                </a:lnTo>
                <a:lnTo>
                  <a:pt x="6463299" y="0"/>
                </a:lnTo>
                <a:lnTo>
                  <a:pt x="5832839" y="134493"/>
                </a:lnTo>
                <a:lnTo>
                  <a:pt x="0" y="134493"/>
                </a:lnTo>
              </a:path>
            </a:pathLst>
          </a:custGeom>
          <a:noFill/>
          <a:ln w="9525" cap="flat">
            <a:solidFill>
              <a:schemeClr val="tx1"/>
            </a:solidFill>
            <a:prstDash val="solid"/>
            <a:miter/>
          </a:ln>
        </p:spPr>
        <p:txBody>
          <a:bodyPr rtlCol="0" anchor="ctr"/>
          <a:lstStyle/>
          <a:p>
            <a:endParaRPr lang="en-US" sz="2240"/>
          </a:p>
        </p:txBody>
      </p:sp>
      <p:cxnSp>
        <p:nvCxnSpPr>
          <p:cNvPr id="13" name="Straight Connector 12">
            <a:extLst>
              <a:ext uri="{FF2B5EF4-FFF2-40B4-BE49-F238E27FC236}">
                <a16:creationId xmlns:a16="http://schemas.microsoft.com/office/drawing/2014/main" id="{8A8BB966-C387-C92B-FA58-18AA05DC5645}"/>
              </a:ext>
            </a:extLst>
          </p:cNvPr>
          <p:cNvCxnSpPr>
            <a:cxnSpLocks/>
          </p:cNvCxnSpPr>
          <p:nvPr/>
        </p:nvCxnSpPr>
        <p:spPr>
          <a:xfrm>
            <a:off x="0" y="7818120"/>
            <a:ext cx="365760" cy="0"/>
          </a:xfrm>
          <a:prstGeom prst="line">
            <a:avLst/>
          </a:prstGeom>
          <a:noFill/>
          <a:ln w="9525" cap="flat">
            <a:solidFill>
              <a:schemeClr val="tx1"/>
            </a:solidFill>
            <a:prstDash val="solid"/>
            <a:miter/>
          </a:ln>
        </p:spPr>
        <p:style>
          <a:lnRef idx="1">
            <a:schemeClr val="accent1"/>
          </a:lnRef>
          <a:fillRef idx="0">
            <a:schemeClr val="accent1"/>
          </a:fillRef>
          <a:effectRef idx="0">
            <a:schemeClr val="accent1"/>
          </a:effectRef>
          <a:fontRef idx="minor">
            <a:schemeClr val="tx1"/>
          </a:fontRef>
        </p:style>
      </p:cxnSp>
      <p:pic>
        <p:nvPicPr>
          <p:cNvPr id="6" name="Graphic 5">
            <a:extLst>
              <a:ext uri="{FF2B5EF4-FFF2-40B4-BE49-F238E27FC236}">
                <a16:creationId xmlns:a16="http://schemas.microsoft.com/office/drawing/2014/main" id="{35D19471-D78C-5DD4-4957-6BCD12BFE73E}"/>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579120" y="2490924"/>
            <a:ext cx="472440" cy="953316"/>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94358902-C02C-0EB1-B0DF-3394CE783CD3}"/>
              </a:ext>
            </a:extLst>
          </p:cNvPr>
          <p:cNvPicPr>
            <a:picLocks noChangeAspect="1"/>
          </p:cNvPicPr>
          <p:nvPr userDrawn="1"/>
        </p:nvPicPr>
        <p:blipFill>
          <a:blip r:embed="rId7">
            <a:extLst>
              <a:ext uri="{28A0092B-C50C-407E-A947-70E740481C1C}">
                <a14:useLocalDpi xmlns:a14="http://schemas.microsoft.com/office/drawing/2010/main" val="0"/>
              </a:ext>
            </a:extLst>
          </a:blip>
          <a:srcRect t="52079" b="23266"/>
          <a:stretch/>
        </p:blipFill>
        <p:spPr>
          <a:xfrm>
            <a:off x="-1012690" y="3566160"/>
            <a:ext cx="951730" cy="152401"/>
          </a:xfrm>
          <a:prstGeom prst="rect">
            <a:avLst/>
          </a:prstGeom>
        </p:spPr>
      </p:pic>
    </p:spTree>
    <p:extLst>
      <p:ext uri="{BB962C8B-B14F-4D97-AF65-F5344CB8AC3E}">
        <p14:creationId xmlns:p14="http://schemas.microsoft.com/office/powerpoint/2010/main" val="761584721"/>
      </p:ext>
    </p:extLst>
  </p:cSld>
  <p:clrMap bg1="lt1" tx1="dk1" bg2="lt2" tx2="dk2" accent1="accent1" accent2="accent2" accent3="accent3" accent4="accent4" accent5="accent5" accent6="accent6" hlink="hlink" folHlink="folHlink"/>
  <p:sldLayoutIdLst>
    <p:sldLayoutId id="2147483933" r:id="rId1"/>
    <p:sldLayoutId id="2147483934" r:id="rId2"/>
    <p:sldLayoutId id="2147483935" r:id="rId3"/>
  </p:sldLayoutIdLst>
  <mc:AlternateContent xmlns:mc="http://schemas.openxmlformats.org/markup-compatibility/2006" xmlns:p14="http://schemas.microsoft.com/office/powerpoint/2010/main">
    <mc:Choice Requires="p14">
      <p:transition spd="slow" p14:dur="1500" advClick="0">
        <p:random/>
      </p:transition>
    </mc:Choice>
    <mc:Fallback xmlns="">
      <p:transition spd="slow" advClick="0">
        <p:random/>
      </p:transition>
    </mc:Fallback>
  </mc:AlternateContent>
  <p:hf hdr="0" dt="0"/>
  <p:txStyles>
    <p:titleStyle>
      <a:lvl1pPr algn="l" defTabSz="1097252" rtl="0" eaLnBrk="1" latinLnBrk="0" hangingPunct="1">
        <a:lnSpc>
          <a:spcPct val="100000"/>
        </a:lnSpc>
        <a:spcBef>
          <a:spcPct val="0"/>
        </a:spcBef>
        <a:spcAft>
          <a:spcPts val="720"/>
        </a:spcAft>
        <a:buNone/>
        <a:defRPr sz="3200" b="1" i="0" kern="1200">
          <a:solidFill>
            <a:schemeClr val="tx1"/>
          </a:solidFill>
          <a:latin typeface="PP Neue Machina Plain Ultrabold" pitchFamily="50" charset="0"/>
          <a:ea typeface="+mj-ea"/>
          <a:cs typeface="+mj-cs"/>
        </a:defRPr>
      </a:lvl1pPr>
    </p:titleStyle>
    <p:bodyStyle>
      <a:lvl1pPr marL="274313" indent="-274313" algn="l" defTabSz="1097252" rtl="0" eaLnBrk="1" latinLnBrk="0" hangingPunct="1">
        <a:lnSpc>
          <a:spcPct val="100000"/>
        </a:lnSpc>
        <a:spcBef>
          <a:spcPts val="1200"/>
        </a:spcBef>
        <a:spcAft>
          <a:spcPts val="720"/>
        </a:spcAft>
        <a:buFont typeface="Aptos" panose="020B0004020202020204" pitchFamily="34" charset="0"/>
        <a:buChar char="•"/>
        <a:defRPr sz="224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822940" indent="-274313" algn="l" defTabSz="1097252" rtl="0" eaLnBrk="1" latinLnBrk="0" hangingPunct="1">
        <a:lnSpc>
          <a:spcPct val="100000"/>
        </a:lnSpc>
        <a:spcBef>
          <a:spcPts val="600"/>
        </a:spcBef>
        <a:spcAft>
          <a:spcPts val="720"/>
        </a:spcAft>
        <a:buFont typeface="Aptos" panose="020B0004020202020204" pitchFamily="34" charset="0"/>
        <a:buChar char="•"/>
        <a:defRPr sz="192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371565" indent="-274313" algn="l" defTabSz="1097252" rtl="0" eaLnBrk="1" latinLnBrk="0" hangingPunct="1">
        <a:lnSpc>
          <a:spcPct val="100000"/>
        </a:lnSpc>
        <a:spcBef>
          <a:spcPts val="600"/>
        </a:spcBef>
        <a:spcAft>
          <a:spcPts val="720"/>
        </a:spcAft>
        <a:buFont typeface="Aptos" panose="020B0004020202020204" pitchFamily="34" charset="0"/>
        <a:buChar char="•"/>
        <a:defRPr sz="16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920192" indent="-274313" algn="l" defTabSz="1097252" rtl="0" eaLnBrk="1" latinLnBrk="0" hangingPunct="1">
        <a:lnSpc>
          <a:spcPct val="90000"/>
        </a:lnSpc>
        <a:spcBef>
          <a:spcPts val="600"/>
        </a:spcBef>
        <a:buFont typeface="Aptos" panose="020B0004020202020204" pitchFamily="34" charset="0"/>
        <a:buChar char="•"/>
        <a:defRPr sz="1440" b="0" i="0" kern="1200">
          <a:solidFill>
            <a:schemeClr val="tx1"/>
          </a:solidFill>
          <a:latin typeface="Aptos" panose="020B0004020202020204" pitchFamily="34" charset="0"/>
          <a:ea typeface="+mn-ea"/>
          <a:cs typeface="Aptos" panose="020B0004020202020204" pitchFamily="34" charset="0"/>
        </a:defRPr>
      </a:lvl4pPr>
      <a:lvl5pPr marL="2468819" indent="-274313" algn="l" defTabSz="1097252" rtl="0" eaLnBrk="1" latinLnBrk="0" hangingPunct="1">
        <a:lnSpc>
          <a:spcPct val="90000"/>
        </a:lnSpc>
        <a:spcBef>
          <a:spcPts val="600"/>
        </a:spcBef>
        <a:buFont typeface="Aptos" panose="020B0004020202020204" pitchFamily="34" charset="0"/>
        <a:buChar char="•"/>
        <a:defRPr sz="1440" b="0" i="0" kern="1200">
          <a:solidFill>
            <a:schemeClr val="tx1"/>
          </a:solidFill>
          <a:latin typeface="Aptos" panose="020B0004020202020204" pitchFamily="34" charset="0"/>
          <a:ea typeface="+mn-ea"/>
          <a:cs typeface="Aptos" panose="020B0004020202020204" pitchFamily="34" charset="0"/>
        </a:defRPr>
      </a:lvl5pPr>
      <a:lvl6pPr marL="3017444" indent="-274313" algn="l" defTabSz="1097252" rtl="0" eaLnBrk="1" latinLnBrk="0" hangingPunct="1">
        <a:lnSpc>
          <a:spcPct val="90000"/>
        </a:lnSpc>
        <a:spcBef>
          <a:spcPts val="600"/>
        </a:spcBef>
        <a:buFont typeface="Aptos" panose="020B0004020202020204" pitchFamily="34" charset="0"/>
        <a:buChar char="•"/>
        <a:defRPr sz="2160" kern="1200">
          <a:solidFill>
            <a:schemeClr val="tx1"/>
          </a:solidFill>
          <a:latin typeface="+mn-lt"/>
          <a:ea typeface="+mn-ea"/>
          <a:cs typeface="+mn-cs"/>
        </a:defRPr>
      </a:lvl6pPr>
      <a:lvl7pPr marL="3566071" indent="-274313" algn="l" defTabSz="1097252" rtl="0" eaLnBrk="1" latinLnBrk="0" hangingPunct="1">
        <a:lnSpc>
          <a:spcPct val="90000"/>
        </a:lnSpc>
        <a:spcBef>
          <a:spcPts val="600"/>
        </a:spcBef>
        <a:buFont typeface="Aptos" panose="020B0004020202020204" pitchFamily="34" charset="0"/>
        <a:buChar char="•"/>
        <a:defRPr sz="2160" kern="1200">
          <a:solidFill>
            <a:schemeClr val="tx1"/>
          </a:solidFill>
          <a:latin typeface="+mn-lt"/>
          <a:ea typeface="+mn-ea"/>
          <a:cs typeface="+mn-cs"/>
        </a:defRPr>
      </a:lvl7pPr>
      <a:lvl8pPr marL="4114697" indent="-274313" algn="l" defTabSz="1097252" rtl="0" eaLnBrk="1" latinLnBrk="0" hangingPunct="1">
        <a:lnSpc>
          <a:spcPct val="90000"/>
        </a:lnSpc>
        <a:spcBef>
          <a:spcPts val="600"/>
        </a:spcBef>
        <a:buFont typeface="Aptos" panose="020B0004020202020204" pitchFamily="34" charset="0"/>
        <a:buChar char="•"/>
        <a:defRPr sz="2160" kern="1200">
          <a:solidFill>
            <a:schemeClr val="tx1"/>
          </a:solidFill>
          <a:latin typeface="+mn-lt"/>
          <a:ea typeface="+mn-ea"/>
          <a:cs typeface="+mn-cs"/>
        </a:defRPr>
      </a:lvl8pPr>
      <a:lvl9pPr marL="4663324" indent="-274313" algn="l" defTabSz="1097252" rtl="0" eaLnBrk="1" latinLnBrk="0" hangingPunct="1">
        <a:lnSpc>
          <a:spcPct val="90000"/>
        </a:lnSpc>
        <a:spcBef>
          <a:spcPts val="600"/>
        </a:spcBef>
        <a:buFont typeface="Aptos" panose="020B0004020202020204" pitchFamily="34" charset="0"/>
        <a:buChar char="•"/>
        <a:defRPr sz="2160" kern="1200">
          <a:solidFill>
            <a:schemeClr val="tx1"/>
          </a:solidFill>
          <a:latin typeface="+mn-lt"/>
          <a:ea typeface="+mn-ea"/>
          <a:cs typeface="+mn-cs"/>
        </a:defRPr>
      </a:lvl9pPr>
    </p:bodyStyle>
    <p:otherStyle>
      <a:defPPr>
        <a:defRPr lang="en-US"/>
      </a:defPPr>
      <a:lvl1pPr marL="0" algn="l" defTabSz="1097252" rtl="0" eaLnBrk="1" latinLnBrk="0" hangingPunct="1">
        <a:defRPr sz="2160" kern="1200">
          <a:solidFill>
            <a:schemeClr val="tx1"/>
          </a:solidFill>
          <a:latin typeface="+mn-lt"/>
          <a:ea typeface="+mn-ea"/>
          <a:cs typeface="+mn-cs"/>
        </a:defRPr>
      </a:lvl1pPr>
      <a:lvl2pPr marL="548627" algn="l" defTabSz="1097252" rtl="0" eaLnBrk="1" latinLnBrk="0" hangingPunct="1">
        <a:defRPr sz="2160" kern="1200">
          <a:solidFill>
            <a:schemeClr val="tx1"/>
          </a:solidFill>
          <a:latin typeface="+mn-lt"/>
          <a:ea typeface="+mn-ea"/>
          <a:cs typeface="+mn-cs"/>
        </a:defRPr>
      </a:lvl2pPr>
      <a:lvl3pPr marL="1097252" algn="l" defTabSz="1097252" rtl="0" eaLnBrk="1" latinLnBrk="0" hangingPunct="1">
        <a:defRPr sz="2160" kern="1200">
          <a:solidFill>
            <a:schemeClr val="tx1"/>
          </a:solidFill>
          <a:latin typeface="+mn-lt"/>
          <a:ea typeface="+mn-ea"/>
          <a:cs typeface="+mn-cs"/>
        </a:defRPr>
      </a:lvl3pPr>
      <a:lvl4pPr marL="1645879" algn="l" defTabSz="1097252" rtl="0" eaLnBrk="1" latinLnBrk="0" hangingPunct="1">
        <a:defRPr sz="2160" kern="1200">
          <a:solidFill>
            <a:schemeClr val="tx1"/>
          </a:solidFill>
          <a:latin typeface="+mn-lt"/>
          <a:ea typeface="+mn-ea"/>
          <a:cs typeface="+mn-cs"/>
        </a:defRPr>
      </a:lvl4pPr>
      <a:lvl5pPr marL="2194505" algn="l" defTabSz="1097252" rtl="0" eaLnBrk="1" latinLnBrk="0" hangingPunct="1">
        <a:defRPr sz="2160" kern="1200">
          <a:solidFill>
            <a:schemeClr val="tx1"/>
          </a:solidFill>
          <a:latin typeface="+mn-lt"/>
          <a:ea typeface="+mn-ea"/>
          <a:cs typeface="+mn-cs"/>
        </a:defRPr>
      </a:lvl5pPr>
      <a:lvl6pPr marL="2743132" algn="l" defTabSz="1097252" rtl="0" eaLnBrk="1" latinLnBrk="0" hangingPunct="1">
        <a:defRPr sz="2160" kern="1200">
          <a:solidFill>
            <a:schemeClr val="tx1"/>
          </a:solidFill>
          <a:latin typeface="+mn-lt"/>
          <a:ea typeface="+mn-ea"/>
          <a:cs typeface="+mn-cs"/>
        </a:defRPr>
      </a:lvl6pPr>
      <a:lvl7pPr marL="3291757" algn="l" defTabSz="1097252" rtl="0" eaLnBrk="1" latinLnBrk="0" hangingPunct="1">
        <a:defRPr sz="2160" kern="1200">
          <a:solidFill>
            <a:schemeClr val="tx1"/>
          </a:solidFill>
          <a:latin typeface="+mn-lt"/>
          <a:ea typeface="+mn-ea"/>
          <a:cs typeface="+mn-cs"/>
        </a:defRPr>
      </a:lvl7pPr>
      <a:lvl8pPr marL="3840384" algn="l" defTabSz="1097252" rtl="0" eaLnBrk="1" latinLnBrk="0" hangingPunct="1">
        <a:defRPr sz="2160" kern="1200">
          <a:solidFill>
            <a:schemeClr val="tx1"/>
          </a:solidFill>
          <a:latin typeface="+mn-lt"/>
          <a:ea typeface="+mn-ea"/>
          <a:cs typeface="+mn-cs"/>
        </a:defRPr>
      </a:lvl8pPr>
      <a:lvl9pPr marL="4389011" algn="l" defTabSz="1097252" rtl="0" eaLnBrk="1" latinLnBrk="0" hangingPunct="1">
        <a:defRPr sz="21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944">
          <p15:clr>
            <a:srgbClr val="F26B43"/>
          </p15:clr>
        </p15:guide>
        <p15:guide id="2" pos="5521">
          <p15:clr>
            <a:srgbClr val="F26B43"/>
          </p15:clr>
        </p15:guide>
        <p15:guide id="3" pos="239">
          <p15:clr>
            <a:srgbClr val="F26B43"/>
          </p15:clr>
        </p15:guide>
        <p15:guide id="4" pos="7354">
          <p15:clr>
            <a:srgbClr val="F26B43"/>
          </p15:clr>
        </p15:guide>
        <p15:guide id="5" orient="horz" pos="3898">
          <p15:clr>
            <a:srgbClr val="F26B43"/>
          </p15:clr>
        </p15:guide>
        <p15:guide id="6" orient="horz" pos="758">
          <p15:clr>
            <a:srgbClr val="F26B43"/>
          </p15:clr>
        </p15:guide>
        <p15:guide id="7" pos="2880">
          <p15:clr>
            <a:srgbClr val="F26B43"/>
          </p15:clr>
        </p15:guide>
        <p15:guide id="8" orient="horz" pos="645">
          <p15:clr>
            <a:srgbClr val="F26B43"/>
          </p15:clr>
        </p15:guide>
        <p15:guide id="9" orient="horz" pos="36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56.xml"/></Relationships>
</file>

<file path=ppt/slides/_rels/slide2.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svg"/><Relationship Id="rId3" Type="http://schemas.openxmlformats.org/officeDocument/2006/relationships/image" Target="../media/image22.svg"/><Relationship Id="rId7" Type="http://schemas.openxmlformats.org/officeDocument/2006/relationships/image" Target="../media/image26.svg"/><Relationship Id="rId12" Type="http://schemas.openxmlformats.org/officeDocument/2006/relationships/image" Target="../media/image31.png"/><Relationship Id="rId2" Type="http://schemas.openxmlformats.org/officeDocument/2006/relationships/image" Target="../media/image21.png"/><Relationship Id="rId1" Type="http://schemas.openxmlformats.org/officeDocument/2006/relationships/slideLayout" Target="../slideLayouts/slideLayout59.xml"/><Relationship Id="rId6" Type="http://schemas.openxmlformats.org/officeDocument/2006/relationships/image" Target="../media/image25.png"/><Relationship Id="rId11" Type="http://schemas.openxmlformats.org/officeDocument/2006/relationships/image" Target="../media/image30.svg"/><Relationship Id="rId5" Type="http://schemas.openxmlformats.org/officeDocument/2006/relationships/image" Target="../media/image24.sv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svg"/></Relationships>
</file>

<file path=ppt/slides/_rels/slide3.xml.rels><?xml version="1.0" encoding="UTF-8" standalone="yes"?>
<Relationships xmlns="http://schemas.openxmlformats.org/package/2006/relationships"><Relationship Id="rId3" Type="http://schemas.openxmlformats.org/officeDocument/2006/relationships/image" Target="../media/image34.svg"/><Relationship Id="rId7" Type="http://schemas.openxmlformats.org/officeDocument/2006/relationships/image" Target="../media/image38.svg"/><Relationship Id="rId2" Type="http://schemas.openxmlformats.org/officeDocument/2006/relationships/image" Target="../media/image33.png"/><Relationship Id="rId1" Type="http://schemas.openxmlformats.org/officeDocument/2006/relationships/slideLayout" Target="../slideLayouts/slideLayout59.xml"/><Relationship Id="rId6" Type="http://schemas.openxmlformats.org/officeDocument/2006/relationships/image" Target="../media/image37.png"/><Relationship Id="rId5" Type="http://schemas.openxmlformats.org/officeDocument/2006/relationships/image" Target="../media/image36.svg"/><Relationship Id="rId4" Type="http://schemas.openxmlformats.org/officeDocument/2006/relationships/image" Target="../media/image35.png"/></Relationships>
</file>

<file path=ppt/slides/_rels/slide4.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25.png"/><Relationship Id="rId7" Type="http://schemas.openxmlformats.org/officeDocument/2006/relationships/image" Target="../media/image41.png"/><Relationship Id="rId2" Type="http://schemas.openxmlformats.org/officeDocument/2006/relationships/notesSlide" Target="../notesSlides/notesSlide1.xml"/><Relationship Id="rId1" Type="http://schemas.openxmlformats.org/officeDocument/2006/relationships/slideLayout" Target="../slideLayouts/slideLayout59.xml"/><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26.svg"/></Relationships>
</file>

<file path=ppt/slides/_rels/slide5.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svg"/><Relationship Id="rId7" Type="http://schemas.openxmlformats.org/officeDocument/2006/relationships/image" Target="../media/image48.svg"/><Relationship Id="rId2" Type="http://schemas.openxmlformats.org/officeDocument/2006/relationships/image" Target="../media/image43.png"/><Relationship Id="rId1" Type="http://schemas.openxmlformats.org/officeDocument/2006/relationships/slideLayout" Target="../slideLayouts/slideLayout59.xml"/><Relationship Id="rId6" Type="http://schemas.openxmlformats.org/officeDocument/2006/relationships/image" Target="../media/image47.png"/><Relationship Id="rId5" Type="http://schemas.openxmlformats.org/officeDocument/2006/relationships/image" Target="../media/image46.svg"/><Relationship Id="rId4" Type="http://schemas.openxmlformats.org/officeDocument/2006/relationships/image" Target="../media/image45.png"/><Relationship Id="rId9" Type="http://schemas.openxmlformats.org/officeDocument/2006/relationships/image" Target="../media/image50.svg"/></Relationships>
</file>

<file path=ppt/slides/_rels/slide6.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52.png"/><Relationship Id="rId7" Type="http://schemas.openxmlformats.org/officeDocument/2006/relationships/image" Target="../media/image56.png"/><Relationship Id="rId12" Type="http://schemas.openxmlformats.org/officeDocument/2006/relationships/image" Target="../media/image61.svg"/><Relationship Id="rId2" Type="http://schemas.openxmlformats.org/officeDocument/2006/relationships/image" Target="../media/image51.jpeg"/><Relationship Id="rId1" Type="http://schemas.openxmlformats.org/officeDocument/2006/relationships/slideLayout" Target="../slideLayouts/slideLayout59.xml"/><Relationship Id="rId6" Type="http://schemas.openxmlformats.org/officeDocument/2006/relationships/image" Target="../media/image55.svg"/><Relationship Id="rId11" Type="http://schemas.openxmlformats.org/officeDocument/2006/relationships/image" Target="../media/image60.png"/><Relationship Id="rId5" Type="http://schemas.openxmlformats.org/officeDocument/2006/relationships/image" Target="../media/image54.png"/><Relationship Id="rId10" Type="http://schemas.openxmlformats.org/officeDocument/2006/relationships/image" Target="../media/image59.svg"/><Relationship Id="rId4" Type="http://schemas.openxmlformats.org/officeDocument/2006/relationships/image" Target="../media/image53.svg"/><Relationship Id="rId9" Type="http://schemas.openxmlformats.org/officeDocument/2006/relationships/image" Target="../media/image58.png"/></Relationships>
</file>

<file path=ppt/slides/_rels/slide7.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73.svg"/><Relationship Id="rId3" Type="http://schemas.openxmlformats.org/officeDocument/2006/relationships/image" Target="../media/image63.svg"/><Relationship Id="rId7" Type="http://schemas.openxmlformats.org/officeDocument/2006/relationships/image" Target="../media/image67.svg"/><Relationship Id="rId12" Type="http://schemas.openxmlformats.org/officeDocument/2006/relationships/image" Target="../media/image72.png"/><Relationship Id="rId2" Type="http://schemas.openxmlformats.org/officeDocument/2006/relationships/image" Target="../media/image62.png"/><Relationship Id="rId1" Type="http://schemas.openxmlformats.org/officeDocument/2006/relationships/slideLayout" Target="../slideLayouts/slideLayout59.xml"/><Relationship Id="rId6" Type="http://schemas.openxmlformats.org/officeDocument/2006/relationships/image" Target="../media/image66.png"/><Relationship Id="rId11" Type="http://schemas.openxmlformats.org/officeDocument/2006/relationships/image" Target="../media/image71.svg"/><Relationship Id="rId5" Type="http://schemas.openxmlformats.org/officeDocument/2006/relationships/image" Target="../media/image65.svg"/><Relationship Id="rId10" Type="http://schemas.openxmlformats.org/officeDocument/2006/relationships/image" Target="../media/image70.png"/><Relationship Id="rId4" Type="http://schemas.openxmlformats.org/officeDocument/2006/relationships/image" Target="../media/image64.png"/><Relationship Id="rId9" Type="http://schemas.openxmlformats.org/officeDocument/2006/relationships/image" Target="../media/image69.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9.xml"/></Relationships>
</file>

<file path=ppt/slides/_rels/slide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xml"/><Relationship Id="rId1" Type="http://schemas.openxmlformats.org/officeDocument/2006/relationships/slideLayout" Target="../slideLayouts/slideLayout59.xml"/></Relationships>
</file>

<file path=ppt/slides/_rels/slide10.xml.rels><?xml version="1.0" encoding="UTF-8" standalone="yes"?>
<Relationships xmlns="http://schemas.openxmlformats.org/package/2006/relationships"><Relationship Id="rId8" Type="http://schemas.openxmlformats.org/officeDocument/2006/relationships/image" Target="../media/image80.sv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notesSlide" Target="../notesSlides/notesSlide4.xml"/><Relationship Id="rId1" Type="http://schemas.openxmlformats.org/officeDocument/2006/relationships/slideLayout" Target="../slideLayouts/slideLayout59.xml"/><Relationship Id="rId6" Type="http://schemas.openxmlformats.org/officeDocument/2006/relationships/image" Target="../media/image78.svg"/><Relationship Id="rId5" Type="http://schemas.openxmlformats.org/officeDocument/2006/relationships/image" Target="../media/image77.png"/><Relationship Id="rId4" Type="http://schemas.openxmlformats.org/officeDocument/2006/relationships/image" Target="../media/image76.svg"/></Relationships>
</file>

<file path=ppt/slides/_rels/slide11.xml.rels><?xml version="1.0" encoding="UTF-8" standalone="yes"?>
<Relationships xmlns="http://schemas.openxmlformats.org/package/2006/relationships"><Relationship Id="rId8" Type="http://schemas.openxmlformats.org/officeDocument/2006/relationships/image" Target="../media/image86.svg"/><Relationship Id="rId3" Type="http://schemas.openxmlformats.org/officeDocument/2006/relationships/image" Target="../media/image81.png"/><Relationship Id="rId7" Type="http://schemas.openxmlformats.org/officeDocument/2006/relationships/image" Target="../media/image85.png"/><Relationship Id="rId2" Type="http://schemas.openxmlformats.org/officeDocument/2006/relationships/notesSlide" Target="../notesSlides/notesSlide5.xml"/><Relationship Id="rId1" Type="http://schemas.openxmlformats.org/officeDocument/2006/relationships/slideLayout" Target="../slideLayouts/slideLayout59.xml"/><Relationship Id="rId6" Type="http://schemas.openxmlformats.org/officeDocument/2006/relationships/image" Target="../media/image84.svg"/><Relationship Id="rId5" Type="http://schemas.openxmlformats.org/officeDocument/2006/relationships/image" Target="../media/image83.png"/><Relationship Id="rId4" Type="http://schemas.openxmlformats.org/officeDocument/2006/relationships/image" Target="../media/image82.svg"/></Relationships>
</file>

<file path=ppt/slides/_rels/slide12.xml.rels><?xml version="1.0" encoding="UTF-8" standalone="yes"?>
<Relationships xmlns="http://schemas.openxmlformats.org/package/2006/relationships"><Relationship Id="rId8" Type="http://schemas.openxmlformats.org/officeDocument/2006/relationships/image" Target="../media/image92.svg"/><Relationship Id="rId3" Type="http://schemas.openxmlformats.org/officeDocument/2006/relationships/image" Target="../media/image87.png"/><Relationship Id="rId7" Type="http://schemas.openxmlformats.org/officeDocument/2006/relationships/image" Target="../media/image91.png"/><Relationship Id="rId2" Type="http://schemas.openxmlformats.org/officeDocument/2006/relationships/notesSlide" Target="../notesSlides/notesSlide6.xml"/><Relationship Id="rId1" Type="http://schemas.openxmlformats.org/officeDocument/2006/relationships/slideLayout" Target="../slideLayouts/slideLayout59.xml"/><Relationship Id="rId6" Type="http://schemas.openxmlformats.org/officeDocument/2006/relationships/image" Target="../media/image90.svg"/><Relationship Id="rId5" Type="http://schemas.openxmlformats.org/officeDocument/2006/relationships/image" Target="../media/image89.png"/><Relationship Id="rId4" Type="http://schemas.openxmlformats.org/officeDocument/2006/relationships/image" Target="../media/image88.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9.xml"/></Relationships>
</file>

<file path=ppt/slides/_rels/slide14.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image" Target="../media/image93.png"/><Relationship Id="rId1" Type="http://schemas.openxmlformats.org/officeDocument/2006/relationships/slideLayout" Target="../slideLayouts/slideLayout44.xml"/></Relationships>
</file>

<file path=ppt/slides/_rels/slide15.xml.rels><?xml version="1.0" encoding="UTF-8" standalone="yes"?>
<Relationships xmlns="http://schemas.openxmlformats.org/package/2006/relationships"><Relationship Id="rId2" Type="http://schemas.openxmlformats.org/officeDocument/2006/relationships/image" Target="../media/image95.jpeg"/><Relationship Id="rId1" Type="http://schemas.openxmlformats.org/officeDocument/2006/relationships/slideLayout" Target="../slideLayouts/slideLayout5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a:extLst>
              <a:ext uri="{FF2B5EF4-FFF2-40B4-BE49-F238E27FC236}">
                <a16:creationId xmlns:a16="http://schemas.microsoft.com/office/drawing/2014/main" id="{7702BA53-7BBE-5817-1230-27796D871CCA}"/>
              </a:ext>
            </a:extLst>
          </p:cNvPr>
          <p:cNvPicPr>
            <a:picLocks noGrp="1" noChangeAspect="1"/>
          </p:cNvPicPr>
          <p:nvPr>
            <p:ph type="pic" sz="quarter" idx="13"/>
          </p:nvPr>
        </p:nvPicPr>
        <p:blipFill>
          <a:blip r:embed="rId2"/>
          <a:srcRect t="5486" b="5486"/>
          <a:stretch>
            <a:fillRect/>
          </a:stretch>
        </p:blipFill>
        <p:spPr>
          <a:custGeom>
            <a:avLst/>
            <a:gdLst>
              <a:gd name="connsiteX0" fmla="*/ 0 w 9144000"/>
              <a:gd name="connsiteY0" fmla="*/ 0 h 2270297"/>
              <a:gd name="connsiteX1" fmla="*/ 9144000 w 9144000"/>
              <a:gd name="connsiteY1" fmla="*/ 0 h 2270297"/>
              <a:gd name="connsiteX2" fmla="*/ 9144000 w 9144000"/>
              <a:gd name="connsiteY2" fmla="*/ 2270297 h 2270297"/>
              <a:gd name="connsiteX3" fmla="*/ 0 w 9144000"/>
              <a:gd name="connsiteY3" fmla="*/ 2270297 h 2270297"/>
              <a:gd name="connsiteX4" fmla="*/ 0 w 9144000"/>
              <a:gd name="connsiteY4" fmla="*/ 0 h 2270297"/>
              <a:gd name="connsiteX0" fmla="*/ 0 w 9144000"/>
              <a:gd name="connsiteY0" fmla="*/ 5542 h 2275839"/>
              <a:gd name="connsiteX1" fmla="*/ 7642860 w 9144000"/>
              <a:gd name="connsiteY1" fmla="*/ 0 h 2275839"/>
              <a:gd name="connsiteX2" fmla="*/ 9144000 w 9144000"/>
              <a:gd name="connsiteY2" fmla="*/ 5542 h 2275839"/>
              <a:gd name="connsiteX3" fmla="*/ 9144000 w 9144000"/>
              <a:gd name="connsiteY3" fmla="*/ 2275839 h 2275839"/>
              <a:gd name="connsiteX4" fmla="*/ 0 w 9144000"/>
              <a:gd name="connsiteY4" fmla="*/ 2275839 h 2275839"/>
              <a:gd name="connsiteX5" fmla="*/ 0 w 9144000"/>
              <a:gd name="connsiteY5" fmla="*/ 5542 h 2275839"/>
              <a:gd name="connsiteX0" fmla="*/ 0 w 9144000"/>
              <a:gd name="connsiteY0" fmla="*/ 5542 h 2275839"/>
              <a:gd name="connsiteX1" fmla="*/ 7642860 w 9144000"/>
              <a:gd name="connsiteY1" fmla="*/ 0 h 2275839"/>
              <a:gd name="connsiteX2" fmla="*/ 8877300 w 9144000"/>
              <a:gd name="connsiteY2" fmla="*/ 0 h 2275839"/>
              <a:gd name="connsiteX3" fmla="*/ 9144000 w 9144000"/>
              <a:gd name="connsiteY3" fmla="*/ 5542 h 2275839"/>
              <a:gd name="connsiteX4" fmla="*/ 9144000 w 9144000"/>
              <a:gd name="connsiteY4" fmla="*/ 2275839 h 2275839"/>
              <a:gd name="connsiteX5" fmla="*/ 0 w 9144000"/>
              <a:gd name="connsiteY5" fmla="*/ 2275839 h 2275839"/>
              <a:gd name="connsiteX6" fmla="*/ 0 w 9144000"/>
              <a:gd name="connsiteY6" fmla="*/ 5542 h 2275839"/>
              <a:gd name="connsiteX0" fmla="*/ 0 w 9144000"/>
              <a:gd name="connsiteY0" fmla="*/ 13162 h 2283459"/>
              <a:gd name="connsiteX1" fmla="*/ 7642860 w 9144000"/>
              <a:gd name="connsiteY1" fmla="*/ 7620 h 2283459"/>
              <a:gd name="connsiteX2" fmla="*/ 8282940 w 9144000"/>
              <a:gd name="connsiteY2" fmla="*/ 0 h 2283459"/>
              <a:gd name="connsiteX3" fmla="*/ 8877300 w 9144000"/>
              <a:gd name="connsiteY3" fmla="*/ 7620 h 2283459"/>
              <a:gd name="connsiteX4" fmla="*/ 9144000 w 9144000"/>
              <a:gd name="connsiteY4" fmla="*/ 13162 h 2283459"/>
              <a:gd name="connsiteX5" fmla="*/ 9144000 w 9144000"/>
              <a:gd name="connsiteY5" fmla="*/ 2283459 h 2283459"/>
              <a:gd name="connsiteX6" fmla="*/ 0 w 9144000"/>
              <a:gd name="connsiteY6" fmla="*/ 2283459 h 2283459"/>
              <a:gd name="connsiteX7" fmla="*/ 0 w 9144000"/>
              <a:gd name="connsiteY7" fmla="*/ 13162 h 2283459"/>
              <a:gd name="connsiteX0" fmla="*/ 0 w 9144000"/>
              <a:gd name="connsiteY0" fmla="*/ 150322 h 2420619"/>
              <a:gd name="connsiteX1" fmla="*/ 7642860 w 9144000"/>
              <a:gd name="connsiteY1" fmla="*/ 144780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2379 w 9144000"/>
              <a:gd name="connsiteY1" fmla="*/ 147161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9543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936831 w 9144000"/>
              <a:gd name="connsiteY3" fmla="*/ 151924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51924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66660 w 9146381"/>
              <a:gd name="connsiteY1" fmla="*/ 142399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508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155084 h 2425381"/>
              <a:gd name="connsiteX0" fmla="*/ 0 w 9146381"/>
              <a:gd name="connsiteY0" fmla="*/ 8223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147161 h 2425381"/>
              <a:gd name="connsiteX2" fmla="*/ 8250555 w 9146381"/>
              <a:gd name="connsiteY2" fmla="*/ 0 h 2425381"/>
              <a:gd name="connsiteX3" fmla="*/ 8924131 w 9146381"/>
              <a:gd name="connsiteY3" fmla="*/ 86012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4131 w 9146381"/>
              <a:gd name="connsiteY3" fmla="*/ 86012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85057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79854 h 2425381"/>
              <a:gd name="connsiteX5" fmla="*/ 9144000 w 9146381"/>
              <a:gd name="connsiteY5" fmla="*/ 2425381 h 2425381"/>
              <a:gd name="connsiteX6" fmla="*/ 0 w 9146381"/>
              <a:gd name="connsiteY6" fmla="*/ 2425381 h 2425381"/>
              <a:gd name="connsiteX7" fmla="*/ 0 w 9146381"/>
              <a:gd name="connsiteY7" fmla="*/ 82234 h 2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6381" h="2425381">
                <a:moveTo>
                  <a:pt x="0" y="82234"/>
                </a:moveTo>
                <a:lnTo>
                  <a:pt x="7566660" y="74311"/>
                </a:lnTo>
                <a:lnTo>
                  <a:pt x="8250555" y="0"/>
                </a:lnTo>
                <a:lnTo>
                  <a:pt x="8927306" y="80808"/>
                </a:lnTo>
                <a:lnTo>
                  <a:pt x="9146381" y="79854"/>
                </a:lnTo>
                <a:cubicBezTo>
                  <a:pt x="9145587" y="837413"/>
                  <a:pt x="9144794" y="1667822"/>
                  <a:pt x="9144000" y="2425381"/>
                </a:cubicBezTo>
                <a:lnTo>
                  <a:pt x="0" y="2425381"/>
                </a:lnTo>
                <a:lnTo>
                  <a:pt x="0" y="82234"/>
                </a:lnTo>
                <a:close/>
              </a:path>
            </a:pathLst>
          </a:custGeom>
          <a:noFill/>
        </p:spPr>
      </p:pic>
      <p:sp>
        <p:nvSpPr>
          <p:cNvPr id="11" name="Rectangle 10">
            <a:extLst>
              <a:ext uri="{FF2B5EF4-FFF2-40B4-BE49-F238E27FC236}">
                <a16:creationId xmlns:a16="http://schemas.microsoft.com/office/drawing/2014/main" id="{315197EE-2011-C5D4-A81B-5BFAF728F247}"/>
              </a:ext>
            </a:extLst>
          </p:cNvPr>
          <p:cNvSpPr/>
          <p:nvPr/>
        </p:nvSpPr>
        <p:spPr>
          <a:xfrm>
            <a:off x="-1" y="1361661"/>
            <a:ext cx="6969211" cy="6867939"/>
          </a:xfrm>
          <a:prstGeom prst="rect">
            <a:avLst/>
          </a:prstGeom>
          <a:gradFill>
            <a:gsLst>
              <a:gs pos="0">
                <a:schemeClr val="tx1"/>
              </a:gs>
              <a:gs pos="100000">
                <a:schemeClr val="tx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a:ea typeface="+mn-ea"/>
              <a:cs typeface="+mn-cs"/>
            </a:endParaRPr>
          </a:p>
        </p:txBody>
      </p:sp>
      <p:sp>
        <p:nvSpPr>
          <p:cNvPr id="6" name="Title 5">
            <a:extLst>
              <a:ext uri="{FF2B5EF4-FFF2-40B4-BE49-F238E27FC236}">
                <a16:creationId xmlns:a16="http://schemas.microsoft.com/office/drawing/2014/main" id="{3FB4EC3B-90BF-7226-B11D-DFBF4E5F8AAC}"/>
              </a:ext>
            </a:extLst>
          </p:cNvPr>
          <p:cNvSpPr>
            <a:spLocks noGrp="1"/>
          </p:cNvSpPr>
          <p:nvPr>
            <p:ph type="ctrTitle"/>
          </p:nvPr>
        </p:nvSpPr>
        <p:spPr>
          <a:xfrm>
            <a:off x="498735" y="3701861"/>
            <a:ext cx="6816467" cy="1676399"/>
          </a:xfrm>
        </p:spPr>
        <p:txBody>
          <a:bodyPr/>
          <a:lstStyle/>
          <a:p>
            <a:r>
              <a:rPr lang="en-US">
                <a:solidFill>
                  <a:schemeClr val="bg1"/>
                </a:solidFill>
              </a:rPr>
              <a:t>The </a:t>
            </a:r>
            <a:r>
              <a:rPr lang="en-US" sz="7200">
                <a:solidFill>
                  <a:srgbClr val="FFC000"/>
                </a:solidFill>
              </a:rPr>
              <a:t>10x</a:t>
            </a:r>
            <a:r>
              <a:rPr lang="en-US">
                <a:solidFill>
                  <a:schemeClr val="bg1"/>
                </a:solidFill>
              </a:rPr>
              <a:t> </a:t>
            </a:r>
            <a:br>
              <a:rPr lang="en-US">
                <a:solidFill>
                  <a:schemeClr val="bg1"/>
                </a:solidFill>
              </a:rPr>
            </a:br>
            <a:r>
              <a:rPr lang="en-US">
                <a:solidFill>
                  <a:schemeClr val="bg1"/>
                </a:solidFill>
              </a:rPr>
              <a:t>AI Engineering Approach</a:t>
            </a:r>
          </a:p>
        </p:txBody>
      </p:sp>
      <p:sp>
        <p:nvSpPr>
          <p:cNvPr id="7" name="Subtitle 6">
            <a:extLst>
              <a:ext uri="{FF2B5EF4-FFF2-40B4-BE49-F238E27FC236}">
                <a16:creationId xmlns:a16="http://schemas.microsoft.com/office/drawing/2014/main" id="{97A69551-3FA8-CFAD-5C8F-238E2F40BC64}"/>
              </a:ext>
            </a:extLst>
          </p:cNvPr>
          <p:cNvSpPr>
            <a:spLocks noGrp="1"/>
          </p:cNvSpPr>
          <p:nvPr>
            <p:ph type="subTitle" idx="1"/>
          </p:nvPr>
        </p:nvSpPr>
        <p:spPr>
          <a:xfrm>
            <a:off x="487681" y="5408738"/>
            <a:ext cx="6816467" cy="731520"/>
          </a:xfrm>
        </p:spPr>
        <p:txBody>
          <a:bodyPr/>
          <a:lstStyle/>
          <a:p>
            <a:r>
              <a:rPr lang="en-US">
                <a:latin typeface="Century Gothic" panose="020B0502020202020204" pitchFamily="34" charset="0"/>
              </a:rPr>
              <a:t>April 2026</a:t>
            </a:r>
          </a:p>
        </p:txBody>
      </p:sp>
    </p:spTree>
    <p:extLst>
      <p:ext uri="{BB962C8B-B14F-4D97-AF65-F5344CB8AC3E}">
        <p14:creationId xmlns:p14="http://schemas.microsoft.com/office/powerpoint/2010/main" val="3031689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3C1F28A-0CBD-24CD-5AF4-67120235C5AD}"/>
              </a:ext>
            </a:extLst>
          </p:cNvPr>
          <p:cNvSpPr>
            <a:spLocks noGrp="1"/>
          </p:cNvSpPr>
          <p:nvPr>
            <p:ph type="title"/>
          </p:nvPr>
        </p:nvSpPr>
        <p:spPr/>
        <p:txBody>
          <a:bodyPr/>
          <a:lstStyle/>
          <a:p>
            <a:r>
              <a:rPr lang="en-US">
                <a:solidFill>
                  <a:srgbClr val="262323"/>
                </a:solidFill>
                <a:ea typeface="PP Neue Machina Bold" pitchFamily="34" charset="-122"/>
                <a:cs typeface="PP Neue Machina Bold" pitchFamily="34" charset="-120"/>
              </a:rPr>
              <a:t>Characteristics of 10x AI Professionals</a:t>
            </a:r>
            <a:endParaRPr lang="en-US"/>
          </a:p>
        </p:txBody>
      </p:sp>
      <p:sp>
        <p:nvSpPr>
          <p:cNvPr id="4" name="Text 1">
            <a:extLst>
              <a:ext uri="{FF2B5EF4-FFF2-40B4-BE49-F238E27FC236}">
                <a16:creationId xmlns:a16="http://schemas.microsoft.com/office/drawing/2014/main" id="{06AFE01B-C9CF-7772-7994-FD0963666A09}"/>
              </a:ext>
            </a:extLst>
          </p:cNvPr>
          <p:cNvSpPr/>
          <p:nvPr/>
        </p:nvSpPr>
        <p:spPr>
          <a:xfrm>
            <a:off x="1134173" y="1319961"/>
            <a:ext cx="12362055" cy="505034"/>
          </a:xfrm>
          <a:prstGeom prst="round2DiagRect">
            <a:avLst/>
          </a:prstGeom>
          <a:solidFill>
            <a:schemeClr val="accent6">
              <a:lumMod val="50000"/>
            </a:schemeClr>
          </a:solidFill>
          <a:ln>
            <a:solidFill>
              <a:schemeClr val="bg1">
                <a:lumMod val="65000"/>
              </a:schemeClr>
            </a:solidFill>
          </a:ln>
        </p:spPr>
        <p:txBody>
          <a:bodyPr wrap="none" lIns="0" tIns="0" rIns="0" bIns="0" rtlCol="0" anchor="ctr"/>
          <a:lstStyle/>
          <a:p>
            <a:pPr marL="0" marR="0" lvl="0" indent="0" algn="ctr" defTabSz="914364" rtl="0" eaLnBrk="1" fontAlgn="auto" latinLnBrk="0" hangingPunct="1">
              <a:lnSpc>
                <a:spcPts val="21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Century Gothic" pitchFamily="34" charset="0"/>
                <a:ea typeface="Century Gothic" pitchFamily="34" charset="-122"/>
                <a:cs typeface="Century Gothic" pitchFamily="34" charset="-120"/>
              </a:rPr>
              <a:t>10x AI professionals are </a:t>
            </a:r>
            <a:r>
              <a:rPr kumimoji="0" lang="en-US" sz="1600" b="1" i="0" u="none" strike="noStrike" kern="1200" cap="none" spc="0" normalizeH="0" baseline="0" noProof="0">
                <a:ln>
                  <a:noFill/>
                </a:ln>
                <a:solidFill>
                  <a:srgbClr val="FFFFFF"/>
                </a:solidFill>
                <a:effectLst/>
                <a:uLnTx/>
                <a:uFillTx/>
                <a:latin typeface="Century Gothic" pitchFamily="34" charset="0"/>
                <a:ea typeface="Century Gothic" pitchFamily="34" charset="-122"/>
                <a:cs typeface="Century Gothic" pitchFamily="34" charset="-120"/>
              </a:rPr>
              <a:t>force‑multipliers</a:t>
            </a:r>
            <a:r>
              <a:rPr kumimoji="0" lang="en-US" sz="1600" b="0" i="0" u="none" strike="noStrike" kern="1200" cap="none" spc="0" normalizeH="0" baseline="0" noProof="0">
                <a:ln>
                  <a:noFill/>
                </a:ln>
                <a:solidFill>
                  <a:srgbClr val="FFFFFF"/>
                </a:solidFill>
                <a:effectLst/>
                <a:uLnTx/>
                <a:uFillTx/>
                <a:latin typeface="Century Gothic" pitchFamily="34" charset="0"/>
                <a:ea typeface="Century Gothic" pitchFamily="34" charset="-122"/>
                <a:cs typeface="Century Gothic" pitchFamily="34" charset="-120"/>
              </a:rPr>
              <a:t> who combine deep technical capability with AI‑savviness and product‑thinking.</a:t>
            </a:r>
            <a:endParaRPr kumimoji="0" lang="en-US" sz="16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5" name="Shape 2">
            <a:extLst>
              <a:ext uri="{FF2B5EF4-FFF2-40B4-BE49-F238E27FC236}">
                <a16:creationId xmlns:a16="http://schemas.microsoft.com/office/drawing/2014/main" id="{E412F967-E3F5-901A-FFA9-057DF0F32CE5}"/>
              </a:ext>
            </a:extLst>
          </p:cNvPr>
          <p:cNvSpPr/>
          <p:nvPr/>
        </p:nvSpPr>
        <p:spPr>
          <a:xfrm>
            <a:off x="404078" y="2246809"/>
            <a:ext cx="4240411" cy="2380655"/>
          </a:xfrm>
          <a:prstGeom prst="roundRect">
            <a:avLst>
              <a:gd name="adj" fmla="val 4609"/>
            </a:avLst>
          </a:prstGeom>
          <a:solidFill>
            <a:srgbClr val="FFFFFF"/>
          </a:solidFill>
          <a:ln/>
        </p:spPr>
        <p:txBody>
          <a:bodyPr/>
          <a:lstStyle/>
          <a:p>
            <a:pPr marL="0" marR="0" lvl="0" indent="0" algn="l" defTabSz="91436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7" name="Shape 3">
            <a:extLst>
              <a:ext uri="{FF2B5EF4-FFF2-40B4-BE49-F238E27FC236}">
                <a16:creationId xmlns:a16="http://schemas.microsoft.com/office/drawing/2014/main" id="{190FB16D-1EBD-978C-E6FF-41BCAAC452D8}"/>
              </a:ext>
            </a:extLst>
          </p:cNvPr>
          <p:cNvSpPr/>
          <p:nvPr/>
        </p:nvSpPr>
        <p:spPr>
          <a:xfrm>
            <a:off x="404078" y="2253237"/>
            <a:ext cx="4240411" cy="91440"/>
          </a:xfrm>
          <a:prstGeom prst="roundRect">
            <a:avLst>
              <a:gd name="adj" fmla="val 82047"/>
            </a:avLst>
          </a:prstGeom>
          <a:solidFill>
            <a:schemeClr val="accent2"/>
          </a:solidFill>
          <a:ln/>
        </p:spPr>
        <p:txBody>
          <a:bodyPr/>
          <a:lstStyle/>
          <a:p>
            <a:pPr marL="0" marR="0" lvl="0" indent="0" algn="l" defTabSz="91436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8" name="Shape 4">
            <a:extLst>
              <a:ext uri="{FF2B5EF4-FFF2-40B4-BE49-F238E27FC236}">
                <a16:creationId xmlns:a16="http://schemas.microsoft.com/office/drawing/2014/main" id="{C8E1B76A-6899-0C7D-B7FB-BEAEA55D50F3}"/>
              </a:ext>
            </a:extLst>
          </p:cNvPr>
          <p:cNvSpPr/>
          <p:nvPr/>
        </p:nvSpPr>
        <p:spPr>
          <a:xfrm>
            <a:off x="2204243" y="1978917"/>
            <a:ext cx="640080" cy="640080"/>
          </a:xfrm>
          <a:prstGeom prst="roundRect">
            <a:avLst>
              <a:gd name="adj" fmla="val 170667"/>
            </a:avLst>
          </a:prstGeom>
          <a:solidFill>
            <a:schemeClr val="accent2"/>
          </a:solidFill>
          <a:ln/>
        </p:spPr>
        <p:txBody>
          <a:bodyPr/>
          <a:lstStyle/>
          <a:p>
            <a:pPr marL="0" marR="0" lvl="0" indent="0" algn="l" defTabSz="91436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pic>
        <p:nvPicPr>
          <p:cNvPr id="9" name="Image 0" descr="preencoded.png">
            <a:extLst>
              <a:ext uri="{FF2B5EF4-FFF2-40B4-BE49-F238E27FC236}">
                <a16:creationId xmlns:a16="http://schemas.microsoft.com/office/drawing/2014/main" id="{DF5CFDEA-8601-0B4D-C8DA-F6DF9F838DF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95683" y="2070357"/>
            <a:ext cx="457201" cy="457200"/>
          </a:xfrm>
          <a:prstGeom prst="rect">
            <a:avLst/>
          </a:prstGeom>
        </p:spPr>
      </p:pic>
      <p:sp>
        <p:nvSpPr>
          <p:cNvPr id="10" name="Text 5">
            <a:extLst>
              <a:ext uri="{FF2B5EF4-FFF2-40B4-BE49-F238E27FC236}">
                <a16:creationId xmlns:a16="http://schemas.microsoft.com/office/drawing/2014/main" id="{4F5B4233-E417-C9FC-1F4E-DF2A4EB34C35}"/>
              </a:ext>
            </a:extLst>
          </p:cNvPr>
          <p:cNvSpPr/>
          <p:nvPr/>
        </p:nvSpPr>
        <p:spPr>
          <a:xfrm>
            <a:off x="929501" y="2693294"/>
            <a:ext cx="3189565" cy="365760"/>
          </a:xfrm>
          <a:prstGeom prst="rect">
            <a:avLst/>
          </a:prstGeom>
          <a:noFill/>
          <a:ln/>
        </p:spPr>
        <p:txBody>
          <a:bodyPr wrap="none" lIns="0" tIns="0" rIns="0" bIns="0" rtlCol="0" anchor="ctr"/>
          <a:lstStyle/>
          <a:p>
            <a:pPr marL="0" marR="0" lvl="0" indent="0" algn="ctr" defTabSz="914364" rtl="0" eaLnBrk="1" fontAlgn="auto" latinLnBrk="0" hangingPunct="1">
              <a:lnSpc>
                <a:spcPts val="215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entury Gothic" panose="020B0502020202020204" pitchFamily="34" charset="0"/>
                <a:ea typeface="PP Neue Machina Bold" pitchFamily="34" charset="-122"/>
                <a:cs typeface="PP Neue Machina Bold" pitchFamily="34" charset="-120"/>
              </a:rPr>
              <a:t>Architecture‑first mindset</a:t>
            </a: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11" name="Text 6">
            <a:extLst>
              <a:ext uri="{FF2B5EF4-FFF2-40B4-BE49-F238E27FC236}">
                <a16:creationId xmlns:a16="http://schemas.microsoft.com/office/drawing/2014/main" id="{0ABBA8CF-36A8-2E7F-7C94-3D1BBB133531}"/>
              </a:ext>
            </a:extLst>
          </p:cNvPr>
          <p:cNvSpPr/>
          <p:nvPr/>
        </p:nvSpPr>
        <p:spPr>
          <a:xfrm>
            <a:off x="605532" y="3158342"/>
            <a:ext cx="3837503" cy="1085850"/>
          </a:xfrm>
          <a:prstGeom prst="rect">
            <a:avLst/>
          </a:prstGeom>
          <a:noFill/>
          <a:ln/>
        </p:spPr>
        <p:txBody>
          <a:bodyPr wrap="square" lIns="0" tIns="0" rIns="0" bIns="0" rtlCol="0" anchor="t"/>
          <a:lstStyle/>
          <a:p>
            <a:pPr marL="0" marR="0" lvl="0" indent="0" algn="ctr" defTabSz="914364"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entury Gothic" pitchFamily="34" charset="0"/>
                <a:ea typeface="Century Gothic" pitchFamily="34" charset="-122"/>
                <a:cs typeface="Century Gothic" pitchFamily="34" charset="-120"/>
              </a:rPr>
              <a:t>They design and own system architecture, not just code; they think about scalability, observability, security, and AI‑agent‑driven SDLC as one coherent whole.</a:t>
            </a:r>
            <a:endParaRPr kumimoji="0" lang="en-US" sz="14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13" name="Shape 7">
            <a:extLst>
              <a:ext uri="{FF2B5EF4-FFF2-40B4-BE49-F238E27FC236}">
                <a16:creationId xmlns:a16="http://schemas.microsoft.com/office/drawing/2014/main" id="{E2F0752A-556A-83C4-76A6-A2A20736A46F}"/>
              </a:ext>
            </a:extLst>
          </p:cNvPr>
          <p:cNvSpPr/>
          <p:nvPr/>
        </p:nvSpPr>
        <p:spPr>
          <a:xfrm>
            <a:off x="5091986" y="2246809"/>
            <a:ext cx="4240411" cy="2380654"/>
          </a:xfrm>
          <a:prstGeom prst="roundRect">
            <a:avLst>
              <a:gd name="adj" fmla="val 4609"/>
            </a:avLst>
          </a:prstGeom>
          <a:solidFill>
            <a:srgbClr val="FFFFFF"/>
          </a:solidFill>
          <a:ln/>
        </p:spPr>
        <p:txBody>
          <a:bodyPr/>
          <a:lstStyle/>
          <a:p>
            <a:pPr marL="0" marR="0" lvl="0" indent="0" algn="l" defTabSz="91436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14" name="Shape 8">
            <a:extLst>
              <a:ext uri="{FF2B5EF4-FFF2-40B4-BE49-F238E27FC236}">
                <a16:creationId xmlns:a16="http://schemas.microsoft.com/office/drawing/2014/main" id="{790A9196-F38E-E351-EC88-7004F07BA184}"/>
              </a:ext>
            </a:extLst>
          </p:cNvPr>
          <p:cNvSpPr/>
          <p:nvPr/>
        </p:nvSpPr>
        <p:spPr>
          <a:xfrm>
            <a:off x="5091986" y="2253237"/>
            <a:ext cx="4240411" cy="91440"/>
          </a:xfrm>
          <a:prstGeom prst="roundRect">
            <a:avLst>
              <a:gd name="adj" fmla="val 82047"/>
            </a:avLst>
          </a:prstGeom>
          <a:solidFill>
            <a:schemeClr val="accent5"/>
          </a:solidFill>
          <a:ln/>
        </p:spPr>
        <p:txBody>
          <a:bodyPr/>
          <a:lstStyle/>
          <a:p>
            <a:pPr marL="0" marR="0" lvl="0" indent="0" algn="l" defTabSz="91436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15" name="Shape 9">
            <a:extLst>
              <a:ext uri="{FF2B5EF4-FFF2-40B4-BE49-F238E27FC236}">
                <a16:creationId xmlns:a16="http://schemas.microsoft.com/office/drawing/2014/main" id="{8015F837-32DF-2BC9-6659-C11B9730C5DF}"/>
              </a:ext>
            </a:extLst>
          </p:cNvPr>
          <p:cNvSpPr/>
          <p:nvPr/>
        </p:nvSpPr>
        <p:spPr>
          <a:xfrm>
            <a:off x="6892151" y="1978917"/>
            <a:ext cx="640080" cy="640080"/>
          </a:xfrm>
          <a:prstGeom prst="roundRect">
            <a:avLst>
              <a:gd name="adj" fmla="val 170667"/>
            </a:avLst>
          </a:prstGeom>
          <a:solidFill>
            <a:schemeClr val="accent5"/>
          </a:solidFill>
          <a:ln/>
        </p:spPr>
        <p:txBody>
          <a:bodyPr/>
          <a:lstStyle/>
          <a:p>
            <a:pPr marL="0" marR="0" lvl="0" indent="0" algn="l" defTabSz="91436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pic>
        <p:nvPicPr>
          <p:cNvPr id="16" name="Image 1" descr="preencoded.png">
            <a:extLst>
              <a:ext uri="{FF2B5EF4-FFF2-40B4-BE49-F238E27FC236}">
                <a16:creationId xmlns:a16="http://schemas.microsoft.com/office/drawing/2014/main" id="{CABBDD3B-467C-5F54-0D58-C1665E0057A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983591" y="2070357"/>
            <a:ext cx="457201" cy="457200"/>
          </a:xfrm>
          <a:prstGeom prst="rect">
            <a:avLst/>
          </a:prstGeom>
        </p:spPr>
      </p:pic>
      <p:sp>
        <p:nvSpPr>
          <p:cNvPr id="17" name="Text 10">
            <a:extLst>
              <a:ext uri="{FF2B5EF4-FFF2-40B4-BE49-F238E27FC236}">
                <a16:creationId xmlns:a16="http://schemas.microsoft.com/office/drawing/2014/main" id="{F084780D-6549-C146-0949-AC5C7089C91E}"/>
              </a:ext>
            </a:extLst>
          </p:cNvPr>
          <p:cNvSpPr/>
          <p:nvPr/>
        </p:nvSpPr>
        <p:spPr>
          <a:xfrm>
            <a:off x="5623659" y="2693294"/>
            <a:ext cx="3177063" cy="365760"/>
          </a:xfrm>
          <a:prstGeom prst="rect">
            <a:avLst/>
          </a:prstGeom>
          <a:noFill/>
          <a:ln/>
        </p:spPr>
        <p:txBody>
          <a:bodyPr wrap="none" lIns="0" tIns="0" rIns="0" bIns="0" rtlCol="0" anchor="ctr"/>
          <a:lstStyle/>
          <a:p>
            <a:pPr marL="0" marR="0" lvl="0" indent="0" algn="ctr" defTabSz="914364" rtl="0" eaLnBrk="1" fontAlgn="auto" latinLnBrk="0" hangingPunct="1">
              <a:lnSpc>
                <a:spcPts val="215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entury Gothic" panose="020B0502020202020204" pitchFamily="34" charset="0"/>
                <a:ea typeface="PP Neue Machina Bold" pitchFamily="34" charset="-122"/>
                <a:cs typeface="PP Neue Machina Bold" pitchFamily="34" charset="-120"/>
              </a:rPr>
              <a:t>AI‑driven problem‑solving</a:t>
            </a: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18" name="Text 11">
            <a:extLst>
              <a:ext uri="{FF2B5EF4-FFF2-40B4-BE49-F238E27FC236}">
                <a16:creationId xmlns:a16="http://schemas.microsoft.com/office/drawing/2014/main" id="{76780659-D3F1-300C-43A0-71E09026CDE9}"/>
              </a:ext>
            </a:extLst>
          </p:cNvPr>
          <p:cNvSpPr/>
          <p:nvPr/>
        </p:nvSpPr>
        <p:spPr>
          <a:xfrm>
            <a:off x="5293440" y="3158343"/>
            <a:ext cx="3837503" cy="1357313"/>
          </a:xfrm>
          <a:prstGeom prst="rect">
            <a:avLst/>
          </a:prstGeom>
          <a:noFill/>
          <a:ln/>
        </p:spPr>
        <p:txBody>
          <a:bodyPr wrap="square" lIns="0" tIns="0" rIns="0" bIns="0" rtlCol="0" anchor="t"/>
          <a:lstStyle/>
          <a:p>
            <a:pPr marL="0" marR="0" lvl="0" indent="0" algn="ctr" defTabSz="914364"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entury Gothic" pitchFamily="34" charset="0"/>
                <a:ea typeface="Century Gothic" pitchFamily="34" charset="-122"/>
                <a:cs typeface="Century Gothic" pitchFamily="34" charset="-120"/>
              </a:rPr>
              <a:t>They use AI tools (Claude‑Code–style agents, Copilot, SDD toolkits) to accelerate design, coding, testing, and deployment, but remain the guardrails and validators, not the consumers.</a:t>
            </a:r>
            <a:endParaRPr kumimoji="0" lang="en-US" sz="14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20" name="Shape 12">
            <a:extLst>
              <a:ext uri="{FF2B5EF4-FFF2-40B4-BE49-F238E27FC236}">
                <a16:creationId xmlns:a16="http://schemas.microsoft.com/office/drawing/2014/main" id="{74E3E254-DE37-9B5C-713F-E3628FB828EC}"/>
              </a:ext>
            </a:extLst>
          </p:cNvPr>
          <p:cNvSpPr/>
          <p:nvPr/>
        </p:nvSpPr>
        <p:spPr>
          <a:xfrm>
            <a:off x="9861616" y="2246809"/>
            <a:ext cx="4240411" cy="2380654"/>
          </a:xfrm>
          <a:prstGeom prst="roundRect">
            <a:avLst>
              <a:gd name="adj" fmla="val 4609"/>
            </a:avLst>
          </a:prstGeom>
          <a:solidFill>
            <a:srgbClr val="FFFFFF"/>
          </a:solidFill>
          <a:ln/>
        </p:spPr>
        <p:txBody>
          <a:bodyPr/>
          <a:lstStyle/>
          <a:p>
            <a:pPr marL="0" marR="0" lvl="0" indent="0" algn="l" defTabSz="91436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21" name="Shape 13">
            <a:extLst>
              <a:ext uri="{FF2B5EF4-FFF2-40B4-BE49-F238E27FC236}">
                <a16:creationId xmlns:a16="http://schemas.microsoft.com/office/drawing/2014/main" id="{DD1DE319-A06C-1AFB-859F-3FBB2A92D09A}"/>
              </a:ext>
            </a:extLst>
          </p:cNvPr>
          <p:cNvSpPr/>
          <p:nvPr/>
        </p:nvSpPr>
        <p:spPr>
          <a:xfrm>
            <a:off x="9861616" y="2253237"/>
            <a:ext cx="4240411" cy="91440"/>
          </a:xfrm>
          <a:prstGeom prst="roundRect">
            <a:avLst>
              <a:gd name="adj" fmla="val 82047"/>
            </a:avLst>
          </a:prstGeom>
          <a:solidFill>
            <a:schemeClr val="accent3"/>
          </a:solidFill>
          <a:ln/>
        </p:spPr>
        <p:txBody>
          <a:bodyPr/>
          <a:lstStyle/>
          <a:p>
            <a:pPr marL="0" marR="0" lvl="0" indent="0" algn="l" defTabSz="91436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25" name="Shape 14">
            <a:extLst>
              <a:ext uri="{FF2B5EF4-FFF2-40B4-BE49-F238E27FC236}">
                <a16:creationId xmlns:a16="http://schemas.microsoft.com/office/drawing/2014/main" id="{EB035736-E37A-8499-3ECD-A574E8F61AF2}"/>
              </a:ext>
            </a:extLst>
          </p:cNvPr>
          <p:cNvSpPr/>
          <p:nvPr/>
        </p:nvSpPr>
        <p:spPr>
          <a:xfrm>
            <a:off x="11661781" y="1978917"/>
            <a:ext cx="640080" cy="640080"/>
          </a:xfrm>
          <a:prstGeom prst="roundRect">
            <a:avLst>
              <a:gd name="adj" fmla="val 170667"/>
            </a:avLst>
          </a:prstGeom>
          <a:solidFill>
            <a:schemeClr val="accent3"/>
          </a:solidFill>
          <a:ln/>
        </p:spPr>
        <p:txBody>
          <a:bodyPr/>
          <a:lstStyle/>
          <a:p>
            <a:pPr marL="0" marR="0" lvl="0" indent="0" algn="l" defTabSz="91436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pic>
        <p:nvPicPr>
          <p:cNvPr id="26" name="Image 2" descr="preencoded.png">
            <a:extLst>
              <a:ext uri="{FF2B5EF4-FFF2-40B4-BE49-F238E27FC236}">
                <a16:creationId xmlns:a16="http://schemas.microsoft.com/office/drawing/2014/main" id="{77ACC712-571F-1B71-60BC-B8944283E31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753221" y="2070357"/>
            <a:ext cx="457201" cy="457200"/>
          </a:xfrm>
          <a:prstGeom prst="rect">
            <a:avLst/>
          </a:prstGeom>
        </p:spPr>
      </p:pic>
      <p:sp>
        <p:nvSpPr>
          <p:cNvPr id="23" name="Text 15">
            <a:extLst>
              <a:ext uri="{FF2B5EF4-FFF2-40B4-BE49-F238E27FC236}">
                <a16:creationId xmlns:a16="http://schemas.microsoft.com/office/drawing/2014/main" id="{44FA41FE-0361-5D86-2EFA-DC9195E44345}"/>
              </a:ext>
            </a:extLst>
          </p:cNvPr>
          <p:cNvSpPr/>
          <p:nvPr/>
        </p:nvSpPr>
        <p:spPr>
          <a:xfrm>
            <a:off x="10509078" y="2693294"/>
            <a:ext cx="2945487" cy="365760"/>
          </a:xfrm>
          <a:prstGeom prst="rect">
            <a:avLst/>
          </a:prstGeom>
          <a:noFill/>
          <a:ln/>
        </p:spPr>
        <p:txBody>
          <a:bodyPr wrap="none" lIns="0" tIns="0" rIns="0" bIns="0" rtlCol="0" anchor="ctr"/>
          <a:lstStyle/>
          <a:p>
            <a:pPr marL="0" marR="0" lvl="0" indent="0" algn="ctr" defTabSz="914364" rtl="0" eaLnBrk="1" fontAlgn="auto" latinLnBrk="0" hangingPunct="1">
              <a:lnSpc>
                <a:spcPts val="215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entury Gothic" panose="020B0502020202020204" pitchFamily="34" charset="0"/>
                <a:ea typeface="PP Neue Machina Bold"/>
                <a:cs typeface="PP Neue Machina Bold" pitchFamily="34" charset="-120"/>
              </a:rPr>
              <a:t>Zoom In and Zoom Out</a:t>
            </a: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a typeface="PP Neue Machina Bold"/>
            </a:endParaRPr>
          </a:p>
        </p:txBody>
      </p:sp>
      <p:sp>
        <p:nvSpPr>
          <p:cNvPr id="24" name="Text 16">
            <a:extLst>
              <a:ext uri="{FF2B5EF4-FFF2-40B4-BE49-F238E27FC236}">
                <a16:creationId xmlns:a16="http://schemas.microsoft.com/office/drawing/2014/main" id="{0D7A8BDE-8E4C-C075-1E13-57F9F8D1D6CE}"/>
              </a:ext>
            </a:extLst>
          </p:cNvPr>
          <p:cNvSpPr/>
          <p:nvPr/>
        </p:nvSpPr>
        <p:spPr>
          <a:xfrm>
            <a:off x="10063070" y="3158342"/>
            <a:ext cx="3837503" cy="1357313"/>
          </a:xfrm>
          <a:prstGeom prst="rect">
            <a:avLst/>
          </a:prstGeom>
          <a:noFill/>
          <a:ln/>
        </p:spPr>
        <p:txBody>
          <a:bodyPr wrap="square" lIns="0" tIns="0" rIns="0" bIns="0" rtlCol="0" anchor="t"/>
          <a:lstStyle/>
          <a:p>
            <a:pPr marL="0" marR="0" lvl="0" indent="0" algn="ctr" defTabSz="914364"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Century Gothic" pitchFamily="34" charset="0"/>
                <a:ea typeface="Century Gothic" pitchFamily="34" charset="-122"/>
                <a:cs typeface="Century Gothic" pitchFamily="34" charset="-120"/>
              </a:rPr>
              <a:t>Zoom in: </a:t>
            </a:r>
            <a:r>
              <a:rPr kumimoji="0" lang="en-US" sz="1400" b="0" i="0" u="none" strike="noStrike" kern="1200" cap="none" spc="0" normalizeH="0" baseline="0" noProof="0">
                <a:ln>
                  <a:noFill/>
                </a:ln>
                <a:solidFill>
                  <a:srgbClr val="000000"/>
                </a:solidFill>
                <a:effectLst/>
                <a:uLnTx/>
                <a:uFillTx/>
                <a:latin typeface="Century Gothic" pitchFamily="34" charset="0"/>
                <a:ea typeface="Century Gothic" pitchFamily="34" charset="-122"/>
                <a:cs typeface="Century Gothic" pitchFamily="34" charset="-120"/>
              </a:rPr>
              <a:t>Dive deep into complex technical problems and resolve issues others avoid.</a:t>
            </a:r>
          </a:p>
          <a:p>
            <a:pPr marL="0" marR="0" lvl="0" indent="0" algn="ctr" defTabSz="914364"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Century Gothic" pitchFamily="34" charset="0"/>
                <a:ea typeface="Century Gothic" pitchFamily="34" charset="-122"/>
                <a:cs typeface="Century Gothic" pitchFamily="34" charset="-120"/>
              </a:rPr>
              <a:t>Zoom out:</a:t>
            </a:r>
            <a:r>
              <a:rPr kumimoji="0" lang="en-US" sz="1400" b="0" i="0" u="none" strike="noStrike" kern="1200" cap="none" spc="0" normalizeH="0" baseline="0" noProof="0">
                <a:ln>
                  <a:noFill/>
                </a:ln>
                <a:solidFill>
                  <a:srgbClr val="000000"/>
                </a:solidFill>
                <a:effectLst/>
                <a:uLnTx/>
                <a:uFillTx/>
                <a:latin typeface="Century Gothic" pitchFamily="34" charset="0"/>
                <a:ea typeface="Century Gothic" pitchFamily="34" charset="-122"/>
                <a:cs typeface="Century Gothic" pitchFamily="34" charset="-120"/>
              </a:rPr>
              <a:t> Connect engineering work to customer value and organizational direction.</a:t>
            </a:r>
            <a:endParaRPr kumimoji="0" lang="en-US" sz="14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27" name="Shape 17">
            <a:extLst>
              <a:ext uri="{FF2B5EF4-FFF2-40B4-BE49-F238E27FC236}">
                <a16:creationId xmlns:a16="http://schemas.microsoft.com/office/drawing/2014/main" id="{FFA65F98-2D4C-4CBE-F264-110832984F8D}"/>
              </a:ext>
            </a:extLst>
          </p:cNvPr>
          <p:cNvSpPr/>
          <p:nvPr/>
        </p:nvSpPr>
        <p:spPr>
          <a:xfrm>
            <a:off x="406532" y="5003070"/>
            <a:ext cx="4235502" cy="2381098"/>
          </a:xfrm>
          <a:prstGeom prst="roundRect">
            <a:avLst>
              <a:gd name="adj" fmla="val 5947"/>
            </a:avLst>
          </a:prstGeom>
          <a:solidFill>
            <a:srgbClr val="FFFFFF"/>
          </a:solidFill>
          <a:ln/>
        </p:spPr>
        <p:txBody>
          <a:bodyPr/>
          <a:lstStyle/>
          <a:p>
            <a:pPr marL="0" marR="0" lvl="0" indent="0" algn="l" defTabSz="91436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29" name="Shape 18">
            <a:extLst>
              <a:ext uri="{FF2B5EF4-FFF2-40B4-BE49-F238E27FC236}">
                <a16:creationId xmlns:a16="http://schemas.microsoft.com/office/drawing/2014/main" id="{AF6F69E6-5A60-9EF2-9BCB-77A651BCB14C}"/>
              </a:ext>
            </a:extLst>
          </p:cNvPr>
          <p:cNvSpPr/>
          <p:nvPr/>
        </p:nvSpPr>
        <p:spPr>
          <a:xfrm>
            <a:off x="406533" y="4989904"/>
            <a:ext cx="4235501" cy="91440"/>
          </a:xfrm>
          <a:prstGeom prst="roundRect">
            <a:avLst>
              <a:gd name="adj" fmla="val 82047"/>
            </a:avLst>
          </a:prstGeom>
          <a:solidFill>
            <a:srgbClr val="FFC000"/>
          </a:solidFill>
          <a:ln/>
        </p:spPr>
        <p:txBody>
          <a:bodyPr/>
          <a:lstStyle/>
          <a:p>
            <a:pPr marL="0" marR="0" lvl="0" indent="0" algn="l" defTabSz="91436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31" name="Shape 19">
            <a:extLst>
              <a:ext uri="{FF2B5EF4-FFF2-40B4-BE49-F238E27FC236}">
                <a16:creationId xmlns:a16="http://schemas.microsoft.com/office/drawing/2014/main" id="{97640F90-69DA-01C5-14FE-EF2848230AC9}"/>
              </a:ext>
            </a:extLst>
          </p:cNvPr>
          <p:cNvSpPr/>
          <p:nvPr/>
        </p:nvSpPr>
        <p:spPr>
          <a:xfrm>
            <a:off x="2204243" y="4715584"/>
            <a:ext cx="640080" cy="640080"/>
          </a:xfrm>
          <a:prstGeom prst="roundRect">
            <a:avLst>
              <a:gd name="adj" fmla="val 170667"/>
            </a:avLst>
          </a:prstGeom>
          <a:solidFill>
            <a:srgbClr val="FFC000"/>
          </a:solidFill>
          <a:ln/>
        </p:spPr>
        <p:txBody>
          <a:bodyPr/>
          <a:lstStyle/>
          <a:p>
            <a:pPr marL="0" marR="0" lvl="0" indent="0" algn="l" defTabSz="91436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pic>
        <p:nvPicPr>
          <p:cNvPr id="32" name="Image 3" descr="preencoded.png">
            <a:extLst>
              <a:ext uri="{FF2B5EF4-FFF2-40B4-BE49-F238E27FC236}">
                <a16:creationId xmlns:a16="http://schemas.microsoft.com/office/drawing/2014/main" id="{625E1695-E7C9-89A1-6CCF-4AF3A547ACA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297245" y="4807024"/>
            <a:ext cx="457201" cy="457200"/>
          </a:xfrm>
          <a:prstGeom prst="rect">
            <a:avLst/>
          </a:prstGeom>
        </p:spPr>
      </p:pic>
      <p:sp>
        <p:nvSpPr>
          <p:cNvPr id="33" name="Text 20">
            <a:extLst>
              <a:ext uri="{FF2B5EF4-FFF2-40B4-BE49-F238E27FC236}">
                <a16:creationId xmlns:a16="http://schemas.microsoft.com/office/drawing/2014/main" id="{071987CD-336B-C459-CDA6-D6A2252F8FC4}"/>
              </a:ext>
            </a:extLst>
          </p:cNvPr>
          <p:cNvSpPr/>
          <p:nvPr/>
        </p:nvSpPr>
        <p:spPr>
          <a:xfrm>
            <a:off x="688610" y="5449554"/>
            <a:ext cx="3671346" cy="548640"/>
          </a:xfrm>
          <a:prstGeom prst="rect">
            <a:avLst/>
          </a:prstGeom>
          <a:noFill/>
          <a:ln/>
        </p:spPr>
        <p:txBody>
          <a:bodyPr wrap="square" lIns="0" tIns="0" rIns="0" bIns="0" rtlCol="0" anchor="ctr"/>
          <a:lstStyle/>
          <a:p>
            <a:pPr marL="0" marR="0" lvl="0" indent="0" algn="ctr" defTabSz="914364" rtl="0" eaLnBrk="1" fontAlgn="auto" latinLnBrk="0" hangingPunct="1">
              <a:lnSpc>
                <a:spcPts val="215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entury Gothic" panose="020B0502020202020204" pitchFamily="34" charset="0"/>
                <a:ea typeface="PP Neue Machina Bold" pitchFamily="34" charset="-122"/>
                <a:cs typeface="PP Neue Machina Bold" pitchFamily="34" charset="-120"/>
              </a:rPr>
              <a:t>Systems‑thinking and cross‑functional collaboration</a:t>
            </a: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34" name="Text 21">
            <a:extLst>
              <a:ext uri="{FF2B5EF4-FFF2-40B4-BE49-F238E27FC236}">
                <a16:creationId xmlns:a16="http://schemas.microsoft.com/office/drawing/2014/main" id="{481952D6-8224-0E52-1F87-550ABDBDC561}"/>
              </a:ext>
            </a:extLst>
          </p:cNvPr>
          <p:cNvSpPr/>
          <p:nvPr/>
        </p:nvSpPr>
        <p:spPr>
          <a:xfrm>
            <a:off x="604043" y="6038699"/>
            <a:ext cx="3840480" cy="1207008"/>
          </a:xfrm>
          <a:prstGeom prst="rect">
            <a:avLst/>
          </a:prstGeom>
          <a:noFill/>
          <a:ln/>
        </p:spPr>
        <p:txBody>
          <a:bodyPr wrap="square" lIns="0" tIns="0" rIns="0" bIns="0" rtlCol="0" anchor="t"/>
          <a:lstStyle/>
          <a:p>
            <a:pPr marL="0" marR="0" lvl="0" indent="0" algn="ctr" defTabSz="914364"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entury Gothic" pitchFamily="34" charset="0"/>
                <a:ea typeface="Century Gothic" pitchFamily="34" charset="-122"/>
                <a:cs typeface="Century Gothic" pitchFamily="34" charset="-120"/>
              </a:rPr>
              <a:t>They bridge product, engineering, and data; they can operate as AI‑architects, AI‑practice leads, or "AI‑co‑pilots" to product teams.</a:t>
            </a:r>
            <a:endParaRPr kumimoji="0" lang="en-US" sz="14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35" name="Shape 22">
            <a:extLst>
              <a:ext uri="{FF2B5EF4-FFF2-40B4-BE49-F238E27FC236}">
                <a16:creationId xmlns:a16="http://schemas.microsoft.com/office/drawing/2014/main" id="{B2042141-219A-FFFC-3466-BD1700D2028B}"/>
              </a:ext>
            </a:extLst>
          </p:cNvPr>
          <p:cNvSpPr/>
          <p:nvPr/>
        </p:nvSpPr>
        <p:spPr>
          <a:xfrm>
            <a:off x="5094441" y="5003070"/>
            <a:ext cx="4235501" cy="2381098"/>
          </a:xfrm>
          <a:prstGeom prst="roundRect">
            <a:avLst>
              <a:gd name="adj" fmla="val 5947"/>
            </a:avLst>
          </a:prstGeom>
          <a:solidFill>
            <a:srgbClr val="FFFFFF"/>
          </a:solidFill>
          <a:ln/>
        </p:spPr>
        <p:txBody>
          <a:bodyPr/>
          <a:lstStyle/>
          <a:p>
            <a:pPr marL="0" marR="0" lvl="0" indent="0" algn="l" defTabSz="91436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37" name="Shape 23">
            <a:extLst>
              <a:ext uri="{FF2B5EF4-FFF2-40B4-BE49-F238E27FC236}">
                <a16:creationId xmlns:a16="http://schemas.microsoft.com/office/drawing/2014/main" id="{0D64D4F2-8D50-9FF1-9F01-A8BB79BE9C60}"/>
              </a:ext>
            </a:extLst>
          </p:cNvPr>
          <p:cNvSpPr/>
          <p:nvPr/>
        </p:nvSpPr>
        <p:spPr>
          <a:xfrm>
            <a:off x="5094441" y="4989904"/>
            <a:ext cx="4235501" cy="91440"/>
          </a:xfrm>
          <a:prstGeom prst="roundRect">
            <a:avLst>
              <a:gd name="adj" fmla="val 82047"/>
            </a:avLst>
          </a:prstGeom>
          <a:solidFill>
            <a:schemeClr val="accent6">
              <a:lumMod val="50000"/>
            </a:schemeClr>
          </a:solidFill>
          <a:ln/>
        </p:spPr>
        <p:txBody>
          <a:bodyPr/>
          <a:lstStyle/>
          <a:p>
            <a:pPr marL="0" marR="0" lvl="0" indent="0" algn="l" defTabSz="91436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39" name="Shape 24">
            <a:extLst>
              <a:ext uri="{FF2B5EF4-FFF2-40B4-BE49-F238E27FC236}">
                <a16:creationId xmlns:a16="http://schemas.microsoft.com/office/drawing/2014/main" id="{E91993D3-7336-ED8E-4BD4-345506F504D6}"/>
              </a:ext>
            </a:extLst>
          </p:cNvPr>
          <p:cNvSpPr/>
          <p:nvPr/>
        </p:nvSpPr>
        <p:spPr>
          <a:xfrm>
            <a:off x="6892151" y="4715584"/>
            <a:ext cx="640080" cy="640080"/>
          </a:xfrm>
          <a:prstGeom prst="roundRect">
            <a:avLst>
              <a:gd name="adj" fmla="val 170667"/>
            </a:avLst>
          </a:prstGeom>
          <a:solidFill>
            <a:schemeClr val="accent6">
              <a:lumMod val="50000"/>
            </a:schemeClr>
          </a:solidFill>
          <a:ln/>
        </p:spPr>
        <p:txBody>
          <a:bodyPr/>
          <a:lstStyle/>
          <a:p>
            <a:pPr marL="0" marR="0" lvl="0" indent="0" algn="l" defTabSz="91436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pic>
        <p:nvPicPr>
          <p:cNvPr id="40" name="Image 4" descr="Classroom outline">
            <a:extLst>
              <a:ext uri="{FF2B5EF4-FFF2-40B4-BE49-F238E27FC236}">
                <a16:creationId xmlns:a16="http://schemas.microsoft.com/office/drawing/2014/main" id="{852A2D5D-BB38-D592-3DF8-472AD6B46416}"/>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6983591" y="4807024"/>
            <a:ext cx="457200" cy="457200"/>
          </a:xfrm>
          <a:prstGeom prst="rect">
            <a:avLst/>
          </a:prstGeom>
        </p:spPr>
      </p:pic>
      <p:sp>
        <p:nvSpPr>
          <p:cNvPr id="41" name="Text 25">
            <a:extLst>
              <a:ext uri="{FF2B5EF4-FFF2-40B4-BE49-F238E27FC236}">
                <a16:creationId xmlns:a16="http://schemas.microsoft.com/office/drawing/2014/main" id="{DC846412-EB1B-040E-F91E-13B8554CFE11}"/>
              </a:ext>
            </a:extLst>
          </p:cNvPr>
          <p:cNvSpPr/>
          <p:nvPr/>
        </p:nvSpPr>
        <p:spPr>
          <a:xfrm>
            <a:off x="5589309" y="5449554"/>
            <a:ext cx="3245764" cy="548640"/>
          </a:xfrm>
          <a:prstGeom prst="rect">
            <a:avLst/>
          </a:prstGeom>
          <a:noFill/>
          <a:ln/>
        </p:spPr>
        <p:txBody>
          <a:bodyPr wrap="none" lIns="0" tIns="0" rIns="0" bIns="0" rtlCol="0" anchor="ctr"/>
          <a:lstStyle/>
          <a:p>
            <a:pPr marL="0" marR="0" lvl="0" indent="0" algn="ctr" defTabSz="914364" rtl="0" eaLnBrk="1" fontAlgn="auto" latinLnBrk="0" hangingPunct="1">
              <a:lnSpc>
                <a:spcPts val="215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entury Gothic" panose="020B0502020202020204" pitchFamily="34" charset="0"/>
                <a:ea typeface="PP Neue Machina Bold" pitchFamily="34" charset="-122"/>
                <a:cs typeface="PP Neue Machina Bold" pitchFamily="34" charset="-120"/>
              </a:rPr>
              <a:t>Fast‑learning and teaching</a:t>
            </a: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42" name="Text 26">
            <a:extLst>
              <a:ext uri="{FF2B5EF4-FFF2-40B4-BE49-F238E27FC236}">
                <a16:creationId xmlns:a16="http://schemas.microsoft.com/office/drawing/2014/main" id="{13B5381A-F3FC-4907-36D1-90BE3D61C626}"/>
              </a:ext>
            </a:extLst>
          </p:cNvPr>
          <p:cNvSpPr/>
          <p:nvPr/>
        </p:nvSpPr>
        <p:spPr>
          <a:xfrm>
            <a:off x="5291951" y="6038699"/>
            <a:ext cx="3840480" cy="1207008"/>
          </a:xfrm>
          <a:prstGeom prst="rect">
            <a:avLst/>
          </a:prstGeom>
          <a:noFill/>
          <a:ln/>
        </p:spPr>
        <p:txBody>
          <a:bodyPr wrap="square" lIns="0" tIns="0" rIns="0" bIns="0" rtlCol="0" anchor="t"/>
          <a:lstStyle/>
          <a:p>
            <a:pPr marL="0" marR="0" lvl="0" indent="0" algn="ctr" defTabSz="914364"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entury Gothic" pitchFamily="34" charset="0"/>
                <a:ea typeface="Century Gothic" pitchFamily="34" charset="-122"/>
                <a:cs typeface="Century Gothic" pitchFamily="34" charset="-120"/>
              </a:rPr>
              <a:t>They stay ahead of AI‑tooling evolution and actively mentor others; they turn AI‑best‑practices into reusable patterns, playbooks, and shared components.</a:t>
            </a:r>
            <a:endParaRPr kumimoji="0" lang="en-US" sz="14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43" name="Shape 12">
            <a:extLst>
              <a:ext uri="{FF2B5EF4-FFF2-40B4-BE49-F238E27FC236}">
                <a16:creationId xmlns:a16="http://schemas.microsoft.com/office/drawing/2014/main" id="{7C870B62-C909-905C-36FE-0ACC690AA2E8}"/>
              </a:ext>
            </a:extLst>
          </p:cNvPr>
          <p:cNvSpPr/>
          <p:nvPr/>
        </p:nvSpPr>
        <p:spPr>
          <a:xfrm>
            <a:off x="9861616" y="5003071"/>
            <a:ext cx="4240411" cy="2380655"/>
          </a:xfrm>
          <a:prstGeom prst="roundRect">
            <a:avLst>
              <a:gd name="adj" fmla="val 4609"/>
            </a:avLst>
          </a:prstGeom>
          <a:solidFill>
            <a:srgbClr val="FFFFFF"/>
          </a:solidFill>
          <a:ln/>
        </p:spPr>
        <p:txBody>
          <a:bodyPr/>
          <a:lstStyle/>
          <a:p>
            <a:pPr marL="0" marR="0" lvl="0" indent="0" algn="l" defTabSz="91436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45" name="Shape 13">
            <a:extLst>
              <a:ext uri="{FF2B5EF4-FFF2-40B4-BE49-F238E27FC236}">
                <a16:creationId xmlns:a16="http://schemas.microsoft.com/office/drawing/2014/main" id="{7D68C6D4-C140-BF31-F77D-F3DC8FD66E84}"/>
              </a:ext>
            </a:extLst>
          </p:cNvPr>
          <p:cNvSpPr/>
          <p:nvPr/>
        </p:nvSpPr>
        <p:spPr>
          <a:xfrm>
            <a:off x="9861616" y="4989904"/>
            <a:ext cx="4240411" cy="91440"/>
          </a:xfrm>
          <a:prstGeom prst="roundRect">
            <a:avLst>
              <a:gd name="adj" fmla="val 82047"/>
            </a:avLst>
          </a:prstGeom>
          <a:solidFill>
            <a:srgbClr val="008566"/>
          </a:solidFill>
          <a:ln/>
        </p:spPr>
        <p:txBody>
          <a:bodyPr/>
          <a:lstStyle/>
          <a:p>
            <a:pPr marL="0" marR="0" lvl="0" indent="0" algn="l" defTabSz="91436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47" name="Shape 14">
            <a:extLst>
              <a:ext uri="{FF2B5EF4-FFF2-40B4-BE49-F238E27FC236}">
                <a16:creationId xmlns:a16="http://schemas.microsoft.com/office/drawing/2014/main" id="{F203B025-B6A4-8D03-95D2-5E671CA46AE0}"/>
              </a:ext>
            </a:extLst>
          </p:cNvPr>
          <p:cNvSpPr/>
          <p:nvPr/>
        </p:nvSpPr>
        <p:spPr>
          <a:xfrm>
            <a:off x="11661781" y="4715584"/>
            <a:ext cx="640080" cy="640080"/>
          </a:xfrm>
          <a:prstGeom prst="roundRect">
            <a:avLst>
              <a:gd name="adj" fmla="val 170667"/>
            </a:avLst>
          </a:prstGeom>
          <a:solidFill>
            <a:srgbClr val="008566"/>
          </a:solidFill>
          <a:ln/>
        </p:spPr>
        <p:txBody>
          <a:bodyPr/>
          <a:lstStyle/>
          <a:p>
            <a:pPr marL="0" marR="0" lvl="0" indent="0" algn="l" defTabSz="91436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pic>
        <p:nvPicPr>
          <p:cNvPr id="48" name="Image 2" descr="Shield Tick outline">
            <a:extLst>
              <a:ext uri="{FF2B5EF4-FFF2-40B4-BE49-F238E27FC236}">
                <a16:creationId xmlns:a16="http://schemas.microsoft.com/office/drawing/2014/main" id="{650D642B-9223-D54E-F7B6-A60FAACAC8D3}"/>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11753221" y="4807024"/>
            <a:ext cx="457200" cy="457200"/>
          </a:xfrm>
          <a:prstGeom prst="rect">
            <a:avLst/>
          </a:prstGeom>
        </p:spPr>
      </p:pic>
      <p:sp>
        <p:nvSpPr>
          <p:cNvPr id="49" name="Text 15">
            <a:extLst>
              <a:ext uri="{FF2B5EF4-FFF2-40B4-BE49-F238E27FC236}">
                <a16:creationId xmlns:a16="http://schemas.microsoft.com/office/drawing/2014/main" id="{158144D2-D747-5BD6-CDB0-99F9217D7ED0}"/>
              </a:ext>
            </a:extLst>
          </p:cNvPr>
          <p:cNvSpPr/>
          <p:nvPr/>
        </p:nvSpPr>
        <p:spPr>
          <a:xfrm>
            <a:off x="10509077" y="5449556"/>
            <a:ext cx="2945488" cy="548640"/>
          </a:xfrm>
          <a:prstGeom prst="rect">
            <a:avLst/>
          </a:prstGeom>
          <a:noFill/>
          <a:ln/>
        </p:spPr>
        <p:txBody>
          <a:bodyPr wrap="none" lIns="0" tIns="0" rIns="0" bIns="0" rtlCol="0" anchor="ctr"/>
          <a:lstStyle/>
          <a:p>
            <a:pPr marL="0" marR="0" lvl="0" indent="0" algn="ctr" defTabSz="914364" rtl="0" eaLnBrk="1" fontAlgn="auto" latinLnBrk="0" hangingPunct="1">
              <a:lnSpc>
                <a:spcPts val="215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entury Gothic" panose="020B0502020202020204" pitchFamily="34" charset="0"/>
                <a:ea typeface="PP Neue Machina Bold" pitchFamily="34" charset="-122"/>
                <a:cs typeface="PP Neue Machina Bold" pitchFamily="34" charset="-120"/>
              </a:rPr>
              <a:t>Security‑first Mindset</a:t>
            </a: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50" name="Text 16">
            <a:extLst>
              <a:ext uri="{FF2B5EF4-FFF2-40B4-BE49-F238E27FC236}">
                <a16:creationId xmlns:a16="http://schemas.microsoft.com/office/drawing/2014/main" id="{2F4766B7-D677-DEC6-2D57-C9D0978E011B}"/>
              </a:ext>
            </a:extLst>
          </p:cNvPr>
          <p:cNvSpPr/>
          <p:nvPr/>
        </p:nvSpPr>
        <p:spPr>
          <a:xfrm>
            <a:off x="10063070" y="6038699"/>
            <a:ext cx="3837503" cy="1357313"/>
          </a:xfrm>
          <a:prstGeom prst="rect">
            <a:avLst/>
          </a:prstGeom>
          <a:noFill/>
          <a:ln/>
        </p:spPr>
        <p:txBody>
          <a:bodyPr wrap="square" lIns="0" tIns="0" rIns="0" bIns="0" rtlCol="0" anchor="t"/>
          <a:lstStyle/>
          <a:p>
            <a:pPr marL="0" marR="0" lvl="0" indent="0" algn="ctr" defTabSz="914364"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entury Gothic" pitchFamily="34" charset="0"/>
                <a:ea typeface="Century Gothic" pitchFamily="34" charset="-122"/>
                <a:cs typeface="Century Gothic" pitchFamily="34" charset="-120"/>
              </a:rPr>
              <a:t>They embed security, privacy, and compliance across AI-driven architecture, code generation, and SDLC, proactively managing risks while aligning with governance and regulations.</a:t>
            </a:r>
            <a:endParaRPr kumimoji="0" lang="en-US" sz="1400" b="0" i="0" u="none" strike="noStrike" kern="1200" cap="none" spc="0" normalizeH="0" baseline="0" noProof="0">
              <a:ln>
                <a:noFill/>
              </a:ln>
              <a:solidFill>
                <a:srgbClr val="000000"/>
              </a:solidFill>
              <a:effectLst/>
              <a:uLnTx/>
              <a:uFillTx/>
              <a:latin typeface="Century Gothic" panose="020B0502020202020204" pitchFamily="34" charset="0"/>
            </a:endParaRPr>
          </a:p>
        </p:txBody>
      </p:sp>
      <p:cxnSp>
        <p:nvCxnSpPr>
          <p:cNvPr id="52" name="Straight Connector 51">
            <a:extLst>
              <a:ext uri="{FF2B5EF4-FFF2-40B4-BE49-F238E27FC236}">
                <a16:creationId xmlns:a16="http://schemas.microsoft.com/office/drawing/2014/main" id="{C48ECD40-64D9-C339-F123-72936428AB47}"/>
              </a:ext>
            </a:extLst>
          </p:cNvPr>
          <p:cNvCxnSpPr/>
          <p:nvPr/>
        </p:nvCxnSpPr>
        <p:spPr>
          <a:xfrm>
            <a:off x="4876800" y="2253237"/>
            <a:ext cx="0" cy="4992470"/>
          </a:xfrm>
          <a:prstGeom prst="line">
            <a:avLst/>
          </a:prstGeom>
          <a:ln w="12700">
            <a:gradFill>
              <a:gsLst>
                <a:gs pos="0">
                  <a:schemeClr val="accent1">
                    <a:lumMod val="5000"/>
                    <a:lumOff val="95000"/>
                  </a:schemeClr>
                </a:gs>
                <a:gs pos="68000">
                  <a:schemeClr val="tx2"/>
                </a:gs>
                <a:gs pos="35000">
                  <a:schemeClr val="tx2"/>
                </a:gs>
                <a:gs pos="100000">
                  <a:schemeClr val="accent1">
                    <a:lumMod val="30000"/>
                    <a:lumOff val="70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9C9CCDE5-43A0-C3DC-E9F2-64262FE9D2F8}"/>
              </a:ext>
            </a:extLst>
          </p:cNvPr>
          <p:cNvCxnSpPr/>
          <p:nvPr/>
        </p:nvCxnSpPr>
        <p:spPr>
          <a:xfrm>
            <a:off x="9592235" y="2253237"/>
            <a:ext cx="0" cy="4992470"/>
          </a:xfrm>
          <a:prstGeom prst="line">
            <a:avLst/>
          </a:prstGeom>
          <a:ln w="12700">
            <a:gradFill>
              <a:gsLst>
                <a:gs pos="0">
                  <a:schemeClr val="accent1">
                    <a:lumMod val="5000"/>
                    <a:lumOff val="95000"/>
                  </a:schemeClr>
                </a:gs>
                <a:gs pos="68000">
                  <a:schemeClr val="tx2"/>
                </a:gs>
                <a:gs pos="35000">
                  <a:schemeClr val="tx2"/>
                </a:gs>
                <a:gs pos="100000">
                  <a:schemeClr val="accent1">
                    <a:lumMod val="30000"/>
                    <a:lumOff val="70000"/>
                  </a:schemeClr>
                </a:gs>
              </a:gsLst>
              <a:lin ang="5400000" scaled="1"/>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604360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24914D7-C257-ED11-4838-F1062BB4E1FF}"/>
              </a:ext>
            </a:extLst>
          </p:cNvPr>
          <p:cNvSpPr>
            <a:spLocks noGrp="1"/>
          </p:cNvSpPr>
          <p:nvPr>
            <p:ph type="title"/>
          </p:nvPr>
        </p:nvSpPr>
        <p:spPr>
          <a:xfrm>
            <a:off x="619125" y="472905"/>
            <a:ext cx="13392145" cy="492443"/>
          </a:xfrm>
        </p:spPr>
        <p:txBody>
          <a:bodyPr/>
          <a:lstStyle/>
          <a:p>
            <a:r>
              <a:rPr lang="en-US">
                <a:latin typeface="PP Neue Machina Plain Ultrabold"/>
              </a:rPr>
              <a:t>Our AI Delivery Framework — Where We Play to Win</a:t>
            </a:r>
            <a:endParaRPr lang="en-US"/>
          </a:p>
        </p:txBody>
      </p:sp>
      <p:sp>
        <p:nvSpPr>
          <p:cNvPr id="5" name="Text 1">
            <a:extLst>
              <a:ext uri="{FF2B5EF4-FFF2-40B4-BE49-F238E27FC236}">
                <a16:creationId xmlns:a16="http://schemas.microsoft.com/office/drawing/2014/main" id="{FE239FFC-B0B2-01F6-A102-A67CEBB508EC}"/>
              </a:ext>
            </a:extLst>
          </p:cNvPr>
          <p:cNvSpPr/>
          <p:nvPr/>
        </p:nvSpPr>
        <p:spPr>
          <a:xfrm>
            <a:off x="1134173" y="1319961"/>
            <a:ext cx="12362055" cy="505034"/>
          </a:xfrm>
          <a:prstGeom prst="round2DiagRect">
            <a:avLst/>
          </a:prstGeom>
          <a:solidFill>
            <a:schemeClr val="accent6">
              <a:lumMod val="50000"/>
            </a:schemeClr>
          </a:solidFill>
          <a:ln>
            <a:solidFill>
              <a:schemeClr val="bg1">
                <a:lumMod val="65000"/>
              </a:schemeClr>
            </a:solidFill>
          </a:ln>
        </p:spPr>
        <p:txBody>
          <a:bodyPr wrap="none" lIns="0" tIns="0" rIns="0" bIns="0" rtlCol="0" anchor="ctr"/>
          <a:lstStyle/>
          <a:p>
            <a:pPr marL="0" marR="0" lvl="0" indent="0" algn="ctr" defTabSz="914364" rtl="0" eaLnBrk="1" fontAlgn="auto" latinLnBrk="0" hangingPunct="1">
              <a:lnSpc>
                <a:spcPts val="21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Century Gothic" panose="020B0502020202020204" pitchFamily="34" charset="0"/>
              </a:rPr>
              <a:t>We take architecture intent all the way to safe production - using specs, AI, and governance as one connected pipeline.</a:t>
            </a:r>
          </a:p>
        </p:txBody>
      </p:sp>
      <p:sp>
        <p:nvSpPr>
          <p:cNvPr id="6" name="Rectangle: Rounded Corners 4">
            <a:extLst>
              <a:ext uri="{FF2B5EF4-FFF2-40B4-BE49-F238E27FC236}">
                <a16:creationId xmlns:a16="http://schemas.microsoft.com/office/drawing/2014/main" id="{B9F2205F-C668-65E0-AFFB-8D2D1F56F15C}"/>
              </a:ext>
            </a:extLst>
          </p:cNvPr>
          <p:cNvSpPr/>
          <p:nvPr/>
        </p:nvSpPr>
        <p:spPr>
          <a:xfrm>
            <a:off x="595609" y="2712834"/>
            <a:ext cx="4047035" cy="4348088"/>
          </a:xfrm>
          <a:prstGeom prst="roundRect">
            <a:avLst>
              <a:gd name="adj" fmla="val 4921"/>
            </a:avLst>
          </a:prstGeom>
          <a:solidFill>
            <a:schemeClr val="bg1"/>
          </a:solidFill>
          <a:ln>
            <a:gradFill flip="none" rotWithShape="1">
              <a:gsLst>
                <a:gs pos="0">
                  <a:schemeClr val="bg1"/>
                </a:gs>
                <a:gs pos="79000">
                  <a:schemeClr val="accent2"/>
                </a:gs>
              </a:gsLst>
              <a:lin ang="8100000" scaled="1"/>
              <a:tileRect/>
            </a:gradFill>
          </a:ln>
          <a:effectLst>
            <a:outerShdw blurRad="50800" dist="38100" dir="5400000" algn="t"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1620" b="0" i="0" u="none" strike="noStrike" kern="1200" cap="none" spc="0" normalizeH="0" baseline="0" noProof="0">
              <a:ln>
                <a:noFill/>
              </a:ln>
              <a:solidFill>
                <a:srgbClr val="FF0000"/>
              </a:solidFill>
              <a:effectLst/>
              <a:uLnTx/>
              <a:uFillTx/>
              <a:latin typeface="Century Gothic" panose="020B0502020202020204" pitchFamily="34" charset="0"/>
            </a:endParaRPr>
          </a:p>
        </p:txBody>
      </p:sp>
      <p:sp>
        <p:nvSpPr>
          <p:cNvPr id="7" name="Rectangle 6">
            <a:extLst>
              <a:ext uri="{FF2B5EF4-FFF2-40B4-BE49-F238E27FC236}">
                <a16:creationId xmlns:a16="http://schemas.microsoft.com/office/drawing/2014/main" id="{FE34686F-2A97-6C5A-C200-3A47530CEEE6}"/>
              </a:ext>
            </a:extLst>
          </p:cNvPr>
          <p:cNvSpPr/>
          <p:nvPr/>
        </p:nvSpPr>
        <p:spPr>
          <a:xfrm>
            <a:off x="595609" y="3444017"/>
            <a:ext cx="4047035" cy="59933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Century Gothic" panose="020B0502020202020204" pitchFamily="34" charset="0"/>
              </a:rPr>
              <a:t>Architecture → Code</a:t>
            </a:r>
          </a:p>
        </p:txBody>
      </p:sp>
      <p:sp>
        <p:nvSpPr>
          <p:cNvPr id="8" name="Oval 7">
            <a:extLst>
              <a:ext uri="{FF2B5EF4-FFF2-40B4-BE49-F238E27FC236}">
                <a16:creationId xmlns:a16="http://schemas.microsoft.com/office/drawing/2014/main" id="{1472FB3C-C669-D43D-312C-0EFDD54BC12D}"/>
              </a:ext>
            </a:extLst>
          </p:cNvPr>
          <p:cNvSpPr/>
          <p:nvPr/>
        </p:nvSpPr>
        <p:spPr>
          <a:xfrm>
            <a:off x="2070485" y="2179608"/>
            <a:ext cx="1097280" cy="1097280"/>
          </a:xfrm>
          <a:prstGeom prst="ellipse">
            <a:avLst/>
          </a:prstGeom>
          <a:solidFill>
            <a:schemeClr val="accent2"/>
          </a:solidFill>
          <a:ln>
            <a:noFill/>
            <a:prstDash val="dash"/>
          </a:ln>
          <a:effectLst>
            <a:outerShdw blurRad="101600" dist="19050" dir="5400000" algn="ctr" rotWithShape="0">
              <a:srgbClr val="000000">
                <a:alpha val="63000"/>
              </a:srgbClr>
            </a:outerShdw>
          </a:effectLst>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7200" b="1" i="0" u="none" strike="noStrike" kern="1200" cap="none" spc="0" normalizeH="0" baseline="0" noProof="0">
              <a:ln>
                <a:noFill/>
              </a:ln>
              <a:solidFill>
                <a:srgbClr val="71758A"/>
              </a:solidFill>
              <a:effectLst/>
              <a:uLnTx/>
              <a:uFillTx/>
              <a:latin typeface="Century Gothic" panose="020B0502020202020204" pitchFamily="34" charset="0"/>
            </a:endParaRPr>
          </a:p>
        </p:txBody>
      </p:sp>
      <p:pic>
        <p:nvPicPr>
          <p:cNvPr id="9" name="Graphic 8" descr="Blueprint outline">
            <a:extLst>
              <a:ext uri="{FF2B5EF4-FFF2-40B4-BE49-F238E27FC236}">
                <a16:creationId xmlns:a16="http://schemas.microsoft.com/office/drawing/2014/main" id="{05B6E7E0-AF5E-236D-F8FA-60E6AECD6511}"/>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2258534" y="2367657"/>
            <a:ext cx="721184" cy="721184"/>
          </a:xfrm>
          <a:prstGeom prst="rect">
            <a:avLst/>
          </a:prstGeom>
          <a:effectLst>
            <a:outerShdw blurRad="50800" dist="38100" dir="5400000" algn="t" rotWithShape="0">
              <a:prstClr val="black">
                <a:alpha val="40000"/>
              </a:prstClr>
            </a:outerShdw>
          </a:effectLst>
        </p:spPr>
      </p:pic>
      <p:sp>
        <p:nvSpPr>
          <p:cNvPr id="10" name="TextBox 9">
            <a:extLst>
              <a:ext uri="{FF2B5EF4-FFF2-40B4-BE49-F238E27FC236}">
                <a16:creationId xmlns:a16="http://schemas.microsoft.com/office/drawing/2014/main" id="{26932474-11AB-DC93-6F2B-7D3CE2F488B3}"/>
              </a:ext>
            </a:extLst>
          </p:cNvPr>
          <p:cNvSpPr txBox="1"/>
          <p:nvPr/>
        </p:nvSpPr>
        <p:spPr>
          <a:xfrm>
            <a:off x="598425" y="4155151"/>
            <a:ext cx="4047035" cy="2724079"/>
          </a:xfrm>
          <a:prstGeom prst="rect">
            <a:avLst/>
          </a:prstGeom>
          <a:noFill/>
        </p:spPr>
        <p:txBody>
          <a:bodyPr wrap="square" lIns="109728" tIns="54864" rIns="109728" bIns="54864" anchor="t">
            <a:spAutoFit/>
          </a:bodyPr>
          <a:lstStyle/>
          <a:p>
            <a:pPr marL="109728" marR="0" lvl="0" indent="0" algn="l" defTabSz="1097280" rtl="0" eaLnBrk="1" fontAlgn="auto" latinLnBrk="0" hangingPunct="1">
              <a:lnSpc>
                <a:spcPct val="112000"/>
              </a:lnSpc>
              <a:spcBef>
                <a:spcPts val="0"/>
              </a:spcBef>
              <a:spcAft>
                <a:spcPts val="720"/>
              </a:spcAft>
              <a:buClrTx/>
              <a:buSzTx/>
              <a:buFontTx/>
              <a:buNone/>
              <a:tabLst/>
              <a:defRPr/>
            </a:pPr>
            <a:r>
              <a:rPr kumimoji="0" lang="en-US" sz="1400" b="1" i="0" u="none" strike="noStrike" kern="1200" cap="none" spc="0" normalizeH="0" baseline="0" noProof="0">
                <a:ln>
                  <a:noFill/>
                </a:ln>
                <a:solidFill>
                  <a:srgbClr val="000000"/>
                </a:solidFill>
                <a:effectLst/>
                <a:uLnTx/>
                <a:uFillTx/>
                <a:latin typeface="Century Gothic" panose="020B0502020202020204" pitchFamily="34" charset="0"/>
              </a:rPr>
              <a:t>Our Architecture Framework</a:t>
            </a:r>
          </a:p>
          <a:p>
            <a:pPr marL="205740" marR="0" lvl="0" indent="-205740" algn="l" defTabSz="1097280" rtl="0" eaLnBrk="1" fontAlgn="auto" latinLnBrk="0" hangingPunct="1">
              <a:lnSpc>
                <a:spcPct val="112000"/>
              </a:lnSpc>
              <a:spcBef>
                <a:spcPts val="0"/>
              </a:spcBef>
              <a:spcAft>
                <a:spcPts val="72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Century Gothic" panose="020B0502020202020204" pitchFamily="34" charset="0"/>
              </a:rPr>
              <a:t>Defines a single, enforceable spec contract before modernization</a:t>
            </a:r>
          </a:p>
          <a:p>
            <a:pPr marL="205740" marR="0" lvl="0" indent="-205740" algn="l" defTabSz="1097280" rtl="0" eaLnBrk="1" fontAlgn="auto" latinLnBrk="0" hangingPunct="1">
              <a:lnSpc>
                <a:spcPct val="112000"/>
              </a:lnSpc>
              <a:spcBef>
                <a:spcPts val="0"/>
              </a:spcBef>
              <a:spcAft>
                <a:spcPts val="72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Century Gothic" panose="020B0502020202020204" pitchFamily="34" charset="0"/>
              </a:rPr>
              <a:t>Captures legacy behavior explicitly to establish a parity baseline</a:t>
            </a:r>
          </a:p>
          <a:p>
            <a:pPr marL="205740" marR="0" lvl="0" indent="-205740" algn="l" defTabSz="1097280" rtl="0" eaLnBrk="1" fontAlgn="auto" latinLnBrk="0" hangingPunct="1">
              <a:lnSpc>
                <a:spcPct val="112000"/>
              </a:lnSpc>
              <a:spcBef>
                <a:spcPts val="0"/>
              </a:spcBef>
              <a:spcAft>
                <a:spcPts val="72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Century Gothic" panose="020B0502020202020204" pitchFamily="34" charset="0"/>
              </a:rPr>
              <a:t>Maps clear service boundaries and ownership across teams</a:t>
            </a:r>
          </a:p>
          <a:p>
            <a:pPr marL="205740" marR="0" lvl="0" indent="-205740" algn="l" defTabSz="1097280" rtl="0" eaLnBrk="1" fontAlgn="auto" latinLnBrk="0" hangingPunct="1">
              <a:lnSpc>
                <a:spcPct val="112000"/>
              </a:lnSpc>
              <a:spcBef>
                <a:spcPts val="0"/>
              </a:spcBef>
              <a:spcAft>
                <a:spcPts val="72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Century Gothic" panose="020B0502020202020204" pitchFamily="34" charset="0"/>
              </a:rPr>
              <a:t>Removes hidden logic and undocumented dependencies early</a:t>
            </a:r>
            <a:endParaRPr kumimoji="0" lang="en-US" sz="1400" b="0" i="0" u="none" strike="noStrike" kern="1200" cap="none" spc="0" normalizeH="0" baseline="0" noProof="0">
              <a:ln>
                <a:noFill/>
              </a:ln>
              <a:solidFill>
                <a:srgbClr val="FF0000"/>
              </a:solidFill>
              <a:effectLst/>
              <a:uLnTx/>
              <a:uFillTx/>
              <a:latin typeface="Century Gothic" panose="020B0502020202020204" pitchFamily="34" charset="0"/>
            </a:endParaRPr>
          </a:p>
        </p:txBody>
      </p:sp>
      <p:sp>
        <p:nvSpPr>
          <p:cNvPr id="11" name="Rectangle: Rounded Corners 10">
            <a:extLst>
              <a:ext uri="{FF2B5EF4-FFF2-40B4-BE49-F238E27FC236}">
                <a16:creationId xmlns:a16="http://schemas.microsoft.com/office/drawing/2014/main" id="{1781781E-08B9-417C-3DDE-7D576192B71D}"/>
              </a:ext>
            </a:extLst>
          </p:cNvPr>
          <p:cNvSpPr/>
          <p:nvPr/>
        </p:nvSpPr>
        <p:spPr>
          <a:xfrm>
            <a:off x="5300049" y="2713607"/>
            <a:ext cx="4047035" cy="4348088"/>
          </a:xfrm>
          <a:prstGeom prst="roundRect">
            <a:avLst>
              <a:gd name="adj" fmla="val 4921"/>
            </a:avLst>
          </a:prstGeom>
          <a:solidFill>
            <a:schemeClr val="bg1"/>
          </a:solidFill>
          <a:ln>
            <a:gradFill flip="none" rotWithShape="1">
              <a:gsLst>
                <a:gs pos="0">
                  <a:schemeClr val="bg1"/>
                </a:gs>
                <a:gs pos="80000">
                  <a:schemeClr val="accent5"/>
                </a:gs>
              </a:gsLst>
              <a:lin ang="8100000" scaled="1"/>
              <a:tileRect/>
            </a:gradFill>
          </a:ln>
          <a:effectLst>
            <a:outerShdw blurRad="50800" dist="38100" dir="5400000" algn="t"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162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12" name="Rectangle 11">
            <a:extLst>
              <a:ext uri="{FF2B5EF4-FFF2-40B4-BE49-F238E27FC236}">
                <a16:creationId xmlns:a16="http://schemas.microsoft.com/office/drawing/2014/main" id="{D947E006-72FB-923C-BF1D-ECCAFBE294E3}"/>
              </a:ext>
            </a:extLst>
          </p:cNvPr>
          <p:cNvSpPr/>
          <p:nvPr/>
        </p:nvSpPr>
        <p:spPr>
          <a:xfrm>
            <a:off x="5300049" y="3444790"/>
            <a:ext cx="4047035" cy="59933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Century Gothic" panose="020B0502020202020204" pitchFamily="34" charset="0"/>
              </a:rPr>
              <a:t>Code Generation</a:t>
            </a:r>
          </a:p>
        </p:txBody>
      </p:sp>
      <p:sp>
        <p:nvSpPr>
          <p:cNvPr id="13" name="Oval 12">
            <a:extLst>
              <a:ext uri="{FF2B5EF4-FFF2-40B4-BE49-F238E27FC236}">
                <a16:creationId xmlns:a16="http://schemas.microsoft.com/office/drawing/2014/main" id="{47FDAB9F-98F8-EEC4-93FC-57EE681C7F1A}"/>
              </a:ext>
            </a:extLst>
          </p:cNvPr>
          <p:cNvSpPr/>
          <p:nvPr/>
        </p:nvSpPr>
        <p:spPr>
          <a:xfrm>
            <a:off x="6774925" y="2179608"/>
            <a:ext cx="1097280" cy="1097280"/>
          </a:xfrm>
          <a:prstGeom prst="ellipse">
            <a:avLst/>
          </a:prstGeom>
          <a:solidFill>
            <a:schemeClr val="accent5"/>
          </a:solidFill>
          <a:ln>
            <a:noFill/>
            <a:prstDash val="dash"/>
          </a:ln>
          <a:effectLst>
            <a:outerShdw blurRad="101600" dist="19050" dir="5400000" algn="ctr" rotWithShape="0">
              <a:srgbClr val="000000">
                <a:alpha val="63000"/>
              </a:srgbClr>
            </a:outerShdw>
          </a:effectLst>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7200" b="1" i="0" u="none" strike="noStrike" kern="1200" cap="none" spc="0" normalizeH="0" baseline="0" noProof="0">
              <a:ln>
                <a:noFill/>
              </a:ln>
              <a:solidFill>
                <a:srgbClr val="CC0066">
                  <a:lumMod val="75000"/>
                </a:srgbClr>
              </a:solidFill>
              <a:effectLst/>
              <a:uLnTx/>
              <a:uFillTx/>
              <a:latin typeface="Century Gothic" panose="020B0502020202020204" pitchFamily="34" charset="0"/>
            </a:endParaRPr>
          </a:p>
        </p:txBody>
      </p:sp>
      <p:pic>
        <p:nvPicPr>
          <p:cNvPr id="14" name="Graphic 13" descr="Programmer male outline">
            <a:extLst>
              <a:ext uri="{FF2B5EF4-FFF2-40B4-BE49-F238E27FC236}">
                <a16:creationId xmlns:a16="http://schemas.microsoft.com/office/drawing/2014/main" id="{D9B1FA17-D308-67B0-27A1-15A656CFBF88}"/>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6962974" y="2367657"/>
            <a:ext cx="721184" cy="721184"/>
          </a:xfrm>
          <a:prstGeom prst="rect">
            <a:avLst/>
          </a:prstGeom>
          <a:effectLst>
            <a:outerShdw blurRad="50800" dist="38100" dir="2700000" algn="tl" rotWithShape="0">
              <a:prstClr val="black">
                <a:alpha val="40000"/>
              </a:prstClr>
            </a:outerShdw>
          </a:effectLst>
        </p:spPr>
      </p:pic>
      <p:sp>
        <p:nvSpPr>
          <p:cNvPr id="15" name="TextBox 14">
            <a:extLst>
              <a:ext uri="{FF2B5EF4-FFF2-40B4-BE49-F238E27FC236}">
                <a16:creationId xmlns:a16="http://schemas.microsoft.com/office/drawing/2014/main" id="{FDE5B2C1-13C3-5559-78DD-C18FA9C95CB3}"/>
              </a:ext>
            </a:extLst>
          </p:cNvPr>
          <p:cNvSpPr txBox="1"/>
          <p:nvPr/>
        </p:nvSpPr>
        <p:spPr>
          <a:xfrm>
            <a:off x="5303936" y="4155925"/>
            <a:ext cx="4047035" cy="2705612"/>
          </a:xfrm>
          <a:prstGeom prst="rect">
            <a:avLst/>
          </a:prstGeom>
          <a:noFill/>
        </p:spPr>
        <p:txBody>
          <a:bodyPr wrap="square" anchor="t">
            <a:spAutoFit/>
          </a:bodyPr>
          <a:lstStyle/>
          <a:p>
            <a:pPr marL="109728" marR="0" lvl="0" indent="0" algn="l" defTabSz="1097280" rtl="0" eaLnBrk="1" fontAlgn="auto" latinLnBrk="0" hangingPunct="1">
              <a:lnSpc>
                <a:spcPct val="112000"/>
              </a:lnSpc>
              <a:spcBef>
                <a:spcPts val="0"/>
              </a:spcBef>
              <a:spcAft>
                <a:spcPts val="720"/>
              </a:spcAft>
              <a:buClrTx/>
              <a:buSzTx/>
              <a:buFontTx/>
              <a:buNone/>
              <a:tabLst/>
              <a:defRPr/>
            </a:pPr>
            <a:r>
              <a:rPr kumimoji="0" lang="en-US" sz="1400" b="1" i="0" u="none" strike="noStrike" kern="1200" cap="none" spc="0" normalizeH="0" baseline="0" noProof="0">
                <a:ln>
                  <a:noFill/>
                </a:ln>
                <a:solidFill>
                  <a:srgbClr val="000000"/>
                </a:solidFill>
                <a:effectLst/>
                <a:uLnTx/>
                <a:uFillTx/>
                <a:latin typeface="Century Gothic" panose="020B0502020202020204" pitchFamily="34" charset="0"/>
              </a:rPr>
              <a:t>Our Code Generation Framework</a:t>
            </a:r>
          </a:p>
          <a:p>
            <a:pPr marL="205740" marR="0" lvl="0" indent="-205740" algn="l" defTabSz="1097280" rtl="0" eaLnBrk="1" fontAlgn="auto" latinLnBrk="0" hangingPunct="1">
              <a:lnSpc>
                <a:spcPct val="112000"/>
              </a:lnSpc>
              <a:spcBef>
                <a:spcPts val="0"/>
              </a:spcBef>
              <a:spcAft>
                <a:spcPts val="72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Century Gothic" panose="020B0502020202020204" pitchFamily="34" charset="0"/>
              </a:rPr>
              <a:t>Generates POCs and production components from the approved spec</a:t>
            </a:r>
          </a:p>
          <a:p>
            <a:pPr marL="205740" marR="0" lvl="0" indent="-205740" algn="l" defTabSz="1097280" rtl="0" eaLnBrk="1" fontAlgn="auto" latinLnBrk="0" hangingPunct="1">
              <a:lnSpc>
                <a:spcPct val="112000"/>
              </a:lnSpc>
              <a:spcBef>
                <a:spcPts val="0"/>
              </a:spcBef>
              <a:spcAft>
                <a:spcPts val="72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Century Gothic" panose="020B0502020202020204" pitchFamily="34" charset="0"/>
              </a:rPr>
              <a:t>Enables Dev, QA, and Governance teams to work from one source of truth</a:t>
            </a:r>
          </a:p>
          <a:p>
            <a:pPr marL="205740" marR="0" lvl="0" indent="-205740" algn="l" defTabSz="1097280" rtl="0" eaLnBrk="1" fontAlgn="auto" latinLnBrk="0" hangingPunct="1">
              <a:lnSpc>
                <a:spcPct val="112000"/>
              </a:lnSpc>
              <a:spcBef>
                <a:spcPts val="0"/>
              </a:spcBef>
              <a:spcAft>
                <a:spcPts val="72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Century Gothic" panose="020B0502020202020204" pitchFamily="34" charset="0"/>
              </a:rPr>
              <a:t>Prevents functional drift during transformation and migration</a:t>
            </a:r>
          </a:p>
          <a:p>
            <a:pPr marL="205740" marR="0" lvl="0" indent="-205740" algn="l" defTabSz="1097280" rtl="0" eaLnBrk="1" fontAlgn="auto" latinLnBrk="0" hangingPunct="1">
              <a:lnSpc>
                <a:spcPct val="112000"/>
              </a:lnSpc>
              <a:spcBef>
                <a:spcPts val="0"/>
              </a:spcBef>
              <a:spcAft>
                <a:spcPts val="72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Century Gothic" panose="020B0502020202020204" pitchFamily="34" charset="0"/>
              </a:rPr>
              <a:t>Ensures  zero deviation from legacy behavior where required</a:t>
            </a:r>
          </a:p>
        </p:txBody>
      </p:sp>
      <p:sp>
        <p:nvSpPr>
          <p:cNvPr id="16" name="Rectangle: Rounded Corners 16">
            <a:extLst>
              <a:ext uri="{FF2B5EF4-FFF2-40B4-BE49-F238E27FC236}">
                <a16:creationId xmlns:a16="http://schemas.microsoft.com/office/drawing/2014/main" id="{DDFCB74F-4FDE-B692-833A-65126687DCB2}"/>
              </a:ext>
            </a:extLst>
          </p:cNvPr>
          <p:cNvSpPr/>
          <p:nvPr/>
        </p:nvSpPr>
        <p:spPr>
          <a:xfrm>
            <a:off x="10005560" y="2712834"/>
            <a:ext cx="4047035" cy="4348088"/>
          </a:xfrm>
          <a:prstGeom prst="roundRect">
            <a:avLst>
              <a:gd name="adj" fmla="val 4921"/>
            </a:avLst>
          </a:prstGeom>
          <a:solidFill>
            <a:schemeClr val="bg1"/>
          </a:solidFill>
          <a:ln>
            <a:gradFill flip="none" rotWithShape="1">
              <a:gsLst>
                <a:gs pos="0">
                  <a:schemeClr val="bg1"/>
                </a:gs>
                <a:gs pos="80000">
                  <a:schemeClr val="accent3"/>
                </a:gs>
              </a:gsLst>
              <a:lin ang="8100000" scaled="1"/>
              <a:tileRect/>
            </a:gradFill>
          </a:ln>
          <a:effectLst>
            <a:outerShdw blurRad="50800" dist="38100" dir="5400000" algn="t"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162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17" name="Rectangle 16">
            <a:extLst>
              <a:ext uri="{FF2B5EF4-FFF2-40B4-BE49-F238E27FC236}">
                <a16:creationId xmlns:a16="http://schemas.microsoft.com/office/drawing/2014/main" id="{590E2390-29A3-23D6-5DC4-FF9B9BCBAB65}"/>
              </a:ext>
            </a:extLst>
          </p:cNvPr>
          <p:cNvSpPr/>
          <p:nvPr/>
        </p:nvSpPr>
        <p:spPr>
          <a:xfrm>
            <a:off x="10005560" y="3444017"/>
            <a:ext cx="4047035" cy="59933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Century Gothic" panose="020B0502020202020204" pitchFamily="34" charset="0"/>
              </a:rPr>
              <a:t>Code → Production</a:t>
            </a:r>
          </a:p>
        </p:txBody>
      </p:sp>
      <p:sp>
        <p:nvSpPr>
          <p:cNvPr id="18" name="Oval 17">
            <a:extLst>
              <a:ext uri="{FF2B5EF4-FFF2-40B4-BE49-F238E27FC236}">
                <a16:creationId xmlns:a16="http://schemas.microsoft.com/office/drawing/2014/main" id="{79B15508-7F84-1440-7186-68C6940DA60A}"/>
              </a:ext>
            </a:extLst>
          </p:cNvPr>
          <p:cNvSpPr/>
          <p:nvPr/>
        </p:nvSpPr>
        <p:spPr>
          <a:xfrm>
            <a:off x="11480436" y="2179608"/>
            <a:ext cx="1097280" cy="1097280"/>
          </a:xfrm>
          <a:prstGeom prst="ellipse">
            <a:avLst/>
          </a:prstGeom>
          <a:solidFill>
            <a:schemeClr val="accent3"/>
          </a:solidFill>
          <a:ln>
            <a:noFill/>
            <a:prstDash val="dash"/>
          </a:ln>
          <a:effectLst>
            <a:outerShdw blurRad="101600" dist="19050" dir="5400000" algn="ctr" rotWithShape="0">
              <a:srgbClr val="000000">
                <a:alpha val="63000"/>
              </a:srgbClr>
            </a:outerShdw>
          </a:effectLst>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7200" b="1" i="0" u="none" strike="noStrike" kern="1200" cap="none" spc="0" normalizeH="0" baseline="0" noProof="0">
              <a:ln>
                <a:noFill/>
              </a:ln>
              <a:solidFill>
                <a:srgbClr val="71758A">
                  <a:lumMod val="50000"/>
                </a:srgbClr>
              </a:solidFill>
              <a:effectLst/>
              <a:uLnTx/>
              <a:uFillTx/>
              <a:latin typeface="Century Gothic" panose="020B0502020202020204" pitchFamily="34" charset="0"/>
            </a:endParaRPr>
          </a:p>
        </p:txBody>
      </p:sp>
      <p:pic>
        <p:nvPicPr>
          <p:cNvPr id="19" name="Graphic 18" descr="Gears outline">
            <a:extLst>
              <a:ext uri="{FF2B5EF4-FFF2-40B4-BE49-F238E27FC236}">
                <a16:creationId xmlns:a16="http://schemas.microsoft.com/office/drawing/2014/main" id="{2EBC5AB3-F1BC-B4A8-2778-29AE6EC57B3F}"/>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11668485" y="2367657"/>
            <a:ext cx="721184" cy="721184"/>
          </a:xfrm>
          <a:prstGeom prst="rect">
            <a:avLst/>
          </a:prstGeom>
          <a:effectLst>
            <a:outerShdw blurRad="50800" dist="38100" dir="2700000" algn="tl" rotWithShape="0">
              <a:prstClr val="black">
                <a:alpha val="40000"/>
              </a:prstClr>
            </a:outerShdw>
          </a:effectLst>
        </p:spPr>
      </p:pic>
      <p:sp>
        <p:nvSpPr>
          <p:cNvPr id="20" name="TextBox 19">
            <a:extLst>
              <a:ext uri="{FF2B5EF4-FFF2-40B4-BE49-F238E27FC236}">
                <a16:creationId xmlns:a16="http://schemas.microsoft.com/office/drawing/2014/main" id="{AA84D4E0-EBB4-945F-D01B-53B0E9258B52}"/>
              </a:ext>
            </a:extLst>
          </p:cNvPr>
          <p:cNvSpPr txBox="1"/>
          <p:nvPr/>
        </p:nvSpPr>
        <p:spPr>
          <a:xfrm>
            <a:off x="10008376" y="4155152"/>
            <a:ext cx="4047035" cy="2705612"/>
          </a:xfrm>
          <a:prstGeom prst="rect">
            <a:avLst/>
          </a:prstGeom>
          <a:noFill/>
        </p:spPr>
        <p:txBody>
          <a:bodyPr wrap="square" anchor="t">
            <a:spAutoFit/>
          </a:bodyPr>
          <a:lstStyle/>
          <a:p>
            <a:pPr marL="109728" marR="0" lvl="0" indent="0" algn="l" defTabSz="1097280" rtl="0" eaLnBrk="1" fontAlgn="auto" latinLnBrk="0" hangingPunct="1">
              <a:lnSpc>
                <a:spcPct val="112000"/>
              </a:lnSpc>
              <a:spcBef>
                <a:spcPts val="0"/>
              </a:spcBef>
              <a:spcAft>
                <a:spcPts val="720"/>
              </a:spcAft>
              <a:buClrTx/>
              <a:buSzTx/>
              <a:buFontTx/>
              <a:buNone/>
              <a:tabLst/>
              <a:defRPr/>
            </a:pPr>
            <a:r>
              <a:rPr kumimoji="0" lang="en-US" sz="1400" b="1" i="0" u="none" strike="noStrike" kern="1200" cap="none" spc="0" normalizeH="0" baseline="0" noProof="0">
                <a:ln>
                  <a:noFill/>
                </a:ln>
                <a:solidFill>
                  <a:srgbClr val="000000"/>
                </a:solidFill>
                <a:effectLst/>
                <a:uLnTx/>
                <a:uFillTx/>
                <a:latin typeface="Century Gothic" panose="020B0502020202020204" pitchFamily="34" charset="0"/>
              </a:rPr>
              <a:t>Our Code to Production Framework</a:t>
            </a:r>
          </a:p>
          <a:p>
            <a:pPr marL="205740" marR="0" lvl="0" indent="-205740" algn="l" defTabSz="1097280" rtl="0" eaLnBrk="1" fontAlgn="auto" latinLnBrk="0" hangingPunct="1">
              <a:lnSpc>
                <a:spcPct val="112000"/>
              </a:lnSpc>
              <a:spcBef>
                <a:spcPts val="0"/>
              </a:spcBef>
              <a:spcAft>
                <a:spcPts val="72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Century Gothic" panose="020B0502020202020204" pitchFamily="34" charset="0"/>
              </a:rPr>
              <a:t>Introduces multistage validation gates after early production issues</a:t>
            </a:r>
          </a:p>
          <a:p>
            <a:pPr marL="205740" marR="0" lvl="0" indent="-205740" algn="l" defTabSz="1097280" rtl="0" eaLnBrk="1" fontAlgn="auto" latinLnBrk="0" hangingPunct="1">
              <a:lnSpc>
                <a:spcPct val="112000"/>
              </a:lnSpc>
              <a:spcBef>
                <a:spcPts val="0"/>
              </a:spcBef>
              <a:spcAft>
                <a:spcPts val="72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Century Gothic" panose="020B0502020202020204" pitchFamily="34" charset="0"/>
              </a:rPr>
              <a:t>Enforces architecture boundaries and dependency isolation</a:t>
            </a:r>
          </a:p>
          <a:p>
            <a:pPr marL="205740" marR="0" lvl="0" indent="-205740" algn="l" defTabSz="1097280" rtl="0" eaLnBrk="1" fontAlgn="auto" latinLnBrk="0" hangingPunct="1">
              <a:lnSpc>
                <a:spcPct val="112000"/>
              </a:lnSpc>
              <a:spcBef>
                <a:spcPts val="0"/>
              </a:spcBef>
              <a:spcAft>
                <a:spcPts val="72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Century Gothic" panose="020B0502020202020204" pitchFamily="34" charset="0"/>
              </a:rPr>
              <a:t>Implements rollout safety, parity checks, and rollback readiness</a:t>
            </a:r>
          </a:p>
          <a:p>
            <a:pPr marL="205740" marR="0" lvl="0" indent="-205740" algn="l" defTabSz="1097280" rtl="0" eaLnBrk="1" fontAlgn="auto" latinLnBrk="0" hangingPunct="1">
              <a:lnSpc>
                <a:spcPct val="112000"/>
              </a:lnSpc>
              <a:spcBef>
                <a:spcPts val="0"/>
              </a:spcBef>
              <a:spcAft>
                <a:spcPts val="72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Century Gothic" panose="020B0502020202020204" pitchFamily="34" charset="0"/>
              </a:rPr>
              <a:t>Feeds production learnings back into the spec to prevent repeat failures</a:t>
            </a:r>
          </a:p>
        </p:txBody>
      </p:sp>
      <p:sp>
        <p:nvSpPr>
          <p:cNvPr id="21" name="Isosceles Triangle 21">
            <a:extLst>
              <a:ext uri="{FF2B5EF4-FFF2-40B4-BE49-F238E27FC236}">
                <a16:creationId xmlns:a16="http://schemas.microsoft.com/office/drawing/2014/main" id="{9763B63A-88F6-060C-F198-C2006E997097}"/>
              </a:ext>
            </a:extLst>
          </p:cNvPr>
          <p:cNvSpPr/>
          <p:nvPr/>
        </p:nvSpPr>
        <p:spPr>
          <a:xfrm rot="5400000">
            <a:off x="4778203" y="3586283"/>
            <a:ext cx="389102" cy="374233"/>
          </a:xfrm>
          <a:prstGeom prst="triangle">
            <a:avLst/>
          </a:prstGeom>
          <a:gradFill flip="none" rotWithShape="1">
            <a:gsLst>
              <a:gs pos="0">
                <a:srgbClr val="71758A">
                  <a:shade val="30000"/>
                  <a:satMod val="115000"/>
                </a:srgbClr>
              </a:gs>
              <a:gs pos="50000">
                <a:srgbClr val="71758A">
                  <a:shade val="67500"/>
                  <a:satMod val="115000"/>
                </a:srgbClr>
              </a:gs>
              <a:gs pos="100000">
                <a:srgbClr val="71758A">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162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2" name="Isosceles Triangle 22">
            <a:extLst>
              <a:ext uri="{FF2B5EF4-FFF2-40B4-BE49-F238E27FC236}">
                <a16:creationId xmlns:a16="http://schemas.microsoft.com/office/drawing/2014/main" id="{AA19B932-1EBA-99CD-71F2-B96CB302503C}"/>
              </a:ext>
            </a:extLst>
          </p:cNvPr>
          <p:cNvSpPr/>
          <p:nvPr/>
        </p:nvSpPr>
        <p:spPr>
          <a:xfrm rot="5400000">
            <a:off x="9483714" y="3586283"/>
            <a:ext cx="389102" cy="374233"/>
          </a:xfrm>
          <a:prstGeom prst="triangle">
            <a:avLst/>
          </a:prstGeom>
          <a:gradFill flip="none" rotWithShape="1">
            <a:gsLst>
              <a:gs pos="0">
                <a:srgbClr val="71758A">
                  <a:shade val="30000"/>
                  <a:satMod val="115000"/>
                </a:srgbClr>
              </a:gs>
              <a:gs pos="50000">
                <a:srgbClr val="71758A">
                  <a:shade val="67500"/>
                  <a:satMod val="115000"/>
                </a:srgbClr>
              </a:gs>
              <a:gs pos="100000">
                <a:srgbClr val="71758A">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1620" b="0" i="0" u="none" strike="noStrike" kern="1200" cap="none" spc="0" normalizeH="0" baseline="0" noProof="0">
              <a:ln>
                <a:noFill/>
              </a:ln>
              <a:solidFill>
                <a:srgbClr val="FFFFFF"/>
              </a:solidFill>
              <a:effectLst/>
              <a:uLnTx/>
              <a:uFillTx/>
              <a:latin typeface="Century Gothic" panose="020B0502020202020204" pitchFamily="34" charset="0"/>
            </a:endParaRPr>
          </a:p>
        </p:txBody>
      </p:sp>
    </p:spTree>
    <p:extLst>
      <p:ext uri="{BB962C8B-B14F-4D97-AF65-F5344CB8AC3E}">
        <p14:creationId xmlns:p14="http://schemas.microsoft.com/office/powerpoint/2010/main" val="314246871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24CACE3-58B6-DB19-06D7-5CA041C87E72}"/>
              </a:ext>
            </a:extLst>
          </p:cNvPr>
          <p:cNvSpPr>
            <a:spLocks noGrp="1"/>
          </p:cNvSpPr>
          <p:nvPr>
            <p:ph type="title"/>
          </p:nvPr>
        </p:nvSpPr>
        <p:spPr/>
        <p:txBody>
          <a:bodyPr/>
          <a:lstStyle/>
          <a:p>
            <a:r>
              <a:rPr lang="en-US">
                <a:solidFill>
                  <a:srgbClr val="262323"/>
                </a:solidFill>
                <a:ea typeface="PP Neue Machina Bold" pitchFamily="34" charset="-122"/>
              </a:rPr>
              <a:t>How do we select the right candidates</a:t>
            </a:r>
            <a:endParaRPr lang="en-US"/>
          </a:p>
        </p:txBody>
      </p:sp>
      <p:sp>
        <p:nvSpPr>
          <p:cNvPr id="32" name="Text 2">
            <a:extLst>
              <a:ext uri="{FF2B5EF4-FFF2-40B4-BE49-F238E27FC236}">
                <a16:creationId xmlns:a16="http://schemas.microsoft.com/office/drawing/2014/main" id="{8F2C45FD-4CC9-CA45-77EA-FDF9F676E562}"/>
              </a:ext>
            </a:extLst>
          </p:cNvPr>
          <p:cNvSpPr/>
          <p:nvPr/>
        </p:nvSpPr>
        <p:spPr>
          <a:xfrm>
            <a:off x="1113984" y="1978694"/>
            <a:ext cx="12402434" cy="294953"/>
          </a:xfrm>
          <a:prstGeom prst="rect">
            <a:avLst/>
          </a:prstGeom>
          <a:noFill/>
          <a:ln/>
        </p:spPr>
        <p:txBody>
          <a:bodyPr wrap="none" lIns="0" tIns="0" rIns="0" bIns="0" rtlCol="0" anchor="t">
            <a:spAutoFit/>
          </a:bodyPr>
          <a:lstStyle/>
          <a:p>
            <a:pPr marL="0" marR="0" lvl="0" indent="0" algn="ctr" defTabSz="914400" rtl="0" eaLnBrk="1" fontAlgn="auto" latinLnBrk="0" hangingPunct="1">
              <a:lnSpc>
                <a:spcPts val="23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Century Gothic" pitchFamily="34" charset="0"/>
                <a:ea typeface="Century Gothic" pitchFamily="34" charset="-122"/>
                <a:cs typeface="Century Gothic" pitchFamily="34" charset="-120"/>
              </a:rPr>
              <a:t>Given the premium nature of this role, hiring should be </a:t>
            </a:r>
            <a:r>
              <a:rPr kumimoji="0" lang="en-US" sz="2000" b="1" i="0" u="none" strike="noStrike" kern="1200" cap="none" spc="0" normalizeH="0" baseline="0" noProof="0">
                <a:ln>
                  <a:noFill/>
                </a:ln>
                <a:solidFill>
                  <a:srgbClr val="000000"/>
                </a:solidFill>
                <a:effectLst/>
                <a:uLnTx/>
                <a:uFillTx/>
                <a:latin typeface="Century Gothic" pitchFamily="34" charset="0"/>
                <a:ea typeface="Century Gothic" pitchFamily="34" charset="-122"/>
                <a:cs typeface="Century Gothic" pitchFamily="34" charset="-120"/>
              </a:rPr>
              <a:t>selective, contextual, and outcome‑oriented</a:t>
            </a:r>
            <a:r>
              <a:rPr kumimoji="0" lang="en-US" sz="2000" b="0" i="0" u="none" strike="noStrike" kern="1200" cap="none" spc="0" normalizeH="0" baseline="0" noProof="0">
                <a:ln>
                  <a:noFill/>
                </a:ln>
                <a:solidFill>
                  <a:srgbClr val="000000"/>
                </a:solidFill>
                <a:effectLst/>
                <a:uLnTx/>
                <a:uFillTx/>
                <a:latin typeface="Century Gothic" pitchFamily="34" charset="0"/>
                <a:ea typeface="Century Gothic" pitchFamily="34" charset="-122"/>
                <a:cs typeface="Century Gothic" pitchFamily="34" charset="-120"/>
              </a:rPr>
              <a:t>:</a:t>
            </a:r>
            <a:endParaRPr kumimoji="0" lang="en-US" sz="20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33" name="Text 1">
            <a:extLst>
              <a:ext uri="{FF2B5EF4-FFF2-40B4-BE49-F238E27FC236}">
                <a16:creationId xmlns:a16="http://schemas.microsoft.com/office/drawing/2014/main" id="{8633EDBD-A2EF-68ED-DD6A-7F9327BE37CC}"/>
              </a:ext>
            </a:extLst>
          </p:cNvPr>
          <p:cNvSpPr/>
          <p:nvPr/>
        </p:nvSpPr>
        <p:spPr>
          <a:xfrm>
            <a:off x="4276440" y="1319961"/>
            <a:ext cx="6077521" cy="505034"/>
          </a:xfrm>
          <a:prstGeom prst="round2DiagRect">
            <a:avLst/>
          </a:prstGeom>
          <a:solidFill>
            <a:schemeClr val="accent6">
              <a:lumMod val="50000"/>
            </a:schemeClr>
          </a:solidFill>
          <a:ln>
            <a:solidFill>
              <a:schemeClr val="bg1">
                <a:lumMod val="65000"/>
              </a:schemeClr>
            </a:solidFill>
          </a:ln>
        </p:spPr>
        <p:txBody>
          <a:bodyPr wrap="none" lIns="0" tIns="0" rIns="0" bIns="0" rtlCol="0" anchor="ctr"/>
          <a:lstStyle/>
          <a:p>
            <a:pPr marL="0" marR="0" lvl="0" indent="0" algn="ctr" defTabSz="914400" rtl="0" eaLnBrk="1" fontAlgn="auto" latinLnBrk="0" hangingPunct="1">
              <a:lnSpc>
                <a:spcPts val="23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Century Gothic" panose="020B0502020202020204" pitchFamily="34" charset="0"/>
                <a:ea typeface="PP Neue Machina Bold" pitchFamily="34" charset="-122"/>
                <a:cs typeface="PP Neue Machina Bold" pitchFamily="34" charset="-120"/>
              </a:rPr>
              <a:t>Hiring &amp; selection for 10x AI Professionals</a:t>
            </a: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42" name="Shape 3">
            <a:extLst>
              <a:ext uri="{FF2B5EF4-FFF2-40B4-BE49-F238E27FC236}">
                <a16:creationId xmlns:a16="http://schemas.microsoft.com/office/drawing/2014/main" id="{22D01EA7-4E9F-2EFD-DEA2-C4BA2DACCD79}"/>
              </a:ext>
            </a:extLst>
          </p:cNvPr>
          <p:cNvSpPr/>
          <p:nvPr/>
        </p:nvSpPr>
        <p:spPr>
          <a:xfrm>
            <a:off x="793790" y="2861548"/>
            <a:ext cx="4228148" cy="4508897"/>
          </a:xfrm>
          <a:prstGeom prst="roundRect">
            <a:avLst>
              <a:gd name="adj" fmla="val 2595"/>
            </a:avLst>
          </a:prstGeom>
          <a:solidFill>
            <a:srgbClr val="FFFFFF"/>
          </a:solidFill>
          <a:ln>
            <a:solidFill>
              <a:schemeClr val="accent5"/>
            </a:solidFill>
            <a:prstDash val="lgDash"/>
          </a:ln>
          <a:effectLst>
            <a:outerShdw blurRad="50800" dist="38100" dir="5400000" algn="t"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43" name="Shape 4">
            <a:extLst>
              <a:ext uri="{FF2B5EF4-FFF2-40B4-BE49-F238E27FC236}">
                <a16:creationId xmlns:a16="http://schemas.microsoft.com/office/drawing/2014/main" id="{34801EDB-E0AA-453E-74D4-E2FA3ED39C8F}"/>
              </a:ext>
            </a:extLst>
          </p:cNvPr>
          <p:cNvSpPr/>
          <p:nvPr/>
        </p:nvSpPr>
        <p:spPr>
          <a:xfrm>
            <a:off x="793790" y="2856617"/>
            <a:ext cx="4228148" cy="91440"/>
          </a:xfrm>
          <a:prstGeom prst="roundRect">
            <a:avLst>
              <a:gd name="adj" fmla="val 86605"/>
            </a:avLst>
          </a:prstGeom>
          <a:solidFill>
            <a:schemeClr val="accent5"/>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C005A"/>
              </a:solidFill>
              <a:effectLst/>
              <a:uLnTx/>
              <a:uFillTx/>
              <a:latin typeface="Century Gothic" panose="020B0502020202020204" pitchFamily="34" charset="0"/>
            </a:endParaRPr>
          </a:p>
        </p:txBody>
      </p:sp>
      <p:sp>
        <p:nvSpPr>
          <p:cNvPr id="45" name="Text 6">
            <a:extLst>
              <a:ext uri="{FF2B5EF4-FFF2-40B4-BE49-F238E27FC236}">
                <a16:creationId xmlns:a16="http://schemas.microsoft.com/office/drawing/2014/main" id="{C791318A-183A-58F7-673A-4A5C6F2A7FE0}"/>
              </a:ext>
            </a:extLst>
          </p:cNvPr>
          <p:cNvSpPr/>
          <p:nvPr/>
        </p:nvSpPr>
        <p:spPr>
          <a:xfrm>
            <a:off x="793670" y="3468383"/>
            <a:ext cx="4228148" cy="294680"/>
          </a:xfrm>
          <a:prstGeom prst="rect">
            <a:avLst/>
          </a:prstGeom>
          <a:noFill/>
          <a:ln/>
        </p:spPr>
        <p:txBody>
          <a:bodyPr wrap="none" lIns="0" tIns="0" rIns="0" bIns="0" rtlCol="0" anchor="t"/>
          <a:lstStyle/>
          <a:p>
            <a:pPr marL="0" marR="0" lvl="0" indent="0" algn="ctr" defTabSz="914400" rtl="0" eaLnBrk="1" fontAlgn="auto" latinLnBrk="0" hangingPunct="1">
              <a:lnSpc>
                <a:spcPts val="2300"/>
              </a:lnSpc>
              <a:spcBef>
                <a:spcPts val="0"/>
              </a:spcBef>
              <a:spcAft>
                <a:spcPts val="0"/>
              </a:spcAft>
              <a:buClrTx/>
              <a:buSzTx/>
              <a:buFontTx/>
              <a:buNone/>
              <a:tabLst/>
              <a:defRPr/>
            </a:pPr>
            <a:r>
              <a:rPr kumimoji="0" lang="en-US" sz="1800" b="1" i="0" u="none" strike="noStrike" kern="1200" cap="none" spc="0" normalizeH="0" baseline="0" noProof="0">
                <a:ln>
                  <a:noFill/>
                </a:ln>
                <a:solidFill>
                  <a:srgbClr val="8C005A"/>
                </a:solidFill>
                <a:effectLst/>
                <a:uLnTx/>
                <a:uFillTx/>
                <a:latin typeface="Century Gothic" panose="020B0502020202020204" pitchFamily="34" charset="0"/>
                <a:ea typeface="PP Neue Machina Bold" pitchFamily="34" charset="-122"/>
                <a:cs typeface="PP Neue Machina Bold" pitchFamily="34" charset="-120"/>
              </a:rPr>
              <a:t>Profiles to target</a:t>
            </a:r>
            <a:endParaRPr kumimoji="0" lang="en-US" sz="1800" b="0" i="0" u="none" strike="noStrike" kern="1200" cap="none" spc="0" normalizeH="0" baseline="0" noProof="0">
              <a:ln>
                <a:noFill/>
              </a:ln>
              <a:solidFill>
                <a:srgbClr val="8C005A"/>
              </a:solidFill>
              <a:effectLst/>
              <a:uLnTx/>
              <a:uFillTx/>
              <a:latin typeface="Century Gothic" panose="020B0502020202020204" pitchFamily="34" charset="0"/>
            </a:endParaRPr>
          </a:p>
        </p:txBody>
      </p:sp>
      <p:sp>
        <p:nvSpPr>
          <p:cNvPr id="46" name="Text 7">
            <a:extLst>
              <a:ext uri="{FF2B5EF4-FFF2-40B4-BE49-F238E27FC236}">
                <a16:creationId xmlns:a16="http://schemas.microsoft.com/office/drawing/2014/main" id="{62211400-C0AC-8D76-B293-851997E358DC}"/>
              </a:ext>
            </a:extLst>
          </p:cNvPr>
          <p:cNvSpPr/>
          <p:nvPr/>
        </p:nvSpPr>
        <p:spPr>
          <a:xfrm>
            <a:off x="1005126" y="3968016"/>
            <a:ext cx="3805476" cy="205942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50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Century Gothic" panose="020B0502020202020204" pitchFamily="34" charset="0"/>
                <a:ea typeface="Century Gothic" pitchFamily="34" charset="-122"/>
                <a:cs typeface="Century Gothic" pitchFamily="34" charset="-120"/>
              </a:rPr>
              <a:t>Software architects or principal engineers with AI‑tooling experience (Copilot, Claude‑Code–style flows, AI‑assisted testing, SDD, or agent‑based tooling). People who have already used AI in production‑level workflows, not just "POC" projects.</a:t>
            </a:r>
            <a:endParaRPr kumimoji="0" lang="en-US" sz="16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47" name="Shape 8">
            <a:extLst>
              <a:ext uri="{FF2B5EF4-FFF2-40B4-BE49-F238E27FC236}">
                <a16:creationId xmlns:a16="http://schemas.microsoft.com/office/drawing/2014/main" id="{06AAECBA-6202-9B9C-41F8-D7A5EFEF4556}"/>
              </a:ext>
            </a:extLst>
          </p:cNvPr>
          <p:cNvSpPr/>
          <p:nvPr/>
        </p:nvSpPr>
        <p:spPr>
          <a:xfrm>
            <a:off x="5201007" y="2861548"/>
            <a:ext cx="4228267" cy="4508897"/>
          </a:xfrm>
          <a:prstGeom prst="roundRect">
            <a:avLst>
              <a:gd name="adj" fmla="val 2595"/>
            </a:avLst>
          </a:prstGeom>
          <a:solidFill>
            <a:srgbClr val="FFFFFF"/>
          </a:solidFill>
          <a:ln>
            <a:solidFill>
              <a:schemeClr val="accent3"/>
            </a:solidFill>
            <a:prstDash val="lgDash"/>
          </a:ln>
          <a:effectLst>
            <a:outerShdw blurRad="50800" dist="38100" dir="5400000" algn="t"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48" name="Shape 9">
            <a:extLst>
              <a:ext uri="{FF2B5EF4-FFF2-40B4-BE49-F238E27FC236}">
                <a16:creationId xmlns:a16="http://schemas.microsoft.com/office/drawing/2014/main" id="{908593FC-616F-2042-B60C-5AE36C77F67A}"/>
              </a:ext>
            </a:extLst>
          </p:cNvPr>
          <p:cNvSpPr/>
          <p:nvPr/>
        </p:nvSpPr>
        <p:spPr>
          <a:xfrm>
            <a:off x="5201007" y="2856617"/>
            <a:ext cx="4228267" cy="91440"/>
          </a:xfrm>
          <a:prstGeom prst="roundRect">
            <a:avLst>
              <a:gd name="adj" fmla="val 86605"/>
            </a:avLst>
          </a:prstGeom>
          <a:solidFill>
            <a:schemeClr val="accent3"/>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937AF"/>
              </a:solidFill>
              <a:effectLst/>
              <a:uLnTx/>
              <a:uFillTx/>
              <a:latin typeface="Century Gothic" panose="020B0502020202020204" pitchFamily="34" charset="0"/>
            </a:endParaRPr>
          </a:p>
        </p:txBody>
      </p:sp>
      <p:sp>
        <p:nvSpPr>
          <p:cNvPr id="50" name="Text 11">
            <a:extLst>
              <a:ext uri="{FF2B5EF4-FFF2-40B4-BE49-F238E27FC236}">
                <a16:creationId xmlns:a16="http://schemas.microsoft.com/office/drawing/2014/main" id="{6F12B227-530A-DB99-1757-DCEE0A09A501}"/>
              </a:ext>
            </a:extLst>
          </p:cNvPr>
          <p:cNvSpPr/>
          <p:nvPr/>
        </p:nvSpPr>
        <p:spPr>
          <a:xfrm>
            <a:off x="5201007" y="3468383"/>
            <a:ext cx="4228148" cy="294680"/>
          </a:xfrm>
          <a:prstGeom prst="rect">
            <a:avLst/>
          </a:prstGeom>
          <a:noFill/>
          <a:ln/>
        </p:spPr>
        <p:txBody>
          <a:bodyPr wrap="none" lIns="0" tIns="0" rIns="0" bIns="0" rtlCol="0" anchor="t"/>
          <a:lstStyle/>
          <a:p>
            <a:pPr marL="0" marR="0" lvl="0" indent="0" algn="ctr" defTabSz="914400" rtl="0" eaLnBrk="1" fontAlgn="auto" latinLnBrk="0" hangingPunct="1">
              <a:lnSpc>
                <a:spcPts val="2300"/>
              </a:lnSpc>
              <a:spcBef>
                <a:spcPts val="0"/>
              </a:spcBef>
              <a:spcAft>
                <a:spcPts val="0"/>
              </a:spcAft>
              <a:buClrTx/>
              <a:buSzTx/>
              <a:buFontTx/>
              <a:buNone/>
              <a:tabLst/>
              <a:defRPr/>
            </a:pPr>
            <a:r>
              <a:rPr kumimoji="0" lang="en-US" sz="1800" b="1" i="0" u="none" strike="noStrike" kern="1200" cap="none" spc="0" normalizeH="0" baseline="0" noProof="0">
                <a:ln>
                  <a:noFill/>
                </a:ln>
                <a:solidFill>
                  <a:srgbClr val="5937AF"/>
                </a:solidFill>
                <a:effectLst/>
                <a:uLnTx/>
                <a:uFillTx/>
                <a:latin typeface="Century Gothic" panose="020B0502020202020204" pitchFamily="34" charset="0"/>
                <a:ea typeface="PP Neue Machina Bold" pitchFamily="34" charset="-122"/>
                <a:cs typeface="PP Neue Machina Bold" pitchFamily="34" charset="-120"/>
              </a:rPr>
              <a:t>Evaluation criteria</a:t>
            </a:r>
            <a:endParaRPr kumimoji="0" lang="en-US" sz="1800" b="0" i="0" u="none" strike="noStrike" kern="1200" cap="none" spc="0" normalizeH="0" baseline="0" noProof="0">
              <a:ln>
                <a:noFill/>
              </a:ln>
              <a:solidFill>
                <a:srgbClr val="5937AF"/>
              </a:solidFill>
              <a:effectLst/>
              <a:uLnTx/>
              <a:uFillTx/>
              <a:latin typeface="Century Gothic" panose="020B0502020202020204" pitchFamily="34" charset="0"/>
            </a:endParaRPr>
          </a:p>
        </p:txBody>
      </p:sp>
      <p:sp>
        <p:nvSpPr>
          <p:cNvPr id="51" name="Text 12">
            <a:extLst>
              <a:ext uri="{FF2B5EF4-FFF2-40B4-BE49-F238E27FC236}">
                <a16:creationId xmlns:a16="http://schemas.microsoft.com/office/drawing/2014/main" id="{FD27B5AC-7AD1-3CF5-1D20-29AF35C24EC0}"/>
              </a:ext>
            </a:extLst>
          </p:cNvPr>
          <p:cNvSpPr/>
          <p:nvPr/>
        </p:nvSpPr>
        <p:spPr>
          <a:xfrm>
            <a:off x="5412343" y="3968016"/>
            <a:ext cx="3805595" cy="3424118"/>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500"/>
              </a:spcBef>
              <a:spcAft>
                <a:spcPts val="0"/>
              </a:spcAft>
              <a:buClrTx/>
              <a:buSzPct val="100000"/>
              <a:buFontTx/>
              <a:buChar char="•"/>
              <a:tabLst/>
              <a:defRPr/>
            </a:pPr>
            <a:r>
              <a:rPr kumimoji="0" lang="en-US" sz="1600" b="0" i="0" u="none" strike="noStrike" kern="1200" cap="none" spc="0" normalizeH="0" baseline="0" noProof="0">
                <a:ln>
                  <a:noFill/>
                </a:ln>
                <a:solidFill>
                  <a:srgbClr val="000000"/>
                </a:solidFill>
                <a:effectLst/>
                <a:uLnTx/>
                <a:uFillTx/>
                <a:latin typeface="Century Gothic" panose="020B0502020202020204" pitchFamily="34" charset="0"/>
                <a:ea typeface="Century Gothic" pitchFamily="34" charset="-122"/>
                <a:cs typeface="Century Gothic" pitchFamily="34" charset="-120"/>
              </a:rPr>
              <a:t>Ability to design and explain architectures that are AI‑augmented but human‑owned.</a:t>
            </a:r>
            <a:endParaRPr kumimoji="0" lang="en-US" sz="1600" b="0" i="0" u="none" strike="noStrike" kern="1200" cap="none" spc="0" normalizeH="0" baseline="0" noProof="0">
              <a:ln>
                <a:noFill/>
              </a:ln>
              <a:solidFill>
                <a:srgbClr val="000000"/>
              </a:solidFill>
              <a:effectLst/>
              <a:uLnTx/>
              <a:uFillTx/>
              <a:latin typeface="Century Gothic" panose="020B0502020202020204" pitchFamily="34" charset="0"/>
            </a:endParaRPr>
          </a:p>
          <a:p>
            <a:pPr marL="342900" marR="0" lvl="0" indent="-342900" algn="l" defTabSz="914400" rtl="0" eaLnBrk="1" fontAlgn="auto" latinLnBrk="0" hangingPunct="1">
              <a:lnSpc>
                <a:spcPct val="100000"/>
              </a:lnSpc>
              <a:spcBef>
                <a:spcPts val="500"/>
              </a:spcBef>
              <a:spcAft>
                <a:spcPts val="0"/>
              </a:spcAft>
              <a:buClrTx/>
              <a:buSzPct val="100000"/>
              <a:buFontTx/>
              <a:buChar char="•"/>
              <a:tabLst/>
              <a:defRPr/>
            </a:pPr>
            <a:r>
              <a:rPr kumimoji="0" lang="en-US" sz="1600" b="0" i="0" u="none" strike="noStrike" kern="1200" cap="none" spc="0" normalizeH="0" baseline="0" noProof="0">
                <a:ln>
                  <a:noFill/>
                </a:ln>
                <a:solidFill>
                  <a:srgbClr val="000000"/>
                </a:solidFill>
                <a:effectLst/>
                <a:uLnTx/>
                <a:uFillTx/>
                <a:latin typeface="Century Gothic" panose="020B0502020202020204" pitchFamily="34" charset="0"/>
                <a:ea typeface="Century Gothic" pitchFamily="34" charset="-122"/>
                <a:cs typeface="Century Gothic" pitchFamily="34" charset="-120"/>
              </a:rPr>
              <a:t>Evidence of AI‑driven productivity gains (e.g., SDD‑based flows, AI‑assisted code‑to‑prod pipelines, agent‑driven QA).</a:t>
            </a:r>
            <a:endParaRPr kumimoji="0" lang="en-US" sz="1600" b="0" i="0" u="none" strike="noStrike" kern="1200" cap="none" spc="0" normalizeH="0" baseline="0" noProof="0">
              <a:ln>
                <a:noFill/>
              </a:ln>
              <a:solidFill>
                <a:srgbClr val="000000"/>
              </a:solidFill>
              <a:effectLst/>
              <a:uLnTx/>
              <a:uFillTx/>
              <a:latin typeface="Century Gothic" panose="020B0502020202020204" pitchFamily="34" charset="0"/>
            </a:endParaRPr>
          </a:p>
          <a:p>
            <a:pPr marL="342900" marR="0" lvl="0" indent="-342900" algn="l" defTabSz="914400" rtl="0" eaLnBrk="1" fontAlgn="auto" latinLnBrk="0" hangingPunct="1">
              <a:lnSpc>
                <a:spcPct val="100000"/>
              </a:lnSpc>
              <a:spcBef>
                <a:spcPts val="500"/>
              </a:spcBef>
              <a:spcAft>
                <a:spcPts val="0"/>
              </a:spcAft>
              <a:buClrTx/>
              <a:buSzPct val="100000"/>
              <a:buFontTx/>
              <a:buChar char="•"/>
              <a:tabLst/>
              <a:defRPr/>
            </a:pPr>
            <a:r>
              <a:rPr kumimoji="0" lang="en-US" sz="1600" b="0" i="0" u="none" strike="noStrike" kern="1200" cap="none" spc="0" normalizeH="0" baseline="0" noProof="0">
                <a:ln>
                  <a:noFill/>
                </a:ln>
                <a:solidFill>
                  <a:srgbClr val="000000"/>
                </a:solidFill>
                <a:effectLst/>
                <a:uLnTx/>
                <a:uFillTx/>
                <a:latin typeface="Century Gothic" panose="020B0502020202020204" pitchFamily="34" charset="0"/>
                <a:ea typeface="Century Gothic" pitchFamily="34" charset="-122"/>
                <a:cs typeface="Century Gothic" pitchFamily="34" charset="-120"/>
              </a:rPr>
              <a:t>Mentoring and documentation skills (evidence of playbooks, patterns, or internal AI‑training).</a:t>
            </a:r>
            <a:endParaRPr kumimoji="0" lang="en-US" sz="1600" b="0" i="0" u="none" strike="noStrike" kern="1200" cap="none" spc="0" normalizeH="0" baseline="0" noProof="0">
              <a:ln>
                <a:noFill/>
              </a:ln>
              <a:solidFill>
                <a:srgbClr val="000000"/>
              </a:solidFill>
              <a:effectLst/>
              <a:uLnTx/>
              <a:uFillTx/>
              <a:latin typeface="Century Gothic" panose="020B0502020202020204" pitchFamily="34" charset="0"/>
            </a:endParaRPr>
          </a:p>
          <a:p>
            <a:pPr marL="342900" marR="0" lvl="0" indent="-342900" algn="l" defTabSz="914400" rtl="0" eaLnBrk="1" fontAlgn="auto" latinLnBrk="0" hangingPunct="1">
              <a:lnSpc>
                <a:spcPct val="100000"/>
              </a:lnSpc>
              <a:spcBef>
                <a:spcPts val="500"/>
              </a:spcBef>
              <a:spcAft>
                <a:spcPts val="0"/>
              </a:spcAft>
              <a:buClrTx/>
              <a:buSzPct val="100000"/>
              <a:buFontTx/>
              <a:buChar char="•"/>
              <a:tabLst/>
              <a:defRPr/>
            </a:pPr>
            <a:r>
              <a:rPr kumimoji="0" lang="en-US" sz="1600" b="0" i="0" u="none" strike="noStrike" kern="1200" cap="none" spc="0" normalizeH="0" baseline="0" noProof="0">
                <a:ln>
                  <a:noFill/>
                </a:ln>
                <a:solidFill>
                  <a:srgbClr val="000000"/>
                </a:solidFill>
                <a:effectLst/>
                <a:highlight>
                  <a:srgbClr val="FFFF00"/>
                </a:highlight>
                <a:uLnTx/>
                <a:uFillTx/>
                <a:latin typeface="Century Gothic" panose="020B0502020202020204" pitchFamily="34" charset="0"/>
                <a:ea typeface="Century Gothic" pitchFamily="34" charset="-122"/>
                <a:cs typeface="Century Gothic" pitchFamily="34" charset="-120"/>
              </a:rPr>
              <a:t>Governance … add details here</a:t>
            </a:r>
            <a:endParaRPr kumimoji="0" lang="en-US" sz="1600" b="0" i="0" u="none" strike="noStrike" kern="1200" cap="none" spc="0" normalizeH="0" baseline="0" noProof="0">
              <a:ln>
                <a:noFill/>
              </a:ln>
              <a:solidFill>
                <a:srgbClr val="000000"/>
              </a:solidFill>
              <a:effectLst/>
              <a:highlight>
                <a:srgbClr val="FFFF00"/>
              </a:highlight>
              <a:uLnTx/>
              <a:uFillTx/>
              <a:latin typeface="Century Gothic" panose="020B0502020202020204" pitchFamily="34" charset="0"/>
            </a:endParaRPr>
          </a:p>
        </p:txBody>
      </p:sp>
      <p:sp>
        <p:nvSpPr>
          <p:cNvPr id="52" name="Shape 13">
            <a:extLst>
              <a:ext uri="{FF2B5EF4-FFF2-40B4-BE49-F238E27FC236}">
                <a16:creationId xmlns:a16="http://schemas.microsoft.com/office/drawing/2014/main" id="{09B718C2-2D6B-D423-DED9-414FFA4240A4}"/>
              </a:ext>
            </a:extLst>
          </p:cNvPr>
          <p:cNvSpPr/>
          <p:nvPr/>
        </p:nvSpPr>
        <p:spPr>
          <a:xfrm>
            <a:off x="9608344" y="2861548"/>
            <a:ext cx="4228148" cy="4508897"/>
          </a:xfrm>
          <a:prstGeom prst="roundRect">
            <a:avLst>
              <a:gd name="adj" fmla="val 2595"/>
            </a:avLst>
          </a:prstGeom>
          <a:solidFill>
            <a:srgbClr val="FFFFFF"/>
          </a:solidFill>
          <a:ln>
            <a:solidFill>
              <a:schemeClr val="accent2"/>
            </a:solidFill>
            <a:prstDash val="lgDash"/>
          </a:ln>
          <a:effectLst>
            <a:outerShdw blurRad="50800" dist="38100" dir="5400000" algn="t"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53" name="Shape 14">
            <a:extLst>
              <a:ext uri="{FF2B5EF4-FFF2-40B4-BE49-F238E27FC236}">
                <a16:creationId xmlns:a16="http://schemas.microsoft.com/office/drawing/2014/main" id="{D66DE942-D7F4-47A2-505E-69D9071FE20B}"/>
              </a:ext>
            </a:extLst>
          </p:cNvPr>
          <p:cNvSpPr/>
          <p:nvPr/>
        </p:nvSpPr>
        <p:spPr>
          <a:xfrm>
            <a:off x="9608344" y="2856617"/>
            <a:ext cx="4228148" cy="91440"/>
          </a:xfrm>
          <a:prstGeom prst="roundRect">
            <a:avLst>
              <a:gd name="adj" fmla="val 86605"/>
            </a:avLst>
          </a:prstGeom>
          <a:solidFill>
            <a:schemeClr val="accent2"/>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55" name="Text 16">
            <a:extLst>
              <a:ext uri="{FF2B5EF4-FFF2-40B4-BE49-F238E27FC236}">
                <a16:creationId xmlns:a16="http://schemas.microsoft.com/office/drawing/2014/main" id="{D3D6A400-AA51-2A39-DA7C-8CCEF52CE5C1}"/>
              </a:ext>
            </a:extLst>
          </p:cNvPr>
          <p:cNvSpPr/>
          <p:nvPr/>
        </p:nvSpPr>
        <p:spPr>
          <a:xfrm>
            <a:off x="9608224" y="3468383"/>
            <a:ext cx="4228148" cy="294680"/>
          </a:xfrm>
          <a:prstGeom prst="rect">
            <a:avLst/>
          </a:prstGeom>
          <a:noFill/>
          <a:ln/>
        </p:spPr>
        <p:txBody>
          <a:bodyPr wrap="none" lIns="0" tIns="0" rIns="0" bIns="0" rtlCol="0" anchor="t"/>
          <a:lstStyle/>
          <a:p>
            <a:pPr marL="0" marR="0" lvl="0" indent="0" algn="ctr" defTabSz="914400" rtl="0" eaLnBrk="1" fontAlgn="auto" latinLnBrk="0" hangingPunct="1">
              <a:lnSpc>
                <a:spcPts val="2300"/>
              </a:lnSpc>
              <a:spcBef>
                <a:spcPts val="0"/>
              </a:spcBef>
              <a:spcAft>
                <a:spcPts val="0"/>
              </a:spcAft>
              <a:buClrTx/>
              <a:buSzTx/>
              <a:buFontTx/>
              <a:buNone/>
              <a:tabLst/>
              <a:defRPr/>
            </a:pPr>
            <a:r>
              <a:rPr kumimoji="0" lang="en-US" sz="1800" b="1" i="0" u="none" strike="noStrike" kern="1200" cap="none" spc="0" normalizeH="0" baseline="0" noProof="0">
                <a:ln>
                  <a:noFill/>
                </a:ln>
                <a:solidFill>
                  <a:srgbClr val="006350"/>
                </a:solidFill>
                <a:effectLst/>
                <a:uLnTx/>
                <a:uFillTx/>
                <a:latin typeface="Century Gothic" panose="020B0502020202020204" pitchFamily="34" charset="0"/>
                <a:ea typeface="PP Neue Machina Bold" pitchFamily="34" charset="-122"/>
                <a:cs typeface="PP Neue Machina Bold" pitchFamily="34" charset="-120"/>
              </a:rPr>
              <a:t>Talent‑sourcing</a:t>
            </a:r>
            <a:endParaRPr kumimoji="0" lang="en-US" sz="1800" b="0" i="0" u="none" strike="noStrike" kern="1200" cap="none" spc="0" normalizeH="0" baseline="0" noProof="0">
              <a:ln>
                <a:noFill/>
              </a:ln>
              <a:solidFill>
                <a:srgbClr val="006350"/>
              </a:solidFill>
              <a:effectLst/>
              <a:uLnTx/>
              <a:uFillTx/>
              <a:latin typeface="Century Gothic" panose="020B0502020202020204" pitchFamily="34" charset="0"/>
            </a:endParaRPr>
          </a:p>
        </p:txBody>
      </p:sp>
      <p:sp>
        <p:nvSpPr>
          <p:cNvPr id="56" name="Text 17">
            <a:extLst>
              <a:ext uri="{FF2B5EF4-FFF2-40B4-BE49-F238E27FC236}">
                <a16:creationId xmlns:a16="http://schemas.microsoft.com/office/drawing/2014/main" id="{3C111C0A-3BC2-34E0-7788-2EBAC1ACF07E}"/>
              </a:ext>
            </a:extLst>
          </p:cNvPr>
          <p:cNvSpPr/>
          <p:nvPr/>
        </p:nvSpPr>
        <p:spPr>
          <a:xfrm>
            <a:off x="9819680" y="3968016"/>
            <a:ext cx="3805476" cy="205942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50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Century Gothic" panose="020B0502020202020204" pitchFamily="34" charset="0"/>
                <a:ea typeface="Century Gothic" pitchFamily="34" charset="-122"/>
                <a:cs typeface="Century Gothic" pitchFamily="34" charset="-120"/>
              </a:rPr>
              <a:t>Partner with AI‑academy‑style programs or AI‑leadership upskilling initiatives as a "pipeline" for ready‑made 10x‑ready profiles. Use AI‑co‑pilots in recruitment (e.g., AI‑assisted CV screening, skills‑mapping, and scenario‑based challenges).</a:t>
            </a:r>
            <a:endParaRPr kumimoji="0" lang="en-US" sz="16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62" name="Oval 61">
            <a:extLst>
              <a:ext uri="{FF2B5EF4-FFF2-40B4-BE49-F238E27FC236}">
                <a16:creationId xmlns:a16="http://schemas.microsoft.com/office/drawing/2014/main" id="{62407057-4C67-3F65-45C8-AADB81413476}"/>
              </a:ext>
            </a:extLst>
          </p:cNvPr>
          <p:cNvSpPr/>
          <p:nvPr/>
        </p:nvSpPr>
        <p:spPr>
          <a:xfrm>
            <a:off x="2450544" y="2445137"/>
            <a:ext cx="914400" cy="914400"/>
          </a:xfrm>
          <a:prstGeom prst="ellipse">
            <a:avLst/>
          </a:prstGeom>
          <a:solidFill>
            <a:schemeClr val="accent5"/>
          </a:solidFill>
          <a:ln>
            <a:solidFill>
              <a:schemeClr val="bg1">
                <a:lumMod val="8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63" name="Oval 62">
            <a:extLst>
              <a:ext uri="{FF2B5EF4-FFF2-40B4-BE49-F238E27FC236}">
                <a16:creationId xmlns:a16="http://schemas.microsoft.com/office/drawing/2014/main" id="{60740EA1-828F-FAAC-015A-6E01836DA3E3}"/>
              </a:ext>
            </a:extLst>
          </p:cNvPr>
          <p:cNvSpPr/>
          <p:nvPr/>
        </p:nvSpPr>
        <p:spPr>
          <a:xfrm>
            <a:off x="6832763" y="2445137"/>
            <a:ext cx="914400" cy="914400"/>
          </a:xfrm>
          <a:prstGeom prst="ellipse">
            <a:avLst/>
          </a:prstGeom>
          <a:solidFill>
            <a:schemeClr val="accent3"/>
          </a:solidFill>
          <a:ln>
            <a:solidFill>
              <a:schemeClr val="bg1">
                <a:lumMod val="8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64" name="Oval 63">
            <a:extLst>
              <a:ext uri="{FF2B5EF4-FFF2-40B4-BE49-F238E27FC236}">
                <a16:creationId xmlns:a16="http://schemas.microsoft.com/office/drawing/2014/main" id="{C85AC85C-E392-AA59-BF59-2C141E2BE54A}"/>
              </a:ext>
            </a:extLst>
          </p:cNvPr>
          <p:cNvSpPr/>
          <p:nvPr/>
        </p:nvSpPr>
        <p:spPr>
          <a:xfrm>
            <a:off x="11283993" y="2445137"/>
            <a:ext cx="914400" cy="914400"/>
          </a:xfrm>
          <a:prstGeom prst="ellipse">
            <a:avLst/>
          </a:prstGeom>
          <a:solidFill>
            <a:schemeClr val="accent2"/>
          </a:solidFill>
          <a:ln>
            <a:solidFill>
              <a:schemeClr val="bg1">
                <a:lumMod val="8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pic>
        <p:nvPicPr>
          <p:cNvPr id="65" name="Image 2" descr="preencoded.png">
            <a:extLst>
              <a:ext uri="{FF2B5EF4-FFF2-40B4-BE49-F238E27FC236}">
                <a16:creationId xmlns:a16="http://schemas.microsoft.com/office/drawing/2014/main" id="{6143FFD8-A03A-EE29-049C-1C5EB87B2FB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31137" y="2632196"/>
            <a:ext cx="553213" cy="553212"/>
          </a:xfrm>
          <a:prstGeom prst="rect">
            <a:avLst/>
          </a:prstGeom>
        </p:spPr>
      </p:pic>
      <p:pic>
        <p:nvPicPr>
          <p:cNvPr id="66" name="Graphic 65" descr="Scales of justice outline">
            <a:extLst>
              <a:ext uri="{FF2B5EF4-FFF2-40B4-BE49-F238E27FC236}">
                <a16:creationId xmlns:a16="http://schemas.microsoft.com/office/drawing/2014/main" id="{C26E1DF2-CF70-7635-F5EA-1BB86477D1F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17019" y="2622631"/>
            <a:ext cx="545888" cy="545888"/>
          </a:xfrm>
          <a:prstGeom prst="rect">
            <a:avLst/>
          </a:prstGeom>
        </p:spPr>
      </p:pic>
      <p:pic>
        <p:nvPicPr>
          <p:cNvPr id="67" name="Graphic 66" descr="Magnifying glass outline">
            <a:extLst>
              <a:ext uri="{FF2B5EF4-FFF2-40B4-BE49-F238E27FC236}">
                <a16:creationId xmlns:a16="http://schemas.microsoft.com/office/drawing/2014/main" id="{80833B19-F176-CC64-7497-69A79769611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481496" y="2666015"/>
            <a:ext cx="519393" cy="519393"/>
          </a:xfrm>
          <a:prstGeom prst="rect">
            <a:avLst/>
          </a:prstGeom>
        </p:spPr>
      </p:pic>
    </p:spTree>
    <p:extLst>
      <p:ext uri="{BB962C8B-B14F-4D97-AF65-F5344CB8AC3E}">
        <p14:creationId xmlns:p14="http://schemas.microsoft.com/office/powerpoint/2010/main" val="294111276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24CACE3-58B6-DB19-06D7-5CA041C87E72}"/>
              </a:ext>
            </a:extLst>
          </p:cNvPr>
          <p:cNvSpPr>
            <a:spLocks noGrp="1"/>
          </p:cNvSpPr>
          <p:nvPr>
            <p:ph type="title"/>
          </p:nvPr>
        </p:nvSpPr>
        <p:spPr/>
        <p:txBody>
          <a:bodyPr/>
          <a:lstStyle/>
          <a:p>
            <a:r>
              <a:rPr lang="en-US">
                <a:solidFill>
                  <a:srgbClr val="262323"/>
                </a:solidFill>
                <a:ea typeface="PP Neue Machina Bold" pitchFamily="34" charset="-122"/>
              </a:rPr>
              <a:t>10x AI Pods for Test Unit / Others</a:t>
            </a:r>
            <a:endParaRPr lang="en-US"/>
          </a:p>
        </p:txBody>
      </p:sp>
      <p:sp>
        <p:nvSpPr>
          <p:cNvPr id="4" name="Shape 4">
            <a:extLst>
              <a:ext uri="{FF2B5EF4-FFF2-40B4-BE49-F238E27FC236}">
                <a16:creationId xmlns:a16="http://schemas.microsoft.com/office/drawing/2014/main" id="{5C1E4079-3EE1-CB75-1AB4-EEA994DB8220}"/>
              </a:ext>
            </a:extLst>
          </p:cNvPr>
          <p:cNvSpPr/>
          <p:nvPr/>
        </p:nvSpPr>
        <p:spPr>
          <a:xfrm>
            <a:off x="694611" y="2557842"/>
            <a:ext cx="6422231" cy="2126569"/>
          </a:xfrm>
          <a:prstGeom prst="round2DiagRect">
            <a:avLst/>
          </a:prstGeom>
          <a:solidFill>
            <a:schemeClr val="bg1"/>
          </a:solidFill>
          <a:ln w="19050">
            <a:solidFill>
              <a:schemeClr val="accent5"/>
            </a:solidFill>
            <a:prstDash val="lgDash"/>
          </a:ln>
          <a:effectLst>
            <a:outerShdw blurRad="50800" dist="38100" dir="2700000" algn="tl"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8" name="Shape 7">
            <a:extLst>
              <a:ext uri="{FF2B5EF4-FFF2-40B4-BE49-F238E27FC236}">
                <a16:creationId xmlns:a16="http://schemas.microsoft.com/office/drawing/2014/main" id="{93D2B084-9F8A-C644-3226-20C89C3014C7}"/>
              </a:ext>
            </a:extLst>
          </p:cNvPr>
          <p:cNvSpPr/>
          <p:nvPr/>
        </p:nvSpPr>
        <p:spPr>
          <a:xfrm>
            <a:off x="7589039" y="2557842"/>
            <a:ext cx="6422231" cy="2126569"/>
          </a:xfrm>
          <a:prstGeom prst="round2DiagRect">
            <a:avLst/>
          </a:prstGeom>
          <a:solidFill>
            <a:schemeClr val="bg1"/>
          </a:solidFill>
          <a:ln w="19050">
            <a:solidFill>
              <a:schemeClr val="accent2"/>
            </a:solidFill>
            <a:prstDash val="lgDash"/>
          </a:ln>
          <a:effectLst>
            <a:outerShdw blurRad="50800" dist="38100" dir="2700000" algn="tl"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12" name="Shape 10">
            <a:extLst>
              <a:ext uri="{FF2B5EF4-FFF2-40B4-BE49-F238E27FC236}">
                <a16:creationId xmlns:a16="http://schemas.microsoft.com/office/drawing/2014/main" id="{C2BF8B2A-C913-939A-2590-6108CC81FB83}"/>
              </a:ext>
            </a:extLst>
          </p:cNvPr>
          <p:cNvSpPr/>
          <p:nvPr/>
        </p:nvSpPr>
        <p:spPr>
          <a:xfrm>
            <a:off x="694611" y="4942402"/>
            <a:ext cx="6422231" cy="2126569"/>
          </a:xfrm>
          <a:prstGeom prst="round2DiagRect">
            <a:avLst/>
          </a:prstGeom>
          <a:solidFill>
            <a:schemeClr val="bg1"/>
          </a:solidFill>
          <a:ln w="19050">
            <a:solidFill>
              <a:schemeClr val="accent3"/>
            </a:solidFill>
            <a:prstDash val="lgDash"/>
          </a:ln>
          <a:effectLst>
            <a:outerShdw blurRad="50800" dist="38100" dir="2700000" algn="tl"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16" name="Shape 13">
            <a:extLst>
              <a:ext uri="{FF2B5EF4-FFF2-40B4-BE49-F238E27FC236}">
                <a16:creationId xmlns:a16="http://schemas.microsoft.com/office/drawing/2014/main" id="{D0BD1CEE-1C27-E47B-5EBE-05D3AF15F2E1}"/>
              </a:ext>
            </a:extLst>
          </p:cNvPr>
          <p:cNvSpPr/>
          <p:nvPr/>
        </p:nvSpPr>
        <p:spPr>
          <a:xfrm>
            <a:off x="7589039" y="4942402"/>
            <a:ext cx="6422231" cy="2126569"/>
          </a:xfrm>
          <a:prstGeom prst="round2DiagRect">
            <a:avLst/>
          </a:prstGeom>
          <a:solidFill>
            <a:schemeClr val="bg1"/>
          </a:solidFill>
          <a:ln w="19050">
            <a:solidFill>
              <a:schemeClr val="accent6">
                <a:lumMod val="50000"/>
              </a:schemeClr>
            </a:solidFill>
            <a:prstDash val="lgDash"/>
          </a:ln>
          <a:effectLst>
            <a:outerShdw blurRad="50800" dist="38100" dir="2700000" algn="tl"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20" name="Rectangle 19">
            <a:extLst>
              <a:ext uri="{FF2B5EF4-FFF2-40B4-BE49-F238E27FC236}">
                <a16:creationId xmlns:a16="http://schemas.microsoft.com/office/drawing/2014/main" id="{EB7BEE92-239B-E0F5-D370-D91EDBF01186}"/>
              </a:ext>
            </a:extLst>
          </p:cNvPr>
          <p:cNvSpPr/>
          <p:nvPr/>
        </p:nvSpPr>
        <p:spPr>
          <a:xfrm>
            <a:off x="1034410" y="2557842"/>
            <a:ext cx="1173531" cy="2126569"/>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1" name="Rectangle 20">
            <a:extLst>
              <a:ext uri="{FF2B5EF4-FFF2-40B4-BE49-F238E27FC236}">
                <a16:creationId xmlns:a16="http://schemas.microsoft.com/office/drawing/2014/main" id="{D6CEF501-7E27-12F1-281B-F24696268B8A}"/>
              </a:ext>
            </a:extLst>
          </p:cNvPr>
          <p:cNvSpPr/>
          <p:nvPr/>
        </p:nvSpPr>
        <p:spPr>
          <a:xfrm>
            <a:off x="1034410" y="4944203"/>
            <a:ext cx="1173531" cy="21265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2" name="Rectangle 21">
            <a:extLst>
              <a:ext uri="{FF2B5EF4-FFF2-40B4-BE49-F238E27FC236}">
                <a16:creationId xmlns:a16="http://schemas.microsoft.com/office/drawing/2014/main" id="{D67BEE1C-1116-4859-6425-FA30901AB36A}"/>
              </a:ext>
            </a:extLst>
          </p:cNvPr>
          <p:cNvSpPr/>
          <p:nvPr/>
        </p:nvSpPr>
        <p:spPr>
          <a:xfrm>
            <a:off x="7970469" y="2557842"/>
            <a:ext cx="1173531" cy="212656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3" name="Rectangle 22">
            <a:extLst>
              <a:ext uri="{FF2B5EF4-FFF2-40B4-BE49-F238E27FC236}">
                <a16:creationId xmlns:a16="http://schemas.microsoft.com/office/drawing/2014/main" id="{CE08E021-13FF-098D-E2A5-8D6EBE1A7A2E}"/>
              </a:ext>
            </a:extLst>
          </p:cNvPr>
          <p:cNvSpPr/>
          <p:nvPr/>
        </p:nvSpPr>
        <p:spPr>
          <a:xfrm>
            <a:off x="7970469" y="4944203"/>
            <a:ext cx="1173531" cy="2126569"/>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4" name="Text 5">
            <a:extLst>
              <a:ext uri="{FF2B5EF4-FFF2-40B4-BE49-F238E27FC236}">
                <a16:creationId xmlns:a16="http://schemas.microsoft.com/office/drawing/2014/main" id="{4B3260B0-8648-0BF1-D0BA-0A792DFA1CB2}"/>
              </a:ext>
            </a:extLst>
          </p:cNvPr>
          <p:cNvSpPr/>
          <p:nvPr/>
        </p:nvSpPr>
        <p:spPr>
          <a:xfrm>
            <a:off x="2372550" y="2771322"/>
            <a:ext cx="2480905" cy="310158"/>
          </a:xfrm>
          <a:prstGeom prst="rect">
            <a:avLst/>
          </a:prstGeom>
          <a:noFill/>
          <a:ln/>
        </p:spPr>
        <p:txBody>
          <a:bodyPr wrap="none" lIns="0" tIns="0" rIns="0" bIns="0" rtlCol="0" anchor="t"/>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2000" b="1" i="0" u="none" strike="noStrike" kern="1200" cap="none" spc="0" normalizeH="0" baseline="0" noProof="0">
                <a:ln>
                  <a:noFill/>
                </a:ln>
                <a:solidFill>
                  <a:srgbClr val="8C005A"/>
                </a:solidFill>
                <a:effectLst/>
                <a:uLnTx/>
                <a:uFillTx/>
                <a:latin typeface="Century Gothic" panose="020B0502020202020204" pitchFamily="34" charset="0"/>
                <a:ea typeface="PP Neue Machina Bold" pitchFamily="34" charset="-122"/>
                <a:cs typeface="PP Neue Machina Bold" pitchFamily="34" charset="-120"/>
              </a:rPr>
              <a:t>Composition</a:t>
            </a:r>
            <a:endParaRPr kumimoji="0" lang="en-US" sz="2000" b="0" i="0" u="none" strike="noStrike" kern="1200" cap="none" spc="0" normalizeH="0" baseline="0" noProof="0">
              <a:ln>
                <a:noFill/>
              </a:ln>
              <a:solidFill>
                <a:srgbClr val="8C005A"/>
              </a:solidFill>
              <a:effectLst/>
              <a:uLnTx/>
              <a:uFillTx/>
              <a:latin typeface="Century Gothic" panose="020B0502020202020204" pitchFamily="34" charset="0"/>
            </a:endParaRPr>
          </a:p>
        </p:txBody>
      </p:sp>
      <p:sp>
        <p:nvSpPr>
          <p:cNvPr id="25" name="Text 6">
            <a:extLst>
              <a:ext uri="{FF2B5EF4-FFF2-40B4-BE49-F238E27FC236}">
                <a16:creationId xmlns:a16="http://schemas.microsoft.com/office/drawing/2014/main" id="{A8FF4945-56D2-7E1C-FAFB-BC1699730709}"/>
              </a:ext>
            </a:extLst>
          </p:cNvPr>
          <p:cNvSpPr/>
          <p:nvPr/>
        </p:nvSpPr>
        <p:spPr>
          <a:xfrm>
            <a:off x="2350249" y="3200542"/>
            <a:ext cx="4560615" cy="1077218"/>
          </a:xfrm>
          <a:prstGeom prst="rect">
            <a:avLst/>
          </a:prstGeom>
          <a:noFill/>
          <a:ln/>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Century Gothic" pitchFamily="34" charset="0"/>
                <a:ea typeface="Century Gothic" pitchFamily="34" charset="-122"/>
                <a:cs typeface="Century Gothic" pitchFamily="34" charset="-120"/>
              </a:rPr>
              <a:t>Each pod: </a:t>
            </a:r>
            <a:r>
              <a:rPr kumimoji="0" lang="en-US" sz="1400" b="1" i="0" u="none" strike="noStrike" kern="1200" cap="none" spc="0" normalizeH="0" baseline="0" noProof="0">
                <a:ln>
                  <a:noFill/>
                </a:ln>
                <a:solidFill>
                  <a:srgbClr val="000000"/>
                </a:solidFill>
                <a:effectLst/>
                <a:uLnTx/>
                <a:uFillTx/>
                <a:latin typeface="Century Gothic" pitchFamily="34" charset="0"/>
                <a:ea typeface="Century Gothic" pitchFamily="34" charset="-122"/>
                <a:cs typeface="Century Gothic" pitchFamily="34" charset="-120"/>
              </a:rPr>
              <a:t>1–2 AI‑Architecture / AI‑Practice Leads + 3–5 AI‑Augmented Engineers.</a:t>
            </a:r>
            <a:r>
              <a:rPr kumimoji="0" lang="en-US" sz="1400" b="0" i="0" u="none" strike="noStrike" kern="1200" cap="none" spc="0" normalizeH="0" baseline="0" noProof="0">
                <a:ln>
                  <a:noFill/>
                </a:ln>
                <a:solidFill>
                  <a:srgbClr val="000000"/>
                </a:solidFill>
                <a:effectLst/>
                <a:uLnTx/>
                <a:uFillTx/>
                <a:latin typeface="Century Gothic" pitchFamily="34" charset="0"/>
                <a:ea typeface="Century Gothic" pitchFamily="34" charset="-122"/>
                <a:cs typeface="Century Gothic" pitchFamily="34" charset="-120"/>
              </a:rPr>
              <a: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Century Gothic" pitchFamily="34" charset="0"/>
                <a:ea typeface="Century Gothic" pitchFamily="34" charset="-122"/>
                <a:cs typeface="Century Gothic" pitchFamily="34" charset="-120"/>
              </a:rPr>
              <a:t>Roles cover: AI‑driven design, SDD‑based spec‑to‑code, AI‑assisted testing, AI‑enabled CI/CD, and observability.</a:t>
            </a:r>
            <a:endParaRPr kumimoji="0" lang="en-US" sz="14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26" name="Text 5">
            <a:extLst>
              <a:ext uri="{FF2B5EF4-FFF2-40B4-BE49-F238E27FC236}">
                <a16:creationId xmlns:a16="http://schemas.microsoft.com/office/drawing/2014/main" id="{2E0B5285-01C1-562A-50F8-EA001E570D8C}"/>
              </a:ext>
            </a:extLst>
          </p:cNvPr>
          <p:cNvSpPr/>
          <p:nvPr/>
        </p:nvSpPr>
        <p:spPr>
          <a:xfrm>
            <a:off x="2372550" y="5157683"/>
            <a:ext cx="2480905" cy="310158"/>
          </a:xfrm>
          <a:prstGeom prst="rect">
            <a:avLst/>
          </a:prstGeom>
          <a:noFill/>
          <a:ln/>
        </p:spPr>
        <p:txBody>
          <a:bodyPr wrap="none" lIns="0" tIns="0" rIns="0" bIns="0" rtlCol="0" anchor="t"/>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2000" b="1" i="0" u="none" strike="noStrike" kern="1200" cap="none" spc="0" normalizeH="0" baseline="0" noProof="0">
                <a:ln>
                  <a:noFill/>
                </a:ln>
                <a:solidFill>
                  <a:srgbClr val="5937AF"/>
                </a:solidFill>
                <a:effectLst/>
                <a:uLnTx/>
                <a:uFillTx/>
                <a:latin typeface="Century Gothic" panose="020B0502020202020204" pitchFamily="34" charset="0"/>
                <a:ea typeface="PP Neue Machina Bold" pitchFamily="34" charset="-122"/>
                <a:cs typeface="PP Neue Machina Bold" pitchFamily="34" charset="-120"/>
              </a:rPr>
              <a:t>Pricing</a:t>
            </a:r>
            <a:endParaRPr kumimoji="0" lang="en-US" sz="2000" b="0" i="0" u="none" strike="noStrike" kern="1200" cap="none" spc="0" normalizeH="0" baseline="0" noProof="0">
              <a:ln>
                <a:noFill/>
              </a:ln>
              <a:solidFill>
                <a:srgbClr val="5937AF"/>
              </a:solidFill>
              <a:effectLst/>
              <a:uLnTx/>
              <a:uFillTx/>
              <a:latin typeface="Century Gothic" panose="020B0502020202020204" pitchFamily="34" charset="0"/>
            </a:endParaRPr>
          </a:p>
        </p:txBody>
      </p:sp>
      <p:sp>
        <p:nvSpPr>
          <p:cNvPr id="27" name="Text 6">
            <a:extLst>
              <a:ext uri="{FF2B5EF4-FFF2-40B4-BE49-F238E27FC236}">
                <a16:creationId xmlns:a16="http://schemas.microsoft.com/office/drawing/2014/main" id="{AA9C65DF-6BF3-1B28-9889-D655996466A6}"/>
              </a:ext>
            </a:extLst>
          </p:cNvPr>
          <p:cNvSpPr/>
          <p:nvPr/>
        </p:nvSpPr>
        <p:spPr>
          <a:xfrm>
            <a:off x="2350249" y="5586903"/>
            <a:ext cx="4744291" cy="1292662"/>
          </a:xfrm>
          <a:prstGeom prst="rect">
            <a:avLst/>
          </a:prstGeom>
          <a:noFill/>
          <a:ln/>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Century Gothic" pitchFamily="34" charset="0"/>
                <a:ea typeface="Century Gothic" pitchFamily="34" charset="-122"/>
                <a:cs typeface="Century Gothic" pitchFamily="34" charset="-120"/>
              </a:rPr>
              <a:t>Premium offshore band of </a:t>
            </a:r>
            <a:r>
              <a:rPr kumimoji="0" lang="en-US" sz="1400" b="1" i="0" u="none" strike="noStrike" kern="1200" cap="none" spc="0" normalizeH="0" baseline="0" noProof="0">
                <a:ln>
                  <a:noFill/>
                </a:ln>
                <a:solidFill>
                  <a:srgbClr val="000000"/>
                </a:solidFill>
                <a:effectLst/>
                <a:uLnTx/>
                <a:uFillTx/>
                <a:latin typeface="Century Gothic" pitchFamily="34" charset="0"/>
                <a:ea typeface="Century Gothic" pitchFamily="34" charset="-122"/>
                <a:cs typeface="Century Gothic" pitchFamily="34" charset="-120"/>
              </a:rPr>
              <a:t>10–15K per‑month per resource</a:t>
            </a:r>
            <a:r>
              <a:rPr kumimoji="0" lang="en-US" sz="1400" b="0" i="0" u="none" strike="noStrike" kern="1200" cap="none" spc="0" normalizeH="0" baseline="0" noProof="0">
                <a:ln>
                  <a:noFill/>
                </a:ln>
                <a:solidFill>
                  <a:srgbClr val="000000"/>
                </a:solidFill>
                <a:effectLst/>
                <a:uLnTx/>
                <a:uFillTx/>
                <a:latin typeface="Century Gothic" pitchFamily="34" charset="0"/>
                <a:ea typeface="Century Gothic" pitchFamily="34" charset="-122"/>
                <a:cs typeface="Century Gothic" pitchFamily="34" charset="-120"/>
              </a:rPr>
              <a:t>, reflecting the "10x" AI‑multiplier (higher skills, AI‑tooling, governance, and outcome‑focus).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Century Gothic" pitchFamily="34" charset="0"/>
                <a:ea typeface="Century Gothic" pitchFamily="34" charset="-122"/>
                <a:cs typeface="Century Gothic" pitchFamily="34" charset="-120"/>
              </a:rPr>
              <a:t>Comparable to high‑end AI‑co‑pilot‑style agencies that charge 5–20K/month for AI‑driven workflow‑automation services.</a:t>
            </a:r>
            <a:endParaRPr kumimoji="0" lang="en-US" sz="14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28" name="Text 5">
            <a:extLst>
              <a:ext uri="{FF2B5EF4-FFF2-40B4-BE49-F238E27FC236}">
                <a16:creationId xmlns:a16="http://schemas.microsoft.com/office/drawing/2014/main" id="{98DF6E50-20C3-3790-C0E0-526F87FA6B2D}"/>
              </a:ext>
            </a:extLst>
          </p:cNvPr>
          <p:cNvSpPr/>
          <p:nvPr/>
        </p:nvSpPr>
        <p:spPr>
          <a:xfrm>
            <a:off x="9241701" y="2771322"/>
            <a:ext cx="2480905" cy="310158"/>
          </a:xfrm>
          <a:prstGeom prst="rect">
            <a:avLst/>
          </a:prstGeom>
          <a:noFill/>
          <a:ln/>
        </p:spPr>
        <p:txBody>
          <a:bodyPr wrap="none" lIns="0" tIns="0" rIns="0" bIns="0" rtlCol="0" anchor="t"/>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2000" b="1" i="0" u="none" strike="noStrike" kern="1200" cap="none" spc="0" normalizeH="0" baseline="0" noProof="0">
                <a:ln>
                  <a:noFill/>
                </a:ln>
                <a:solidFill>
                  <a:srgbClr val="006350"/>
                </a:solidFill>
                <a:effectLst/>
                <a:uLnTx/>
                <a:uFillTx/>
                <a:latin typeface="Century Gothic" panose="020B0502020202020204" pitchFamily="34" charset="0"/>
                <a:ea typeface="PP Neue Machina Bold" pitchFamily="34" charset="-122"/>
                <a:cs typeface="PP Neue Machina Bold" pitchFamily="34" charset="-120"/>
              </a:rPr>
              <a:t>Engagement model</a:t>
            </a:r>
            <a:endParaRPr kumimoji="0" lang="en-US" sz="2000" b="0" i="0" u="none" strike="noStrike" kern="1200" cap="none" spc="0" normalizeH="0" baseline="0" noProof="0">
              <a:ln>
                <a:noFill/>
              </a:ln>
              <a:solidFill>
                <a:srgbClr val="006350"/>
              </a:solidFill>
              <a:effectLst/>
              <a:uLnTx/>
              <a:uFillTx/>
              <a:latin typeface="Century Gothic" panose="020B0502020202020204" pitchFamily="34" charset="0"/>
            </a:endParaRPr>
          </a:p>
        </p:txBody>
      </p:sp>
      <p:sp>
        <p:nvSpPr>
          <p:cNvPr id="29" name="Text 6">
            <a:extLst>
              <a:ext uri="{FF2B5EF4-FFF2-40B4-BE49-F238E27FC236}">
                <a16:creationId xmlns:a16="http://schemas.microsoft.com/office/drawing/2014/main" id="{E4A5FAE4-6D93-68FA-E612-C1081CF3FA1A}"/>
              </a:ext>
            </a:extLst>
          </p:cNvPr>
          <p:cNvSpPr/>
          <p:nvPr/>
        </p:nvSpPr>
        <p:spPr>
          <a:xfrm>
            <a:off x="9219400" y="3200542"/>
            <a:ext cx="4791870" cy="1077218"/>
          </a:xfrm>
          <a:prstGeom prst="rect">
            <a:avLst/>
          </a:prstGeom>
          <a:noFill/>
          <a:ln/>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Century Gothic" pitchFamily="34" charset="0"/>
                <a:ea typeface="Century Gothic" pitchFamily="34" charset="-122"/>
                <a:cs typeface="Century Gothic" pitchFamily="34" charset="-120"/>
              </a:rPr>
              <a:t>Embedded with client teams (e.g., TU) as AI‑CoE‑style pods for AI‑driven SDLC transformation.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Century Gothic" pitchFamily="34" charset="0"/>
                <a:ea typeface="Century Gothic" pitchFamily="34" charset="-122"/>
                <a:cs typeface="Century Gothic" pitchFamily="34" charset="-120"/>
              </a:rPr>
              <a:t>Offered as managed services with KPIs around velocity, quality, test‑coverage, and AI‑tooling‑adoption‑rate.</a:t>
            </a:r>
            <a:endParaRPr kumimoji="0" lang="en-US" sz="14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30" name="Text 5">
            <a:extLst>
              <a:ext uri="{FF2B5EF4-FFF2-40B4-BE49-F238E27FC236}">
                <a16:creationId xmlns:a16="http://schemas.microsoft.com/office/drawing/2014/main" id="{231F375D-7EEE-5CB1-60B3-00B5AB56205F}"/>
              </a:ext>
            </a:extLst>
          </p:cNvPr>
          <p:cNvSpPr/>
          <p:nvPr/>
        </p:nvSpPr>
        <p:spPr>
          <a:xfrm>
            <a:off x="9241701" y="5157683"/>
            <a:ext cx="2480905" cy="310158"/>
          </a:xfrm>
          <a:prstGeom prst="rect">
            <a:avLst/>
          </a:prstGeom>
          <a:noFill/>
          <a:ln/>
        </p:spPr>
        <p:txBody>
          <a:bodyPr wrap="none" lIns="0" tIns="0" rIns="0" bIns="0" rtlCol="0" anchor="t"/>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2000" b="1" i="0" u="none" strike="noStrike" kern="1200" cap="none" spc="0" normalizeH="0" baseline="0" noProof="0">
                <a:ln>
                  <a:noFill/>
                </a:ln>
                <a:solidFill>
                  <a:srgbClr val="818181">
                    <a:lumMod val="50000"/>
                  </a:srgbClr>
                </a:solidFill>
                <a:effectLst/>
                <a:uLnTx/>
                <a:uFillTx/>
                <a:latin typeface="Century Gothic" panose="020B0502020202020204" pitchFamily="34" charset="0"/>
                <a:ea typeface="PP Neue Machina Bold" pitchFamily="34" charset="-122"/>
                <a:cs typeface="PP Neue Machina Bold" pitchFamily="34" charset="-120"/>
              </a:rPr>
              <a:t>Scope</a:t>
            </a:r>
            <a:endParaRPr kumimoji="0" lang="en-US" sz="2000" b="0" i="0" u="none" strike="noStrike" kern="1200" cap="none" spc="0" normalizeH="0" baseline="0" noProof="0">
              <a:ln>
                <a:noFill/>
              </a:ln>
              <a:solidFill>
                <a:srgbClr val="818181">
                  <a:lumMod val="50000"/>
                </a:srgbClr>
              </a:solidFill>
              <a:effectLst/>
              <a:uLnTx/>
              <a:uFillTx/>
              <a:latin typeface="Century Gothic" panose="020B0502020202020204" pitchFamily="34" charset="0"/>
            </a:endParaRPr>
          </a:p>
        </p:txBody>
      </p:sp>
      <p:sp>
        <p:nvSpPr>
          <p:cNvPr id="31" name="Text 6">
            <a:extLst>
              <a:ext uri="{FF2B5EF4-FFF2-40B4-BE49-F238E27FC236}">
                <a16:creationId xmlns:a16="http://schemas.microsoft.com/office/drawing/2014/main" id="{376EFA51-BD7E-06F0-BCB7-158AB902265D}"/>
              </a:ext>
            </a:extLst>
          </p:cNvPr>
          <p:cNvSpPr/>
          <p:nvPr/>
        </p:nvSpPr>
        <p:spPr>
          <a:xfrm>
            <a:off x="9219400" y="5586903"/>
            <a:ext cx="4744291" cy="861774"/>
          </a:xfrm>
          <a:prstGeom prst="rect">
            <a:avLst/>
          </a:prstGeom>
          <a:noFill/>
          <a:ln/>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Century Gothic" pitchFamily="34" charset="0"/>
                <a:ea typeface="Century Gothic" pitchFamily="34" charset="-122"/>
                <a:cs typeface="Century Gothic" pitchFamily="34" charset="-120"/>
              </a:rPr>
              <a:t>Work on AI‑driven testing, SDD‑style development, AI‑assisted code‑generation, and AI‑enabled CI/CD pipelines tailored to the client's stack (e.g., Test Unit, cloud‑native, SaaS, etc.).</a:t>
            </a:r>
            <a:endParaRPr kumimoji="0" lang="en-US" sz="14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32" name="Text 2">
            <a:extLst>
              <a:ext uri="{FF2B5EF4-FFF2-40B4-BE49-F238E27FC236}">
                <a16:creationId xmlns:a16="http://schemas.microsoft.com/office/drawing/2014/main" id="{8F2C45FD-4CC9-CA45-77EA-FDF9F676E562}"/>
              </a:ext>
            </a:extLst>
          </p:cNvPr>
          <p:cNvSpPr/>
          <p:nvPr/>
        </p:nvSpPr>
        <p:spPr>
          <a:xfrm>
            <a:off x="937653" y="1978694"/>
            <a:ext cx="12755095" cy="272447"/>
          </a:xfrm>
          <a:prstGeom prst="rect">
            <a:avLst/>
          </a:prstGeom>
          <a:noFill/>
          <a:ln/>
        </p:spPr>
        <p:txBody>
          <a:bodyPr wrap="none" lIns="0" tIns="0" rIns="0" bIns="0" rtlCol="0" anchor="t">
            <a:spAutoFit/>
          </a:bodyPr>
          <a:lstStyle/>
          <a:p>
            <a:pPr marL="0" marR="0" lvl="0" indent="0" algn="ctr" defTabSz="914400" rtl="0" eaLnBrk="1" fontAlgn="auto" latinLnBrk="0" hangingPunct="1">
              <a:lnSpc>
                <a:spcPts val="2300"/>
              </a:lnSpc>
              <a:spcBef>
                <a:spcPts val="0"/>
              </a:spcBef>
              <a:spcAft>
                <a:spcPts val="0"/>
              </a:spcAft>
              <a:buClrTx/>
              <a:buSzTx/>
              <a:buFontTx/>
              <a:buNone/>
              <a:tabLst/>
              <a:defRPr/>
            </a:pPr>
            <a:r>
              <a:rPr kumimoji="0" lang="en-US" b="0" i="0" u="none" strike="noStrike" kern="1200" cap="none" spc="0" normalizeH="0" baseline="0" noProof="0">
                <a:ln>
                  <a:noFill/>
                </a:ln>
                <a:solidFill>
                  <a:srgbClr val="000000"/>
                </a:solidFill>
                <a:effectLst/>
                <a:uLnTx/>
                <a:uFillTx/>
                <a:latin typeface="Century Gothic" panose="020B0502020202020204" pitchFamily="34" charset="0"/>
                <a:ea typeface="Century Gothic" pitchFamily="34" charset="-122"/>
                <a:cs typeface="Century Gothic" pitchFamily="34" charset="-120"/>
              </a:rPr>
              <a:t>10x AI Pods are dedicated, outcome‑driven AI‑enabled engineering teams offered as a premium offshore service:</a:t>
            </a:r>
          </a:p>
        </p:txBody>
      </p:sp>
      <p:sp>
        <p:nvSpPr>
          <p:cNvPr id="33" name="Text 1">
            <a:extLst>
              <a:ext uri="{FF2B5EF4-FFF2-40B4-BE49-F238E27FC236}">
                <a16:creationId xmlns:a16="http://schemas.microsoft.com/office/drawing/2014/main" id="{8633EDBD-A2EF-68ED-DD6A-7F9327BE37CC}"/>
              </a:ext>
            </a:extLst>
          </p:cNvPr>
          <p:cNvSpPr/>
          <p:nvPr/>
        </p:nvSpPr>
        <p:spPr>
          <a:xfrm>
            <a:off x="3888606" y="1319961"/>
            <a:ext cx="6554805" cy="505034"/>
          </a:xfrm>
          <a:prstGeom prst="round2DiagRect">
            <a:avLst/>
          </a:prstGeom>
          <a:solidFill>
            <a:schemeClr val="accent6">
              <a:lumMod val="50000"/>
            </a:schemeClr>
          </a:solidFill>
          <a:ln>
            <a:solidFill>
              <a:schemeClr val="bg1">
                <a:lumMod val="65000"/>
              </a:schemeClr>
            </a:solidFill>
          </a:ln>
        </p:spPr>
        <p:txBody>
          <a:bodyPr wrap="none" lIns="0" tIns="0" rIns="0" bIns="0" rtlCol="0" anchor="ctr"/>
          <a:lstStyle/>
          <a:p>
            <a:pPr marL="0" marR="0" lvl="0" indent="0" algn="ctr" defTabSz="914400" rtl="0" eaLnBrk="1" fontAlgn="auto" latinLnBrk="0" hangingPunct="1">
              <a:lnSpc>
                <a:spcPts val="23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Century Gothic" panose="020B0502020202020204" pitchFamily="34" charset="0"/>
                <a:ea typeface="PP Neue Machina Bold" pitchFamily="34" charset="-122"/>
                <a:cs typeface="PP Neue Machina Bold" pitchFamily="34" charset="-120"/>
              </a:rPr>
              <a:t>With Premium Offshore Pricing: 10–15k Per‑month</a:t>
            </a:r>
          </a:p>
        </p:txBody>
      </p:sp>
      <p:pic>
        <p:nvPicPr>
          <p:cNvPr id="35" name="Graphic 34">
            <a:extLst>
              <a:ext uri="{FF2B5EF4-FFF2-40B4-BE49-F238E27FC236}">
                <a16:creationId xmlns:a16="http://schemas.microsoft.com/office/drawing/2014/main" id="{374676D9-63B3-2362-22A8-2F573BF3EA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97234" y="5647487"/>
            <a:ext cx="720000" cy="720000"/>
          </a:xfrm>
          <a:prstGeom prst="rect">
            <a:avLst/>
          </a:prstGeom>
        </p:spPr>
      </p:pic>
      <p:pic>
        <p:nvPicPr>
          <p:cNvPr id="37" name="Graphic 36">
            <a:extLst>
              <a:ext uri="{FF2B5EF4-FFF2-40B4-BE49-F238E27FC236}">
                <a16:creationId xmlns:a16="http://schemas.microsoft.com/office/drawing/2014/main" id="{06B69C14-84A4-C154-33E7-73E742CA27B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197234" y="3261126"/>
            <a:ext cx="720000" cy="720000"/>
          </a:xfrm>
          <a:prstGeom prst="rect">
            <a:avLst/>
          </a:prstGeom>
        </p:spPr>
      </p:pic>
      <p:pic>
        <p:nvPicPr>
          <p:cNvPr id="39" name="Graphic 38">
            <a:extLst>
              <a:ext uri="{FF2B5EF4-FFF2-40B4-BE49-F238E27FC236}">
                <a16:creationId xmlns:a16="http://schemas.microsoft.com/office/drawing/2014/main" id="{EF8E834C-3EF7-688E-CDF2-68BE0529672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61175" y="5647487"/>
            <a:ext cx="720000" cy="720000"/>
          </a:xfrm>
          <a:prstGeom prst="rect">
            <a:avLst/>
          </a:prstGeom>
        </p:spPr>
      </p:pic>
      <p:pic>
        <p:nvPicPr>
          <p:cNvPr id="41" name="Graphic 40">
            <a:extLst>
              <a:ext uri="{FF2B5EF4-FFF2-40B4-BE49-F238E27FC236}">
                <a16:creationId xmlns:a16="http://schemas.microsoft.com/office/drawing/2014/main" id="{B4B40719-7227-3650-A0F2-AC040718E16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261175" y="3261126"/>
            <a:ext cx="720000" cy="720000"/>
          </a:xfrm>
          <a:prstGeom prst="rect">
            <a:avLst/>
          </a:prstGeom>
        </p:spPr>
      </p:pic>
    </p:spTree>
    <p:extLst>
      <p:ext uri="{BB962C8B-B14F-4D97-AF65-F5344CB8AC3E}">
        <p14:creationId xmlns:p14="http://schemas.microsoft.com/office/powerpoint/2010/main" val="205883649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Picture 2">
            <a:extLst>
              <a:ext uri="{FF2B5EF4-FFF2-40B4-BE49-F238E27FC236}">
                <a16:creationId xmlns:a16="http://schemas.microsoft.com/office/drawing/2014/main" id="{936B1395-2FA2-0F37-AE4B-1D6D03BF15C9}"/>
              </a:ext>
            </a:extLst>
          </p:cNvPr>
          <p:cNvPicPr>
            <a:picLocks noChangeAspect="1" noChangeArrowheads="1"/>
          </p:cNvPicPr>
          <p:nvPr/>
        </p:nvPicPr>
        <p:blipFill>
          <a:blip r:embed="rId2"/>
          <a:srcRect/>
          <a:stretch/>
        </p:blipFill>
        <p:spPr bwMode="auto">
          <a:xfrm>
            <a:off x="7819990" y="859441"/>
            <a:ext cx="6811022" cy="6658652"/>
          </a:xfrm>
          <a:prstGeom prst="rect">
            <a:avLst/>
          </a:prstGeom>
          <a:noFill/>
          <a:extLst>
            <a:ext uri="{909E8E84-426E-40DD-AFC4-6F175D3DCCD1}">
              <a14:hiddenFill xmlns:a14="http://schemas.microsoft.com/office/drawing/2010/main">
                <a:solidFill>
                  <a:srgbClr val="FFFFFF"/>
                </a:solidFill>
              </a14:hiddenFill>
            </a:ext>
          </a:extLst>
        </p:spPr>
      </p:pic>
      <p:sp>
        <p:nvSpPr>
          <p:cNvPr id="41" name="Rectangle 40">
            <a:extLst>
              <a:ext uri="{FF2B5EF4-FFF2-40B4-BE49-F238E27FC236}">
                <a16:creationId xmlns:a16="http://schemas.microsoft.com/office/drawing/2014/main" id="{CF623113-953E-3561-9745-D56D8708EC1B}"/>
              </a:ext>
            </a:extLst>
          </p:cNvPr>
          <p:cNvSpPr/>
          <p:nvPr/>
        </p:nvSpPr>
        <p:spPr>
          <a:xfrm>
            <a:off x="6810411" y="439451"/>
            <a:ext cx="3337199" cy="7205859"/>
          </a:xfrm>
          <a:prstGeom prst="rect">
            <a:avLst/>
          </a:prstGeom>
          <a:gradFill flip="none" rotWithShape="1">
            <a:gsLst>
              <a:gs pos="0">
                <a:schemeClr val="bg1">
                  <a:alpha val="0"/>
                </a:schemeClr>
              </a:gs>
              <a:gs pos="70000">
                <a:schemeClr val="bg1"/>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 name="Title 2">
            <a:extLst>
              <a:ext uri="{FF2B5EF4-FFF2-40B4-BE49-F238E27FC236}">
                <a16:creationId xmlns:a16="http://schemas.microsoft.com/office/drawing/2014/main" id="{905881FC-065A-4689-58C1-92797845A731}"/>
              </a:ext>
            </a:extLst>
          </p:cNvPr>
          <p:cNvSpPr>
            <a:spLocks noGrp="1"/>
          </p:cNvSpPr>
          <p:nvPr>
            <p:ph type="title"/>
          </p:nvPr>
        </p:nvSpPr>
        <p:spPr/>
        <p:txBody>
          <a:bodyPr/>
          <a:lstStyle/>
          <a:p>
            <a:r>
              <a:rPr lang="en-US">
                <a:ea typeface="+mj-lt"/>
                <a:cs typeface="+mj-lt"/>
              </a:rPr>
              <a:t>Outcomes</a:t>
            </a:r>
            <a:endParaRPr lang="en-US"/>
          </a:p>
        </p:txBody>
      </p:sp>
      <p:sp>
        <p:nvSpPr>
          <p:cNvPr id="5" name="Shape 1">
            <a:extLst>
              <a:ext uri="{FF2B5EF4-FFF2-40B4-BE49-F238E27FC236}">
                <a16:creationId xmlns:a16="http://schemas.microsoft.com/office/drawing/2014/main" id="{4E19ED0D-1D62-2EE0-C90C-1C22CD88F2DA}"/>
              </a:ext>
            </a:extLst>
          </p:cNvPr>
          <p:cNvSpPr>
            <a:spLocks/>
          </p:cNvSpPr>
          <p:nvPr/>
        </p:nvSpPr>
        <p:spPr>
          <a:xfrm>
            <a:off x="619125" y="1135713"/>
            <a:ext cx="7401946" cy="1093790"/>
          </a:xfrm>
          <a:prstGeom prst="roundRect">
            <a:avLst>
              <a:gd name="adj" fmla="val 4194"/>
            </a:avLst>
          </a:prstGeom>
          <a:solidFill>
            <a:schemeClr val="bg1"/>
          </a:solidFill>
          <a:ln w="22860">
            <a:solidFill>
              <a:schemeClr val="accent2"/>
            </a:solidFill>
            <a:prstDash val="solid"/>
          </a:ln>
          <a:effectLst>
            <a:outerShdw blurRad="50800" dist="38100" dir="2700000" algn="tl" rotWithShape="0">
              <a:prstClr val="black">
                <a:alpha val="40000"/>
              </a:prstClr>
            </a:outerShdw>
          </a:effectLst>
        </p:spPr>
        <p:txBody>
          <a:bodyPr/>
          <a:lstStyle/>
          <a:p>
            <a:pPr marL="0" marR="0" lvl="0" indent="0" algn="l" defTabSz="1097236" rtl="0" eaLnBrk="1" fontAlgn="auto" latinLnBrk="0" hangingPunct="1">
              <a:lnSpc>
                <a:spcPct val="100000"/>
              </a:lnSpc>
              <a:spcBef>
                <a:spcPts val="0"/>
              </a:spcBef>
              <a:spcAft>
                <a:spcPts val="0"/>
              </a:spcAft>
              <a:buClrTx/>
              <a:buSzTx/>
              <a:buFontTx/>
              <a:buNone/>
              <a:tabLst/>
              <a:defRPr/>
            </a:pPr>
            <a:endParaRPr kumimoji="0" lang="en-IN" sz="216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7" name="TextBox 6">
            <a:extLst>
              <a:ext uri="{FF2B5EF4-FFF2-40B4-BE49-F238E27FC236}">
                <a16:creationId xmlns:a16="http://schemas.microsoft.com/office/drawing/2014/main" id="{421D05C3-980B-C35B-2AEE-81080348C700}"/>
              </a:ext>
            </a:extLst>
          </p:cNvPr>
          <p:cNvSpPr txBox="1"/>
          <p:nvPr/>
        </p:nvSpPr>
        <p:spPr>
          <a:xfrm>
            <a:off x="1163071" y="1319015"/>
            <a:ext cx="6858000" cy="736099"/>
          </a:xfrm>
          <a:prstGeom prst="rect">
            <a:avLst/>
          </a:prstGeom>
          <a:noFill/>
        </p:spPr>
        <p:txBody>
          <a:bodyPr wrap="square" lIns="0" tIns="0" rIns="0" bIns="0" rtlCol="0">
            <a:spAutoFit/>
          </a:bodyPr>
          <a:lstStyle/>
          <a:p>
            <a:pPr marL="0" marR="0" lvl="0" indent="0" algn="l" defTabSz="1097236" rtl="0" eaLnBrk="1" fontAlgn="auto" latinLnBrk="0" hangingPunct="1">
              <a:lnSpc>
                <a:spcPct val="100000"/>
              </a:lnSpc>
              <a:spcBef>
                <a:spcPts val="72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Century Gothic" panose="020B0502020202020204" pitchFamily="34" charset="0"/>
              </a:rPr>
              <a:t>Faster time‑to‑value</a:t>
            </a:r>
          </a:p>
          <a:p>
            <a:pPr marL="0" marR="0" lvl="0" indent="0" algn="l" defTabSz="1097236" rtl="0" eaLnBrk="1" fontAlgn="auto" latinLnBrk="0" hangingPunct="1">
              <a:lnSpc>
                <a:spcPct val="100000"/>
              </a:lnSpc>
              <a:spcBef>
                <a:spcPts val="72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entury Gothic" pitchFamily="34" charset="0"/>
                <a:ea typeface="Century Gothic" pitchFamily="34" charset="-122"/>
                <a:cs typeface="Century Gothic" pitchFamily="34" charset="-120"/>
              </a:rPr>
              <a:t>Shorter feedback loops from requirement to production via AI‑driven specs, code‑generation, and test‑automation.</a:t>
            </a:r>
            <a:endParaRPr kumimoji="0" lang="en-US" sz="1400" b="1" i="0" u="none" strike="noStrike" kern="1200" cap="none" spc="0" normalizeH="0" baseline="0" noProof="0">
              <a:ln>
                <a:noFill/>
              </a:ln>
              <a:solidFill>
                <a:prstClr val="black"/>
              </a:solidFill>
              <a:effectLst/>
              <a:uLnTx/>
              <a:uFillTx/>
              <a:latin typeface="Century Gothic" panose="020B0502020202020204" pitchFamily="34" charset="0"/>
            </a:endParaRPr>
          </a:p>
        </p:txBody>
      </p:sp>
      <p:sp>
        <p:nvSpPr>
          <p:cNvPr id="10" name="Shape 5">
            <a:extLst>
              <a:ext uri="{FF2B5EF4-FFF2-40B4-BE49-F238E27FC236}">
                <a16:creationId xmlns:a16="http://schemas.microsoft.com/office/drawing/2014/main" id="{AD11807A-04C2-22D5-101C-D71FDD844DB5}"/>
              </a:ext>
            </a:extLst>
          </p:cNvPr>
          <p:cNvSpPr>
            <a:spLocks/>
          </p:cNvSpPr>
          <p:nvPr/>
        </p:nvSpPr>
        <p:spPr>
          <a:xfrm>
            <a:off x="619125" y="2415303"/>
            <a:ext cx="7401946" cy="1093788"/>
          </a:xfrm>
          <a:prstGeom prst="roundRect">
            <a:avLst>
              <a:gd name="adj" fmla="val 4194"/>
            </a:avLst>
          </a:prstGeom>
          <a:solidFill>
            <a:schemeClr val="bg1"/>
          </a:solidFill>
          <a:ln w="22860">
            <a:solidFill>
              <a:schemeClr val="accent3"/>
            </a:solidFill>
            <a:prstDash val="solid"/>
          </a:ln>
          <a:effectLst>
            <a:outerShdw blurRad="50800" dist="38100" dir="2700000" algn="tl" rotWithShape="0">
              <a:prstClr val="black">
                <a:alpha val="40000"/>
              </a:prstClr>
            </a:outerShdw>
          </a:effectLst>
        </p:spPr>
        <p:txBody>
          <a:bodyPr/>
          <a:lstStyle/>
          <a:p>
            <a:pPr marL="0" marR="0" lvl="0" indent="0" algn="l" defTabSz="1097236" rtl="0" eaLnBrk="1" fontAlgn="auto" latinLnBrk="0" hangingPunct="1">
              <a:lnSpc>
                <a:spcPct val="100000"/>
              </a:lnSpc>
              <a:spcBef>
                <a:spcPts val="0"/>
              </a:spcBef>
              <a:spcAft>
                <a:spcPts val="0"/>
              </a:spcAft>
              <a:buClrTx/>
              <a:buSzTx/>
              <a:buFontTx/>
              <a:buNone/>
              <a:tabLst/>
              <a:defRPr/>
            </a:pPr>
            <a:endParaRPr kumimoji="0" lang="en-IN" sz="216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12" name="TextBox 11">
            <a:extLst>
              <a:ext uri="{FF2B5EF4-FFF2-40B4-BE49-F238E27FC236}">
                <a16:creationId xmlns:a16="http://schemas.microsoft.com/office/drawing/2014/main" id="{A332EC88-A0B8-53AB-F233-6D42E77FD0FF}"/>
              </a:ext>
            </a:extLst>
          </p:cNvPr>
          <p:cNvSpPr txBox="1"/>
          <p:nvPr/>
        </p:nvSpPr>
        <p:spPr>
          <a:xfrm>
            <a:off x="1163071" y="2599622"/>
            <a:ext cx="6858000" cy="736099"/>
          </a:xfrm>
          <a:prstGeom prst="rect">
            <a:avLst/>
          </a:prstGeom>
          <a:noFill/>
        </p:spPr>
        <p:txBody>
          <a:bodyPr wrap="square" lIns="0" tIns="0" rIns="0" bIns="0" rtlCol="0">
            <a:spAutoFit/>
          </a:bodyPr>
          <a:lstStyle/>
          <a:p>
            <a:pPr marL="0" marR="0" lvl="0" indent="0" algn="l" defTabSz="1097236" rtl="0" eaLnBrk="1" fontAlgn="auto" latinLnBrk="0" hangingPunct="1">
              <a:lnSpc>
                <a:spcPct val="100000"/>
              </a:lnSpc>
              <a:spcBef>
                <a:spcPts val="72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Century Gothic" panose="020B0502020202020204" pitchFamily="34" charset="0"/>
              </a:rPr>
              <a:t>Higher quality and reliability</a:t>
            </a:r>
          </a:p>
          <a:p>
            <a:pPr marL="0" marR="0" lvl="0" indent="0" algn="l" defTabSz="1097236" rtl="0" eaLnBrk="1" fontAlgn="auto" latinLnBrk="0" hangingPunct="1">
              <a:lnSpc>
                <a:spcPct val="100000"/>
              </a:lnSpc>
              <a:spcBef>
                <a:spcPts val="72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entury Gothic" pitchFamily="34" charset="0"/>
                <a:ea typeface="Century Gothic" pitchFamily="34" charset="-122"/>
                <a:cs typeface="Century Gothic" pitchFamily="34" charset="-120"/>
              </a:rPr>
              <a:t>Repeatable, AI‑governed workflows reduce human‑error and increase test‑coverage, security‑checks, and auditability.</a:t>
            </a:r>
            <a:endParaRPr kumimoji="0" lang="en-US" sz="1400" b="1"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15" name="Shape 9">
            <a:extLst>
              <a:ext uri="{FF2B5EF4-FFF2-40B4-BE49-F238E27FC236}">
                <a16:creationId xmlns:a16="http://schemas.microsoft.com/office/drawing/2014/main" id="{7BA286C2-7319-8F2C-0102-D2C0AC4617DC}"/>
              </a:ext>
            </a:extLst>
          </p:cNvPr>
          <p:cNvSpPr>
            <a:spLocks/>
          </p:cNvSpPr>
          <p:nvPr/>
        </p:nvSpPr>
        <p:spPr>
          <a:xfrm>
            <a:off x="619125" y="3694893"/>
            <a:ext cx="7401946" cy="1093788"/>
          </a:xfrm>
          <a:prstGeom prst="roundRect">
            <a:avLst>
              <a:gd name="adj" fmla="val 6068"/>
            </a:avLst>
          </a:prstGeom>
          <a:solidFill>
            <a:schemeClr val="bg1"/>
          </a:solidFill>
          <a:ln w="22860">
            <a:solidFill>
              <a:srgbClr val="FFC000"/>
            </a:solidFill>
            <a:prstDash val="solid"/>
          </a:ln>
          <a:effectLst>
            <a:outerShdw blurRad="50800" dist="38100" dir="2700000" algn="tl" rotWithShape="0">
              <a:prstClr val="black">
                <a:alpha val="40000"/>
              </a:prstClr>
            </a:outerShdw>
          </a:effectLst>
        </p:spPr>
        <p:txBody>
          <a:bodyPr/>
          <a:lstStyle/>
          <a:p>
            <a:pPr marL="0" marR="0" lvl="0" indent="0" algn="l" defTabSz="1097236" rtl="0" eaLnBrk="1" fontAlgn="auto" latinLnBrk="0" hangingPunct="1">
              <a:lnSpc>
                <a:spcPct val="100000"/>
              </a:lnSpc>
              <a:spcBef>
                <a:spcPts val="0"/>
              </a:spcBef>
              <a:spcAft>
                <a:spcPts val="0"/>
              </a:spcAft>
              <a:buClrTx/>
              <a:buSzTx/>
              <a:buFontTx/>
              <a:buNone/>
              <a:tabLst/>
              <a:defRPr/>
            </a:pPr>
            <a:endParaRPr kumimoji="0" lang="en-IN" sz="216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17" name="TextBox 16">
            <a:extLst>
              <a:ext uri="{FF2B5EF4-FFF2-40B4-BE49-F238E27FC236}">
                <a16:creationId xmlns:a16="http://schemas.microsoft.com/office/drawing/2014/main" id="{FF71C953-2F38-C2D7-6AAB-8CCF0E9D302B}"/>
              </a:ext>
            </a:extLst>
          </p:cNvPr>
          <p:cNvSpPr txBox="1"/>
          <p:nvPr/>
        </p:nvSpPr>
        <p:spPr>
          <a:xfrm>
            <a:off x="1163071" y="3874748"/>
            <a:ext cx="6858000" cy="736099"/>
          </a:xfrm>
          <a:prstGeom prst="rect">
            <a:avLst/>
          </a:prstGeom>
          <a:noFill/>
        </p:spPr>
        <p:txBody>
          <a:bodyPr wrap="square" lIns="0" tIns="0" rIns="0" bIns="0" rtlCol="0">
            <a:spAutoFit/>
          </a:bodyPr>
          <a:lstStyle/>
          <a:p>
            <a:pPr marL="0" marR="0" lvl="0" indent="0" algn="l" defTabSz="1097236" rtl="0" eaLnBrk="1" fontAlgn="auto" latinLnBrk="0" hangingPunct="1">
              <a:lnSpc>
                <a:spcPct val="100000"/>
              </a:lnSpc>
              <a:spcBef>
                <a:spcPts val="72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Century Gothic" panose="020B0502020202020204" pitchFamily="34" charset="0"/>
              </a:rPr>
              <a:t>AI‑maturity uplift</a:t>
            </a:r>
          </a:p>
          <a:p>
            <a:pPr marL="0" marR="0" lvl="0" indent="0" algn="l" defTabSz="1097236" rtl="0" eaLnBrk="1" fontAlgn="auto" latinLnBrk="0" hangingPunct="1">
              <a:lnSpc>
                <a:spcPct val="100000"/>
              </a:lnSpc>
              <a:spcBef>
                <a:spcPts val="72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entury Gothic" pitchFamily="34" charset="0"/>
                <a:ea typeface="Century Gothic" pitchFamily="34" charset="-122"/>
                <a:cs typeface="Century Gothic" pitchFamily="34" charset="-120"/>
              </a:rPr>
              <a:t>Clients build internal AI‑</a:t>
            </a:r>
            <a:r>
              <a:rPr kumimoji="0" lang="en-US" sz="1400" b="0" i="0" u="none" strike="noStrike" kern="1200" cap="none" spc="0" normalizeH="0" baseline="0" noProof="0" err="1">
                <a:ln>
                  <a:noFill/>
                </a:ln>
                <a:solidFill>
                  <a:srgbClr val="000000"/>
                </a:solidFill>
                <a:effectLst/>
                <a:uLnTx/>
                <a:uFillTx/>
                <a:latin typeface="Century Gothic" pitchFamily="34" charset="0"/>
                <a:ea typeface="Century Gothic" pitchFamily="34" charset="-122"/>
                <a:cs typeface="Century Gothic" pitchFamily="34" charset="-120"/>
              </a:rPr>
              <a:t>CoE</a:t>
            </a:r>
            <a:r>
              <a:rPr kumimoji="0" lang="en-US" sz="1400" b="0" i="0" u="none" strike="noStrike" kern="1200" cap="none" spc="0" normalizeH="0" baseline="0" noProof="0">
                <a:ln>
                  <a:noFill/>
                </a:ln>
                <a:solidFill>
                  <a:srgbClr val="000000"/>
                </a:solidFill>
                <a:effectLst/>
                <a:uLnTx/>
                <a:uFillTx/>
                <a:latin typeface="Century Gothic" pitchFamily="34" charset="0"/>
                <a:ea typeface="Century Gothic" pitchFamily="34" charset="-122"/>
                <a:cs typeface="Century Gothic" pitchFamily="34" charset="-120"/>
              </a:rPr>
              <a:t>‑style capability; 10x AI Pods act as catalysts and templates for AI‑enabled engineering across the organization.</a:t>
            </a:r>
            <a:endParaRPr kumimoji="0" lang="en-US" sz="1400" b="1"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20" name="Shape 13">
            <a:extLst>
              <a:ext uri="{FF2B5EF4-FFF2-40B4-BE49-F238E27FC236}">
                <a16:creationId xmlns:a16="http://schemas.microsoft.com/office/drawing/2014/main" id="{F04764A7-EFDA-3BDC-F49F-F94B6543231F}"/>
              </a:ext>
            </a:extLst>
          </p:cNvPr>
          <p:cNvSpPr>
            <a:spLocks/>
          </p:cNvSpPr>
          <p:nvPr/>
        </p:nvSpPr>
        <p:spPr>
          <a:xfrm>
            <a:off x="619125" y="6254069"/>
            <a:ext cx="7401946" cy="1093788"/>
          </a:xfrm>
          <a:prstGeom prst="roundRect">
            <a:avLst>
              <a:gd name="adj" fmla="val 4960"/>
            </a:avLst>
          </a:prstGeom>
          <a:solidFill>
            <a:schemeClr val="bg1"/>
          </a:solidFill>
          <a:ln w="22860">
            <a:solidFill>
              <a:schemeClr val="accent5"/>
            </a:solidFill>
            <a:prstDash val="solid"/>
          </a:ln>
          <a:effectLst>
            <a:outerShdw blurRad="50800" dist="38100" dir="2700000" algn="tl" rotWithShape="0">
              <a:prstClr val="black">
                <a:alpha val="40000"/>
              </a:prstClr>
            </a:outerShdw>
          </a:effectLst>
        </p:spPr>
        <p:txBody>
          <a:bodyPr/>
          <a:lstStyle/>
          <a:p>
            <a:pPr marL="0" marR="0" lvl="0" indent="0" algn="l" defTabSz="1097236" rtl="0" eaLnBrk="1" fontAlgn="auto" latinLnBrk="0" hangingPunct="1">
              <a:lnSpc>
                <a:spcPct val="100000"/>
              </a:lnSpc>
              <a:spcBef>
                <a:spcPts val="0"/>
              </a:spcBef>
              <a:spcAft>
                <a:spcPts val="0"/>
              </a:spcAft>
              <a:buClrTx/>
              <a:buSzTx/>
              <a:buFontTx/>
              <a:buNone/>
              <a:tabLst/>
              <a:defRPr/>
            </a:pPr>
            <a:endParaRPr kumimoji="0" lang="en-IN" sz="216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23" name="TextBox 22">
            <a:extLst>
              <a:ext uri="{FF2B5EF4-FFF2-40B4-BE49-F238E27FC236}">
                <a16:creationId xmlns:a16="http://schemas.microsoft.com/office/drawing/2014/main" id="{F9A16C13-DF60-07C6-1AB1-2DE4CE8334A4}"/>
              </a:ext>
            </a:extLst>
          </p:cNvPr>
          <p:cNvSpPr txBox="1"/>
          <p:nvPr/>
        </p:nvSpPr>
        <p:spPr>
          <a:xfrm>
            <a:off x="1163071" y="6573232"/>
            <a:ext cx="6858000" cy="520655"/>
          </a:xfrm>
          <a:prstGeom prst="rect">
            <a:avLst/>
          </a:prstGeom>
          <a:noFill/>
        </p:spPr>
        <p:txBody>
          <a:bodyPr wrap="square" lIns="0" tIns="0" rIns="0" bIns="0" rtlCol="0">
            <a:spAutoFit/>
          </a:bodyPr>
          <a:lstStyle/>
          <a:p>
            <a:pPr marL="0" marR="0" lvl="0" indent="0" algn="l" defTabSz="1097236" rtl="0" eaLnBrk="1" fontAlgn="auto" latinLnBrk="0" hangingPunct="1">
              <a:lnSpc>
                <a:spcPct val="100000"/>
              </a:lnSpc>
              <a:spcBef>
                <a:spcPts val="72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Century Gothic" panose="020B0502020202020204" pitchFamily="34" charset="0"/>
              </a:rPr>
              <a:t>ROI</a:t>
            </a:r>
          </a:p>
          <a:p>
            <a:pPr marL="0" marR="0" lvl="0" indent="0" algn="l" defTabSz="1097236" rtl="0" eaLnBrk="1" fontAlgn="auto" latinLnBrk="0" hangingPunct="1">
              <a:lnSpc>
                <a:spcPct val="100000"/>
              </a:lnSpc>
              <a:spcBef>
                <a:spcPts val="72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entury Gothic" pitchFamily="34" charset="0"/>
                <a:ea typeface="Century Gothic" pitchFamily="34" charset="-122"/>
                <a:cs typeface="Century Gothic" pitchFamily="34" charset="-120"/>
              </a:rPr>
              <a:t>Total cost includes Fixed Cost and Variable cost vis-a-vis Faster time to Value </a:t>
            </a:r>
          </a:p>
        </p:txBody>
      </p:sp>
      <p:sp>
        <p:nvSpPr>
          <p:cNvPr id="25" name="Shape 13">
            <a:extLst>
              <a:ext uri="{FF2B5EF4-FFF2-40B4-BE49-F238E27FC236}">
                <a16:creationId xmlns:a16="http://schemas.microsoft.com/office/drawing/2014/main" id="{64B8368B-5703-9821-55FB-EABFA46A3BF2}"/>
              </a:ext>
            </a:extLst>
          </p:cNvPr>
          <p:cNvSpPr>
            <a:spLocks/>
          </p:cNvSpPr>
          <p:nvPr/>
        </p:nvSpPr>
        <p:spPr>
          <a:xfrm>
            <a:off x="619125" y="4974481"/>
            <a:ext cx="7401946" cy="1093788"/>
          </a:xfrm>
          <a:prstGeom prst="roundRect">
            <a:avLst>
              <a:gd name="adj" fmla="val 4960"/>
            </a:avLst>
          </a:prstGeom>
          <a:solidFill>
            <a:schemeClr val="bg1"/>
          </a:solidFill>
          <a:ln w="22860">
            <a:solidFill>
              <a:schemeClr val="accent6">
                <a:lumMod val="75000"/>
              </a:schemeClr>
            </a:solidFill>
            <a:prstDash val="solid"/>
          </a:ln>
          <a:effectLst>
            <a:outerShdw blurRad="50800" dist="38100" dir="2700000" algn="tl" rotWithShape="0">
              <a:prstClr val="black">
                <a:alpha val="40000"/>
              </a:prstClr>
            </a:outerShdw>
          </a:effectLst>
        </p:spPr>
        <p:txBody>
          <a:bodyPr/>
          <a:lstStyle/>
          <a:p>
            <a:pPr marL="0" marR="0" lvl="0" indent="0" algn="l" defTabSz="1097236" rtl="0" eaLnBrk="1" fontAlgn="auto" latinLnBrk="0" hangingPunct="1">
              <a:lnSpc>
                <a:spcPct val="100000"/>
              </a:lnSpc>
              <a:spcBef>
                <a:spcPts val="0"/>
              </a:spcBef>
              <a:spcAft>
                <a:spcPts val="0"/>
              </a:spcAft>
              <a:buClrTx/>
              <a:buSzTx/>
              <a:buFontTx/>
              <a:buNone/>
              <a:tabLst/>
              <a:defRPr/>
            </a:pPr>
            <a:endParaRPr kumimoji="0" lang="en-IN" sz="216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28" name="TextBox 27">
            <a:extLst>
              <a:ext uri="{FF2B5EF4-FFF2-40B4-BE49-F238E27FC236}">
                <a16:creationId xmlns:a16="http://schemas.microsoft.com/office/drawing/2014/main" id="{CE376F1E-4177-1319-02E7-E79BB85ABB11}"/>
              </a:ext>
            </a:extLst>
          </p:cNvPr>
          <p:cNvSpPr txBox="1"/>
          <p:nvPr/>
        </p:nvSpPr>
        <p:spPr>
          <a:xfrm>
            <a:off x="1163071" y="5042094"/>
            <a:ext cx="6858000" cy="951543"/>
          </a:xfrm>
          <a:prstGeom prst="rect">
            <a:avLst/>
          </a:prstGeom>
          <a:noFill/>
        </p:spPr>
        <p:txBody>
          <a:bodyPr wrap="square" lIns="0" tIns="0" rIns="0" bIns="0" rtlCol="0">
            <a:spAutoFit/>
          </a:bodyPr>
          <a:lstStyle/>
          <a:p>
            <a:pPr marL="0" marR="0" lvl="0" indent="0" algn="l" defTabSz="1097236" rtl="0" eaLnBrk="1" fontAlgn="auto" latinLnBrk="0" hangingPunct="1">
              <a:lnSpc>
                <a:spcPct val="100000"/>
              </a:lnSpc>
              <a:spcBef>
                <a:spcPts val="72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Century Gothic" panose="020B0502020202020204" pitchFamily="34" charset="0"/>
              </a:rPr>
              <a:t>Economic advantage</a:t>
            </a:r>
          </a:p>
          <a:p>
            <a:pPr marL="0" marR="0" lvl="0" indent="0" algn="l" defTabSz="1097236" rtl="0" eaLnBrk="1" fontAlgn="auto" latinLnBrk="0" hangingPunct="1">
              <a:lnSpc>
                <a:spcPct val="100000"/>
              </a:lnSpc>
              <a:spcBef>
                <a:spcPts val="72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entury Gothic" pitchFamily="34" charset="0"/>
                <a:ea typeface="Century Gothic" pitchFamily="34" charset="-122"/>
                <a:cs typeface="Century Gothic" pitchFamily="34" charset="-120"/>
              </a:rPr>
              <a:t>Premium offshore pricing (</a:t>
            </a:r>
            <a:r>
              <a:rPr kumimoji="0" lang="en-US" sz="1400" b="1" i="0" u="none" strike="noStrike" kern="1200" cap="none" spc="0" normalizeH="0" baseline="0" noProof="0">
                <a:ln>
                  <a:noFill/>
                </a:ln>
                <a:solidFill>
                  <a:srgbClr val="000000"/>
                </a:solidFill>
                <a:effectLst/>
                <a:uLnTx/>
                <a:uFillTx/>
                <a:latin typeface="Century Gothic" pitchFamily="34" charset="0"/>
                <a:ea typeface="Century Gothic" pitchFamily="34" charset="-122"/>
                <a:cs typeface="Century Gothic" pitchFamily="34" charset="-120"/>
              </a:rPr>
              <a:t>10–15K/resource/month</a:t>
            </a:r>
            <a:r>
              <a:rPr kumimoji="0" lang="en-US" sz="1400" b="0" i="0" u="none" strike="noStrike" kern="1200" cap="none" spc="0" normalizeH="0" baseline="0" noProof="0">
                <a:ln>
                  <a:noFill/>
                </a:ln>
                <a:solidFill>
                  <a:srgbClr val="000000"/>
                </a:solidFill>
                <a:effectLst/>
                <a:uLnTx/>
                <a:uFillTx/>
                <a:latin typeface="Century Gothic" pitchFamily="34" charset="0"/>
                <a:ea typeface="Century Gothic" pitchFamily="34" charset="-122"/>
                <a:cs typeface="Century Gothic" pitchFamily="34" charset="-120"/>
              </a:rPr>
              <a:t>) still delivers </a:t>
            </a:r>
            <a:r>
              <a:rPr kumimoji="0" lang="en-US" sz="1400" b="1" i="0" u="none" strike="noStrike" kern="1200" cap="none" spc="0" normalizeH="0" baseline="0" noProof="0">
                <a:ln>
                  <a:noFill/>
                </a:ln>
                <a:solidFill>
                  <a:srgbClr val="000000"/>
                </a:solidFill>
                <a:effectLst/>
                <a:uLnTx/>
                <a:uFillTx/>
                <a:latin typeface="Century Gothic" pitchFamily="34" charset="0"/>
                <a:ea typeface="Century Gothic" pitchFamily="34" charset="-122"/>
                <a:cs typeface="Century Gothic" pitchFamily="34" charset="-120"/>
              </a:rPr>
              <a:t>10x leverage</a:t>
            </a:r>
            <a:r>
              <a:rPr kumimoji="0" lang="en-US" sz="1400" b="0" i="0" u="none" strike="noStrike" kern="1200" cap="none" spc="0" normalizeH="0" baseline="0" noProof="0">
                <a:ln>
                  <a:noFill/>
                </a:ln>
                <a:solidFill>
                  <a:srgbClr val="000000"/>
                </a:solidFill>
                <a:effectLst/>
                <a:uLnTx/>
                <a:uFillTx/>
                <a:latin typeface="Century Gothic" pitchFamily="34" charset="0"/>
                <a:ea typeface="Century Gothic" pitchFamily="34" charset="-122"/>
                <a:cs typeface="Century Gothic" pitchFamily="34" charset="-120"/>
              </a:rPr>
              <a:t> versus traditional offshore when factoring in AI‑multiplier productivity, quality, and reduced rework.</a:t>
            </a:r>
          </a:p>
        </p:txBody>
      </p:sp>
      <p:sp>
        <p:nvSpPr>
          <p:cNvPr id="30" name="Oval 29">
            <a:extLst>
              <a:ext uri="{FF2B5EF4-FFF2-40B4-BE49-F238E27FC236}">
                <a16:creationId xmlns:a16="http://schemas.microsoft.com/office/drawing/2014/main" id="{CB35EB2F-08DE-6896-24CB-FD0747500440}"/>
              </a:ext>
            </a:extLst>
          </p:cNvPr>
          <p:cNvSpPr/>
          <p:nvPr/>
        </p:nvSpPr>
        <p:spPr>
          <a:xfrm>
            <a:off x="222404" y="1290467"/>
            <a:ext cx="793441" cy="793441"/>
          </a:xfrm>
          <a:prstGeom prst="ellipse">
            <a:avLst/>
          </a:prstGeom>
          <a:solidFill>
            <a:schemeClr val="accent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1" name="Oval 30">
            <a:extLst>
              <a:ext uri="{FF2B5EF4-FFF2-40B4-BE49-F238E27FC236}">
                <a16:creationId xmlns:a16="http://schemas.microsoft.com/office/drawing/2014/main" id="{CF1B8B5C-37F1-0E89-FB0D-4F9EED64DBC7}"/>
              </a:ext>
            </a:extLst>
          </p:cNvPr>
          <p:cNvSpPr/>
          <p:nvPr/>
        </p:nvSpPr>
        <p:spPr>
          <a:xfrm>
            <a:off x="222404" y="2564095"/>
            <a:ext cx="793441" cy="793441"/>
          </a:xfrm>
          <a:prstGeom prst="ellipse">
            <a:avLst/>
          </a:prstGeom>
          <a:solidFill>
            <a:schemeClr val="accent3"/>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2" name="Oval 31">
            <a:extLst>
              <a:ext uri="{FF2B5EF4-FFF2-40B4-BE49-F238E27FC236}">
                <a16:creationId xmlns:a16="http://schemas.microsoft.com/office/drawing/2014/main" id="{8F078795-8CCC-8D81-0AD4-2AC1986AE554}"/>
              </a:ext>
            </a:extLst>
          </p:cNvPr>
          <p:cNvSpPr/>
          <p:nvPr/>
        </p:nvSpPr>
        <p:spPr>
          <a:xfrm>
            <a:off x="222404" y="3837724"/>
            <a:ext cx="793441" cy="793441"/>
          </a:xfrm>
          <a:prstGeom prst="ellipse">
            <a:avLst/>
          </a:prstGeom>
          <a:solidFill>
            <a:srgbClr val="FFC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3" name="Oval 32">
            <a:extLst>
              <a:ext uri="{FF2B5EF4-FFF2-40B4-BE49-F238E27FC236}">
                <a16:creationId xmlns:a16="http://schemas.microsoft.com/office/drawing/2014/main" id="{35D8B7E1-33BE-7EFC-FC0E-8EC02477C895}"/>
              </a:ext>
            </a:extLst>
          </p:cNvPr>
          <p:cNvSpPr/>
          <p:nvPr/>
        </p:nvSpPr>
        <p:spPr>
          <a:xfrm>
            <a:off x="222404" y="5111352"/>
            <a:ext cx="793441" cy="793441"/>
          </a:xfrm>
          <a:prstGeom prst="ellipse">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4" name="Oval 33">
            <a:extLst>
              <a:ext uri="{FF2B5EF4-FFF2-40B4-BE49-F238E27FC236}">
                <a16:creationId xmlns:a16="http://schemas.microsoft.com/office/drawing/2014/main" id="{664A0DA2-C29F-B4B4-FDB9-B08F8A456033}"/>
              </a:ext>
            </a:extLst>
          </p:cNvPr>
          <p:cNvSpPr/>
          <p:nvPr/>
        </p:nvSpPr>
        <p:spPr>
          <a:xfrm>
            <a:off x="222404" y="6401309"/>
            <a:ext cx="793441" cy="793441"/>
          </a:xfrm>
          <a:prstGeom prst="ellipse">
            <a:avLst/>
          </a:prstGeom>
          <a:solidFill>
            <a:schemeClr val="accent5"/>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pic>
        <p:nvPicPr>
          <p:cNvPr id="35" name="Graphic 34" descr="Bar graph with upward trend outline">
            <a:extLst>
              <a:ext uri="{FF2B5EF4-FFF2-40B4-BE49-F238E27FC236}">
                <a16:creationId xmlns:a16="http://schemas.microsoft.com/office/drawing/2014/main" id="{2933F08B-ADA6-8090-D0E4-1BF30D14C25F}"/>
              </a:ext>
            </a:extLst>
          </p:cNvPr>
          <p:cNvPicPr>
            <a:picLocks/>
          </p:cNvPicPr>
          <p:nvPr/>
        </p:nvPicPr>
        <p:blipFill>
          <a:blip r:embed="rId3">
            <a:extLst>
              <a:ext uri="{96DAC541-7B7A-43D3-8B79-37D633B846F1}">
                <asvg:svgBlip xmlns:asvg="http://schemas.microsoft.com/office/drawing/2016/SVG/main" r:embed="rId4"/>
              </a:ext>
            </a:extLst>
          </a:blip>
          <a:srcRect/>
          <a:stretch/>
        </p:blipFill>
        <p:spPr>
          <a:xfrm>
            <a:off x="349124" y="6528029"/>
            <a:ext cx="540000" cy="540000"/>
          </a:xfrm>
          <a:prstGeom prst="rect">
            <a:avLst/>
          </a:prstGeom>
        </p:spPr>
      </p:pic>
      <p:pic>
        <p:nvPicPr>
          <p:cNvPr id="36" name="Graphic 35" descr="Plugged Unplugged with solid fill">
            <a:extLst>
              <a:ext uri="{FF2B5EF4-FFF2-40B4-BE49-F238E27FC236}">
                <a16:creationId xmlns:a16="http://schemas.microsoft.com/office/drawing/2014/main" id="{E1601992-29BD-A470-22B4-080ADD09D2F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53070" y="5234624"/>
            <a:ext cx="540000" cy="540000"/>
          </a:xfrm>
          <a:prstGeom prst="rect">
            <a:avLst/>
          </a:prstGeom>
        </p:spPr>
      </p:pic>
      <p:pic>
        <p:nvPicPr>
          <p:cNvPr id="37" name="Graphic 36" descr="Programmer male with solid fill">
            <a:extLst>
              <a:ext uri="{FF2B5EF4-FFF2-40B4-BE49-F238E27FC236}">
                <a16:creationId xmlns:a16="http://schemas.microsoft.com/office/drawing/2014/main" id="{A843FEA6-1561-D19D-29E8-E367548D51EB}"/>
              </a:ext>
            </a:extLst>
          </p:cNvPr>
          <p:cNvPicPr>
            <a:picLocks/>
          </p:cNvPicPr>
          <p:nvPr/>
        </p:nvPicPr>
        <p:blipFill>
          <a:blip r:embed="rId7">
            <a:extLst>
              <a:ext uri="{96DAC541-7B7A-43D3-8B79-37D633B846F1}">
                <asvg:svgBlip xmlns:asvg="http://schemas.microsoft.com/office/drawing/2016/SVG/main" r:embed="rId8"/>
              </a:ext>
            </a:extLst>
          </a:blip>
          <a:stretch>
            <a:fillRect/>
          </a:stretch>
        </p:blipFill>
        <p:spPr>
          <a:xfrm>
            <a:off x="349124" y="1395115"/>
            <a:ext cx="540000" cy="540000"/>
          </a:xfrm>
          <a:prstGeom prst="rect">
            <a:avLst/>
          </a:prstGeom>
        </p:spPr>
      </p:pic>
      <p:pic>
        <p:nvPicPr>
          <p:cNvPr id="38" name="Graphic 37" descr="Shield Tick with solid fill">
            <a:extLst>
              <a:ext uri="{FF2B5EF4-FFF2-40B4-BE49-F238E27FC236}">
                <a16:creationId xmlns:a16="http://schemas.microsoft.com/office/drawing/2014/main" id="{1741212A-2DB8-29B6-4662-7539D726A5D3}"/>
              </a:ext>
            </a:extLst>
          </p:cNvPr>
          <p:cNvPicPr>
            <a:picLocks/>
          </p:cNvPicPr>
          <p:nvPr/>
        </p:nvPicPr>
        <p:blipFill>
          <a:blip r:embed="rId9">
            <a:extLst>
              <a:ext uri="{96DAC541-7B7A-43D3-8B79-37D633B846F1}">
                <asvg:svgBlip xmlns:asvg="http://schemas.microsoft.com/office/drawing/2016/SVG/main" r:embed="rId10"/>
              </a:ext>
            </a:extLst>
          </a:blip>
          <a:stretch>
            <a:fillRect/>
          </a:stretch>
        </p:blipFill>
        <p:spPr>
          <a:xfrm>
            <a:off x="349124" y="2697671"/>
            <a:ext cx="540000" cy="540000"/>
          </a:xfrm>
          <a:prstGeom prst="rect">
            <a:avLst/>
          </a:prstGeom>
        </p:spPr>
      </p:pic>
      <p:pic>
        <p:nvPicPr>
          <p:cNvPr id="39" name="Graphic 38" descr="Arrow circle with solid fill">
            <a:extLst>
              <a:ext uri="{FF2B5EF4-FFF2-40B4-BE49-F238E27FC236}">
                <a16:creationId xmlns:a16="http://schemas.microsoft.com/office/drawing/2014/main" id="{3CE8CA97-A716-1B67-1772-65F16C051E6B}"/>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355699" y="3964444"/>
            <a:ext cx="540000" cy="540000"/>
          </a:xfrm>
          <a:prstGeom prst="rect">
            <a:avLst/>
          </a:prstGeom>
        </p:spPr>
      </p:pic>
    </p:spTree>
    <p:extLst>
      <p:ext uri="{BB962C8B-B14F-4D97-AF65-F5344CB8AC3E}">
        <p14:creationId xmlns:p14="http://schemas.microsoft.com/office/powerpoint/2010/main" val="185528037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31A52-CE5A-CEA6-CCF0-9BF115EAEA63}"/>
              </a:ext>
            </a:extLst>
          </p:cNvPr>
          <p:cNvSpPr>
            <a:spLocks noGrp="1"/>
          </p:cNvSpPr>
          <p:nvPr>
            <p:ph type="title"/>
          </p:nvPr>
        </p:nvSpPr>
        <p:spPr/>
        <p:txBody>
          <a:bodyPr/>
          <a:lstStyle/>
          <a:p>
            <a:r>
              <a:rPr lang="en-US">
                <a:solidFill>
                  <a:srgbClr val="262323"/>
                </a:solidFill>
                <a:ea typeface="PP Neue Machina Bold" pitchFamily="34" charset="-122"/>
              </a:rPr>
              <a:t>Finding the 10x AI Engineer – Campus rollout</a:t>
            </a:r>
            <a:endParaRPr lang="en-US" sz="2800"/>
          </a:p>
        </p:txBody>
      </p:sp>
      <p:sp>
        <p:nvSpPr>
          <p:cNvPr id="2940" name="Rounded Rectangle 2939">
            <a:extLst>
              <a:ext uri="{FF2B5EF4-FFF2-40B4-BE49-F238E27FC236}">
                <a16:creationId xmlns:a16="http://schemas.microsoft.com/office/drawing/2014/main" id="{AD3A9824-A141-5D21-F9E1-26084D99DE64}"/>
              </a:ext>
            </a:extLst>
          </p:cNvPr>
          <p:cNvSpPr/>
          <p:nvPr/>
        </p:nvSpPr>
        <p:spPr>
          <a:xfrm>
            <a:off x="151927" y="2003035"/>
            <a:ext cx="2288609" cy="2435129"/>
          </a:xfrm>
          <a:prstGeom prst="roundRect">
            <a:avLst>
              <a:gd name="adj" fmla="val 5340"/>
            </a:avLst>
          </a:prstGeom>
          <a:solidFill>
            <a:schemeClr val="bg1"/>
          </a:solidFill>
          <a:ln>
            <a:solidFill>
              <a:schemeClr val="accent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942" name="Rounded Rectangle 2941">
            <a:extLst>
              <a:ext uri="{FF2B5EF4-FFF2-40B4-BE49-F238E27FC236}">
                <a16:creationId xmlns:a16="http://schemas.microsoft.com/office/drawing/2014/main" id="{D889BA46-F553-09E1-8B22-58993D45F840}"/>
              </a:ext>
            </a:extLst>
          </p:cNvPr>
          <p:cNvSpPr/>
          <p:nvPr/>
        </p:nvSpPr>
        <p:spPr>
          <a:xfrm>
            <a:off x="751853" y="1915178"/>
            <a:ext cx="1180684" cy="19997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460" name="Freeform 2459">
            <a:extLst>
              <a:ext uri="{FF2B5EF4-FFF2-40B4-BE49-F238E27FC236}">
                <a16:creationId xmlns:a16="http://schemas.microsoft.com/office/drawing/2014/main" id="{E7181B06-EB19-E407-7D03-3C768E54BD30}"/>
              </a:ext>
            </a:extLst>
          </p:cNvPr>
          <p:cNvSpPr/>
          <p:nvPr/>
        </p:nvSpPr>
        <p:spPr>
          <a:xfrm>
            <a:off x="256443" y="1720256"/>
            <a:ext cx="565557" cy="565559"/>
          </a:xfrm>
          <a:custGeom>
            <a:avLst/>
            <a:gdLst>
              <a:gd name="csX0" fmla="*/ 459362 w 918726"/>
              <a:gd name="csY0" fmla="*/ 918728 h 918728"/>
              <a:gd name="csX1" fmla="*/ 459362 w 918726"/>
              <a:gd name="csY1" fmla="*/ 918728 h 918728"/>
              <a:gd name="csX2" fmla="*/ 918726 w 918726"/>
              <a:gd name="csY2" fmla="*/ 459364 h 918728"/>
              <a:gd name="csX3" fmla="*/ 918726 w 918726"/>
              <a:gd name="csY3" fmla="*/ 459363 h 918728"/>
              <a:gd name="csX4" fmla="*/ 459364 w 918726"/>
              <a:gd name="csY4" fmla="*/ 0 h 918728"/>
              <a:gd name="csX5" fmla="*/ 459364 w 918726"/>
              <a:gd name="csY5" fmla="*/ 0 h 918728"/>
              <a:gd name="csX6" fmla="*/ 0 w 918726"/>
              <a:gd name="csY6" fmla="*/ 459363 h 918728"/>
              <a:gd name="csX7" fmla="*/ 0 w 918726"/>
              <a:gd name="csY7" fmla="*/ 459364 h 918728"/>
              <a:gd name="csX8" fmla="*/ 459362 w 918726"/>
              <a:gd name="csY8" fmla="*/ 918728 h 9187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18726" h="918728">
                <a:moveTo>
                  <a:pt x="459362" y="918728"/>
                </a:moveTo>
                <a:lnTo>
                  <a:pt x="459362" y="918728"/>
                </a:lnTo>
                <a:cubicBezTo>
                  <a:pt x="713063" y="918728"/>
                  <a:pt x="918726" y="713064"/>
                  <a:pt x="918726" y="459364"/>
                </a:cubicBezTo>
                <a:lnTo>
                  <a:pt x="918726" y="459363"/>
                </a:lnTo>
                <a:cubicBezTo>
                  <a:pt x="918726" y="205664"/>
                  <a:pt x="713063" y="0"/>
                  <a:pt x="459364" y="0"/>
                </a:cubicBezTo>
                <a:lnTo>
                  <a:pt x="459364" y="0"/>
                </a:lnTo>
                <a:cubicBezTo>
                  <a:pt x="205665" y="0"/>
                  <a:pt x="0" y="205664"/>
                  <a:pt x="0" y="459363"/>
                </a:cubicBezTo>
                <a:lnTo>
                  <a:pt x="0" y="459364"/>
                </a:lnTo>
                <a:cubicBezTo>
                  <a:pt x="0" y="713064"/>
                  <a:pt x="205664" y="918728"/>
                  <a:pt x="459362" y="918728"/>
                </a:cubicBezTo>
                <a:close/>
              </a:path>
            </a:pathLst>
          </a:custGeom>
          <a:solidFill>
            <a:schemeClr val="accent1"/>
          </a:solidFill>
          <a:ln w="1524" cap="flat">
            <a:noFill/>
            <a:prstDash val="solid"/>
            <a:miter/>
          </a:ln>
          <a:effectLst>
            <a:outerShdw blurRad="63500" sx="102000" sy="102000" algn="ctr"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grpSp>
        <p:nvGrpSpPr>
          <p:cNvPr id="2941" name="Group 2940">
            <a:extLst>
              <a:ext uri="{FF2B5EF4-FFF2-40B4-BE49-F238E27FC236}">
                <a16:creationId xmlns:a16="http://schemas.microsoft.com/office/drawing/2014/main" id="{98B95D8A-F0DF-AECF-BC4A-333694D93DD7}"/>
              </a:ext>
            </a:extLst>
          </p:cNvPr>
          <p:cNvGrpSpPr/>
          <p:nvPr/>
        </p:nvGrpSpPr>
        <p:grpSpPr>
          <a:xfrm>
            <a:off x="1068657" y="1707765"/>
            <a:ext cx="863880" cy="594404"/>
            <a:chOff x="6337922" y="2021255"/>
            <a:chExt cx="1403339" cy="965587"/>
          </a:xfrm>
        </p:grpSpPr>
        <p:sp>
          <p:nvSpPr>
            <p:cNvPr id="2478" name="Freeform 2477">
              <a:extLst>
                <a:ext uri="{FF2B5EF4-FFF2-40B4-BE49-F238E27FC236}">
                  <a16:creationId xmlns:a16="http://schemas.microsoft.com/office/drawing/2014/main" id="{A386577D-AC10-BAB1-2359-BF4A59E5F819}"/>
                </a:ext>
              </a:extLst>
            </p:cNvPr>
            <p:cNvSpPr/>
            <p:nvPr/>
          </p:nvSpPr>
          <p:spPr>
            <a:xfrm>
              <a:off x="7281898" y="2044670"/>
              <a:ext cx="459362" cy="918726"/>
            </a:xfrm>
            <a:custGeom>
              <a:avLst/>
              <a:gdLst>
                <a:gd name="csX0" fmla="*/ 0 w 459362"/>
                <a:gd name="csY0" fmla="*/ 918727 h 918726"/>
                <a:gd name="csX1" fmla="*/ 459362 w 459362"/>
                <a:gd name="csY1" fmla="*/ 459364 h 918726"/>
                <a:gd name="csX2" fmla="*/ 459362 w 459362"/>
                <a:gd name="csY2" fmla="*/ 459363 h 918726"/>
                <a:gd name="csX3" fmla="*/ 0 w 459362"/>
                <a:gd name="csY3" fmla="*/ 0 h 918726"/>
              </a:gdLst>
              <a:ahLst/>
              <a:cxnLst>
                <a:cxn ang="0">
                  <a:pos x="csX0" y="csY0"/>
                </a:cxn>
                <a:cxn ang="0">
                  <a:pos x="csX1" y="csY1"/>
                </a:cxn>
                <a:cxn ang="0">
                  <a:pos x="csX2" y="csY2"/>
                </a:cxn>
                <a:cxn ang="0">
                  <a:pos x="csX3" y="csY3"/>
                </a:cxn>
              </a:cxnLst>
              <a:rect l="l" t="t" r="r" b="b"/>
              <a:pathLst>
                <a:path w="459362" h="918726">
                  <a:moveTo>
                    <a:pt x="0" y="918727"/>
                  </a:moveTo>
                  <a:cubicBezTo>
                    <a:pt x="253699" y="918727"/>
                    <a:pt x="459362" y="713063"/>
                    <a:pt x="459362" y="459364"/>
                  </a:cubicBezTo>
                  <a:lnTo>
                    <a:pt x="459362" y="459363"/>
                  </a:lnTo>
                  <a:cubicBezTo>
                    <a:pt x="459362" y="205662"/>
                    <a:pt x="253699" y="0"/>
                    <a:pt x="0" y="0"/>
                  </a:cubicBezTo>
                </a:path>
              </a:pathLst>
            </a:custGeom>
            <a:noFill/>
            <a:ln w="78043" cap="rnd">
              <a:solidFill>
                <a:schemeClr val="accent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2479" name="Freeform 2478">
              <a:extLst>
                <a:ext uri="{FF2B5EF4-FFF2-40B4-BE49-F238E27FC236}">
                  <a16:creationId xmlns:a16="http://schemas.microsoft.com/office/drawing/2014/main" id="{34603408-29FB-B0C8-4E65-E157801E2BFA}"/>
                </a:ext>
              </a:extLst>
            </p:cNvPr>
            <p:cNvSpPr/>
            <p:nvPr/>
          </p:nvSpPr>
          <p:spPr>
            <a:xfrm>
              <a:off x="6361444" y="2044670"/>
              <a:ext cx="1379817" cy="918726"/>
            </a:xfrm>
            <a:custGeom>
              <a:avLst/>
              <a:gdLst>
                <a:gd name="csX0" fmla="*/ 0 w 1379817"/>
                <a:gd name="csY0" fmla="*/ 918727 h 918726"/>
                <a:gd name="csX1" fmla="*/ 920455 w 1379817"/>
                <a:gd name="csY1" fmla="*/ 918727 h 918726"/>
                <a:gd name="csX2" fmla="*/ 1379817 w 1379817"/>
                <a:gd name="csY2" fmla="*/ 459364 h 918726"/>
                <a:gd name="csX3" fmla="*/ 1379817 w 1379817"/>
                <a:gd name="csY3" fmla="*/ 459363 h 918726"/>
                <a:gd name="csX4" fmla="*/ 920455 w 1379817"/>
                <a:gd name="csY4" fmla="*/ 0 h 918726"/>
                <a:gd name="csX5" fmla="*/ 0 w 1379817"/>
                <a:gd name="csY5" fmla="*/ 0 h 918726"/>
              </a:gdLst>
              <a:ahLst/>
              <a:cxnLst>
                <a:cxn ang="0">
                  <a:pos x="csX0" y="csY0"/>
                </a:cxn>
                <a:cxn ang="0">
                  <a:pos x="csX1" y="csY1"/>
                </a:cxn>
                <a:cxn ang="0">
                  <a:pos x="csX2" y="csY2"/>
                </a:cxn>
                <a:cxn ang="0">
                  <a:pos x="csX3" y="csY3"/>
                </a:cxn>
                <a:cxn ang="0">
                  <a:pos x="csX4" y="csY4"/>
                </a:cxn>
                <a:cxn ang="0">
                  <a:pos x="csX5" y="csY5"/>
                </a:cxn>
              </a:cxnLst>
              <a:rect l="l" t="t" r="r" b="b"/>
              <a:pathLst>
                <a:path w="1379817" h="918726">
                  <a:moveTo>
                    <a:pt x="0" y="918727"/>
                  </a:moveTo>
                  <a:lnTo>
                    <a:pt x="920455" y="918727"/>
                  </a:lnTo>
                  <a:cubicBezTo>
                    <a:pt x="1174154" y="918727"/>
                    <a:pt x="1379817" y="713063"/>
                    <a:pt x="1379817" y="459364"/>
                  </a:cubicBezTo>
                  <a:lnTo>
                    <a:pt x="1379817" y="459363"/>
                  </a:lnTo>
                  <a:cubicBezTo>
                    <a:pt x="1379817" y="205662"/>
                    <a:pt x="1174154" y="0"/>
                    <a:pt x="920455" y="0"/>
                  </a:cubicBezTo>
                  <a:lnTo>
                    <a:pt x="0" y="0"/>
                  </a:lnTo>
                </a:path>
              </a:pathLst>
            </a:custGeom>
            <a:noFill/>
            <a:ln w="12487" cap="rnd">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2612" name="Oval 2611">
              <a:extLst>
                <a:ext uri="{FF2B5EF4-FFF2-40B4-BE49-F238E27FC236}">
                  <a16:creationId xmlns:a16="http://schemas.microsoft.com/office/drawing/2014/main" id="{0AB5267D-31EE-387F-7FE9-20F2AF87670F}"/>
                </a:ext>
              </a:extLst>
            </p:cNvPr>
            <p:cNvSpPr/>
            <p:nvPr/>
          </p:nvSpPr>
          <p:spPr>
            <a:xfrm>
              <a:off x="6338031" y="2021255"/>
              <a:ext cx="46826" cy="46826"/>
            </a:xfrm>
            <a:prstGeom prst="ellipse">
              <a:avLst/>
            </a:prstGeom>
            <a:solidFill>
              <a:srgbClr val="000000"/>
            </a:solidFill>
            <a:ln w="152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2613" name="Oval 2612">
              <a:extLst>
                <a:ext uri="{FF2B5EF4-FFF2-40B4-BE49-F238E27FC236}">
                  <a16:creationId xmlns:a16="http://schemas.microsoft.com/office/drawing/2014/main" id="{8BFF89EA-F210-DB42-81E7-56A63D16CCD6}"/>
                </a:ext>
              </a:extLst>
            </p:cNvPr>
            <p:cNvSpPr/>
            <p:nvPr/>
          </p:nvSpPr>
          <p:spPr>
            <a:xfrm rot="20990380">
              <a:off x="6337922" y="2940017"/>
              <a:ext cx="46825" cy="46825"/>
            </a:xfrm>
            <a:prstGeom prst="ellipse">
              <a:avLst/>
            </a:prstGeom>
            <a:solidFill>
              <a:srgbClr val="000000"/>
            </a:solidFill>
            <a:ln w="152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grpSp>
      <p:sp>
        <p:nvSpPr>
          <p:cNvPr id="2945" name="Rounded Rectangle 2944">
            <a:extLst>
              <a:ext uri="{FF2B5EF4-FFF2-40B4-BE49-F238E27FC236}">
                <a16:creationId xmlns:a16="http://schemas.microsoft.com/office/drawing/2014/main" id="{98DB3F65-09D4-4D9A-F1BC-0D810D4A3BB7}"/>
              </a:ext>
            </a:extLst>
          </p:cNvPr>
          <p:cNvSpPr/>
          <p:nvPr/>
        </p:nvSpPr>
        <p:spPr>
          <a:xfrm>
            <a:off x="2559515" y="2003035"/>
            <a:ext cx="2288609" cy="2435129"/>
          </a:xfrm>
          <a:prstGeom prst="roundRect">
            <a:avLst>
              <a:gd name="adj" fmla="val 5340"/>
            </a:avLst>
          </a:prstGeom>
          <a:solidFill>
            <a:schemeClr val="bg1"/>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946" name="Rounded Rectangle 2945">
            <a:extLst>
              <a:ext uri="{FF2B5EF4-FFF2-40B4-BE49-F238E27FC236}">
                <a16:creationId xmlns:a16="http://schemas.microsoft.com/office/drawing/2014/main" id="{DDF6F2C5-994B-97FD-4D25-142E12B990EE}"/>
              </a:ext>
            </a:extLst>
          </p:cNvPr>
          <p:cNvSpPr/>
          <p:nvPr/>
        </p:nvSpPr>
        <p:spPr>
          <a:xfrm>
            <a:off x="3159441" y="1915178"/>
            <a:ext cx="1180684" cy="19997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947" name="Freeform 2946">
            <a:extLst>
              <a:ext uri="{FF2B5EF4-FFF2-40B4-BE49-F238E27FC236}">
                <a16:creationId xmlns:a16="http://schemas.microsoft.com/office/drawing/2014/main" id="{8D42DA1E-3ADD-723B-6312-663DF1F7AB44}"/>
              </a:ext>
            </a:extLst>
          </p:cNvPr>
          <p:cNvSpPr/>
          <p:nvPr/>
        </p:nvSpPr>
        <p:spPr>
          <a:xfrm>
            <a:off x="2664031" y="1720256"/>
            <a:ext cx="565557" cy="565559"/>
          </a:xfrm>
          <a:custGeom>
            <a:avLst/>
            <a:gdLst>
              <a:gd name="csX0" fmla="*/ 459362 w 918726"/>
              <a:gd name="csY0" fmla="*/ 918728 h 918728"/>
              <a:gd name="csX1" fmla="*/ 459362 w 918726"/>
              <a:gd name="csY1" fmla="*/ 918728 h 918728"/>
              <a:gd name="csX2" fmla="*/ 918726 w 918726"/>
              <a:gd name="csY2" fmla="*/ 459364 h 918728"/>
              <a:gd name="csX3" fmla="*/ 918726 w 918726"/>
              <a:gd name="csY3" fmla="*/ 459363 h 918728"/>
              <a:gd name="csX4" fmla="*/ 459364 w 918726"/>
              <a:gd name="csY4" fmla="*/ 0 h 918728"/>
              <a:gd name="csX5" fmla="*/ 459364 w 918726"/>
              <a:gd name="csY5" fmla="*/ 0 h 918728"/>
              <a:gd name="csX6" fmla="*/ 0 w 918726"/>
              <a:gd name="csY6" fmla="*/ 459363 h 918728"/>
              <a:gd name="csX7" fmla="*/ 0 w 918726"/>
              <a:gd name="csY7" fmla="*/ 459364 h 918728"/>
              <a:gd name="csX8" fmla="*/ 459362 w 918726"/>
              <a:gd name="csY8" fmla="*/ 918728 h 9187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18726" h="918728">
                <a:moveTo>
                  <a:pt x="459362" y="918728"/>
                </a:moveTo>
                <a:lnTo>
                  <a:pt x="459362" y="918728"/>
                </a:lnTo>
                <a:cubicBezTo>
                  <a:pt x="713063" y="918728"/>
                  <a:pt x="918726" y="713064"/>
                  <a:pt x="918726" y="459364"/>
                </a:cubicBezTo>
                <a:lnTo>
                  <a:pt x="918726" y="459363"/>
                </a:lnTo>
                <a:cubicBezTo>
                  <a:pt x="918726" y="205664"/>
                  <a:pt x="713063" y="0"/>
                  <a:pt x="459364" y="0"/>
                </a:cubicBezTo>
                <a:lnTo>
                  <a:pt x="459364" y="0"/>
                </a:lnTo>
                <a:cubicBezTo>
                  <a:pt x="205665" y="0"/>
                  <a:pt x="0" y="205664"/>
                  <a:pt x="0" y="459363"/>
                </a:cubicBezTo>
                <a:lnTo>
                  <a:pt x="0" y="459364"/>
                </a:lnTo>
                <a:cubicBezTo>
                  <a:pt x="0" y="713064"/>
                  <a:pt x="205664" y="918728"/>
                  <a:pt x="459362" y="918728"/>
                </a:cubicBezTo>
                <a:close/>
              </a:path>
            </a:pathLst>
          </a:custGeom>
          <a:solidFill>
            <a:schemeClr val="accent2"/>
          </a:solidFill>
          <a:ln w="1524" cap="flat">
            <a:noFill/>
            <a:prstDash val="solid"/>
            <a:miter/>
          </a:ln>
          <a:effectLst>
            <a:outerShdw blurRad="63500" sx="102000" sy="102000" algn="ctr"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grpSp>
        <p:nvGrpSpPr>
          <p:cNvPr id="2948" name="Group 2947">
            <a:extLst>
              <a:ext uri="{FF2B5EF4-FFF2-40B4-BE49-F238E27FC236}">
                <a16:creationId xmlns:a16="http://schemas.microsoft.com/office/drawing/2014/main" id="{3F9FFEC9-CA70-3745-16A6-DBDAFCD2EFCD}"/>
              </a:ext>
            </a:extLst>
          </p:cNvPr>
          <p:cNvGrpSpPr/>
          <p:nvPr/>
        </p:nvGrpSpPr>
        <p:grpSpPr>
          <a:xfrm>
            <a:off x="3476245" y="1707765"/>
            <a:ext cx="863880" cy="594404"/>
            <a:chOff x="6337922" y="2021255"/>
            <a:chExt cx="1403339" cy="965587"/>
          </a:xfrm>
        </p:grpSpPr>
        <p:sp>
          <p:nvSpPr>
            <p:cNvPr id="2949" name="Freeform 2948">
              <a:extLst>
                <a:ext uri="{FF2B5EF4-FFF2-40B4-BE49-F238E27FC236}">
                  <a16:creationId xmlns:a16="http://schemas.microsoft.com/office/drawing/2014/main" id="{03A4A830-F2E4-B46A-9FB0-4AB757A1BEA0}"/>
                </a:ext>
              </a:extLst>
            </p:cNvPr>
            <p:cNvSpPr/>
            <p:nvPr/>
          </p:nvSpPr>
          <p:spPr>
            <a:xfrm>
              <a:off x="7281898" y="2044670"/>
              <a:ext cx="459362" cy="918726"/>
            </a:xfrm>
            <a:custGeom>
              <a:avLst/>
              <a:gdLst>
                <a:gd name="csX0" fmla="*/ 0 w 459362"/>
                <a:gd name="csY0" fmla="*/ 918727 h 918726"/>
                <a:gd name="csX1" fmla="*/ 459362 w 459362"/>
                <a:gd name="csY1" fmla="*/ 459364 h 918726"/>
                <a:gd name="csX2" fmla="*/ 459362 w 459362"/>
                <a:gd name="csY2" fmla="*/ 459363 h 918726"/>
                <a:gd name="csX3" fmla="*/ 0 w 459362"/>
                <a:gd name="csY3" fmla="*/ 0 h 918726"/>
              </a:gdLst>
              <a:ahLst/>
              <a:cxnLst>
                <a:cxn ang="0">
                  <a:pos x="csX0" y="csY0"/>
                </a:cxn>
                <a:cxn ang="0">
                  <a:pos x="csX1" y="csY1"/>
                </a:cxn>
                <a:cxn ang="0">
                  <a:pos x="csX2" y="csY2"/>
                </a:cxn>
                <a:cxn ang="0">
                  <a:pos x="csX3" y="csY3"/>
                </a:cxn>
              </a:cxnLst>
              <a:rect l="l" t="t" r="r" b="b"/>
              <a:pathLst>
                <a:path w="459362" h="918726">
                  <a:moveTo>
                    <a:pt x="0" y="918727"/>
                  </a:moveTo>
                  <a:cubicBezTo>
                    <a:pt x="253699" y="918727"/>
                    <a:pt x="459362" y="713063"/>
                    <a:pt x="459362" y="459364"/>
                  </a:cubicBezTo>
                  <a:lnTo>
                    <a:pt x="459362" y="459363"/>
                  </a:lnTo>
                  <a:cubicBezTo>
                    <a:pt x="459362" y="205662"/>
                    <a:pt x="253699" y="0"/>
                    <a:pt x="0" y="0"/>
                  </a:cubicBezTo>
                </a:path>
              </a:pathLst>
            </a:custGeom>
            <a:noFill/>
            <a:ln w="78043" cap="rnd">
              <a:solidFill>
                <a:schemeClr val="accent2"/>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2950" name="Freeform 2949">
              <a:extLst>
                <a:ext uri="{FF2B5EF4-FFF2-40B4-BE49-F238E27FC236}">
                  <a16:creationId xmlns:a16="http://schemas.microsoft.com/office/drawing/2014/main" id="{78DD851D-DD26-9736-1A91-E577BB2C10BE}"/>
                </a:ext>
              </a:extLst>
            </p:cNvPr>
            <p:cNvSpPr/>
            <p:nvPr/>
          </p:nvSpPr>
          <p:spPr>
            <a:xfrm>
              <a:off x="6361444" y="2044670"/>
              <a:ext cx="1379817" cy="918726"/>
            </a:xfrm>
            <a:custGeom>
              <a:avLst/>
              <a:gdLst>
                <a:gd name="csX0" fmla="*/ 0 w 1379817"/>
                <a:gd name="csY0" fmla="*/ 918727 h 918726"/>
                <a:gd name="csX1" fmla="*/ 920455 w 1379817"/>
                <a:gd name="csY1" fmla="*/ 918727 h 918726"/>
                <a:gd name="csX2" fmla="*/ 1379817 w 1379817"/>
                <a:gd name="csY2" fmla="*/ 459364 h 918726"/>
                <a:gd name="csX3" fmla="*/ 1379817 w 1379817"/>
                <a:gd name="csY3" fmla="*/ 459363 h 918726"/>
                <a:gd name="csX4" fmla="*/ 920455 w 1379817"/>
                <a:gd name="csY4" fmla="*/ 0 h 918726"/>
                <a:gd name="csX5" fmla="*/ 0 w 1379817"/>
                <a:gd name="csY5" fmla="*/ 0 h 918726"/>
              </a:gdLst>
              <a:ahLst/>
              <a:cxnLst>
                <a:cxn ang="0">
                  <a:pos x="csX0" y="csY0"/>
                </a:cxn>
                <a:cxn ang="0">
                  <a:pos x="csX1" y="csY1"/>
                </a:cxn>
                <a:cxn ang="0">
                  <a:pos x="csX2" y="csY2"/>
                </a:cxn>
                <a:cxn ang="0">
                  <a:pos x="csX3" y="csY3"/>
                </a:cxn>
                <a:cxn ang="0">
                  <a:pos x="csX4" y="csY4"/>
                </a:cxn>
                <a:cxn ang="0">
                  <a:pos x="csX5" y="csY5"/>
                </a:cxn>
              </a:cxnLst>
              <a:rect l="l" t="t" r="r" b="b"/>
              <a:pathLst>
                <a:path w="1379817" h="918726">
                  <a:moveTo>
                    <a:pt x="0" y="918727"/>
                  </a:moveTo>
                  <a:lnTo>
                    <a:pt x="920455" y="918727"/>
                  </a:lnTo>
                  <a:cubicBezTo>
                    <a:pt x="1174154" y="918727"/>
                    <a:pt x="1379817" y="713063"/>
                    <a:pt x="1379817" y="459364"/>
                  </a:cubicBezTo>
                  <a:lnTo>
                    <a:pt x="1379817" y="459363"/>
                  </a:lnTo>
                  <a:cubicBezTo>
                    <a:pt x="1379817" y="205662"/>
                    <a:pt x="1174154" y="0"/>
                    <a:pt x="920455" y="0"/>
                  </a:cubicBezTo>
                  <a:lnTo>
                    <a:pt x="0" y="0"/>
                  </a:lnTo>
                </a:path>
              </a:pathLst>
            </a:custGeom>
            <a:noFill/>
            <a:ln w="12487" cap="rnd">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2951" name="Oval 2950">
              <a:extLst>
                <a:ext uri="{FF2B5EF4-FFF2-40B4-BE49-F238E27FC236}">
                  <a16:creationId xmlns:a16="http://schemas.microsoft.com/office/drawing/2014/main" id="{43D89A50-0AA1-335E-ECA3-E527BFC358CA}"/>
                </a:ext>
              </a:extLst>
            </p:cNvPr>
            <p:cNvSpPr/>
            <p:nvPr/>
          </p:nvSpPr>
          <p:spPr>
            <a:xfrm>
              <a:off x="6338031" y="2021255"/>
              <a:ext cx="46826" cy="46826"/>
            </a:xfrm>
            <a:prstGeom prst="ellipse">
              <a:avLst/>
            </a:prstGeom>
            <a:solidFill>
              <a:srgbClr val="000000"/>
            </a:solidFill>
            <a:ln w="152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2952" name="Oval 2951">
              <a:extLst>
                <a:ext uri="{FF2B5EF4-FFF2-40B4-BE49-F238E27FC236}">
                  <a16:creationId xmlns:a16="http://schemas.microsoft.com/office/drawing/2014/main" id="{01DB22A3-1508-C093-54EA-901873C6E4CA}"/>
                </a:ext>
              </a:extLst>
            </p:cNvPr>
            <p:cNvSpPr/>
            <p:nvPr/>
          </p:nvSpPr>
          <p:spPr>
            <a:xfrm rot="20990380">
              <a:off x="6337922" y="2940017"/>
              <a:ext cx="46825" cy="46825"/>
            </a:xfrm>
            <a:prstGeom prst="ellipse">
              <a:avLst/>
            </a:prstGeom>
            <a:solidFill>
              <a:srgbClr val="000000"/>
            </a:solidFill>
            <a:ln w="152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grpSp>
      <p:sp>
        <p:nvSpPr>
          <p:cNvPr id="2954" name="Rounded Rectangle 2953">
            <a:extLst>
              <a:ext uri="{FF2B5EF4-FFF2-40B4-BE49-F238E27FC236}">
                <a16:creationId xmlns:a16="http://schemas.microsoft.com/office/drawing/2014/main" id="{33819403-AA7E-AB05-84A3-D1C58AACCECB}"/>
              </a:ext>
            </a:extLst>
          </p:cNvPr>
          <p:cNvSpPr/>
          <p:nvPr/>
        </p:nvSpPr>
        <p:spPr>
          <a:xfrm>
            <a:off x="4967102" y="2003035"/>
            <a:ext cx="2288609" cy="2435129"/>
          </a:xfrm>
          <a:prstGeom prst="roundRect">
            <a:avLst>
              <a:gd name="adj" fmla="val 5340"/>
            </a:avLst>
          </a:prstGeom>
          <a:solidFill>
            <a:schemeClr val="bg1"/>
          </a:solidFill>
          <a:ln>
            <a:solidFill>
              <a:schemeClr val="accent3"/>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955" name="Rounded Rectangle 2954">
            <a:extLst>
              <a:ext uri="{FF2B5EF4-FFF2-40B4-BE49-F238E27FC236}">
                <a16:creationId xmlns:a16="http://schemas.microsoft.com/office/drawing/2014/main" id="{2B17B1F0-22DE-7E64-AA60-E32030285D78}"/>
              </a:ext>
            </a:extLst>
          </p:cNvPr>
          <p:cNvSpPr/>
          <p:nvPr/>
        </p:nvSpPr>
        <p:spPr>
          <a:xfrm>
            <a:off x="5567028" y="1915178"/>
            <a:ext cx="1180684" cy="19997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956" name="Freeform 2955">
            <a:extLst>
              <a:ext uri="{FF2B5EF4-FFF2-40B4-BE49-F238E27FC236}">
                <a16:creationId xmlns:a16="http://schemas.microsoft.com/office/drawing/2014/main" id="{E0B4533B-8079-32FB-1925-D4007FF5CDD4}"/>
              </a:ext>
            </a:extLst>
          </p:cNvPr>
          <p:cNvSpPr/>
          <p:nvPr/>
        </p:nvSpPr>
        <p:spPr>
          <a:xfrm>
            <a:off x="5071618" y="1720256"/>
            <a:ext cx="565557" cy="565559"/>
          </a:xfrm>
          <a:custGeom>
            <a:avLst/>
            <a:gdLst>
              <a:gd name="csX0" fmla="*/ 459362 w 918726"/>
              <a:gd name="csY0" fmla="*/ 918728 h 918728"/>
              <a:gd name="csX1" fmla="*/ 459362 w 918726"/>
              <a:gd name="csY1" fmla="*/ 918728 h 918728"/>
              <a:gd name="csX2" fmla="*/ 918726 w 918726"/>
              <a:gd name="csY2" fmla="*/ 459364 h 918728"/>
              <a:gd name="csX3" fmla="*/ 918726 w 918726"/>
              <a:gd name="csY3" fmla="*/ 459363 h 918728"/>
              <a:gd name="csX4" fmla="*/ 459364 w 918726"/>
              <a:gd name="csY4" fmla="*/ 0 h 918728"/>
              <a:gd name="csX5" fmla="*/ 459364 w 918726"/>
              <a:gd name="csY5" fmla="*/ 0 h 918728"/>
              <a:gd name="csX6" fmla="*/ 0 w 918726"/>
              <a:gd name="csY6" fmla="*/ 459363 h 918728"/>
              <a:gd name="csX7" fmla="*/ 0 w 918726"/>
              <a:gd name="csY7" fmla="*/ 459364 h 918728"/>
              <a:gd name="csX8" fmla="*/ 459362 w 918726"/>
              <a:gd name="csY8" fmla="*/ 918728 h 9187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18726" h="918728">
                <a:moveTo>
                  <a:pt x="459362" y="918728"/>
                </a:moveTo>
                <a:lnTo>
                  <a:pt x="459362" y="918728"/>
                </a:lnTo>
                <a:cubicBezTo>
                  <a:pt x="713063" y="918728"/>
                  <a:pt x="918726" y="713064"/>
                  <a:pt x="918726" y="459364"/>
                </a:cubicBezTo>
                <a:lnTo>
                  <a:pt x="918726" y="459363"/>
                </a:lnTo>
                <a:cubicBezTo>
                  <a:pt x="918726" y="205664"/>
                  <a:pt x="713063" y="0"/>
                  <a:pt x="459364" y="0"/>
                </a:cubicBezTo>
                <a:lnTo>
                  <a:pt x="459364" y="0"/>
                </a:lnTo>
                <a:cubicBezTo>
                  <a:pt x="205665" y="0"/>
                  <a:pt x="0" y="205664"/>
                  <a:pt x="0" y="459363"/>
                </a:cubicBezTo>
                <a:lnTo>
                  <a:pt x="0" y="459364"/>
                </a:lnTo>
                <a:cubicBezTo>
                  <a:pt x="0" y="713064"/>
                  <a:pt x="205664" y="918728"/>
                  <a:pt x="459362" y="918728"/>
                </a:cubicBezTo>
                <a:close/>
              </a:path>
            </a:pathLst>
          </a:custGeom>
          <a:solidFill>
            <a:schemeClr val="accent3"/>
          </a:solidFill>
          <a:ln w="1524" cap="flat">
            <a:noFill/>
            <a:prstDash val="solid"/>
            <a:miter/>
          </a:ln>
          <a:effectLst>
            <a:outerShdw blurRad="63500" sx="102000" sy="102000" algn="ctr"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grpSp>
        <p:nvGrpSpPr>
          <p:cNvPr id="2957" name="Group 2956">
            <a:extLst>
              <a:ext uri="{FF2B5EF4-FFF2-40B4-BE49-F238E27FC236}">
                <a16:creationId xmlns:a16="http://schemas.microsoft.com/office/drawing/2014/main" id="{AE651AA8-0287-9176-A36A-D2A2561556E7}"/>
              </a:ext>
            </a:extLst>
          </p:cNvPr>
          <p:cNvGrpSpPr/>
          <p:nvPr/>
        </p:nvGrpSpPr>
        <p:grpSpPr>
          <a:xfrm>
            <a:off x="5883832" y="1707765"/>
            <a:ext cx="863880" cy="594404"/>
            <a:chOff x="6337922" y="2021255"/>
            <a:chExt cx="1403339" cy="965587"/>
          </a:xfrm>
        </p:grpSpPr>
        <p:sp>
          <p:nvSpPr>
            <p:cNvPr id="2958" name="Freeform 2957">
              <a:extLst>
                <a:ext uri="{FF2B5EF4-FFF2-40B4-BE49-F238E27FC236}">
                  <a16:creationId xmlns:a16="http://schemas.microsoft.com/office/drawing/2014/main" id="{9E728096-7496-7392-D309-DC14A48E84CA}"/>
                </a:ext>
              </a:extLst>
            </p:cNvPr>
            <p:cNvSpPr/>
            <p:nvPr/>
          </p:nvSpPr>
          <p:spPr>
            <a:xfrm>
              <a:off x="7281898" y="2044670"/>
              <a:ext cx="459362" cy="918726"/>
            </a:xfrm>
            <a:custGeom>
              <a:avLst/>
              <a:gdLst>
                <a:gd name="csX0" fmla="*/ 0 w 459362"/>
                <a:gd name="csY0" fmla="*/ 918727 h 918726"/>
                <a:gd name="csX1" fmla="*/ 459362 w 459362"/>
                <a:gd name="csY1" fmla="*/ 459364 h 918726"/>
                <a:gd name="csX2" fmla="*/ 459362 w 459362"/>
                <a:gd name="csY2" fmla="*/ 459363 h 918726"/>
                <a:gd name="csX3" fmla="*/ 0 w 459362"/>
                <a:gd name="csY3" fmla="*/ 0 h 918726"/>
              </a:gdLst>
              <a:ahLst/>
              <a:cxnLst>
                <a:cxn ang="0">
                  <a:pos x="csX0" y="csY0"/>
                </a:cxn>
                <a:cxn ang="0">
                  <a:pos x="csX1" y="csY1"/>
                </a:cxn>
                <a:cxn ang="0">
                  <a:pos x="csX2" y="csY2"/>
                </a:cxn>
                <a:cxn ang="0">
                  <a:pos x="csX3" y="csY3"/>
                </a:cxn>
              </a:cxnLst>
              <a:rect l="l" t="t" r="r" b="b"/>
              <a:pathLst>
                <a:path w="459362" h="918726">
                  <a:moveTo>
                    <a:pt x="0" y="918727"/>
                  </a:moveTo>
                  <a:cubicBezTo>
                    <a:pt x="253699" y="918727"/>
                    <a:pt x="459362" y="713063"/>
                    <a:pt x="459362" y="459364"/>
                  </a:cubicBezTo>
                  <a:lnTo>
                    <a:pt x="459362" y="459363"/>
                  </a:lnTo>
                  <a:cubicBezTo>
                    <a:pt x="459362" y="205662"/>
                    <a:pt x="253699" y="0"/>
                    <a:pt x="0" y="0"/>
                  </a:cubicBezTo>
                </a:path>
              </a:pathLst>
            </a:custGeom>
            <a:noFill/>
            <a:ln w="78043" cap="rnd">
              <a:solidFill>
                <a:schemeClr val="accent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2959" name="Freeform 2958">
              <a:extLst>
                <a:ext uri="{FF2B5EF4-FFF2-40B4-BE49-F238E27FC236}">
                  <a16:creationId xmlns:a16="http://schemas.microsoft.com/office/drawing/2014/main" id="{9878FE3B-E091-3D37-21D9-07046575AED7}"/>
                </a:ext>
              </a:extLst>
            </p:cNvPr>
            <p:cNvSpPr/>
            <p:nvPr/>
          </p:nvSpPr>
          <p:spPr>
            <a:xfrm>
              <a:off x="6361444" y="2044670"/>
              <a:ext cx="1379817" cy="918726"/>
            </a:xfrm>
            <a:custGeom>
              <a:avLst/>
              <a:gdLst>
                <a:gd name="csX0" fmla="*/ 0 w 1379817"/>
                <a:gd name="csY0" fmla="*/ 918727 h 918726"/>
                <a:gd name="csX1" fmla="*/ 920455 w 1379817"/>
                <a:gd name="csY1" fmla="*/ 918727 h 918726"/>
                <a:gd name="csX2" fmla="*/ 1379817 w 1379817"/>
                <a:gd name="csY2" fmla="*/ 459364 h 918726"/>
                <a:gd name="csX3" fmla="*/ 1379817 w 1379817"/>
                <a:gd name="csY3" fmla="*/ 459363 h 918726"/>
                <a:gd name="csX4" fmla="*/ 920455 w 1379817"/>
                <a:gd name="csY4" fmla="*/ 0 h 918726"/>
                <a:gd name="csX5" fmla="*/ 0 w 1379817"/>
                <a:gd name="csY5" fmla="*/ 0 h 918726"/>
              </a:gdLst>
              <a:ahLst/>
              <a:cxnLst>
                <a:cxn ang="0">
                  <a:pos x="csX0" y="csY0"/>
                </a:cxn>
                <a:cxn ang="0">
                  <a:pos x="csX1" y="csY1"/>
                </a:cxn>
                <a:cxn ang="0">
                  <a:pos x="csX2" y="csY2"/>
                </a:cxn>
                <a:cxn ang="0">
                  <a:pos x="csX3" y="csY3"/>
                </a:cxn>
                <a:cxn ang="0">
                  <a:pos x="csX4" y="csY4"/>
                </a:cxn>
                <a:cxn ang="0">
                  <a:pos x="csX5" y="csY5"/>
                </a:cxn>
              </a:cxnLst>
              <a:rect l="l" t="t" r="r" b="b"/>
              <a:pathLst>
                <a:path w="1379817" h="918726">
                  <a:moveTo>
                    <a:pt x="0" y="918727"/>
                  </a:moveTo>
                  <a:lnTo>
                    <a:pt x="920455" y="918727"/>
                  </a:lnTo>
                  <a:cubicBezTo>
                    <a:pt x="1174154" y="918727"/>
                    <a:pt x="1379817" y="713063"/>
                    <a:pt x="1379817" y="459364"/>
                  </a:cubicBezTo>
                  <a:lnTo>
                    <a:pt x="1379817" y="459363"/>
                  </a:lnTo>
                  <a:cubicBezTo>
                    <a:pt x="1379817" y="205662"/>
                    <a:pt x="1174154" y="0"/>
                    <a:pt x="920455" y="0"/>
                  </a:cubicBezTo>
                  <a:lnTo>
                    <a:pt x="0" y="0"/>
                  </a:lnTo>
                </a:path>
              </a:pathLst>
            </a:custGeom>
            <a:noFill/>
            <a:ln w="12487" cap="rnd">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2960" name="Oval 2959">
              <a:extLst>
                <a:ext uri="{FF2B5EF4-FFF2-40B4-BE49-F238E27FC236}">
                  <a16:creationId xmlns:a16="http://schemas.microsoft.com/office/drawing/2014/main" id="{3A06FFE2-2283-59F0-6F45-48F0E4F41DF9}"/>
                </a:ext>
              </a:extLst>
            </p:cNvPr>
            <p:cNvSpPr/>
            <p:nvPr/>
          </p:nvSpPr>
          <p:spPr>
            <a:xfrm>
              <a:off x="6338031" y="2021255"/>
              <a:ext cx="46826" cy="46826"/>
            </a:xfrm>
            <a:prstGeom prst="ellipse">
              <a:avLst/>
            </a:prstGeom>
            <a:solidFill>
              <a:srgbClr val="000000"/>
            </a:solidFill>
            <a:ln w="152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2961" name="Oval 2960">
              <a:extLst>
                <a:ext uri="{FF2B5EF4-FFF2-40B4-BE49-F238E27FC236}">
                  <a16:creationId xmlns:a16="http://schemas.microsoft.com/office/drawing/2014/main" id="{4E6393DE-E80B-8917-4461-F02E26643433}"/>
                </a:ext>
              </a:extLst>
            </p:cNvPr>
            <p:cNvSpPr/>
            <p:nvPr/>
          </p:nvSpPr>
          <p:spPr>
            <a:xfrm rot="20990380">
              <a:off x="6337922" y="2940017"/>
              <a:ext cx="46825" cy="46825"/>
            </a:xfrm>
            <a:prstGeom prst="ellipse">
              <a:avLst/>
            </a:prstGeom>
            <a:solidFill>
              <a:srgbClr val="000000"/>
            </a:solidFill>
            <a:ln w="152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grpSp>
      <p:sp>
        <p:nvSpPr>
          <p:cNvPr id="2963" name="Rounded Rectangle 2962">
            <a:extLst>
              <a:ext uri="{FF2B5EF4-FFF2-40B4-BE49-F238E27FC236}">
                <a16:creationId xmlns:a16="http://schemas.microsoft.com/office/drawing/2014/main" id="{1EA1310A-D422-26CF-5A1A-4AA43FCD84F5}"/>
              </a:ext>
            </a:extLst>
          </p:cNvPr>
          <p:cNvSpPr/>
          <p:nvPr/>
        </p:nvSpPr>
        <p:spPr>
          <a:xfrm>
            <a:off x="7374690" y="2003035"/>
            <a:ext cx="2288609" cy="2435129"/>
          </a:xfrm>
          <a:prstGeom prst="roundRect">
            <a:avLst>
              <a:gd name="adj" fmla="val 5340"/>
            </a:avLst>
          </a:prstGeom>
          <a:solidFill>
            <a:schemeClr val="bg1"/>
          </a:solidFill>
          <a:ln>
            <a:solidFill>
              <a:srgbClr val="7F7F7F"/>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964" name="Rounded Rectangle 2963">
            <a:extLst>
              <a:ext uri="{FF2B5EF4-FFF2-40B4-BE49-F238E27FC236}">
                <a16:creationId xmlns:a16="http://schemas.microsoft.com/office/drawing/2014/main" id="{2A3BC25D-4EDA-4350-3818-2B57D04D7F4F}"/>
              </a:ext>
            </a:extLst>
          </p:cNvPr>
          <p:cNvSpPr/>
          <p:nvPr/>
        </p:nvSpPr>
        <p:spPr>
          <a:xfrm>
            <a:off x="7974616" y="1915178"/>
            <a:ext cx="1180684" cy="19997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965" name="Freeform 2964">
            <a:extLst>
              <a:ext uri="{FF2B5EF4-FFF2-40B4-BE49-F238E27FC236}">
                <a16:creationId xmlns:a16="http://schemas.microsoft.com/office/drawing/2014/main" id="{FDCF3FAF-AF34-61DA-219A-8DC040233929}"/>
              </a:ext>
            </a:extLst>
          </p:cNvPr>
          <p:cNvSpPr/>
          <p:nvPr/>
        </p:nvSpPr>
        <p:spPr>
          <a:xfrm>
            <a:off x="7479206" y="1720256"/>
            <a:ext cx="565557" cy="565559"/>
          </a:xfrm>
          <a:custGeom>
            <a:avLst/>
            <a:gdLst>
              <a:gd name="csX0" fmla="*/ 459362 w 918726"/>
              <a:gd name="csY0" fmla="*/ 918728 h 918728"/>
              <a:gd name="csX1" fmla="*/ 459362 w 918726"/>
              <a:gd name="csY1" fmla="*/ 918728 h 918728"/>
              <a:gd name="csX2" fmla="*/ 918726 w 918726"/>
              <a:gd name="csY2" fmla="*/ 459364 h 918728"/>
              <a:gd name="csX3" fmla="*/ 918726 w 918726"/>
              <a:gd name="csY3" fmla="*/ 459363 h 918728"/>
              <a:gd name="csX4" fmla="*/ 459364 w 918726"/>
              <a:gd name="csY4" fmla="*/ 0 h 918728"/>
              <a:gd name="csX5" fmla="*/ 459364 w 918726"/>
              <a:gd name="csY5" fmla="*/ 0 h 918728"/>
              <a:gd name="csX6" fmla="*/ 0 w 918726"/>
              <a:gd name="csY6" fmla="*/ 459363 h 918728"/>
              <a:gd name="csX7" fmla="*/ 0 w 918726"/>
              <a:gd name="csY7" fmla="*/ 459364 h 918728"/>
              <a:gd name="csX8" fmla="*/ 459362 w 918726"/>
              <a:gd name="csY8" fmla="*/ 918728 h 9187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18726" h="918728">
                <a:moveTo>
                  <a:pt x="459362" y="918728"/>
                </a:moveTo>
                <a:lnTo>
                  <a:pt x="459362" y="918728"/>
                </a:lnTo>
                <a:cubicBezTo>
                  <a:pt x="713063" y="918728"/>
                  <a:pt x="918726" y="713064"/>
                  <a:pt x="918726" y="459364"/>
                </a:cubicBezTo>
                <a:lnTo>
                  <a:pt x="918726" y="459363"/>
                </a:lnTo>
                <a:cubicBezTo>
                  <a:pt x="918726" y="205664"/>
                  <a:pt x="713063" y="0"/>
                  <a:pt x="459364" y="0"/>
                </a:cubicBezTo>
                <a:lnTo>
                  <a:pt x="459364" y="0"/>
                </a:lnTo>
                <a:cubicBezTo>
                  <a:pt x="205665" y="0"/>
                  <a:pt x="0" y="205664"/>
                  <a:pt x="0" y="459363"/>
                </a:cubicBezTo>
                <a:lnTo>
                  <a:pt x="0" y="459364"/>
                </a:lnTo>
                <a:cubicBezTo>
                  <a:pt x="0" y="713064"/>
                  <a:pt x="205664" y="918728"/>
                  <a:pt x="459362" y="918728"/>
                </a:cubicBezTo>
                <a:close/>
              </a:path>
            </a:pathLst>
          </a:custGeom>
          <a:solidFill>
            <a:schemeClr val="tx1">
              <a:lumMod val="50000"/>
              <a:lumOff val="50000"/>
            </a:schemeClr>
          </a:solidFill>
          <a:ln w="1524" cap="flat">
            <a:noFill/>
            <a:prstDash val="solid"/>
            <a:miter/>
          </a:ln>
          <a:effectLst>
            <a:outerShdw blurRad="63500" sx="102000" sy="102000" algn="ctr"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2967" name="Freeform 2966">
            <a:extLst>
              <a:ext uri="{FF2B5EF4-FFF2-40B4-BE49-F238E27FC236}">
                <a16:creationId xmlns:a16="http://schemas.microsoft.com/office/drawing/2014/main" id="{BC7DED48-5E01-535E-AC20-9936DF2EACEE}"/>
              </a:ext>
            </a:extLst>
          </p:cNvPr>
          <p:cNvSpPr/>
          <p:nvPr/>
        </p:nvSpPr>
        <p:spPr>
          <a:xfrm>
            <a:off x="8872521" y="1722179"/>
            <a:ext cx="282778" cy="565557"/>
          </a:xfrm>
          <a:custGeom>
            <a:avLst/>
            <a:gdLst>
              <a:gd name="csX0" fmla="*/ 0 w 459362"/>
              <a:gd name="csY0" fmla="*/ 918727 h 918726"/>
              <a:gd name="csX1" fmla="*/ 459362 w 459362"/>
              <a:gd name="csY1" fmla="*/ 459364 h 918726"/>
              <a:gd name="csX2" fmla="*/ 459362 w 459362"/>
              <a:gd name="csY2" fmla="*/ 459363 h 918726"/>
              <a:gd name="csX3" fmla="*/ 0 w 459362"/>
              <a:gd name="csY3" fmla="*/ 0 h 918726"/>
            </a:gdLst>
            <a:ahLst/>
            <a:cxnLst>
              <a:cxn ang="0">
                <a:pos x="csX0" y="csY0"/>
              </a:cxn>
              <a:cxn ang="0">
                <a:pos x="csX1" y="csY1"/>
              </a:cxn>
              <a:cxn ang="0">
                <a:pos x="csX2" y="csY2"/>
              </a:cxn>
              <a:cxn ang="0">
                <a:pos x="csX3" y="csY3"/>
              </a:cxn>
            </a:cxnLst>
            <a:rect l="l" t="t" r="r" b="b"/>
            <a:pathLst>
              <a:path w="459362" h="918726">
                <a:moveTo>
                  <a:pt x="0" y="918727"/>
                </a:moveTo>
                <a:cubicBezTo>
                  <a:pt x="253699" y="918727"/>
                  <a:pt x="459362" y="713063"/>
                  <a:pt x="459362" y="459364"/>
                </a:cubicBezTo>
                <a:lnTo>
                  <a:pt x="459362" y="459363"/>
                </a:lnTo>
                <a:cubicBezTo>
                  <a:pt x="459362" y="205662"/>
                  <a:pt x="253699" y="0"/>
                  <a:pt x="0" y="0"/>
                </a:cubicBezTo>
              </a:path>
            </a:pathLst>
          </a:custGeom>
          <a:noFill/>
          <a:ln w="78043" cap="rnd">
            <a:solidFill>
              <a:srgbClr val="7F7F7F"/>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2968" name="Freeform 2967">
            <a:extLst>
              <a:ext uri="{FF2B5EF4-FFF2-40B4-BE49-F238E27FC236}">
                <a16:creationId xmlns:a16="http://schemas.microsoft.com/office/drawing/2014/main" id="{8DCC6B6B-B1BB-7866-C409-E4446E8530E7}"/>
              </a:ext>
            </a:extLst>
          </p:cNvPr>
          <p:cNvSpPr/>
          <p:nvPr/>
        </p:nvSpPr>
        <p:spPr>
          <a:xfrm>
            <a:off x="8305900" y="1722179"/>
            <a:ext cx="849400" cy="565557"/>
          </a:xfrm>
          <a:custGeom>
            <a:avLst/>
            <a:gdLst>
              <a:gd name="csX0" fmla="*/ 0 w 1379817"/>
              <a:gd name="csY0" fmla="*/ 918727 h 918726"/>
              <a:gd name="csX1" fmla="*/ 920455 w 1379817"/>
              <a:gd name="csY1" fmla="*/ 918727 h 918726"/>
              <a:gd name="csX2" fmla="*/ 1379817 w 1379817"/>
              <a:gd name="csY2" fmla="*/ 459364 h 918726"/>
              <a:gd name="csX3" fmla="*/ 1379817 w 1379817"/>
              <a:gd name="csY3" fmla="*/ 459363 h 918726"/>
              <a:gd name="csX4" fmla="*/ 920455 w 1379817"/>
              <a:gd name="csY4" fmla="*/ 0 h 918726"/>
              <a:gd name="csX5" fmla="*/ 0 w 1379817"/>
              <a:gd name="csY5" fmla="*/ 0 h 918726"/>
            </a:gdLst>
            <a:ahLst/>
            <a:cxnLst>
              <a:cxn ang="0">
                <a:pos x="csX0" y="csY0"/>
              </a:cxn>
              <a:cxn ang="0">
                <a:pos x="csX1" y="csY1"/>
              </a:cxn>
              <a:cxn ang="0">
                <a:pos x="csX2" y="csY2"/>
              </a:cxn>
              <a:cxn ang="0">
                <a:pos x="csX3" y="csY3"/>
              </a:cxn>
              <a:cxn ang="0">
                <a:pos x="csX4" y="csY4"/>
              </a:cxn>
              <a:cxn ang="0">
                <a:pos x="csX5" y="csY5"/>
              </a:cxn>
            </a:cxnLst>
            <a:rect l="l" t="t" r="r" b="b"/>
            <a:pathLst>
              <a:path w="1379817" h="918726">
                <a:moveTo>
                  <a:pt x="0" y="918727"/>
                </a:moveTo>
                <a:lnTo>
                  <a:pt x="920455" y="918727"/>
                </a:lnTo>
                <a:cubicBezTo>
                  <a:pt x="1174154" y="918727"/>
                  <a:pt x="1379817" y="713063"/>
                  <a:pt x="1379817" y="459364"/>
                </a:cubicBezTo>
                <a:lnTo>
                  <a:pt x="1379817" y="459363"/>
                </a:lnTo>
                <a:cubicBezTo>
                  <a:pt x="1379817" y="205662"/>
                  <a:pt x="1174154" y="0"/>
                  <a:pt x="920455" y="0"/>
                </a:cubicBezTo>
                <a:lnTo>
                  <a:pt x="0" y="0"/>
                </a:lnTo>
              </a:path>
            </a:pathLst>
          </a:custGeom>
          <a:noFill/>
          <a:ln w="12487" cap="rnd">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2969" name="Oval 2968">
            <a:extLst>
              <a:ext uri="{FF2B5EF4-FFF2-40B4-BE49-F238E27FC236}">
                <a16:creationId xmlns:a16="http://schemas.microsoft.com/office/drawing/2014/main" id="{76D4EBBA-4825-88DA-4044-36168D2ED7D8}"/>
              </a:ext>
            </a:extLst>
          </p:cNvPr>
          <p:cNvSpPr/>
          <p:nvPr/>
        </p:nvSpPr>
        <p:spPr>
          <a:xfrm>
            <a:off x="8291487" y="1707765"/>
            <a:ext cx="28826" cy="28826"/>
          </a:xfrm>
          <a:prstGeom prst="ellipse">
            <a:avLst/>
          </a:prstGeom>
          <a:solidFill>
            <a:srgbClr val="000000"/>
          </a:solidFill>
          <a:ln w="152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2970" name="Oval 2969">
            <a:extLst>
              <a:ext uri="{FF2B5EF4-FFF2-40B4-BE49-F238E27FC236}">
                <a16:creationId xmlns:a16="http://schemas.microsoft.com/office/drawing/2014/main" id="{E9646A17-48AC-9AC2-E505-9D8BDE02420F}"/>
              </a:ext>
            </a:extLst>
          </p:cNvPr>
          <p:cNvSpPr/>
          <p:nvPr/>
        </p:nvSpPr>
        <p:spPr>
          <a:xfrm rot="20990380">
            <a:off x="8291420" y="2273344"/>
            <a:ext cx="28825" cy="28825"/>
          </a:xfrm>
          <a:prstGeom prst="ellipse">
            <a:avLst/>
          </a:prstGeom>
          <a:solidFill>
            <a:srgbClr val="000000"/>
          </a:solidFill>
          <a:ln w="152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2972" name="Rounded Rectangle 2971">
            <a:extLst>
              <a:ext uri="{FF2B5EF4-FFF2-40B4-BE49-F238E27FC236}">
                <a16:creationId xmlns:a16="http://schemas.microsoft.com/office/drawing/2014/main" id="{C7A16943-7320-72A1-DE13-1E9253A0F50E}"/>
              </a:ext>
            </a:extLst>
          </p:cNvPr>
          <p:cNvSpPr/>
          <p:nvPr/>
        </p:nvSpPr>
        <p:spPr>
          <a:xfrm>
            <a:off x="9782277" y="2003035"/>
            <a:ext cx="2288609" cy="2435129"/>
          </a:xfrm>
          <a:prstGeom prst="roundRect">
            <a:avLst>
              <a:gd name="adj" fmla="val 5340"/>
            </a:avLst>
          </a:prstGeom>
          <a:solidFill>
            <a:schemeClr val="bg1"/>
          </a:solidFill>
          <a:ln>
            <a:solidFill>
              <a:schemeClr val="accent5"/>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973" name="Rounded Rectangle 2972">
            <a:extLst>
              <a:ext uri="{FF2B5EF4-FFF2-40B4-BE49-F238E27FC236}">
                <a16:creationId xmlns:a16="http://schemas.microsoft.com/office/drawing/2014/main" id="{88B3646D-D613-C725-5930-138C3E6F1006}"/>
              </a:ext>
            </a:extLst>
          </p:cNvPr>
          <p:cNvSpPr/>
          <p:nvPr/>
        </p:nvSpPr>
        <p:spPr>
          <a:xfrm>
            <a:off x="10382203" y="1915178"/>
            <a:ext cx="1180684" cy="19997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974" name="Freeform 2973">
            <a:extLst>
              <a:ext uri="{FF2B5EF4-FFF2-40B4-BE49-F238E27FC236}">
                <a16:creationId xmlns:a16="http://schemas.microsoft.com/office/drawing/2014/main" id="{F7D8188E-19B2-B795-F4A3-3A1BB30CC251}"/>
              </a:ext>
            </a:extLst>
          </p:cNvPr>
          <p:cNvSpPr/>
          <p:nvPr/>
        </p:nvSpPr>
        <p:spPr>
          <a:xfrm>
            <a:off x="9886793" y="1720256"/>
            <a:ext cx="565557" cy="565559"/>
          </a:xfrm>
          <a:custGeom>
            <a:avLst/>
            <a:gdLst>
              <a:gd name="csX0" fmla="*/ 459362 w 918726"/>
              <a:gd name="csY0" fmla="*/ 918728 h 918728"/>
              <a:gd name="csX1" fmla="*/ 459362 w 918726"/>
              <a:gd name="csY1" fmla="*/ 918728 h 918728"/>
              <a:gd name="csX2" fmla="*/ 918726 w 918726"/>
              <a:gd name="csY2" fmla="*/ 459364 h 918728"/>
              <a:gd name="csX3" fmla="*/ 918726 w 918726"/>
              <a:gd name="csY3" fmla="*/ 459363 h 918728"/>
              <a:gd name="csX4" fmla="*/ 459364 w 918726"/>
              <a:gd name="csY4" fmla="*/ 0 h 918728"/>
              <a:gd name="csX5" fmla="*/ 459364 w 918726"/>
              <a:gd name="csY5" fmla="*/ 0 h 918728"/>
              <a:gd name="csX6" fmla="*/ 0 w 918726"/>
              <a:gd name="csY6" fmla="*/ 459363 h 918728"/>
              <a:gd name="csX7" fmla="*/ 0 w 918726"/>
              <a:gd name="csY7" fmla="*/ 459364 h 918728"/>
              <a:gd name="csX8" fmla="*/ 459362 w 918726"/>
              <a:gd name="csY8" fmla="*/ 918728 h 9187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18726" h="918728">
                <a:moveTo>
                  <a:pt x="459362" y="918728"/>
                </a:moveTo>
                <a:lnTo>
                  <a:pt x="459362" y="918728"/>
                </a:lnTo>
                <a:cubicBezTo>
                  <a:pt x="713063" y="918728"/>
                  <a:pt x="918726" y="713064"/>
                  <a:pt x="918726" y="459364"/>
                </a:cubicBezTo>
                <a:lnTo>
                  <a:pt x="918726" y="459363"/>
                </a:lnTo>
                <a:cubicBezTo>
                  <a:pt x="918726" y="205664"/>
                  <a:pt x="713063" y="0"/>
                  <a:pt x="459364" y="0"/>
                </a:cubicBezTo>
                <a:lnTo>
                  <a:pt x="459364" y="0"/>
                </a:lnTo>
                <a:cubicBezTo>
                  <a:pt x="205665" y="0"/>
                  <a:pt x="0" y="205664"/>
                  <a:pt x="0" y="459363"/>
                </a:cubicBezTo>
                <a:lnTo>
                  <a:pt x="0" y="459364"/>
                </a:lnTo>
                <a:cubicBezTo>
                  <a:pt x="0" y="713064"/>
                  <a:pt x="205664" y="918728"/>
                  <a:pt x="459362" y="918728"/>
                </a:cubicBezTo>
                <a:close/>
              </a:path>
            </a:pathLst>
          </a:custGeom>
          <a:solidFill>
            <a:schemeClr val="accent5"/>
          </a:solidFill>
          <a:ln w="1524" cap="flat">
            <a:noFill/>
            <a:prstDash val="solid"/>
            <a:miter/>
          </a:ln>
          <a:effectLst>
            <a:outerShdw blurRad="63500" sx="102000" sy="102000" algn="ctr"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grpSp>
        <p:nvGrpSpPr>
          <p:cNvPr id="2975" name="Group 2974">
            <a:extLst>
              <a:ext uri="{FF2B5EF4-FFF2-40B4-BE49-F238E27FC236}">
                <a16:creationId xmlns:a16="http://schemas.microsoft.com/office/drawing/2014/main" id="{BD2BFDD9-A984-6D65-9820-21526905E5B4}"/>
              </a:ext>
            </a:extLst>
          </p:cNvPr>
          <p:cNvGrpSpPr/>
          <p:nvPr/>
        </p:nvGrpSpPr>
        <p:grpSpPr>
          <a:xfrm>
            <a:off x="10699006" y="1707765"/>
            <a:ext cx="863880" cy="594404"/>
            <a:chOff x="6337922" y="2021255"/>
            <a:chExt cx="1403339" cy="965587"/>
          </a:xfrm>
        </p:grpSpPr>
        <p:sp>
          <p:nvSpPr>
            <p:cNvPr id="2976" name="Freeform 2975">
              <a:extLst>
                <a:ext uri="{FF2B5EF4-FFF2-40B4-BE49-F238E27FC236}">
                  <a16:creationId xmlns:a16="http://schemas.microsoft.com/office/drawing/2014/main" id="{103E10D8-C88D-D9E7-D118-174FB2967EBC}"/>
                </a:ext>
              </a:extLst>
            </p:cNvPr>
            <p:cNvSpPr/>
            <p:nvPr/>
          </p:nvSpPr>
          <p:spPr>
            <a:xfrm>
              <a:off x="7281898" y="2044670"/>
              <a:ext cx="459362" cy="918726"/>
            </a:xfrm>
            <a:custGeom>
              <a:avLst/>
              <a:gdLst>
                <a:gd name="csX0" fmla="*/ 0 w 459362"/>
                <a:gd name="csY0" fmla="*/ 918727 h 918726"/>
                <a:gd name="csX1" fmla="*/ 459362 w 459362"/>
                <a:gd name="csY1" fmla="*/ 459364 h 918726"/>
                <a:gd name="csX2" fmla="*/ 459362 w 459362"/>
                <a:gd name="csY2" fmla="*/ 459363 h 918726"/>
                <a:gd name="csX3" fmla="*/ 0 w 459362"/>
                <a:gd name="csY3" fmla="*/ 0 h 918726"/>
              </a:gdLst>
              <a:ahLst/>
              <a:cxnLst>
                <a:cxn ang="0">
                  <a:pos x="csX0" y="csY0"/>
                </a:cxn>
                <a:cxn ang="0">
                  <a:pos x="csX1" y="csY1"/>
                </a:cxn>
                <a:cxn ang="0">
                  <a:pos x="csX2" y="csY2"/>
                </a:cxn>
                <a:cxn ang="0">
                  <a:pos x="csX3" y="csY3"/>
                </a:cxn>
              </a:cxnLst>
              <a:rect l="l" t="t" r="r" b="b"/>
              <a:pathLst>
                <a:path w="459362" h="918726">
                  <a:moveTo>
                    <a:pt x="0" y="918727"/>
                  </a:moveTo>
                  <a:cubicBezTo>
                    <a:pt x="253699" y="918727"/>
                    <a:pt x="459362" y="713063"/>
                    <a:pt x="459362" y="459364"/>
                  </a:cubicBezTo>
                  <a:lnTo>
                    <a:pt x="459362" y="459363"/>
                  </a:lnTo>
                  <a:cubicBezTo>
                    <a:pt x="459362" y="205662"/>
                    <a:pt x="253699" y="0"/>
                    <a:pt x="0" y="0"/>
                  </a:cubicBezTo>
                </a:path>
              </a:pathLst>
            </a:custGeom>
            <a:noFill/>
            <a:ln w="78043" cap="rnd">
              <a:solidFill>
                <a:schemeClr val="accent5"/>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2977" name="Freeform 2976">
              <a:extLst>
                <a:ext uri="{FF2B5EF4-FFF2-40B4-BE49-F238E27FC236}">
                  <a16:creationId xmlns:a16="http://schemas.microsoft.com/office/drawing/2014/main" id="{FB2A4DFF-461E-8C8F-2B28-7B940C0F9A1A}"/>
                </a:ext>
              </a:extLst>
            </p:cNvPr>
            <p:cNvSpPr/>
            <p:nvPr/>
          </p:nvSpPr>
          <p:spPr>
            <a:xfrm>
              <a:off x="6361444" y="2044670"/>
              <a:ext cx="1379817" cy="918726"/>
            </a:xfrm>
            <a:custGeom>
              <a:avLst/>
              <a:gdLst>
                <a:gd name="csX0" fmla="*/ 0 w 1379817"/>
                <a:gd name="csY0" fmla="*/ 918727 h 918726"/>
                <a:gd name="csX1" fmla="*/ 920455 w 1379817"/>
                <a:gd name="csY1" fmla="*/ 918727 h 918726"/>
                <a:gd name="csX2" fmla="*/ 1379817 w 1379817"/>
                <a:gd name="csY2" fmla="*/ 459364 h 918726"/>
                <a:gd name="csX3" fmla="*/ 1379817 w 1379817"/>
                <a:gd name="csY3" fmla="*/ 459363 h 918726"/>
                <a:gd name="csX4" fmla="*/ 920455 w 1379817"/>
                <a:gd name="csY4" fmla="*/ 0 h 918726"/>
                <a:gd name="csX5" fmla="*/ 0 w 1379817"/>
                <a:gd name="csY5" fmla="*/ 0 h 918726"/>
              </a:gdLst>
              <a:ahLst/>
              <a:cxnLst>
                <a:cxn ang="0">
                  <a:pos x="csX0" y="csY0"/>
                </a:cxn>
                <a:cxn ang="0">
                  <a:pos x="csX1" y="csY1"/>
                </a:cxn>
                <a:cxn ang="0">
                  <a:pos x="csX2" y="csY2"/>
                </a:cxn>
                <a:cxn ang="0">
                  <a:pos x="csX3" y="csY3"/>
                </a:cxn>
                <a:cxn ang="0">
                  <a:pos x="csX4" y="csY4"/>
                </a:cxn>
                <a:cxn ang="0">
                  <a:pos x="csX5" y="csY5"/>
                </a:cxn>
              </a:cxnLst>
              <a:rect l="l" t="t" r="r" b="b"/>
              <a:pathLst>
                <a:path w="1379817" h="918726">
                  <a:moveTo>
                    <a:pt x="0" y="918727"/>
                  </a:moveTo>
                  <a:lnTo>
                    <a:pt x="920455" y="918727"/>
                  </a:lnTo>
                  <a:cubicBezTo>
                    <a:pt x="1174154" y="918727"/>
                    <a:pt x="1379817" y="713063"/>
                    <a:pt x="1379817" y="459364"/>
                  </a:cubicBezTo>
                  <a:lnTo>
                    <a:pt x="1379817" y="459363"/>
                  </a:lnTo>
                  <a:cubicBezTo>
                    <a:pt x="1379817" y="205662"/>
                    <a:pt x="1174154" y="0"/>
                    <a:pt x="920455" y="0"/>
                  </a:cubicBezTo>
                  <a:lnTo>
                    <a:pt x="0" y="0"/>
                  </a:lnTo>
                </a:path>
              </a:pathLst>
            </a:custGeom>
            <a:noFill/>
            <a:ln w="12487" cap="rnd">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2978" name="Oval 2977">
              <a:extLst>
                <a:ext uri="{FF2B5EF4-FFF2-40B4-BE49-F238E27FC236}">
                  <a16:creationId xmlns:a16="http://schemas.microsoft.com/office/drawing/2014/main" id="{DB9E9277-2B97-487F-E58D-459A630BFA23}"/>
                </a:ext>
              </a:extLst>
            </p:cNvPr>
            <p:cNvSpPr/>
            <p:nvPr/>
          </p:nvSpPr>
          <p:spPr>
            <a:xfrm>
              <a:off x="6338031" y="2021255"/>
              <a:ext cx="46826" cy="46826"/>
            </a:xfrm>
            <a:prstGeom prst="ellipse">
              <a:avLst/>
            </a:prstGeom>
            <a:solidFill>
              <a:srgbClr val="000000"/>
            </a:solidFill>
            <a:ln w="152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2979" name="Oval 2978">
              <a:extLst>
                <a:ext uri="{FF2B5EF4-FFF2-40B4-BE49-F238E27FC236}">
                  <a16:creationId xmlns:a16="http://schemas.microsoft.com/office/drawing/2014/main" id="{7CC76954-79D4-24E7-9E61-9AC71E0A6D5D}"/>
                </a:ext>
              </a:extLst>
            </p:cNvPr>
            <p:cNvSpPr/>
            <p:nvPr/>
          </p:nvSpPr>
          <p:spPr>
            <a:xfrm rot="20990380">
              <a:off x="6337922" y="2940017"/>
              <a:ext cx="46825" cy="46825"/>
            </a:xfrm>
            <a:prstGeom prst="ellipse">
              <a:avLst/>
            </a:prstGeom>
            <a:solidFill>
              <a:srgbClr val="000000"/>
            </a:solidFill>
            <a:ln w="152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grpSp>
      <p:sp>
        <p:nvSpPr>
          <p:cNvPr id="2981" name="Rounded Rectangle 2980">
            <a:extLst>
              <a:ext uri="{FF2B5EF4-FFF2-40B4-BE49-F238E27FC236}">
                <a16:creationId xmlns:a16="http://schemas.microsoft.com/office/drawing/2014/main" id="{718DFC0A-A2EB-84F0-13B9-86F0C610F7E6}"/>
              </a:ext>
            </a:extLst>
          </p:cNvPr>
          <p:cNvSpPr/>
          <p:nvPr/>
        </p:nvSpPr>
        <p:spPr>
          <a:xfrm>
            <a:off x="12189865" y="2003035"/>
            <a:ext cx="2288609" cy="2435129"/>
          </a:xfrm>
          <a:prstGeom prst="roundRect">
            <a:avLst>
              <a:gd name="adj" fmla="val 5340"/>
            </a:avLst>
          </a:prstGeom>
          <a:solidFill>
            <a:schemeClr val="bg1"/>
          </a:solidFill>
          <a:ln>
            <a:solidFill>
              <a:schemeClr val="accent6">
                <a:lumMod val="7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982" name="Rounded Rectangle 2981">
            <a:extLst>
              <a:ext uri="{FF2B5EF4-FFF2-40B4-BE49-F238E27FC236}">
                <a16:creationId xmlns:a16="http://schemas.microsoft.com/office/drawing/2014/main" id="{E2A6AD9C-D45A-EA79-7445-5040666AABA6}"/>
              </a:ext>
            </a:extLst>
          </p:cNvPr>
          <p:cNvSpPr/>
          <p:nvPr/>
        </p:nvSpPr>
        <p:spPr>
          <a:xfrm>
            <a:off x="12789791" y="1915178"/>
            <a:ext cx="1180684" cy="19997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983" name="Freeform 2982">
            <a:extLst>
              <a:ext uri="{FF2B5EF4-FFF2-40B4-BE49-F238E27FC236}">
                <a16:creationId xmlns:a16="http://schemas.microsoft.com/office/drawing/2014/main" id="{F6407CBF-3A42-5A37-D1D6-A6FCC8247407}"/>
              </a:ext>
            </a:extLst>
          </p:cNvPr>
          <p:cNvSpPr/>
          <p:nvPr/>
        </p:nvSpPr>
        <p:spPr>
          <a:xfrm>
            <a:off x="12294381" y="1720256"/>
            <a:ext cx="565557" cy="565559"/>
          </a:xfrm>
          <a:custGeom>
            <a:avLst/>
            <a:gdLst>
              <a:gd name="csX0" fmla="*/ 459362 w 918726"/>
              <a:gd name="csY0" fmla="*/ 918728 h 918728"/>
              <a:gd name="csX1" fmla="*/ 459362 w 918726"/>
              <a:gd name="csY1" fmla="*/ 918728 h 918728"/>
              <a:gd name="csX2" fmla="*/ 918726 w 918726"/>
              <a:gd name="csY2" fmla="*/ 459364 h 918728"/>
              <a:gd name="csX3" fmla="*/ 918726 w 918726"/>
              <a:gd name="csY3" fmla="*/ 459363 h 918728"/>
              <a:gd name="csX4" fmla="*/ 459364 w 918726"/>
              <a:gd name="csY4" fmla="*/ 0 h 918728"/>
              <a:gd name="csX5" fmla="*/ 459364 w 918726"/>
              <a:gd name="csY5" fmla="*/ 0 h 918728"/>
              <a:gd name="csX6" fmla="*/ 0 w 918726"/>
              <a:gd name="csY6" fmla="*/ 459363 h 918728"/>
              <a:gd name="csX7" fmla="*/ 0 w 918726"/>
              <a:gd name="csY7" fmla="*/ 459364 h 918728"/>
              <a:gd name="csX8" fmla="*/ 459362 w 918726"/>
              <a:gd name="csY8" fmla="*/ 918728 h 9187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18726" h="918728">
                <a:moveTo>
                  <a:pt x="459362" y="918728"/>
                </a:moveTo>
                <a:lnTo>
                  <a:pt x="459362" y="918728"/>
                </a:lnTo>
                <a:cubicBezTo>
                  <a:pt x="713063" y="918728"/>
                  <a:pt x="918726" y="713064"/>
                  <a:pt x="918726" y="459364"/>
                </a:cubicBezTo>
                <a:lnTo>
                  <a:pt x="918726" y="459363"/>
                </a:lnTo>
                <a:cubicBezTo>
                  <a:pt x="918726" y="205664"/>
                  <a:pt x="713063" y="0"/>
                  <a:pt x="459364" y="0"/>
                </a:cubicBezTo>
                <a:lnTo>
                  <a:pt x="459364" y="0"/>
                </a:lnTo>
                <a:cubicBezTo>
                  <a:pt x="205665" y="0"/>
                  <a:pt x="0" y="205664"/>
                  <a:pt x="0" y="459363"/>
                </a:cubicBezTo>
                <a:lnTo>
                  <a:pt x="0" y="459364"/>
                </a:lnTo>
                <a:cubicBezTo>
                  <a:pt x="0" y="713064"/>
                  <a:pt x="205664" y="918728"/>
                  <a:pt x="459362" y="918728"/>
                </a:cubicBezTo>
                <a:close/>
              </a:path>
            </a:pathLst>
          </a:custGeom>
          <a:solidFill>
            <a:schemeClr val="accent6">
              <a:lumMod val="75000"/>
            </a:schemeClr>
          </a:solidFill>
          <a:ln w="1524" cap="flat">
            <a:noFill/>
            <a:prstDash val="solid"/>
            <a:miter/>
          </a:ln>
          <a:effectLst>
            <a:outerShdw blurRad="63500" sx="102000" sy="102000" algn="ctr"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grpSp>
        <p:nvGrpSpPr>
          <p:cNvPr id="2984" name="Group 2983">
            <a:extLst>
              <a:ext uri="{FF2B5EF4-FFF2-40B4-BE49-F238E27FC236}">
                <a16:creationId xmlns:a16="http://schemas.microsoft.com/office/drawing/2014/main" id="{C0A13677-FE2E-96CC-E574-3155B2485C7C}"/>
              </a:ext>
            </a:extLst>
          </p:cNvPr>
          <p:cNvGrpSpPr/>
          <p:nvPr/>
        </p:nvGrpSpPr>
        <p:grpSpPr>
          <a:xfrm>
            <a:off x="13106594" y="1707765"/>
            <a:ext cx="863880" cy="594404"/>
            <a:chOff x="6337922" y="2021255"/>
            <a:chExt cx="1403339" cy="965587"/>
          </a:xfrm>
        </p:grpSpPr>
        <p:sp>
          <p:nvSpPr>
            <p:cNvPr id="2985" name="Freeform 2984">
              <a:extLst>
                <a:ext uri="{FF2B5EF4-FFF2-40B4-BE49-F238E27FC236}">
                  <a16:creationId xmlns:a16="http://schemas.microsoft.com/office/drawing/2014/main" id="{E09B0AFA-9391-3BF2-0F49-41CBA64E5A4D}"/>
                </a:ext>
              </a:extLst>
            </p:cNvPr>
            <p:cNvSpPr/>
            <p:nvPr/>
          </p:nvSpPr>
          <p:spPr>
            <a:xfrm>
              <a:off x="7281898" y="2044670"/>
              <a:ext cx="459362" cy="918726"/>
            </a:xfrm>
            <a:custGeom>
              <a:avLst/>
              <a:gdLst>
                <a:gd name="csX0" fmla="*/ 0 w 459362"/>
                <a:gd name="csY0" fmla="*/ 918727 h 918726"/>
                <a:gd name="csX1" fmla="*/ 459362 w 459362"/>
                <a:gd name="csY1" fmla="*/ 459364 h 918726"/>
                <a:gd name="csX2" fmla="*/ 459362 w 459362"/>
                <a:gd name="csY2" fmla="*/ 459363 h 918726"/>
                <a:gd name="csX3" fmla="*/ 0 w 459362"/>
                <a:gd name="csY3" fmla="*/ 0 h 918726"/>
              </a:gdLst>
              <a:ahLst/>
              <a:cxnLst>
                <a:cxn ang="0">
                  <a:pos x="csX0" y="csY0"/>
                </a:cxn>
                <a:cxn ang="0">
                  <a:pos x="csX1" y="csY1"/>
                </a:cxn>
                <a:cxn ang="0">
                  <a:pos x="csX2" y="csY2"/>
                </a:cxn>
                <a:cxn ang="0">
                  <a:pos x="csX3" y="csY3"/>
                </a:cxn>
              </a:cxnLst>
              <a:rect l="l" t="t" r="r" b="b"/>
              <a:pathLst>
                <a:path w="459362" h="918726">
                  <a:moveTo>
                    <a:pt x="0" y="918727"/>
                  </a:moveTo>
                  <a:cubicBezTo>
                    <a:pt x="253699" y="918727"/>
                    <a:pt x="459362" y="713063"/>
                    <a:pt x="459362" y="459364"/>
                  </a:cubicBezTo>
                  <a:lnTo>
                    <a:pt x="459362" y="459363"/>
                  </a:lnTo>
                  <a:cubicBezTo>
                    <a:pt x="459362" y="205662"/>
                    <a:pt x="253699" y="0"/>
                    <a:pt x="0" y="0"/>
                  </a:cubicBezTo>
                </a:path>
              </a:pathLst>
            </a:custGeom>
            <a:noFill/>
            <a:ln w="78043" cap="rnd">
              <a:solidFill>
                <a:schemeClr val="accent6">
                  <a:lumMod val="75000"/>
                </a:schemeClr>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2986" name="Freeform 2985">
              <a:extLst>
                <a:ext uri="{FF2B5EF4-FFF2-40B4-BE49-F238E27FC236}">
                  <a16:creationId xmlns:a16="http://schemas.microsoft.com/office/drawing/2014/main" id="{38DC227F-B9AD-83D4-FDD4-F66C026721DC}"/>
                </a:ext>
              </a:extLst>
            </p:cNvPr>
            <p:cNvSpPr/>
            <p:nvPr/>
          </p:nvSpPr>
          <p:spPr>
            <a:xfrm>
              <a:off x="6361444" y="2044670"/>
              <a:ext cx="1379817" cy="918726"/>
            </a:xfrm>
            <a:custGeom>
              <a:avLst/>
              <a:gdLst>
                <a:gd name="csX0" fmla="*/ 0 w 1379817"/>
                <a:gd name="csY0" fmla="*/ 918727 h 918726"/>
                <a:gd name="csX1" fmla="*/ 920455 w 1379817"/>
                <a:gd name="csY1" fmla="*/ 918727 h 918726"/>
                <a:gd name="csX2" fmla="*/ 1379817 w 1379817"/>
                <a:gd name="csY2" fmla="*/ 459364 h 918726"/>
                <a:gd name="csX3" fmla="*/ 1379817 w 1379817"/>
                <a:gd name="csY3" fmla="*/ 459363 h 918726"/>
                <a:gd name="csX4" fmla="*/ 920455 w 1379817"/>
                <a:gd name="csY4" fmla="*/ 0 h 918726"/>
                <a:gd name="csX5" fmla="*/ 0 w 1379817"/>
                <a:gd name="csY5" fmla="*/ 0 h 918726"/>
              </a:gdLst>
              <a:ahLst/>
              <a:cxnLst>
                <a:cxn ang="0">
                  <a:pos x="csX0" y="csY0"/>
                </a:cxn>
                <a:cxn ang="0">
                  <a:pos x="csX1" y="csY1"/>
                </a:cxn>
                <a:cxn ang="0">
                  <a:pos x="csX2" y="csY2"/>
                </a:cxn>
                <a:cxn ang="0">
                  <a:pos x="csX3" y="csY3"/>
                </a:cxn>
                <a:cxn ang="0">
                  <a:pos x="csX4" y="csY4"/>
                </a:cxn>
                <a:cxn ang="0">
                  <a:pos x="csX5" y="csY5"/>
                </a:cxn>
              </a:cxnLst>
              <a:rect l="l" t="t" r="r" b="b"/>
              <a:pathLst>
                <a:path w="1379817" h="918726">
                  <a:moveTo>
                    <a:pt x="0" y="918727"/>
                  </a:moveTo>
                  <a:lnTo>
                    <a:pt x="920455" y="918727"/>
                  </a:lnTo>
                  <a:cubicBezTo>
                    <a:pt x="1174154" y="918727"/>
                    <a:pt x="1379817" y="713063"/>
                    <a:pt x="1379817" y="459364"/>
                  </a:cubicBezTo>
                  <a:lnTo>
                    <a:pt x="1379817" y="459363"/>
                  </a:lnTo>
                  <a:cubicBezTo>
                    <a:pt x="1379817" y="205662"/>
                    <a:pt x="1174154" y="0"/>
                    <a:pt x="920455" y="0"/>
                  </a:cubicBezTo>
                  <a:lnTo>
                    <a:pt x="0" y="0"/>
                  </a:lnTo>
                </a:path>
              </a:pathLst>
            </a:custGeom>
            <a:noFill/>
            <a:ln w="12487" cap="rnd">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2987" name="Oval 2986">
              <a:extLst>
                <a:ext uri="{FF2B5EF4-FFF2-40B4-BE49-F238E27FC236}">
                  <a16:creationId xmlns:a16="http://schemas.microsoft.com/office/drawing/2014/main" id="{3CC02538-891F-F76F-BEF8-1C38A96E2413}"/>
                </a:ext>
              </a:extLst>
            </p:cNvPr>
            <p:cNvSpPr/>
            <p:nvPr/>
          </p:nvSpPr>
          <p:spPr>
            <a:xfrm>
              <a:off x="6338031" y="2021255"/>
              <a:ext cx="46826" cy="46826"/>
            </a:xfrm>
            <a:prstGeom prst="ellipse">
              <a:avLst/>
            </a:prstGeom>
            <a:solidFill>
              <a:srgbClr val="000000"/>
            </a:solidFill>
            <a:ln w="152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2988" name="Oval 2987">
              <a:extLst>
                <a:ext uri="{FF2B5EF4-FFF2-40B4-BE49-F238E27FC236}">
                  <a16:creationId xmlns:a16="http://schemas.microsoft.com/office/drawing/2014/main" id="{265ED68B-A219-BC93-25DF-39FCBAE1E453}"/>
                </a:ext>
              </a:extLst>
            </p:cNvPr>
            <p:cNvSpPr/>
            <p:nvPr/>
          </p:nvSpPr>
          <p:spPr>
            <a:xfrm rot="20990380">
              <a:off x="6337922" y="2940017"/>
              <a:ext cx="46825" cy="46825"/>
            </a:xfrm>
            <a:prstGeom prst="ellipse">
              <a:avLst/>
            </a:prstGeom>
            <a:solidFill>
              <a:srgbClr val="000000"/>
            </a:solidFill>
            <a:ln w="152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grpSp>
      <p:sp>
        <p:nvSpPr>
          <p:cNvPr id="2991" name="TextBox 2990">
            <a:extLst>
              <a:ext uri="{FF2B5EF4-FFF2-40B4-BE49-F238E27FC236}">
                <a16:creationId xmlns:a16="http://schemas.microsoft.com/office/drawing/2014/main" id="{886B7B1B-BF3E-0513-4E9B-0D755E57C54C}"/>
              </a:ext>
            </a:extLst>
          </p:cNvPr>
          <p:cNvSpPr txBox="1"/>
          <p:nvPr/>
        </p:nvSpPr>
        <p:spPr>
          <a:xfrm>
            <a:off x="3403600" y="1063348"/>
            <a:ext cx="7823200" cy="375068"/>
          </a:xfrm>
          <a:prstGeom prst="roundRect">
            <a:avLst/>
          </a:prstGeom>
          <a:solidFill>
            <a:schemeClr val="bg1"/>
          </a:solidFill>
          <a:ln>
            <a:solidFill>
              <a:schemeClr val="accent6"/>
            </a:solidFill>
          </a:ln>
          <a:effectLst>
            <a:outerShdw blurRad="50800" dist="38100" dir="5400000" algn="t" rotWithShape="0">
              <a:prstClr val="black">
                <a:alpha val="40000"/>
              </a:prstClr>
            </a:outerShdw>
          </a:effectLst>
        </p:spPr>
        <p:txBody>
          <a:bodyPr wrap="square">
            <a:spAutoFit/>
          </a:bodyPr>
          <a:lstStyle/>
          <a:p>
            <a:pPr marL="0" marR="0" lvl="0" indent="0" algn="ctr" defTabSz="914364" rtl="0" eaLnBrk="1" fontAlgn="auto" latinLnBrk="0" hangingPunct="1">
              <a:lnSpc>
                <a:spcPts val="21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Century Gothic" panose="020B0502020202020204" pitchFamily="34" charset="0"/>
              </a:rPr>
              <a:t>6 stages, covering technical, business and organizational fitment</a:t>
            </a:r>
          </a:p>
        </p:txBody>
      </p:sp>
      <p:sp>
        <p:nvSpPr>
          <p:cNvPr id="2992" name="TextBox 2991">
            <a:extLst>
              <a:ext uri="{FF2B5EF4-FFF2-40B4-BE49-F238E27FC236}">
                <a16:creationId xmlns:a16="http://schemas.microsoft.com/office/drawing/2014/main" id="{E9F335E2-AE30-4F68-B2BB-F4A8D3D29EE9}"/>
              </a:ext>
            </a:extLst>
          </p:cNvPr>
          <p:cNvSpPr txBox="1"/>
          <p:nvPr/>
        </p:nvSpPr>
        <p:spPr>
          <a:xfrm>
            <a:off x="3238305" y="1751005"/>
            <a:ext cx="1013389" cy="482600"/>
          </a:xfrm>
          <a:prstGeom prst="rect">
            <a:avLst/>
          </a:prstGeom>
          <a:noFill/>
        </p:spPr>
        <p:txBody>
          <a:bodyPr vertOverflow="overflow" vert="horz" wrap="square" lIns="36000" tIns="36000" rIns="36000" bIns="360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err="1">
                <a:ln>
                  <a:noFill/>
                </a:ln>
                <a:solidFill>
                  <a:srgbClr val="006350"/>
                </a:solidFill>
                <a:effectLst/>
                <a:uLnTx/>
                <a:uFillTx/>
                <a:latin typeface="Century Gothic" panose="020B0502020202020204" pitchFamily="34" charset="0"/>
              </a:rPr>
              <a:t>HackerRank</a:t>
            </a:r>
            <a:r>
              <a:rPr kumimoji="0" lang="en-US" sz="1200" b="1" i="0" u="none" strike="noStrike" kern="1200" cap="none" spc="0" normalizeH="0" baseline="0" noProof="0">
                <a:ln>
                  <a:noFill/>
                </a:ln>
                <a:solidFill>
                  <a:srgbClr val="006350"/>
                </a:solidFill>
                <a:effectLst/>
                <a:uLnTx/>
                <a:uFillTx/>
                <a:latin typeface="Century Gothic" panose="020B0502020202020204" pitchFamily="34" charset="0"/>
              </a:rPr>
              <a:t> Test</a:t>
            </a:r>
          </a:p>
        </p:txBody>
      </p:sp>
      <p:sp>
        <p:nvSpPr>
          <p:cNvPr id="2993" name="TextBox 2992">
            <a:extLst>
              <a:ext uri="{FF2B5EF4-FFF2-40B4-BE49-F238E27FC236}">
                <a16:creationId xmlns:a16="http://schemas.microsoft.com/office/drawing/2014/main" id="{D9BF6477-B23B-4A2E-A463-F3865434368F}"/>
              </a:ext>
            </a:extLst>
          </p:cNvPr>
          <p:cNvSpPr txBox="1"/>
          <p:nvPr/>
        </p:nvSpPr>
        <p:spPr>
          <a:xfrm>
            <a:off x="5706509" y="1751005"/>
            <a:ext cx="849400" cy="482600"/>
          </a:xfrm>
          <a:prstGeom prst="rect">
            <a:avLst/>
          </a:prstGeom>
          <a:noFill/>
        </p:spPr>
        <p:txBody>
          <a:bodyPr vertOverflow="overflow" vert="horz" wrap="square" lIns="36000" tIns="36000" rIns="36000" bIns="360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5937AF"/>
                </a:solidFill>
                <a:effectLst/>
                <a:uLnTx/>
                <a:uFillTx/>
                <a:latin typeface="Century Gothic" panose="020B0502020202020204" pitchFamily="34" charset="0"/>
              </a:rPr>
              <a:t>Business Problem</a:t>
            </a:r>
          </a:p>
        </p:txBody>
      </p:sp>
      <p:sp>
        <p:nvSpPr>
          <p:cNvPr id="2994" name="TextBox 2993">
            <a:extLst>
              <a:ext uri="{FF2B5EF4-FFF2-40B4-BE49-F238E27FC236}">
                <a16:creationId xmlns:a16="http://schemas.microsoft.com/office/drawing/2014/main" id="{D396C1E6-982C-75ED-2055-A270673EB949}"/>
              </a:ext>
            </a:extLst>
          </p:cNvPr>
          <p:cNvSpPr txBox="1"/>
          <p:nvPr/>
        </p:nvSpPr>
        <p:spPr>
          <a:xfrm>
            <a:off x="8063165" y="1751005"/>
            <a:ext cx="1275864" cy="482600"/>
          </a:xfrm>
          <a:prstGeom prst="rect">
            <a:avLst/>
          </a:prstGeom>
          <a:noFill/>
        </p:spPr>
        <p:txBody>
          <a:bodyPr vertOverflow="overflow" vert="horz" wrap="square" lIns="36000" tIns="36000" rIns="36000" bIns="360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F7F7F"/>
                </a:solidFill>
                <a:effectLst/>
                <a:uLnTx/>
                <a:uFillTx/>
                <a:latin typeface="Century Gothic" panose="020B0502020202020204" pitchFamily="34" charset="0"/>
              </a:rPr>
              <a:t>Solution Presentation</a:t>
            </a:r>
          </a:p>
        </p:txBody>
      </p:sp>
      <p:sp>
        <p:nvSpPr>
          <p:cNvPr id="2995" name="TextBox 2994">
            <a:extLst>
              <a:ext uri="{FF2B5EF4-FFF2-40B4-BE49-F238E27FC236}">
                <a16:creationId xmlns:a16="http://schemas.microsoft.com/office/drawing/2014/main" id="{DB994087-71E2-5858-3433-D2F72FA3AEF6}"/>
              </a:ext>
            </a:extLst>
          </p:cNvPr>
          <p:cNvSpPr txBox="1"/>
          <p:nvPr/>
        </p:nvSpPr>
        <p:spPr>
          <a:xfrm>
            <a:off x="10505529" y="1761735"/>
            <a:ext cx="982541" cy="482600"/>
          </a:xfrm>
          <a:prstGeom prst="rect">
            <a:avLst/>
          </a:prstGeom>
          <a:noFill/>
        </p:spPr>
        <p:txBody>
          <a:bodyPr vertOverflow="overflow" vert="horz" wrap="square" lIns="36000" tIns="36000" rIns="36000" bIns="360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C005A"/>
                </a:solidFill>
                <a:effectLst/>
                <a:uLnTx/>
                <a:uFillTx/>
                <a:latin typeface="Century Gothic" panose="020B0502020202020204" pitchFamily="34" charset="0"/>
              </a:rPr>
              <a:t>HR / Org Fit</a:t>
            </a:r>
          </a:p>
        </p:txBody>
      </p:sp>
      <p:sp>
        <p:nvSpPr>
          <p:cNvPr id="2996" name="TextBox 2995">
            <a:extLst>
              <a:ext uri="{FF2B5EF4-FFF2-40B4-BE49-F238E27FC236}">
                <a16:creationId xmlns:a16="http://schemas.microsoft.com/office/drawing/2014/main" id="{E40D40AF-A557-5064-6E0D-0FFE4091E3CE}"/>
              </a:ext>
            </a:extLst>
          </p:cNvPr>
          <p:cNvSpPr txBox="1"/>
          <p:nvPr/>
        </p:nvSpPr>
        <p:spPr>
          <a:xfrm>
            <a:off x="12919966" y="1761735"/>
            <a:ext cx="1013186" cy="482600"/>
          </a:xfrm>
          <a:prstGeom prst="rect">
            <a:avLst/>
          </a:prstGeom>
          <a:noFill/>
        </p:spPr>
        <p:txBody>
          <a:bodyPr vertOverflow="overflow" vert="horz" wrap="square" lIns="36000" tIns="36000" rIns="36000" bIns="360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18181">
                    <a:lumMod val="75000"/>
                  </a:srgbClr>
                </a:solidFill>
                <a:effectLst/>
                <a:uLnTx/>
                <a:uFillTx/>
                <a:latin typeface="Century Gothic" panose="020B0502020202020204" pitchFamily="34" charset="0"/>
              </a:rPr>
              <a:t>Offer &amp; Rollout</a:t>
            </a:r>
          </a:p>
        </p:txBody>
      </p:sp>
      <p:sp>
        <p:nvSpPr>
          <p:cNvPr id="2997" name="TextBox 203">
            <a:extLst>
              <a:ext uri="{FF2B5EF4-FFF2-40B4-BE49-F238E27FC236}">
                <a16:creationId xmlns:a16="http://schemas.microsoft.com/office/drawing/2014/main" id="{11FC3C7B-D523-C4CB-6CB3-8BAB2E9677CF}"/>
              </a:ext>
            </a:extLst>
          </p:cNvPr>
          <p:cNvSpPr txBox="1"/>
          <p:nvPr/>
        </p:nvSpPr>
        <p:spPr>
          <a:xfrm>
            <a:off x="808122" y="1736591"/>
            <a:ext cx="1116126" cy="482600"/>
          </a:xfrm>
          <a:prstGeom prst="rect">
            <a:avLst/>
          </a:prstGeom>
          <a:noFill/>
        </p:spPr>
        <p:txBody>
          <a:bodyPr vertOverflow="overflow" vert="horz" wrap="square" lIns="36000" tIns="36000" rIns="36000" bIns="360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Century Gothic" panose="020B0502020202020204" pitchFamily="34" charset="0"/>
              </a:rPr>
              <a:t>Psychometric Test</a:t>
            </a:r>
          </a:p>
        </p:txBody>
      </p:sp>
      <p:sp>
        <p:nvSpPr>
          <p:cNvPr id="2998" name="Rounded Rectangle 2997">
            <a:extLst>
              <a:ext uri="{FF2B5EF4-FFF2-40B4-BE49-F238E27FC236}">
                <a16:creationId xmlns:a16="http://schemas.microsoft.com/office/drawing/2014/main" id="{82A6BF69-5F06-8E32-7DCF-D72DDA93919F}"/>
              </a:ext>
            </a:extLst>
          </p:cNvPr>
          <p:cNvSpPr/>
          <p:nvPr/>
        </p:nvSpPr>
        <p:spPr>
          <a:xfrm>
            <a:off x="3200466" y="2498093"/>
            <a:ext cx="1016000" cy="254000"/>
          </a:xfrm>
          <a:prstGeom prst="roundRect">
            <a:avLst/>
          </a:prstGeom>
          <a:solidFill>
            <a:schemeClr val="accent2">
              <a:alpha val="1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6350"/>
                </a:solidFill>
                <a:effectLst/>
                <a:uLnTx/>
                <a:uFillTx/>
                <a:latin typeface="Century Gothic" panose="020B0502020202020204" pitchFamily="34" charset="0"/>
              </a:rPr>
              <a:t>120 min</a:t>
            </a:r>
          </a:p>
        </p:txBody>
      </p:sp>
      <p:sp>
        <p:nvSpPr>
          <p:cNvPr id="2999" name="Rounded Rectangle 2998">
            <a:extLst>
              <a:ext uri="{FF2B5EF4-FFF2-40B4-BE49-F238E27FC236}">
                <a16:creationId xmlns:a16="http://schemas.microsoft.com/office/drawing/2014/main" id="{33B39206-39E8-2F5D-06F1-AEB727722E32}"/>
              </a:ext>
            </a:extLst>
          </p:cNvPr>
          <p:cNvSpPr/>
          <p:nvPr/>
        </p:nvSpPr>
        <p:spPr>
          <a:xfrm>
            <a:off x="5603406" y="2498093"/>
            <a:ext cx="1016000" cy="254000"/>
          </a:xfrm>
          <a:prstGeom prst="roundRect">
            <a:avLst/>
          </a:prstGeom>
          <a:solidFill>
            <a:schemeClr val="accent3">
              <a:alpha val="1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937AF"/>
                </a:solidFill>
                <a:effectLst/>
                <a:uLnTx/>
                <a:uFillTx/>
                <a:latin typeface="Century Gothic" panose="020B0502020202020204" pitchFamily="34" charset="0"/>
              </a:rPr>
              <a:t>Take-home</a:t>
            </a:r>
          </a:p>
        </p:txBody>
      </p:sp>
      <p:sp>
        <p:nvSpPr>
          <p:cNvPr id="3000" name="Rounded Rectangle 2999">
            <a:extLst>
              <a:ext uri="{FF2B5EF4-FFF2-40B4-BE49-F238E27FC236}">
                <a16:creationId xmlns:a16="http://schemas.microsoft.com/office/drawing/2014/main" id="{3F79E1C4-3186-DE7E-B357-0331C7BB53CC}"/>
              </a:ext>
            </a:extLst>
          </p:cNvPr>
          <p:cNvSpPr/>
          <p:nvPr/>
        </p:nvSpPr>
        <p:spPr>
          <a:xfrm>
            <a:off x="8010994" y="2498093"/>
            <a:ext cx="1016000" cy="254000"/>
          </a:xfrm>
          <a:prstGeom prst="roundRect">
            <a:avLst/>
          </a:prstGeom>
          <a:solidFill>
            <a:srgbClr val="7F7F7F">
              <a:alpha val="10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7F7F7F"/>
                </a:solidFill>
                <a:effectLst/>
                <a:uLnTx/>
                <a:uFillTx/>
                <a:latin typeface="Century Gothic" panose="020B0502020202020204" pitchFamily="34" charset="0"/>
              </a:rPr>
              <a:t>45 min</a:t>
            </a:r>
          </a:p>
        </p:txBody>
      </p:sp>
      <p:sp>
        <p:nvSpPr>
          <p:cNvPr id="3001" name="Rounded Rectangle 3000">
            <a:extLst>
              <a:ext uri="{FF2B5EF4-FFF2-40B4-BE49-F238E27FC236}">
                <a16:creationId xmlns:a16="http://schemas.microsoft.com/office/drawing/2014/main" id="{12CC2EF6-EF98-1244-21D7-E8BFA3CE4963}"/>
              </a:ext>
            </a:extLst>
          </p:cNvPr>
          <p:cNvSpPr/>
          <p:nvPr/>
        </p:nvSpPr>
        <p:spPr>
          <a:xfrm>
            <a:off x="10413934" y="2498093"/>
            <a:ext cx="1016000" cy="254000"/>
          </a:xfrm>
          <a:prstGeom prst="roundRect">
            <a:avLst/>
          </a:prstGeom>
          <a:solidFill>
            <a:schemeClr val="accent5">
              <a:alpha val="1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8C005A"/>
                </a:solidFill>
                <a:effectLst/>
                <a:uLnTx/>
                <a:uFillTx/>
                <a:latin typeface="Century Gothic" panose="020B0502020202020204" pitchFamily="34" charset="0"/>
              </a:rPr>
              <a:t>30 min</a:t>
            </a:r>
          </a:p>
        </p:txBody>
      </p:sp>
      <p:sp>
        <p:nvSpPr>
          <p:cNvPr id="3002" name="Rounded Rectangle 3001">
            <a:extLst>
              <a:ext uri="{FF2B5EF4-FFF2-40B4-BE49-F238E27FC236}">
                <a16:creationId xmlns:a16="http://schemas.microsoft.com/office/drawing/2014/main" id="{32F7332B-C2B8-CABD-24F7-426F92D40B4C}"/>
              </a:ext>
            </a:extLst>
          </p:cNvPr>
          <p:cNvSpPr/>
          <p:nvPr/>
        </p:nvSpPr>
        <p:spPr>
          <a:xfrm>
            <a:off x="12826169" y="2498093"/>
            <a:ext cx="1016000" cy="254000"/>
          </a:xfrm>
          <a:prstGeom prst="roundRect">
            <a:avLst/>
          </a:prstGeom>
          <a:solidFill>
            <a:schemeClr val="accent6">
              <a:lumMod val="75000"/>
              <a:alpha val="1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818181">
                    <a:lumMod val="50000"/>
                  </a:srgbClr>
                </a:solidFill>
                <a:effectLst/>
                <a:uLnTx/>
                <a:uFillTx/>
                <a:latin typeface="Century Gothic" panose="020B0502020202020204" pitchFamily="34" charset="0"/>
              </a:rPr>
              <a:t>Final</a:t>
            </a:r>
          </a:p>
        </p:txBody>
      </p:sp>
      <p:sp>
        <p:nvSpPr>
          <p:cNvPr id="3003" name="Rounded Rectangle 204">
            <a:extLst>
              <a:ext uri="{FF2B5EF4-FFF2-40B4-BE49-F238E27FC236}">
                <a16:creationId xmlns:a16="http://schemas.microsoft.com/office/drawing/2014/main" id="{4CF22E7D-E906-E25E-0DF4-8D9B40B6D823}"/>
              </a:ext>
            </a:extLst>
          </p:cNvPr>
          <p:cNvSpPr/>
          <p:nvPr/>
        </p:nvSpPr>
        <p:spPr>
          <a:xfrm>
            <a:off x="788231" y="2498093"/>
            <a:ext cx="1016000" cy="254000"/>
          </a:xfrm>
          <a:prstGeom prst="roundRect">
            <a:avLst/>
          </a:prstGeom>
          <a:solidFill>
            <a:schemeClr val="accent1">
              <a:alpha val="1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7CFA0"/>
                </a:solidFill>
                <a:effectLst/>
                <a:uLnTx/>
                <a:uFillTx/>
                <a:latin typeface="Century Gothic" panose="020B0502020202020204" pitchFamily="34" charset="0"/>
              </a:rPr>
              <a:t>30–60 min</a:t>
            </a:r>
          </a:p>
        </p:txBody>
      </p:sp>
      <p:sp>
        <p:nvSpPr>
          <p:cNvPr id="3004" name="TextBox 3003">
            <a:extLst>
              <a:ext uri="{FF2B5EF4-FFF2-40B4-BE49-F238E27FC236}">
                <a16:creationId xmlns:a16="http://schemas.microsoft.com/office/drawing/2014/main" id="{0B8FA61C-0D2C-0B88-A8EA-0A0A17108032}"/>
              </a:ext>
            </a:extLst>
          </p:cNvPr>
          <p:cNvSpPr txBox="1"/>
          <p:nvPr/>
        </p:nvSpPr>
        <p:spPr>
          <a:xfrm>
            <a:off x="2661129" y="2905169"/>
            <a:ext cx="2065405" cy="1209631"/>
          </a:xfrm>
          <a:prstGeom prst="rect">
            <a:avLst/>
          </a:prstGeom>
          <a:noFill/>
        </p:spPr>
        <p:txBody>
          <a:bodyPr vertOverflow="overflow" vert="horz" wrap="square" rtlCol="0" anchor="t" anchorCtr="0">
            <a:noAutofit/>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62323"/>
                </a:solidFill>
                <a:effectLst/>
                <a:uLnTx/>
                <a:uFillTx/>
                <a:latin typeface="Century Gothic" panose="020B0502020202020204" pitchFamily="34" charset="0"/>
              </a:rPr>
              <a:t>Problem solving, Python, SQL, prompt engineering
Top 10% by percentile move forward</a:t>
            </a:r>
          </a:p>
        </p:txBody>
      </p:sp>
      <p:sp>
        <p:nvSpPr>
          <p:cNvPr id="3005" name="TextBox 3004">
            <a:extLst>
              <a:ext uri="{FF2B5EF4-FFF2-40B4-BE49-F238E27FC236}">
                <a16:creationId xmlns:a16="http://schemas.microsoft.com/office/drawing/2014/main" id="{95DC3B57-C72A-FFDC-D930-1086122FC2EE}"/>
              </a:ext>
            </a:extLst>
          </p:cNvPr>
          <p:cNvSpPr txBox="1"/>
          <p:nvPr/>
        </p:nvSpPr>
        <p:spPr>
          <a:xfrm>
            <a:off x="5051996" y="2905169"/>
            <a:ext cx="2110804" cy="1209631"/>
          </a:xfrm>
          <a:prstGeom prst="rect">
            <a:avLst/>
          </a:prstGeom>
          <a:noFill/>
        </p:spPr>
        <p:txBody>
          <a:bodyPr vertOverflow="overflow" vert="horz" wrap="square" rtlCol="0" anchor="t" anchorCtr="0">
            <a:noAutofit/>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62323"/>
                </a:solidFill>
                <a:effectLst/>
                <a:uLnTx/>
                <a:uFillTx/>
                <a:latin typeface="Century Gothic" panose="020B0502020202020204" pitchFamily="34" charset="0"/>
              </a:rPr>
              <a:t>24 hour business problem; deck submission
Any AI tools allowed; reviewed by leaders</a:t>
            </a:r>
          </a:p>
        </p:txBody>
      </p:sp>
      <p:sp>
        <p:nvSpPr>
          <p:cNvPr id="3006" name="TextBox 3005">
            <a:extLst>
              <a:ext uri="{FF2B5EF4-FFF2-40B4-BE49-F238E27FC236}">
                <a16:creationId xmlns:a16="http://schemas.microsoft.com/office/drawing/2014/main" id="{D879BC97-6B45-8C49-810B-785342363F36}"/>
              </a:ext>
            </a:extLst>
          </p:cNvPr>
          <p:cNvSpPr txBox="1"/>
          <p:nvPr/>
        </p:nvSpPr>
        <p:spPr>
          <a:xfrm>
            <a:off x="7461048" y="2905169"/>
            <a:ext cx="2102052" cy="1209631"/>
          </a:xfrm>
          <a:prstGeom prst="rect">
            <a:avLst/>
          </a:prstGeom>
          <a:noFill/>
        </p:spPr>
        <p:txBody>
          <a:bodyPr vertOverflow="overflow" vert="horz" wrap="square" rtlCol="0" anchor="t" anchorCtr="0">
            <a:noAutofit/>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62323"/>
                </a:solidFill>
                <a:effectLst/>
                <a:uLnTx/>
                <a:uFillTx/>
                <a:latin typeface="Century Gothic" panose="020B0502020202020204" pitchFamily="34" charset="0"/>
              </a:rPr>
              <a:t>F2f/Online round with the tech panel
Defend approach, stack, priorities</a:t>
            </a:r>
          </a:p>
        </p:txBody>
      </p:sp>
      <p:sp>
        <p:nvSpPr>
          <p:cNvPr id="3007" name="TextBox 3006">
            <a:extLst>
              <a:ext uri="{FF2B5EF4-FFF2-40B4-BE49-F238E27FC236}">
                <a16:creationId xmlns:a16="http://schemas.microsoft.com/office/drawing/2014/main" id="{96A9B6A3-F1ED-B21C-604F-C1BCA115F518}"/>
              </a:ext>
            </a:extLst>
          </p:cNvPr>
          <p:cNvSpPr txBox="1"/>
          <p:nvPr/>
        </p:nvSpPr>
        <p:spPr>
          <a:xfrm>
            <a:off x="9862469" y="2905169"/>
            <a:ext cx="2208415" cy="1209631"/>
          </a:xfrm>
          <a:prstGeom prst="rect">
            <a:avLst/>
          </a:prstGeom>
          <a:noFill/>
        </p:spPr>
        <p:txBody>
          <a:bodyPr vertOverflow="overflow" vert="horz" wrap="square" rtlCol="0" anchor="t" anchorCtr="0">
            <a:noAutofit/>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err="1">
                <a:ln>
                  <a:noFill/>
                </a:ln>
                <a:solidFill>
                  <a:srgbClr val="262323"/>
                </a:solidFill>
                <a:effectLst/>
                <a:uLnTx/>
                <a:uFillTx/>
                <a:latin typeface="Century Gothic" panose="020B0502020202020204" pitchFamily="34" charset="0"/>
              </a:rPr>
              <a:t>Behaviour</a:t>
            </a:r>
            <a:r>
              <a:rPr kumimoji="0" lang="en-US" sz="1200" b="0" i="0" u="none" strike="noStrike" kern="1200" cap="none" spc="0" normalizeH="0" baseline="0" noProof="0">
                <a:ln>
                  <a:noFill/>
                </a:ln>
                <a:solidFill>
                  <a:srgbClr val="262323"/>
                </a:solidFill>
                <a:effectLst/>
                <a:uLnTx/>
                <a:uFillTx/>
                <a:latin typeface="Century Gothic" panose="020B0502020202020204" pitchFamily="34" charset="0"/>
              </a:rPr>
              <a:t> and attitude check
</a:t>
            </a:r>
            <a:r>
              <a:rPr kumimoji="0" lang="en-US" sz="1200" b="0" i="0" u="none" strike="noStrike" kern="1200" cap="none" spc="0" normalizeH="0" baseline="0" noProof="0" err="1">
                <a:ln>
                  <a:noFill/>
                </a:ln>
                <a:solidFill>
                  <a:srgbClr val="262323"/>
                </a:solidFill>
                <a:effectLst/>
                <a:uLnTx/>
                <a:uFillTx/>
                <a:latin typeface="Century Gothic" panose="020B0502020202020204" pitchFamily="34" charset="0"/>
              </a:rPr>
              <a:t>Finalise</a:t>
            </a:r>
            <a:r>
              <a:rPr kumimoji="0" lang="en-US" sz="1200" b="0" i="0" u="none" strike="noStrike" kern="1200" cap="none" spc="0" normalizeH="0" baseline="0" noProof="0">
                <a:ln>
                  <a:noFill/>
                </a:ln>
                <a:solidFill>
                  <a:srgbClr val="262323"/>
                </a:solidFill>
                <a:effectLst/>
                <a:uLnTx/>
                <a:uFillTx/>
                <a:latin typeface="Century Gothic" panose="020B0502020202020204" pitchFamily="34" charset="0"/>
              </a:rPr>
              <a:t> offer, location, benefits</a:t>
            </a:r>
          </a:p>
        </p:txBody>
      </p:sp>
      <p:sp>
        <p:nvSpPr>
          <p:cNvPr id="3008" name="TextBox 3007">
            <a:extLst>
              <a:ext uri="{FF2B5EF4-FFF2-40B4-BE49-F238E27FC236}">
                <a16:creationId xmlns:a16="http://schemas.microsoft.com/office/drawing/2014/main" id="{A0A7B6F2-A37F-69EE-61D3-D5E34CB90984}"/>
              </a:ext>
            </a:extLst>
          </p:cNvPr>
          <p:cNvSpPr txBox="1"/>
          <p:nvPr/>
        </p:nvSpPr>
        <p:spPr>
          <a:xfrm>
            <a:off x="12259565" y="2905169"/>
            <a:ext cx="2218907" cy="589417"/>
          </a:xfrm>
          <a:prstGeom prst="rect">
            <a:avLst/>
          </a:prstGeom>
          <a:noFill/>
        </p:spPr>
        <p:txBody>
          <a:bodyPr vertOverflow="overflow" vert="horz" wrap="square" rtlCol="0" anchor="t" anchorCtr="0">
            <a:noAutofit/>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62323"/>
                </a:solidFill>
                <a:effectLst/>
                <a:uLnTx/>
                <a:uFillTx/>
                <a:latin typeface="Century Gothic" panose="020B0502020202020204" pitchFamily="34" charset="0"/>
              </a:rPr>
              <a:t>Offer extended</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62323"/>
                </a:solidFill>
                <a:effectLst/>
                <a:uLnTx/>
                <a:uFillTx/>
                <a:latin typeface="Century Gothic" panose="020B0502020202020204" pitchFamily="34" charset="0"/>
              </a:rPr>
              <a:t>Onboarding kicks off</a:t>
            </a:r>
          </a:p>
        </p:txBody>
      </p:sp>
      <p:sp>
        <p:nvSpPr>
          <p:cNvPr id="3009" name="TextBox 205">
            <a:extLst>
              <a:ext uri="{FF2B5EF4-FFF2-40B4-BE49-F238E27FC236}">
                <a16:creationId xmlns:a16="http://schemas.microsoft.com/office/drawing/2014/main" id="{3D48571A-32B3-2C6C-467B-DB81089B157E}"/>
              </a:ext>
            </a:extLst>
          </p:cNvPr>
          <p:cNvSpPr txBox="1"/>
          <p:nvPr/>
        </p:nvSpPr>
        <p:spPr>
          <a:xfrm>
            <a:off x="253542" y="2905169"/>
            <a:ext cx="2045158" cy="1209631"/>
          </a:xfrm>
          <a:prstGeom prst="rect">
            <a:avLst/>
          </a:prstGeom>
          <a:noFill/>
        </p:spPr>
        <p:txBody>
          <a:bodyPr vertOverflow="overflow" vert="horz" wrap="square" rtlCol="0" anchor="t" anchorCtr="0">
            <a:noAutofit/>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62323"/>
                </a:solidFill>
                <a:effectLst/>
                <a:uLnTx/>
                <a:uFillTx/>
                <a:latin typeface="Century Gothic" panose="020B0502020202020204" pitchFamily="34" charset="0"/>
              </a:rPr>
              <a:t>Online personality assessment</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62323"/>
                </a:solidFill>
                <a:effectLst/>
                <a:uLnTx/>
                <a:uFillTx/>
                <a:latin typeface="Century Gothic" panose="020B0502020202020204" pitchFamily="34" charset="0"/>
              </a:rPr>
              <a:t>Screens for role fit and work style</a:t>
            </a:r>
          </a:p>
        </p:txBody>
      </p:sp>
      <p:sp>
        <p:nvSpPr>
          <p:cNvPr id="3032" name="Freeform 3031">
            <a:extLst>
              <a:ext uri="{FF2B5EF4-FFF2-40B4-BE49-F238E27FC236}">
                <a16:creationId xmlns:a16="http://schemas.microsoft.com/office/drawing/2014/main" id="{A3F4A15D-8968-BD74-57CD-C43CBB499A12}"/>
              </a:ext>
            </a:extLst>
          </p:cNvPr>
          <p:cNvSpPr/>
          <p:nvPr/>
        </p:nvSpPr>
        <p:spPr>
          <a:xfrm>
            <a:off x="2358589" y="3184384"/>
            <a:ext cx="296267" cy="467231"/>
          </a:xfrm>
          <a:custGeom>
            <a:avLst/>
            <a:gdLst>
              <a:gd name="csX0" fmla="*/ 56359 w 296267"/>
              <a:gd name="csY0" fmla="*/ 458768 h 467231"/>
              <a:gd name="csX1" fmla="*/ 284645 w 296267"/>
              <a:gd name="csY1" fmla="*/ 259200 h 467231"/>
              <a:gd name="csX2" fmla="*/ 284645 w 296267"/>
              <a:gd name="csY2" fmla="*/ 208031 h 467231"/>
              <a:gd name="csX3" fmla="*/ 56359 w 296267"/>
              <a:gd name="csY3" fmla="*/ 8464 h 467231"/>
              <a:gd name="csX4" fmla="*/ 0 w 296267"/>
              <a:gd name="csY4" fmla="*/ 34048 h 467231"/>
              <a:gd name="csX5" fmla="*/ 0 w 296267"/>
              <a:gd name="csY5" fmla="*/ 433193 h 467231"/>
              <a:gd name="csX6" fmla="*/ 56359 w 296267"/>
              <a:gd name="csY6" fmla="*/ 458768 h 46723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96267" h="467231">
                <a:moveTo>
                  <a:pt x="56359" y="458768"/>
                </a:moveTo>
                <a:lnTo>
                  <a:pt x="284645" y="259200"/>
                </a:lnTo>
                <a:cubicBezTo>
                  <a:pt x="300142" y="245655"/>
                  <a:pt x="300142" y="221566"/>
                  <a:pt x="284645" y="208031"/>
                </a:cubicBezTo>
                <a:lnTo>
                  <a:pt x="56359" y="8464"/>
                </a:lnTo>
                <a:cubicBezTo>
                  <a:pt x="34376" y="-10748"/>
                  <a:pt x="0" y="4863"/>
                  <a:pt x="0" y="34048"/>
                </a:cubicBezTo>
                <a:lnTo>
                  <a:pt x="0" y="433193"/>
                </a:lnTo>
                <a:cubicBezTo>
                  <a:pt x="0" y="462368"/>
                  <a:pt x="34376" y="477979"/>
                  <a:pt x="56359" y="458768"/>
                </a:cubicBezTo>
                <a:close/>
              </a:path>
            </a:pathLst>
          </a:custGeom>
          <a:solidFill>
            <a:schemeClr val="accent6">
              <a:lumMod val="50000"/>
            </a:schemeClr>
          </a:solidFill>
          <a:ln w="9525"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3230" name="Freeform 3229">
            <a:extLst>
              <a:ext uri="{FF2B5EF4-FFF2-40B4-BE49-F238E27FC236}">
                <a16:creationId xmlns:a16="http://schemas.microsoft.com/office/drawing/2014/main" id="{08616D49-6A61-D6EA-BE85-D629A2F882C8}"/>
              </a:ext>
            </a:extLst>
          </p:cNvPr>
          <p:cNvSpPr/>
          <p:nvPr/>
        </p:nvSpPr>
        <p:spPr>
          <a:xfrm>
            <a:off x="4796989" y="3184384"/>
            <a:ext cx="296267" cy="467231"/>
          </a:xfrm>
          <a:custGeom>
            <a:avLst/>
            <a:gdLst>
              <a:gd name="csX0" fmla="*/ 56359 w 296267"/>
              <a:gd name="csY0" fmla="*/ 458768 h 467231"/>
              <a:gd name="csX1" fmla="*/ 284645 w 296267"/>
              <a:gd name="csY1" fmla="*/ 259200 h 467231"/>
              <a:gd name="csX2" fmla="*/ 284645 w 296267"/>
              <a:gd name="csY2" fmla="*/ 208031 h 467231"/>
              <a:gd name="csX3" fmla="*/ 56359 w 296267"/>
              <a:gd name="csY3" fmla="*/ 8464 h 467231"/>
              <a:gd name="csX4" fmla="*/ 0 w 296267"/>
              <a:gd name="csY4" fmla="*/ 34048 h 467231"/>
              <a:gd name="csX5" fmla="*/ 0 w 296267"/>
              <a:gd name="csY5" fmla="*/ 433193 h 467231"/>
              <a:gd name="csX6" fmla="*/ 56359 w 296267"/>
              <a:gd name="csY6" fmla="*/ 458768 h 46723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96267" h="467231">
                <a:moveTo>
                  <a:pt x="56359" y="458768"/>
                </a:moveTo>
                <a:lnTo>
                  <a:pt x="284645" y="259200"/>
                </a:lnTo>
                <a:cubicBezTo>
                  <a:pt x="300142" y="245655"/>
                  <a:pt x="300142" y="221566"/>
                  <a:pt x="284645" y="208031"/>
                </a:cubicBezTo>
                <a:lnTo>
                  <a:pt x="56359" y="8464"/>
                </a:lnTo>
                <a:cubicBezTo>
                  <a:pt x="34376" y="-10748"/>
                  <a:pt x="0" y="4863"/>
                  <a:pt x="0" y="34048"/>
                </a:cubicBezTo>
                <a:lnTo>
                  <a:pt x="0" y="433193"/>
                </a:lnTo>
                <a:cubicBezTo>
                  <a:pt x="0" y="462368"/>
                  <a:pt x="34376" y="477979"/>
                  <a:pt x="56359" y="458768"/>
                </a:cubicBezTo>
                <a:close/>
              </a:path>
            </a:pathLst>
          </a:custGeom>
          <a:solidFill>
            <a:schemeClr val="accent6">
              <a:lumMod val="50000"/>
            </a:schemeClr>
          </a:solidFill>
          <a:ln w="9525"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3231" name="Freeform 3230">
            <a:extLst>
              <a:ext uri="{FF2B5EF4-FFF2-40B4-BE49-F238E27FC236}">
                <a16:creationId xmlns:a16="http://schemas.microsoft.com/office/drawing/2014/main" id="{F0B1A542-02A1-7C0D-323E-6A7611A95DB0}"/>
              </a:ext>
            </a:extLst>
          </p:cNvPr>
          <p:cNvSpPr/>
          <p:nvPr/>
        </p:nvSpPr>
        <p:spPr>
          <a:xfrm>
            <a:off x="7184589" y="3184384"/>
            <a:ext cx="296267" cy="467231"/>
          </a:xfrm>
          <a:custGeom>
            <a:avLst/>
            <a:gdLst>
              <a:gd name="csX0" fmla="*/ 56359 w 296267"/>
              <a:gd name="csY0" fmla="*/ 458768 h 467231"/>
              <a:gd name="csX1" fmla="*/ 284645 w 296267"/>
              <a:gd name="csY1" fmla="*/ 259200 h 467231"/>
              <a:gd name="csX2" fmla="*/ 284645 w 296267"/>
              <a:gd name="csY2" fmla="*/ 208031 h 467231"/>
              <a:gd name="csX3" fmla="*/ 56359 w 296267"/>
              <a:gd name="csY3" fmla="*/ 8464 h 467231"/>
              <a:gd name="csX4" fmla="*/ 0 w 296267"/>
              <a:gd name="csY4" fmla="*/ 34048 h 467231"/>
              <a:gd name="csX5" fmla="*/ 0 w 296267"/>
              <a:gd name="csY5" fmla="*/ 433193 h 467231"/>
              <a:gd name="csX6" fmla="*/ 56359 w 296267"/>
              <a:gd name="csY6" fmla="*/ 458768 h 46723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96267" h="467231">
                <a:moveTo>
                  <a:pt x="56359" y="458768"/>
                </a:moveTo>
                <a:lnTo>
                  <a:pt x="284645" y="259200"/>
                </a:lnTo>
                <a:cubicBezTo>
                  <a:pt x="300142" y="245655"/>
                  <a:pt x="300142" y="221566"/>
                  <a:pt x="284645" y="208031"/>
                </a:cubicBezTo>
                <a:lnTo>
                  <a:pt x="56359" y="8464"/>
                </a:lnTo>
                <a:cubicBezTo>
                  <a:pt x="34376" y="-10748"/>
                  <a:pt x="0" y="4863"/>
                  <a:pt x="0" y="34048"/>
                </a:cubicBezTo>
                <a:lnTo>
                  <a:pt x="0" y="433193"/>
                </a:lnTo>
                <a:cubicBezTo>
                  <a:pt x="0" y="462368"/>
                  <a:pt x="34376" y="477979"/>
                  <a:pt x="56359" y="458768"/>
                </a:cubicBezTo>
                <a:close/>
              </a:path>
            </a:pathLst>
          </a:custGeom>
          <a:solidFill>
            <a:schemeClr val="accent6">
              <a:lumMod val="50000"/>
            </a:schemeClr>
          </a:solidFill>
          <a:ln w="9525"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3232" name="Freeform 3231">
            <a:extLst>
              <a:ext uri="{FF2B5EF4-FFF2-40B4-BE49-F238E27FC236}">
                <a16:creationId xmlns:a16="http://schemas.microsoft.com/office/drawing/2014/main" id="{AAC33FAB-D323-E500-1268-24F1D639711E}"/>
              </a:ext>
            </a:extLst>
          </p:cNvPr>
          <p:cNvSpPr/>
          <p:nvPr/>
        </p:nvSpPr>
        <p:spPr>
          <a:xfrm>
            <a:off x="9622989" y="3184384"/>
            <a:ext cx="296267" cy="467231"/>
          </a:xfrm>
          <a:custGeom>
            <a:avLst/>
            <a:gdLst>
              <a:gd name="csX0" fmla="*/ 56359 w 296267"/>
              <a:gd name="csY0" fmla="*/ 458768 h 467231"/>
              <a:gd name="csX1" fmla="*/ 284645 w 296267"/>
              <a:gd name="csY1" fmla="*/ 259200 h 467231"/>
              <a:gd name="csX2" fmla="*/ 284645 w 296267"/>
              <a:gd name="csY2" fmla="*/ 208031 h 467231"/>
              <a:gd name="csX3" fmla="*/ 56359 w 296267"/>
              <a:gd name="csY3" fmla="*/ 8464 h 467231"/>
              <a:gd name="csX4" fmla="*/ 0 w 296267"/>
              <a:gd name="csY4" fmla="*/ 34048 h 467231"/>
              <a:gd name="csX5" fmla="*/ 0 w 296267"/>
              <a:gd name="csY5" fmla="*/ 433193 h 467231"/>
              <a:gd name="csX6" fmla="*/ 56359 w 296267"/>
              <a:gd name="csY6" fmla="*/ 458768 h 46723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96267" h="467231">
                <a:moveTo>
                  <a:pt x="56359" y="458768"/>
                </a:moveTo>
                <a:lnTo>
                  <a:pt x="284645" y="259200"/>
                </a:lnTo>
                <a:cubicBezTo>
                  <a:pt x="300142" y="245655"/>
                  <a:pt x="300142" y="221566"/>
                  <a:pt x="284645" y="208031"/>
                </a:cubicBezTo>
                <a:lnTo>
                  <a:pt x="56359" y="8464"/>
                </a:lnTo>
                <a:cubicBezTo>
                  <a:pt x="34376" y="-10748"/>
                  <a:pt x="0" y="4863"/>
                  <a:pt x="0" y="34048"/>
                </a:cubicBezTo>
                <a:lnTo>
                  <a:pt x="0" y="433193"/>
                </a:lnTo>
                <a:cubicBezTo>
                  <a:pt x="0" y="462368"/>
                  <a:pt x="34376" y="477979"/>
                  <a:pt x="56359" y="458768"/>
                </a:cubicBezTo>
                <a:close/>
              </a:path>
            </a:pathLst>
          </a:custGeom>
          <a:solidFill>
            <a:schemeClr val="accent6">
              <a:lumMod val="50000"/>
            </a:schemeClr>
          </a:solidFill>
          <a:ln w="9525"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3233" name="Freeform 3232">
            <a:extLst>
              <a:ext uri="{FF2B5EF4-FFF2-40B4-BE49-F238E27FC236}">
                <a16:creationId xmlns:a16="http://schemas.microsoft.com/office/drawing/2014/main" id="{5B0A0A3E-CD69-0AA6-E439-A44923A5E434}"/>
              </a:ext>
            </a:extLst>
          </p:cNvPr>
          <p:cNvSpPr/>
          <p:nvPr/>
        </p:nvSpPr>
        <p:spPr>
          <a:xfrm>
            <a:off x="12010589" y="3184384"/>
            <a:ext cx="296267" cy="467231"/>
          </a:xfrm>
          <a:custGeom>
            <a:avLst/>
            <a:gdLst>
              <a:gd name="csX0" fmla="*/ 56359 w 296267"/>
              <a:gd name="csY0" fmla="*/ 458768 h 467231"/>
              <a:gd name="csX1" fmla="*/ 284645 w 296267"/>
              <a:gd name="csY1" fmla="*/ 259200 h 467231"/>
              <a:gd name="csX2" fmla="*/ 284645 w 296267"/>
              <a:gd name="csY2" fmla="*/ 208031 h 467231"/>
              <a:gd name="csX3" fmla="*/ 56359 w 296267"/>
              <a:gd name="csY3" fmla="*/ 8464 h 467231"/>
              <a:gd name="csX4" fmla="*/ 0 w 296267"/>
              <a:gd name="csY4" fmla="*/ 34048 h 467231"/>
              <a:gd name="csX5" fmla="*/ 0 w 296267"/>
              <a:gd name="csY5" fmla="*/ 433193 h 467231"/>
              <a:gd name="csX6" fmla="*/ 56359 w 296267"/>
              <a:gd name="csY6" fmla="*/ 458768 h 46723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96267" h="467231">
                <a:moveTo>
                  <a:pt x="56359" y="458768"/>
                </a:moveTo>
                <a:lnTo>
                  <a:pt x="284645" y="259200"/>
                </a:lnTo>
                <a:cubicBezTo>
                  <a:pt x="300142" y="245655"/>
                  <a:pt x="300142" y="221566"/>
                  <a:pt x="284645" y="208031"/>
                </a:cubicBezTo>
                <a:lnTo>
                  <a:pt x="56359" y="8464"/>
                </a:lnTo>
                <a:cubicBezTo>
                  <a:pt x="34376" y="-10748"/>
                  <a:pt x="0" y="4863"/>
                  <a:pt x="0" y="34048"/>
                </a:cubicBezTo>
                <a:lnTo>
                  <a:pt x="0" y="433193"/>
                </a:lnTo>
                <a:cubicBezTo>
                  <a:pt x="0" y="462368"/>
                  <a:pt x="34376" y="477979"/>
                  <a:pt x="56359" y="458768"/>
                </a:cubicBezTo>
                <a:close/>
              </a:path>
            </a:pathLst>
          </a:custGeom>
          <a:solidFill>
            <a:schemeClr val="accent6">
              <a:lumMod val="50000"/>
            </a:schemeClr>
          </a:solidFill>
          <a:ln w="9525"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entury Gothic" panose="020B0502020202020204" pitchFamily="34" charset="0"/>
            </a:endParaRPr>
          </a:p>
        </p:txBody>
      </p:sp>
      <p:pic>
        <p:nvPicPr>
          <p:cNvPr id="3235" name="Graphic 3234">
            <a:extLst>
              <a:ext uri="{FF2B5EF4-FFF2-40B4-BE49-F238E27FC236}">
                <a16:creationId xmlns:a16="http://schemas.microsoft.com/office/drawing/2014/main" id="{2786684F-1783-6C6A-73F8-704719B2853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04619" y="1776405"/>
            <a:ext cx="443502" cy="443502"/>
          </a:xfrm>
          <a:prstGeom prst="rect">
            <a:avLst/>
          </a:prstGeom>
        </p:spPr>
      </p:pic>
      <p:pic>
        <p:nvPicPr>
          <p:cNvPr id="3237" name="Graphic 3236">
            <a:extLst>
              <a:ext uri="{FF2B5EF4-FFF2-40B4-BE49-F238E27FC236}">
                <a16:creationId xmlns:a16="http://schemas.microsoft.com/office/drawing/2014/main" id="{F95E3EDD-87BE-956C-5A68-5B3D299E987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55429" y="1790357"/>
            <a:ext cx="375068" cy="375068"/>
          </a:xfrm>
          <a:prstGeom prst="rect">
            <a:avLst/>
          </a:prstGeom>
        </p:spPr>
      </p:pic>
      <p:pic>
        <p:nvPicPr>
          <p:cNvPr id="3239" name="Graphic 3238">
            <a:extLst>
              <a:ext uri="{FF2B5EF4-FFF2-40B4-BE49-F238E27FC236}">
                <a16:creationId xmlns:a16="http://schemas.microsoft.com/office/drawing/2014/main" id="{F5D71F42-A019-AB66-D4EA-072825948FA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180365" y="1839717"/>
            <a:ext cx="326635" cy="326635"/>
          </a:xfrm>
          <a:prstGeom prst="rect">
            <a:avLst/>
          </a:prstGeom>
        </p:spPr>
      </p:pic>
      <p:pic>
        <p:nvPicPr>
          <p:cNvPr id="3241" name="Graphic 3240">
            <a:extLst>
              <a:ext uri="{FF2B5EF4-FFF2-40B4-BE49-F238E27FC236}">
                <a16:creationId xmlns:a16="http://schemas.microsoft.com/office/drawing/2014/main" id="{5D698A13-E1B6-E19B-DF90-A76F74F31D5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555168" y="1830822"/>
            <a:ext cx="409928" cy="409928"/>
          </a:xfrm>
          <a:prstGeom prst="rect">
            <a:avLst/>
          </a:prstGeom>
        </p:spPr>
      </p:pic>
      <p:pic>
        <p:nvPicPr>
          <p:cNvPr id="3243" name="Graphic 3242">
            <a:extLst>
              <a:ext uri="{FF2B5EF4-FFF2-40B4-BE49-F238E27FC236}">
                <a16:creationId xmlns:a16="http://schemas.microsoft.com/office/drawing/2014/main" id="{3AC52BBE-E34F-69DB-8EF3-090C3C1EB6E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945797" y="1776067"/>
            <a:ext cx="457876" cy="457876"/>
          </a:xfrm>
          <a:prstGeom prst="rect">
            <a:avLst/>
          </a:prstGeom>
        </p:spPr>
      </p:pic>
      <p:pic>
        <p:nvPicPr>
          <p:cNvPr id="3245" name="Graphic 3244">
            <a:extLst>
              <a:ext uri="{FF2B5EF4-FFF2-40B4-BE49-F238E27FC236}">
                <a16:creationId xmlns:a16="http://schemas.microsoft.com/office/drawing/2014/main" id="{6BB78915-DB69-4386-C6C2-2857CB8E617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2383214" y="1826183"/>
            <a:ext cx="359249" cy="359249"/>
          </a:xfrm>
          <a:prstGeom prst="rect">
            <a:avLst/>
          </a:prstGeom>
        </p:spPr>
      </p:pic>
      <p:sp>
        <p:nvSpPr>
          <p:cNvPr id="3246" name="TextBox 3245">
            <a:extLst>
              <a:ext uri="{FF2B5EF4-FFF2-40B4-BE49-F238E27FC236}">
                <a16:creationId xmlns:a16="http://schemas.microsoft.com/office/drawing/2014/main" id="{41326764-70F6-E538-DF82-2BBC2A4089DB}"/>
              </a:ext>
            </a:extLst>
          </p:cNvPr>
          <p:cNvSpPr txBox="1"/>
          <p:nvPr/>
        </p:nvSpPr>
        <p:spPr>
          <a:xfrm>
            <a:off x="1056404" y="4648521"/>
            <a:ext cx="5080000" cy="261610"/>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888888"/>
                </a:solidFill>
                <a:effectLst/>
                <a:uLnTx/>
                <a:uFillTx/>
                <a:latin typeface="Century Gothic" panose="020B0502020202020204" pitchFamily="34" charset="0"/>
              </a:rPr>
              <a:t>HOW IT COMES TOGETHER</a:t>
            </a:r>
          </a:p>
        </p:txBody>
      </p:sp>
      <p:sp>
        <p:nvSpPr>
          <p:cNvPr id="3247" name="TextBox 3246">
            <a:extLst>
              <a:ext uri="{FF2B5EF4-FFF2-40B4-BE49-F238E27FC236}">
                <a16:creationId xmlns:a16="http://schemas.microsoft.com/office/drawing/2014/main" id="{D16E6719-D5A1-DA3F-1E32-9DFA9A470AEA}"/>
              </a:ext>
            </a:extLst>
          </p:cNvPr>
          <p:cNvSpPr txBox="1"/>
          <p:nvPr/>
        </p:nvSpPr>
        <p:spPr>
          <a:xfrm>
            <a:off x="1056404" y="4877121"/>
            <a:ext cx="7620000" cy="338554"/>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1A1A1A"/>
                </a:solidFill>
                <a:effectLst/>
                <a:uLnTx/>
                <a:uFillTx/>
                <a:latin typeface="Century Gothic" panose="020B0502020202020204" pitchFamily="34" charset="0"/>
              </a:rPr>
              <a:t>Three teams, sequential handoff, two platforms</a:t>
            </a:r>
          </a:p>
        </p:txBody>
      </p:sp>
      <p:sp>
        <p:nvSpPr>
          <p:cNvPr id="3248" name="Rectangle 3247">
            <a:extLst>
              <a:ext uri="{FF2B5EF4-FFF2-40B4-BE49-F238E27FC236}">
                <a16:creationId xmlns:a16="http://schemas.microsoft.com/office/drawing/2014/main" id="{78CA4465-BC5C-914B-F916-C705873B7A0E}"/>
              </a:ext>
            </a:extLst>
          </p:cNvPr>
          <p:cNvSpPr/>
          <p:nvPr/>
        </p:nvSpPr>
        <p:spPr>
          <a:xfrm>
            <a:off x="1094504" y="5385121"/>
            <a:ext cx="3746500" cy="1905000"/>
          </a:xfrm>
          <a:prstGeom prst="rect">
            <a:avLst/>
          </a:prstGeom>
          <a:solidFill>
            <a:srgbClr val="FFFFFF"/>
          </a:solidFill>
          <a:ln w="9525" cap="flat" cmpd="sng" algn="ctr">
            <a:solidFill>
              <a:srgbClr val="D8D8D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249" name="Rectangle 3248">
            <a:extLst>
              <a:ext uri="{FF2B5EF4-FFF2-40B4-BE49-F238E27FC236}">
                <a16:creationId xmlns:a16="http://schemas.microsoft.com/office/drawing/2014/main" id="{A6934081-250B-F95F-32CE-A3F6306563C2}"/>
              </a:ext>
            </a:extLst>
          </p:cNvPr>
          <p:cNvSpPr/>
          <p:nvPr/>
        </p:nvSpPr>
        <p:spPr>
          <a:xfrm>
            <a:off x="1094504" y="5385121"/>
            <a:ext cx="63500" cy="19050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250" name="TextBox 3249">
            <a:extLst>
              <a:ext uri="{FF2B5EF4-FFF2-40B4-BE49-F238E27FC236}">
                <a16:creationId xmlns:a16="http://schemas.microsoft.com/office/drawing/2014/main" id="{072B6EF5-69C6-A767-55F9-FAA91149F8F0}"/>
              </a:ext>
            </a:extLst>
          </p:cNvPr>
          <p:cNvSpPr txBox="1"/>
          <p:nvPr/>
        </p:nvSpPr>
        <p:spPr>
          <a:xfrm>
            <a:off x="1323104" y="5562921"/>
            <a:ext cx="3340100" cy="369332"/>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A1A1A"/>
                </a:solidFill>
                <a:effectLst/>
                <a:uLnTx/>
                <a:uFillTx/>
                <a:latin typeface="Century Gothic" panose="020B0502020202020204" pitchFamily="34" charset="0"/>
              </a:rPr>
              <a:t>Talent Teams</a:t>
            </a:r>
          </a:p>
        </p:txBody>
      </p:sp>
      <p:sp>
        <p:nvSpPr>
          <p:cNvPr id="3251" name="TextBox 3250">
            <a:extLst>
              <a:ext uri="{FF2B5EF4-FFF2-40B4-BE49-F238E27FC236}">
                <a16:creationId xmlns:a16="http://schemas.microsoft.com/office/drawing/2014/main" id="{C0402A0A-63FC-3F6C-A89A-A24F619D1C77}"/>
              </a:ext>
            </a:extLst>
          </p:cNvPr>
          <p:cNvSpPr txBox="1"/>
          <p:nvPr/>
        </p:nvSpPr>
        <p:spPr>
          <a:xfrm>
            <a:off x="1323104" y="5969321"/>
            <a:ext cx="3340100" cy="492443"/>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5A5A5A"/>
                </a:solidFill>
                <a:effectLst/>
                <a:uLnTx/>
                <a:uFillTx/>
                <a:latin typeface="Century Gothic" panose="020B0502020202020204" pitchFamily="34" charset="0"/>
              </a:rPr>
              <a:t>Source candidates, manage pipeline, schedule screening invites</a:t>
            </a:r>
          </a:p>
        </p:txBody>
      </p:sp>
      <p:sp>
        <p:nvSpPr>
          <p:cNvPr id="3252" name="Rectangle 3251">
            <a:extLst>
              <a:ext uri="{FF2B5EF4-FFF2-40B4-BE49-F238E27FC236}">
                <a16:creationId xmlns:a16="http://schemas.microsoft.com/office/drawing/2014/main" id="{3726F24B-D92F-1019-7E55-A37D2B6F3222}"/>
              </a:ext>
            </a:extLst>
          </p:cNvPr>
          <p:cNvSpPr/>
          <p:nvPr/>
        </p:nvSpPr>
        <p:spPr>
          <a:xfrm>
            <a:off x="1323104" y="6756721"/>
            <a:ext cx="32893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253" name="TextBox 3252">
            <a:extLst>
              <a:ext uri="{FF2B5EF4-FFF2-40B4-BE49-F238E27FC236}">
                <a16:creationId xmlns:a16="http://schemas.microsoft.com/office/drawing/2014/main" id="{90263C83-1896-22EE-7138-B3F4FD927582}"/>
              </a:ext>
            </a:extLst>
          </p:cNvPr>
          <p:cNvSpPr txBox="1"/>
          <p:nvPr/>
        </p:nvSpPr>
        <p:spPr>
          <a:xfrm>
            <a:off x="1323104" y="6832921"/>
            <a:ext cx="3340100" cy="246221"/>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888888"/>
                </a:solidFill>
                <a:effectLst/>
                <a:uLnTx/>
                <a:uFillTx/>
                <a:latin typeface="Century Gothic" panose="020B0502020202020204" pitchFamily="34" charset="0"/>
              </a:rPr>
              <a:t>TALENT PLATFORM</a:t>
            </a:r>
          </a:p>
        </p:txBody>
      </p:sp>
      <p:sp>
        <p:nvSpPr>
          <p:cNvPr id="3254" name="TextBox 3253">
            <a:extLst>
              <a:ext uri="{FF2B5EF4-FFF2-40B4-BE49-F238E27FC236}">
                <a16:creationId xmlns:a16="http://schemas.microsoft.com/office/drawing/2014/main" id="{263226B3-7EA0-93C0-48FA-95D450038BF5}"/>
              </a:ext>
            </a:extLst>
          </p:cNvPr>
          <p:cNvSpPr txBox="1"/>
          <p:nvPr/>
        </p:nvSpPr>
        <p:spPr>
          <a:xfrm>
            <a:off x="1323104" y="7010721"/>
            <a:ext cx="3340100" cy="307777"/>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6350"/>
                </a:solidFill>
                <a:effectLst/>
                <a:uLnTx/>
                <a:uFillTx/>
                <a:latin typeface="Century Gothic" panose="020B0502020202020204" pitchFamily="34" charset="0"/>
              </a:rPr>
              <a:t>Eightfold</a:t>
            </a:r>
          </a:p>
        </p:txBody>
      </p:sp>
      <p:sp>
        <p:nvSpPr>
          <p:cNvPr id="3255" name="Right Arrow 3254">
            <a:extLst>
              <a:ext uri="{FF2B5EF4-FFF2-40B4-BE49-F238E27FC236}">
                <a16:creationId xmlns:a16="http://schemas.microsoft.com/office/drawing/2014/main" id="{1E8941C7-132E-C887-F668-051ED498E898}"/>
              </a:ext>
            </a:extLst>
          </p:cNvPr>
          <p:cNvSpPr/>
          <p:nvPr/>
        </p:nvSpPr>
        <p:spPr>
          <a:xfrm>
            <a:off x="4891804" y="6210621"/>
            <a:ext cx="304800" cy="254000"/>
          </a:xfrm>
          <a:prstGeom prst="rightArrow">
            <a:avLst/>
          </a:prstGeom>
          <a:solidFill>
            <a:schemeClr val="tx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256" name="Rectangle 3255">
            <a:extLst>
              <a:ext uri="{FF2B5EF4-FFF2-40B4-BE49-F238E27FC236}">
                <a16:creationId xmlns:a16="http://schemas.microsoft.com/office/drawing/2014/main" id="{EC493644-9BC8-4FF7-96F5-F8B05D9112EE}"/>
              </a:ext>
            </a:extLst>
          </p:cNvPr>
          <p:cNvSpPr/>
          <p:nvPr/>
        </p:nvSpPr>
        <p:spPr>
          <a:xfrm>
            <a:off x="5247404" y="5385121"/>
            <a:ext cx="3746500" cy="1905000"/>
          </a:xfrm>
          <a:prstGeom prst="rect">
            <a:avLst/>
          </a:prstGeom>
          <a:solidFill>
            <a:srgbClr val="FFFFFF"/>
          </a:solidFill>
          <a:ln w="9525" cap="flat" cmpd="sng" algn="ctr">
            <a:solidFill>
              <a:srgbClr val="D8D8D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257" name="Rectangle 3256">
            <a:extLst>
              <a:ext uri="{FF2B5EF4-FFF2-40B4-BE49-F238E27FC236}">
                <a16:creationId xmlns:a16="http://schemas.microsoft.com/office/drawing/2014/main" id="{7C208A87-7199-FC05-4027-101D45399670}"/>
              </a:ext>
            </a:extLst>
          </p:cNvPr>
          <p:cNvSpPr/>
          <p:nvPr/>
        </p:nvSpPr>
        <p:spPr>
          <a:xfrm>
            <a:off x="5247404" y="5385121"/>
            <a:ext cx="63500" cy="1905000"/>
          </a:xfrm>
          <a:prstGeom prst="rect">
            <a:avLst/>
          </a:prstGeom>
          <a:solidFill>
            <a:schemeClr val="accent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258" name="TextBox 3257">
            <a:extLst>
              <a:ext uri="{FF2B5EF4-FFF2-40B4-BE49-F238E27FC236}">
                <a16:creationId xmlns:a16="http://schemas.microsoft.com/office/drawing/2014/main" id="{D8FD80E0-6AB1-7AAB-A176-CB31567689AD}"/>
              </a:ext>
            </a:extLst>
          </p:cNvPr>
          <p:cNvSpPr txBox="1"/>
          <p:nvPr/>
        </p:nvSpPr>
        <p:spPr>
          <a:xfrm>
            <a:off x="5476004" y="5562921"/>
            <a:ext cx="3340100" cy="369332"/>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A1A1A"/>
                </a:solidFill>
                <a:effectLst/>
                <a:uLnTx/>
                <a:uFillTx/>
                <a:latin typeface="Century Gothic" panose="020B0502020202020204" pitchFamily="34" charset="0"/>
              </a:rPr>
              <a:t>Technical Panels</a:t>
            </a:r>
          </a:p>
        </p:txBody>
      </p:sp>
      <p:sp>
        <p:nvSpPr>
          <p:cNvPr id="3259" name="TextBox 3258">
            <a:extLst>
              <a:ext uri="{FF2B5EF4-FFF2-40B4-BE49-F238E27FC236}">
                <a16:creationId xmlns:a16="http://schemas.microsoft.com/office/drawing/2014/main" id="{E8B04A6D-6B1C-EC11-5794-02C713851237}"/>
              </a:ext>
            </a:extLst>
          </p:cNvPr>
          <p:cNvSpPr txBox="1"/>
          <p:nvPr/>
        </p:nvSpPr>
        <p:spPr>
          <a:xfrm>
            <a:off x="5476004" y="5969321"/>
            <a:ext cx="3340100" cy="711200"/>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5A5A5A"/>
                </a:solidFill>
                <a:effectLst/>
                <a:uLnTx/>
                <a:uFillTx/>
                <a:latin typeface="Century Gothic" panose="020B0502020202020204" pitchFamily="34" charset="0"/>
              </a:rPr>
              <a:t>Review screening results, conduct deep-dive interviews on shortlisted candidates</a:t>
            </a:r>
          </a:p>
        </p:txBody>
      </p:sp>
      <p:sp>
        <p:nvSpPr>
          <p:cNvPr id="3260" name="Rectangle 3259">
            <a:extLst>
              <a:ext uri="{FF2B5EF4-FFF2-40B4-BE49-F238E27FC236}">
                <a16:creationId xmlns:a16="http://schemas.microsoft.com/office/drawing/2014/main" id="{93B60D45-9D68-0831-07AD-466B86D8334D}"/>
              </a:ext>
            </a:extLst>
          </p:cNvPr>
          <p:cNvSpPr/>
          <p:nvPr/>
        </p:nvSpPr>
        <p:spPr>
          <a:xfrm>
            <a:off x="5476004" y="6756721"/>
            <a:ext cx="32893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261" name="TextBox 3260">
            <a:extLst>
              <a:ext uri="{FF2B5EF4-FFF2-40B4-BE49-F238E27FC236}">
                <a16:creationId xmlns:a16="http://schemas.microsoft.com/office/drawing/2014/main" id="{491E00A4-C5BA-7838-71F7-5BF82560558B}"/>
              </a:ext>
            </a:extLst>
          </p:cNvPr>
          <p:cNvSpPr txBox="1"/>
          <p:nvPr/>
        </p:nvSpPr>
        <p:spPr>
          <a:xfrm>
            <a:off x="5476004" y="6832921"/>
            <a:ext cx="3340100" cy="246221"/>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888888"/>
                </a:solidFill>
                <a:effectLst/>
                <a:uLnTx/>
                <a:uFillTx/>
                <a:latin typeface="Century Gothic" panose="020B0502020202020204" pitchFamily="34" charset="0"/>
              </a:rPr>
              <a:t>TEST PLATFORM</a:t>
            </a:r>
          </a:p>
        </p:txBody>
      </p:sp>
      <p:sp>
        <p:nvSpPr>
          <p:cNvPr id="3262" name="TextBox 3261">
            <a:extLst>
              <a:ext uri="{FF2B5EF4-FFF2-40B4-BE49-F238E27FC236}">
                <a16:creationId xmlns:a16="http://schemas.microsoft.com/office/drawing/2014/main" id="{2B6C8205-BCCD-9D9C-7951-BD9F7101AACB}"/>
              </a:ext>
            </a:extLst>
          </p:cNvPr>
          <p:cNvSpPr txBox="1"/>
          <p:nvPr/>
        </p:nvSpPr>
        <p:spPr>
          <a:xfrm>
            <a:off x="5476004" y="7010721"/>
            <a:ext cx="3340100" cy="307777"/>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err="1">
                <a:ln>
                  <a:noFill/>
                </a:ln>
                <a:solidFill>
                  <a:srgbClr val="5937AF"/>
                </a:solidFill>
                <a:effectLst/>
                <a:uLnTx/>
                <a:uFillTx/>
                <a:latin typeface="Century Gothic" panose="020B0502020202020204" pitchFamily="34" charset="0"/>
              </a:rPr>
              <a:t>HackerRank</a:t>
            </a:r>
            <a:endParaRPr kumimoji="0" lang="en-US" sz="1400" b="1" i="0" u="none" strike="noStrike" kern="1200" cap="none" spc="0" normalizeH="0" baseline="0" noProof="0">
              <a:ln>
                <a:noFill/>
              </a:ln>
              <a:solidFill>
                <a:srgbClr val="5937AF"/>
              </a:solidFill>
              <a:effectLst/>
              <a:uLnTx/>
              <a:uFillTx/>
              <a:latin typeface="Century Gothic" panose="020B0502020202020204" pitchFamily="34" charset="0"/>
            </a:endParaRPr>
          </a:p>
        </p:txBody>
      </p:sp>
      <p:sp>
        <p:nvSpPr>
          <p:cNvPr id="3263" name="Right Arrow 3262">
            <a:extLst>
              <a:ext uri="{FF2B5EF4-FFF2-40B4-BE49-F238E27FC236}">
                <a16:creationId xmlns:a16="http://schemas.microsoft.com/office/drawing/2014/main" id="{927A8DCE-F469-E273-4525-50B8A97A4D46}"/>
              </a:ext>
            </a:extLst>
          </p:cNvPr>
          <p:cNvSpPr/>
          <p:nvPr/>
        </p:nvSpPr>
        <p:spPr>
          <a:xfrm>
            <a:off x="9044704" y="6210621"/>
            <a:ext cx="304800" cy="254000"/>
          </a:xfrm>
          <a:prstGeom prst="rightArrow">
            <a:avLst/>
          </a:prstGeom>
          <a:solidFill>
            <a:schemeClr val="tx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264" name="Rectangle 3263">
            <a:extLst>
              <a:ext uri="{FF2B5EF4-FFF2-40B4-BE49-F238E27FC236}">
                <a16:creationId xmlns:a16="http://schemas.microsoft.com/office/drawing/2014/main" id="{E577E53D-EE38-738B-58B8-E2408E0BE1E7}"/>
              </a:ext>
            </a:extLst>
          </p:cNvPr>
          <p:cNvSpPr/>
          <p:nvPr/>
        </p:nvSpPr>
        <p:spPr>
          <a:xfrm>
            <a:off x="9400304" y="5385121"/>
            <a:ext cx="3746500" cy="1905000"/>
          </a:xfrm>
          <a:prstGeom prst="rect">
            <a:avLst/>
          </a:prstGeom>
          <a:solidFill>
            <a:srgbClr val="FFFFFF"/>
          </a:solidFill>
          <a:ln w="9525" cap="flat" cmpd="sng" algn="ctr">
            <a:solidFill>
              <a:srgbClr val="D8D8D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265" name="Rectangle 3264">
            <a:extLst>
              <a:ext uri="{FF2B5EF4-FFF2-40B4-BE49-F238E27FC236}">
                <a16:creationId xmlns:a16="http://schemas.microsoft.com/office/drawing/2014/main" id="{476ED200-9B71-E32C-9CC7-630AF0140016}"/>
              </a:ext>
            </a:extLst>
          </p:cNvPr>
          <p:cNvSpPr/>
          <p:nvPr/>
        </p:nvSpPr>
        <p:spPr>
          <a:xfrm>
            <a:off x="9400304" y="5385121"/>
            <a:ext cx="63500" cy="1905000"/>
          </a:xfrm>
          <a:prstGeom prst="rect">
            <a:avLst/>
          </a:prstGeom>
          <a:solidFill>
            <a:srgbClr val="8E3A5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266" name="TextBox 3265">
            <a:extLst>
              <a:ext uri="{FF2B5EF4-FFF2-40B4-BE49-F238E27FC236}">
                <a16:creationId xmlns:a16="http://schemas.microsoft.com/office/drawing/2014/main" id="{3CD30366-C02A-0697-342B-208EFD68DDDC}"/>
              </a:ext>
            </a:extLst>
          </p:cNvPr>
          <p:cNvSpPr txBox="1"/>
          <p:nvPr/>
        </p:nvSpPr>
        <p:spPr>
          <a:xfrm>
            <a:off x="9628904" y="5562921"/>
            <a:ext cx="3340100" cy="369332"/>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A1A1A"/>
                </a:solidFill>
                <a:effectLst/>
                <a:uLnTx/>
                <a:uFillTx/>
                <a:latin typeface="Century Gothic" panose="020B0502020202020204" pitchFamily="34" charset="0"/>
              </a:rPr>
              <a:t>HR</a:t>
            </a:r>
          </a:p>
        </p:txBody>
      </p:sp>
      <p:sp>
        <p:nvSpPr>
          <p:cNvPr id="3267" name="TextBox 3266">
            <a:extLst>
              <a:ext uri="{FF2B5EF4-FFF2-40B4-BE49-F238E27FC236}">
                <a16:creationId xmlns:a16="http://schemas.microsoft.com/office/drawing/2014/main" id="{15532B4F-BA78-A6D6-888A-B838B95FD750}"/>
              </a:ext>
            </a:extLst>
          </p:cNvPr>
          <p:cNvSpPr txBox="1"/>
          <p:nvPr/>
        </p:nvSpPr>
        <p:spPr>
          <a:xfrm>
            <a:off x="9628904" y="5969321"/>
            <a:ext cx="3340100" cy="711200"/>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5A5A5A"/>
                </a:solidFill>
                <a:effectLst/>
                <a:uLnTx/>
                <a:uFillTx/>
                <a:latin typeface="Century Gothic" panose="020B0502020202020204" pitchFamily="34" charset="0"/>
              </a:rPr>
              <a:t>Coordinate offers, run background checks, onboard successful candidates</a:t>
            </a:r>
          </a:p>
        </p:txBody>
      </p:sp>
      <p:sp>
        <p:nvSpPr>
          <p:cNvPr id="3268" name="Rectangle 3267">
            <a:extLst>
              <a:ext uri="{FF2B5EF4-FFF2-40B4-BE49-F238E27FC236}">
                <a16:creationId xmlns:a16="http://schemas.microsoft.com/office/drawing/2014/main" id="{2A661DC6-C9CD-E2BC-201F-620665FF5F89}"/>
              </a:ext>
            </a:extLst>
          </p:cNvPr>
          <p:cNvSpPr/>
          <p:nvPr/>
        </p:nvSpPr>
        <p:spPr>
          <a:xfrm>
            <a:off x="9628904" y="6756721"/>
            <a:ext cx="32893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269" name="TextBox 3268">
            <a:extLst>
              <a:ext uri="{FF2B5EF4-FFF2-40B4-BE49-F238E27FC236}">
                <a16:creationId xmlns:a16="http://schemas.microsoft.com/office/drawing/2014/main" id="{4D420C80-A6B4-3225-D14E-DFC0F36DCAC2}"/>
              </a:ext>
            </a:extLst>
          </p:cNvPr>
          <p:cNvSpPr txBox="1"/>
          <p:nvPr/>
        </p:nvSpPr>
        <p:spPr>
          <a:xfrm>
            <a:off x="9628904" y="6832921"/>
            <a:ext cx="3340100" cy="246221"/>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888888"/>
                </a:solidFill>
                <a:effectLst/>
                <a:uLnTx/>
                <a:uFillTx/>
                <a:latin typeface="Century Gothic" panose="020B0502020202020204" pitchFamily="34" charset="0"/>
              </a:rPr>
              <a:t>TALENT PLATFORM</a:t>
            </a:r>
          </a:p>
        </p:txBody>
      </p:sp>
      <p:sp>
        <p:nvSpPr>
          <p:cNvPr id="3270" name="TextBox 3269">
            <a:extLst>
              <a:ext uri="{FF2B5EF4-FFF2-40B4-BE49-F238E27FC236}">
                <a16:creationId xmlns:a16="http://schemas.microsoft.com/office/drawing/2014/main" id="{8C7A6880-5923-2455-CF23-7DFDF530420C}"/>
              </a:ext>
            </a:extLst>
          </p:cNvPr>
          <p:cNvSpPr txBox="1"/>
          <p:nvPr/>
        </p:nvSpPr>
        <p:spPr>
          <a:xfrm>
            <a:off x="9628904" y="7010721"/>
            <a:ext cx="3340100" cy="307777"/>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8E3A5C"/>
                </a:solidFill>
                <a:effectLst/>
                <a:uLnTx/>
                <a:uFillTx/>
                <a:latin typeface="Century Gothic" panose="020B0502020202020204" pitchFamily="34" charset="0"/>
              </a:rPr>
              <a:t>Eightfold</a:t>
            </a:r>
          </a:p>
        </p:txBody>
      </p:sp>
    </p:spTree>
    <p:extLst>
      <p:ext uri="{BB962C8B-B14F-4D97-AF65-F5344CB8AC3E}">
        <p14:creationId xmlns:p14="http://schemas.microsoft.com/office/powerpoint/2010/main" val="234675610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82FAD-C3DE-B46A-EB89-C3BCB26CF1FC}"/>
            </a:ext>
          </a:extLst>
        </p:cNvPr>
        <p:cNvGrpSpPr/>
        <p:nvPr/>
      </p:nvGrpSpPr>
      <p:grpSpPr>
        <a:xfrm>
          <a:off x="0" y="0"/>
          <a:ext cx="0" cy="0"/>
          <a:chOff x="0" y="0"/>
          <a:chExt cx="0" cy="0"/>
        </a:xfrm>
      </p:grpSpPr>
      <p:sp>
        <p:nvSpPr>
          <p:cNvPr id="83" name="Rectangle 82">
            <a:extLst>
              <a:ext uri="{FF2B5EF4-FFF2-40B4-BE49-F238E27FC236}">
                <a16:creationId xmlns:a16="http://schemas.microsoft.com/office/drawing/2014/main" id="{F5813E2A-696B-15DB-5AA7-7285CAE960C1}"/>
              </a:ext>
            </a:extLst>
          </p:cNvPr>
          <p:cNvSpPr/>
          <p:nvPr/>
        </p:nvSpPr>
        <p:spPr>
          <a:xfrm>
            <a:off x="535229" y="4992974"/>
            <a:ext cx="13561769" cy="998346"/>
          </a:xfrm>
          <a:prstGeom prst="rect">
            <a:avLst/>
          </a:prstGeom>
          <a:solidFill>
            <a:schemeClr val="bg1"/>
          </a:solidFill>
          <a:ln>
            <a:solidFill>
              <a:srgbClr val="7F7F7F"/>
            </a:solid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Century Gothic" panose="020B0502020202020204" pitchFamily="34" charset="0"/>
            </a:endParaRPr>
          </a:p>
        </p:txBody>
      </p:sp>
      <p:sp>
        <p:nvSpPr>
          <p:cNvPr id="3" name="TextBox 2">
            <a:extLst>
              <a:ext uri="{FF2B5EF4-FFF2-40B4-BE49-F238E27FC236}">
                <a16:creationId xmlns:a16="http://schemas.microsoft.com/office/drawing/2014/main" id="{F8BE5DEB-9D10-168B-1AB1-AD7810440339}"/>
              </a:ext>
            </a:extLst>
          </p:cNvPr>
          <p:cNvSpPr txBox="1"/>
          <p:nvPr/>
        </p:nvSpPr>
        <p:spPr>
          <a:xfrm>
            <a:off x="546100" y="952500"/>
            <a:ext cx="11938000" cy="3556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818181">
                    <a:lumMod val="50000"/>
                  </a:srgbClr>
                </a:solidFill>
                <a:effectLst/>
                <a:uLnTx/>
                <a:uFillTx/>
                <a:latin typeface="Century Gothic" panose="020B0502020202020204" pitchFamily="34" charset="0"/>
                <a:cs typeface="Arial"/>
              </a:rPr>
              <a:t>Foundational, multi-disciplinary screen for Applied AI Engineering. Designed as a baseline filter, not a final gate.</a:t>
            </a:r>
          </a:p>
        </p:txBody>
      </p:sp>
      <p:sp>
        <p:nvSpPr>
          <p:cNvPr id="37" name="TextBox 36">
            <a:extLst>
              <a:ext uri="{FF2B5EF4-FFF2-40B4-BE49-F238E27FC236}">
                <a16:creationId xmlns:a16="http://schemas.microsoft.com/office/drawing/2014/main" id="{188F1637-784D-FF9C-2A9A-BF83A613CC1B}"/>
              </a:ext>
            </a:extLst>
          </p:cNvPr>
          <p:cNvSpPr txBox="1"/>
          <p:nvPr/>
        </p:nvSpPr>
        <p:spPr>
          <a:xfrm>
            <a:off x="4457700" y="4048443"/>
            <a:ext cx="2527300" cy="12700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262323"/>
                </a:solidFill>
                <a:effectLst/>
                <a:uLnTx/>
                <a:uFillTx/>
                <a:latin typeface="Century Gothic" panose="020B0502020202020204" pitchFamily="34" charset="0"/>
                <a:cs typeface="Arial"/>
              </a:rPr>
              <a:t>Greedy / optimization
Subset &amp; combinatorial logic
Graph reasoning, number theory</a:t>
            </a:r>
          </a:p>
        </p:txBody>
      </p:sp>
      <p:sp>
        <p:nvSpPr>
          <p:cNvPr id="46" name="TextBox 45">
            <a:extLst>
              <a:ext uri="{FF2B5EF4-FFF2-40B4-BE49-F238E27FC236}">
                <a16:creationId xmlns:a16="http://schemas.microsoft.com/office/drawing/2014/main" id="{580151BD-8919-481D-BD7D-D8F183332237}"/>
              </a:ext>
            </a:extLst>
          </p:cNvPr>
          <p:cNvSpPr txBox="1"/>
          <p:nvPr/>
        </p:nvSpPr>
        <p:spPr>
          <a:xfrm>
            <a:off x="7467600" y="4048443"/>
            <a:ext cx="2527300" cy="12700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262323"/>
                </a:solidFill>
                <a:effectLst/>
                <a:uLnTx/>
                <a:uFillTx/>
                <a:latin typeface="Century Gothic" panose="020B0502020202020204" pitchFamily="34" charset="0"/>
                <a:cs typeface="Arial"/>
              </a:rPr>
              <a:t>Joins &amp; aggregations
Window functions
Tiered &amp; conditional logic</a:t>
            </a:r>
          </a:p>
        </p:txBody>
      </p:sp>
      <p:grpSp>
        <p:nvGrpSpPr>
          <p:cNvPr id="71" name="Group 70">
            <a:extLst>
              <a:ext uri="{FF2B5EF4-FFF2-40B4-BE49-F238E27FC236}">
                <a16:creationId xmlns:a16="http://schemas.microsoft.com/office/drawing/2014/main" id="{1573378F-156E-E91C-8715-EAF8A81A5B9F}"/>
              </a:ext>
            </a:extLst>
          </p:cNvPr>
          <p:cNvGrpSpPr/>
          <p:nvPr/>
        </p:nvGrpSpPr>
        <p:grpSpPr>
          <a:xfrm>
            <a:off x="533400" y="1381443"/>
            <a:ext cx="13563599" cy="3467906"/>
            <a:chOff x="1358900" y="1381443"/>
            <a:chExt cx="11912600" cy="3467906"/>
          </a:xfrm>
        </p:grpSpPr>
        <p:sp>
          <p:nvSpPr>
            <p:cNvPr id="28" name="TextBox 27">
              <a:extLst>
                <a:ext uri="{FF2B5EF4-FFF2-40B4-BE49-F238E27FC236}">
                  <a16:creationId xmlns:a16="http://schemas.microsoft.com/office/drawing/2014/main" id="{75AC424B-844E-2346-5DFE-6458F53689A3}"/>
                </a:ext>
              </a:extLst>
            </p:cNvPr>
            <p:cNvSpPr txBox="1"/>
            <p:nvPr/>
          </p:nvSpPr>
          <p:spPr>
            <a:xfrm>
              <a:off x="1409700" y="3514014"/>
              <a:ext cx="2781300" cy="12700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262323"/>
                  </a:solidFill>
                  <a:effectLst/>
                  <a:uLnTx/>
                  <a:uFillTx/>
                  <a:latin typeface="Century Gothic" panose="020B0502020202020204" pitchFamily="34" charset="0"/>
                  <a:cs typeface="Arial"/>
                </a:rPr>
                <a:t>Power Coroutine — async fluency
API Gateway — rate-limit &amp; security logic
Employee Bonus — data modeling</a:t>
              </a:r>
            </a:p>
          </p:txBody>
        </p:sp>
        <p:sp>
          <p:nvSpPr>
            <p:cNvPr id="4" name="Rectangle 3">
              <a:extLst>
                <a:ext uri="{FF2B5EF4-FFF2-40B4-BE49-F238E27FC236}">
                  <a16:creationId xmlns:a16="http://schemas.microsoft.com/office/drawing/2014/main" id="{196EE0D0-DF8B-396E-41B2-DF494DFECA96}"/>
                </a:ext>
              </a:extLst>
            </p:cNvPr>
            <p:cNvSpPr/>
            <p:nvPr/>
          </p:nvSpPr>
          <p:spPr>
            <a:xfrm>
              <a:off x="1358900" y="1381443"/>
              <a:ext cx="2882900" cy="7112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5" name="Rectangle 4">
              <a:extLst>
                <a:ext uri="{FF2B5EF4-FFF2-40B4-BE49-F238E27FC236}">
                  <a16:creationId xmlns:a16="http://schemas.microsoft.com/office/drawing/2014/main" id="{3697658C-B473-2EBA-2B11-DE4AB0132E8A}"/>
                </a:ext>
              </a:extLst>
            </p:cNvPr>
            <p:cNvSpPr/>
            <p:nvPr/>
          </p:nvSpPr>
          <p:spPr>
            <a:xfrm>
              <a:off x="1358900" y="1381443"/>
              <a:ext cx="50800" cy="711200"/>
            </a:xfrm>
            <a:prstGeom prst="rect">
              <a:avLst/>
            </a:prstGeom>
            <a:solidFill>
              <a:schemeClr val="accent6">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6" name="TextBox 5">
              <a:extLst>
                <a:ext uri="{FF2B5EF4-FFF2-40B4-BE49-F238E27FC236}">
                  <a16:creationId xmlns:a16="http://schemas.microsoft.com/office/drawing/2014/main" id="{98760E2E-6776-6499-76E5-5DDDA229E5BA}"/>
                </a:ext>
              </a:extLst>
            </p:cNvPr>
            <p:cNvSpPr txBox="1"/>
            <p:nvPr/>
          </p:nvSpPr>
          <p:spPr>
            <a:xfrm>
              <a:off x="1536700" y="1457643"/>
              <a:ext cx="2628900" cy="2794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262323"/>
                  </a:solidFill>
                  <a:effectLst/>
                  <a:uLnTx/>
                  <a:uFillTx/>
                  <a:latin typeface="Century Gothic" panose="020B0502020202020204" pitchFamily="34" charset="0"/>
                  <a:cs typeface="Arial"/>
                </a:rPr>
                <a:t>120 min</a:t>
              </a:r>
            </a:p>
          </p:txBody>
        </p:sp>
        <p:sp>
          <p:nvSpPr>
            <p:cNvPr id="7" name="TextBox 6">
              <a:extLst>
                <a:ext uri="{FF2B5EF4-FFF2-40B4-BE49-F238E27FC236}">
                  <a16:creationId xmlns:a16="http://schemas.microsoft.com/office/drawing/2014/main" id="{55F50BA7-6756-B873-34BA-BFD87CE5498B}"/>
                </a:ext>
              </a:extLst>
            </p:cNvPr>
            <p:cNvSpPr txBox="1"/>
            <p:nvPr/>
          </p:nvSpPr>
          <p:spPr>
            <a:xfrm>
              <a:off x="1536700" y="1737043"/>
              <a:ext cx="2628900" cy="2794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818181">
                      <a:lumMod val="50000"/>
                    </a:srgbClr>
                  </a:solidFill>
                  <a:effectLst/>
                  <a:uLnTx/>
                  <a:uFillTx/>
                  <a:latin typeface="Century Gothic" panose="020B0502020202020204" pitchFamily="34" charset="0"/>
                  <a:cs typeface="Arial"/>
                </a:rPr>
                <a:t>Total duration</a:t>
              </a:r>
            </a:p>
          </p:txBody>
        </p:sp>
        <p:sp>
          <p:nvSpPr>
            <p:cNvPr id="8" name="Rectangle 7">
              <a:extLst>
                <a:ext uri="{FF2B5EF4-FFF2-40B4-BE49-F238E27FC236}">
                  <a16:creationId xmlns:a16="http://schemas.microsoft.com/office/drawing/2014/main" id="{C67D81E4-BFE1-8136-E97B-75CDB198C12B}"/>
                </a:ext>
              </a:extLst>
            </p:cNvPr>
            <p:cNvSpPr/>
            <p:nvPr/>
          </p:nvSpPr>
          <p:spPr>
            <a:xfrm>
              <a:off x="4368800" y="1381443"/>
              <a:ext cx="2882900" cy="7112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9" name="Rectangle 8">
              <a:extLst>
                <a:ext uri="{FF2B5EF4-FFF2-40B4-BE49-F238E27FC236}">
                  <a16:creationId xmlns:a16="http://schemas.microsoft.com/office/drawing/2014/main" id="{4F17191F-E459-4630-1C24-17E6271C556D}"/>
                </a:ext>
              </a:extLst>
            </p:cNvPr>
            <p:cNvSpPr/>
            <p:nvPr/>
          </p:nvSpPr>
          <p:spPr>
            <a:xfrm>
              <a:off x="4368800" y="1381443"/>
              <a:ext cx="50800" cy="711200"/>
            </a:xfrm>
            <a:prstGeom prst="rect">
              <a:avLst/>
            </a:prstGeom>
            <a:solidFill>
              <a:schemeClr val="accent6">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10" name="TextBox 9">
              <a:extLst>
                <a:ext uri="{FF2B5EF4-FFF2-40B4-BE49-F238E27FC236}">
                  <a16:creationId xmlns:a16="http://schemas.microsoft.com/office/drawing/2014/main" id="{2689EEB8-63BC-4FB8-2CC0-41CFE0A328BF}"/>
                </a:ext>
              </a:extLst>
            </p:cNvPr>
            <p:cNvSpPr txBox="1"/>
            <p:nvPr/>
          </p:nvSpPr>
          <p:spPr>
            <a:xfrm>
              <a:off x="4546600" y="1457643"/>
              <a:ext cx="2628900" cy="2794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262323"/>
                  </a:solidFill>
                  <a:effectLst/>
                  <a:uLnTx/>
                  <a:uFillTx/>
                  <a:latin typeface="Century Gothic" panose="020B0502020202020204" pitchFamily="34" charset="0"/>
                  <a:cs typeface="Arial"/>
                </a:rPr>
                <a:t>4 sections</a:t>
              </a:r>
            </a:p>
          </p:txBody>
        </p:sp>
        <p:sp>
          <p:nvSpPr>
            <p:cNvPr id="11" name="TextBox 10">
              <a:extLst>
                <a:ext uri="{FF2B5EF4-FFF2-40B4-BE49-F238E27FC236}">
                  <a16:creationId xmlns:a16="http://schemas.microsoft.com/office/drawing/2014/main" id="{6523DE98-5B90-048F-3C4F-43BDC033BA3B}"/>
                </a:ext>
              </a:extLst>
            </p:cNvPr>
            <p:cNvSpPr txBox="1"/>
            <p:nvPr/>
          </p:nvSpPr>
          <p:spPr>
            <a:xfrm>
              <a:off x="4546600" y="1737043"/>
              <a:ext cx="2628900" cy="2794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818181">
                      <a:lumMod val="50000"/>
                    </a:srgbClr>
                  </a:solidFill>
                  <a:effectLst/>
                  <a:uLnTx/>
                  <a:uFillTx/>
                  <a:latin typeface="Century Gothic" panose="020B0502020202020204" pitchFamily="34" charset="0"/>
                  <a:cs typeface="Arial"/>
                </a:rPr>
                <a:t>Python · PS · SQL · Prompt</a:t>
              </a:r>
            </a:p>
          </p:txBody>
        </p:sp>
        <p:sp>
          <p:nvSpPr>
            <p:cNvPr id="12" name="Rectangle 11">
              <a:extLst>
                <a:ext uri="{FF2B5EF4-FFF2-40B4-BE49-F238E27FC236}">
                  <a16:creationId xmlns:a16="http://schemas.microsoft.com/office/drawing/2014/main" id="{1A98929B-4D97-53E7-E427-08AE7A668300}"/>
                </a:ext>
              </a:extLst>
            </p:cNvPr>
            <p:cNvSpPr/>
            <p:nvPr/>
          </p:nvSpPr>
          <p:spPr>
            <a:xfrm>
              <a:off x="7378700" y="1381443"/>
              <a:ext cx="2882900" cy="7112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13" name="Rectangle 12">
              <a:extLst>
                <a:ext uri="{FF2B5EF4-FFF2-40B4-BE49-F238E27FC236}">
                  <a16:creationId xmlns:a16="http://schemas.microsoft.com/office/drawing/2014/main" id="{7362C54F-29B3-1729-C11B-2F9DE238757B}"/>
                </a:ext>
              </a:extLst>
            </p:cNvPr>
            <p:cNvSpPr/>
            <p:nvPr/>
          </p:nvSpPr>
          <p:spPr>
            <a:xfrm>
              <a:off x="7378700" y="1381443"/>
              <a:ext cx="50800" cy="711200"/>
            </a:xfrm>
            <a:prstGeom prst="rect">
              <a:avLst/>
            </a:prstGeom>
            <a:solidFill>
              <a:schemeClr val="accent6">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14" name="TextBox 13">
              <a:extLst>
                <a:ext uri="{FF2B5EF4-FFF2-40B4-BE49-F238E27FC236}">
                  <a16:creationId xmlns:a16="http://schemas.microsoft.com/office/drawing/2014/main" id="{66239D44-D6F1-F0D1-31E0-954F36E2B9BB}"/>
                </a:ext>
              </a:extLst>
            </p:cNvPr>
            <p:cNvSpPr txBox="1"/>
            <p:nvPr/>
          </p:nvSpPr>
          <p:spPr>
            <a:xfrm>
              <a:off x="7556500" y="1457643"/>
              <a:ext cx="2628900" cy="2794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262323"/>
                  </a:solidFill>
                  <a:effectLst/>
                  <a:uLnTx/>
                  <a:uFillTx/>
                  <a:latin typeface="Century Gothic" panose="020B0502020202020204" pitchFamily="34" charset="0"/>
                  <a:cs typeface="Arial"/>
                </a:rPr>
                <a:t>1 of N</a:t>
              </a:r>
            </a:p>
          </p:txBody>
        </p:sp>
        <p:sp>
          <p:nvSpPr>
            <p:cNvPr id="15" name="TextBox 14">
              <a:extLst>
                <a:ext uri="{FF2B5EF4-FFF2-40B4-BE49-F238E27FC236}">
                  <a16:creationId xmlns:a16="http://schemas.microsoft.com/office/drawing/2014/main" id="{95219233-6B82-3E60-2A1A-BB3ADBA60EA3}"/>
                </a:ext>
              </a:extLst>
            </p:cNvPr>
            <p:cNvSpPr txBox="1"/>
            <p:nvPr/>
          </p:nvSpPr>
          <p:spPr>
            <a:xfrm>
              <a:off x="7556500" y="1737043"/>
              <a:ext cx="2628900" cy="2794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818181">
                      <a:lumMod val="50000"/>
                    </a:srgbClr>
                  </a:solidFill>
                  <a:effectLst/>
                  <a:uLnTx/>
                  <a:uFillTx/>
                  <a:latin typeface="Century Gothic" panose="020B0502020202020204" pitchFamily="34" charset="0"/>
                  <a:cs typeface="Arial"/>
                </a:rPr>
                <a:t>Random draw per pool</a:t>
              </a:r>
            </a:p>
          </p:txBody>
        </p:sp>
        <p:sp>
          <p:nvSpPr>
            <p:cNvPr id="16" name="Rectangle 15">
              <a:extLst>
                <a:ext uri="{FF2B5EF4-FFF2-40B4-BE49-F238E27FC236}">
                  <a16:creationId xmlns:a16="http://schemas.microsoft.com/office/drawing/2014/main" id="{AE72B187-7D87-2832-C342-2BBF91748310}"/>
                </a:ext>
              </a:extLst>
            </p:cNvPr>
            <p:cNvSpPr/>
            <p:nvPr/>
          </p:nvSpPr>
          <p:spPr>
            <a:xfrm>
              <a:off x="10388600" y="1381443"/>
              <a:ext cx="2882900" cy="7112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17" name="Rectangle 16">
              <a:extLst>
                <a:ext uri="{FF2B5EF4-FFF2-40B4-BE49-F238E27FC236}">
                  <a16:creationId xmlns:a16="http://schemas.microsoft.com/office/drawing/2014/main" id="{B893304C-B5FF-8273-0C8A-06933D87AB8A}"/>
                </a:ext>
              </a:extLst>
            </p:cNvPr>
            <p:cNvSpPr/>
            <p:nvPr/>
          </p:nvSpPr>
          <p:spPr>
            <a:xfrm>
              <a:off x="10388600" y="1381443"/>
              <a:ext cx="50800" cy="711200"/>
            </a:xfrm>
            <a:prstGeom prst="rect">
              <a:avLst/>
            </a:prstGeom>
            <a:solidFill>
              <a:schemeClr val="accent6">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18" name="TextBox 17">
              <a:extLst>
                <a:ext uri="{FF2B5EF4-FFF2-40B4-BE49-F238E27FC236}">
                  <a16:creationId xmlns:a16="http://schemas.microsoft.com/office/drawing/2014/main" id="{A7C40F30-C891-4321-9E70-8DB23E67DCE6}"/>
                </a:ext>
              </a:extLst>
            </p:cNvPr>
            <p:cNvSpPr txBox="1"/>
            <p:nvPr/>
          </p:nvSpPr>
          <p:spPr>
            <a:xfrm>
              <a:off x="10566400" y="1457643"/>
              <a:ext cx="2628900" cy="2794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262323"/>
                  </a:solidFill>
                  <a:effectLst/>
                  <a:uLnTx/>
                  <a:uFillTx/>
                  <a:latin typeface="Century Gothic" panose="020B0502020202020204" pitchFamily="34" charset="0"/>
                  <a:cs typeface="Arial"/>
                </a:rPr>
                <a:t>Applied AI</a:t>
              </a:r>
            </a:p>
          </p:txBody>
        </p:sp>
        <p:sp>
          <p:nvSpPr>
            <p:cNvPr id="19" name="TextBox 18">
              <a:extLst>
                <a:ext uri="{FF2B5EF4-FFF2-40B4-BE49-F238E27FC236}">
                  <a16:creationId xmlns:a16="http://schemas.microsoft.com/office/drawing/2014/main" id="{E5E92522-14D9-6487-23C5-A984CD788B79}"/>
                </a:ext>
              </a:extLst>
            </p:cNvPr>
            <p:cNvSpPr txBox="1"/>
            <p:nvPr/>
          </p:nvSpPr>
          <p:spPr>
            <a:xfrm>
              <a:off x="10566400" y="1737043"/>
              <a:ext cx="2628900" cy="2794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818181">
                      <a:lumMod val="50000"/>
                    </a:srgbClr>
                  </a:solidFill>
                  <a:effectLst/>
                  <a:uLnTx/>
                  <a:uFillTx/>
                  <a:latin typeface="Century Gothic" panose="020B0502020202020204" pitchFamily="34" charset="0"/>
                  <a:cs typeface="Arial"/>
                </a:rPr>
                <a:t>Graduate Engineer role</a:t>
              </a:r>
            </a:p>
          </p:txBody>
        </p:sp>
        <p:sp>
          <p:nvSpPr>
            <p:cNvPr id="20" name="Rectangle 19">
              <a:extLst>
                <a:ext uri="{FF2B5EF4-FFF2-40B4-BE49-F238E27FC236}">
                  <a16:creationId xmlns:a16="http://schemas.microsoft.com/office/drawing/2014/main" id="{ADE4B661-6C01-ED46-071B-89AEF711869C}"/>
                </a:ext>
              </a:extLst>
            </p:cNvPr>
            <p:cNvSpPr/>
            <p:nvPr/>
          </p:nvSpPr>
          <p:spPr>
            <a:xfrm>
              <a:off x="1358900" y="2295843"/>
              <a:ext cx="2882900" cy="2553506"/>
            </a:xfrm>
            <a:prstGeom prst="rect">
              <a:avLst/>
            </a:prstGeom>
            <a:solidFill>
              <a:srgbClr val="FFFFFF"/>
            </a:solidFill>
            <a:ln w="9525" cap="flat" cmpd="sng" algn="ctr">
              <a:solidFill>
                <a:schemeClr val="accent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1" name="Rectangle 20">
              <a:extLst>
                <a:ext uri="{FF2B5EF4-FFF2-40B4-BE49-F238E27FC236}">
                  <a16:creationId xmlns:a16="http://schemas.microsoft.com/office/drawing/2014/main" id="{A86F3125-2244-1420-2E48-6FEA6291EE5B}"/>
                </a:ext>
              </a:extLst>
            </p:cNvPr>
            <p:cNvSpPr/>
            <p:nvPr/>
          </p:nvSpPr>
          <p:spPr>
            <a:xfrm>
              <a:off x="1358900" y="2295843"/>
              <a:ext cx="2882900" cy="762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2" name="TextBox 21">
              <a:extLst>
                <a:ext uri="{FF2B5EF4-FFF2-40B4-BE49-F238E27FC236}">
                  <a16:creationId xmlns:a16="http://schemas.microsoft.com/office/drawing/2014/main" id="{EE2C58CE-9250-FE7E-8A87-ED09BAC219E2}"/>
                </a:ext>
              </a:extLst>
            </p:cNvPr>
            <p:cNvSpPr txBox="1"/>
            <p:nvPr/>
          </p:nvSpPr>
          <p:spPr>
            <a:xfrm>
              <a:off x="1536700" y="2473643"/>
              <a:ext cx="2527300" cy="3302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262323"/>
                  </a:solidFill>
                  <a:effectLst/>
                  <a:uLnTx/>
                  <a:uFillTx/>
                  <a:latin typeface="Century Gothic" panose="020B0502020202020204" pitchFamily="34" charset="0"/>
                  <a:cs typeface="Arial"/>
                </a:rPr>
                <a:t>Python</a:t>
              </a:r>
            </a:p>
          </p:txBody>
        </p:sp>
        <p:sp>
          <p:nvSpPr>
            <p:cNvPr id="23" name="Rounded Rectangle 22">
              <a:extLst>
                <a:ext uri="{FF2B5EF4-FFF2-40B4-BE49-F238E27FC236}">
                  <a16:creationId xmlns:a16="http://schemas.microsoft.com/office/drawing/2014/main" id="{5FAFE5DA-F5A4-8836-E0D8-9CEFBA069E1B}"/>
                </a:ext>
              </a:extLst>
            </p:cNvPr>
            <p:cNvSpPr/>
            <p:nvPr/>
          </p:nvSpPr>
          <p:spPr>
            <a:xfrm>
              <a:off x="1536696" y="2854643"/>
              <a:ext cx="1872000" cy="228600"/>
            </a:xfrm>
            <a:prstGeom prst="roundRect">
              <a:avLst/>
            </a:prstGeom>
            <a:solidFill>
              <a:srgbClr val="00856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4" name="TextBox 23">
              <a:extLst>
                <a:ext uri="{FF2B5EF4-FFF2-40B4-BE49-F238E27FC236}">
                  <a16:creationId xmlns:a16="http://schemas.microsoft.com/office/drawing/2014/main" id="{AF7FFFB4-7B2B-59AA-36C3-1EA7B241EE24}"/>
                </a:ext>
              </a:extLst>
            </p:cNvPr>
            <p:cNvSpPr txBox="1"/>
            <p:nvPr/>
          </p:nvSpPr>
          <p:spPr>
            <a:xfrm>
              <a:off x="1536696" y="2854643"/>
              <a:ext cx="1872000" cy="228600"/>
            </a:xfrm>
            <a:prstGeom prst="rect">
              <a:avLst/>
            </a:prstGeom>
            <a:solidFill>
              <a:schemeClr val="accent2"/>
            </a:solidFill>
          </p:spPr>
          <p:txBody>
            <a:bodyPr vertOverflow="overflow" vert="horz" wrap="squar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Century Gothic" panose="020B0502020202020204" pitchFamily="34" charset="0"/>
                  <a:cs typeface="Arial"/>
                </a:rPr>
                <a:t>Advanced</a:t>
              </a:r>
            </a:p>
          </p:txBody>
        </p:sp>
        <p:sp>
          <p:nvSpPr>
            <p:cNvPr id="25" name="TextBox 24">
              <a:extLst>
                <a:ext uri="{FF2B5EF4-FFF2-40B4-BE49-F238E27FC236}">
                  <a16:creationId xmlns:a16="http://schemas.microsoft.com/office/drawing/2014/main" id="{1F36554A-0239-E79A-9D55-82EC59B245E1}"/>
                </a:ext>
              </a:extLst>
            </p:cNvPr>
            <p:cNvSpPr txBox="1"/>
            <p:nvPr/>
          </p:nvSpPr>
          <p:spPr>
            <a:xfrm>
              <a:off x="1536700" y="3159443"/>
              <a:ext cx="2527300" cy="2286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Century Gothic" panose="020B0502020202020204" pitchFamily="34" charset="0"/>
                  <a:cs typeface="Arial"/>
                </a:rPr>
                <a:t>45 min · 1 of 3 · 100 pts</a:t>
              </a:r>
            </a:p>
          </p:txBody>
        </p:sp>
        <p:sp>
          <p:nvSpPr>
            <p:cNvPr id="26" name="Rectangle 25">
              <a:extLst>
                <a:ext uri="{FF2B5EF4-FFF2-40B4-BE49-F238E27FC236}">
                  <a16:creationId xmlns:a16="http://schemas.microsoft.com/office/drawing/2014/main" id="{C285A14B-F696-9599-5360-EFF20E887008}"/>
                </a:ext>
              </a:extLst>
            </p:cNvPr>
            <p:cNvSpPr/>
            <p:nvPr/>
          </p:nvSpPr>
          <p:spPr>
            <a:xfrm>
              <a:off x="1536700" y="3464243"/>
              <a:ext cx="2527300" cy="12700"/>
            </a:xfrm>
            <a:prstGeom prst="rect">
              <a:avLst/>
            </a:prstGeom>
            <a:solidFill>
              <a:srgbClr val="E5E3D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7" name="TextBox 26">
              <a:extLst>
                <a:ext uri="{FF2B5EF4-FFF2-40B4-BE49-F238E27FC236}">
                  <a16:creationId xmlns:a16="http://schemas.microsoft.com/office/drawing/2014/main" id="{6A28BF4B-0D13-3347-AF1A-52E8B25CE29E}"/>
                </a:ext>
              </a:extLst>
            </p:cNvPr>
            <p:cNvSpPr txBox="1"/>
            <p:nvPr/>
          </p:nvSpPr>
          <p:spPr>
            <a:xfrm>
              <a:off x="1536700" y="3540443"/>
              <a:ext cx="2527300" cy="4572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62323"/>
                  </a:solidFill>
                  <a:effectLst/>
                  <a:uLnTx/>
                  <a:uFillTx/>
                  <a:latin typeface="Century Gothic" panose="020B0502020202020204" pitchFamily="34" charset="0"/>
                  <a:cs typeface="Arial"/>
                </a:rPr>
                <a:t>Async, system design, business logic</a:t>
              </a:r>
            </a:p>
          </p:txBody>
        </p:sp>
        <p:sp>
          <p:nvSpPr>
            <p:cNvPr id="29" name="Rectangle 28">
              <a:extLst>
                <a:ext uri="{FF2B5EF4-FFF2-40B4-BE49-F238E27FC236}">
                  <a16:creationId xmlns:a16="http://schemas.microsoft.com/office/drawing/2014/main" id="{5AA52A5C-4805-3C90-21CF-E15BD8B41A16}"/>
                </a:ext>
              </a:extLst>
            </p:cNvPr>
            <p:cNvSpPr/>
            <p:nvPr/>
          </p:nvSpPr>
          <p:spPr>
            <a:xfrm>
              <a:off x="4368800" y="2295843"/>
              <a:ext cx="2882900" cy="2553506"/>
            </a:xfrm>
            <a:prstGeom prst="rect">
              <a:avLst/>
            </a:prstGeom>
            <a:solidFill>
              <a:srgbClr val="FFFFFF"/>
            </a:solidFill>
            <a:ln w="9525" cap="flat" cmpd="sng" algn="ctr">
              <a:solidFill>
                <a:schemeClr val="accent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0" name="Rectangle 29">
              <a:extLst>
                <a:ext uri="{FF2B5EF4-FFF2-40B4-BE49-F238E27FC236}">
                  <a16:creationId xmlns:a16="http://schemas.microsoft.com/office/drawing/2014/main" id="{57DA5F92-5580-D45D-DAD9-312F0999DA7B}"/>
                </a:ext>
              </a:extLst>
            </p:cNvPr>
            <p:cNvSpPr/>
            <p:nvPr/>
          </p:nvSpPr>
          <p:spPr>
            <a:xfrm>
              <a:off x="4368800" y="2295843"/>
              <a:ext cx="2882900" cy="76200"/>
            </a:xfrm>
            <a:prstGeom prst="rect">
              <a:avLst/>
            </a:prstGeom>
            <a:solidFill>
              <a:schemeClr val="accent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1" name="TextBox 30">
              <a:extLst>
                <a:ext uri="{FF2B5EF4-FFF2-40B4-BE49-F238E27FC236}">
                  <a16:creationId xmlns:a16="http://schemas.microsoft.com/office/drawing/2014/main" id="{1C2D7973-89A1-B30D-0EE1-0039A87B07A2}"/>
                </a:ext>
              </a:extLst>
            </p:cNvPr>
            <p:cNvSpPr txBox="1"/>
            <p:nvPr/>
          </p:nvSpPr>
          <p:spPr>
            <a:xfrm>
              <a:off x="4546600" y="2473643"/>
              <a:ext cx="2527300" cy="3302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262323"/>
                  </a:solidFill>
                  <a:effectLst/>
                  <a:uLnTx/>
                  <a:uFillTx/>
                  <a:latin typeface="Century Gothic" panose="020B0502020202020204" pitchFamily="34" charset="0"/>
                  <a:cs typeface="Arial"/>
                </a:rPr>
                <a:t>Problem Solving</a:t>
              </a:r>
            </a:p>
          </p:txBody>
        </p:sp>
        <p:sp>
          <p:nvSpPr>
            <p:cNvPr id="32" name="Rounded Rectangle 31">
              <a:extLst>
                <a:ext uri="{FF2B5EF4-FFF2-40B4-BE49-F238E27FC236}">
                  <a16:creationId xmlns:a16="http://schemas.microsoft.com/office/drawing/2014/main" id="{27AC6F9F-BAEC-E31B-E087-948443F5FD8E}"/>
                </a:ext>
              </a:extLst>
            </p:cNvPr>
            <p:cNvSpPr/>
            <p:nvPr/>
          </p:nvSpPr>
          <p:spPr>
            <a:xfrm>
              <a:off x="4546596" y="2854643"/>
              <a:ext cx="1872000" cy="228600"/>
            </a:xfrm>
            <a:prstGeom prst="roundRect">
              <a:avLst/>
            </a:prstGeom>
            <a:solidFill>
              <a:srgbClr val="CC006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3" name="TextBox 32">
              <a:extLst>
                <a:ext uri="{FF2B5EF4-FFF2-40B4-BE49-F238E27FC236}">
                  <a16:creationId xmlns:a16="http://schemas.microsoft.com/office/drawing/2014/main" id="{409577A6-3F70-3868-8AA1-06AF4DB75751}"/>
                </a:ext>
              </a:extLst>
            </p:cNvPr>
            <p:cNvSpPr txBox="1"/>
            <p:nvPr/>
          </p:nvSpPr>
          <p:spPr>
            <a:xfrm>
              <a:off x="4546596" y="2854643"/>
              <a:ext cx="1872000" cy="228600"/>
            </a:xfrm>
            <a:prstGeom prst="rect">
              <a:avLst/>
            </a:prstGeom>
            <a:solidFill>
              <a:schemeClr val="accent3"/>
            </a:solidFill>
          </p:spPr>
          <p:txBody>
            <a:bodyPr vertOverflow="overflow" vert="horz" wrap="squar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Century Gothic" panose="020B0502020202020204" pitchFamily="34" charset="0"/>
                  <a:cs typeface="Arial"/>
                </a:rPr>
                <a:t>Advanced</a:t>
              </a:r>
            </a:p>
          </p:txBody>
        </p:sp>
        <p:sp>
          <p:nvSpPr>
            <p:cNvPr id="34" name="TextBox 33">
              <a:extLst>
                <a:ext uri="{FF2B5EF4-FFF2-40B4-BE49-F238E27FC236}">
                  <a16:creationId xmlns:a16="http://schemas.microsoft.com/office/drawing/2014/main" id="{B7DDCA34-1A75-4438-FF27-F3E7529BE449}"/>
                </a:ext>
              </a:extLst>
            </p:cNvPr>
            <p:cNvSpPr txBox="1"/>
            <p:nvPr/>
          </p:nvSpPr>
          <p:spPr>
            <a:xfrm>
              <a:off x="4546600" y="3159443"/>
              <a:ext cx="2527300" cy="2286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Century Gothic" panose="020B0502020202020204" pitchFamily="34" charset="0"/>
                  <a:cs typeface="Arial"/>
                </a:rPr>
                <a:t>45 min · 1 of 5 · 100 pts</a:t>
              </a:r>
            </a:p>
          </p:txBody>
        </p:sp>
        <p:sp>
          <p:nvSpPr>
            <p:cNvPr id="35" name="Rectangle 34">
              <a:extLst>
                <a:ext uri="{FF2B5EF4-FFF2-40B4-BE49-F238E27FC236}">
                  <a16:creationId xmlns:a16="http://schemas.microsoft.com/office/drawing/2014/main" id="{BA9B35F5-C5CC-F2F8-8576-BA0BFD235496}"/>
                </a:ext>
              </a:extLst>
            </p:cNvPr>
            <p:cNvSpPr/>
            <p:nvPr/>
          </p:nvSpPr>
          <p:spPr>
            <a:xfrm>
              <a:off x="4546600" y="3464243"/>
              <a:ext cx="2527300" cy="12700"/>
            </a:xfrm>
            <a:prstGeom prst="rect">
              <a:avLst/>
            </a:prstGeom>
            <a:solidFill>
              <a:srgbClr val="E5E3D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6" name="TextBox 35">
              <a:extLst>
                <a:ext uri="{FF2B5EF4-FFF2-40B4-BE49-F238E27FC236}">
                  <a16:creationId xmlns:a16="http://schemas.microsoft.com/office/drawing/2014/main" id="{AAB828D5-67A6-ED5C-79CA-7E136D22B46A}"/>
                </a:ext>
              </a:extLst>
            </p:cNvPr>
            <p:cNvSpPr txBox="1"/>
            <p:nvPr/>
          </p:nvSpPr>
          <p:spPr>
            <a:xfrm>
              <a:off x="4546600" y="3540443"/>
              <a:ext cx="2527300" cy="4572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62323"/>
                  </a:solidFill>
                  <a:effectLst/>
                  <a:uLnTx/>
                  <a:uFillTx/>
                  <a:latin typeface="Century Gothic" panose="020B0502020202020204" pitchFamily="34" charset="0"/>
                  <a:cs typeface="Arial"/>
                </a:rPr>
                <a:t>Algorithms &amp; data-structure mastery</a:t>
              </a:r>
            </a:p>
          </p:txBody>
        </p:sp>
        <p:sp>
          <p:nvSpPr>
            <p:cNvPr id="38" name="Rectangle 37">
              <a:extLst>
                <a:ext uri="{FF2B5EF4-FFF2-40B4-BE49-F238E27FC236}">
                  <a16:creationId xmlns:a16="http://schemas.microsoft.com/office/drawing/2014/main" id="{5DC2008E-8B7F-83DA-9867-DBFF1E9B1B98}"/>
                </a:ext>
              </a:extLst>
            </p:cNvPr>
            <p:cNvSpPr/>
            <p:nvPr/>
          </p:nvSpPr>
          <p:spPr>
            <a:xfrm>
              <a:off x="7378700" y="2295843"/>
              <a:ext cx="2882900" cy="2553506"/>
            </a:xfrm>
            <a:prstGeom prst="rect">
              <a:avLst/>
            </a:prstGeom>
            <a:solidFill>
              <a:srgbClr val="FFFFFF"/>
            </a:solidFill>
            <a:ln w="9525" cap="flat" cmpd="sng" algn="ctr">
              <a:solidFill>
                <a:schemeClr val="accent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9" name="Rectangle 38">
              <a:extLst>
                <a:ext uri="{FF2B5EF4-FFF2-40B4-BE49-F238E27FC236}">
                  <a16:creationId xmlns:a16="http://schemas.microsoft.com/office/drawing/2014/main" id="{CAF1DA2C-FBA1-319E-2E58-6DECF6C0946E}"/>
                </a:ext>
              </a:extLst>
            </p:cNvPr>
            <p:cNvSpPr/>
            <p:nvPr/>
          </p:nvSpPr>
          <p:spPr>
            <a:xfrm>
              <a:off x="7378700" y="2295843"/>
              <a:ext cx="2882900" cy="76200"/>
            </a:xfrm>
            <a:prstGeom prst="rect">
              <a:avLst/>
            </a:prstGeom>
            <a:solidFill>
              <a:schemeClr val="accent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40" name="TextBox 39">
              <a:extLst>
                <a:ext uri="{FF2B5EF4-FFF2-40B4-BE49-F238E27FC236}">
                  <a16:creationId xmlns:a16="http://schemas.microsoft.com/office/drawing/2014/main" id="{33C2F03E-B077-450C-AD89-9019EFAA821A}"/>
                </a:ext>
              </a:extLst>
            </p:cNvPr>
            <p:cNvSpPr txBox="1"/>
            <p:nvPr/>
          </p:nvSpPr>
          <p:spPr>
            <a:xfrm>
              <a:off x="7556500" y="2473643"/>
              <a:ext cx="2527300" cy="3302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262323"/>
                  </a:solidFill>
                  <a:effectLst/>
                  <a:uLnTx/>
                  <a:uFillTx/>
                  <a:latin typeface="Century Gothic" panose="020B0502020202020204" pitchFamily="34" charset="0"/>
                  <a:cs typeface="Arial"/>
                </a:rPr>
                <a:t>SQL</a:t>
              </a:r>
            </a:p>
          </p:txBody>
        </p:sp>
        <p:sp>
          <p:nvSpPr>
            <p:cNvPr id="41" name="Rounded Rectangle 40">
              <a:extLst>
                <a:ext uri="{FF2B5EF4-FFF2-40B4-BE49-F238E27FC236}">
                  <a16:creationId xmlns:a16="http://schemas.microsoft.com/office/drawing/2014/main" id="{615D01AE-D8EB-CEAD-7855-9A1B96CDB073}"/>
                </a:ext>
              </a:extLst>
            </p:cNvPr>
            <p:cNvSpPr/>
            <p:nvPr/>
          </p:nvSpPr>
          <p:spPr>
            <a:xfrm>
              <a:off x="7556496" y="2854643"/>
              <a:ext cx="1872000" cy="228600"/>
            </a:xfrm>
            <a:prstGeom prst="roundRect">
              <a:avLst/>
            </a:prstGeom>
            <a:solidFill>
              <a:srgbClr val="FFCC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42" name="TextBox 41">
              <a:extLst>
                <a:ext uri="{FF2B5EF4-FFF2-40B4-BE49-F238E27FC236}">
                  <a16:creationId xmlns:a16="http://schemas.microsoft.com/office/drawing/2014/main" id="{992619B1-9DF9-F9A9-7716-4E29B712DB72}"/>
                </a:ext>
              </a:extLst>
            </p:cNvPr>
            <p:cNvSpPr txBox="1"/>
            <p:nvPr/>
          </p:nvSpPr>
          <p:spPr>
            <a:xfrm>
              <a:off x="7556496" y="2854643"/>
              <a:ext cx="1872000" cy="228600"/>
            </a:xfrm>
            <a:prstGeom prst="rect">
              <a:avLst/>
            </a:prstGeom>
            <a:solidFill>
              <a:schemeClr val="accent5"/>
            </a:solidFill>
          </p:spPr>
          <p:txBody>
            <a:bodyPr vertOverflow="overflow" vert="horz" wrap="squar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Century Gothic" panose="020B0502020202020204" pitchFamily="34" charset="0"/>
                  <a:cs typeface="Arial"/>
                </a:rPr>
                <a:t>Intermediate</a:t>
              </a:r>
            </a:p>
          </p:txBody>
        </p:sp>
        <p:sp>
          <p:nvSpPr>
            <p:cNvPr id="43" name="TextBox 42">
              <a:extLst>
                <a:ext uri="{FF2B5EF4-FFF2-40B4-BE49-F238E27FC236}">
                  <a16:creationId xmlns:a16="http://schemas.microsoft.com/office/drawing/2014/main" id="{B6997D2A-6325-FCA2-0B3D-C9BCE9870BB2}"/>
                </a:ext>
              </a:extLst>
            </p:cNvPr>
            <p:cNvSpPr txBox="1"/>
            <p:nvPr/>
          </p:nvSpPr>
          <p:spPr>
            <a:xfrm>
              <a:off x="7556500" y="3159443"/>
              <a:ext cx="2527300" cy="2286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Century Gothic" panose="020B0502020202020204" pitchFamily="34" charset="0"/>
                  <a:cs typeface="Arial"/>
                </a:rPr>
                <a:t>10–19 min · 1 of 6 · 75 pts</a:t>
              </a:r>
            </a:p>
          </p:txBody>
        </p:sp>
        <p:sp>
          <p:nvSpPr>
            <p:cNvPr id="44" name="Rectangle 43">
              <a:extLst>
                <a:ext uri="{FF2B5EF4-FFF2-40B4-BE49-F238E27FC236}">
                  <a16:creationId xmlns:a16="http://schemas.microsoft.com/office/drawing/2014/main" id="{86509CD8-B5F6-6DEE-1820-F01D927FD4E5}"/>
                </a:ext>
              </a:extLst>
            </p:cNvPr>
            <p:cNvSpPr/>
            <p:nvPr/>
          </p:nvSpPr>
          <p:spPr>
            <a:xfrm>
              <a:off x="7556500" y="3464243"/>
              <a:ext cx="2527300" cy="12700"/>
            </a:xfrm>
            <a:prstGeom prst="rect">
              <a:avLst/>
            </a:prstGeom>
            <a:solidFill>
              <a:srgbClr val="E5E3D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45" name="TextBox 44">
              <a:extLst>
                <a:ext uri="{FF2B5EF4-FFF2-40B4-BE49-F238E27FC236}">
                  <a16:creationId xmlns:a16="http://schemas.microsoft.com/office/drawing/2014/main" id="{958C4D03-0FDC-C89C-5D6A-2AF4155F984C}"/>
                </a:ext>
              </a:extLst>
            </p:cNvPr>
            <p:cNvSpPr txBox="1"/>
            <p:nvPr/>
          </p:nvSpPr>
          <p:spPr>
            <a:xfrm>
              <a:off x="7556500" y="3540443"/>
              <a:ext cx="2527300" cy="4572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62323"/>
                  </a:solidFill>
                  <a:effectLst/>
                  <a:uLnTx/>
                  <a:uFillTx/>
                  <a:latin typeface="Century Gothic" panose="020B0502020202020204" pitchFamily="34" charset="0"/>
                  <a:cs typeface="Arial"/>
                </a:rPr>
                <a:t>Realistic business schemas</a:t>
              </a:r>
            </a:p>
          </p:txBody>
        </p:sp>
        <p:sp>
          <p:nvSpPr>
            <p:cNvPr id="47" name="Rectangle 46">
              <a:extLst>
                <a:ext uri="{FF2B5EF4-FFF2-40B4-BE49-F238E27FC236}">
                  <a16:creationId xmlns:a16="http://schemas.microsoft.com/office/drawing/2014/main" id="{601D3CBF-2D20-AE7A-2824-A5CF5F9D5363}"/>
                </a:ext>
              </a:extLst>
            </p:cNvPr>
            <p:cNvSpPr/>
            <p:nvPr/>
          </p:nvSpPr>
          <p:spPr>
            <a:xfrm>
              <a:off x="10388600" y="2295843"/>
              <a:ext cx="2882900" cy="2553506"/>
            </a:xfrm>
            <a:prstGeom prst="rect">
              <a:avLst/>
            </a:prstGeom>
            <a:solidFill>
              <a:srgbClr val="FFFFFF"/>
            </a:solidFill>
            <a:ln w="9525" cap="flat" cmpd="sng" algn="ctr">
              <a:solidFill>
                <a:schemeClr val="accent6">
                  <a:lumMod val="50000"/>
                </a:scheme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48" name="Rectangle 47">
              <a:extLst>
                <a:ext uri="{FF2B5EF4-FFF2-40B4-BE49-F238E27FC236}">
                  <a16:creationId xmlns:a16="http://schemas.microsoft.com/office/drawing/2014/main" id="{A0CB8FB6-EE4C-1DC0-8BA0-5420A9AD39AF}"/>
                </a:ext>
              </a:extLst>
            </p:cNvPr>
            <p:cNvSpPr/>
            <p:nvPr/>
          </p:nvSpPr>
          <p:spPr>
            <a:xfrm>
              <a:off x="10388600" y="2295843"/>
              <a:ext cx="2882900" cy="76200"/>
            </a:xfrm>
            <a:prstGeom prst="rect">
              <a:avLst/>
            </a:prstGeom>
            <a:solidFill>
              <a:schemeClr val="accent6">
                <a:lumMod val="5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49" name="TextBox 48">
              <a:extLst>
                <a:ext uri="{FF2B5EF4-FFF2-40B4-BE49-F238E27FC236}">
                  <a16:creationId xmlns:a16="http://schemas.microsoft.com/office/drawing/2014/main" id="{81F4064F-165E-B4BB-A209-CFC0136BB3EE}"/>
                </a:ext>
              </a:extLst>
            </p:cNvPr>
            <p:cNvSpPr txBox="1"/>
            <p:nvPr/>
          </p:nvSpPr>
          <p:spPr>
            <a:xfrm>
              <a:off x="10566400" y="2473643"/>
              <a:ext cx="2527300" cy="3302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262323"/>
                  </a:solidFill>
                  <a:effectLst/>
                  <a:uLnTx/>
                  <a:uFillTx/>
                  <a:latin typeface="Century Gothic" panose="020B0502020202020204" pitchFamily="34" charset="0"/>
                  <a:cs typeface="Arial"/>
                </a:rPr>
                <a:t>Prompt Engineering</a:t>
              </a:r>
            </a:p>
          </p:txBody>
        </p:sp>
        <p:sp>
          <p:nvSpPr>
            <p:cNvPr id="50" name="Rounded Rectangle 49">
              <a:extLst>
                <a:ext uri="{FF2B5EF4-FFF2-40B4-BE49-F238E27FC236}">
                  <a16:creationId xmlns:a16="http://schemas.microsoft.com/office/drawing/2014/main" id="{9816CB25-FF2D-F7E6-C670-CA84F434AEEC}"/>
                </a:ext>
              </a:extLst>
            </p:cNvPr>
            <p:cNvSpPr/>
            <p:nvPr/>
          </p:nvSpPr>
          <p:spPr>
            <a:xfrm>
              <a:off x="10566396" y="2854643"/>
              <a:ext cx="1872000" cy="228600"/>
            </a:xfrm>
            <a:prstGeom prst="roundRect">
              <a:avLst/>
            </a:prstGeom>
            <a:solidFill>
              <a:srgbClr val="6666C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51" name="TextBox 50">
              <a:extLst>
                <a:ext uri="{FF2B5EF4-FFF2-40B4-BE49-F238E27FC236}">
                  <a16:creationId xmlns:a16="http://schemas.microsoft.com/office/drawing/2014/main" id="{0CDB9351-D4FA-4698-3C77-C9882A461485}"/>
                </a:ext>
              </a:extLst>
            </p:cNvPr>
            <p:cNvSpPr txBox="1"/>
            <p:nvPr/>
          </p:nvSpPr>
          <p:spPr>
            <a:xfrm>
              <a:off x="10566396" y="2854643"/>
              <a:ext cx="1872000" cy="228600"/>
            </a:xfrm>
            <a:prstGeom prst="rect">
              <a:avLst/>
            </a:prstGeom>
            <a:solidFill>
              <a:schemeClr val="accent6">
                <a:lumMod val="50000"/>
              </a:schemeClr>
            </a:solidFill>
          </p:spPr>
          <p:txBody>
            <a:bodyPr vertOverflow="overflow" vert="horz" wrap="squar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Century Gothic" panose="020B0502020202020204" pitchFamily="34" charset="0"/>
                  <a:cs typeface="Arial"/>
                </a:rPr>
                <a:t>Basic → Intermediate</a:t>
              </a:r>
            </a:p>
          </p:txBody>
        </p:sp>
        <p:sp>
          <p:nvSpPr>
            <p:cNvPr id="52" name="TextBox 51">
              <a:extLst>
                <a:ext uri="{FF2B5EF4-FFF2-40B4-BE49-F238E27FC236}">
                  <a16:creationId xmlns:a16="http://schemas.microsoft.com/office/drawing/2014/main" id="{E644FE15-3CA0-7276-9CBB-E94665E69276}"/>
                </a:ext>
              </a:extLst>
            </p:cNvPr>
            <p:cNvSpPr txBox="1"/>
            <p:nvPr/>
          </p:nvSpPr>
          <p:spPr>
            <a:xfrm>
              <a:off x="10566400" y="3159443"/>
              <a:ext cx="2527300" cy="2286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Century Gothic" panose="020B0502020202020204" pitchFamily="34" charset="0"/>
                  <a:cs typeface="Arial"/>
                </a:rPr>
                <a:t>20 min · 1 of 6 · 50–75 pts</a:t>
              </a:r>
            </a:p>
          </p:txBody>
        </p:sp>
        <p:sp>
          <p:nvSpPr>
            <p:cNvPr id="53" name="Rectangle 52">
              <a:extLst>
                <a:ext uri="{FF2B5EF4-FFF2-40B4-BE49-F238E27FC236}">
                  <a16:creationId xmlns:a16="http://schemas.microsoft.com/office/drawing/2014/main" id="{466794B8-4416-0E86-85A0-62EE4D53EA9F}"/>
                </a:ext>
              </a:extLst>
            </p:cNvPr>
            <p:cNvSpPr/>
            <p:nvPr/>
          </p:nvSpPr>
          <p:spPr>
            <a:xfrm>
              <a:off x="10566400" y="3464243"/>
              <a:ext cx="2527300" cy="12700"/>
            </a:xfrm>
            <a:prstGeom prst="rect">
              <a:avLst/>
            </a:prstGeom>
            <a:solidFill>
              <a:srgbClr val="E5E3D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54" name="TextBox 53">
              <a:extLst>
                <a:ext uri="{FF2B5EF4-FFF2-40B4-BE49-F238E27FC236}">
                  <a16:creationId xmlns:a16="http://schemas.microsoft.com/office/drawing/2014/main" id="{7731E3EE-92F8-490B-47D3-2A10136BA6BC}"/>
                </a:ext>
              </a:extLst>
            </p:cNvPr>
            <p:cNvSpPr txBox="1"/>
            <p:nvPr/>
          </p:nvSpPr>
          <p:spPr>
            <a:xfrm>
              <a:off x="10566400" y="3540443"/>
              <a:ext cx="2527300" cy="4572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62323"/>
                  </a:solidFill>
                  <a:effectLst/>
                  <a:uLnTx/>
                  <a:uFillTx/>
                  <a:latin typeface="Century Gothic" panose="020B0502020202020204" pitchFamily="34" charset="0"/>
                  <a:cs typeface="Arial"/>
                </a:rPr>
                <a:t>Applied GenAI · NLP · RAG</a:t>
              </a:r>
            </a:p>
          </p:txBody>
        </p:sp>
      </p:grpSp>
      <p:sp>
        <p:nvSpPr>
          <p:cNvPr id="66" name="Title 65">
            <a:extLst>
              <a:ext uri="{FF2B5EF4-FFF2-40B4-BE49-F238E27FC236}">
                <a16:creationId xmlns:a16="http://schemas.microsoft.com/office/drawing/2014/main" id="{D71C3CE8-4E02-6444-2B76-121C553B5182}"/>
              </a:ext>
            </a:extLst>
          </p:cNvPr>
          <p:cNvSpPr>
            <a:spLocks noGrp="1"/>
          </p:cNvSpPr>
          <p:nvPr>
            <p:ph type="title"/>
          </p:nvPr>
        </p:nvSpPr>
        <p:spPr>
          <a:xfrm>
            <a:off x="619125" y="472905"/>
            <a:ext cx="13392145" cy="492443"/>
          </a:xfrm>
        </p:spPr>
        <p:txBody>
          <a:bodyPr/>
          <a:lstStyle/>
          <a:p>
            <a:r>
              <a:rPr lang="en-US">
                <a:solidFill>
                  <a:srgbClr val="262323"/>
                </a:solidFill>
                <a:ea typeface="PP Neue Machina Bold" pitchFamily="34" charset="-122"/>
              </a:rPr>
              <a:t>Level 1: </a:t>
            </a:r>
            <a:r>
              <a:rPr lang="en-US" err="1">
                <a:solidFill>
                  <a:srgbClr val="262323"/>
                </a:solidFill>
                <a:ea typeface="PP Neue Machina Bold" pitchFamily="34" charset="-122"/>
              </a:rPr>
              <a:t>HackerRank</a:t>
            </a:r>
            <a:r>
              <a:rPr lang="en-US">
                <a:solidFill>
                  <a:srgbClr val="262323"/>
                </a:solidFill>
                <a:ea typeface="PP Neue Machina Bold" pitchFamily="34" charset="-122"/>
              </a:rPr>
              <a:t> test</a:t>
            </a:r>
            <a:endParaRPr lang="en-US"/>
          </a:p>
        </p:txBody>
      </p:sp>
      <p:sp>
        <p:nvSpPr>
          <p:cNvPr id="63" name="TextBox 62">
            <a:extLst>
              <a:ext uri="{FF2B5EF4-FFF2-40B4-BE49-F238E27FC236}">
                <a16:creationId xmlns:a16="http://schemas.microsoft.com/office/drawing/2014/main" id="{311E6017-4F51-5338-A7BE-6AD97DB12CFC}"/>
              </a:ext>
            </a:extLst>
          </p:cNvPr>
          <p:cNvSpPr txBox="1"/>
          <p:nvPr/>
        </p:nvSpPr>
        <p:spPr>
          <a:xfrm>
            <a:off x="750404" y="4091608"/>
            <a:ext cx="3159972" cy="7112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262323"/>
                </a:solidFill>
                <a:effectLst/>
                <a:uLnTx/>
                <a:uFillTx/>
                <a:latin typeface="Century Gothic" panose="020B0502020202020204" pitchFamily="34" charset="0"/>
                <a:cs typeface="Arial"/>
              </a:rPr>
              <a:t>Power Coroutine - async fluency
API Gateway </a:t>
            </a:r>
            <a:r>
              <a:rPr lang="en-US" sz="1200">
                <a:solidFill>
                  <a:srgbClr val="262323"/>
                </a:solidFill>
                <a:latin typeface="Century Gothic" panose="020B0502020202020204" pitchFamily="34" charset="0"/>
                <a:cs typeface="Arial"/>
              </a:rPr>
              <a:t>- </a:t>
            </a:r>
            <a:r>
              <a:rPr kumimoji="0" lang="en-US" sz="1200" b="0" i="0" u="none" strike="noStrike" kern="1200" cap="none" spc="0" normalizeH="0" baseline="0" noProof="0">
                <a:ln>
                  <a:noFill/>
                </a:ln>
                <a:solidFill>
                  <a:srgbClr val="262323"/>
                </a:solidFill>
                <a:effectLst/>
                <a:uLnTx/>
                <a:uFillTx/>
                <a:latin typeface="Century Gothic" panose="020B0502020202020204" pitchFamily="34" charset="0"/>
                <a:cs typeface="Arial"/>
              </a:rPr>
              <a:t>rate-limit &amp; security logic
Employee Bonus — data modeling</a:t>
            </a:r>
          </a:p>
        </p:txBody>
      </p:sp>
      <p:sp>
        <p:nvSpPr>
          <p:cNvPr id="64" name="TextBox 63">
            <a:extLst>
              <a:ext uri="{FF2B5EF4-FFF2-40B4-BE49-F238E27FC236}">
                <a16:creationId xmlns:a16="http://schemas.microsoft.com/office/drawing/2014/main" id="{365B47A6-8A45-29F4-91AF-C75B6D228045}"/>
              </a:ext>
            </a:extLst>
          </p:cNvPr>
          <p:cNvSpPr txBox="1"/>
          <p:nvPr/>
        </p:nvSpPr>
        <p:spPr>
          <a:xfrm>
            <a:off x="4162887" y="4116635"/>
            <a:ext cx="3034548" cy="732714"/>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262323"/>
                </a:solidFill>
                <a:effectLst/>
                <a:uLnTx/>
                <a:uFillTx/>
                <a:latin typeface="Century Gothic" panose="020B0502020202020204" pitchFamily="34" charset="0"/>
                <a:cs typeface="Arial"/>
              </a:rPr>
              <a:t>Greedy / optimization
Subset &amp; combinatorial logic
Graph reasoning, number theory</a:t>
            </a:r>
          </a:p>
        </p:txBody>
      </p:sp>
      <p:sp>
        <p:nvSpPr>
          <p:cNvPr id="72" name="TextBox 71">
            <a:extLst>
              <a:ext uri="{FF2B5EF4-FFF2-40B4-BE49-F238E27FC236}">
                <a16:creationId xmlns:a16="http://schemas.microsoft.com/office/drawing/2014/main" id="{16FA1417-38A3-B1F6-AFF3-0C2058EE78DD}"/>
              </a:ext>
            </a:extLst>
          </p:cNvPr>
          <p:cNvSpPr txBox="1"/>
          <p:nvPr/>
        </p:nvSpPr>
        <p:spPr>
          <a:xfrm>
            <a:off x="7568821" y="3959543"/>
            <a:ext cx="2527300" cy="12700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262323"/>
                </a:solidFill>
                <a:effectLst/>
                <a:uLnTx/>
                <a:uFillTx/>
                <a:latin typeface="Century Gothic" panose="020B0502020202020204" pitchFamily="34" charset="0"/>
                <a:cs typeface="Arial"/>
              </a:rPr>
              <a:t>Joins &amp; aggregations
Window functions
Tiered &amp; conditional logic</a:t>
            </a:r>
          </a:p>
        </p:txBody>
      </p:sp>
      <p:sp>
        <p:nvSpPr>
          <p:cNvPr id="73" name="TextBox 72">
            <a:extLst>
              <a:ext uri="{FF2B5EF4-FFF2-40B4-BE49-F238E27FC236}">
                <a16:creationId xmlns:a16="http://schemas.microsoft.com/office/drawing/2014/main" id="{AB270B0B-F1D1-E9FF-4B49-8999EA896682}"/>
              </a:ext>
            </a:extLst>
          </p:cNvPr>
          <p:cNvSpPr txBox="1"/>
          <p:nvPr/>
        </p:nvSpPr>
        <p:spPr>
          <a:xfrm>
            <a:off x="11017250" y="3973049"/>
            <a:ext cx="2527300" cy="12700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262323"/>
                </a:solidFill>
                <a:effectLst/>
                <a:uLnTx/>
                <a:uFillTx/>
                <a:latin typeface="Century Gothic" panose="020B0502020202020204" pitchFamily="34" charset="0"/>
                <a:cs typeface="Arial"/>
              </a:rPr>
              <a:t>Structured extraction &amp; parsing
Grounding in context
LLM reasoning on real tasks</a:t>
            </a:r>
          </a:p>
        </p:txBody>
      </p:sp>
      <p:sp>
        <p:nvSpPr>
          <p:cNvPr id="77" name="TextBox 76">
            <a:extLst>
              <a:ext uri="{FF2B5EF4-FFF2-40B4-BE49-F238E27FC236}">
                <a16:creationId xmlns:a16="http://schemas.microsoft.com/office/drawing/2014/main" id="{F14D5A3A-83F0-0B1B-2D2D-24DD82FFB2FA}"/>
              </a:ext>
            </a:extLst>
          </p:cNvPr>
          <p:cNvSpPr txBox="1"/>
          <p:nvPr/>
        </p:nvSpPr>
        <p:spPr>
          <a:xfrm>
            <a:off x="750404" y="6327985"/>
            <a:ext cx="11430000" cy="812800"/>
          </a:xfrm>
          <a:prstGeom prst="rect">
            <a:avLst/>
          </a:prstGeom>
          <a:noFill/>
        </p:spPr>
        <p:txBody>
          <a:bodyPr vertOverflow="overflow" vert="horz" wrap="square" rtlCol="0" anchor="t">
            <a:noAutofit/>
          </a:bodyPr>
          <a:lstStyle/>
          <a:p>
            <a:pPr marL="171450" indent="-171450">
              <a:buFont typeface="Arial" panose="020B0604020202020204" pitchFamily="34" charset="0"/>
              <a:buChar char="•"/>
            </a:pPr>
            <a:r>
              <a:rPr lang="en-US" sz="1200">
                <a:solidFill>
                  <a:srgbClr val="FFFFFF"/>
                </a:solidFill>
                <a:latin typeface="Century Gothic" panose="020B0502020202020204" pitchFamily="34" charset="0"/>
                <a:cs typeface="Arial"/>
              </a:rPr>
              <a:t>Covers the full Applied AI stack: production Python, algorithmic depth, business SQL, and applied </a:t>
            </a:r>
            <a:r>
              <a:rPr lang="en-US" sz="1200" err="1">
                <a:solidFill>
                  <a:srgbClr val="FFFFFF"/>
                </a:solidFill>
                <a:latin typeface="Century Gothic" panose="020B0502020202020204" pitchFamily="34" charset="0"/>
                <a:cs typeface="Arial"/>
              </a:rPr>
              <a:t>GenAI</a:t>
            </a:r>
            <a:r>
              <a:rPr lang="en-US" sz="1200">
                <a:solidFill>
                  <a:srgbClr val="FFFFFF"/>
                </a:solidFill>
                <a:latin typeface="Century Gothic" panose="020B0502020202020204" pitchFamily="34" charset="0"/>
                <a:cs typeface="Arial"/>
              </a:rPr>
              <a:t> / RAG.
Anti-gaming controls in place: AI-monitored sections, randomized question pools, 120-minute cap.
Reliable early-stage filter for high-potential graduates. Depth and behavioral fit belong in subsequent rounds.</a:t>
            </a:r>
          </a:p>
        </p:txBody>
      </p:sp>
      <p:sp>
        <p:nvSpPr>
          <p:cNvPr id="79" name="TextBox 78">
            <a:extLst>
              <a:ext uri="{FF2B5EF4-FFF2-40B4-BE49-F238E27FC236}">
                <a16:creationId xmlns:a16="http://schemas.microsoft.com/office/drawing/2014/main" id="{25E8C352-42BA-BA42-3404-2F95E3C5722D}"/>
              </a:ext>
            </a:extLst>
          </p:cNvPr>
          <p:cNvSpPr txBox="1"/>
          <p:nvPr/>
        </p:nvSpPr>
        <p:spPr>
          <a:xfrm>
            <a:off x="607650" y="5115243"/>
            <a:ext cx="3810000" cy="276999"/>
          </a:xfrm>
          <a:prstGeom prst="rect">
            <a:avLst/>
          </a:prstGeom>
          <a:noFill/>
        </p:spPr>
        <p:txBody>
          <a:bodyPr vertOverflow="overflow" vert="horz" wrap="square" rtlCol="0" anchor="t">
            <a:spAutoFit/>
          </a:bodyPr>
          <a:lstStyle/>
          <a:p>
            <a:r>
              <a:rPr lang="en-US" sz="1200" b="1">
                <a:solidFill>
                  <a:schemeClr val="bg2">
                    <a:lumMod val="25000"/>
                  </a:schemeClr>
                </a:solidFill>
                <a:latin typeface="Century Gothic" panose="020B0502020202020204" pitchFamily="34" charset="0"/>
              </a:rPr>
              <a:t>CORE SKILLS ASSESSED</a:t>
            </a:r>
          </a:p>
        </p:txBody>
      </p:sp>
      <p:sp>
        <p:nvSpPr>
          <p:cNvPr id="80" name="TextBox 79">
            <a:extLst>
              <a:ext uri="{FF2B5EF4-FFF2-40B4-BE49-F238E27FC236}">
                <a16:creationId xmlns:a16="http://schemas.microsoft.com/office/drawing/2014/main" id="{FC8F6496-FDA9-1194-EFAF-355B9FDD0C58}"/>
              </a:ext>
            </a:extLst>
          </p:cNvPr>
          <p:cNvSpPr txBox="1"/>
          <p:nvPr/>
        </p:nvSpPr>
        <p:spPr>
          <a:xfrm>
            <a:off x="622300" y="5463747"/>
            <a:ext cx="7143474" cy="523220"/>
          </a:xfrm>
          <a:prstGeom prst="rect">
            <a:avLst/>
          </a:prstGeom>
          <a:noFill/>
        </p:spPr>
        <p:txBody>
          <a:bodyPr vertOverflow="overflow" vert="horz" wrap="square" rtlCol="0" anchor="t">
            <a:spAutoFit/>
          </a:bodyPr>
          <a:lstStyle/>
          <a:p>
            <a:r>
              <a:rPr lang="en-US" sz="1400">
                <a:solidFill>
                  <a:srgbClr val="1A1A1A"/>
                </a:solidFill>
                <a:latin typeface="Century Gothic" panose="020B0502020202020204" pitchFamily="34" charset="0"/>
              </a:rPr>
              <a:t>NLP (Intermediate)  •  RAG (Basic)  •  Python (Intermediate)  •  Machine Learning</a:t>
            </a:r>
          </a:p>
        </p:txBody>
      </p:sp>
      <p:sp>
        <p:nvSpPr>
          <p:cNvPr id="81" name="TextBox 80">
            <a:extLst>
              <a:ext uri="{FF2B5EF4-FFF2-40B4-BE49-F238E27FC236}">
                <a16:creationId xmlns:a16="http://schemas.microsoft.com/office/drawing/2014/main" id="{09F78291-F95B-2185-87F1-C487896B0C11}"/>
              </a:ext>
            </a:extLst>
          </p:cNvPr>
          <p:cNvSpPr txBox="1"/>
          <p:nvPr/>
        </p:nvSpPr>
        <p:spPr>
          <a:xfrm>
            <a:off x="8369300" y="5115243"/>
            <a:ext cx="3771900" cy="276999"/>
          </a:xfrm>
          <a:prstGeom prst="rect">
            <a:avLst/>
          </a:prstGeom>
          <a:noFill/>
        </p:spPr>
        <p:txBody>
          <a:bodyPr vertOverflow="overflow" vert="horz" wrap="square" rtlCol="0" anchor="t">
            <a:spAutoFit/>
          </a:bodyPr>
          <a:lstStyle/>
          <a:p>
            <a:r>
              <a:rPr lang="en-US" sz="1200" b="1">
                <a:solidFill>
                  <a:schemeClr val="bg2">
                    <a:lumMod val="25000"/>
                  </a:schemeClr>
                </a:solidFill>
                <a:latin typeface="Century Gothic" panose="020B0502020202020204" pitchFamily="34" charset="0"/>
              </a:rPr>
              <a:t>QUESTION POOL DEPTH</a:t>
            </a:r>
          </a:p>
        </p:txBody>
      </p:sp>
      <p:sp>
        <p:nvSpPr>
          <p:cNvPr id="82" name="TextBox 81">
            <a:extLst>
              <a:ext uri="{FF2B5EF4-FFF2-40B4-BE49-F238E27FC236}">
                <a16:creationId xmlns:a16="http://schemas.microsoft.com/office/drawing/2014/main" id="{0136D653-9A18-3CBB-560F-FB8E6AA832A5}"/>
              </a:ext>
            </a:extLst>
          </p:cNvPr>
          <p:cNvSpPr txBox="1"/>
          <p:nvPr/>
        </p:nvSpPr>
        <p:spPr>
          <a:xfrm>
            <a:off x="8369300" y="5463747"/>
            <a:ext cx="4279900" cy="523220"/>
          </a:xfrm>
          <a:prstGeom prst="rect">
            <a:avLst/>
          </a:prstGeom>
          <a:noFill/>
        </p:spPr>
        <p:txBody>
          <a:bodyPr vertOverflow="overflow" vert="horz" wrap="square" rtlCol="0" anchor="t">
            <a:spAutoFit/>
          </a:bodyPr>
          <a:lstStyle/>
          <a:p>
            <a:r>
              <a:rPr lang="en-US" sz="1400">
                <a:solidFill>
                  <a:srgbClr val="1A1A1A"/>
                </a:solidFill>
                <a:latin typeface="Century Gothic" panose="020B0502020202020204" pitchFamily="34" charset="0"/>
              </a:rPr>
              <a:t>20 unique questions, randomized per candidate</a:t>
            </a:r>
          </a:p>
        </p:txBody>
      </p:sp>
      <p:sp>
        <p:nvSpPr>
          <p:cNvPr id="84" name="Rectangle 83">
            <a:extLst>
              <a:ext uri="{FF2B5EF4-FFF2-40B4-BE49-F238E27FC236}">
                <a16:creationId xmlns:a16="http://schemas.microsoft.com/office/drawing/2014/main" id="{75C388A9-9363-15CE-915C-0B40773907C5}"/>
              </a:ext>
            </a:extLst>
          </p:cNvPr>
          <p:cNvSpPr/>
          <p:nvPr/>
        </p:nvSpPr>
        <p:spPr>
          <a:xfrm>
            <a:off x="7566310" y="4992974"/>
            <a:ext cx="66261" cy="998346"/>
          </a:xfrm>
          <a:prstGeom prst="rect">
            <a:avLst/>
          </a:prstGeom>
          <a:gradFill flip="none" rotWithShape="1">
            <a:gsLst>
              <a:gs pos="0">
                <a:schemeClr val="accent6">
                  <a:lumMod val="5000"/>
                  <a:lumOff val="95000"/>
                  <a:alpha val="67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Century Gothic" panose="020B0502020202020204" pitchFamily="34" charset="0"/>
            </a:endParaRPr>
          </a:p>
        </p:txBody>
      </p:sp>
      <p:sp>
        <p:nvSpPr>
          <p:cNvPr id="85" name="Rounded Rectangle 52">
            <a:extLst>
              <a:ext uri="{FF2B5EF4-FFF2-40B4-BE49-F238E27FC236}">
                <a16:creationId xmlns:a16="http://schemas.microsoft.com/office/drawing/2014/main" id="{A3A38921-A616-20FA-7479-713DF85C6B07}"/>
              </a:ext>
            </a:extLst>
          </p:cNvPr>
          <p:cNvSpPr/>
          <p:nvPr/>
        </p:nvSpPr>
        <p:spPr>
          <a:xfrm>
            <a:off x="488470" y="6345029"/>
            <a:ext cx="13608529" cy="1287828"/>
          </a:xfrm>
          <a:prstGeom prst="roundRect">
            <a:avLst>
              <a:gd name="adj" fmla="val 11212"/>
            </a:avLst>
          </a:prstGeom>
          <a:solidFill>
            <a:schemeClr val="tx1">
              <a:lumMod val="75000"/>
              <a:lumOff val="25000"/>
            </a:schemeClr>
          </a:solidFill>
          <a:ln w="12700" cap="flat" cmpd="sng" algn="ctr">
            <a:solidFill>
              <a:schemeClr val="accent6">
                <a:lumMod val="75000"/>
              </a:scheme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86" name="TextBox 85">
            <a:extLst>
              <a:ext uri="{FF2B5EF4-FFF2-40B4-BE49-F238E27FC236}">
                <a16:creationId xmlns:a16="http://schemas.microsoft.com/office/drawing/2014/main" id="{8CEAAD78-DD83-5CCE-671D-8B1A41C14260}"/>
              </a:ext>
            </a:extLst>
          </p:cNvPr>
          <p:cNvSpPr txBox="1"/>
          <p:nvPr/>
        </p:nvSpPr>
        <p:spPr>
          <a:xfrm>
            <a:off x="638469" y="6176931"/>
            <a:ext cx="3117850" cy="340374"/>
          </a:xfrm>
          <a:prstGeom prst="rect">
            <a:avLst/>
          </a:prstGeom>
          <a:solidFill>
            <a:schemeClr val="accent6">
              <a:lumMod val="75000"/>
            </a:schemeClr>
          </a:solidFill>
        </p:spPr>
        <p:txBody>
          <a:bodyPr vertOverflow="overflow" vert="horz" wrap="square" rtlCol="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bg1"/>
                </a:solidFill>
                <a:effectLst/>
                <a:uLnTx/>
                <a:uFillTx/>
                <a:latin typeface="Century Gothic" panose="020B0502020202020204" pitchFamily="34" charset="0"/>
                <a:cs typeface="Arial"/>
              </a:rPr>
              <a:t>Signal we're looking for</a:t>
            </a:r>
          </a:p>
        </p:txBody>
      </p:sp>
      <p:sp>
        <p:nvSpPr>
          <p:cNvPr id="88" name="TextBox 87">
            <a:extLst>
              <a:ext uri="{FF2B5EF4-FFF2-40B4-BE49-F238E27FC236}">
                <a16:creationId xmlns:a16="http://schemas.microsoft.com/office/drawing/2014/main" id="{140D3554-F29B-A141-60DC-E4040E0DFCAA}"/>
              </a:ext>
            </a:extLst>
          </p:cNvPr>
          <p:cNvSpPr txBox="1"/>
          <p:nvPr/>
        </p:nvSpPr>
        <p:spPr>
          <a:xfrm>
            <a:off x="908788" y="6649710"/>
            <a:ext cx="11533550" cy="892552"/>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bg1"/>
                </a:solidFill>
                <a:effectLst/>
                <a:uLnTx/>
                <a:uFillTx/>
                <a:latin typeface="Century Gothic" panose="020B0502020202020204" pitchFamily="34" charset="0"/>
                <a:cs typeface="Arial"/>
              </a:rPr>
              <a:t>Covers the full Applied AI stack: production Python, algorithmic depth, business SQL, and applied GenAI / RAG.
Anti-gaming controls in place: AI-monitored sections, randomized question pools, 120-minute cap.
Reliable early-stage filter for high-potential graduates. Depth and behavioral fit belong in subsequent rounds.</a:t>
            </a:r>
          </a:p>
        </p:txBody>
      </p:sp>
    </p:spTree>
    <p:extLst>
      <p:ext uri="{BB962C8B-B14F-4D97-AF65-F5344CB8AC3E}">
        <p14:creationId xmlns:p14="http://schemas.microsoft.com/office/powerpoint/2010/main" val="9733524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8414B-2A0C-E4BD-CB5E-B2A8755D8A6C}"/>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21D27725-5D05-161E-F695-A928D8A2662B}"/>
              </a:ext>
            </a:extLst>
          </p:cNvPr>
          <p:cNvSpPr/>
          <p:nvPr/>
        </p:nvSpPr>
        <p:spPr>
          <a:xfrm>
            <a:off x="412750" y="1104900"/>
            <a:ext cx="13804900" cy="6438900"/>
          </a:xfrm>
          <a:prstGeom prst="roundRect">
            <a:avLst>
              <a:gd name="adj" fmla="val 1874"/>
            </a:avLst>
          </a:prstGeom>
          <a:solidFill>
            <a:schemeClr val="bg1"/>
          </a:solidFill>
          <a:effectLst>
            <a:outerShdw blurRad="635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a:ea typeface="+mn-ea"/>
              <a:cs typeface="+mn-cs"/>
            </a:endParaRPr>
          </a:p>
        </p:txBody>
      </p:sp>
      <p:sp>
        <p:nvSpPr>
          <p:cNvPr id="19" name="Title 18">
            <a:extLst>
              <a:ext uri="{FF2B5EF4-FFF2-40B4-BE49-F238E27FC236}">
                <a16:creationId xmlns:a16="http://schemas.microsoft.com/office/drawing/2014/main" id="{9479039A-812B-AC61-9EAB-7F3A0F7475E1}"/>
              </a:ext>
            </a:extLst>
          </p:cNvPr>
          <p:cNvSpPr>
            <a:spLocks noGrp="1"/>
          </p:cNvSpPr>
          <p:nvPr>
            <p:ph type="title"/>
          </p:nvPr>
        </p:nvSpPr>
        <p:spPr/>
        <p:txBody>
          <a:bodyPr vert="horz" lIns="0" tIns="0" rIns="0" bIns="0" rtlCol="0" anchor="ctr">
            <a:noAutofit/>
          </a:bodyPr>
          <a:lstStyle/>
          <a:p>
            <a:pPr>
              <a:lnSpc>
                <a:spcPts val="4350"/>
              </a:lnSpc>
            </a:pPr>
            <a:r>
              <a:rPr lang="en-US" sz="3200" b="1">
                <a:solidFill>
                  <a:srgbClr val="262323"/>
                </a:solidFill>
                <a:latin typeface="PP Neue Machina Plain Ultrabold" pitchFamily="50" charset="0"/>
                <a:ea typeface="PP Neue Machina Bold" pitchFamily="34" charset="-122"/>
              </a:rPr>
              <a:t>Level 1: </a:t>
            </a:r>
            <a:r>
              <a:rPr lang="en-US" sz="3200" b="1" err="1">
                <a:solidFill>
                  <a:srgbClr val="262323"/>
                </a:solidFill>
                <a:latin typeface="PP Neue Machina Plain Ultrabold" pitchFamily="50" charset="0"/>
                <a:ea typeface="PP Neue Machina Bold" pitchFamily="34" charset="-122"/>
              </a:rPr>
              <a:t>Hackerrank</a:t>
            </a:r>
            <a:r>
              <a:rPr lang="en-US" sz="3200" b="1">
                <a:solidFill>
                  <a:srgbClr val="262323"/>
                </a:solidFill>
                <a:latin typeface="PP Neue Machina Plain Ultrabold" pitchFamily="50" charset="0"/>
                <a:ea typeface="PP Neue Machina Bold" pitchFamily="34" charset="-122"/>
              </a:rPr>
              <a:t> test - Snapshot</a:t>
            </a:r>
          </a:p>
        </p:txBody>
      </p:sp>
      <p:pic>
        <p:nvPicPr>
          <p:cNvPr id="5" name="Picture 4">
            <a:extLst>
              <a:ext uri="{FF2B5EF4-FFF2-40B4-BE49-F238E27FC236}">
                <a16:creationId xmlns:a16="http://schemas.microsoft.com/office/drawing/2014/main" id="{3ABD769E-95BD-EDAD-92DF-98E80E184E52}"/>
              </a:ext>
            </a:extLst>
          </p:cNvPr>
          <p:cNvPicPr>
            <a:picLocks noChangeAspect="1"/>
          </p:cNvPicPr>
          <p:nvPr/>
        </p:nvPicPr>
        <p:blipFill>
          <a:blip r:embed="rId3"/>
          <a:stretch>
            <a:fillRect/>
          </a:stretch>
        </p:blipFill>
        <p:spPr>
          <a:xfrm>
            <a:off x="1098550" y="1275253"/>
            <a:ext cx="12433300" cy="6090514"/>
          </a:xfrm>
          <a:prstGeom prst="rect">
            <a:avLst/>
          </a:prstGeom>
        </p:spPr>
      </p:pic>
    </p:spTree>
    <p:extLst>
      <p:ext uri="{BB962C8B-B14F-4D97-AF65-F5344CB8AC3E}">
        <p14:creationId xmlns:p14="http://schemas.microsoft.com/office/powerpoint/2010/main" val="7964081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442CD-E257-036C-5E35-1AE9396DAA82}"/>
            </a:ext>
          </a:extLst>
        </p:cNvPr>
        <p:cNvGrpSpPr/>
        <p:nvPr/>
      </p:nvGrpSpPr>
      <p:grpSpPr>
        <a:xfrm>
          <a:off x="0" y="0"/>
          <a:ext cx="0" cy="0"/>
          <a:chOff x="0" y="0"/>
          <a:chExt cx="0" cy="0"/>
        </a:xfrm>
      </p:grpSpPr>
      <p:sp>
        <p:nvSpPr>
          <p:cNvPr id="48" name="Rectangle 47">
            <a:extLst>
              <a:ext uri="{FF2B5EF4-FFF2-40B4-BE49-F238E27FC236}">
                <a16:creationId xmlns:a16="http://schemas.microsoft.com/office/drawing/2014/main" id="{B44F26C0-6AF7-7606-268E-F9C7421A77F2}"/>
              </a:ext>
            </a:extLst>
          </p:cNvPr>
          <p:cNvSpPr/>
          <p:nvPr/>
        </p:nvSpPr>
        <p:spPr>
          <a:xfrm>
            <a:off x="563565" y="5352080"/>
            <a:ext cx="13503270" cy="1313757"/>
          </a:xfrm>
          <a:prstGeom prst="rect">
            <a:avLst/>
          </a:prstGeom>
          <a:solidFill>
            <a:schemeClr val="bg1"/>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Century Gothic" panose="020B0502020202020204" pitchFamily="34" charset="0"/>
            </a:endParaRPr>
          </a:p>
        </p:txBody>
      </p:sp>
      <p:sp>
        <p:nvSpPr>
          <p:cNvPr id="61" name="Rectangle 60">
            <a:extLst>
              <a:ext uri="{FF2B5EF4-FFF2-40B4-BE49-F238E27FC236}">
                <a16:creationId xmlns:a16="http://schemas.microsoft.com/office/drawing/2014/main" id="{D742BB26-4C92-1CD5-A39D-DBB5A331BD5F}"/>
              </a:ext>
            </a:extLst>
          </p:cNvPr>
          <p:cNvSpPr/>
          <p:nvPr/>
        </p:nvSpPr>
        <p:spPr>
          <a:xfrm>
            <a:off x="563566" y="2552701"/>
            <a:ext cx="13503269" cy="2009916"/>
          </a:xfrm>
          <a:prstGeom prst="rect">
            <a:avLst/>
          </a:prstGeom>
          <a:solidFill>
            <a:schemeClr val="bg1"/>
          </a:solidFill>
          <a:ln>
            <a:solidFill>
              <a:schemeClr val="accent6"/>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19" name="Title 18">
            <a:extLst>
              <a:ext uri="{FF2B5EF4-FFF2-40B4-BE49-F238E27FC236}">
                <a16:creationId xmlns:a16="http://schemas.microsoft.com/office/drawing/2014/main" id="{82B20739-00A3-0ACF-0D4B-B3236AAECEEC}"/>
              </a:ext>
            </a:extLst>
          </p:cNvPr>
          <p:cNvSpPr>
            <a:spLocks noGrp="1"/>
          </p:cNvSpPr>
          <p:nvPr>
            <p:ph type="title"/>
          </p:nvPr>
        </p:nvSpPr>
        <p:spPr/>
        <p:txBody>
          <a:bodyPr vert="horz" lIns="0" tIns="0" rIns="0" bIns="0" rtlCol="0" anchor="ctr">
            <a:noAutofit/>
          </a:bodyPr>
          <a:lstStyle/>
          <a:p>
            <a:pPr>
              <a:lnSpc>
                <a:spcPts val="4350"/>
              </a:lnSpc>
            </a:pPr>
            <a:r>
              <a:rPr lang="en-US" sz="3200" b="1">
                <a:solidFill>
                  <a:srgbClr val="262323"/>
                </a:solidFill>
                <a:latin typeface="PP Neue Machina Plain Ultrabold" pitchFamily="50" charset="0"/>
                <a:ea typeface="PP Neue Machina Bold" pitchFamily="34" charset="-122"/>
              </a:rPr>
              <a:t>Level-2: Business problem/System Design</a:t>
            </a:r>
          </a:p>
        </p:txBody>
      </p:sp>
      <p:sp>
        <p:nvSpPr>
          <p:cNvPr id="2" name="Rectangle 1">
            <a:extLst>
              <a:ext uri="{FF2B5EF4-FFF2-40B4-BE49-F238E27FC236}">
                <a16:creationId xmlns:a16="http://schemas.microsoft.com/office/drawing/2014/main" id="{6982655F-9627-DB4F-858A-0786B6FC4501}"/>
              </a:ext>
            </a:extLst>
          </p:cNvPr>
          <p:cNvSpPr/>
          <p:nvPr/>
        </p:nvSpPr>
        <p:spPr>
          <a:xfrm>
            <a:off x="563566" y="1258963"/>
            <a:ext cx="3267849" cy="8890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4" name="Rectangle 3">
            <a:extLst>
              <a:ext uri="{FF2B5EF4-FFF2-40B4-BE49-F238E27FC236}">
                <a16:creationId xmlns:a16="http://schemas.microsoft.com/office/drawing/2014/main" id="{8673C3F1-D4A3-154B-A8BB-D4AAA9718EFC}"/>
              </a:ext>
            </a:extLst>
          </p:cNvPr>
          <p:cNvSpPr/>
          <p:nvPr/>
        </p:nvSpPr>
        <p:spPr>
          <a:xfrm>
            <a:off x="563566" y="1258963"/>
            <a:ext cx="57583" cy="889000"/>
          </a:xfrm>
          <a:prstGeom prst="rect">
            <a:avLst/>
          </a:prstGeom>
          <a:solidFill>
            <a:schemeClr val="accent6">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5" name="TextBox 4">
            <a:extLst>
              <a:ext uri="{FF2B5EF4-FFF2-40B4-BE49-F238E27FC236}">
                <a16:creationId xmlns:a16="http://schemas.microsoft.com/office/drawing/2014/main" id="{9A30A2FB-B39F-E34A-99E6-C377FAA1D63F}"/>
              </a:ext>
            </a:extLst>
          </p:cNvPr>
          <p:cNvSpPr txBox="1"/>
          <p:nvPr/>
        </p:nvSpPr>
        <p:spPr>
          <a:xfrm>
            <a:off x="765107" y="1360563"/>
            <a:ext cx="2979932" cy="276999"/>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18181">
                    <a:lumMod val="50000"/>
                  </a:srgbClr>
                </a:solidFill>
                <a:effectLst/>
                <a:uLnTx/>
                <a:uFillTx/>
                <a:latin typeface="Century Gothic" panose="020B0502020202020204" pitchFamily="34" charset="0"/>
                <a:cs typeface="Arial"/>
              </a:rPr>
              <a:t>STRUCTURE</a:t>
            </a:r>
          </a:p>
        </p:txBody>
      </p:sp>
      <p:sp>
        <p:nvSpPr>
          <p:cNvPr id="6" name="TextBox 5">
            <a:extLst>
              <a:ext uri="{FF2B5EF4-FFF2-40B4-BE49-F238E27FC236}">
                <a16:creationId xmlns:a16="http://schemas.microsoft.com/office/drawing/2014/main" id="{E48CAD22-78CD-794D-877F-B712A2654FFF}"/>
              </a:ext>
            </a:extLst>
          </p:cNvPr>
          <p:cNvSpPr txBox="1"/>
          <p:nvPr/>
        </p:nvSpPr>
        <p:spPr>
          <a:xfrm>
            <a:off x="765107" y="1563763"/>
            <a:ext cx="2979932" cy="338554"/>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Century Gothic" panose="020B0502020202020204" pitchFamily="34" charset="0"/>
                <a:cs typeface="Arial"/>
              </a:rPr>
              <a:t>Technical + business</a:t>
            </a:r>
          </a:p>
        </p:txBody>
      </p:sp>
      <p:sp>
        <p:nvSpPr>
          <p:cNvPr id="7" name="TextBox 6">
            <a:extLst>
              <a:ext uri="{FF2B5EF4-FFF2-40B4-BE49-F238E27FC236}">
                <a16:creationId xmlns:a16="http://schemas.microsoft.com/office/drawing/2014/main" id="{E5249D9C-E40A-D54C-A6FF-F962A04738A2}"/>
              </a:ext>
            </a:extLst>
          </p:cNvPr>
          <p:cNvSpPr txBox="1"/>
          <p:nvPr/>
        </p:nvSpPr>
        <p:spPr>
          <a:xfrm>
            <a:off x="765107" y="1817763"/>
            <a:ext cx="2979932" cy="276999"/>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Century Gothic" panose="020B0502020202020204" pitchFamily="34" charset="0"/>
                <a:cs typeface="Arial"/>
              </a:rPr>
              <a:t>with enterprise constraints</a:t>
            </a:r>
          </a:p>
        </p:txBody>
      </p:sp>
      <p:sp>
        <p:nvSpPr>
          <p:cNvPr id="8" name="Rectangle 7">
            <a:extLst>
              <a:ext uri="{FF2B5EF4-FFF2-40B4-BE49-F238E27FC236}">
                <a16:creationId xmlns:a16="http://schemas.microsoft.com/office/drawing/2014/main" id="{74A2F851-5AB4-7D40-A807-4324867BB3FB}"/>
              </a:ext>
            </a:extLst>
          </p:cNvPr>
          <p:cNvSpPr/>
          <p:nvPr/>
        </p:nvSpPr>
        <p:spPr>
          <a:xfrm>
            <a:off x="3975373" y="1258963"/>
            <a:ext cx="3267849" cy="8890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9" name="Rectangle 8">
            <a:extLst>
              <a:ext uri="{FF2B5EF4-FFF2-40B4-BE49-F238E27FC236}">
                <a16:creationId xmlns:a16="http://schemas.microsoft.com/office/drawing/2014/main" id="{8CD5CD56-93F8-2543-99BD-6A351DA38BF8}"/>
              </a:ext>
            </a:extLst>
          </p:cNvPr>
          <p:cNvSpPr/>
          <p:nvPr/>
        </p:nvSpPr>
        <p:spPr>
          <a:xfrm>
            <a:off x="3975373" y="1258963"/>
            <a:ext cx="57583" cy="889000"/>
          </a:xfrm>
          <a:prstGeom prst="rect">
            <a:avLst/>
          </a:prstGeom>
          <a:solidFill>
            <a:schemeClr val="accent6">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10" name="TextBox 9">
            <a:extLst>
              <a:ext uri="{FF2B5EF4-FFF2-40B4-BE49-F238E27FC236}">
                <a16:creationId xmlns:a16="http://schemas.microsoft.com/office/drawing/2014/main" id="{9851AB2C-8234-E947-8094-B80A53AAAA88}"/>
              </a:ext>
            </a:extLst>
          </p:cNvPr>
          <p:cNvSpPr txBox="1"/>
          <p:nvPr/>
        </p:nvSpPr>
        <p:spPr>
          <a:xfrm>
            <a:off x="4176914" y="1360563"/>
            <a:ext cx="2979932" cy="276999"/>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18181">
                    <a:lumMod val="50000"/>
                  </a:srgbClr>
                </a:solidFill>
                <a:effectLst/>
                <a:uLnTx/>
                <a:uFillTx/>
                <a:latin typeface="Century Gothic" panose="020B0502020202020204" pitchFamily="34" charset="0"/>
                <a:cs typeface="Arial"/>
              </a:rPr>
              <a:t>COMPLEXITY</a:t>
            </a:r>
          </a:p>
        </p:txBody>
      </p:sp>
      <p:sp>
        <p:nvSpPr>
          <p:cNvPr id="11" name="TextBox 10">
            <a:extLst>
              <a:ext uri="{FF2B5EF4-FFF2-40B4-BE49-F238E27FC236}">
                <a16:creationId xmlns:a16="http://schemas.microsoft.com/office/drawing/2014/main" id="{B63D88AF-6592-3E40-B1CD-5E3DE7ABD136}"/>
              </a:ext>
            </a:extLst>
          </p:cNvPr>
          <p:cNvSpPr txBox="1"/>
          <p:nvPr/>
        </p:nvSpPr>
        <p:spPr>
          <a:xfrm>
            <a:off x="4176914" y="1563763"/>
            <a:ext cx="2979932" cy="338554"/>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Century Gothic" panose="020B0502020202020204" pitchFamily="34" charset="0"/>
                <a:cs typeface="Arial"/>
              </a:rPr>
              <a:t>Reasonably complex,</a:t>
            </a:r>
          </a:p>
        </p:txBody>
      </p:sp>
      <p:sp>
        <p:nvSpPr>
          <p:cNvPr id="12" name="TextBox 11">
            <a:extLst>
              <a:ext uri="{FF2B5EF4-FFF2-40B4-BE49-F238E27FC236}">
                <a16:creationId xmlns:a16="http://schemas.microsoft.com/office/drawing/2014/main" id="{438A9A99-322E-7F42-B627-CC1FE32F6C9F}"/>
              </a:ext>
            </a:extLst>
          </p:cNvPr>
          <p:cNvSpPr txBox="1"/>
          <p:nvPr/>
        </p:nvSpPr>
        <p:spPr>
          <a:xfrm>
            <a:off x="4176914" y="1817763"/>
            <a:ext cx="2979932" cy="276999"/>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Century Gothic" panose="020B0502020202020204" pitchFamily="34" charset="0"/>
                <a:cs typeface="Arial"/>
              </a:rPr>
              <a:t>solvable with modern AI tools</a:t>
            </a:r>
          </a:p>
        </p:txBody>
      </p:sp>
      <p:sp>
        <p:nvSpPr>
          <p:cNvPr id="13" name="Rectangle 12">
            <a:extLst>
              <a:ext uri="{FF2B5EF4-FFF2-40B4-BE49-F238E27FC236}">
                <a16:creationId xmlns:a16="http://schemas.microsoft.com/office/drawing/2014/main" id="{8E0A6E14-6406-5C43-BD85-6B3085D150F0}"/>
              </a:ext>
            </a:extLst>
          </p:cNvPr>
          <p:cNvSpPr/>
          <p:nvPr/>
        </p:nvSpPr>
        <p:spPr>
          <a:xfrm>
            <a:off x="7387180" y="1258963"/>
            <a:ext cx="3267849" cy="8890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14" name="Rectangle 13">
            <a:extLst>
              <a:ext uri="{FF2B5EF4-FFF2-40B4-BE49-F238E27FC236}">
                <a16:creationId xmlns:a16="http://schemas.microsoft.com/office/drawing/2014/main" id="{910E40A9-9F91-CB44-9007-2DF0AC7B16DA}"/>
              </a:ext>
            </a:extLst>
          </p:cNvPr>
          <p:cNvSpPr/>
          <p:nvPr/>
        </p:nvSpPr>
        <p:spPr>
          <a:xfrm>
            <a:off x="7387180" y="1258963"/>
            <a:ext cx="57583" cy="889000"/>
          </a:xfrm>
          <a:prstGeom prst="rect">
            <a:avLst/>
          </a:prstGeom>
          <a:solidFill>
            <a:schemeClr val="accent6">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15" name="TextBox 14">
            <a:extLst>
              <a:ext uri="{FF2B5EF4-FFF2-40B4-BE49-F238E27FC236}">
                <a16:creationId xmlns:a16="http://schemas.microsoft.com/office/drawing/2014/main" id="{A954D3E6-499C-9B43-A7F0-1ABC40213AD4}"/>
              </a:ext>
            </a:extLst>
          </p:cNvPr>
          <p:cNvSpPr txBox="1"/>
          <p:nvPr/>
        </p:nvSpPr>
        <p:spPr>
          <a:xfrm>
            <a:off x="7588721" y="1360563"/>
            <a:ext cx="2979932" cy="276999"/>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18181">
                    <a:lumMod val="50000"/>
                  </a:srgbClr>
                </a:solidFill>
                <a:effectLst/>
                <a:uLnTx/>
                <a:uFillTx/>
                <a:latin typeface="Century Gothic" panose="020B0502020202020204" pitchFamily="34" charset="0"/>
                <a:cs typeface="Arial"/>
              </a:rPr>
              <a:t>TIMING</a:t>
            </a:r>
          </a:p>
        </p:txBody>
      </p:sp>
      <p:sp>
        <p:nvSpPr>
          <p:cNvPr id="16" name="TextBox 15">
            <a:extLst>
              <a:ext uri="{FF2B5EF4-FFF2-40B4-BE49-F238E27FC236}">
                <a16:creationId xmlns:a16="http://schemas.microsoft.com/office/drawing/2014/main" id="{430AA2B5-90E1-8944-A2D2-20C64E23BA92}"/>
              </a:ext>
            </a:extLst>
          </p:cNvPr>
          <p:cNvSpPr txBox="1"/>
          <p:nvPr/>
        </p:nvSpPr>
        <p:spPr>
          <a:xfrm>
            <a:off x="7588721" y="1563763"/>
            <a:ext cx="2979932" cy="338554"/>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Century Gothic" panose="020B0502020202020204" pitchFamily="34" charset="0"/>
                <a:cs typeface="Arial"/>
              </a:rPr>
              <a:t>24 hours</a:t>
            </a:r>
          </a:p>
        </p:txBody>
      </p:sp>
      <p:sp>
        <p:nvSpPr>
          <p:cNvPr id="17" name="TextBox 16">
            <a:extLst>
              <a:ext uri="{FF2B5EF4-FFF2-40B4-BE49-F238E27FC236}">
                <a16:creationId xmlns:a16="http://schemas.microsoft.com/office/drawing/2014/main" id="{4F5F45C8-46CD-8141-B4B1-A7FE52DA0BAF}"/>
              </a:ext>
            </a:extLst>
          </p:cNvPr>
          <p:cNvSpPr txBox="1"/>
          <p:nvPr/>
        </p:nvSpPr>
        <p:spPr>
          <a:xfrm>
            <a:off x="7588721" y="1817763"/>
            <a:ext cx="2979932" cy="276999"/>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Century Gothic" panose="020B0502020202020204" pitchFamily="34" charset="0"/>
                <a:cs typeface="Arial"/>
              </a:rPr>
              <a:t>take-home</a:t>
            </a:r>
          </a:p>
        </p:txBody>
      </p:sp>
      <p:sp>
        <p:nvSpPr>
          <p:cNvPr id="18" name="Rectangle 17">
            <a:extLst>
              <a:ext uri="{FF2B5EF4-FFF2-40B4-BE49-F238E27FC236}">
                <a16:creationId xmlns:a16="http://schemas.microsoft.com/office/drawing/2014/main" id="{D98C7AF3-5246-AE4A-B9D9-003BA1AE71AD}"/>
              </a:ext>
            </a:extLst>
          </p:cNvPr>
          <p:cNvSpPr/>
          <p:nvPr/>
        </p:nvSpPr>
        <p:spPr>
          <a:xfrm>
            <a:off x="10798986" y="1258963"/>
            <a:ext cx="3267849" cy="8890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0" name="Rectangle 19">
            <a:extLst>
              <a:ext uri="{FF2B5EF4-FFF2-40B4-BE49-F238E27FC236}">
                <a16:creationId xmlns:a16="http://schemas.microsoft.com/office/drawing/2014/main" id="{3D5BBA67-C86F-2240-ABFA-37484D18FF3B}"/>
              </a:ext>
            </a:extLst>
          </p:cNvPr>
          <p:cNvSpPr/>
          <p:nvPr/>
        </p:nvSpPr>
        <p:spPr>
          <a:xfrm>
            <a:off x="10798986" y="1258963"/>
            <a:ext cx="57583" cy="889000"/>
          </a:xfrm>
          <a:prstGeom prst="rect">
            <a:avLst/>
          </a:prstGeom>
          <a:solidFill>
            <a:schemeClr val="accent6">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1" name="TextBox 20">
            <a:extLst>
              <a:ext uri="{FF2B5EF4-FFF2-40B4-BE49-F238E27FC236}">
                <a16:creationId xmlns:a16="http://schemas.microsoft.com/office/drawing/2014/main" id="{418ECAA4-9034-FD41-8494-551094FF07FB}"/>
              </a:ext>
            </a:extLst>
          </p:cNvPr>
          <p:cNvSpPr txBox="1"/>
          <p:nvPr/>
        </p:nvSpPr>
        <p:spPr>
          <a:xfrm>
            <a:off x="11000528" y="1360563"/>
            <a:ext cx="2979932" cy="276999"/>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18181">
                    <a:lumMod val="50000"/>
                  </a:srgbClr>
                </a:solidFill>
                <a:effectLst/>
                <a:uLnTx/>
                <a:uFillTx/>
                <a:latin typeface="Century Gothic" panose="020B0502020202020204" pitchFamily="34" charset="0"/>
                <a:cs typeface="Arial"/>
              </a:rPr>
              <a:t>OUTPUT</a:t>
            </a:r>
          </a:p>
        </p:txBody>
      </p:sp>
      <p:sp>
        <p:nvSpPr>
          <p:cNvPr id="22" name="TextBox 21">
            <a:extLst>
              <a:ext uri="{FF2B5EF4-FFF2-40B4-BE49-F238E27FC236}">
                <a16:creationId xmlns:a16="http://schemas.microsoft.com/office/drawing/2014/main" id="{48FA3546-4C9A-5F4B-B06B-B4F380CB3813}"/>
              </a:ext>
            </a:extLst>
          </p:cNvPr>
          <p:cNvSpPr txBox="1"/>
          <p:nvPr/>
        </p:nvSpPr>
        <p:spPr>
          <a:xfrm>
            <a:off x="11000528" y="1563763"/>
            <a:ext cx="2979932" cy="338554"/>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Century Gothic" panose="020B0502020202020204" pitchFamily="34" charset="0"/>
                <a:cs typeface="Arial"/>
              </a:rPr>
              <a:t>PPT</a:t>
            </a:r>
          </a:p>
        </p:txBody>
      </p:sp>
      <p:sp>
        <p:nvSpPr>
          <p:cNvPr id="23" name="TextBox 22">
            <a:extLst>
              <a:ext uri="{FF2B5EF4-FFF2-40B4-BE49-F238E27FC236}">
                <a16:creationId xmlns:a16="http://schemas.microsoft.com/office/drawing/2014/main" id="{3EA2564C-18A3-C342-ABFE-466991028B31}"/>
              </a:ext>
            </a:extLst>
          </p:cNvPr>
          <p:cNvSpPr txBox="1"/>
          <p:nvPr/>
        </p:nvSpPr>
        <p:spPr>
          <a:xfrm>
            <a:off x="11000528" y="1817763"/>
            <a:ext cx="2979932" cy="276999"/>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Century Gothic" panose="020B0502020202020204" pitchFamily="34" charset="0"/>
                <a:cs typeface="Arial"/>
              </a:rPr>
              <a:t>clarity over polish</a:t>
            </a:r>
          </a:p>
        </p:txBody>
      </p:sp>
      <p:sp>
        <p:nvSpPr>
          <p:cNvPr id="24" name="TextBox 23">
            <a:extLst>
              <a:ext uri="{FF2B5EF4-FFF2-40B4-BE49-F238E27FC236}">
                <a16:creationId xmlns:a16="http://schemas.microsoft.com/office/drawing/2014/main" id="{54E8C381-5086-F44D-915B-06B23A1BB08B}"/>
              </a:ext>
            </a:extLst>
          </p:cNvPr>
          <p:cNvSpPr txBox="1"/>
          <p:nvPr/>
        </p:nvSpPr>
        <p:spPr>
          <a:xfrm>
            <a:off x="777299" y="2390460"/>
            <a:ext cx="2363351" cy="338554"/>
          </a:xfrm>
          <a:prstGeom prst="rect">
            <a:avLst/>
          </a:prstGeom>
          <a:solidFill>
            <a:schemeClr val="accent6"/>
          </a:solid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Century Gothic" panose="020B0502020202020204" pitchFamily="34" charset="0"/>
                <a:cs typeface="Arial"/>
              </a:rPr>
              <a:t>WHAT WE EVALUATE</a:t>
            </a:r>
          </a:p>
        </p:txBody>
      </p:sp>
      <p:sp>
        <p:nvSpPr>
          <p:cNvPr id="40" name="TextBox 39">
            <a:extLst>
              <a:ext uri="{FF2B5EF4-FFF2-40B4-BE49-F238E27FC236}">
                <a16:creationId xmlns:a16="http://schemas.microsoft.com/office/drawing/2014/main" id="{33206517-BD5B-7B43-81BD-6B8C8592EB39}"/>
              </a:ext>
            </a:extLst>
          </p:cNvPr>
          <p:cNvSpPr txBox="1"/>
          <p:nvPr/>
        </p:nvSpPr>
        <p:spPr>
          <a:xfrm>
            <a:off x="563566" y="4878256"/>
            <a:ext cx="5758324" cy="338554"/>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Century Gothic" panose="020B0502020202020204" pitchFamily="34" charset="0"/>
                <a:cs typeface="Arial"/>
              </a:rPr>
              <a:t>EXAMPLE PROBLEM STATEMENTS</a:t>
            </a:r>
          </a:p>
        </p:txBody>
      </p:sp>
      <p:sp>
        <p:nvSpPr>
          <p:cNvPr id="42" name="Rounded Rectangle 41">
            <a:extLst>
              <a:ext uri="{FF2B5EF4-FFF2-40B4-BE49-F238E27FC236}">
                <a16:creationId xmlns:a16="http://schemas.microsoft.com/office/drawing/2014/main" id="{D384BD34-BC06-6D4F-A8D3-7C33D1977D85}"/>
              </a:ext>
            </a:extLst>
          </p:cNvPr>
          <p:cNvSpPr/>
          <p:nvPr/>
        </p:nvSpPr>
        <p:spPr>
          <a:xfrm>
            <a:off x="765107" y="5489716"/>
            <a:ext cx="2087392" cy="228600"/>
          </a:xfrm>
          <a:prstGeom prst="roundRect">
            <a:avLst/>
          </a:prstGeom>
          <a:no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Century Gothic" panose="020B0502020202020204" pitchFamily="34" charset="0"/>
                <a:cs typeface="Arial"/>
              </a:rPr>
              <a:t>1. EU CORPORATE BANK</a:t>
            </a:r>
          </a:p>
        </p:txBody>
      </p:sp>
      <p:sp>
        <p:nvSpPr>
          <p:cNvPr id="43" name="TextBox 42">
            <a:extLst>
              <a:ext uri="{FF2B5EF4-FFF2-40B4-BE49-F238E27FC236}">
                <a16:creationId xmlns:a16="http://schemas.microsoft.com/office/drawing/2014/main" id="{EB76DA54-5AF3-F84F-89FC-C1AB8D80F84C}"/>
              </a:ext>
            </a:extLst>
          </p:cNvPr>
          <p:cNvSpPr txBox="1"/>
          <p:nvPr/>
        </p:nvSpPr>
        <p:spPr>
          <a:xfrm>
            <a:off x="765107" y="5819916"/>
            <a:ext cx="6190198" cy="523220"/>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62323"/>
                </a:solidFill>
                <a:effectLst/>
                <a:uLnTx/>
                <a:uFillTx/>
                <a:latin typeface="Century Gothic" panose="020B0502020202020204" pitchFamily="34" charset="0"/>
                <a:cs typeface="Arial"/>
              </a:rPr>
              <a:t>Design a contextual user memory for a financial co-pilot for a regulated corporate bank in EU.</a:t>
            </a:r>
          </a:p>
        </p:txBody>
      </p:sp>
      <p:sp>
        <p:nvSpPr>
          <p:cNvPr id="45" name="Rounded Rectangle 44">
            <a:extLst>
              <a:ext uri="{FF2B5EF4-FFF2-40B4-BE49-F238E27FC236}">
                <a16:creationId xmlns:a16="http://schemas.microsoft.com/office/drawing/2014/main" id="{C65AED9E-16FC-C049-8210-F43737A8C2BB}"/>
              </a:ext>
            </a:extLst>
          </p:cNvPr>
          <p:cNvSpPr/>
          <p:nvPr/>
        </p:nvSpPr>
        <p:spPr>
          <a:xfrm>
            <a:off x="7675096" y="5489716"/>
            <a:ext cx="2087392" cy="228600"/>
          </a:xfrm>
          <a:prstGeom prst="roundRect">
            <a:avLst/>
          </a:prstGeom>
          <a:no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Century Gothic" panose="020B0502020202020204" pitchFamily="34" charset="0"/>
                <a:cs typeface="Arial"/>
              </a:rPr>
              <a:t>2. UK PAYMENTS</a:t>
            </a:r>
          </a:p>
        </p:txBody>
      </p:sp>
      <p:sp>
        <p:nvSpPr>
          <p:cNvPr id="46" name="TextBox 45">
            <a:extLst>
              <a:ext uri="{FF2B5EF4-FFF2-40B4-BE49-F238E27FC236}">
                <a16:creationId xmlns:a16="http://schemas.microsoft.com/office/drawing/2014/main" id="{A8A307C8-724F-4746-91BE-38B1001C09CB}"/>
              </a:ext>
            </a:extLst>
          </p:cNvPr>
          <p:cNvSpPr txBox="1"/>
          <p:nvPr/>
        </p:nvSpPr>
        <p:spPr>
          <a:xfrm>
            <a:off x="7675096" y="5819916"/>
            <a:ext cx="6190198" cy="738664"/>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62323"/>
                </a:solidFill>
                <a:effectLst/>
                <a:uLnTx/>
                <a:uFillTx/>
                <a:latin typeface="Century Gothic" panose="020B0502020202020204" pitchFamily="34" charset="0"/>
                <a:cs typeface="Arial"/>
              </a:rPr>
              <a:t>Put together an end-to-end merchant onboarding (e-KYC) for a UK payment aggregator to reduce time from 4–5 days to 1–2 hours, with relevant human checks.</a:t>
            </a:r>
          </a:p>
        </p:txBody>
      </p:sp>
      <p:sp>
        <p:nvSpPr>
          <p:cNvPr id="53" name="Rounded Rectangle 52">
            <a:extLst>
              <a:ext uri="{FF2B5EF4-FFF2-40B4-BE49-F238E27FC236}">
                <a16:creationId xmlns:a16="http://schemas.microsoft.com/office/drawing/2014/main" id="{280664CE-1EC8-63E2-910A-ED883AD7DC08}"/>
              </a:ext>
            </a:extLst>
          </p:cNvPr>
          <p:cNvSpPr/>
          <p:nvPr/>
        </p:nvSpPr>
        <p:spPr>
          <a:xfrm>
            <a:off x="563566" y="7041180"/>
            <a:ext cx="13503269" cy="620582"/>
          </a:xfrm>
          <a:prstGeom prst="roundRect">
            <a:avLst>
              <a:gd name="adj" fmla="val 11212"/>
            </a:avLst>
          </a:prstGeom>
          <a:solidFill>
            <a:schemeClr val="tx1">
              <a:lumMod val="75000"/>
              <a:lumOff val="25000"/>
            </a:schemeClr>
          </a:solidFill>
          <a:ln w="12700" cap="flat" cmpd="sng" algn="ctr">
            <a:solidFill>
              <a:schemeClr val="accent6">
                <a:lumMod val="75000"/>
              </a:scheme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54" name="TextBox 53">
            <a:extLst>
              <a:ext uri="{FF2B5EF4-FFF2-40B4-BE49-F238E27FC236}">
                <a16:creationId xmlns:a16="http://schemas.microsoft.com/office/drawing/2014/main" id="{83A879E0-E1E8-DD42-E880-F77D95A477CA}"/>
              </a:ext>
            </a:extLst>
          </p:cNvPr>
          <p:cNvSpPr txBox="1"/>
          <p:nvPr/>
        </p:nvSpPr>
        <p:spPr>
          <a:xfrm>
            <a:off x="713565" y="6873082"/>
            <a:ext cx="3117850" cy="340374"/>
          </a:xfrm>
          <a:prstGeom prst="rect">
            <a:avLst/>
          </a:prstGeom>
          <a:solidFill>
            <a:schemeClr val="accent6">
              <a:lumMod val="75000"/>
            </a:schemeClr>
          </a:solidFill>
        </p:spPr>
        <p:txBody>
          <a:bodyPr vertOverflow="overflow" vert="horz" wrap="square" rtlCol="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bg1"/>
                </a:solidFill>
                <a:effectLst/>
                <a:uLnTx/>
                <a:uFillTx/>
                <a:latin typeface="Century Gothic" panose="020B0502020202020204" pitchFamily="34" charset="0"/>
                <a:cs typeface="Arial"/>
              </a:rPr>
              <a:t>Signal we're looking for</a:t>
            </a:r>
          </a:p>
        </p:txBody>
      </p:sp>
      <p:sp>
        <p:nvSpPr>
          <p:cNvPr id="50" name="TextBox 49">
            <a:extLst>
              <a:ext uri="{FF2B5EF4-FFF2-40B4-BE49-F238E27FC236}">
                <a16:creationId xmlns:a16="http://schemas.microsoft.com/office/drawing/2014/main" id="{E55C181C-FCA0-664E-98C3-3B8A5370703E}"/>
              </a:ext>
            </a:extLst>
          </p:cNvPr>
          <p:cNvSpPr txBox="1"/>
          <p:nvPr/>
        </p:nvSpPr>
        <p:spPr>
          <a:xfrm>
            <a:off x="860304" y="7268332"/>
            <a:ext cx="12593084" cy="338554"/>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bg1"/>
                </a:solidFill>
                <a:effectLst/>
                <a:uLnTx/>
                <a:uFillTx/>
                <a:latin typeface="Century Gothic" panose="020B0502020202020204" pitchFamily="34" charset="0"/>
                <a:cs typeface="Arial"/>
              </a:rPr>
              <a:t>Clarity of thought in breaking the problem down. Polish is not scored — structure, trade-offs, and constraint-handling are.</a:t>
            </a:r>
          </a:p>
        </p:txBody>
      </p:sp>
      <p:grpSp>
        <p:nvGrpSpPr>
          <p:cNvPr id="3" name="Group 2">
            <a:extLst>
              <a:ext uri="{FF2B5EF4-FFF2-40B4-BE49-F238E27FC236}">
                <a16:creationId xmlns:a16="http://schemas.microsoft.com/office/drawing/2014/main" id="{46FB2137-F89F-C9D5-6AD7-4C3B592C08F3}"/>
              </a:ext>
            </a:extLst>
          </p:cNvPr>
          <p:cNvGrpSpPr/>
          <p:nvPr/>
        </p:nvGrpSpPr>
        <p:grpSpPr>
          <a:xfrm>
            <a:off x="885693" y="2887994"/>
            <a:ext cx="13002973" cy="1395791"/>
            <a:chOff x="538166" y="3064016"/>
            <a:chExt cx="13503269" cy="1651000"/>
          </a:xfrm>
        </p:grpSpPr>
        <p:sp>
          <p:nvSpPr>
            <p:cNvPr id="25" name="Rectangle 24">
              <a:extLst>
                <a:ext uri="{FF2B5EF4-FFF2-40B4-BE49-F238E27FC236}">
                  <a16:creationId xmlns:a16="http://schemas.microsoft.com/office/drawing/2014/main" id="{8421B438-60F5-7542-B721-D38835A9AA44}"/>
                </a:ext>
              </a:extLst>
            </p:cNvPr>
            <p:cNvSpPr/>
            <p:nvPr/>
          </p:nvSpPr>
          <p:spPr>
            <a:xfrm>
              <a:off x="538166" y="3064016"/>
              <a:ext cx="4289951" cy="1651000"/>
            </a:xfrm>
            <a:prstGeom prst="rect">
              <a:avLst/>
            </a:prstGeom>
            <a:solidFill>
              <a:srgbClr val="FFFFFF"/>
            </a:solidFill>
            <a:ln w="9525" cap="flat" cmpd="sng" algn="ctr">
              <a:solidFill>
                <a:schemeClr val="accent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6" name="Rectangle 25">
              <a:extLst>
                <a:ext uri="{FF2B5EF4-FFF2-40B4-BE49-F238E27FC236}">
                  <a16:creationId xmlns:a16="http://schemas.microsoft.com/office/drawing/2014/main" id="{1F797B79-71AC-D641-8310-8AA79EB19E6F}"/>
                </a:ext>
              </a:extLst>
            </p:cNvPr>
            <p:cNvSpPr/>
            <p:nvPr/>
          </p:nvSpPr>
          <p:spPr>
            <a:xfrm>
              <a:off x="538166" y="3064016"/>
              <a:ext cx="4289951" cy="76200"/>
            </a:xfrm>
            <a:prstGeom prst="rect">
              <a:avLst/>
            </a:prstGeom>
            <a:solidFill>
              <a:srgbClr val="00856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7" name="TextBox 26">
              <a:extLst>
                <a:ext uri="{FF2B5EF4-FFF2-40B4-BE49-F238E27FC236}">
                  <a16:creationId xmlns:a16="http://schemas.microsoft.com/office/drawing/2014/main" id="{A678A446-8FDB-F04B-AF09-E217D8DDC29D}"/>
                </a:ext>
              </a:extLst>
            </p:cNvPr>
            <p:cNvSpPr txBox="1"/>
            <p:nvPr/>
          </p:nvSpPr>
          <p:spPr>
            <a:xfrm>
              <a:off x="1416311" y="3292616"/>
              <a:ext cx="3181473" cy="436861"/>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6350"/>
                  </a:solidFill>
                  <a:effectLst/>
                  <a:uLnTx/>
                  <a:uFillTx/>
                  <a:latin typeface="Century Gothic" panose="020B0502020202020204" pitchFamily="34" charset="0"/>
                  <a:cs typeface="Arial"/>
                </a:rPr>
                <a:t>Approach</a:t>
              </a:r>
            </a:p>
          </p:txBody>
        </p:sp>
        <p:sp>
          <p:nvSpPr>
            <p:cNvPr id="28" name="Rectangle 27">
              <a:extLst>
                <a:ext uri="{FF2B5EF4-FFF2-40B4-BE49-F238E27FC236}">
                  <a16:creationId xmlns:a16="http://schemas.microsoft.com/office/drawing/2014/main" id="{41BA5533-CA7C-4345-9BF7-604732EFFEA5}"/>
                </a:ext>
              </a:extLst>
            </p:cNvPr>
            <p:cNvSpPr/>
            <p:nvPr/>
          </p:nvSpPr>
          <p:spPr>
            <a:xfrm>
              <a:off x="768499" y="3724416"/>
              <a:ext cx="3829285" cy="12700"/>
            </a:xfrm>
            <a:prstGeom prst="rect">
              <a:avLst/>
            </a:prstGeom>
            <a:solidFill>
              <a:srgbClr val="E5E3D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9" name="TextBox 28">
              <a:extLst>
                <a:ext uri="{FF2B5EF4-FFF2-40B4-BE49-F238E27FC236}">
                  <a16:creationId xmlns:a16="http://schemas.microsoft.com/office/drawing/2014/main" id="{63BF6402-60BF-BB45-A036-47933D80782B}"/>
                </a:ext>
              </a:extLst>
            </p:cNvPr>
            <p:cNvSpPr txBox="1"/>
            <p:nvPr/>
          </p:nvSpPr>
          <p:spPr>
            <a:xfrm>
              <a:off x="768499" y="3838716"/>
              <a:ext cx="3829285" cy="618887"/>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62323"/>
                  </a:solidFill>
                  <a:effectLst/>
                  <a:uLnTx/>
                  <a:uFillTx/>
                  <a:latin typeface="Century Gothic" panose="020B0502020202020204" pitchFamily="34" charset="0"/>
                  <a:cs typeface="Arial"/>
                </a:rPr>
                <a:t>Framing of the problem and proposed solution direction</a:t>
              </a:r>
            </a:p>
          </p:txBody>
        </p:sp>
        <p:sp>
          <p:nvSpPr>
            <p:cNvPr id="30" name="Rectangle 29">
              <a:extLst>
                <a:ext uri="{FF2B5EF4-FFF2-40B4-BE49-F238E27FC236}">
                  <a16:creationId xmlns:a16="http://schemas.microsoft.com/office/drawing/2014/main" id="{1B83C41F-5A3E-DF4B-A8A8-7C22448904D9}"/>
                </a:ext>
              </a:extLst>
            </p:cNvPr>
            <p:cNvSpPr/>
            <p:nvPr/>
          </p:nvSpPr>
          <p:spPr>
            <a:xfrm>
              <a:off x="5144825" y="3064016"/>
              <a:ext cx="4289951" cy="1651000"/>
            </a:xfrm>
            <a:prstGeom prst="rect">
              <a:avLst/>
            </a:prstGeom>
            <a:solidFill>
              <a:srgbClr val="FFFFFF"/>
            </a:solidFill>
            <a:ln w="9525" cap="flat" cmpd="sng" algn="ctr">
              <a:solidFill>
                <a:schemeClr val="accent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1" name="Rectangle 30">
              <a:extLst>
                <a:ext uri="{FF2B5EF4-FFF2-40B4-BE49-F238E27FC236}">
                  <a16:creationId xmlns:a16="http://schemas.microsoft.com/office/drawing/2014/main" id="{4A554636-1FA1-4E4D-AD61-35FDDDD23742}"/>
                </a:ext>
              </a:extLst>
            </p:cNvPr>
            <p:cNvSpPr/>
            <p:nvPr/>
          </p:nvSpPr>
          <p:spPr>
            <a:xfrm>
              <a:off x="5144825" y="3064016"/>
              <a:ext cx="4289951" cy="76200"/>
            </a:xfrm>
            <a:prstGeom prst="rect">
              <a:avLst/>
            </a:prstGeom>
            <a:solidFill>
              <a:schemeClr val="accent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2" name="TextBox 31">
              <a:extLst>
                <a:ext uri="{FF2B5EF4-FFF2-40B4-BE49-F238E27FC236}">
                  <a16:creationId xmlns:a16="http://schemas.microsoft.com/office/drawing/2014/main" id="{61F61A5B-12F8-3B4E-8D06-8EFA41E4794F}"/>
                </a:ext>
              </a:extLst>
            </p:cNvPr>
            <p:cNvSpPr txBox="1"/>
            <p:nvPr/>
          </p:nvSpPr>
          <p:spPr>
            <a:xfrm>
              <a:off x="6022970" y="3292616"/>
              <a:ext cx="3181473" cy="436861"/>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8C005A"/>
                  </a:solidFill>
                  <a:effectLst/>
                  <a:uLnTx/>
                  <a:uFillTx/>
                  <a:latin typeface="Century Gothic" panose="020B0502020202020204" pitchFamily="34" charset="0"/>
                  <a:cs typeface="Arial"/>
                </a:rPr>
                <a:t>Problem breakdown</a:t>
              </a:r>
            </a:p>
          </p:txBody>
        </p:sp>
        <p:sp>
          <p:nvSpPr>
            <p:cNvPr id="33" name="Rectangle 32">
              <a:extLst>
                <a:ext uri="{FF2B5EF4-FFF2-40B4-BE49-F238E27FC236}">
                  <a16:creationId xmlns:a16="http://schemas.microsoft.com/office/drawing/2014/main" id="{FCE08C22-02E3-5F4B-B90B-B24DF0B994D5}"/>
                </a:ext>
              </a:extLst>
            </p:cNvPr>
            <p:cNvSpPr/>
            <p:nvPr/>
          </p:nvSpPr>
          <p:spPr>
            <a:xfrm>
              <a:off x="5375158" y="3724416"/>
              <a:ext cx="3829285" cy="12700"/>
            </a:xfrm>
            <a:prstGeom prst="rect">
              <a:avLst/>
            </a:prstGeom>
            <a:solidFill>
              <a:srgbClr val="E5E3D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4" name="TextBox 33">
              <a:extLst>
                <a:ext uri="{FF2B5EF4-FFF2-40B4-BE49-F238E27FC236}">
                  <a16:creationId xmlns:a16="http://schemas.microsoft.com/office/drawing/2014/main" id="{6DF8C619-AA42-844B-A1CA-4817A5F566C2}"/>
                </a:ext>
              </a:extLst>
            </p:cNvPr>
            <p:cNvSpPr txBox="1"/>
            <p:nvPr/>
          </p:nvSpPr>
          <p:spPr>
            <a:xfrm>
              <a:off x="5375157" y="3838716"/>
              <a:ext cx="3829285" cy="618887"/>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62323"/>
                  </a:solidFill>
                  <a:effectLst/>
                  <a:uLnTx/>
                  <a:uFillTx/>
                  <a:latin typeface="Century Gothic" panose="020B0502020202020204" pitchFamily="34" charset="0"/>
                  <a:cs typeface="Arial"/>
                </a:rPr>
                <a:t>Decomposition into components, dependencies, sequencing</a:t>
              </a:r>
            </a:p>
          </p:txBody>
        </p:sp>
        <p:sp>
          <p:nvSpPr>
            <p:cNvPr id="35" name="Rectangle 34">
              <a:extLst>
                <a:ext uri="{FF2B5EF4-FFF2-40B4-BE49-F238E27FC236}">
                  <a16:creationId xmlns:a16="http://schemas.microsoft.com/office/drawing/2014/main" id="{40EC4B27-AC3C-7542-9115-6C5D417C2F90}"/>
                </a:ext>
              </a:extLst>
            </p:cNvPr>
            <p:cNvSpPr/>
            <p:nvPr/>
          </p:nvSpPr>
          <p:spPr>
            <a:xfrm>
              <a:off x="9751484" y="3064016"/>
              <a:ext cx="4289951" cy="1651000"/>
            </a:xfrm>
            <a:prstGeom prst="rect">
              <a:avLst/>
            </a:prstGeom>
            <a:solidFill>
              <a:srgbClr val="FFFFFF"/>
            </a:solidFill>
            <a:ln w="9525" cap="flat" cmpd="sng" algn="ctr">
              <a:solidFill>
                <a:schemeClr val="accent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6" name="Rectangle 35">
              <a:extLst>
                <a:ext uri="{FF2B5EF4-FFF2-40B4-BE49-F238E27FC236}">
                  <a16:creationId xmlns:a16="http://schemas.microsoft.com/office/drawing/2014/main" id="{852A12C4-D156-8149-A21C-B141EA223CBD}"/>
                </a:ext>
              </a:extLst>
            </p:cNvPr>
            <p:cNvSpPr/>
            <p:nvPr/>
          </p:nvSpPr>
          <p:spPr>
            <a:xfrm>
              <a:off x="9751484" y="3064016"/>
              <a:ext cx="4289951" cy="76200"/>
            </a:xfrm>
            <a:prstGeom prst="rect">
              <a:avLst/>
            </a:prstGeom>
            <a:solidFill>
              <a:schemeClr val="accent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7" name="TextBox 36">
              <a:extLst>
                <a:ext uri="{FF2B5EF4-FFF2-40B4-BE49-F238E27FC236}">
                  <a16:creationId xmlns:a16="http://schemas.microsoft.com/office/drawing/2014/main" id="{BBF90C3A-6237-2846-96EA-2AC00D97B680}"/>
                </a:ext>
              </a:extLst>
            </p:cNvPr>
            <p:cNvSpPr txBox="1"/>
            <p:nvPr/>
          </p:nvSpPr>
          <p:spPr>
            <a:xfrm>
              <a:off x="10629629" y="3292616"/>
              <a:ext cx="3181473" cy="436861"/>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5937AF"/>
                  </a:solidFill>
                  <a:effectLst/>
                  <a:uLnTx/>
                  <a:uFillTx/>
                  <a:latin typeface="Century Gothic" panose="020B0502020202020204" pitchFamily="34" charset="0"/>
                  <a:cs typeface="Arial"/>
                </a:rPr>
                <a:t>Solving under constraint</a:t>
              </a:r>
            </a:p>
          </p:txBody>
        </p:sp>
        <p:sp>
          <p:nvSpPr>
            <p:cNvPr id="38" name="Rectangle 37">
              <a:extLst>
                <a:ext uri="{FF2B5EF4-FFF2-40B4-BE49-F238E27FC236}">
                  <a16:creationId xmlns:a16="http://schemas.microsoft.com/office/drawing/2014/main" id="{E6647F9C-C75C-7A40-8914-CD2B5A16AA76}"/>
                </a:ext>
              </a:extLst>
            </p:cNvPr>
            <p:cNvSpPr/>
            <p:nvPr/>
          </p:nvSpPr>
          <p:spPr>
            <a:xfrm>
              <a:off x="9981817" y="3724416"/>
              <a:ext cx="3829285" cy="12700"/>
            </a:xfrm>
            <a:prstGeom prst="rect">
              <a:avLst/>
            </a:prstGeom>
            <a:solidFill>
              <a:srgbClr val="E5E3D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9" name="TextBox 38">
              <a:extLst>
                <a:ext uri="{FF2B5EF4-FFF2-40B4-BE49-F238E27FC236}">
                  <a16:creationId xmlns:a16="http://schemas.microsoft.com/office/drawing/2014/main" id="{DB2E64F4-FFAF-3645-AAD7-7C911D7CB3C0}"/>
                </a:ext>
              </a:extLst>
            </p:cNvPr>
            <p:cNvSpPr txBox="1"/>
            <p:nvPr/>
          </p:nvSpPr>
          <p:spPr>
            <a:xfrm>
              <a:off x="9981817" y="3838716"/>
              <a:ext cx="3829285" cy="618887"/>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62323"/>
                  </a:solidFill>
                  <a:effectLst/>
                  <a:uLnTx/>
                  <a:uFillTx/>
                  <a:latin typeface="Century Gothic" panose="020B0502020202020204" pitchFamily="34" charset="0"/>
                  <a:cs typeface="Arial"/>
                </a:rPr>
                <a:t>Trade-offs against regulatory, privacy, and data limits</a:t>
              </a:r>
            </a:p>
          </p:txBody>
        </p:sp>
        <p:pic>
          <p:nvPicPr>
            <p:cNvPr id="56" name="Graphic 55">
              <a:extLst>
                <a:ext uri="{FF2B5EF4-FFF2-40B4-BE49-F238E27FC236}">
                  <a16:creationId xmlns:a16="http://schemas.microsoft.com/office/drawing/2014/main" id="{35725FFF-3F62-EC33-B0C9-7DB67605A52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9136" y="3149624"/>
              <a:ext cx="543042" cy="543042"/>
            </a:xfrm>
            <a:prstGeom prst="rect">
              <a:avLst/>
            </a:prstGeom>
          </p:spPr>
        </p:pic>
        <p:pic>
          <p:nvPicPr>
            <p:cNvPr id="58" name="Graphic 57">
              <a:extLst>
                <a:ext uri="{FF2B5EF4-FFF2-40B4-BE49-F238E27FC236}">
                  <a16:creationId xmlns:a16="http://schemas.microsoft.com/office/drawing/2014/main" id="{CBE70A26-A95C-EDAD-BE2F-A27894C13B1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63783" y="3200400"/>
              <a:ext cx="473216" cy="473216"/>
            </a:xfrm>
            <a:prstGeom prst="rect">
              <a:avLst/>
            </a:prstGeom>
          </p:spPr>
        </p:pic>
        <p:pic>
          <p:nvPicPr>
            <p:cNvPr id="60" name="Graphic 59">
              <a:extLst>
                <a:ext uri="{FF2B5EF4-FFF2-40B4-BE49-F238E27FC236}">
                  <a16:creationId xmlns:a16="http://schemas.microsoft.com/office/drawing/2014/main" id="{2F153B74-B51B-2A00-0C8D-0C77361595C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811829" y="3066496"/>
              <a:ext cx="757456" cy="757456"/>
            </a:xfrm>
            <a:prstGeom prst="rect">
              <a:avLst/>
            </a:prstGeom>
          </p:spPr>
        </p:pic>
      </p:grpSp>
      <p:sp>
        <p:nvSpPr>
          <p:cNvPr id="47" name="Rectangle 46">
            <a:extLst>
              <a:ext uri="{FF2B5EF4-FFF2-40B4-BE49-F238E27FC236}">
                <a16:creationId xmlns:a16="http://schemas.microsoft.com/office/drawing/2014/main" id="{389B450B-08E5-1EEE-1468-E762A2C679B2}"/>
              </a:ext>
            </a:extLst>
          </p:cNvPr>
          <p:cNvSpPr/>
          <p:nvPr/>
        </p:nvSpPr>
        <p:spPr>
          <a:xfrm>
            <a:off x="6895823" y="5352080"/>
            <a:ext cx="66261" cy="1206500"/>
          </a:xfrm>
          <a:prstGeom prst="rect">
            <a:avLst/>
          </a:prstGeom>
          <a:gradFill flip="none" rotWithShape="1">
            <a:gsLst>
              <a:gs pos="0">
                <a:schemeClr val="accent6">
                  <a:lumMod val="5000"/>
                  <a:lumOff val="95000"/>
                  <a:alpha val="67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Century Gothic" panose="020B0502020202020204" pitchFamily="34" charset="0"/>
            </a:endParaRPr>
          </a:p>
        </p:txBody>
      </p:sp>
    </p:spTree>
    <p:extLst>
      <p:ext uri="{BB962C8B-B14F-4D97-AF65-F5344CB8AC3E}">
        <p14:creationId xmlns:p14="http://schemas.microsoft.com/office/powerpoint/2010/main" val="28226497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BD591-0C0B-86FD-7F1B-8C44EC6AD961}"/>
            </a:ext>
          </a:extLst>
        </p:cNvPr>
        <p:cNvGrpSpPr/>
        <p:nvPr/>
      </p:nvGrpSpPr>
      <p:grpSpPr>
        <a:xfrm>
          <a:off x="0" y="0"/>
          <a:ext cx="0" cy="0"/>
          <a:chOff x="0" y="0"/>
          <a:chExt cx="0" cy="0"/>
        </a:xfrm>
      </p:grpSpPr>
      <p:sp>
        <p:nvSpPr>
          <p:cNvPr id="48" name="Rectangle 47">
            <a:extLst>
              <a:ext uri="{FF2B5EF4-FFF2-40B4-BE49-F238E27FC236}">
                <a16:creationId xmlns:a16="http://schemas.microsoft.com/office/drawing/2014/main" id="{EDAD7BD2-EE1F-5816-6FA6-D0B130889066}"/>
              </a:ext>
            </a:extLst>
          </p:cNvPr>
          <p:cNvSpPr/>
          <p:nvPr/>
        </p:nvSpPr>
        <p:spPr>
          <a:xfrm>
            <a:off x="563565" y="5352080"/>
            <a:ext cx="13503270" cy="1313757"/>
          </a:xfrm>
          <a:prstGeom prst="rect">
            <a:avLst/>
          </a:prstGeom>
          <a:solidFill>
            <a:schemeClr val="bg1"/>
          </a:solidFill>
          <a:ln>
            <a:solidFill>
              <a:srgbClr val="7F7F7F"/>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Century Gothic" panose="020B0502020202020204" pitchFamily="34" charset="0"/>
            </a:endParaRPr>
          </a:p>
        </p:txBody>
      </p:sp>
      <p:sp>
        <p:nvSpPr>
          <p:cNvPr id="61" name="Rectangle 60">
            <a:extLst>
              <a:ext uri="{FF2B5EF4-FFF2-40B4-BE49-F238E27FC236}">
                <a16:creationId xmlns:a16="http://schemas.microsoft.com/office/drawing/2014/main" id="{B7D97B2D-EF33-898A-28E3-F14BD0D8130D}"/>
              </a:ext>
            </a:extLst>
          </p:cNvPr>
          <p:cNvSpPr/>
          <p:nvPr/>
        </p:nvSpPr>
        <p:spPr>
          <a:xfrm>
            <a:off x="563566" y="2552701"/>
            <a:ext cx="13503269" cy="2009916"/>
          </a:xfrm>
          <a:prstGeom prst="rect">
            <a:avLst/>
          </a:prstGeom>
          <a:solidFill>
            <a:schemeClr val="bg1"/>
          </a:solidFill>
          <a:ln>
            <a:solidFill>
              <a:schemeClr val="accent6"/>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19" name="Title 18">
            <a:extLst>
              <a:ext uri="{FF2B5EF4-FFF2-40B4-BE49-F238E27FC236}">
                <a16:creationId xmlns:a16="http://schemas.microsoft.com/office/drawing/2014/main" id="{D4B03098-3265-9089-F8D9-85D720EEF12E}"/>
              </a:ext>
            </a:extLst>
          </p:cNvPr>
          <p:cNvSpPr>
            <a:spLocks noGrp="1"/>
          </p:cNvSpPr>
          <p:nvPr>
            <p:ph type="title"/>
          </p:nvPr>
        </p:nvSpPr>
        <p:spPr/>
        <p:txBody>
          <a:bodyPr vert="horz" lIns="0" tIns="0" rIns="0" bIns="0" rtlCol="0" anchor="ctr">
            <a:noAutofit/>
          </a:bodyPr>
          <a:lstStyle/>
          <a:p>
            <a:pPr>
              <a:lnSpc>
                <a:spcPts val="4350"/>
              </a:lnSpc>
            </a:pPr>
            <a:r>
              <a:rPr lang="en-US" sz="3200" b="1">
                <a:solidFill>
                  <a:srgbClr val="262323"/>
                </a:solidFill>
                <a:latin typeface="PP Neue Machina Plain Ultrabold" pitchFamily="50" charset="0"/>
                <a:ea typeface="PP Neue Machina Bold" pitchFamily="34" charset="-122"/>
              </a:rPr>
              <a:t>Level-3: Solution Presentation/Technical Panel interview</a:t>
            </a:r>
          </a:p>
        </p:txBody>
      </p:sp>
      <p:sp>
        <p:nvSpPr>
          <p:cNvPr id="2" name="Rectangle 1">
            <a:extLst>
              <a:ext uri="{FF2B5EF4-FFF2-40B4-BE49-F238E27FC236}">
                <a16:creationId xmlns:a16="http://schemas.microsoft.com/office/drawing/2014/main" id="{BE3FAF2E-2B5C-1543-F919-394B50A5703E}"/>
              </a:ext>
            </a:extLst>
          </p:cNvPr>
          <p:cNvSpPr/>
          <p:nvPr/>
        </p:nvSpPr>
        <p:spPr>
          <a:xfrm>
            <a:off x="563566" y="1258963"/>
            <a:ext cx="3267849" cy="8890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4" name="Rectangle 3">
            <a:extLst>
              <a:ext uri="{FF2B5EF4-FFF2-40B4-BE49-F238E27FC236}">
                <a16:creationId xmlns:a16="http://schemas.microsoft.com/office/drawing/2014/main" id="{8FA31CAE-5EA9-21E0-FEC2-6DFEEBF154F1}"/>
              </a:ext>
            </a:extLst>
          </p:cNvPr>
          <p:cNvSpPr/>
          <p:nvPr/>
        </p:nvSpPr>
        <p:spPr>
          <a:xfrm>
            <a:off x="563566" y="1258963"/>
            <a:ext cx="57583" cy="889000"/>
          </a:xfrm>
          <a:prstGeom prst="rect">
            <a:avLst/>
          </a:prstGeom>
          <a:solidFill>
            <a:schemeClr val="accent6">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5" name="TextBox 4">
            <a:extLst>
              <a:ext uri="{FF2B5EF4-FFF2-40B4-BE49-F238E27FC236}">
                <a16:creationId xmlns:a16="http://schemas.microsoft.com/office/drawing/2014/main" id="{E1CB5EAE-196F-73AD-11A7-E312E64403F9}"/>
              </a:ext>
            </a:extLst>
          </p:cNvPr>
          <p:cNvSpPr txBox="1"/>
          <p:nvPr/>
        </p:nvSpPr>
        <p:spPr>
          <a:xfrm>
            <a:off x="765107" y="1360563"/>
            <a:ext cx="2979932" cy="276999"/>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18181">
                    <a:lumMod val="50000"/>
                  </a:srgbClr>
                </a:solidFill>
                <a:effectLst/>
                <a:uLnTx/>
                <a:uFillTx/>
                <a:latin typeface="Century Gothic" panose="020B0502020202020204" pitchFamily="34" charset="0"/>
                <a:cs typeface="Arial"/>
              </a:rPr>
              <a:t>FORMAT</a:t>
            </a:r>
          </a:p>
        </p:txBody>
      </p:sp>
      <p:sp>
        <p:nvSpPr>
          <p:cNvPr id="6" name="TextBox 5">
            <a:extLst>
              <a:ext uri="{FF2B5EF4-FFF2-40B4-BE49-F238E27FC236}">
                <a16:creationId xmlns:a16="http://schemas.microsoft.com/office/drawing/2014/main" id="{7C323588-129A-730D-5EC9-B850F7AD567C}"/>
              </a:ext>
            </a:extLst>
          </p:cNvPr>
          <p:cNvSpPr txBox="1"/>
          <p:nvPr/>
        </p:nvSpPr>
        <p:spPr>
          <a:xfrm>
            <a:off x="765106" y="1563763"/>
            <a:ext cx="2979932" cy="338554"/>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Century Gothic" panose="020B0502020202020204" pitchFamily="34" charset="0"/>
                <a:cs typeface="Arial"/>
              </a:rPr>
              <a:t>Hackathon-style</a:t>
            </a:r>
          </a:p>
        </p:txBody>
      </p:sp>
      <p:sp>
        <p:nvSpPr>
          <p:cNvPr id="7" name="TextBox 6">
            <a:extLst>
              <a:ext uri="{FF2B5EF4-FFF2-40B4-BE49-F238E27FC236}">
                <a16:creationId xmlns:a16="http://schemas.microsoft.com/office/drawing/2014/main" id="{75BFE013-165A-8EB1-3A01-73BFED61309F}"/>
              </a:ext>
            </a:extLst>
          </p:cNvPr>
          <p:cNvSpPr txBox="1"/>
          <p:nvPr/>
        </p:nvSpPr>
        <p:spPr>
          <a:xfrm>
            <a:off x="765107" y="1817763"/>
            <a:ext cx="2979932" cy="276999"/>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Century Gothic" panose="020B0502020202020204" pitchFamily="34" charset="0"/>
                <a:cs typeface="Arial"/>
              </a:rPr>
              <a:t>candidate presents own solution</a:t>
            </a:r>
          </a:p>
        </p:txBody>
      </p:sp>
      <p:sp>
        <p:nvSpPr>
          <p:cNvPr id="8" name="Rectangle 7">
            <a:extLst>
              <a:ext uri="{FF2B5EF4-FFF2-40B4-BE49-F238E27FC236}">
                <a16:creationId xmlns:a16="http://schemas.microsoft.com/office/drawing/2014/main" id="{9F70DE5D-68BB-7B23-8F54-A1E5D04ABBB7}"/>
              </a:ext>
            </a:extLst>
          </p:cNvPr>
          <p:cNvSpPr/>
          <p:nvPr/>
        </p:nvSpPr>
        <p:spPr>
          <a:xfrm>
            <a:off x="3975373" y="1258963"/>
            <a:ext cx="3267849" cy="8890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9" name="Rectangle 8">
            <a:extLst>
              <a:ext uri="{FF2B5EF4-FFF2-40B4-BE49-F238E27FC236}">
                <a16:creationId xmlns:a16="http://schemas.microsoft.com/office/drawing/2014/main" id="{A2A51479-B745-A91A-A2ED-6C59B7DD9316}"/>
              </a:ext>
            </a:extLst>
          </p:cNvPr>
          <p:cNvSpPr/>
          <p:nvPr/>
        </p:nvSpPr>
        <p:spPr>
          <a:xfrm>
            <a:off x="3975373" y="1258963"/>
            <a:ext cx="57583" cy="889000"/>
          </a:xfrm>
          <a:prstGeom prst="rect">
            <a:avLst/>
          </a:prstGeom>
          <a:solidFill>
            <a:schemeClr val="accent6">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10" name="TextBox 9">
            <a:extLst>
              <a:ext uri="{FF2B5EF4-FFF2-40B4-BE49-F238E27FC236}">
                <a16:creationId xmlns:a16="http://schemas.microsoft.com/office/drawing/2014/main" id="{A2B321EC-EF6B-52EE-BF38-77B6CCA2908C}"/>
              </a:ext>
            </a:extLst>
          </p:cNvPr>
          <p:cNvSpPr txBox="1"/>
          <p:nvPr/>
        </p:nvSpPr>
        <p:spPr>
          <a:xfrm>
            <a:off x="4176914" y="1360563"/>
            <a:ext cx="2979932" cy="276999"/>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18181">
                    <a:lumMod val="50000"/>
                  </a:srgbClr>
                </a:solidFill>
                <a:effectLst/>
                <a:uLnTx/>
                <a:uFillTx/>
                <a:latin typeface="Century Gothic" panose="020B0502020202020204" pitchFamily="34" charset="0"/>
                <a:cs typeface="Arial"/>
              </a:rPr>
              <a:t>PANEL</a:t>
            </a:r>
          </a:p>
        </p:txBody>
      </p:sp>
      <p:sp>
        <p:nvSpPr>
          <p:cNvPr id="11" name="TextBox 10">
            <a:extLst>
              <a:ext uri="{FF2B5EF4-FFF2-40B4-BE49-F238E27FC236}">
                <a16:creationId xmlns:a16="http://schemas.microsoft.com/office/drawing/2014/main" id="{135B0821-183B-AA1D-1887-EC49B50CFFB1}"/>
              </a:ext>
            </a:extLst>
          </p:cNvPr>
          <p:cNvSpPr txBox="1"/>
          <p:nvPr/>
        </p:nvSpPr>
        <p:spPr>
          <a:xfrm>
            <a:off x="4176914" y="1563763"/>
            <a:ext cx="2979932" cy="338554"/>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Century Gothic" panose="020B0502020202020204" pitchFamily="34" charset="0"/>
                <a:cs typeface="Arial"/>
              </a:rPr>
              <a:t>Technical panel</a:t>
            </a:r>
          </a:p>
        </p:txBody>
      </p:sp>
      <p:sp>
        <p:nvSpPr>
          <p:cNvPr id="12" name="TextBox 11">
            <a:extLst>
              <a:ext uri="{FF2B5EF4-FFF2-40B4-BE49-F238E27FC236}">
                <a16:creationId xmlns:a16="http://schemas.microsoft.com/office/drawing/2014/main" id="{23251104-8C2F-9685-6D19-EAB3391E5DB7}"/>
              </a:ext>
            </a:extLst>
          </p:cNvPr>
          <p:cNvSpPr txBox="1"/>
          <p:nvPr/>
        </p:nvSpPr>
        <p:spPr>
          <a:xfrm>
            <a:off x="4176914" y="1817763"/>
            <a:ext cx="2979932" cy="276999"/>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Century Gothic" panose="020B0502020202020204" pitchFamily="34" charset="0"/>
                <a:cs typeface="Arial"/>
              </a:rPr>
              <a:t>live Q&amp;A and probing</a:t>
            </a:r>
          </a:p>
        </p:txBody>
      </p:sp>
      <p:sp>
        <p:nvSpPr>
          <p:cNvPr id="13" name="Rectangle 12">
            <a:extLst>
              <a:ext uri="{FF2B5EF4-FFF2-40B4-BE49-F238E27FC236}">
                <a16:creationId xmlns:a16="http://schemas.microsoft.com/office/drawing/2014/main" id="{A714F4C5-8AE4-771D-0BA5-5D19491CF63A}"/>
              </a:ext>
            </a:extLst>
          </p:cNvPr>
          <p:cNvSpPr/>
          <p:nvPr/>
        </p:nvSpPr>
        <p:spPr>
          <a:xfrm>
            <a:off x="7387180" y="1258963"/>
            <a:ext cx="3267849" cy="8890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14" name="Rectangle 13">
            <a:extLst>
              <a:ext uri="{FF2B5EF4-FFF2-40B4-BE49-F238E27FC236}">
                <a16:creationId xmlns:a16="http://schemas.microsoft.com/office/drawing/2014/main" id="{88E1CB1A-AFDC-3675-DFAD-213A79DBCE73}"/>
              </a:ext>
            </a:extLst>
          </p:cNvPr>
          <p:cNvSpPr/>
          <p:nvPr/>
        </p:nvSpPr>
        <p:spPr>
          <a:xfrm>
            <a:off x="7387180" y="1258963"/>
            <a:ext cx="57583" cy="889000"/>
          </a:xfrm>
          <a:prstGeom prst="rect">
            <a:avLst/>
          </a:prstGeom>
          <a:solidFill>
            <a:schemeClr val="accent6">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15" name="TextBox 14">
            <a:extLst>
              <a:ext uri="{FF2B5EF4-FFF2-40B4-BE49-F238E27FC236}">
                <a16:creationId xmlns:a16="http://schemas.microsoft.com/office/drawing/2014/main" id="{7631B121-340B-1270-EDF5-9ACA92C3527B}"/>
              </a:ext>
            </a:extLst>
          </p:cNvPr>
          <p:cNvSpPr txBox="1"/>
          <p:nvPr/>
        </p:nvSpPr>
        <p:spPr>
          <a:xfrm>
            <a:off x="7588721" y="1360563"/>
            <a:ext cx="2979932" cy="276999"/>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18181">
                    <a:lumMod val="50000"/>
                  </a:srgbClr>
                </a:solidFill>
                <a:effectLst/>
                <a:uLnTx/>
                <a:uFillTx/>
                <a:latin typeface="Century Gothic" panose="020B0502020202020204" pitchFamily="34" charset="0"/>
                <a:cs typeface="Arial"/>
              </a:rPr>
              <a:t>TIMING</a:t>
            </a:r>
          </a:p>
        </p:txBody>
      </p:sp>
      <p:sp>
        <p:nvSpPr>
          <p:cNvPr id="16" name="TextBox 15">
            <a:extLst>
              <a:ext uri="{FF2B5EF4-FFF2-40B4-BE49-F238E27FC236}">
                <a16:creationId xmlns:a16="http://schemas.microsoft.com/office/drawing/2014/main" id="{4757A049-E6F5-6611-0FDC-A30F00E661C8}"/>
              </a:ext>
            </a:extLst>
          </p:cNvPr>
          <p:cNvSpPr txBox="1"/>
          <p:nvPr/>
        </p:nvSpPr>
        <p:spPr>
          <a:xfrm>
            <a:off x="7588721" y="1563763"/>
            <a:ext cx="2979932" cy="338554"/>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Century Gothic" panose="020B0502020202020204" pitchFamily="34" charset="0"/>
                <a:cs typeface="Arial"/>
              </a:rPr>
              <a:t>45 minutes</a:t>
            </a:r>
          </a:p>
        </p:txBody>
      </p:sp>
      <p:sp>
        <p:nvSpPr>
          <p:cNvPr id="17" name="TextBox 16">
            <a:extLst>
              <a:ext uri="{FF2B5EF4-FFF2-40B4-BE49-F238E27FC236}">
                <a16:creationId xmlns:a16="http://schemas.microsoft.com/office/drawing/2014/main" id="{EF16481B-4BA0-EFC0-BCEF-D845831485ED}"/>
              </a:ext>
            </a:extLst>
          </p:cNvPr>
          <p:cNvSpPr txBox="1"/>
          <p:nvPr/>
        </p:nvSpPr>
        <p:spPr>
          <a:xfrm>
            <a:off x="7588721" y="1817763"/>
            <a:ext cx="2979932" cy="276999"/>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Century Gothic" panose="020B0502020202020204" pitchFamily="34" charset="0"/>
                <a:cs typeface="Arial"/>
              </a:rPr>
              <a:t>f2f or online</a:t>
            </a:r>
          </a:p>
        </p:txBody>
      </p:sp>
      <p:sp>
        <p:nvSpPr>
          <p:cNvPr id="18" name="Rectangle 17">
            <a:extLst>
              <a:ext uri="{FF2B5EF4-FFF2-40B4-BE49-F238E27FC236}">
                <a16:creationId xmlns:a16="http://schemas.microsoft.com/office/drawing/2014/main" id="{65A80232-09C6-A05C-C052-935D45F256AD}"/>
              </a:ext>
            </a:extLst>
          </p:cNvPr>
          <p:cNvSpPr/>
          <p:nvPr/>
        </p:nvSpPr>
        <p:spPr>
          <a:xfrm>
            <a:off x="10798986" y="1258963"/>
            <a:ext cx="3267849" cy="8890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0" name="Rectangle 19">
            <a:extLst>
              <a:ext uri="{FF2B5EF4-FFF2-40B4-BE49-F238E27FC236}">
                <a16:creationId xmlns:a16="http://schemas.microsoft.com/office/drawing/2014/main" id="{B0326063-559E-7ABD-018B-5293C6C83E95}"/>
              </a:ext>
            </a:extLst>
          </p:cNvPr>
          <p:cNvSpPr/>
          <p:nvPr/>
        </p:nvSpPr>
        <p:spPr>
          <a:xfrm>
            <a:off x="10798986" y="1258963"/>
            <a:ext cx="57583" cy="889000"/>
          </a:xfrm>
          <a:prstGeom prst="rect">
            <a:avLst/>
          </a:prstGeom>
          <a:solidFill>
            <a:schemeClr val="accent6">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1" name="TextBox 20">
            <a:extLst>
              <a:ext uri="{FF2B5EF4-FFF2-40B4-BE49-F238E27FC236}">
                <a16:creationId xmlns:a16="http://schemas.microsoft.com/office/drawing/2014/main" id="{82A7FDE4-D1EC-50CF-B09D-092079335D14}"/>
              </a:ext>
            </a:extLst>
          </p:cNvPr>
          <p:cNvSpPr txBox="1"/>
          <p:nvPr/>
        </p:nvSpPr>
        <p:spPr>
          <a:xfrm>
            <a:off x="11000528" y="1360563"/>
            <a:ext cx="2979932" cy="276999"/>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18181">
                    <a:lumMod val="50000"/>
                  </a:srgbClr>
                </a:solidFill>
                <a:effectLst/>
                <a:uLnTx/>
                <a:uFillTx/>
                <a:latin typeface="Century Gothic" panose="020B0502020202020204" pitchFamily="34" charset="0"/>
                <a:cs typeface="Arial"/>
              </a:rPr>
              <a:t>FOCUS</a:t>
            </a:r>
          </a:p>
        </p:txBody>
      </p:sp>
      <p:sp>
        <p:nvSpPr>
          <p:cNvPr id="22" name="TextBox 21">
            <a:extLst>
              <a:ext uri="{FF2B5EF4-FFF2-40B4-BE49-F238E27FC236}">
                <a16:creationId xmlns:a16="http://schemas.microsoft.com/office/drawing/2014/main" id="{A65DBD3B-BC65-DFB6-8D3F-BCFA657856F0}"/>
              </a:ext>
            </a:extLst>
          </p:cNvPr>
          <p:cNvSpPr txBox="1"/>
          <p:nvPr/>
        </p:nvSpPr>
        <p:spPr>
          <a:xfrm>
            <a:off x="11000528" y="1563763"/>
            <a:ext cx="2979932" cy="338554"/>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Century Gothic" panose="020B0502020202020204" pitchFamily="34" charset="0"/>
                <a:cs typeface="Arial"/>
              </a:rPr>
              <a:t>Decision-making</a:t>
            </a:r>
          </a:p>
        </p:txBody>
      </p:sp>
      <p:sp>
        <p:nvSpPr>
          <p:cNvPr id="23" name="TextBox 22">
            <a:extLst>
              <a:ext uri="{FF2B5EF4-FFF2-40B4-BE49-F238E27FC236}">
                <a16:creationId xmlns:a16="http://schemas.microsoft.com/office/drawing/2014/main" id="{BDBEF9F7-16C6-F4CC-2A97-1FDEC4DA5897}"/>
              </a:ext>
            </a:extLst>
          </p:cNvPr>
          <p:cNvSpPr txBox="1"/>
          <p:nvPr/>
        </p:nvSpPr>
        <p:spPr>
          <a:xfrm>
            <a:off x="11000528" y="1817763"/>
            <a:ext cx="2979932" cy="276999"/>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Century Gothic" panose="020B0502020202020204" pitchFamily="34" charset="0"/>
                <a:cs typeface="Arial"/>
              </a:rPr>
              <a:t>under real constraints</a:t>
            </a:r>
          </a:p>
        </p:txBody>
      </p:sp>
      <p:sp>
        <p:nvSpPr>
          <p:cNvPr id="24" name="TextBox 23">
            <a:extLst>
              <a:ext uri="{FF2B5EF4-FFF2-40B4-BE49-F238E27FC236}">
                <a16:creationId xmlns:a16="http://schemas.microsoft.com/office/drawing/2014/main" id="{8CE3BED9-2282-15DC-8ADB-374F95CDE247}"/>
              </a:ext>
            </a:extLst>
          </p:cNvPr>
          <p:cNvSpPr txBox="1"/>
          <p:nvPr/>
        </p:nvSpPr>
        <p:spPr>
          <a:xfrm>
            <a:off x="777299" y="2390460"/>
            <a:ext cx="2363351" cy="338554"/>
          </a:xfrm>
          <a:prstGeom prst="rect">
            <a:avLst/>
          </a:prstGeom>
          <a:solidFill>
            <a:schemeClr val="accent6"/>
          </a:solid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Century Gothic" panose="020B0502020202020204" pitchFamily="34" charset="0"/>
                <a:cs typeface="Arial"/>
              </a:rPr>
              <a:t>WHAT WE EVALUATE</a:t>
            </a:r>
          </a:p>
        </p:txBody>
      </p:sp>
      <p:sp>
        <p:nvSpPr>
          <p:cNvPr id="40" name="TextBox 39">
            <a:extLst>
              <a:ext uri="{FF2B5EF4-FFF2-40B4-BE49-F238E27FC236}">
                <a16:creationId xmlns:a16="http://schemas.microsoft.com/office/drawing/2014/main" id="{556C3F79-E7A4-C2A2-762B-6642241B5FA2}"/>
              </a:ext>
            </a:extLst>
          </p:cNvPr>
          <p:cNvSpPr txBox="1"/>
          <p:nvPr/>
        </p:nvSpPr>
        <p:spPr>
          <a:xfrm>
            <a:off x="563566" y="4878256"/>
            <a:ext cx="5758324" cy="338554"/>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Century Gothic" panose="020B0502020202020204" pitchFamily="34" charset="0"/>
                <a:cs typeface="Arial"/>
              </a:rPr>
              <a:t>SAMPLE PANEL Q&amp;A</a:t>
            </a:r>
          </a:p>
        </p:txBody>
      </p:sp>
      <p:sp>
        <p:nvSpPr>
          <p:cNvPr id="42" name="Rounded Rectangle 41">
            <a:extLst>
              <a:ext uri="{FF2B5EF4-FFF2-40B4-BE49-F238E27FC236}">
                <a16:creationId xmlns:a16="http://schemas.microsoft.com/office/drawing/2014/main" id="{C9000766-6A1C-4765-6826-CDA881384027}"/>
              </a:ext>
            </a:extLst>
          </p:cNvPr>
          <p:cNvSpPr/>
          <p:nvPr/>
        </p:nvSpPr>
        <p:spPr>
          <a:xfrm>
            <a:off x="765107" y="5451616"/>
            <a:ext cx="2087392" cy="228600"/>
          </a:xfrm>
          <a:prstGeom prst="roundRect">
            <a:avLst/>
          </a:prstGeom>
          <a:no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Century Gothic" panose="020B0502020202020204" pitchFamily="34" charset="0"/>
                <a:cs typeface="Arial"/>
              </a:rPr>
              <a:t>1. EU CORPORATE BANK</a:t>
            </a:r>
          </a:p>
        </p:txBody>
      </p:sp>
      <p:sp>
        <p:nvSpPr>
          <p:cNvPr id="43" name="TextBox 42">
            <a:extLst>
              <a:ext uri="{FF2B5EF4-FFF2-40B4-BE49-F238E27FC236}">
                <a16:creationId xmlns:a16="http://schemas.microsoft.com/office/drawing/2014/main" id="{E0E58E76-FFB8-7A8A-6484-6ED036D79E9E}"/>
              </a:ext>
            </a:extLst>
          </p:cNvPr>
          <p:cNvSpPr txBox="1"/>
          <p:nvPr/>
        </p:nvSpPr>
        <p:spPr>
          <a:xfrm>
            <a:off x="739205" y="5728898"/>
            <a:ext cx="6679656" cy="888256"/>
          </a:xfrm>
          <a:prstGeom prst="rect">
            <a:avLst/>
          </a:prstGeom>
          <a:noFill/>
        </p:spPr>
        <p:txBody>
          <a:bodyPr vertOverflow="overflow" vert="horz" wrap="square" rtlCol="0" anchor="t">
            <a:spAutoFit/>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62323"/>
                </a:solidFill>
                <a:effectLst/>
                <a:uLnTx/>
                <a:uFillTx/>
                <a:latin typeface="Century Gothic" panose="020B0502020202020204" pitchFamily="34" charset="0"/>
                <a:cs typeface="Arial"/>
              </a:rPr>
              <a:t>Where does the memory live, and who can read it under GDPR?</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62323"/>
                </a:solidFill>
                <a:effectLst/>
                <a:uLnTx/>
                <a:uFillTx/>
                <a:latin typeface="Century Gothic" panose="020B0502020202020204" pitchFamily="34" charset="0"/>
                <a:cs typeface="Arial"/>
              </a:rPr>
              <a:t>What did you deliberately leave out of v1, and why?</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62323"/>
                </a:solidFill>
                <a:effectLst/>
                <a:uLnTx/>
                <a:uFillTx/>
                <a:latin typeface="Century Gothic" panose="020B0502020202020204" pitchFamily="34" charset="0"/>
                <a:cs typeface="Arial"/>
              </a:rPr>
              <a:t>How do you handle a relationship manager covering 20 clients without leakage?</a:t>
            </a:r>
          </a:p>
        </p:txBody>
      </p:sp>
      <p:sp>
        <p:nvSpPr>
          <p:cNvPr id="45" name="Rounded Rectangle 44">
            <a:extLst>
              <a:ext uri="{FF2B5EF4-FFF2-40B4-BE49-F238E27FC236}">
                <a16:creationId xmlns:a16="http://schemas.microsoft.com/office/drawing/2014/main" id="{76B8E583-50E4-538B-5B85-11E985427C2B}"/>
              </a:ext>
            </a:extLst>
          </p:cNvPr>
          <p:cNvSpPr/>
          <p:nvPr/>
        </p:nvSpPr>
        <p:spPr>
          <a:xfrm>
            <a:off x="7675096" y="5451616"/>
            <a:ext cx="2087392" cy="228600"/>
          </a:xfrm>
          <a:prstGeom prst="roundRect">
            <a:avLst/>
          </a:prstGeom>
          <a:no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Century Gothic" panose="020B0502020202020204" pitchFamily="34" charset="0"/>
                <a:cs typeface="Arial"/>
              </a:rPr>
              <a:t>2. UK PAYMENTS</a:t>
            </a:r>
          </a:p>
        </p:txBody>
      </p:sp>
      <p:sp>
        <p:nvSpPr>
          <p:cNvPr id="46" name="TextBox 45">
            <a:extLst>
              <a:ext uri="{FF2B5EF4-FFF2-40B4-BE49-F238E27FC236}">
                <a16:creationId xmlns:a16="http://schemas.microsoft.com/office/drawing/2014/main" id="{0C438399-E80C-4943-E7C4-FE475FD17C66}"/>
              </a:ext>
            </a:extLst>
          </p:cNvPr>
          <p:cNvSpPr txBox="1"/>
          <p:nvPr/>
        </p:nvSpPr>
        <p:spPr>
          <a:xfrm>
            <a:off x="7675095" y="5718316"/>
            <a:ext cx="7114612" cy="888256"/>
          </a:xfrm>
          <a:prstGeom prst="rect">
            <a:avLst/>
          </a:prstGeom>
          <a:noFill/>
        </p:spPr>
        <p:txBody>
          <a:bodyPr vertOverflow="overflow" vert="horz" wrap="square" rtlCol="0" anchor="t">
            <a:spAutoFit/>
          </a:bodyPr>
          <a:lstStyle/>
          <a:p>
            <a:pPr>
              <a:lnSpc>
                <a:spcPct val="150000"/>
              </a:lnSpc>
            </a:pPr>
            <a:r>
              <a:rPr lang="en-US" sz="1200">
                <a:solidFill>
                  <a:srgbClr val="262323"/>
                </a:solidFill>
                <a:latin typeface="Century Gothic" panose="020B0502020202020204" pitchFamily="34" charset="0"/>
                <a:cs typeface="Arial"/>
              </a:rPr>
              <a:t>•  Which checks stay automated and which need a human in the loop?
•  What breaks first when you compress 4 days into 90 minutes?
•  How do you defend the 1-2 hour SLA to FCA / compliance?</a:t>
            </a:r>
          </a:p>
        </p:txBody>
      </p:sp>
      <p:sp>
        <p:nvSpPr>
          <p:cNvPr id="53" name="Rounded Rectangle 52">
            <a:extLst>
              <a:ext uri="{FF2B5EF4-FFF2-40B4-BE49-F238E27FC236}">
                <a16:creationId xmlns:a16="http://schemas.microsoft.com/office/drawing/2014/main" id="{2772D0F0-087B-4275-2540-7CD709D517D8}"/>
              </a:ext>
            </a:extLst>
          </p:cNvPr>
          <p:cNvSpPr/>
          <p:nvPr/>
        </p:nvSpPr>
        <p:spPr>
          <a:xfrm>
            <a:off x="563566" y="7041179"/>
            <a:ext cx="13503269" cy="866803"/>
          </a:xfrm>
          <a:prstGeom prst="roundRect">
            <a:avLst>
              <a:gd name="adj" fmla="val 11212"/>
            </a:avLst>
          </a:prstGeom>
          <a:solidFill>
            <a:schemeClr val="tx1">
              <a:lumMod val="75000"/>
              <a:lumOff val="25000"/>
            </a:schemeClr>
          </a:solidFill>
          <a:ln w="12700" cap="flat" cmpd="sng" algn="ctr">
            <a:solidFill>
              <a:schemeClr val="accent6">
                <a:lumMod val="75000"/>
              </a:scheme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54" name="TextBox 53">
            <a:extLst>
              <a:ext uri="{FF2B5EF4-FFF2-40B4-BE49-F238E27FC236}">
                <a16:creationId xmlns:a16="http://schemas.microsoft.com/office/drawing/2014/main" id="{11330309-8ACC-650C-4DCD-0CA291436B05}"/>
              </a:ext>
            </a:extLst>
          </p:cNvPr>
          <p:cNvSpPr txBox="1"/>
          <p:nvPr/>
        </p:nvSpPr>
        <p:spPr>
          <a:xfrm>
            <a:off x="713565" y="6873082"/>
            <a:ext cx="3117850" cy="340374"/>
          </a:xfrm>
          <a:prstGeom prst="rect">
            <a:avLst/>
          </a:prstGeom>
          <a:solidFill>
            <a:schemeClr val="accent6">
              <a:lumMod val="75000"/>
            </a:schemeClr>
          </a:solidFill>
        </p:spPr>
        <p:txBody>
          <a:bodyPr vertOverflow="overflow" vert="horz" wrap="square" rtlCol="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bg1"/>
                </a:solidFill>
                <a:effectLst/>
                <a:uLnTx/>
                <a:uFillTx/>
                <a:latin typeface="Century Gothic" panose="020B0502020202020204" pitchFamily="34" charset="0"/>
                <a:cs typeface="Arial"/>
              </a:rPr>
              <a:t>Signal we're looking for</a:t>
            </a:r>
          </a:p>
        </p:txBody>
      </p:sp>
      <p:sp>
        <p:nvSpPr>
          <p:cNvPr id="50" name="TextBox 49">
            <a:extLst>
              <a:ext uri="{FF2B5EF4-FFF2-40B4-BE49-F238E27FC236}">
                <a16:creationId xmlns:a16="http://schemas.microsoft.com/office/drawing/2014/main" id="{EBA6EAE4-F5C2-03DC-ADB2-4F950271BA6C}"/>
              </a:ext>
            </a:extLst>
          </p:cNvPr>
          <p:cNvSpPr txBox="1"/>
          <p:nvPr/>
        </p:nvSpPr>
        <p:spPr>
          <a:xfrm>
            <a:off x="860304" y="7268332"/>
            <a:ext cx="12593084" cy="584775"/>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bg1"/>
                </a:solidFill>
                <a:effectLst/>
                <a:uLnTx/>
                <a:uFillTx/>
                <a:latin typeface="Century Gothic" panose="020B0502020202020204" pitchFamily="34" charset="0"/>
                <a:cs typeface="Arial"/>
              </a:rPr>
              <a:t>Filters out token-</a:t>
            </a:r>
            <a:r>
              <a:rPr kumimoji="0" lang="en-US" sz="1600" b="0" i="0" u="none" strike="noStrike" kern="1200" cap="none" spc="0" normalizeH="0" baseline="0" noProof="0" err="1">
                <a:ln>
                  <a:noFill/>
                </a:ln>
                <a:solidFill>
                  <a:schemeClr val="bg1"/>
                </a:solidFill>
                <a:effectLst/>
                <a:uLnTx/>
                <a:uFillTx/>
                <a:latin typeface="Century Gothic" panose="020B0502020202020204" pitchFamily="34" charset="0"/>
                <a:cs typeface="Arial"/>
              </a:rPr>
              <a:t>maxxers</a:t>
            </a:r>
            <a:r>
              <a:rPr kumimoji="0" lang="en-US" sz="1600" b="0" i="0" u="none" strike="noStrike" kern="1200" cap="none" spc="0" normalizeH="0" baseline="0" noProof="0">
                <a:ln>
                  <a:noFill/>
                </a:ln>
                <a:solidFill>
                  <a:schemeClr val="bg1"/>
                </a:solidFill>
                <a:effectLst/>
                <a:uLnTx/>
                <a:uFillTx/>
                <a:latin typeface="Century Gothic" panose="020B0502020202020204" pitchFamily="34" charset="0"/>
                <a:cs typeface="Arial"/>
              </a:rPr>
              <a:t> on Pro/Max plans who lean on AI for everything. We want operators with judgement, taste, and a point of view on what to leave out.</a:t>
            </a:r>
          </a:p>
        </p:txBody>
      </p:sp>
      <p:grpSp>
        <p:nvGrpSpPr>
          <p:cNvPr id="3" name="Group 2">
            <a:extLst>
              <a:ext uri="{FF2B5EF4-FFF2-40B4-BE49-F238E27FC236}">
                <a16:creationId xmlns:a16="http://schemas.microsoft.com/office/drawing/2014/main" id="{16565566-5A4E-79FE-48CD-2F5BD3CA223B}"/>
              </a:ext>
            </a:extLst>
          </p:cNvPr>
          <p:cNvGrpSpPr/>
          <p:nvPr/>
        </p:nvGrpSpPr>
        <p:grpSpPr>
          <a:xfrm>
            <a:off x="885693" y="2887994"/>
            <a:ext cx="13002972" cy="1395791"/>
            <a:chOff x="538166" y="3064016"/>
            <a:chExt cx="13503269" cy="1651000"/>
          </a:xfrm>
        </p:grpSpPr>
        <p:sp>
          <p:nvSpPr>
            <p:cNvPr id="25" name="Rectangle 24">
              <a:extLst>
                <a:ext uri="{FF2B5EF4-FFF2-40B4-BE49-F238E27FC236}">
                  <a16:creationId xmlns:a16="http://schemas.microsoft.com/office/drawing/2014/main" id="{897AAA6B-0191-B8BB-CE14-AD399123AA3A}"/>
                </a:ext>
              </a:extLst>
            </p:cNvPr>
            <p:cNvSpPr/>
            <p:nvPr/>
          </p:nvSpPr>
          <p:spPr>
            <a:xfrm>
              <a:off x="538166" y="3064016"/>
              <a:ext cx="4289951" cy="1651000"/>
            </a:xfrm>
            <a:prstGeom prst="rect">
              <a:avLst/>
            </a:prstGeom>
            <a:solidFill>
              <a:srgbClr val="FFFFFF"/>
            </a:solidFill>
            <a:ln w="9525" cap="flat" cmpd="sng" algn="ctr">
              <a:solidFill>
                <a:schemeClr val="accent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6" name="Rectangle 25">
              <a:extLst>
                <a:ext uri="{FF2B5EF4-FFF2-40B4-BE49-F238E27FC236}">
                  <a16:creationId xmlns:a16="http://schemas.microsoft.com/office/drawing/2014/main" id="{FDE55F34-82E2-1240-5F6F-161B0DF7AA5D}"/>
                </a:ext>
              </a:extLst>
            </p:cNvPr>
            <p:cNvSpPr/>
            <p:nvPr/>
          </p:nvSpPr>
          <p:spPr>
            <a:xfrm>
              <a:off x="538166" y="3064016"/>
              <a:ext cx="4289951" cy="76200"/>
            </a:xfrm>
            <a:prstGeom prst="rect">
              <a:avLst/>
            </a:prstGeom>
            <a:solidFill>
              <a:srgbClr val="00856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7" name="TextBox 26">
              <a:extLst>
                <a:ext uri="{FF2B5EF4-FFF2-40B4-BE49-F238E27FC236}">
                  <a16:creationId xmlns:a16="http://schemas.microsoft.com/office/drawing/2014/main" id="{9ECA5642-9BC5-57ED-1DF4-369C54FA67AB}"/>
                </a:ext>
              </a:extLst>
            </p:cNvPr>
            <p:cNvSpPr txBox="1"/>
            <p:nvPr/>
          </p:nvSpPr>
          <p:spPr>
            <a:xfrm>
              <a:off x="1416311" y="3292616"/>
              <a:ext cx="3181473" cy="436861"/>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6350"/>
                  </a:solidFill>
                  <a:effectLst/>
                  <a:uLnTx/>
                  <a:uFillTx/>
                  <a:latin typeface="Century Gothic" panose="020B0502020202020204" pitchFamily="34" charset="0"/>
                  <a:cs typeface="Arial"/>
                </a:rPr>
                <a:t>Judgement &amp; taste</a:t>
              </a:r>
            </a:p>
          </p:txBody>
        </p:sp>
        <p:sp>
          <p:nvSpPr>
            <p:cNvPr id="28" name="Rectangle 27">
              <a:extLst>
                <a:ext uri="{FF2B5EF4-FFF2-40B4-BE49-F238E27FC236}">
                  <a16:creationId xmlns:a16="http://schemas.microsoft.com/office/drawing/2014/main" id="{6B064525-593C-05D5-4599-4A8129AC3DF5}"/>
                </a:ext>
              </a:extLst>
            </p:cNvPr>
            <p:cNvSpPr/>
            <p:nvPr/>
          </p:nvSpPr>
          <p:spPr>
            <a:xfrm>
              <a:off x="768499" y="3724416"/>
              <a:ext cx="3829285" cy="12700"/>
            </a:xfrm>
            <a:prstGeom prst="rect">
              <a:avLst/>
            </a:prstGeom>
            <a:solidFill>
              <a:srgbClr val="E5E3D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9" name="TextBox 28">
              <a:extLst>
                <a:ext uri="{FF2B5EF4-FFF2-40B4-BE49-F238E27FC236}">
                  <a16:creationId xmlns:a16="http://schemas.microsoft.com/office/drawing/2014/main" id="{58B552C4-B4B5-AD0B-C83C-43C61D44B728}"/>
                </a:ext>
              </a:extLst>
            </p:cNvPr>
            <p:cNvSpPr txBox="1"/>
            <p:nvPr/>
          </p:nvSpPr>
          <p:spPr>
            <a:xfrm>
              <a:off x="768499" y="3838716"/>
              <a:ext cx="3829285" cy="618887"/>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62323"/>
                  </a:solidFill>
                  <a:effectLst/>
                  <a:uLnTx/>
                  <a:uFillTx/>
                  <a:latin typeface="Century Gothic" panose="020B0502020202020204" pitchFamily="34" charset="0"/>
                  <a:cs typeface="Arial"/>
                </a:rPr>
                <a:t>Quality of choices made, sense for what good looks like</a:t>
              </a:r>
            </a:p>
          </p:txBody>
        </p:sp>
        <p:sp>
          <p:nvSpPr>
            <p:cNvPr id="30" name="Rectangle 29">
              <a:extLst>
                <a:ext uri="{FF2B5EF4-FFF2-40B4-BE49-F238E27FC236}">
                  <a16:creationId xmlns:a16="http://schemas.microsoft.com/office/drawing/2014/main" id="{1FC9DC20-3AC6-1EB5-4B04-6D2163205010}"/>
                </a:ext>
              </a:extLst>
            </p:cNvPr>
            <p:cNvSpPr/>
            <p:nvPr/>
          </p:nvSpPr>
          <p:spPr>
            <a:xfrm>
              <a:off x="5144825" y="3064016"/>
              <a:ext cx="4289951" cy="1651000"/>
            </a:xfrm>
            <a:prstGeom prst="rect">
              <a:avLst/>
            </a:prstGeom>
            <a:solidFill>
              <a:srgbClr val="FFFFFF"/>
            </a:solidFill>
            <a:ln w="9525" cap="flat" cmpd="sng" algn="ctr">
              <a:solidFill>
                <a:schemeClr val="accent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1" name="Rectangle 30">
              <a:extLst>
                <a:ext uri="{FF2B5EF4-FFF2-40B4-BE49-F238E27FC236}">
                  <a16:creationId xmlns:a16="http://schemas.microsoft.com/office/drawing/2014/main" id="{4BFD19EF-D48F-FC51-2E06-A0F68F9464A3}"/>
                </a:ext>
              </a:extLst>
            </p:cNvPr>
            <p:cNvSpPr/>
            <p:nvPr/>
          </p:nvSpPr>
          <p:spPr>
            <a:xfrm>
              <a:off x="5144825" y="3064016"/>
              <a:ext cx="4289951" cy="76200"/>
            </a:xfrm>
            <a:prstGeom prst="rect">
              <a:avLst/>
            </a:prstGeom>
            <a:solidFill>
              <a:schemeClr val="accent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2" name="TextBox 31">
              <a:extLst>
                <a:ext uri="{FF2B5EF4-FFF2-40B4-BE49-F238E27FC236}">
                  <a16:creationId xmlns:a16="http://schemas.microsoft.com/office/drawing/2014/main" id="{9EF2504E-0969-0044-8529-316C52EDA7FA}"/>
                </a:ext>
              </a:extLst>
            </p:cNvPr>
            <p:cNvSpPr txBox="1"/>
            <p:nvPr/>
          </p:nvSpPr>
          <p:spPr>
            <a:xfrm>
              <a:off x="6022970" y="3292616"/>
              <a:ext cx="3181473" cy="436861"/>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8C005A"/>
                  </a:solidFill>
                  <a:effectLst/>
                  <a:uLnTx/>
                  <a:uFillTx/>
                  <a:latin typeface="Century Gothic" panose="020B0502020202020204" pitchFamily="34" charset="0"/>
                  <a:cs typeface="Arial"/>
                </a:rPr>
                <a:t>What NOT to build</a:t>
              </a:r>
            </a:p>
          </p:txBody>
        </p:sp>
        <p:sp>
          <p:nvSpPr>
            <p:cNvPr id="33" name="Rectangle 32">
              <a:extLst>
                <a:ext uri="{FF2B5EF4-FFF2-40B4-BE49-F238E27FC236}">
                  <a16:creationId xmlns:a16="http://schemas.microsoft.com/office/drawing/2014/main" id="{A11CBD3B-44CF-C2D3-DA64-3D9B2028257B}"/>
                </a:ext>
              </a:extLst>
            </p:cNvPr>
            <p:cNvSpPr/>
            <p:nvPr/>
          </p:nvSpPr>
          <p:spPr>
            <a:xfrm>
              <a:off x="5375158" y="3724416"/>
              <a:ext cx="3829285" cy="12700"/>
            </a:xfrm>
            <a:prstGeom prst="rect">
              <a:avLst/>
            </a:prstGeom>
            <a:solidFill>
              <a:srgbClr val="E5E3D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4" name="TextBox 33">
              <a:extLst>
                <a:ext uri="{FF2B5EF4-FFF2-40B4-BE49-F238E27FC236}">
                  <a16:creationId xmlns:a16="http://schemas.microsoft.com/office/drawing/2014/main" id="{A3258E3D-2BF1-38C2-C250-6D1C72833892}"/>
                </a:ext>
              </a:extLst>
            </p:cNvPr>
            <p:cNvSpPr txBox="1"/>
            <p:nvPr/>
          </p:nvSpPr>
          <p:spPr>
            <a:xfrm>
              <a:off x="5375157" y="3838716"/>
              <a:ext cx="3829285" cy="618887"/>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62323"/>
                  </a:solidFill>
                  <a:effectLst/>
                  <a:uLnTx/>
                  <a:uFillTx/>
                  <a:latin typeface="Century Gothic" panose="020B0502020202020204" pitchFamily="34" charset="0"/>
                  <a:cs typeface="Arial"/>
                </a:rPr>
                <a:t>Scope discipline; </a:t>
              </a:r>
              <a:r>
                <a:rPr kumimoji="0" lang="en-US" sz="1400" b="0" i="0" u="none" strike="noStrike" kern="1200" cap="none" spc="0" normalizeH="0" baseline="0" noProof="0" err="1">
                  <a:ln>
                    <a:noFill/>
                  </a:ln>
                  <a:solidFill>
                    <a:srgbClr val="262323"/>
                  </a:solidFill>
                  <a:effectLst/>
                  <a:uLnTx/>
                  <a:uFillTx/>
                  <a:latin typeface="Century Gothic" panose="020B0502020202020204" pitchFamily="34" charset="0"/>
                  <a:cs typeface="Arial"/>
                </a:rPr>
                <a:t>recognising</a:t>
              </a:r>
              <a:r>
                <a:rPr kumimoji="0" lang="en-US" sz="1400" b="0" i="0" u="none" strike="noStrike" kern="1200" cap="none" spc="0" normalizeH="0" baseline="0" noProof="0">
                  <a:ln>
                    <a:noFill/>
                  </a:ln>
                  <a:solidFill>
                    <a:srgbClr val="262323"/>
                  </a:solidFill>
                  <a:effectLst/>
                  <a:uLnTx/>
                  <a:uFillTx/>
                  <a:latin typeface="Century Gothic" panose="020B0502020202020204" pitchFamily="34" charset="0"/>
                  <a:cs typeface="Arial"/>
                </a:rPr>
                <a:t> over-engineering and waste</a:t>
              </a:r>
            </a:p>
          </p:txBody>
        </p:sp>
        <p:sp>
          <p:nvSpPr>
            <p:cNvPr id="35" name="Rectangle 34">
              <a:extLst>
                <a:ext uri="{FF2B5EF4-FFF2-40B4-BE49-F238E27FC236}">
                  <a16:creationId xmlns:a16="http://schemas.microsoft.com/office/drawing/2014/main" id="{F991B65D-B25B-84DE-E07A-C9C0942A1C13}"/>
                </a:ext>
              </a:extLst>
            </p:cNvPr>
            <p:cNvSpPr/>
            <p:nvPr/>
          </p:nvSpPr>
          <p:spPr>
            <a:xfrm>
              <a:off x="9751484" y="3064016"/>
              <a:ext cx="4289951" cy="1651000"/>
            </a:xfrm>
            <a:prstGeom prst="rect">
              <a:avLst/>
            </a:prstGeom>
            <a:solidFill>
              <a:srgbClr val="FFFFFF"/>
            </a:solidFill>
            <a:ln w="9525" cap="flat" cmpd="sng" algn="ctr">
              <a:solidFill>
                <a:schemeClr val="accent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6" name="Rectangle 35">
              <a:extLst>
                <a:ext uri="{FF2B5EF4-FFF2-40B4-BE49-F238E27FC236}">
                  <a16:creationId xmlns:a16="http://schemas.microsoft.com/office/drawing/2014/main" id="{A4207EE3-27A1-EA31-D791-40FC6410F0D4}"/>
                </a:ext>
              </a:extLst>
            </p:cNvPr>
            <p:cNvSpPr/>
            <p:nvPr/>
          </p:nvSpPr>
          <p:spPr>
            <a:xfrm>
              <a:off x="9751484" y="3064016"/>
              <a:ext cx="4289951" cy="76200"/>
            </a:xfrm>
            <a:prstGeom prst="rect">
              <a:avLst/>
            </a:prstGeom>
            <a:solidFill>
              <a:schemeClr val="accent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7" name="TextBox 36">
              <a:extLst>
                <a:ext uri="{FF2B5EF4-FFF2-40B4-BE49-F238E27FC236}">
                  <a16:creationId xmlns:a16="http://schemas.microsoft.com/office/drawing/2014/main" id="{DB911A8D-68FF-2DCE-1DF1-99A07A95F014}"/>
                </a:ext>
              </a:extLst>
            </p:cNvPr>
            <p:cNvSpPr txBox="1"/>
            <p:nvPr/>
          </p:nvSpPr>
          <p:spPr>
            <a:xfrm>
              <a:off x="10629629" y="3292616"/>
              <a:ext cx="3181473" cy="436861"/>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5937AF"/>
                  </a:solidFill>
                  <a:effectLst/>
                  <a:uLnTx/>
                  <a:uFillTx/>
                  <a:latin typeface="Century Gothic" panose="020B0502020202020204" pitchFamily="34" charset="0"/>
                  <a:cs typeface="Arial"/>
                </a:rPr>
                <a:t>Planning &amp; sequencing</a:t>
              </a:r>
            </a:p>
          </p:txBody>
        </p:sp>
        <p:sp>
          <p:nvSpPr>
            <p:cNvPr id="38" name="Rectangle 37">
              <a:extLst>
                <a:ext uri="{FF2B5EF4-FFF2-40B4-BE49-F238E27FC236}">
                  <a16:creationId xmlns:a16="http://schemas.microsoft.com/office/drawing/2014/main" id="{3094C59A-44A2-B2B0-46E0-DEF3637A408A}"/>
                </a:ext>
              </a:extLst>
            </p:cNvPr>
            <p:cNvSpPr/>
            <p:nvPr/>
          </p:nvSpPr>
          <p:spPr>
            <a:xfrm>
              <a:off x="9981817" y="3724416"/>
              <a:ext cx="3829285" cy="12700"/>
            </a:xfrm>
            <a:prstGeom prst="rect">
              <a:avLst/>
            </a:prstGeom>
            <a:solidFill>
              <a:srgbClr val="E5E3D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9" name="TextBox 38">
              <a:extLst>
                <a:ext uri="{FF2B5EF4-FFF2-40B4-BE49-F238E27FC236}">
                  <a16:creationId xmlns:a16="http://schemas.microsoft.com/office/drawing/2014/main" id="{011D9CF3-F7C3-098A-F1E7-FFDBFF7589ED}"/>
                </a:ext>
              </a:extLst>
            </p:cNvPr>
            <p:cNvSpPr txBox="1"/>
            <p:nvPr/>
          </p:nvSpPr>
          <p:spPr>
            <a:xfrm>
              <a:off x="9981817" y="3838716"/>
              <a:ext cx="3829285" cy="618887"/>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62323"/>
                  </a:solidFill>
                  <a:effectLst/>
                  <a:uLnTx/>
                  <a:uFillTx/>
                  <a:latin typeface="Century Gothic" panose="020B0502020202020204" pitchFamily="34" charset="0"/>
                  <a:cs typeface="Arial"/>
                </a:rPr>
                <a:t>How work is structured, </a:t>
              </a:r>
              <a:r>
                <a:rPr kumimoji="0" lang="en-US" sz="1400" b="0" i="0" u="none" strike="noStrike" kern="1200" cap="none" spc="0" normalizeH="0" baseline="0" noProof="0" err="1">
                  <a:ln>
                    <a:noFill/>
                  </a:ln>
                  <a:solidFill>
                    <a:srgbClr val="262323"/>
                  </a:solidFill>
                  <a:effectLst/>
                  <a:uLnTx/>
                  <a:uFillTx/>
                  <a:latin typeface="Century Gothic" panose="020B0502020202020204" pitchFamily="34" charset="0"/>
                  <a:cs typeface="Arial"/>
                </a:rPr>
                <a:t>prioritised</a:t>
              </a:r>
              <a:r>
                <a:rPr kumimoji="0" lang="en-US" sz="1400" b="0" i="0" u="none" strike="noStrike" kern="1200" cap="none" spc="0" normalizeH="0" baseline="0" noProof="0">
                  <a:ln>
                    <a:noFill/>
                  </a:ln>
                  <a:solidFill>
                    <a:srgbClr val="262323"/>
                  </a:solidFill>
                  <a:effectLst/>
                  <a:uLnTx/>
                  <a:uFillTx/>
                  <a:latin typeface="Century Gothic" panose="020B0502020202020204" pitchFamily="34" charset="0"/>
                  <a:cs typeface="Arial"/>
                </a:rPr>
                <a:t>, de-risked</a:t>
              </a:r>
            </a:p>
          </p:txBody>
        </p:sp>
      </p:grpSp>
      <p:sp>
        <p:nvSpPr>
          <p:cNvPr id="47" name="Rectangle 46">
            <a:extLst>
              <a:ext uri="{FF2B5EF4-FFF2-40B4-BE49-F238E27FC236}">
                <a16:creationId xmlns:a16="http://schemas.microsoft.com/office/drawing/2014/main" id="{3264D6D2-C757-0EB6-DA84-780E1DDED3C6}"/>
              </a:ext>
            </a:extLst>
          </p:cNvPr>
          <p:cNvSpPr/>
          <p:nvPr/>
        </p:nvSpPr>
        <p:spPr>
          <a:xfrm>
            <a:off x="7333143" y="5352080"/>
            <a:ext cx="85718" cy="1309084"/>
          </a:xfrm>
          <a:prstGeom prst="rect">
            <a:avLst/>
          </a:prstGeom>
          <a:gradFill flip="none" rotWithShape="1">
            <a:gsLst>
              <a:gs pos="0">
                <a:schemeClr val="accent6">
                  <a:lumMod val="5000"/>
                  <a:lumOff val="95000"/>
                  <a:alpha val="67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Century Gothic" panose="020B0502020202020204" pitchFamily="34" charset="0"/>
            </a:endParaRPr>
          </a:p>
        </p:txBody>
      </p:sp>
      <p:pic>
        <p:nvPicPr>
          <p:cNvPr id="41" name="Graphic 40">
            <a:extLst>
              <a:ext uri="{FF2B5EF4-FFF2-40B4-BE49-F238E27FC236}">
                <a16:creationId xmlns:a16="http://schemas.microsoft.com/office/drawing/2014/main" id="{2A351497-A44A-56C1-1D90-A0DE2B85BA5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51123" y="2989423"/>
            <a:ext cx="402011" cy="402011"/>
          </a:xfrm>
          <a:prstGeom prst="rect">
            <a:avLst/>
          </a:prstGeom>
        </p:spPr>
      </p:pic>
      <p:pic>
        <p:nvPicPr>
          <p:cNvPr id="44" name="Graphic 43">
            <a:extLst>
              <a:ext uri="{FF2B5EF4-FFF2-40B4-BE49-F238E27FC236}">
                <a16:creationId xmlns:a16="http://schemas.microsoft.com/office/drawing/2014/main" id="{130610E0-0A2E-498F-3E79-CB389BF9917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18713" y="2966845"/>
            <a:ext cx="534042" cy="501748"/>
          </a:xfrm>
          <a:prstGeom prst="rect">
            <a:avLst/>
          </a:prstGeom>
        </p:spPr>
      </p:pic>
      <p:pic>
        <p:nvPicPr>
          <p:cNvPr id="49" name="Graphic 48">
            <a:extLst>
              <a:ext uri="{FF2B5EF4-FFF2-40B4-BE49-F238E27FC236}">
                <a16:creationId xmlns:a16="http://schemas.microsoft.com/office/drawing/2014/main" id="{3131B273-99EF-2D57-7F02-084E1BCF066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001673" y="3013202"/>
            <a:ext cx="423425" cy="423425"/>
          </a:xfrm>
          <a:prstGeom prst="rect">
            <a:avLst/>
          </a:prstGeom>
        </p:spPr>
      </p:pic>
    </p:spTree>
    <p:extLst>
      <p:ext uri="{BB962C8B-B14F-4D97-AF65-F5344CB8AC3E}">
        <p14:creationId xmlns:p14="http://schemas.microsoft.com/office/powerpoint/2010/main" val="33403933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5C22F-2F19-CEE2-72D4-3B91209FFAB2}"/>
            </a:ext>
          </a:extLst>
        </p:cNvPr>
        <p:cNvGrpSpPr/>
        <p:nvPr/>
      </p:nvGrpSpPr>
      <p:grpSpPr>
        <a:xfrm>
          <a:off x="0" y="0"/>
          <a:ext cx="0" cy="0"/>
          <a:chOff x="0" y="0"/>
          <a:chExt cx="0" cy="0"/>
        </a:xfrm>
      </p:grpSpPr>
      <p:sp>
        <p:nvSpPr>
          <p:cNvPr id="61" name="Rectangle 60">
            <a:extLst>
              <a:ext uri="{FF2B5EF4-FFF2-40B4-BE49-F238E27FC236}">
                <a16:creationId xmlns:a16="http://schemas.microsoft.com/office/drawing/2014/main" id="{29A697DC-36D3-13BE-7245-25DAB28E6C17}"/>
              </a:ext>
            </a:extLst>
          </p:cNvPr>
          <p:cNvSpPr/>
          <p:nvPr/>
        </p:nvSpPr>
        <p:spPr>
          <a:xfrm>
            <a:off x="563566" y="2451100"/>
            <a:ext cx="13503269" cy="1852857"/>
          </a:xfrm>
          <a:prstGeom prst="rect">
            <a:avLst/>
          </a:prstGeom>
          <a:solidFill>
            <a:schemeClr val="bg1"/>
          </a:solidFill>
          <a:ln>
            <a:solidFill>
              <a:schemeClr val="accent6"/>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19" name="Title 18">
            <a:extLst>
              <a:ext uri="{FF2B5EF4-FFF2-40B4-BE49-F238E27FC236}">
                <a16:creationId xmlns:a16="http://schemas.microsoft.com/office/drawing/2014/main" id="{E3564CF3-5043-DAE7-5350-CCADD514B6A8}"/>
              </a:ext>
            </a:extLst>
          </p:cNvPr>
          <p:cNvSpPr>
            <a:spLocks noGrp="1"/>
          </p:cNvSpPr>
          <p:nvPr>
            <p:ph type="title"/>
          </p:nvPr>
        </p:nvSpPr>
        <p:spPr/>
        <p:txBody>
          <a:bodyPr vert="horz" lIns="0" tIns="0" rIns="0" bIns="0" rtlCol="0" anchor="ctr">
            <a:noAutofit/>
          </a:bodyPr>
          <a:lstStyle/>
          <a:p>
            <a:pPr>
              <a:lnSpc>
                <a:spcPts val="4350"/>
              </a:lnSpc>
            </a:pPr>
            <a:r>
              <a:rPr lang="en-US">
                <a:solidFill>
                  <a:srgbClr val="262323"/>
                </a:solidFill>
                <a:ea typeface="PP Neue Machina Bold" pitchFamily="34" charset="-122"/>
              </a:rPr>
              <a:t>Final level assessment: HR interview + Offer rollout</a:t>
            </a:r>
          </a:p>
        </p:txBody>
      </p:sp>
      <p:grpSp>
        <p:nvGrpSpPr>
          <p:cNvPr id="94" name="Group 93">
            <a:extLst>
              <a:ext uri="{FF2B5EF4-FFF2-40B4-BE49-F238E27FC236}">
                <a16:creationId xmlns:a16="http://schemas.microsoft.com/office/drawing/2014/main" id="{11CECD9D-567B-1CB6-10A0-BDBACD8AE156}"/>
              </a:ext>
            </a:extLst>
          </p:cNvPr>
          <p:cNvGrpSpPr/>
          <p:nvPr/>
        </p:nvGrpSpPr>
        <p:grpSpPr>
          <a:xfrm>
            <a:off x="563566" y="1197116"/>
            <a:ext cx="13503269" cy="889000"/>
            <a:chOff x="563566" y="1603516"/>
            <a:chExt cx="13503269" cy="889000"/>
          </a:xfrm>
        </p:grpSpPr>
        <p:sp>
          <p:nvSpPr>
            <p:cNvPr id="2" name="Rectangle 1">
              <a:extLst>
                <a:ext uri="{FF2B5EF4-FFF2-40B4-BE49-F238E27FC236}">
                  <a16:creationId xmlns:a16="http://schemas.microsoft.com/office/drawing/2014/main" id="{AB372EEB-41E6-8CEF-2CC2-1AA5059AAE64}"/>
                </a:ext>
              </a:extLst>
            </p:cNvPr>
            <p:cNvSpPr/>
            <p:nvPr/>
          </p:nvSpPr>
          <p:spPr>
            <a:xfrm>
              <a:off x="563566" y="1603516"/>
              <a:ext cx="3267849" cy="8890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4" name="Rectangle 3">
              <a:extLst>
                <a:ext uri="{FF2B5EF4-FFF2-40B4-BE49-F238E27FC236}">
                  <a16:creationId xmlns:a16="http://schemas.microsoft.com/office/drawing/2014/main" id="{AE6C2A8A-064D-5E02-A6FA-E3BAC43592B1}"/>
                </a:ext>
              </a:extLst>
            </p:cNvPr>
            <p:cNvSpPr/>
            <p:nvPr/>
          </p:nvSpPr>
          <p:spPr>
            <a:xfrm>
              <a:off x="563566" y="1603516"/>
              <a:ext cx="57583" cy="889000"/>
            </a:xfrm>
            <a:prstGeom prst="rect">
              <a:avLst/>
            </a:prstGeom>
            <a:solidFill>
              <a:schemeClr val="accent6">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5" name="TextBox 4">
              <a:extLst>
                <a:ext uri="{FF2B5EF4-FFF2-40B4-BE49-F238E27FC236}">
                  <a16:creationId xmlns:a16="http://schemas.microsoft.com/office/drawing/2014/main" id="{866E9610-7E2D-28AC-2B65-CA1C6901B9C6}"/>
                </a:ext>
              </a:extLst>
            </p:cNvPr>
            <p:cNvSpPr txBox="1"/>
            <p:nvPr/>
          </p:nvSpPr>
          <p:spPr>
            <a:xfrm>
              <a:off x="765107" y="1705116"/>
              <a:ext cx="2979932" cy="261610"/>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818181">
                      <a:lumMod val="50000"/>
                    </a:srgbClr>
                  </a:solidFill>
                  <a:effectLst/>
                  <a:uLnTx/>
                  <a:uFillTx/>
                  <a:latin typeface="Century Gothic" panose="020B0502020202020204" pitchFamily="34" charset="0"/>
                  <a:cs typeface="Arial"/>
                </a:rPr>
                <a:t>FORMAT</a:t>
              </a:r>
            </a:p>
          </p:txBody>
        </p:sp>
        <p:sp>
          <p:nvSpPr>
            <p:cNvPr id="6" name="TextBox 5">
              <a:extLst>
                <a:ext uri="{FF2B5EF4-FFF2-40B4-BE49-F238E27FC236}">
                  <a16:creationId xmlns:a16="http://schemas.microsoft.com/office/drawing/2014/main" id="{D55FCEA3-1FF9-A803-CE49-78B9717C29CF}"/>
                </a:ext>
              </a:extLst>
            </p:cNvPr>
            <p:cNvSpPr txBox="1"/>
            <p:nvPr/>
          </p:nvSpPr>
          <p:spPr>
            <a:xfrm>
              <a:off x="765107" y="1908316"/>
              <a:ext cx="2979932" cy="307777"/>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62323"/>
                  </a:solidFill>
                  <a:effectLst/>
                  <a:uLnTx/>
                  <a:uFillTx/>
                  <a:latin typeface="Century Gothic" panose="020B0502020202020204" pitchFamily="34" charset="0"/>
                  <a:cs typeface="Arial"/>
                </a:rPr>
                <a:t>Hackathon-style</a:t>
              </a:r>
            </a:p>
          </p:txBody>
        </p:sp>
        <p:sp>
          <p:nvSpPr>
            <p:cNvPr id="7" name="TextBox 6">
              <a:extLst>
                <a:ext uri="{FF2B5EF4-FFF2-40B4-BE49-F238E27FC236}">
                  <a16:creationId xmlns:a16="http://schemas.microsoft.com/office/drawing/2014/main" id="{BE4F7037-740B-A1F7-2B38-3D0D88605D69}"/>
                </a:ext>
              </a:extLst>
            </p:cNvPr>
            <p:cNvSpPr txBox="1"/>
            <p:nvPr/>
          </p:nvSpPr>
          <p:spPr>
            <a:xfrm>
              <a:off x="765107" y="2162316"/>
              <a:ext cx="2979932" cy="261610"/>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entury Gothic" panose="020B0502020202020204" pitchFamily="34" charset="0"/>
                  <a:cs typeface="Arial"/>
                </a:rPr>
                <a:t>candidate presents own solution</a:t>
              </a:r>
            </a:p>
          </p:txBody>
        </p:sp>
        <p:sp>
          <p:nvSpPr>
            <p:cNvPr id="8" name="Rectangle 7">
              <a:extLst>
                <a:ext uri="{FF2B5EF4-FFF2-40B4-BE49-F238E27FC236}">
                  <a16:creationId xmlns:a16="http://schemas.microsoft.com/office/drawing/2014/main" id="{DCDDF9A9-CFDB-90CF-DCA5-C607DE34FF8D}"/>
                </a:ext>
              </a:extLst>
            </p:cNvPr>
            <p:cNvSpPr/>
            <p:nvPr/>
          </p:nvSpPr>
          <p:spPr>
            <a:xfrm>
              <a:off x="3975373" y="1603516"/>
              <a:ext cx="3267849" cy="8890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9" name="Rectangle 8">
              <a:extLst>
                <a:ext uri="{FF2B5EF4-FFF2-40B4-BE49-F238E27FC236}">
                  <a16:creationId xmlns:a16="http://schemas.microsoft.com/office/drawing/2014/main" id="{0CAFE20E-C8AE-98CB-37A8-A4027EEEAA7C}"/>
                </a:ext>
              </a:extLst>
            </p:cNvPr>
            <p:cNvSpPr/>
            <p:nvPr/>
          </p:nvSpPr>
          <p:spPr>
            <a:xfrm>
              <a:off x="3975373" y="1603516"/>
              <a:ext cx="57583" cy="889000"/>
            </a:xfrm>
            <a:prstGeom prst="rect">
              <a:avLst/>
            </a:prstGeom>
            <a:solidFill>
              <a:schemeClr val="accent6">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10" name="TextBox 9">
              <a:extLst>
                <a:ext uri="{FF2B5EF4-FFF2-40B4-BE49-F238E27FC236}">
                  <a16:creationId xmlns:a16="http://schemas.microsoft.com/office/drawing/2014/main" id="{FA50A085-E02D-DCF0-C7AD-848DD2304A5B}"/>
                </a:ext>
              </a:extLst>
            </p:cNvPr>
            <p:cNvSpPr txBox="1"/>
            <p:nvPr/>
          </p:nvSpPr>
          <p:spPr>
            <a:xfrm>
              <a:off x="4176914" y="1705116"/>
              <a:ext cx="2979932" cy="261610"/>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818181">
                      <a:lumMod val="50000"/>
                    </a:srgbClr>
                  </a:solidFill>
                  <a:effectLst/>
                  <a:uLnTx/>
                  <a:uFillTx/>
                  <a:latin typeface="Century Gothic" panose="020B0502020202020204" pitchFamily="34" charset="0"/>
                  <a:cs typeface="Arial"/>
                </a:rPr>
                <a:t>TIMING</a:t>
              </a:r>
            </a:p>
          </p:txBody>
        </p:sp>
        <p:sp>
          <p:nvSpPr>
            <p:cNvPr id="11" name="TextBox 10">
              <a:extLst>
                <a:ext uri="{FF2B5EF4-FFF2-40B4-BE49-F238E27FC236}">
                  <a16:creationId xmlns:a16="http://schemas.microsoft.com/office/drawing/2014/main" id="{EA141ABB-57A7-C5E0-BC0B-09DEB0965D90}"/>
                </a:ext>
              </a:extLst>
            </p:cNvPr>
            <p:cNvSpPr txBox="1"/>
            <p:nvPr/>
          </p:nvSpPr>
          <p:spPr>
            <a:xfrm>
              <a:off x="4176914" y="1908316"/>
              <a:ext cx="2979932" cy="307777"/>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62323"/>
                  </a:solidFill>
                  <a:effectLst/>
                  <a:uLnTx/>
                  <a:uFillTx/>
                  <a:latin typeface="Century Gothic" panose="020B0502020202020204" pitchFamily="34" charset="0"/>
                  <a:cs typeface="Arial"/>
                </a:rPr>
                <a:t>45 minutes</a:t>
              </a:r>
            </a:p>
          </p:txBody>
        </p:sp>
        <p:sp>
          <p:nvSpPr>
            <p:cNvPr id="12" name="TextBox 11">
              <a:extLst>
                <a:ext uri="{FF2B5EF4-FFF2-40B4-BE49-F238E27FC236}">
                  <a16:creationId xmlns:a16="http://schemas.microsoft.com/office/drawing/2014/main" id="{10DD9F26-94C8-EA98-ADA1-4159D61CAE84}"/>
                </a:ext>
              </a:extLst>
            </p:cNvPr>
            <p:cNvSpPr txBox="1"/>
            <p:nvPr/>
          </p:nvSpPr>
          <p:spPr>
            <a:xfrm>
              <a:off x="4176914" y="2162316"/>
              <a:ext cx="2979932" cy="261610"/>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entury Gothic" panose="020B0502020202020204" pitchFamily="34" charset="0"/>
                  <a:cs typeface="Arial"/>
                </a:rPr>
                <a:t>f2f or online</a:t>
              </a:r>
            </a:p>
          </p:txBody>
        </p:sp>
        <p:sp>
          <p:nvSpPr>
            <p:cNvPr id="13" name="Rectangle 12">
              <a:extLst>
                <a:ext uri="{FF2B5EF4-FFF2-40B4-BE49-F238E27FC236}">
                  <a16:creationId xmlns:a16="http://schemas.microsoft.com/office/drawing/2014/main" id="{E68D5D95-54D4-EFF6-AC77-13DD77E20AED}"/>
                </a:ext>
              </a:extLst>
            </p:cNvPr>
            <p:cNvSpPr/>
            <p:nvPr/>
          </p:nvSpPr>
          <p:spPr>
            <a:xfrm>
              <a:off x="7387180" y="1603516"/>
              <a:ext cx="3267849" cy="8890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14" name="Rectangle 13">
              <a:extLst>
                <a:ext uri="{FF2B5EF4-FFF2-40B4-BE49-F238E27FC236}">
                  <a16:creationId xmlns:a16="http://schemas.microsoft.com/office/drawing/2014/main" id="{EEE4F6C7-198D-7D65-8532-B849531B8AC1}"/>
                </a:ext>
              </a:extLst>
            </p:cNvPr>
            <p:cNvSpPr/>
            <p:nvPr/>
          </p:nvSpPr>
          <p:spPr>
            <a:xfrm>
              <a:off x="7387180" y="1603516"/>
              <a:ext cx="57583" cy="889000"/>
            </a:xfrm>
            <a:prstGeom prst="rect">
              <a:avLst/>
            </a:prstGeom>
            <a:solidFill>
              <a:schemeClr val="accent6">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15" name="TextBox 14">
              <a:extLst>
                <a:ext uri="{FF2B5EF4-FFF2-40B4-BE49-F238E27FC236}">
                  <a16:creationId xmlns:a16="http://schemas.microsoft.com/office/drawing/2014/main" id="{CFEC39FD-6B41-AB13-644D-974BCDE34C30}"/>
                </a:ext>
              </a:extLst>
            </p:cNvPr>
            <p:cNvSpPr txBox="1"/>
            <p:nvPr/>
          </p:nvSpPr>
          <p:spPr>
            <a:xfrm>
              <a:off x="7588721" y="1705116"/>
              <a:ext cx="2979932" cy="261610"/>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818181">
                      <a:lumMod val="50000"/>
                    </a:srgbClr>
                  </a:solidFill>
                  <a:effectLst/>
                  <a:uLnTx/>
                  <a:uFillTx/>
                  <a:latin typeface="Century Gothic" panose="020B0502020202020204" pitchFamily="34" charset="0"/>
                  <a:cs typeface="Arial"/>
                </a:rPr>
                <a:t>PANEL</a:t>
              </a:r>
            </a:p>
          </p:txBody>
        </p:sp>
        <p:sp>
          <p:nvSpPr>
            <p:cNvPr id="16" name="TextBox 15">
              <a:extLst>
                <a:ext uri="{FF2B5EF4-FFF2-40B4-BE49-F238E27FC236}">
                  <a16:creationId xmlns:a16="http://schemas.microsoft.com/office/drawing/2014/main" id="{9ECAF0C0-50C8-35A0-7811-F52AAB24258F}"/>
                </a:ext>
              </a:extLst>
            </p:cNvPr>
            <p:cNvSpPr txBox="1"/>
            <p:nvPr/>
          </p:nvSpPr>
          <p:spPr>
            <a:xfrm>
              <a:off x="7588721" y="1908316"/>
              <a:ext cx="2979932" cy="307777"/>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62323"/>
                  </a:solidFill>
                  <a:effectLst/>
                  <a:uLnTx/>
                  <a:uFillTx/>
                  <a:latin typeface="Century Gothic" panose="020B0502020202020204" pitchFamily="34" charset="0"/>
                  <a:cs typeface="Arial"/>
                </a:rPr>
                <a:t>HR + hiring manager</a:t>
              </a:r>
            </a:p>
          </p:txBody>
        </p:sp>
        <p:sp>
          <p:nvSpPr>
            <p:cNvPr id="17" name="TextBox 16">
              <a:extLst>
                <a:ext uri="{FF2B5EF4-FFF2-40B4-BE49-F238E27FC236}">
                  <a16:creationId xmlns:a16="http://schemas.microsoft.com/office/drawing/2014/main" id="{6D9903EF-6FF9-C018-3C10-231E0841E6A3}"/>
                </a:ext>
              </a:extLst>
            </p:cNvPr>
            <p:cNvSpPr txBox="1"/>
            <p:nvPr/>
          </p:nvSpPr>
          <p:spPr>
            <a:xfrm>
              <a:off x="7588721" y="2162316"/>
              <a:ext cx="2979932" cy="261610"/>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entury Gothic" panose="020B0502020202020204" pitchFamily="34" charset="0"/>
                  <a:cs typeface="Arial"/>
                </a:rPr>
                <a:t>values, motivation, growth</a:t>
              </a:r>
            </a:p>
          </p:txBody>
        </p:sp>
        <p:sp>
          <p:nvSpPr>
            <p:cNvPr id="18" name="Rectangle 17">
              <a:extLst>
                <a:ext uri="{FF2B5EF4-FFF2-40B4-BE49-F238E27FC236}">
                  <a16:creationId xmlns:a16="http://schemas.microsoft.com/office/drawing/2014/main" id="{66A20737-A9A2-9685-2A9C-59AE1A4FC683}"/>
                </a:ext>
              </a:extLst>
            </p:cNvPr>
            <p:cNvSpPr/>
            <p:nvPr/>
          </p:nvSpPr>
          <p:spPr>
            <a:xfrm>
              <a:off x="10798986" y="1603516"/>
              <a:ext cx="3267849" cy="8890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0" name="Rectangle 19">
              <a:extLst>
                <a:ext uri="{FF2B5EF4-FFF2-40B4-BE49-F238E27FC236}">
                  <a16:creationId xmlns:a16="http://schemas.microsoft.com/office/drawing/2014/main" id="{E15BFB22-6BB0-6BB6-D923-782EDE1A67BB}"/>
                </a:ext>
              </a:extLst>
            </p:cNvPr>
            <p:cNvSpPr/>
            <p:nvPr/>
          </p:nvSpPr>
          <p:spPr>
            <a:xfrm>
              <a:off x="10798986" y="1603516"/>
              <a:ext cx="57583" cy="889000"/>
            </a:xfrm>
            <a:prstGeom prst="rect">
              <a:avLst/>
            </a:prstGeom>
            <a:solidFill>
              <a:schemeClr val="accent6">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1" name="TextBox 20">
              <a:extLst>
                <a:ext uri="{FF2B5EF4-FFF2-40B4-BE49-F238E27FC236}">
                  <a16:creationId xmlns:a16="http://schemas.microsoft.com/office/drawing/2014/main" id="{A3B9017D-135C-D6F0-B56A-9CA940C44B90}"/>
                </a:ext>
              </a:extLst>
            </p:cNvPr>
            <p:cNvSpPr txBox="1"/>
            <p:nvPr/>
          </p:nvSpPr>
          <p:spPr>
            <a:xfrm>
              <a:off x="11000528" y="1705116"/>
              <a:ext cx="2979932" cy="261610"/>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818181">
                      <a:lumMod val="50000"/>
                    </a:srgbClr>
                  </a:solidFill>
                  <a:effectLst/>
                  <a:uLnTx/>
                  <a:uFillTx/>
                  <a:latin typeface="Century Gothic" panose="020B0502020202020204" pitchFamily="34" charset="0"/>
                  <a:cs typeface="Arial"/>
                </a:rPr>
                <a:t>OUTCOME</a:t>
              </a:r>
            </a:p>
          </p:txBody>
        </p:sp>
        <p:sp>
          <p:nvSpPr>
            <p:cNvPr id="22" name="TextBox 21">
              <a:extLst>
                <a:ext uri="{FF2B5EF4-FFF2-40B4-BE49-F238E27FC236}">
                  <a16:creationId xmlns:a16="http://schemas.microsoft.com/office/drawing/2014/main" id="{30F69C98-7772-E7F4-93F9-D9FC20FB1FC0}"/>
                </a:ext>
              </a:extLst>
            </p:cNvPr>
            <p:cNvSpPr txBox="1"/>
            <p:nvPr/>
          </p:nvSpPr>
          <p:spPr>
            <a:xfrm>
              <a:off x="11000528" y="1908316"/>
              <a:ext cx="2979932" cy="307777"/>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62323"/>
                  </a:solidFill>
                  <a:effectLst/>
                  <a:uLnTx/>
                  <a:uFillTx/>
                  <a:latin typeface="Century Gothic" panose="020B0502020202020204" pitchFamily="34" charset="0"/>
                  <a:cs typeface="Arial"/>
                </a:rPr>
                <a:t>Offer rollout</a:t>
              </a:r>
            </a:p>
          </p:txBody>
        </p:sp>
        <p:sp>
          <p:nvSpPr>
            <p:cNvPr id="23" name="TextBox 22">
              <a:extLst>
                <a:ext uri="{FF2B5EF4-FFF2-40B4-BE49-F238E27FC236}">
                  <a16:creationId xmlns:a16="http://schemas.microsoft.com/office/drawing/2014/main" id="{F77C55E8-2BE0-569F-ABF9-780CBBD299DB}"/>
                </a:ext>
              </a:extLst>
            </p:cNvPr>
            <p:cNvSpPr txBox="1"/>
            <p:nvPr/>
          </p:nvSpPr>
          <p:spPr>
            <a:xfrm>
              <a:off x="11000528" y="2162316"/>
              <a:ext cx="2979932" cy="261610"/>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entury Gothic" panose="020B0502020202020204" pitchFamily="34" charset="0"/>
                  <a:cs typeface="Arial"/>
                </a:rPr>
                <a:t>role, location, benefits</a:t>
              </a:r>
            </a:p>
          </p:txBody>
        </p:sp>
      </p:grpSp>
      <p:sp>
        <p:nvSpPr>
          <p:cNvPr id="24" name="TextBox 23">
            <a:extLst>
              <a:ext uri="{FF2B5EF4-FFF2-40B4-BE49-F238E27FC236}">
                <a16:creationId xmlns:a16="http://schemas.microsoft.com/office/drawing/2014/main" id="{4FDD293C-3B00-2623-0342-00D80C34EAE3}"/>
              </a:ext>
            </a:extLst>
          </p:cNvPr>
          <p:cNvSpPr txBox="1"/>
          <p:nvPr/>
        </p:nvSpPr>
        <p:spPr>
          <a:xfrm>
            <a:off x="765107" y="2288859"/>
            <a:ext cx="2363351" cy="338554"/>
          </a:xfrm>
          <a:prstGeom prst="rect">
            <a:avLst/>
          </a:prstGeom>
          <a:solidFill>
            <a:schemeClr val="accent6"/>
          </a:solid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Century Gothic" panose="020B0502020202020204" pitchFamily="34" charset="0"/>
                <a:cs typeface="Arial"/>
              </a:rPr>
              <a:t>WHAT WE EVALUATE</a:t>
            </a:r>
          </a:p>
        </p:txBody>
      </p:sp>
      <p:sp>
        <p:nvSpPr>
          <p:cNvPr id="53" name="Rounded Rectangle 52">
            <a:extLst>
              <a:ext uri="{FF2B5EF4-FFF2-40B4-BE49-F238E27FC236}">
                <a16:creationId xmlns:a16="http://schemas.microsoft.com/office/drawing/2014/main" id="{7746E8BB-C2C5-A730-696C-018D356189F1}"/>
              </a:ext>
            </a:extLst>
          </p:cNvPr>
          <p:cNvSpPr/>
          <p:nvPr/>
        </p:nvSpPr>
        <p:spPr>
          <a:xfrm>
            <a:off x="563566" y="7324895"/>
            <a:ext cx="13503269" cy="367731"/>
          </a:xfrm>
          <a:prstGeom prst="roundRect">
            <a:avLst>
              <a:gd name="adj" fmla="val 11212"/>
            </a:avLst>
          </a:prstGeom>
          <a:solidFill>
            <a:schemeClr val="tx1">
              <a:lumMod val="75000"/>
              <a:lumOff val="25000"/>
            </a:schemeClr>
          </a:solidFill>
          <a:ln w="12700" cap="flat" cmpd="sng" algn="ctr">
            <a:solidFill>
              <a:schemeClr val="accent6">
                <a:lumMod val="75000"/>
              </a:scheme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50" name="TextBox 49">
            <a:extLst>
              <a:ext uri="{FF2B5EF4-FFF2-40B4-BE49-F238E27FC236}">
                <a16:creationId xmlns:a16="http://schemas.microsoft.com/office/drawing/2014/main" id="{631E7DAE-47AE-6E0E-3883-E05F40F5BF5F}"/>
              </a:ext>
            </a:extLst>
          </p:cNvPr>
          <p:cNvSpPr txBox="1"/>
          <p:nvPr/>
        </p:nvSpPr>
        <p:spPr>
          <a:xfrm>
            <a:off x="773256" y="7350295"/>
            <a:ext cx="13083888" cy="307777"/>
          </a:xfrm>
          <a:prstGeom prst="rect">
            <a:avLst/>
          </a:prstGeom>
          <a:noFill/>
        </p:spPr>
        <p:txBody>
          <a:bodyPr vertOverflow="overflow" vert="horz"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entury Gothic" panose="020B0502020202020204" pitchFamily="34" charset="0"/>
                <a:cs typeface="Arial"/>
              </a:rPr>
              <a:t>Goal: a confident yes from both sides — clear offer, clear ramp, clear first 90 days.</a:t>
            </a:r>
          </a:p>
        </p:txBody>
      </p:sp>
      <p:grpSp>
        <p:nvGrpSpPr>
          <p:cNvPr id="93" name="Group 92">
            <a:extLst>
              <a:ext uri="{FF2B5EF4-FFF2-40B4-BE49-F238E27FC236}">
                <a16:creationId xmlns:a16="http://schemas.microsoft.com/office/drawing/2014/main" id="{06575B42-F089-20E2-3382-49EC9AD3DF26}"/>
              </a:ext>
            </a:extLst>
          </p:cNvPr>
          <p:cNvGrpSpPr/>
          <p:nvPr/>
        </p:nvGrpSpPr>
        <p:grpSpPr>
          <a:xfrm>
            <a:off x="1192357" y="2772033"/>
            <a:ext cx="12405130" cy="1341133"/>
            <a:chOff x="538166" y="3064016"/>
            <a:chExt cx="13503269" cy="1455348"/>
          </a:xfrm>
        </p:grpSpPr>
        <p:sp>
          <p:nvSpPr>
            <p:cNvPr id="25" name="Rectangle 24">
              <a:extLst>
                <a:ext uri="{FF2B5EF4-FFF2-40B4-BE49-F238E27FC236}">
                  <a16:creationId xmlns:a16="http://schemas.microsoft.com/office/drawing/2014/main" id="{58CF0C4C-3899-DBC1-6B17-E9E32AAF2CFF}"/>
                </a:ext>
              </a:extLst>
            </p:cNvPr>
            <p:cNvSpPr/>
            <p:nvPr/>
          </p:nvSpPr>
          <p:spPr>
            <a:xfrm>
              <a:off x="538166" y="3064016"/>
              <a:ext cx="4289951" cy="1455348"/>
            </a:xfrm>
            <a:prstGeom prst="rect">
              <a:avLst/>
            </a:prstGeom>
            <a:solidFill>
              <a:srgbClr val="FFFFFF"/>
            </a:solidFill>
            <a:ln w="9525" cap="flat" cmpd="sng" algn="ctr">
              <a:solidFill>
                <a:schemeClr val="accent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6" name="Rectangle 25">
              <a:extLst>
                <a:ext uri="{FF2B5EF4-FFF2-40B4-BE49-F238E27FC236}">
                  <a16:creationId xmlns:a16="http://schemas.microsoft.com/office/drawing/2014/main" id="{74DAF31E-BD56-2531-2235-E66F7D69F6D6}"/>
                </a:ext>
              </a:extLst>
            </p:cNvPr>
            <p:cNvSpPr/>
            <p:nvPr/>
          </p:nvSpPr>
          <p:spPr>
            <a:xfrm>
              <a:off x="538166" y="3064016"/>
              <a:ext cx="4289951" cy="76200"/>
            </a:xfrm>
            <a:prstGeom prst="rect">
              <a:avLst/>
            </a:prstGeom>
            <a:solidFill>
              <a:srgbClr val="00856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7" name="TextBox 26">
              <a:extLst>
                <a:ext uri="{FF2B5EF4-FFF2-40B4-BE49-F238E27FC236}">
                  <a16:creationId xmlns:a16="http://schemas.microsoft.com/office/drawing/2014/main" id="{1D43F181-3276-DF69-750F-5EF53E531106}"/>
                </a:ext>
              </a:extLst>
            </p:cNvPr>
            <p:cNvSpPr txBox="1"/>
            <p:nvPr/>
          </p:nvSpPr>
          <p:spPr>
            <a:xfrm>
              <a:off x="1416311" y="3292616"/>
              <a:ext cx="3181473" cy="400785"/>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6350"/>
                  </a:solidFill>
                  <a:effectLst/>
                  <a:uLnTx/>
                  <a:uFillTx/>
                  <a:latin typeface="Century Gothic" panose="020B0502020202020204" pitchFamily="34" charset="0"/>
                  <a:cs typeface="Arial"/>
                </a:rPr>
                <a:t>Behavior</a:t>
              </a:r>
            </a:p>
          </p:txBody>
        </p:sp>
        <p:sp>
          <p:nvSpPr>
            <p:cNvPr id="28" name="Rectangle 27">
              <a:extLst>
                <a:ext uri="{FF2B5EF4-FFF2-40B4-BE49-F238E27FC236}">
                  <a16:creationId xmlns:a16="http://schemas.microsoft.com/office/drawing/2014/main" id="{F98B3F78-D556-0D02-56CB-E811172C2801}"/>
                </a:ext>
              </a:extLst>
            </p:cNvPr>
            <p:cNvSpPr/>
            <p:nvPr/>
          </p:nvSpPr>
          <p:spPr>
            <a:xfrm>
              <a:off x="768499" y="3724416"/>
              <a:ext cx="3829285" cy="12700"/>
            </a:xfrm>
            <a:prstGeom prst="rect">
              <a:avLst/>
            </a:prstGeom>
            <a:solidFill>
              <a:srgbClr val="E5E3D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9" name="TextBox 28">
              <a:extLst>
                <a:ext uri="{FF2B5EF4-FFF2-40B4-BE49-F238E27FC236}">
                  <a16:creationId xmlns:a16="http://schemas.microsoft.com/office/drawing/2014/main" id="{AAFE799C-1BDA-4BDC-42BC-A438CCB5900C}"/>
                </a:ext>
              </a:extLst>
            </p:cNvPr>
            <p:cNvSpPr txBox="1"/>
            <p:nvPr/>
          </p:nvSpPr>
          <p:spPr>
            <a:xfrm>
              <a:off x="768499" y="3838716"/>
              <a:ext cx="3829284" cy="567779"/>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62323"/>
                  </a:solidFill>
                  <a:effectLst/>
                  <a:uLnTx/>
                  <a:uFillTx/>
                  <a:latin typeface="Century Gothic" panose="020B0502020202020204" pitchFamily="34" charset="0"/>
                  <a:cs typeface="Arial"/>
                </a:rPr>
                <a:t>How they handled past conflict, ambiguity, and ownership calls</a:t>
              </a:r>
            </a:p>
          </p:txBody>
        </p:sp>
        <p:sp>
          <p:nvSpPr>
            <p:cNvPr id="30" name="Rectangle 29">
              <a:extLst>
                <a:ext uri="{FF2B5EF4-FFF2-40B4-BE49-F238E27FC236}">
                  <a16:creationId xmlns:a16="http://schemas.microsoft.com/office/drawing/2014/main" id="{0A5006FF-B485-8B11-FA30-48A0C93F1175}"/>
                </a:ext>
              </a:extLst>
            </p:cNvPr>
            <p:cNvSpPr/>
            <p:nvPr/>
          </p:nvSpPr>
          <p:spPr>
            <a:xfrm>
              <a:off x="5144825" y="3064016"/>
              <a:ext cx="4289951" cy="1455348"/>
            </a:xfrm>
            <a:prstGeom prst="rect">
              <a:avLst/>
            </a:prstGeom>
            <a:solidFill>
              <a:srgbClr val="FFFFFF"/>
            </a:solidFill>
            <a:ln w="9525" cap="flat" cmpd="sng" algn="ctr">
              <a:solidFill>
                <a:schemeClr val="accent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1" name="Rectangle 30">
              <a:extLst>
                <a:ext uri="{FF2B5EF4-FFF2-40B4-BE49-F238E27FC236}">
                  <a16:creationId xmlns:a16="http://schemas.microsoft.com/office/drawing/2014/main" id="{9FA32F34-C8E8-76DB-558D-09CD30C2A029}"/>
                </a:ext>
              </a:extLst>
            </p:cNvPr>
            <p:cNvSpPr/>
            <p:nvPr/>
          </p:nvSpPr>
          <p:spPr>
            <a:xfrm>
              <a:off x="5144825" y="3064016"/>
              <a:ext cx="4289951" cy="76200"/>
            </a:xfrm>
            <a:prstGeom prst="rect">
              <a:avLst/>
            </a:prstGeom>
            <a:solidFill>
              <a:schemeClr val="accent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2" name="TextBox 31">
              <a:extLst>
                <a:ext uri="{FF2B5EF4-FFF2-40B4-BE49-F238E27FC236}">
                  <a16:creationId xmlns:a16="http://schemas.microsoft.com/office/drawing/2014/main" id="{D27DE953-318F-9887-39F3-16279D98113D}"/>
                </a:ext>
              </a:extLst>
            </p:cNvPr>
            <p:cNvSpPr txBox="1"/>
            <p:nvPr/>
          </p:nvSpPr>
          <p:spPr>
            <a:xfrm>
              <a:off x="6022970" y="3292616"/>
              <a:ext cx="3181473" cy="400785"/>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8C005A"/>
                  </a:solidFill>
                  <a:effectLst/>
                  <a:uLnTx/>
                  <a:uFillTx/>
                  <a:latin typeface="Century Gothic" panose="020B0502020202020204" pitchFamily="34" charset="0"/>
                  <a:cs typeface="Arial"/>
                </a:rPr>
                <a:t>Attitude</a:t>
              </a:r>
            </a:p>
          </p:txBody>
        </p:sp>
        <p:sp>
          <p:nvSpPr>
            <p:cNvPr id="33" name="Rectangle 32">
              <a:extLst>
                <a:ext uri="{FF2B5EF4-FFF2-40B4-BE49-F238E27FC236}">
                  <a16:creationId xmlns:a16="http://schemas.microsoft.com/office/drawing/2014/main" id="{A9670388-794B-F9CE-88A7-F23A76B26C9C}"/>
                </a:ext>
              </a:extLst>
            </p:cNvPr>
            <p:cNvSpPr/>
            <p:nvPr/>
          </p:nvSpPr>
          <p:spPr>
            <a:xfrm>
              <a:off x="5375158" y="3724416"/>
              <a:ext cx="3829285" cy="12700"/>
            </a:xfrm>
            <a:prstGeom prst="rect">
              <a:avLst/>
            </a:prstGeom>
            <a:solidFill>
              <a:srgbClr val="E5E3D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4" name="TextBox 33">
              <a:extLst>
                <a:ext uri="{FF2B5EF4-FFF2-40B4-BE49-F238E27FC236}">
                  <a16:creationId xmlns:a16="http://schemas.microsoft.com/office/drawing/2014/main" id="{BACD35FE-979A-626C-4466-A51088D97A2D}"/>
                </a:ext>
              </a:extLst>
            </p:cNvPr>
            <p:cNvSpPr txBox="1"/>
            <p:nvPr/>
          </p:nvSpPr>
          <p:spPr>
            <a:xfrm>
              <a:off x="5375158" y="3838716"/>
              <a:ext cx="3829284" cy="567779"/>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62323"/>
                  </a:solidFill>
                  <a:effectLst/>
                  <a:uLnTx/>
                  <a:uFillTx/>
                  <a:latin typeface="Century Gothic" panose="020B0502020202020204" pitchFamily="34" charset="0"/>
                  <a:cs typeface="Arial"/>
                </a:rPr>
                <a:t>Curiosity, resilience, response to feedback and being challenged</a:t>
              </a:r>
            </a:p>
          </p:txBody>
        </p:sp>
        <p:sp>
          <p:nvSpPr>
            <p:cNvPr id="35" name="Rectangle 34">
              <a:extLst>
                <a:ext uri="{FF2B5EF4-FFF2-40B4-BE49-F238E27FC236}">
                  <a16:creationId xmlns:a16="http://schemas.microsoft.com/office/drawing/2014/main" id="{4F90193F-F6D9-A75F-9E65-63F9E07EF672}"/>
                </a:ext>
              </a:extLst>
            </p:cNvPr>
            <p:cNvSpPr/>
            <p:nvPr/>
          </p:nvSpPr>
          <p:spPr>
            <a:xfrm>
              <a:off x="9751484" y="3064016"/>
              <a:ext cx="4289951" cy="1455348"/>
            </a:xfrm>
            <a:prstGeom prst="rect">
              <a:avLst/>
            </a:prstGeom>
            <a:solidFill>
              <a:srgbClr val="FFFFFF"/>
            </a:solidFill>
            <a:ln w="9525" cap="flat" cmpd="sng" algn="ctr">
              <a:solidFill>
                <a:schemeClr val="accent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6" name="Rectangle 35">
              <a:extLst>
                <a:ext uri="{FF2B5EF4-FFF2-40B4-BE49-F238E27FC236}">
                  <a16:creationId xmlns:a16="http://schemas.microsoft.com/office/drawing/2014/main" id="{06A0B9E8-CCA5-392F-6953-6C0A0242FEA9}"/>
                </a:ext>
              </a:extLst>
            </p:cNvPr>
            <p:cNvSpPr/>
            <p:nvPr/>
          </p:nvSpPr>
          <p:spPr>
            <a:xfrm>
              <a:off x="9751484" y="3064016"/>
              <a:ext cx="4289951" cy="76200"/>
            </a:xfrm>
            <a:prstGeom prst="rect">
              <a:avLst/>
            </a:prstGeom>
            <a:solidFill>
              <a:schemeClr val="accent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7" name="TextBox 36">
              <a:extLst>
                <a:ext uri="{FF2B5EF4-FFF2-40B4-BE49-F238E27FC236}">
                  <a16:creationId xmlns:a16="http://schemas.microsoft.com/office/drawing/2014/main" id="{5C4F464B-3AC2-7CF7-F864-288527015397}"/>
                </a:ext>
              </a:extLst>
            </p:cNvPr>
            <p:cNvSpPr txBox="1"/>
            <p:nvPr/>
          </p:nvSpPr>
          <p:spPr>
            <a:xfrm>
              <a:off x="10629628" y="3292616"/>
              <a:ext cx="3181473" cy="400785"/>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5937AF"/>
                  </a:solidFill>
                  <a:effectLst/>
                  <a:uLnTx/>
                  <a:uFillTx/>
                  <a:latin typeface="Century Gothic" panose="020B0502020202020204" pitchFamily="34" charset="0"/>
                  <a:cs typeface="Arial"/>
                </a:rPr>
                <a:t>Personality fit</a:t>
              </a:r>
            </a:p>
          </p:txBody>
        </p:sp>
        <p:sp>
          <p:nvSpPr>
            <p:cNvPr id="38" name="Rectangle 37">
              <a:extLst>
                <a:ext uri="{FF2B5EF4-FFF2-40B4-BE49-F238E27FC236}">
                  <a16:creationId xmlns:a16="http://schemas.microsoft.com/office/drawing/2014/main" id="{014A0267-9675-6D34-33F0-A14DBF29A633}"/>
                </a:ext>
              </a:extLst>
            </p:cNvPr>
            <p:cNvSpPr/>
            <p:nvPr/>
          </p:nvSpPr>
          <p:spPr>
            <a:xfrm>
              <a:off x="9981817" y="3724416"/>
              <a:ext cx="3829285" cy="12700"/>
            </a:xfrm>
            <a:prstGeom prst="rect">
              <a:avLst/>
            </a:prstGeom>
            <a:solidFill>
              <a:srgbClr val="E5E3D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9" name="TextBox 38">
              <a:extLst>
                <a:ext uri="{FF2B5EF4-FFF2-40B4-BE49-F238E27FC236}">
                  <a16:creationId xmlns:a16="http://schemas.microsoft.com/office/drawing/2014/main" id="{12FD3FE1-E2F3-0642-2EA1-4A84CD93278B}"/>
                </a:ext>
              </a:extLst>
            </p:cNvPr>
            <p:cNvSpPr txBox="1"/>
            <p:nvPr/>
          </p:nvSpPr>
          <p:spPr>
            <a:xfrm>
              <a:off x="9981817" y="3838716"/>
              <a:ext cx="3829284" cy="567779"/>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62323"/>
                  </a:solidFill>
                  <a:effectLst/>
                  <a:uLnTx/>
                  <a:uFillTx/>
                  <a:latin typeface="Century Gothic" panose="020B0502020202020204" pitchFamily="34" charset="0"/>
                  <a:cs typeface="Arial"/>
                </a:rPr>
                <a:t>Values alignment, collaboration style, long-term motivation</a:t>
              </a:r>
            </a:p>
          </p:txBody>
        </p:sp>
        <p:pic>
          <p:nvPicPr>
            <p:cNvPr id="47" name="Graphic 46">
              <a:extLst>
                <a:ext uri="{FF2B5EF4-FFF2-40B4-BE49-F238E27FC236}">
                  <a16:creationId xmlns:a16="http://schemas.microsoft.com/office/drawing/2014/main" id="{1AC6B7D9-1421-916B-8D6D-72E4D926005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837611" y="3114128"/>
              <a:ext cx="643467" cy="643467"/>
            </a:xfrm>
            <a:prstGeom prst="rect">
              <a:avLst/>
            </a:prstGeom>
          </p:spPr>
        </p:pic>
        <p:pic>
          <p:nvPicPr>
            <p:cNvPr id="49" name="Graphic 48">
              <a:extLst>
                <a:ext uri="{FF2B5EF4-FFF2-40B4-BE49-F238E27FC236}">
                  <a16:creationId xmlns:a16="http://schemas.microsoft.com/office/drawing/2014/main" id="{9584DD13-30BC-41C6-04AE-F084A8699C9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47072" y="3210264"/>
              <a:ext cx="473651" cy="473651"/>
            </a:xfrm>
            <a:prstGeom prst="rect">
              <a:avLst/>
            </a:prstGeom>
          </p:spPr>
        </p:pic>
        <p:pic>
          <p:nvPicPr>
            <p:cNvPr id="43" name="Graphic 42">
              <a:extLst>
                <a:ext uri="{FF2B5EF4-FFF2-40B4-BE49-F238E27FC236}">
                  <a16:creationId xmlns:a16="http://schemas.microsoft.com/office/drawing/2014/main" id="{FF6E3CA6-8EA4-6C50-2A20-82E3AE5AB18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77978" y="3165616"/>
              <a:ext cx="508000" cy="508000"/>
            </a:xfrm>
            <a:prstGeom prst="rect">
              <a:avLst/>
            </a:prstGeom>
          </p:spPr>
        </p:pic>
      </p:grpSp>
      <p:grpSp>
        <p:nvGrpSpPr>
          <p:cNvPr id="112" name="Group 111">
            <a:extLst>
              <a:ext uri="{FF2B5EF4-FFF2-40B4-BE49-F238E27FC236}">
                <a16:creationId xmlns:a16="http://schemas.microsoft.com/office/drawing/2014/main" id="{D30163E7-4B39-FDB9-37B8-C863DD4F7E61}"/>
              </a:ext>
            </a:extLst>
          </p:cNvPr>
          <p:cNvGrpSpPr/>
          <p:nvPr/>
        </p:nvGrpSpPr>
        <p:grpSpPr>
          <a:xfrm>
            <a:off x="563566" y="6215074"/>
            <a:ext cx="13503269" cy="949184"/>
            <a:chOff x="224798" y="6215074"/>
            <a:chExt cx="14180804" cy="949184"/>
          </a:xfrm>
        </p:grpSpPr>
        <p:sp>
          <p:nvSpPr>
            <p:cNvPr id="41" name="Rectangle 40">
              <a:extLst>
                <a:ext uri="{FF2B5EF4-FFF2-40B4-BE49-F238E27FC236}">
                  <a16:creationId xmlns:a16="http://schemas.microsoft.com/office/drawing/2014/main" id="{44249B31-0798-FF7A-B960-68B646351620}"/>
                </a:ext>
              </a:extLst>
            </p:cNvPr>
            <p:cNvSpPr/>
            <p:nvPr/>
          </p:nvSpPr>
          <p:spPr>
            <a:xfrm>
              <a:off x="224798" y="6215074"/>
              <a:ext cx="14180804" cy="949184"/>
            </a:xfrm>
            <a:prstGeom prst="rect">
              <a:avLst/>
            </a:prstGeom>
            <a:solidFill>
              <a:schemeClr val="accent6">
                <a:lumMod val="75000"/>
                <a:alpha val="5000"/>
              </a:schemeClr>
            </a:solidFill>
            <a:ln w="12700" cap="flat" cmpd="sng" algn="ctr">
              <a:solidFill>
                <a:schemeClr val="accent6">
                  <a:lumMod val="75000"/>
                </a:scheme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 name="TextBox 2">
              <a:extLst>
                <a:ext uri="{FF2B5EF4-FFF2-40B4-BE49-F238E27FC236}">
                  <a16:creationId xmlns:a16="http://schemas.microsoft.com/office/drawing/2014/main" id="{65858A63-432F-306D-FD4F-9EABE1C259A5}"/>
                </a:ext>
              </a:extLst>
            </p:cNvPr>
            <p:cNvSpPr txBox="1"/>
            <p:nvPr/>
          </p:nvSpPr>
          <p:spPr>
            <a:xfrm>
              <a:off x="619125" y="6364157"/>
              <a:ext cx="3746500" cy="292388"/>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000000"/>
                  </a:solidFill>
                  <a:effectLst/>
                  <a:uLnTx/>
                  <a:uFillTx/>
                  <a:latin typeface="Century Gothic" panose="020B0502020202020204" pitchFamily="34" charset="0"/>
                  <a:cs typeface="Arial"/>
                </a:rPr>
                <a:t>Week 1 — Onboarding</a:t>
              </a:r>
            </a:p>
          </p:txBody>
        </p:sp>
        <p:sp>
          <p:nvSpPr>
            <p:cNvPr id="48" name="TextBox 47">
              <a:extLst>
                <a:ext uri="{FF2B5EF4-FFF2-40B4-BE49-F238E27FC236}">
                  <a16:creationId xmlns:a16="http://schemas.microsoft.com/office/drawing/2014/main" id="{BF9D8EF6-2BD6-E730-E444-D5CCDC879353}"/>
                </a:ext>
              </a:extLst>
            </p:cNvPr>
            <p:cNvSpPr txBox="1"/>
            <p:nvPr/>
          </p:nvSpPr>
          <p:spPr>
            <a:xfrm>
              <a:off x="619125" y="6643557"/>
              <a:ext cx="3746500" cy="261610"/>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000000"/>
                  </a:solidFill>
                  <a:effectLst/>
                  <a:uLnTx/>
                  <a:uFillTx/>
                  <a:latin typeface="Century Gothic" panose="020B0502020202020204" pitchFamily="34" charset="0"/>
                  <a:cs typeface="Arial"/>
                </a:rPr>
                <a:t>Tooling, access, team intros, buddy assignment</a:t>
              </a:r>
            </a:p>
          </p:txBody>
        </p:sp>
        <p:sp>
          <p:nvSpPr>
            <p:cNvPr id="52" name="TextBox 51">
              <a:extLst>
                <a:ext uri="{FF2B5EF4-FFF2-40B4-BE49-F238E27FC236}">
                  <a16:creationId xmlns:a16="http://schemas.microsoft.com/office/drawing/2014/main" id="{5226583B-5C35-E20A-CB96-EF8893A12A35}"/>
                </a:ext>
              </a:extLst>
            </p:cNvPr>
            <p:cNvSpPr txBox="1"/>
            <p:nvPr/>
          </p:nvSpPr>
          <p:spPr>
            <a:xfrm>
              <a:off x="619125" y="6884857"/>
              <a:ext cx="3746500" cy="254000"/>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Century Gothic" panose="020B0502020202020204" pitchFamily="34" charset="0"/>
                  <a:cs typeface="Arial"/>
                </a:rPr>
                <a:t>[ to be added by TA / HR ]</a:t>
              </a:r>
            </a:p>
          </p:txBody>
        </p:sp>
        <p:sp>
          <p:nvSpPr>
            <p:cNvPr id="55" name="TextBox 54">
              <a:extLst>
                <a:ext uri="{FF2B5EF4-FFF2-40B4-BE49-F238E27FC236}">
                  <a16:creationId xmlns:a16="http://schemas.microsoft.com/office/drawing/2014/main" id="{60D2061F-E85A-DA98-87B9-9654E114F5D5}"/>
                </a:ext>
              </a:extLst>
            </p:cNvPr>
            <p:cNvSpPr txBox="1"/>
            <p:nvPr/>
          </p:nvSpPr>
          <p:spPr>
            <a:xfrm>
              <a:off x="5144825" y="6364157"/>
              <a:ext cx="4422398" cy="292388"/>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000000"/>
                  </a:solidFill>
                  <a:effectLst/>
                  <a:uLnTx/>
                  <a:uFillTx/>
                  <a:latin typeface="Century Gothic" panose="020B0502020202020204" pitchFamily="34" charset="0"/>
                  <a:cs typeface="Arial"/>
                </a:rPr>
                <a:t>Weeks 2–4 — Ramp-up</a:t>
              </a:r>
            </a:p>
          </p:txBody>
        </p:sp>
        <p:sp>
          <p:nvSpPr>
            <p:cNvPr id="56" name="TextBox 55">
              <a:extLst>
                <a:ext uri="{FF2B5EF4-FFF2-40B4-BE49-F238E27FC236}">
                  <a16:creationId xmlns:a16="http://schemas.microsoft.com/office/drawing/2014/main" id="{998C8FD4-4BF1-B2A0-F3C8-C8081CF1519E}"/>
                </a:ext>
              </a:extLst>
            </p:cNvPr>
            <p:cNvSpPr txBox="1"/>
            <p:nvPr/>
          </p:nvSpPr>
          <p:spPr>
            <a:xfrm>
              <a:off x="5144825" y="6643557"/>
              <a:ext cx="4422398" cy="261610"/>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000000"/>
                  </a:solidFill>
                  <a:effectLst/>
                  <a:uLnTx/>
                  <a:uFillTx/>
                  <a:latin typeface="Century Gothic" panose="020B0502020202020204" pitchFamily="34" charset="0"/>
                  <a:cs typeface="Arial"/>
                </a:rPr>
                <a:t>Codebase walkthrough, first low-risk ticket, shadowing</a:t>
              </a:r>
            </a:p>
          </p:txBody>
        </p:sp>
        <p:sp>
          <p:nvSpPr>
            <p:cNvPr id="57" name="TextBox 56">
              <a:extLst>
                <a:ext uri="{FF2B5EF4-FFF2-40B4-BE49-F238E27FC236}">
                  <a16:creationId xmlns:a16="http://schemas.microsoft.com/office/drawing/2014/main" id="{848B86AB-F279-3EC5-9781-5AF072B5F191}"/>
                </a:ext>
              </a:extLst>
            </p:cNvPr>
            <p:cNvSpPr txBox="1"/>
            <p:nvPr/>
          </p:nvSpPr>
          <p:spPr>
            <a:xfrm>
              <a:off x="5144825" y="6884857"/>
              <a:ext cx="4422398" cy="254000"/>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Century Gothic" panose="020B0502020202020204" pitchFamily="34" charset="0"/>
                  <a:cs typeface="Arial"/>
                </a:rPr>
                <a:t>[ to be added by TA / HR ]</a:t>
              </a:r>
            </a:p>
          </p:txBody>
        </p:sp>
        <p:sp>
          <p:nvSpPr>
            <p:cNvPr id="58" name="TextBox 57">
              <a:extLst>
                <a:ext uri="{FF2B5EF4-FFF2-40B4-BE49-F238E27FC236}">
                  <a16:creationId xmlns:a16="http://schemas.microsoft.com/office/drawing/2014/main" id="{26247F17-8ED9-513D-C7C8-1AB844FE0B38}"/>
                </a:ext>
              </a:extLst>
            </p:cNvPr>
            <p:cNvSpPr txBox="1"/>
            <p:nvPr/>
          </p:nvSpPr>
          <p:spPr>
            <a:xfrm>
              <a:off x="9890168" y="6364157"/>
              <a:ext cx="3746500" cy="292388"/>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000000"/>
                  </a:solidFill>
                  <a:effectLst/>
                  <a:uLnTx/>
                  <a:uFillTx/>
                  <a:latin typeface="Century Gothic" panose="020B0502020202020204" pitchFamily="34" charset="0"/>
                  <a:cs typeface="Arial"/>
                </a:rPr>
                <a:t>Months 2–3 — Training plan</a:t>
              </a:r>
            </a:p>
          </p:txBody>
        </p:sp>
        <p:sp>
          <p:nvSpPr>
            <p:cNvPr id="59" name="TextBox 58">
              <a:extLst>
                <a:ext uri="{FF2B5EF4-FFF2-40B4-BE49-F238E27FC236}">
                  <a16:creationId xmlns:a16="http://schemas.microsoft.com/office/drawing/2014/main" id="{2AEB58FC-8358-4CA1-C236-7A432391BF42}"/>
                </a:ext>
              </a:extLst>
            </p:cNvPr>
            <p:cNvSpPr txBox="1"/>
            <p:nvPr/>
          </p:nvSpPr>
          <p:spPr>
            <a:xfrm>
              <a:off x="9890167" y="6643557"/>
              <a:ext cx="4457082" cy="261610"/>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000000"/>
                  </a:solidFill>
                  <a:effectLst/>
                  <a:uLnTx/>
                  <a:uFillTx/>
                  <a:latin typeface="Century Gothic" panose="020B0502020202020204" pitchFamily="34" charset="0"/>
                  <a:cs typeface="Arial"/>
                </a:rPr>
                <a:t>Domain modules, certifications, first owned deliverable</a:t>
              </a:r>
            </a:p>
          </p:txBody>
        </p:sp>
        <p:sp>
          <p:nvSpPr>
            <p:cNvPr id="60" name="TextBox 59">
              <a:extLst>
                <a:ext uri="{FF2B5EF4-FFF2-40B4-BE49-F238E27FC236}">
                  <a16:creationId xmlns:a16="http://schemas.microsoft.com/office/drawing/2014/main" id="{900D82A7-F607-D3B1-F0B3-E720EF6FC44D}"/>
                </a:ext>
              </a:extLst>
            </p:cNvPr>
            <p:cNvSpPr txBox="1"/>
            <p:nvPr/>
          </p:nvSpPr>
          <p:spPr>
            <a:xfrm>
              <a:off x="9890168" y="6884857"/>
              <a:ext cx="3746500" cy="254000"/>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Century Gothic" panose="020B0502020202020204" pitchFamily="34" charset="0"/>
                  <a:cs typeface="Arial"/>
                </a:rPr>
                <a:t>[ to be added by TA / HR ]</a:t>
              </a:r>
            </a:p>
          </p:txBody>
        </p:sp>
        <p:cxnSp>
          <p:nvCxnSpPr>
            <p:cNvPr id="63" name="Straight Connector 62">
              <a:extLst>
                <a:ext uri="{FF2B5EF4-FFF2-40B4-BE49-F238E27FC236}">
                  <a16:creationId xmlns:a16="http://schemas.microsoft.com/office/drawing/2014/main" id="{64CE1805-B04C-0827-FE3F-10DB990DB99A}"/>
                </a:ext>
              </a:extLst>
            </p:cNvPr>
            <p:cNvCxnSpPr>
              <a:cxnSpLocks/>
            </p:cNvCxnSpPr>
            <p:nvPr/>
          </p:nvCxnSpPr>
          <p:spPr>
            <a:xfrm>
              <a:off x="4993217" y="6364157"/>
              <a:ext cx="0" cy="6731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2B90BF2A-3BE5-420A-FCD0-B0967E22034E}"/>
                </a:ext>
              </a:extLst>
            </p:cNvPr>
            <p:cNvCxnSpPr>
              <a:cxnSpLocks/>
            </p:cNvCxnSpPr>
            <p:nvPr/>
          </p:nvCxnSpPr>
          <p:spPr>
            <a:xfrm>
              <a:off x="9565217" y="6364157"/>
              <a:ext cx="0" cy="6731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sp>
        <p:nvSpPr>
          <p:cNvPr id="67" name="TextBox 66">
            <a:extLst>
              <a:ext uri="{FF2B5EF4-FFF2-40B4-BE49-F238E27FC236}">
                <a16:creationId xmlns:a16="http://schemas.microsoft.com/office/drawing/2014/main" id="{30448DDD-96A3-555F-134E-204A45CFE6FB}"/>
              </a:ext>
            </a:extLst>
          </p:cNvPr>
          <p:cNvSpPr txBox="1"/>
          <p:nvPr/>
        </p:nvSpPr>
        <p:spPr>
          <a:xfrm>
            <a:off x="544949" y="4477807"/>
            <a:ext cx="2035424" cy="338554"/>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Century Gothic" panose="020B0502020202020204" pitchFamily="34" charset="0"/>
                <a:cs typeface="Arial"/>
              </a:rPr>
              <a:t>OFFER ROLLOUT</a:t>
            </a:r>
          </a:p>
        </p:txBody>
      </p:sp>
      <p:sp>
        <p:nvSpPr>
          <p:cNvPr id="40" name="TextBox 39">
            <a:extLst>
              <a:ext uri="{FF2B5EF4-FFF2-40B4-BE49-F238E27FC236}">
                <a16:creationId xmlns:a16="http://schemas.microsoft.com/office/drawing/2014/main" id="{F2120316-FD3E-1700-8424-D1E5B41BEC8D}"/>
              </a:ext>
            </a:extLst>
          </p:cNvPr>
          <p:cNvSpPr txBox="1"/>
          <p:nvPr/>
        </p:nvSpPr>
        <p:spPr>
          <a:xfrm>
            <a:off x="544949" y="5864395"/>
            <a:ext cx="5483201" cy="338554"/>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Century Gothic" panose="020B0502020202020204" pitchFamily="34" charset="0"/>
                <a:cs typeface="Arial"/>
              </a:rPr>
              <a:t>ONBOARDING &amp; TRAINING — TA / HR TO COMPLETE</a:t>
            </a:r>
          </a:p>
        </p:txBody>
      </p:sp>
      <p:sp>
        <p:nvSpPr>
          <p:cNvPr id="68" name="Rectangle 67">
            <a:extLst>
              <a:ext uri="{FF2B5EF4-FFF2-40B4-BE49-F238E27FC236}">
                <a16:creationId xmlns:a16="http://schemas.microsoft.com/office/drawing/2014/main" id="{E49D5D9A-39ED-58BE-C733-29BF7B6232A7}"/>
              </a:ext>
            </a:extLst>
          </p:cNvPr>
          <p:cNvSpPr/>
          <p:nvPr/>
        </p:nvSpPr>
        <p:spPr>
          <a:xfrm>
            <a:off x="667215" y="4995901"/>
            <a:ext cx="2880000" cy="7200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entury Gothic" panose="020B0502020202020204" pitchFamily="34" charset="0"/>
            </a:endParaRPr>
          </a:p>
        </p:txBody>
      </p:sp>
      <p:grpSp>
        <p:nvGrpSpPr>
          <p:cNvPr id="96" name="Group 95">
            <a:extLst>
              <a:ext uri="{FF2B5EF4-FFF2-40B4-BE49-F238E27FC236}">
                <a16:creationId xmlns:a16="http://schemas.microsoft.com/office/drawing/2014/main" id="{9110654A-0CA2-9864-0B7B-EB17281AE978}"/>
              </a:ext>
            </a:extLst>
          </p:cNvPr>
          <p:cNvGrpSpPr/>
          <p:nvPr/>
        </p:nvGrpSpPr>
        <p:grpSpPr>
          <a:xfrm>
            <a:off x="868757" y="5121371"/>
            <a:ext cx="2979932" cy="500221"/>
            <a:chOff x="765108" y="5178740"/>
            <a:chExt cx="2979932" cy="500221"/>
          </a:xfrm>
        </p:grpSpPr>
        <p:sp>
          <p:nvSpPr>
            <p:cNvPr id="70" name="TextBox 69">
              <a:extLst>
                <a:ext uri="{FF2B5EF4-FFF2-40B4-BE49-F238E27FC236}">
                  <a16:creationId xmlns:a16="http://schemas.microsoft.com/office/drawing/2014/main" id="{16DFDEC3-5443-CB72-04C4-9DB6D3775E22}"/>
                </a:ext>
              </a:extLst>
            </p:cNvPr>
            <p:cNvSpPr txBox="1"/>
            <p:nvPr/>
          </p:nvSpPr>
          <p:spPr>
            <a:xfrm>
              <a:off x="765108" y="5178740"/>
              <a:ext cx="2979932" cy="276999"/>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err="1">
                  <a:ln>
                    <a:noFill/>
                  </a:ln>
                  <a:solidFill>
                    <a:srgbClr val="FFFFFF"/>
                  </a:solidFill>
                  <a:effectLst/>
                  <a:uLnTx/>
                  <a:uFillTx/>
                  <a:latin typeface="Century Gothic" panose="020B0502020202020204" pitchFamily="34" charset="0"/>
                  <a:cs typeface="Arial"/>
                </a:rPr>
                <a:t>Finalise</a:t>
              </a:r>
              <a:r>
                <a:rPr kumimoji="0" lang="en-US" sz="1200" b="1" i="0" u="none" strike="noStrike" kern="1200" cap="none" spc="0" normalizeH="0" baseline="0" noProof="0">
                  <a:ln>
                    <a:noFill/>
                  </a:ln>
                  <a:solidFill>
                    <a:srgbClr val="FFFFFF"/>
                  </a:solidFill>
                  <a:effectLst/>
                  <a:uLnTx/>
                  <a:uFillTx/>
                  <a:latin typeface="Century Gothic" panose="020B0502020202020204" pitchFamily="34" charset="0"/>
                  <a:cs typeface="Arial"/>
                </a:rPr>
                <a:t> role</a:t>
              </a:r>
            </a:p>
          </p:txBody>
        </p:sp>
        <p:sp>
          <p:nvSpPr>
            <p:cNvPr id="71" name="TextBox 70">
              <a:extLst>
                <a:ext uri="{FF2B5EF4-FFF2-40B4-BE49-F238E27FC236}">
                  <a16:creationId xmlns:a16="http://schemas.microsoft.com/office/drawing/2014/main" id="{3499A681-4183-355B-1E45-0F4F69D2BD01}"/>
                </a:ext>
              </a:extLst>
            </p:cNvPr>
            <p:cNvSpPr txBox="1"/>
            <p:nvPr/>
          </p:nvSpPr>
          <p:spPr>
            <a:xfrm>
              <a:off x="765108" y="5432740"/>
              <a:ext cx="2979932" cy="246221"/>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C9D6D1"/>
                  </a:solidFill>
                  <a:effectLst/>
                  <a:uLnTx/>
                  <a:uFillTx/>
                  <a:latin typeface="Century Gothic" panose="020B0502020202020204" pitchFamily="34" charset="0"/>
                  <a:cs typeface="Arial"/>
                </a:rPr>
                <a:t>Level, scope, reporting line</a:t>
              </a:r>
            </a:p>
          </p:txBody>
        </p:sp>
      </p:grpSp>
      <p:sp>
        <p:nvSpPr>
          <p:cNvPr id="72" name="Rectangle 71">
            <a:extLst>
              <a:ext uri="{FF2B5EF4-FFF2-40B4-BE49-F238E27FC236}">
                <a16:creationId xmlns:a16="http://schemas.microsoft.com/office/drawing/2014/main" id="{4F436968-EE30-79F5-6432-A03695E19D93}"/>
              </a:ext>
            </a:extLst>
          </p:cNvPr>
          <p:cNvSpPr/>
          <p:nvPr/>
        </p:nvSpPr>
        <p:spPr>
          <a:xfrm>
            <a:off x="4050230" y="4995901"/>
            <a:ext cx="2880000" cy="720000"/>
          </a:xfrm>
          <a:prstGeom prst="rect">
            <a:avLst/>
          </a:prstGeom>
          <a:solidFill>
            <a:schemeClr val="accent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entury Gothic" panose="020B0502020202020204" pitchFamily="34" charset="0"/>
            </a:endParaRPr>
          </a:p>
        </p:txBody>
      </p:sp>
      <p:grpSp>
        <p:nvGrpSpPr>
          <p:cNvPr id="99" name="Group 98">
            <a:extLst>
              <a:ext uri="{FF2B5EF4-FFF2-40B4-BE49-F238E27FC236}">
                <a16:creationId xmlns:a16="http://schemas.microsoft.com/office/drawing/2014/main" id="{AE0243D5-4D61-453F-1AA5-4052605A6BC9}"/>
              </a:ext>
            </a:extLst>
          </p:cNvPr>
          <p:cNvGrpSpPr/>
          <p:nvPr/>
        </p:nvGrpSpPr>
        <p:grpSpPr>
          <a:xfrm>
            <a:off x="4176914" y="5121371"/>
            <a:ext cx="2979932" cy="500221"/>
            <a:chOff x="4176914" y="5121441"/>
            <a:chExt cx="2979932" cy="500221"/>
          </a:xfrm>
        </p:grpSpPr>
        <p:sp>
          <p:nvSpPr>
            <p:cNvPr id="74" name="TextBox 73">
              <a:extLst>
                <a:ext uri="{FF2B5EF4-FFF2-40B4-BE49-F238E27FC236}">
                  <a16:creationId xmlns:a16="http://schemas.microsoft.com/office/drawing/2014/main" id="{0F19176E-E7E1-C00A-8C7A-4A1081776DB5}"/>
                </a:ext>
              </a:extLst>
            </p:cNvPr>
            <p:cNvSpPr txBox="1"/>
            <p:nvPr/>
          </p:nvSpPr>
          <p:spPr>
            <a:xfrm>
              <a:off x="4176914" y="5121441"/>
              <a:ext cx="2979932" cy="276999"/>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Century Gothic" panose="020B0502020202020204" pitchFamily="34" charset="0"/>
                  <a:cs typeface="Arial"/>
                </a:rPr>
                <a:t>Location</a:t>
              </a:r>
            </a:p>
          </p:txBody>
        </p:sp>
        <p:sp>
          <p:nvSpPr>
            <p:cNvPr id="75" name="TextBox 74">
              <a:extLst>
                <a:ext uri="{FF2B5EF4-FFF2-40B4-BE49-F238E27FC236}">
                  <a16:creationId xmlns:a16="http://schemas.microsoft.com/office/drawing/2014/main" id="{691AFC47-37D3-C600-B992-D2016EC9BCF0}"/>
                </a:ext>
              </a:extLst>
            </p:cNvPr>
            <p:cNvSpPr txBox="1"/>
            <p:nvPr/>
          </p:nvSpPr>
          <p:spPr>
            <a:xfrm>
              <a:off x="4176914" y="5375441"/>
              <a:ext cx="2979932" cy="246221"/>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C9D6D1"/>
                  </a:solidFill>
                  <a:effectLst/>
                  <a:uLnTx/>
                  <a:uFillTx/>
                  <a:latin typeface="Century Gothic" panose="020B0502020202020204" pitchFamily="34" charset="0"/>
                  <a:cs typeface="Arial"/>
                </a:rPr>
                <a:t>Base office, hybrid, relocation</a:t>
              </a:r>
            </a:p>
          </p:txBody>
        </p:sp>
      </p:grpSp>
      <p:sp>
        <p:nvSpPr>
          <p:cNvPr id="76" name="Rectangle 75">
            <a:extLst>
              <a:ext uri="{FF2B5EF4-FFF2-40B4-BE49-F238E27FC236}">
                <a16:creationId xmlns:a16="http://schemas.microsoft.com/office/drawing/2014/main" id="{8B6E6206-1B01-D501-90BF-C19ACA125CB1}"/>
              </a:ext>
            </a:extLst>
          </p:cNvPr>
          <p:cNvSpPr/>
          <p:nvPr/>
        </p:nvSpPr>
        <p:spPr>
          <a:xfrm>
            <a:off x="7433246" y="4995901"/>
            <a:ext cx="2880000" cy="720000"/>
          </a:xfrm>
          <a:prstGeom prst="rect">
            <a:avLst/>
          </a:prstGeom>
          <a:solidFill>
            <a:schemeClr val="accent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entury Gothic" panose="020B0502020202020204" pitchFamily="34" charset="0"/>
            </a:endParaRPr>
          </a:p>
        </p:txBody>
      </p:sp>
      <p:grpSp>
        <p:nvGrpSpPr>
          <p:cNvPr id="100" name="Group 99">
            <a:extLst>
              <a:ext uri="{FF2B5EF4-FFF2-40B4-BE49-F238E27FC236}">
                <a16:creationId xmlns:a16="http://schemas.microsoft.com/office/drawing/2014/main" id="{6FDA21C7-3172-972D-7C3D-6897C029F7ED}"/>
              </a:ext>
            </a:extLst>
          </p:cNvPr>
          <p:cNvGrpSpPr/>
          <p:nvPr/>
        </p:nvGrpSpPr>
        <p:grpSpPr>
          <a:xfrm>
            <a:off x="7534854" y="5121371"/>
            <a:ext cx="2979932" cy="500221"/>
            <a:chOff x="7534854" y="5121441"/>
            <a:chExt cx="2979932" cy="500221"/>
          </a:xfrm>
        </p:grpSpPr>
        <p:sp>
          <p:nvSpPr>
            <p:cNvPr id="78" name="TextBox 77">
              <a:extLst>
                <a:ext uri="{FF2B5EF4-FFF2-40B4-BE49-F238E27FC236}">
                  <a16:creationId xmlns:a16="http://schemas.microsoft.com/office/drawing/2014/main" id="{2858BAEB-88A8-F10B-204A-C231184DEA92}"/>
                </a:ext>
              </a:extLst>
            </p:cNvPr>
            <p:cNvSpPr txBox="1"/>
            <p:nvPr/>
          </p:nvSpPr>
          <p:spPr>
            <a:xfrm>
              <a:off x="7534854" y="5121441"/>
              <a:ext cx="2979932" cy="276999"/>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Century Gothic" panose="020B0502020202020204" pitchFamily="34" charset="0"/>
                  <a:cs typeface="Arial"/>
                </a:rPr>
                <a:t>Compensation</a:t>
              </a:r>
            </a:p>
          </p:txBody>
        </p:sp>
        <p:sp>
          <p:nvSpPr>
            <p:cNvPr id="79" name="TextBox 78">
              <a:extLst>
                <a:ext uri="{FF2B5EF4-FFF2-40B4-BE49-F238E27FC236}">
                  <a16:creationId xmlns:a16="http://schemas.microsoft.com/office/drawing/2014/main" id="{788DD83A-3B7C-2465-2A37-91776C8681B1}"/>
                </a:ext>
              </a:extLst>
            </p:cNvPr>
            <p:cNvSpPr txBox="1"/>
            <p:nvPr/>
          </p:nvSpPr>
          <p:spPr>
            <a:xfrm>
              <a:off x="7534854" y="5375441"/>
              <a:ext cx="2979932" cy="246221"/>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C9D6D1"/>
                  </a:solidFill>
                  <a:effectLst/>
                  <a:uLnTx/>
                  <a:uFillTx/>
                  <a:latin typeface="Century Gothic" panose="020B0502020202020204" pitchFamily="34" charset="0"/>
                  <a:cs typeface="Arial"/>
                </a:rPr>
                <a:t>Salary, equity, signing bonus, benefits</a:t>
              </a:r>
            </a:p>
          </p:txBody>
        </p:sp>
      </p:grpSp>
      <p:sp>
        <p:nvSpPr>
          <p:cNvPr id="80" name="Rectangle 79">
            <a:extLst>
              <a:ext uri="{FF2B5EF4-FFF2-40B4-BE49-F238E27FC236}">
                <a16:creationId xmlns:a16="http://schemas.microsoft.com/office/drawing/2014/main" id="{B0C0E0AC-47A1-5671-0682-3236C9894506}"/>
              </a:ext>
            </a:extLst>
          </p:cNvPr>
          <p:cNvSpPr/>
          <p:nvPr/>
        </p:nvSpPr>
        <p:spPr>
          <a:xfrm>
            <a:off x="10816260" y="4995901"/>
            <a:ext cx="2880000" cy="720000"/>
          </a:xfrm>
          <a:prstGeom prst="rect">
            <a:avLst/>
          </a:prstGeom>
          <a:solidFill>
            <a:schemeClr val="accent6">
              <a:lumMod val="5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entury Gothic" panose="020B0502020202020204" pitchFamily="34" charset="0"/>
            </a:endParaRPr>
          </a:p>
        </p:txBody>
      </p:sp>
      <p:grpSp>
        <p:nvGrpSpPr>
          <p:cNvPr id="101" name="Group 100">
            <a:extLst>
              <a:ext uri="{FF2B5EF4-FFF2-40B4-BE49-F238E27FC236}">
                <a16:creationId xmlns:a16="http://schemas.microsoft.com/office/drawing/2014/main" id="{4386F384-956E-4921-CDFA-6A609ACE1E82}"/>
              </a:ext>
            </a:extLst>
          </p:cNvPr>
          <p:cNvGrpSpPr/>
          <p:nvPr/>
        </p:nvGrpSpPr>
        <p:grpSpPr>
          <a:xfrm>
            <a:off x="11017802" y="5121371"/>
            <a:ext cx="2979932" cy="500221"/>
            <a:chOff x="11017802" y="5275301"/>
            <a:chExt cx="2979932" cy="500221"/>
          </a:xfrm>
        </p:grpSpPr>
        <p:sp>
          <p:nvSpPr>
            <p:cNvPr id="82" name="TextBox 81">
              <a:extLst>
                <a:ext uri="{FF2B5EF4-FFF2-40B4-BE49-F238E27FC236}">
                  <a16:creationId xmlns:a16="http://schemas.microsoft.com/office/drawing/2014/main" id="{DCDD3C3B-D681-8663-3FD3-AA1C10ED1957}"/>
                </a:ext>
              </a:extLst>
            </p:cNvPr>
            <p:cNvSpPr txBox="1"/>
            <p:nvPr/>
          </p:nvSpPr>
          <p:spPr>
            <a:xfrm>
              <a:off x="11017802" y="5275301"/>
              <a:ext cx="2979932" cy="276999"/>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Century Gothic" panose="020B0502020202020204" pitchFamily="34" charset="0"/>
                  <a:cs typeface="Arial"/>
                </a:rPr>
                <a:t>Offer letter</a:t>
              </a:r>
            </a:p>
          </p:txBody>
        </p:sp>
        <p:sp>
          <p:nvSpPr>
            <p:cNvPr id="83" name="TextBox 82">
              <a:extLst>
                <a:ext uri="{FF2B5EF4-FFF2-40B4-BE49-F238E27FC236}">
                  <a16:creationId xmlns:a16="http://schemas.microsoft.com/office/drawing/2014/main" id="{890D4982-3A22-F197-598C-2E5D2298AD33}"/>
                </a:ext>
              </a:extLst>
            </p:cNvPr>
            <p:cNvSpPr txBox="1"/>
            <p:nvPr/>
          </p:nvSpPr>
          <p:spPr>
            <a:xfrm>
              <a:off x="11017802" y="5529301"/>
              <a:ext cx="2979932" cy="246221"/>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C9D6D1"/>
                  </a:solidFill>
                  <a:effectLst/>
                  <a:uLnTx/>
                  <a:uFillTx/>
                  <a:latin typeface="Century Gothic" panose="020B0502020202020204" pitchFamily="34" charset="0"/>
                  <a:cs typeface="Arial"/>
                </a:rPr>
                <a:t>Issue, negotiate, sign, start date</a:t>
              </a:r>
            </a:p>
          </p:txBody>
        </p:sp>
      </p:grpSp>
      <p:grpSp>
        <p:nvGrpSpPr>
          <p:cNvPr id="102" name="Group 101">
            <a:extLst>
              <a:ext uri="{FF2B5EF4-FFF2-40B4-BE49-F238E27FC236}">
                <a16:creationId xmlns:a16="http://schemas.microsoft.com/office/drawing/2014/main" id="{60884839-098F-1F83-4067-3E0A61AC1807}"/>
              </a:ext>
            </a:extLst>
          </p:cNvPr>
          <p:cNvGrpSpPr/>
          <p:nvPr/>
        </p:nvGrpSpPr>
        <p:grpSpPr>
          <a:xfrm>
            <a:off x="488709" y="4864433"/>
            <a:ext cx="445431" cy="360000"/>
            <a:chOff x="488709" y="4899340"/>
            <a:chExt cx="445431" cy="360000"/>
          </a:xfrm>
        </p:grpSpPr>
        <p:sp>
          <p:nvSpPr>
            <p:cNvPr id="97" name="Oval 96">
              <a:extLst>
                <a:ext uri="{FF2B5EF4-FFF2-40B4-BE49-F238E27FC236}">
                  <a16:creationId xmlns:a16="http://schemas.microsoft.com/office/drawing/2014/main" id="{524DF8DB-882B-276A-CCC9-D48F17E76A6B}"/>
                </a:ext>
              </a:extLst>
            </p:cNvPr>
            <p:cNvSpPr/>
            <p:nvPr/>
          </p:nvSpPr>
          <p:spPr>
            <a:xfrm>
              <a:off x="488709" y="4899340"/>
              <a:ext cx="360000" cy="360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69" name="TextBox 68">
              <a:extLst>
                <a:ext uri="{FF2B5EF4-FFF2-40B4-BE49-F238E27FC236}">
                  <a16:creationId xmlns:a16="http://schemas.microsoft.com/office/drawing/2014/main" id="{546B407C-0774-44DD-E399-926BAC08BE7E}"/>
                </a:ext>
              </a:extLst>
            </p:cNvPr>
            <p:cNvSpPr txBox="1"/>
            <p:nvPr/>
          </p:nvSpPr>
          <p:spPr>
            <a:xfrm>
              <a:off x="488709" y="4920536"/>
              <a:ext cx="445431" cy="307777"/>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6350"/>
                  </a:solidFill>
                  <a:effectLst/>
                  <a:uLnTx/>
                  <a:uFillTx/>
                  <a:latin typeface="Century Gothic" panose="020B0502020202020204" pitchFamily="34" charset="0"/>
                  <a:cs typeface="Arial"/>
                </a:rPr>
                <a:t>01</a:t>
              </a:r>
            </a:p>
          </p:txBody>
        </p:sp>
      </p:grpSp>
      <p:grpSp>
        <p:nvGrpSpPr>
          <p:cNvPr id="103" name="Group 102">
            <a:extLst>
              <a:ext uri="{FF2B5EF4-FFF2-40B4-BE49-F238E27FC236}">
                <a16:creationId xmlns:a16="http://schemas.microsoft.com/office/drawing/2014/main" id="{89FF08F5-297F-41D0-FF24-48E682FD0A84}"/>
              </a:ext>
            </a:extLst>
          </p:cNvPr>
          <p:cNvGrpSpPr/>
          <p:nvPr/>
        </p:nvGrpSpPr>
        <p:grpSpPr>
          <a:xfrm>
            <a:off x="3875440" y="4864433"/>
            <a:ext cx="445431" cy="360000"/>
            <a:chOff x="488709" y="4899340"/>
            <a:chExt cx="445431" cy="360000"/>
          </a:xfrm>
        </p:grpSpPr>
        <p:sp>
          <p:nvSpPr>
            <p:cNvPr id="104" name="Oval 103">
              <a:extLst>
                <a:ext uri="{FF2B5EF4-FFF2-40B4-BE49-F238E27FC236}">
                  <a16:creationId xmlns:a16="http://schemas.microsoft.com/office/drawing/2014/main" id="{F5F758C7-7064-BDAF-40D5-B41A881416CA}"/>
                </a:ext>
              </a:extLst>
            </p:cNvPr>
            <p:cNvSpPr/>
            <p:nvPr/>
          </p:nvSpPr>
          <p:spPr>
            <a:xfrm>
              <a:off x="488709" y="4899340"/>
              <a:ext cx="360000" cy="360000"/>
            </a:xfrm>
            <a:prstGeom prst="ellipse">
              <a:avLst/>
            </a:prstGeom>
            <a:solidFill>
              <a:schemeClr val="bg1"/>
            </a:solidFill>
            <a:ln>
              <a:solidFill>
                <a:srgbClr val="5937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105" name="TextBox 104">
              <a:extLst>
                <a:ext uri="{FF2B5EF4-FFF2-40B4-BE49-F238E27FC236}">
                  <a16:creationId xmlns:a16="http://schemas.microsoft.com/office/drawing/2014/main" id="{4C81DBEE-78E4-931C-E81D-BAE6DF9C4FB4}"/>
                </a:ext>
              </a:extLst>
            </p:cNvPr>
            <p:cNvSpPr txBox="1"/>
            <p:nvPr/>
          </p:nvSpPr>
          <p:spPr>
            <a:xfrm>
              <a:off x="488709" y="4920536"/>
              <a:ext cx="445431" cy="307777"/>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5937AF"/>
                  </a:solidFill>
                  <a:effectLst/>
                  <a:uLnTx/>
                  <a:uFillTx/>
                  <a:latin typeface="Century Gothic" panose="020B0502020202020204" pitchFamily="34" charset="0"/>
                  <a:cs typeface="Arial"/>
                </a:rPr>
                <a:t>02</a:t>
              </a:r>
            </a:p>
          </p:txBody>
        </p:sp>
      </p:grpSp>
      <p:grpSp>
        <p:nvGrpSpPr>
          <p:cNvPr id="106" name="Group 105">
            <a:extLst>
              <a:ext uri="{FF2B5EF4-FFF2-40B4-BE49-F238E27FC236}">
                <a16:creationId xmlns:a16="http://schemas.microsoft.com/office/drawing/2014/main" id="{4B182077-FCAE-ACC6-4C1A-818E8226AC1F}"/>
              </a:ext>
            </a:extLst>
          </p:cNvPr>
          <p:cNvGrpSpPr/>
          <p:nvPr/>
        </p:nvGrpSpPr>
        <p:grpSpPr>
          <a:xfrm>
            <a:off x="7290085" y="4864433"/>
            <a:ext cx="445431" cy="360000"/>
            <a:chOff x="488709" y="4899340"/>
            <a:chExt cx="445431" cy="360000"/>
          </a:xfrm>
        </p:grpSpPr>
        <p:sp>
          <p:nvSpPr>
            <p:cNvPr id="107" name="Oval 106">
              <a:extLst>
                <a:ext uri="{FF2B5EF4-FFF2-40B4-BE49-F238E27FC236}">
                  <a16:creationId xmlns:a16="http://schemas.microsoft.com/office/drawing/2014/main" id="{6E30A08C-6A7D-7154-FFC7-6B771AFB2EB7}"/>
                </a:ext>
              </a:extLst>
            </p:cNvPr>
            <p:cNvSpPr/>
            <p:nvPr/>
          </p:nvSpPr>
          <p:spPr>
            <a:xfrm>
              <a:off x="488709" y="4899340"/>
              <a:ext cx="360000" cy="360000"/>
            </a:xfrm>
            <a:prstGeom prst="ellipse">
              <a:avLst/>
            </a:prstGeom>
            <a:solidFill>
              <a:schemeClr val="bg1"/>
            </a:solidFill>
            <a:ln>
              <a:solidFill>
                <a:srgbClr val="8C005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108" name="TextBox 107">
              <a:extLst>
                <a:ext uri="{FF2B5EF4-FFF2-40B4-BE49-F238E27FC236}">
                  <a16:creationId xmlns:a16="http://schemas.microsoft.com/office/drawing/2014/main" id="{646C4C49-8FD3-87F6-E4B8-112754BB27F2}"/>
                </a:ext>
              </a:extLst>
            </p:cNvPr>
            <p:cNvSpPr txBox="1"/>
            <p:nvPr/>
          </p:nvSpPr>
          <p:spPr>
            <a:xfrm>
              <a:off x="488709" y="4920536"/>
              <a:ext cx="445431" cy="307777"/>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8C005A"/>
                  </a:solidFill>
                  <a:effectLst/>
                  <a:uLnTx/>
                  <a:uFillTx/>
                  <a:latin typeface="Century Gothic" panose="020B0502020202020204" pitchFamily="34" charset="0"/>
                  <a:cs typeface="Arial"/>
                </a:rPr>
                <a:t>03</a:t>
              </a:r>
            </a:p>
          </p:txBody>
        </p:sp>
      </p:grpSp>
      <p:grpSp>
        <p:nvGrpSpPr>
          <p:cNvPr id="109" name="Group 108">
            <a:extLst>
              <a:ext uri="{FF2B5EF4-FFF2-40B4-BE49-F238E27FC236}">
                <a16:creationId xmlns:a16="http://schemas.microsoft.com/office/drawing/2014/main" id="{54836D23-7132-321B-ED02-719543722E84}"/>
              </a:ext>
            </a:extLst>
          </p:cNvPr>
          <p:cNvGrpSpPr/>
          <p:nvPr/>
        </p:nvGrpSpPr>
        <p:grpSpPr>
          <a:xfrm>
            <a:off x="10717949" y="4864433"/>
            <a:ext cx="445431" cy="360000"/>
            <a:chOff x="488709" y="4899340"/>
            <a:chExt cx="445431" cy="360000"/>
          </a:xfrm>
        </p:grpSpPr>
        <p:sp>
          <p:nvSpPr>
            <p:cNvPr id="110" name="Oval 109">
              <a:extLst>
                <a:ext uri="{FF2B5EF4-FFF2-40B4-BE49-F238E27FC236}">
                  <a16:creationId xmlns:a16="http://schemas.microsoft.com/office/drawing/2014/main" id="{D7DBB12C-51A1-1E6E-85F8-D5A690EDC062}"/>
                </a:ext>
              </a:extLst>
            </p:cNvPr>
            <p:cNvSpPr/>
            <p:nvPr/>
          </p:nvSpPr>
          <p:spPr>
            <a:xfrm>
              <a:off x="488709" y="4899340"/>
              <a:ext cx="360000" cy="360000"/>
            </a:xfrm>
            <a:prstGeom prst="ellipse">
              <a:avLst/>
            </a:prstGeom>
            <a:solidFill>
              <a:schemeClr val="bg1"/>
            </a:solidFill>
            <a:ln>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111" name="TextBox 110">
              <a:extLst>
                <a:ext uri="{FF2B5EF4-FFF2-40B4-BE49-F238E27FC236}">
                  <a16:creationId xmlns:a16="http://schemas.microsoft.com/office/drawing/2014/main" id="{EBA42496-62FC-7558-F4E8-4C286D663036}"/>
                </a:ext>
              </a:extLst>
            </p:cNvPr>
            <p:cNvSpPr txBox="1"/>
            <p:nvPr/>
          </p:nvSpPr>
          <p:spPr>
            <a:xfrm>
              <a:off x="488709" y="4920536"/>
              <a:ext cx="445431" cy="307777"/>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404040"/>
                  </a:solidFill>
                  <a:effectLst/>
                  <a:uLnTx/>
                  <a:uFillTx/>
                  <a:latin typeface="Century Gothic" panose="020B0502020202020204" pitchFamily="34" charset="0"/>
                  <a:cs typeface="Arial"/>
                </a:rPr>
                <a:t>04</a:t>
              </a:r>
            </a:p>
          </p:txBody>
        </p:sp>
      </p:grpSp>
    </p:spTree>
    <p:extLst>
      <p:ext uri="{BB962C8B-B14F-4D97-AF65-F5344CB8AC3E}">
        <p14:creationId xmlns:p14="http://schemas.microsoft.com/office/powerpoint/2010/main" val="19476878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A217BA4-67A5-AAC2-9877-53B622AEC50E}"/>
              </a:ext>
            </a:extLst>
          </p:cNvPr>
          <p:cNvSpPr>
            <a:spLocks noGrp="1"/>
          </p:cNvSpPr>
          <p:nvPr>
            <p:ph type="title"/>
          </p:nvPr>
        </p:nvSpPr>
        <p:spPr/>
        <p:txBody>
          <a:bodyPr/>
          <a:lstStyle/>
          <a:p>
            <a:r>
              <a:rPr lang="en-US">
                <a:solidFill>
                  <a:srgbClr val="262323"/>
                </a:solidFill>
              </a:rPr>
              <a:t>Operational mechanics — who does what</a:t>
            </a:r>
            <a:endParaRPr lang="en-US"/>
          </a:p>
        </p:txBody>
      </p:sp>
      <p:sp>
        <p:nvSpPr>
          <p:cNvPr id="4" name="Text 1">
            <a:extLst>
              <a:ext uri="{FF2B5EF4-FFF2-40B4-BE49-F238E27FC236}">
                <a16:creationId xmlns:a16="http://schemas.microsoft.com/office/drawing/2014/main" id="{24359613-B779-0D4F-1CBE-46C5023C690A}"/>
              </a:ext>
            </a:extLst>
          </p:cNvPr>
          <p:cNvSpPr/>
          <p:nvPr/>
        </p:nvSpPr>
        <p:spPr>
          <a:xfrm>
            <a:off x="355600" y="1170669"/>
            <a:ext cx="5607286" cy="505034"/>
          </a:xfrm>
          <a:prstGeom prst="round2DiagRect">
            <a:avLst/>
          </a:prstGeom>
          <a:solidFill>
            <a:schemeClr val="accent6">
              <a:lumMod val="50000"/>
            </a:schemeClr>
          </a:solidFill>
          <a:ln>
            <a:solidFill>
              <a:schemeClr val="bg1">
                <a:lumMod val="65000"/>
              </a:schemeClr>
            </a:solidFill>
          </a:ln>
        </p:spPr>
        <p:txBody>
          <a:bodyPr wrap="none" lIns="0" tIns="0" rIns="0" bIns="0" rtlCol="0" anchor="ctr"/>
          <a:lstStyle/>
          <a:p>
            <a:pPr marL="0" marR="0" lvl="0" indent="0" algn="ctr" defTabSz="914364" rtl="0" eaLnBrk="1" fontAlgn="auto" latinLnBrk="0" hangingPunct="1">
              <a:lnSpc>
                <a:spcPts val="21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Century Gothic" panose="020B0502020202020204" pitchFamily="34" charset="0"/>
              </a:rPr>
              <a:t>Operational aspects, from TA, Circle, HR to vendors </a:t>
            </a:r>
          </a:p>
        </p:txBody>
      </p:sp>
      <p:sp>
        <p:nvSpPr>
          <p:cNvPr id="21" name="Rectangle 20">
            <a:extLst>
              <a:ext uri="{FF2B5EF4-FFF2-40B4-BE49-F238E27FC236}">
                <a16:creationId xmlns:a16="http://schemas.microsoft.com/office/drawing/2014/main" id="{D172F7EF-A0A1-C321-EF76-694504553310}"/>
              </a:ext>
            </a:extLst>
          </p:cNvPr>
          <p:cNvSpPr/>
          <p:nvPr/>
        </p:nvSpPr>
        <p:spPr>
          <a:xfrm>
            <a:off x="355600" y="4437594"/>
            <a:ext cx="13970000" cy="2048745"/>
          </a:xfrm>
          <a:prstGeom prst="rect">
            <a:avLst/>
          </a:prstGeom>
          <a:solidFill>
            <a:schemeClr val="bg1"/>
          </a:solidFill>
          <a:ln>
            <a:solidFill>
              <a:schemeClr val="tx1"/>
            </a:solidFill>
            <a:prstDash val="dash"/>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9" name="TextBox 8">
            <a:extLst>
              <a:ext uri="{FF2B5EF4-FFF2-40B4-BE49-F238E27FC236}">
                <a16:creationId xmlns:a16="http://schemas.microsoft.com/office/drawing/2014/main" id="{C4D74121-7D26-BC5D-4BF1-3A74C250A3A5}"/>
              </a:ext>
            </a:extLst>
          </p:cNvPr>
          <p:cNvSpPr txBox="1"/>
          <p:nvPr/>
        </p:nvSpPr>
        <p:spPr>
          <a:xfrm>
            <a:off x="6344746" y="4214921"/>
            <a:ext cx="1991708" cy="453704"/>
          </a:xfrm>
          <a:prstGeom prst="rect">
            <a:avLst/>
          </a:prstGeom>
          <a:solidFill>
            <a:schemeClr val="bg1"/>
          </a:solidFill>
        </p:spPr>
        <p:txBody>
          <a:bodyPr vertOverflow="overflow" vert="horz"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entury Gothic" panose="020B0502020202020204" pitchFamily="34" charset="0"/>
                <a:cs typeface="Arial"/>
              </a:rPr>
              <a:t>PLATFORMS</a:t>
            </a:r>
          </a:p>
        </p:txBody>
      </p:sp>
      <p:sp>
        <p:nvSpPr>
          <p:cNvPr id="10" name="Rectangle 9">
            <a:extLst>
              <a:ext uri="{FF2B5EF4-FFF2-40B4-BE49-F238E27FC236}">
                <a16:creationId xmlns:a16="http://schemas.microsoft.com/office/drawing/2014/main" id="{921A4072-FE17-6DCF-6B9B-87D6D64F3979}"/>
              </a:ext>
            </a:extLst>
          </p:cNvPr>
          <p:cNvSpPr/>
          <p:nvPr/>
        </p:nvSpPr>
        <p:spPr>
          <a:xfrm>
            <a:off x="550928" y="4716369"/>
            <a:ext cx="6675856" cy="1672665"/>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11" name="Rectangle 10">
            <a:extLst>
              <a:ext uri="{FF2B5EF4-FFF2-40B4-BE49-F238E27FC236}">
                <a16:creationId xmlns:a16="http://schemas.microsoft.com/office/drawing/2014/main" id="{670D148A-4F21-43CE-F713-F13C90A6091F}"/>
              </a:ext>
            </a:extLst>
          </p:cNvPr>
          <p:cNvSpPr/>
          <p:nvPr/>
        </p:nvSpPr>
        <p:spPr>
          <a:xfrm>
            <a:off x="550928" y="4716370"/>
            <a:ext cx="55632" cy="1672664"/>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12" name="TextBox 11">
            <a:extLst>
              <a:ext uri="{FF2B5EF4-FFF2-40B4-BE49-F238E27FC236}">
                <a16:creationId xmlns:a16="http://schemas.microsoft.com/office/drawing/2014/main" id="{17AC9A73-F5D6-1361-5BC3-69EC87AE3028}"/>
              </a:ext>
            </a:extLst>
          </p:cNvPr>
          <p:cNvSpPr txBox="1"/>
          <p:nvPr/>
        </p:nvSpPr>
        <p:spPr>
          <a:xfrm>
            <a:off x="773456" y="4868770"/>
            <a:ext cx="6230799" cy="2032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6350"/>
                </a:solidFill>
                <a:effectLst/>
                <a:uLnTx/>
                <a:uFillTx/>
                <a:latin typeface="Century Gothic" panose="020B0502020202020204" pitchFamily="34" charset="0"/>
                <a:cs typeface="Arial"/>
              </a:rPr>
              <a:t>TALENT INTELLIGENCE</a:t>
            </a:r>
          </a:p>
        </p:txBody>
      </p:sp>
      <p:sp>
        <p:nvSpPr>
          <p:cNvPr id="13" name="TextBox 12">
            <a:extLst>
              <a:ext uri="{FF2B5EF4-FFF2-40B4-BE49-F238E27FC236}">
                <a16:creationId xmlns:a16="http://schemas.microsoft.com/office/drawing/2014/main" id="{390582F6-B3B9-6158-52A7-097757CE83C7}"/>
              </a:ext>
            </a:extLst>
          </p:cNvPr>
          <p:cNvSpPr txBox="1"/>
          <p:nvPr/>
        </p:nvSpPr>
        <p:spPr>
          <a:xfrm>
            <a:off x="773456" y="5097370"/>
            <a:ext cx="6230799" cy="3810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262323"/>
                </a:solidFill>
                <a:effectLst/>
                <a:uLnTx/>
                <a:uFillTx/>
                <a:latin typeface="Century Gothic" panose="020B0502020202020204" pitchFamily="34" charset="0"/>
              </a:rPr>
              <a:t>Eightfold</a:t>
            </a:r>
          </a:p>
        </p:txBody>
      </p:sp>
      <p:sp>
        <p:nvSpPr>
          <p:cNvPr id="14" name="TextBox 13">
            <a:extLst>
              <a:ext uri="{FF2B5EF4-FFF2-40B4-BE49-F238E27FC236}">
                <a16:creationId xmlns:a16="http://schemas.microsoft.com/office/drawing/2014/main" id="{D154C328-E37C-16E2-D17A-B84EC410AA7F}"/>
              </a:ext>
            </a:extLst>
          </p:cNvPr>
          <p:cNvSpPr txBox="1"/>
          <p:nvPr/>
        </p:nvSpPr>
        <p:spPr>
          <a:xfrm>
            <a:off x="773456" y="5471779"/>
            <a:ext cx="6230799" cy="355600"/>
          </a:xfrm>
          <a:prstGeom prst="rect">
            <a:avLst/>
          </a:prstGeom>
          <a:noFill/>
        </p:spPr>
        <p:txBody>
          <a:bodyPr vertOverflow="overflow" vert="horz" wrap="square" rtlCol="0" anchor="t">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62323"/>
                </a:solidFill>
                <a:effectLst/>
                <a:uLnTx/>
                <a:uFillTx/>
                <a:latin typeface="Century Gothic" panose="020B0502020202020204" pitchFamily="34" charset="0"/>
                <a:cs typeface="Arial"/>
              </a:rPr>
              <a:t>AI-driven sourcing and candidate matching across the funnel — used by TA to surface high-fit profiles and pre-screen at scale.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62323"/>
                </a:solidFill>
                <a:effectLst/>
                <a:uLnTx/>
                <a:uFillTx/>
                <a:latin typeface="Century Gothic" panose="020B0502020202020204" pitchFamily="34" charset="0"/>
                <a:cs typeface="Arial"/>
              </a:rPr>
              <a:t>AI-driven sourcing and candidate matching across the funnel — used by TA to surface high-fit profiles and pre-screen at scale.</a:t>
            </a:r>
          </a:p>
        </p:txBody>
      </p:sp>
      <p:sp>
        <p:nvSpPr>
          <p:cNvPr id="15" name="Rectangle 14">
            <a:extLst>
              <a:ext uri="{FF2B5EF4-FFF2-40B4-BE49-F238E27FC236}">
                <a16:creationId xmlns:a16="http://schemas.microsoft.com/office/drawing/2014/main" id="{C8F11FE3-9310-0BCF-DA38-4FEEAF53DAFD}"/>
              </a:ext>
            </a:extLst>
          </p:cNvPr>
          <p:cNvSpPr/>
          <p:nvPr/>
        </p:nvSpPr>
        <p:spPr>
          <a:xfrm>
            <a:off x="7449313" y="4716369"/>
            <a:ext cx="6675856" cy="1672665"/>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16" name="Rectangle 15">
            <a:extLst>
              <a:ext uri="{FF2B5EF4-FFF2-40B4-BE49-F238E27FC236}">
                <a16:creationId xmlns:a16="http://schemas.microsoft.com/office/drawing/2014/main" id="{AC2B3E25-413C-C9E2-A808-79CDE115A761}"/>
              </a:ext>
            </a:extLst>
          </p:cNvPr>
          <p:cNvSpPr/>
          <p:nvPr/>
        </p:nvSpPr>
        <p:spPr>
          <a:xfrm>
            <a:off x="7449313" y="4716370"/>
            <a:ext cx="55632" cy="1672664"/>
          </a:xfrm>
          <a:prstGeom prst="rect">
            <a:avLst/>
          </a:prstGeom>
          <a:solidFill>
            <a:schemeClr val="accent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17" name="TextBox 16">
            <a:extLst>
              <a:ext uri="{FF2B5EF4-FFF2-40B4-BE49-F238E27FC236}">
                <a16:creationId xmlns:a16="http://schemas.microsoft.com/office/drawing/2014/main" id="{024B5F5C-1ADF-8555-08DF-A1B9A8BBFE38}"/>
              </a:ext>
            </a:extLst>
          </p:cNvPr>
          <p:cNvSpPr txBox="1"/>
          <p:nvPr/>
        </p:nvSpPr>
        <p:spPr>
          <a:xfrm>
            <a:off x="7671841" y="4868770"/>
            <a:ext cx="6230799" cy="2032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8C005A"/>
                </a:solidFill>
                <a:effectLst/>
                <a:uLnTx/>
                <a:uFillTx/>
                <a:latin typeface="Century Gothic" panose="020B0502020202020204" pitchFamily="34" charset="0"/>
                <a:cs typeface="Arial"/>
              </a:rPr>
              <a:t>TECHNICAL ASSESSMENT</a:t>
            </a:r>
          </a:p>
        </p:txBody>
      </p:sp>
      <p:sp>
        <p:nvSpPr>
          <p:cNvPr id="18" name="TextBox 17">
            <a:extLst>
              <a:ext uri="{FF2B5EF4-FFF2-40B4-BE49-F238E27FC236}">
                <a16:creationId xmlns:a16="http://schemas.microsoft.com/office/drawing/2014/main" id="{7ED346D5-1AD5-6983-DBAB-23EFB529369B}"/>
              </a:ext>
            </a:extLst>
          </p:cNvPr>
          <p:cNvSpPr txBox="1"/>
          <p:nvPr/>
        </p:nvSpPr>
        <p:spPr>
          <a:xfrm>
            <a:off x="7671841" y="5097370"/>
            <a:ext cx="6230799" cy="3810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262323"/>
                </a:solidFill>
                <a:effectLst/>
                <a:uLnTx/>
                <a:uFillTx/>
                <a:latin typeface="Century Gothic" panose="020B0502020202020204" pitchFamily="34" charset="0"/>
              </a:rPr>
              <a:t>HackerRank</a:t>
            </a:r>
          </a:p>
        </p:txBody>
      </p:sp>
      <p:sp>
        <p:nvSpPr>
          <p:cNvPr id="19" name="TextBox 18">
            <a:extLst>
              <a:ext uri="{FF2B5EF4-FFF2-40B4-BE49-F238E27FC236}">
                <a16:creationId xmlns:a16="http://schemas.microsoft.com/office/drawing/2014/main" id="{73EF551B-B476-5F55-C2CE-8A8482E3C72C}"/>
              </a:ext>
            </a:extLst>
          </p:cNvPr>
          <p:cNvSpPr txBox="1"/>
          <p:nvPr/>
        </p:nvSpPr>
        <p:spPr>
          <a:xfrm>
            <a:off x="7671841" y="5503770"/>
            <a:ext cx="6230799" cy="3556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262323"/>
                </a:solidFill>
                <a:effectLst/>
                <a:uLnTx/>
                <a:uFillTx/>
                <a:latin typeface="Century Gothic" panose="020B0502020202020204" pitchFamily="34" charset="0"/>
                <a:cs typeface="Arial"/>
              </a:rPr>
              <a:t>Level 1 coding and AI-fluency tests — auto-graded, calibrated against the 10x bar, feeds shortlist into the technical panel.</a:t>
            </a:r>
          </a:p>
        </p:txBody>
      </p:sp>
      <p:sp>
        <p:nvSpPr>
          <p:cNvPr id="22" name="Rectangle 21">
            <a:extLst>
              <a:ext uri="{FF2B5EF4-FFF2-40B4-BE49-F238E27FC236}">
                <a16:creationId xmlns:a16="http://schemas.microsoft.com/office/drawing/2014/main" id="{844FED45-2471-2D9B-9417-EA5DDE681364}"/>
              </a:ext>
            </a:extLst>
          </p:cNvPr>
          <p:cNvSpPr/>
          <p:nvPr/>
        </p:nvSpPr>
        <p:spPr>
          <a:xfrm>
            <a:off x="355600" y="1881024"/>
            <a:ext cx="3320738" cy="2398992"/>
          </a:xfrm>
          <a:prstGeom prst="rect">
            <a:avLst/>
          </a:prstGeom>
          <a:solidFill>
            <a:srgbClr val="F5F4F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3" name="Rectangle 22">
            <a:extLst>
              <a:ext uri="{FF2B5EF4-FFF2-40B4-BE49-F238E27FC236}">
                <a16:creationId xmlns:a16="http://schemas.microsoft.com/office/drawing/2014/main" id="{D8B80E0D-853F-D00C-FD11-8AF168D6F9C0}"/>
              </a:ext>
            </a:extLst>
          </p:cNvPr>
          <p:cNvSpPr/>
          <p:nvPr/>
        </p:nvSpPr>
        <p:spPr>
          <a:xfrm>
            <a:off x="355600" y="1881024"/>
            <a:ext cx="57253" cy="2398992"/>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4" name="Rectangle 23">
            <a:extLst>
              <a:ext uri="{FF2B5EF4-FFF2-40B4-BE49-F238E27FC236}">
                <a16:creationId xmlns:a16="http://schemas.microsoft.com/office/drawing/2014/main" id="{A764898B-1539-2D09-6F07-042332245316}"/>
              </a:ext>
            </a:extLst>
          </p:cNvPr>
          <p:cNvSpPr/>
          <p:nvPr/>
        </p:nvSpPr>
        <p:spPr>
          <a:xfrm>
            <a:off x="3905354" y="1881024"/>
            <a:ext cx="3320738" cy="2398992"/>
          </a:xfrm>
          <a:prstGeom prst="rect">
            <a:avLst/>
          </a:prstGeom>
          <a:solidFill>
            <a:srgbClr val="F5F4F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5" name="Rectangle 24">
            <a:extLst>
              <a:ext uri="{FF2B5EF4-FFF2-40B4-BE49-F238E27FC236}">
                <a16:creationId xmlns:a16="http://schemas.microsoft.com/office/drawing/2014/main" id="{9437C072-BF02-554F-83F0-4C75CAB63C10}"/>
              </a:ext>
            </a:extLst>
          </p:cNvPr>
          <p:cNvSpPr/>
          <p:nvPr/>
        </p:nvSpPr>
        <p:spPr>
          <a:xfrm>
            <a:off x="3905354" y="1881024"/>
            <a:ext cx="57253" cy="2398992"/>
          </a:xfrm>
          <a:prstGeom prst="rect">
            <a:avLst/>
          </a:prstGeom>
          <a:solidFill>
            <a:schemeClr val="accent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6" name="Rectangle 25">
            <a:extLst>
              <a:ext uri="{FF2B5EF4-FFF2-40B4-BE49-F238E27FC236}">
                <a16:creationId xmlns:a16="http://schemas.microsoft.com/office/drawing/2014/main" id="{AE2E6C19-CE93-59AA-A6D7-63F8A733C6A6}"/>
              </a:ext>
            </a:extLst>
          </p:cNvPr>
          <p:cNvSpPr/>
          <p:nvPr/>
        </p:nvSpPr>
        <p:spPr>
          <a:xfrm>
            <a:off x="7455108" y="1881024"/>
            <a:ext cx="3320738" cy="2398992"/>
          </a:xfrm>
          <a:prstGeom prst="rect">
            <a:avLst/>
          </a:prstGeom>
          <a:solidFill>
            <a:srgbClr val="F5F4F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7" name="Rectangle 26">
            <a:extLst>
              <a:ext uri="{FF2B5EF4-FFF2-40B4-BE49-F238E27FC236}">
                <a16:creationId xmlns:a16="http://schemas.microsoft.com/office/drawing/2014/main" id="{C524075E-5E9E-AB00-E03A-C8ABD7AB3821}"/>
              </a:ext>
            </a:extLst>
          </p:cNvPr>
          <p:cNvSpPr/>
          <p:nvPr/>
        </p:nvSpPr>
        <p:spPr>
          <a:xfrm>
            <a:off x="7455108" y="1881024"/>
            <a:ext cx="57253" cy="2398992"/>
          </a:xfrm>
          <a:prstGeom prst="rect">
            <a:avLst/>
          </a:prstGeom>
          <a:solidFill>
            <a:srgbClr val="FFC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8" name="Rectangle 27">
            <a:extLst>
              <a:ext uri="{FF2B5EF4-FFF2-40B4-BE49-F238E27FC236}">
                <a16:creationId xmlns:a16="http://schemas.microsoft.com/office/drawing/2014/main" id="{21A88F0D-FD88-521D-DDCF-0333CEBECB06}"/>
              </a:ext>
            </a:extLst>
          </p:cNvPr>
          <p:cNvSpPr/>
          <p:nvPr/>
        </p:nvSpPr>
        <p:spPr>
          <a:xfrm>
            <a:off x="11004862" y="1881024"/>
            <a:ext cx="3320738" cy="2398992"/>
          </a:xfrm>
          <a:prstGeom prst="rect">
            <a:avLst/>
          </a:prstGeom>
          <a:solidFill>
            <a:srgbClr val="F5F4F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29" name="Rectangle 28">
            <a:extLst>
              <a:ext uri="{FF2B5EF4-FFF2-40B4-BE49-F238E27FC236}">
                <a16:creationId xmlns:a16="http://schemas.microsoft.com/office/drawing/2014/main" id="{A008A2C2-87AA-73E1-1BF7-C51B4A4A1FAD}"/>
              </a:ext>
            </a:extLst>
          </p:cNvPr>
          <p:cNvSpPr/>
          <p:nvPr/>
        </p:nvSpPr>
        <p:spPr>
          <a:xfrm>
            <a:off x="11004862" y="1881024"/>
            <a:ext cx="57253" cy="2398992"/>
          </a:xfrm>
          <a:prstGeom prst="rect">
            <a:avLst/>
          </a:prstGeom>
          <a:solidFill>
            <a:schemeClr val="accent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0" name="TextBox 29">
            <a:extLst>
              <a:ext uri="{FF2B5EF4-FFF2-40B4-BE49-F238E27FC236}">
                <a16:creationId xmlns:a16="http://schemas.microsoft.com/office/drawing/2014/main" id="{3D358558-3C91-183B-8592-A30AE874CA1B}"/>
              </a:ext>
            </a:extLst>
          </p:cNvPr>
          <p:cNvSpPr txBox="1"/>
          <p:nvPr/>
        </p:nvSpPr>
        <p:spPr>
          <a:xfrm>
            <a:off x="555989" y="1990535"/>
            <a:ext cx="2919959" cy="164266"/>
          </a:xfrm>
          <a:prstGeom prst="rect">
            <a:avLst/>
          </a:prstGeom>
          <a:noFill/>
        </p:spPr>
        <p:txBody>
          <a:bodyPr vertOverflow="overflow" vert="horz"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6350"/>
                </a:solidFill>
                <a:effectLst/>
                <a:uLnTx/>
                <a:uFillTx/>
                <a:latin typeface="Century Gothic" panose="020B0502020202020204" pitchFamily="34" charset="0"/>
                <a:cs typeface="Arial"/>
              </a:rPr>
              <a:t>RUN THE FUNNEL</a:t>
            </a:r>
          </a:p>
        </p:txBody>
      </p:sp>
      <p:sp>
        <p:nvSpPr>
          <p:cNvPr id="31" name="TextBox 30">
            <a:extLst>
              <a:ext uri="{FF2B5EF4-FFF2-40B4-BE49-F238E27FC236}">
                <a16:creationId xmlns:a16="http://schemas.microsoft.com/office/drawing/2014/main" id="{A7AF64AA-A0F7-943C-5B55-99EC7248A88D}"/>
              </a:ext>
            </a:extLst>
          </p:cNvPr>
          <p:cNvSpPr txBox="1"/>
          <p:nvPr/>
        </p:nvSpPr>
        <p:spPr>
          <a:xfrm>
            <a:off x="555989" y="2173053"/>
            <a:ext cx="2919959" cy="273777"/>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262323"/>
                </a:solidFill>
                <a:effectLst/>
                <a:uLnTx/>
                <a:uFillTx/>
                <a:latin typeface="Century Gothic" panose="020B0502020202020204" pitchFamily="34" charset="0"/>
              </a:rPr>
              <a:t>Talent Acquisition</a:t>
            </a:r>
          </a:p>
        </p:txBody>
      </p:sp>
      <p:sp>
        <p:nvSpPr>
          <p:cNvPr id="32" name="Rectangle 31">
            <a:extLst>
              <a:ext uri="{FF2B5EF4-FFF2-40B4-BE49-F238E27FC236}">
                <a16:creationId xmlns:a16="http://schemas.microsoft.com/office/drawing/2014/main" id="{F398B837-A9F9-961E-C640-8D12BEEB11E9}"/>
              </a:ext>
            </a:extLst>
          </p:cNvPr>
          <p:cNvSpPr/>
          <p:nvPr/>
        </p:nvSpPr>
        <p:spPr>
          <a:xfrm>
            <a:off x="555989" y="2565380"/>
            <a:ext cx="2919959" cy="9126"/>
          </a:xfrm>
          <a:prstGeom prst="rect">
            <a:avLst/>
          </a:prstGeom>
          <a:solidFill>
            <a:schemeClr val="tx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3" name="TextBox 32">
            <a:extLst>
              <a:ext uri="{FF2B5EF4-FFF2-40B4-BE49-F238E27FC236}">
                <a16:creationId xmlns:a16="http://schemas.microsoft.com/office/drawing/2014/main" id="{B68D672A-3371-1819-C769-058A33578C01}"/>
              </a:ext>
            </a:extLst>
          </p:cNvPr>
          <p:cNvSpPr txBox="1"/>
          <p:nvPr/>
        </p:nvSpPr>
        <p:spPr>
          <a:xfrm>
            <a:off x="412853" y="2644499"/>
            <a:ext cx="3263485" cy="1478394"/>
          </a:xfrm>
          <a:prstGeom prst="rect">
            <a:avLst/>
          </a:prstGeom>
          <a:noFill/>
        </p:spPr>
        <p:txBody>
          <a:bodyPr vertOverflow="overflow" vert="horz" wrap="square" rtlCol="0" anchor="t">
            <a:noAutofit/>
          </a:bodyPr>
          <a:lstStyle/>
          <a:p>
            <a:pPr marL="285750" marR="0" lvl="0" indent="-2857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62323"/>
                </a:solidFill>
                <a:effectLst/>
                <a:uLnTx/>
                <a:uFillTx/>
                <a:latin typeface="Century Gothic" panose="020B0502020202020204" pitchFamily="34" charset="0"/>
                <a:cs typeface="Arial"/>
              </a:rPr>
              <a:t>Source via Eightfold AI
Schedule Hacker Rank Level 1
Coordinate panels and logistics
Own candidate comms and offer rollout</a:t>
            </a:r>
          </a:p>
        </p:txBody>
      </p:sp>
      <p:sp>
        <p:nvSpPr>
          <p:cNvPr id="34" name="TextBox 33">
            <a:extLst>
              <a:ext uri="{FF2B5EF4-FFF2-40B4-BE49-F238E27FC236}">
                <a16:creationId xmlns:a16="http://schemas.microsoft.com/office/drawing/2014/main" id="{A3A50639-4624-A26A-5220-EF23C259832F}"/>
              </a:ext>
            </a:extLst>
          </p:cNvPr>
          <p:cNvSpPr txBox="1"/>
          <p:nvPr/>
        </p:nvSpPr>
        <p:spPr>
          <a:xfrm>
            <a:off x="4105743" y="1990535"/>
            <a:ext cx="2919959" cy="164266"/>
          </a:xfrm>
          <a:prstGeom prst="rect">
            <a:avLst/>
          </a:prstGeom>
          <a:noFill/>
        </p:spPr>
        <p:txBody>
          <a:bodyPr vertOverflow="overflow" vert="horz"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C005A"/>
                </a:solidFill>
                <a:effectLst/>
                <a:uLnTx/>
                <a:uFillTx/>
                <a:latin typeface="Century Gothic" panose="020B0502020202020204" pitchFamily="34" charset="0"/>
                <a:cs typeface="Arial"/>
              </a:rPr>
              <a:t>DEFINE THE BAR</a:t>
            </a:r>
          </a:p>
        </p:txBody>
      </p:sp>
      <p:sp>
        <p:nvSpPr>
          <p:cNvPr id="35" name="TextBox 34">
            <a:extLst>
              <a:ext uri="{FF2B5EF4-FFF2-40B4-BE49-F238E27FC236}">
                <a16:creationId xmlns:a16="http://schemas.microsoft.com/office/drawing/2014/main" id="{6DF18427-772C-A04B-E283-058EF67A5414}"/>
              </a:ext>
            </a:extLst>
          </p:cNvPr>
          <p:cNvSpPr txBox="1"/>
          <p:nvPr/>
        </p:nvSpPr>
        <p:spPr>
          <a:xfrm>
            <a:off x="4105743" y="2173053"/>
            <a:ext cx="2919959" cy="273777"/>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262323"/>
                </a:solidFill>
                <a:effectLst/>
                <a:uLnTx/>
                <a:uFillTx/>
                <a:latin typeface="Century Gothic" panose="020B0502020202020204" pitchFamily="34" charset="0"/>
              </a:rPr>
              <a:t>Business Leaders</a:t>
            </a:r>
          </a:p>
        </p:txBody>
      </p:sp>
      <p:sp>
        <p:nvSpPr>
          <p:cNvPr id="36" name="Rectangle 35">
            <a:extLst>
              <a:ext uri="{FF2B5EF4-FFF2-40B4-BE49-F238E27FC236}">
                <a16:creationId xmlns:a16="http://schemas.microsoft.com/office/drawing/2014/main" id="{67B5341B-2779-6829-741B-AB03891F3017}"/>
              </a:ext>
            </a:extLst>
          </p:cNvPr>
          <p:cNvSpPr/>
          <p:nvPr/>
        </p:nvSpPr>
        <p:spPr>
          <a:xfrm>
            <a:off x="4105743" y="2565380"/>
            <a:ext cx="2919959" cy="9126"/>
          </a:xfrm>
          <a:prstGeom prst="rect">
            <a:avLst/>
          </a:prstGeom>
          <a:solidFill>
            <a:schemeClr val="tx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37" name="TextBox 36">
            <a:extLst>
              <a:ext uri="{FF2B5EF4-FFF2-40B4-BE49-F238E27FC236}">
                <a16:creationId xmlns:a16="http://schemas.microsoft.com/office/drawing/2014/main" id="{33A2CE8F-4502-B1FC-1EA1-6F9AFF739D07}"/>
              </a:ext>
            </a:extLst>
          </p:cNvPr>
          <p:cNvSpPr txBox="1"/>
          <p:nvPr/>
        </p:nvSpPr>
        <p:spPr>
          <a:xfrm>
            <a:off x="3962607" y="2644499"/>
            <a:ext cx="3263485" cy="1478394"/>
          </a:xfrm>
          <a:prstGeom prst="rect">
            <a:avLst/>
          </a:prstGeom>
          <a:noFill/>
        </p:spPr>
        <p:txBody>
          <a:bodyPr vertOverflow="overflow" vert="horz" wrap="square" rtlCol="0" anchor="t">
            <a:noAutofit/>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62323"/>
                </a:solidFill>
                <a:effectLst/>
                <a:uLnTx/>
                <a:uFillTx/>
                <a:latin typeface="Century Gothic" panose="020B0502020202020204" pitchFamily="34" charset="0"/>
                <a:cs typeface="Arial"/>
              </a:rPr>
              <a:t>Set role profile and pod requirements
Approve scorecards and hiring criteria</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62323"/>
                </a:solidFill>
                <a:effectLst/>
                <a:uLnTx/>
                <a:uFillTx/>
                <a:latin typeface="Century Gothic" panose="020B0502020202020204" pitchFamily="34" charset="0"/>
                <a:cs typeface="Arial"/>
              </a:rPr>
              <a:t>Final go/no-go on offers
Sponsor onboarding into the pod</a:t>
            </a:r>
          </a:p>
        </p:txBody>
      </p:sp>
      <p:sp>
        <p:nvSpPr>
          <p:cNvPr id="38" name="TextBox 37">
            <a:extLst>
              <a:ext uri="{FF2B5EF4-FFF2-40B4-BE49-F238E27FC236}">
                <a16:creationId xmlns:a16="http://schemas.microsoft.com/office/drawing/2014/main" id="{A6370401-B181-F118-EDE6-987EDE512CAE}"/>
              </a:ext>
            </a:extLst>
          </p:cNvPr>
          <p:cNvSpPr txBox="1"/>
          <p:nvPr/>
        </p:nvSpPr>
        <p:spPr>
          <a:xfrm>
            <a:off x="7655498" y="1990535"/>
            <a:ext cx="2919959" cy="164266"/>
          </a:xfrm>
          <a:prstGeom prst="rect">
            <a:avLst/>
          </a:prstGeom>
          <a:noFill/>
        </p:spPr>
        <p:txBody>
          <a:bodyPr vertOverflow="overflow" vert="horz"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Century Gothic" panose="020B0502020202020204" pitchFamily="34" charset="0"/>
                <a:cs typeface="Arial"/>
              </a:rPr>
              <a:t>ASSESS CAPABILITY</a:t>
            </a:r>
          </a:p>
        </p:txBody>
      </p:sp>
      <p:sp>
        <p:nvSpPr>
          <p:cNvPr id="39" name="TextBox 38">
            <a:extLst>
              <a:ext uri="{FF2B5EF4-FFF2-40B4-BE49-F238E27FC236}">
                <a16:creationId xmlns:a16="http://schemas.microsoft.com/office/drawing/2014/main" id="{6F49984A-AD01-8A82-762A-F17A2D47129E}"/>
              </a:ext>
            </a:extLst>
          </p:cNvPr>
          <p:cNvSpPr txBox="1"/>
          <p:nvPr/>
        </p:nvSpPr>
        <p:spPr>
          <a:xfrm>
            <a:off x="7655498" y="2173053"/>
            <a:ext cx="2919959" cy="273777"/>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262323"/>
                </a:solidFill>
                <a:effectLst/>
                <a:uLnTx/>
                <a:uFillTx/>
                <a:latin typeface="Century Gothic" panose="020B0502020202020204" pitchFamily="34" charset="0"/>
              </a:rPr>
              <a:t>Technical Panel</a:t>
            </a:r>
          </a:p>
        </p:txBody>
      </p:sp>
      <p:sp>
        <p:nvSpPr>
          <p:cNvPr id="40" name="Rectangle 39">
            <a:extLst>
              <a:ext uri="{FF2B5EF4-FFF2-40B4-BE49-F238E27FC236}">
                <a16:creationId xmlns:a16="http://schemas.microsoft.com/office/drawing/2014/main" id="{F4F30EBC-0984-F993-D570-F894C05EFAD9}"/>
              </a:ext>
            </a:extLst>
          </p:cNvPr>
          <p:cNvSpPr/>
          <p:nvPr/>
        </p:nvSpPr>
        <p:spPr>
          <a:xfrm>
            <a:off x="7655498" y="2565380"/>
            <a:ext cx="2919959" cy="9126"/>
          </a:xfrm>
          <a:prstGeom prst="rect">
            <a:avLst/>
          </a:prstGeom>
          <a:solidFill>
            <a:schemeClr val="tx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41" name="TextBox 40">
            <a:extLst>
              <a:ext uri="{FF2B5EF4-FFF2-40B4-BE49-F238E27FC236}">
                <a16:creationId xmlns:a16="http://schemas.microsoft.com/office/drawing/2014/main" id="{B8B3120D-841C-93EF-B162-96F317CB0932}"/>
              </a:ext>
            </a:extLst>
          </p:cNvPr>
          <p:cNvSpPr txBox="1"/>
          <p:nvPr/>
        </p:nvSpPr>
        <p:spPr>
          <a:xfrm>
            <a:off x="7514988" y="2644499"/>
            <a:ext cx="3203604" cy="1478394"/>
          </a:xfrm>
          <a:prstGeom prst="rect">
            <a:avLst/>
          </a:prstGeom>
          <a:noFill/>
        </p:spPr>
        <p:txBody>
          <a:bodyPr vertOverflow="overflow" vert="horz" wrap="square" rtlCol="0" anchor="t">
            <a:noAutofit/>
          </a:bodyPr>
          <a:lstStyle/>
          <a:p>
            <a:pPr marL="285750" marR="0" lvl="0" indent="-2857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62323"/>
                </a:solidFill>
                <a:effectLst/>
                <a:uLnTx/>
                <a:uFillTx/>
                <a:latin typeface="Century Gothic" panose="020B0502020202020204" pitchFamily="34" charset="0"/>
                <a:cs typeface="Arial"/>
              </a:rPr>
              <a:t>Lead Level 2 technical deep-dives
Evaluate coding, system design, AI fluency
Calibrate scoring across panels
Submit structured feedback within 24h</a:t>
            </a:r>
          </a:p>
        </p:txBody>
      </p:sp>
      <p:sp>
        <p:nvSpPr>
          <p:cNvPr id="42" name="TextBox 41">
            <a:extLst>
              <a:ext uri="{FF2B5EF4-FFF2-40B4-BE49-F238E27FC236}">
                <a16:creationId xmlns:a16="http://schemas.microsoft.com/office/drawing/2014/main" id="{D8DDF1FA-05B1-DAA2-89F8-D844B0757A8C}"/>
              </a:ext>
            </a:extLst>
          </p:cNvPr>
          <p:cNvSpPr txBox="1"/>
          <p:nvPr/>
        </p:nvSpPr>
        <p:spPr>
          <a:xfrm>
            <a:off x="11205252" y="1990535"/>
            <a:ext cx="2919959" cy="164266"/>
          </a:xfrm>
          <a:prstGeom prst="rect">
            <a:avLst/>
          </a:prstGeom>
          <a:noFill/>
        </p:spPr>
        <p:txBody>
          <a:bodyPr vertOverflow="overflow" vert="horz"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5937AF"/>
                </a:solidFill>
                <a:effectLst/>
                <a:uLnTx/>
                <a:uFillTx/>
                <a:latin typeface="Century Gothic" panose="020B0502020202020204" pitchFamily="34" charset="0"/>
                <a:cs typeface="Arial"/>
              </a:rPr>
              <a:t>CLOSE THE LOOP</a:t>
            </a:r>
          </a:p>
        </p:txBody>
      </p:sp>
      <p:sp>
        <p:nvSpPr>
          <p:cNvPr id="43" name="TextBox 42">
            <a:extLst>
              <a:ext uri="{FF2B5EF4-FFF2-40B4-BE49-F238E27FC236}">
                <a16:creationId xmlns:a16="http://schemas.microsoft.com/office/drawing/2014/main" id="{4827AA22-E976-8E8A-BF18-C7367FE7AA62}"/>
              </a:ext>
            </a:extLst>
          </p:cNvPr>
          <p:cNvSpPr txBox="1"/>
          <p:nvPr/>
        </p:nvSpPr>
        <p:spPr>
          <a:xfrm>
            <a:off x="11205252" y="2173053"/>
            <a:ext cx="2919959" cy="273777"/>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262323"/>
                </a:solidFill>
                <a:effectLst/>
                <a:uLnTx/>
                <a:uFillTx/>
                <a:latin typeface="Century Gothic" panose="020B0502020202020204" pitchFamily="34" charset="0"/>
              </a:rPr>
              <a:t>HR</a:t>
            </a:r>
          </a:p>
        </p:txBody>
      </p:sp>
      <p:sp>
        <p:nvSpPr>
          <p:cNvPr id="44" name="Rectangle 43">
            <a:extLst>
              <a:ext uri="{FF2B5EF4-FFF2-40B4-BE49-F238E27FC236}">
                <a16:creationId xmlns:a16="http://schemas.microsoft.com/office/drawing/2014/main" id="{1646DD4B-2F64-EE5F-012A-44C6E1447304}"/>
              </a:ext>
            </a:extLst>
          </p:cNvPr>
          <p:cNvSpPr/>
          <p:nvPr/>
        </p:nvSpPr>
        <p:spPr>
          <a:xfrm>
            <a:off x="11205252" y="2565380"/>
            <a:ext cx="2919959" cy="9126"/>
          </a:xfrm>
          <a:prstGeom prst="rect">
            <a:avLst/>
          </a:prstGeom>
          <a:solidFill>
            <a:schemeClr val="tx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45" name="TextBox 44">
            <a:extLst>
              <a:ext uri="{FF2B5EF4-FFF2-40B4-BE49-F238E27FC236}">
                <a16:creationId xmlns:a16="http://schemas.microsoft.com/office/drawing/2014/main" id="{4425F6F7-3DA0-7827-7EB0-413C79003767}"/>
              </a:ext>
            </a:extLst>
          </p:cNvPr>
          <p:cNvSpPr txBox="1"/>
          <p:nvPr/>
        </p:nvSpPr>
        <p:spPr>
          <a:xfrm>
            <a:off x="11062116" y="2644499"/>
            <a:ext cx="3263483" cy="1478394"/>
          </a:xfrm>
          <a:prstGeom prst="rect">
            <a:avLst/>
          </a:prstGeom>
          <a:noFill/>
        </p:spPr>
        <p:txBody>
          <a:bodyPr vertOverflow="overflow" vert="horz" wrap="square" rtlCol="0" anchor="t">
            <a:noAutofit/>
          </a:bodyPr>
          <a:lstStyle/>
          <a:p>
            <a:pPr marL="285750" marR="0" lvl="0" indent="-2857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62323"/>
                </a:solidFill>
                <a:effectLst/>
                <a:uLnTx/>
                <a:uFillTx/>
                <a:latin typeface="Century Gothic" panose="020B0502020202020204" pitchFamily="34" charset="0"/>
                <a:cs typeface="Arial"/>
              </a:rPr>
              <a:t>Run HR conversation and culture fit
Manage compensation and offer structure
Handle background checks and compliance
Drive Day-1 readiness and 90-day ramp</a:t>
            </a:r>
          </a:p>
        </p:txBody>
      </p:sp>
      <p:sp>
        <p:nvSpPr>
          <p:cNvPr id="69" name="Rounded Rectangle 68">
            <a:extLst>
              <a:ext uri="{FF2B5EF4-FFF2-40B4-BE49-F238E27FC236}">
                <a16:creationId xmlns:a16="http://schemas.microsoft.com/office/drawing/2014/main" id="{E18B31B7-57B5-F356-B879-32D737EBD801}"/>
              </a:ext>
            </a:extLst>
          </p:cNvPr>
          <p:cNvSpPr/>
          <p:nvPr/>
        </p:nvSpPr>
        <p:spPr>
          <a:xfrm>
            <a:off x="355600" y="6884784"/>
            <a:ext cx="13970000" cy="776978"/>
          </a:xfrm>
          <a:prstGeom prst="rect">
            <a:avLst/>
          </a:prstGeom>
          <a:solidFill>
            <a:schemeClr val="tx1">
              <a:lumMod val="75000"/>
              <a:lumOff val="25000"/>
            </a:schemeClr>
          </a:solidFill>
          <a:ln w="12700" cap="flat" cmpd="sng" algn="ctr">
            <a:solidFill>
              <a:schemeClr val="accent6">
                <a:lumMod val="75000"/>
              </a:scheme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ndParaRPr>
          </a:p>
        </p:txBody>
      </p:sp>
      <p:sp>
        <p:nvSpPr>
          <p:cNvPr id="70" name="TextBox 69">
            <a:extLst>
              <a:ext uri="{FF2B5EF4-FFF2-40B4-BE49-F238E27FC236}">
                <a16:creationId xmlns:a16="http://schemas.microsoft.com/office/drawing/2014/main" id="{BBE1A25D-10D1-58EB-2DC9-01EC3F9096FA}"/>
              </a:ext>
            </a:extLst>
          </p:cNvPr>
          <p:cNvSpPr txBox="1"/>
          <p:nvPr/>
        </p:nvSpPr>
        <p:spPr>
          <a:xfrm>
            <a:off x="558800" y="6774373"/>
            <a:ext cx="3117850" cy="329171"/>
          </a:xfrm>
          <a:prstGeom prst="rect">
            <a:avLst/>
          </a:prstGeom>
          <a:solidFill>
            <a:schemeClr val="accent6">
              <a:lumMod val="75000"/>
            </a:schemeClr>
          </a:solidFill>
        </p:spPr>
        <p:txBody>
          <a:bodyPr vertOverflow="overflow" vert="horz" wrap="square" rtlCol="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Century Gothic" panose="020B0502020202020204" pitchFamily="34" charset="0"/>
                <a:cs typeface="Arial"/>
              </a:rPr>
              <a:t>OPERATING PRINCIPLE</a:t>
            </a:r>
          </a:p>
        </p:txBody>
      </p:sp>
      <p:sp>
        <p:nvSpPr>
          <p:cNvPr id="71" name="TextBox 70">
            <a:extLst>
              <a:ext uri="{FF2B5EF4-FFF2-40B4-BE49-F238E27FC236}">
                <a16:creationId xmlns:a16="http://schemas.microsoft.com/office/drawing/2014/main" id="{832503A7-CD2E-9381-EAF7-0B8363BD07B8}"/>
              </a:ext>
            </a:extLst>
          </p:cNvPr>
          <p:cNvSpPr txBox="1"/>
          <p:nvPr/>
        </p:nvSpPr>
        <p:spPr>
          <a:xfrm>
            <a:off x="416851" y="7207595"/>
            <a:ext cx="13865294" cy="338554"/>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bg1"/>
                </a:solidFill>
                <a:effectLst/>
                <a:uLnTx/>
                <a:uFillTx/>
                <a:latin typeface="Century Gothic" panose="020B0502020202020204" pitchFamily="34" charset="0"/>
                <a:cs typeface="Arial"/>
              </a:rPr>
              <a:t>One funnel, four owners, two platforms. TA runs throughput, leaders set the bar, the panel proves the skill, HR closes the offer.</a:t>
            </a:r>
          </a:p>
        </p:txBody>
      </p:sp>
    </p:spTree>
    <p:extLst>
      <p:ext uri="{BB962C8B-B14F-4D97-AF65-F5344CB8AC3E}">
        <p14:creationId xmlns:p14="http://schemas.microsoft.com/office/powerpoint/2010/main" val="275508572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048FA3C-BB77-80EB-B519-7EC2A9AF0511}"/>
            </a:ext>
          </a:extLst>
        </p:cNvPr>
        <p:cNvGrpSpPr/>
        <p:nvPr/>
      </p:nvGrpSpPr>
      <p:grpSpPr>
        <a:xfrm>
          <a:off x="0" y="0"/>
          <a:ext cx="0" cy="0"/>
          <a:chOff x="0" y="0"/>
          <a:chExt cx="0" cy="0"/>
        </a:xfrm>
      </p:grpSpPr>
      <p:pic>
        <p:nvPicPr>
          <p:cNvPr id="5" name="Picture 4" descr="Background pattern&#10;&#10;Description automatically generated">
            <a:extLst>
              <a:ext uri="{FF2B5EF4-FFF2-40B4-BE49-F238E27FC236}">
                <a16:creationId xmlns:a16="http://schemas.microsoft.com/office/drawing/2014/main" id="{096C9D83-777B-27D0-6F4C-F0B8FC61557D}"/>
              </a:ext>
            </a:extLst>
          </p:cNvPr>
          <p:cNvPicPr>
            <a:picLocks noChangeAspect="1" noChangeArrowheads="1"/>
          </p:cNvPicPr>
          <p:nvPr/>
        </p:nvPicPr>
        <p:blipFill>
          <a:blip r:embed="rId2">
            <a:duotone>
              <a:prstClr val="black"/>
              <a:srgbClr val="7161E2">
                <a:tint val="45000"/>
                <a:satMod val="400000"/>
              </a:srgbClr>
            </a:duotone>
            <a:extLst>
              <a:ext uri="{28A0092B-C50C-407E-A947-70E740481C1C}">
                <a14:useLocalDpi xmlns:a14="http://schemas.microsoft.com/office/drawing/2010/main" val="0"/>
              </a:ext>
            </a:extLst>
          </a:blip>
          <a:srcRect b="9111"/>
          <a:stretch>
            <a:fillRect/>
          </a:stretch>
        </p:blipFill>
        <p:spPr bwMode="auto">
          <a:xfrm>
            <a:off x="0" y="1"/>
            <a:ext cx="14630400" cy="822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 name="Group 12">
            <a:extLst>
              <a:ext uri="{FF2B5EF4-FFF2-40B4-BE49-F238E27FC236}">
                <a16:creationId xmlns:a16="http://schemas.microsoft.com/office/drawing/2014/main" id="{5FB144BE-3BE7-A075-9F74-749EDB38FB35}"/>
              </a:ext>
            </a:extLst>
          </p:cNvPr>
          <p:cNvGrpSpPr/>
          <p:nvPr/>
        </p:nvGrpSpPr>
        <p:grpSpPr>
          <a:xfrm>
            <a:off x="8894421" y="-1845984"/>
            <a:ext cx="6293764" cy="9068604"/>
            <a:chOff x="6556446" y="-1812640"/>
            <a:chExt cx="5244803" cy="7557170"/>
          </a:xfrm>
          <a:blipFill>
            <a:blip r:embed="rId3"/>
            <a:stretch>
              <a:fillRect/>
            </a:stretch>
          </a:blipFill>
        </p:grpSpPr>
        <p:sp>
          <p:nvSpPr>
            <p:cNvPr id="7" name="Rectangle: Rounded Corners 6">
              <a:extLst>
                <a:ext uri="{FF2B5EF4-FFF2-40B4-BE49-F238E27FC236}">
                  <a16:creationId xmlns:a16="http://schemas.microsoft.com/office/drawing/2014/main" id="{029A8B7E-B0B1-84C6-74B1-ACC2D50C018D}"/>
                </a:ext>
              </a:extLst>
            </p:cNvPr>
            <p:cNvSpPr/>
            <p:nvPr/>
          </p:nvSpPr>
          <p:spPr>
            <a:xfrm rot="2505588">
              <a:off x="7855706" y="-1749189"/>
              <a:ext cx="1717040" cy="5939317"/>
            </a:xfrm>
            <a:prstGeom prst="roundRect">
              <a:avLst>
                <a:gd name="adj" fmla="val 46845"/>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097280">
                <a:defRPr/>
              </a:pPr>
              <a:endParaRPr lang="en-IN" sz="2160">
                <a:solidFill>
                  <a:srgbClr val="FFFFFF"/>
                </a:solidFill>
                <a:latin typeface="Avenir LT 45 Book"/>
              </a:endParaRPr>
            </a:p>
          </p:txBody>
        </p:sp>
        <p:sp>
          <p:nvSpPr>
            <p:cNvPr id="8" name="Rectangle: Rounded Corners 7">
              <a:extLst>
                <a:ext uri="{FF2B5EF4-FFF2-40B4-BE49-F238E27FC236}">
                  <a16:creationId xmlns:a16="http://schemas.microsoft.com/office/drawing/2014/main" id="{ED3DB29F-8EFB-1073-47BA-8FB84233D8F9}"/>
                </a:ext>
              </a:extLst>
            </p:cNvPr>
            <p:cNvSpPr/>
            <p:nvPr/>
          </p:nvSpPr>
          <p:spPr>
            <a:xfrm rot="2505588">
              <a:off x="10487385" y="-1181575"/>
              <a:ext cx="1313864" cy="4301196"/>
            </a:xfrm>
            <a:prstGeom prst="roundRect">
              <a:avLst>
                <a:gd name="adj" fmla="val 46845"/>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097280">
                <a:defRPr/>
              </a:pPr>
              <a:endParaRPr lang="en-IN" sz="2160">
                <a:solidFill>
                  <a:srgbClr val="FFFFFF"/>
                </a:solidFill>
                <a:latin typeface="Avenir LT 45 Book"/>
              </a:endParaRPr>
            </a:p>
          </p:txBody>
        </p:sp>
        <p:sp>
          <p:nvSpPr>
            <p:cNvPr id="9" name="Rectangle: Rounded Corners 8">
              <a:extLst>
                <a:ext uri="{FF2B5EF4-FFF2-40B4-BE49-F238E27FC236}">
                  <a16:creationId xmlns:a16="http://schemas.microsoft.com/office/drawing/2014/main" id="{A421DF2B-2908-257A-3CC4-350B4C46E5CF}"/>
                </a:ext>
              </a:extLst>
            </p:cNvPr>
            <p:cNvSpPr/>
            <p:nvPr/>
          </p:nvSpPr>
          <p:spPr>
            <a:xfrm rot="2505588">
              <a:off x="10347153" y="673540"/>
              <a:ext cx="1078246" cy="507099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097280">
                <a:defRPr/>
              </a:pPr>
              <a:endParaRPr lang="en-IN" sz="2160">
                <a:solidFill>
                  <a:srgbClr val="FFFFFF"/>
                </a:solidFill>
                <a:latin typeface="Avenir LT 45 Book"/>
              </a:endParaRPr>
            </a:p>
          </p:txBody>
        </p:sp>
        <p:sp>
          <p:nvSpPr>
            <p:cNvPr id="10" name="Rectangle: Rounded Corners 9">
              <a:extLst>
                <a:ext uri="{FF2B5EF4-FFF2-40B4-BE49-F238E27FC236}">
                  <a16:creationId xmlns:a16="http://schemas.microsoft.com/office/drawing/2014/main" id="{F14CFE48-92FA-F37D-446A-1EAE58A9F1F0}"/>
                </a:ext>
              </a:extLst>
            </p:cNvPr>
            <p:cNvSpPr/>
            <p:nvPr/>
          </p:nvSpPr>
          <p:spPr>
            <a:xfrm rot="2505588">
              <a:off x="8227963" y="2379579"/>
              <a:ext cx="1381665" cy="2073278"/>
            </a:xfrm>
            <a:prstGeom prst="roundRect">
              <a:avLst>
                <a:gd name="adj" fmla="val 46845"/>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097280">
                <a:defRPr/>
              </a:pPr>
              <a:endParaRPr lang="en-IN" sz="2160">
                <a:solidFill>
                  <a:srgbClr val="FFFFFF"/>
                </a:solidFill>
                <a:latin typeface="Avenir LT 45 Book"/>
              </a:endParaRPr>
            </a:p>
          </p:txBody>
        </p:sp>
        <p:sp>
          <p:nvSpPr>
            <p:cNvPr id="11" name="Rectangle: Rounded Corners 10">
              <a:extLst>
                <a:ext uri="{FF2B5EF4-FFF2-40B4-BE49-F238E27FC236}">
                  <a16:creationId xmlns:a16="http://schemas.microsoft.com/office/drawing/2014/main" id="{4D11F7D7-1150-9EF0-078F-52FDD5BA29B2}"/>
                </a:ext>
              </a:extLst>
            </p:cNvPr>
            <p:cNvSpPr/>
            <p:nvPr/>
          </p:nvSpPr>
          <p:spPr>
            <a:xfrm rot="2505588">
              <a:off x="6556446" y="-1812640"/>
              <a:ext cx="1078246" cy="4247106"/>
            </a:xfrm>
            <a:prstGeom prst="roundRect">
              <a:avLst>
                <a:gd name="adj" fmla="val 46845"/>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097280">
                <a:defRPr/>
              </a:pPr>
              <a:endParaRPr lang="en-IN" sz="2160">
                <a:solidFill>
                  <a:srgbClr val="FFFFFF"/>
                </a:solidFill>
                <a:latin typeface="Avenir LT 45 Book"/>
              </a:endParaRPr>
            </a:p>
          </p:txBody>
        </p:sp>
        <p:sp>
          <p:nvSpPr>
            <p:cNvPr id="12" name="Rectangle: Rounded Corners 11">
              <a:extLst>
                <a:ext uri="{FF2B5EF4-FFF2-40B4-BE49-F238E27FC236}">
                  <a16:creationId xmlns:a16="http://schemas.microsoft.com/office/drawing/2014/main" id="{00C76B79-99B9-106A-9E66-0F0F88AFDF2F}"/>
                </a:ext>
              </a:extLst>
            </p:cNvPr>
            <p:cNvSpPr/>
            <p:nvPr/>
          </p:nvSpPr>
          <p:spPr>
            <a:xfrm rot="2505588">
              <a:off x="10177710" y="4708576"/>
              <a:ext cx="827525" cy="817006"/>
            </a:xfrm>
            <a:prstGeom prst="roundRect">
              <a:avLst>
                <a:gd name="adj" fmla="val 46845"/>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097280">
                <a:defRPr/>
              </a:pPr>
              <a:endParaRPr lang="en-IN" sz="2160">
                <a:solidFill>
                  <a:srgbClr val="FFFFFF"/>
                </a:solidFill>
                <a:latin typeface="Avenir LT 45 Book"/>
              </a:endParaRPr>
            </a:p>
          </p:txBody>
        </p:sp>
      </p:grpSp>
      <p:sp>
        <p:nvSpPr>
          <p:cNvPr id="14" name="Text 6">
            <a:extLst>
              <a:ext uri="{FF2B5EF4-FFF2-40B4-BE49-F238E27FC236}">
                <a16:creationId xmlns:a16="http://schemas.microsoft.com/office/drawing/2014/main" id="{0B10EF84-0703-BAA0-7280-6779FAB6A7E8}"/>
              </a:ext>
            </a:extLst>
          </p:cNvPr>
          <p:cNvSpPr/>
          <p:nvPr/>
        </p:nvSpPr>
        <p:spPr>
          <a:xfrm>
            <a:off x="460248" y="5079187"/>
            <a:ext cx="9509760" cy="1645920"/>
          </a:xfrm>
          <a:prstGeom prst="rect">
            <a:avLst/>
          </a:prstGeom>
          <a:noFill/>
          <a:ln/>
        </p:spPr>
        <p:txBody>
          <a:bodyPr wrap="square" lIns="0" tIns="0" rIns="0" bIns="0" rtlCol="0" anchor="ctr"/>
          <a:lstStyle/>
          <a:p>
            <a:pPr defTabSz="1463004">
              <a:defRPr/>
            </a:pPr>
            <a:r>
              <a:rPr lang="en-US" sz="5280" b="1">
                <a:solidFill>
                  <a:srgbClr val="FFFFFF"/>
                </a:solidFill>
                <a:latin typeface="Century Gothic" pitchFamily="34" charset="0"/>
                <a:ea typeface="Century Gothic" pitchFamily="34" charset="-122"/>
                <a:cs typeface="Century Gothic" pitchFamily="34" charset="-120"/>
              </a:rPr>
              <a:t>The </a:t>
            </a:r>
            <a:r>
              <a:rPr lang="en-US" sz="5280" b="1">
                <a:solidFill>
                  <a:srgbClr val="FFC000"/>
                </a:solidFill>
                <a:latin typeface="Century Gothic" pitchFamily="34" charset="0"/>
                <a:ea typeface="Century Gothic" pitchFamily="34" charset="-122"/>
                <a:cs typeface="Century Gothic" pitchFamily="34" charset="-120"/>
              </a:rPr>
              <a:t>10x</a:t>
            </a:r>
            <a:r>
              <a:rPr lang="en-US" sz="5280" b="1">
                <a:solidFill>
                  <a:srgbClr val="FFFFFF"/>
                </a:solidFill>
                <a:latin typeface="Century Gothic" pitchFamily="34" charset="0"/>
                <a:ea typeface="Century Gothic" pitchFamily="34" charset="-122"/>
                <a:cs typeface="Century Gothic" pitchFamily="34" charset="-120"/>
              </a:rPr>
              <a:t> AI Engineering Approach</a:t>
            </a:r>
          </a:p>
        </p:txBody>
      </p:sp>
    </p:spTree>
    <p:extLst>
      <p:ext uri="{BB962C8B-B14F-4D97-AF65-F5344CB8AC3E}">
        <p14:creationId xmlns:p14="http://schemas.microsoft.com/office/powerpoint/2010/main" val="41937881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0284577-91CF-5FD7-7919-24A55B9FE9C3}"/>
              </a:ext>
            </a:extLst>
          </p:cNvPr>
          <p:cNvSpPr>
            <a:spLocks noGrp="1"/>
          </p:cNvSpPr>
          <p:nvPr>
            <p:ph type="ctrTitle"/>
          </p:nvPr>
        </p:nvSpPr>
        <p:spPr/>
        <p:txBody>
          <a:bodyPr/>
          <a:lstStyle/>
          <a:p>
            <a:endParaRPr lang="en-US"/>
          </a:p>
        </p:txBody>
      </p:sp>
      <p:pic>
        <p:nvPicPr>
          <p:cNvPr id="6" name="Picture Placeholder 5">
            <a:extLst>
              <a:ext uri="{FF2B5EF4-FFF2-40B4-BE49-F238E27FC236}">
                <a16:creationId xmlns:a16="http://schemas.microsoft.com/office/drawing/2014/main" id="{3088F013-ABC9-4BFE-A62D-3C0D8F4192CB}"/>
              </a:ext>
            </a:extLst>
          </p:cNvPr>
          <p:cNvPicPr>
            <a:picLocks noGrp="1" noChangeAspect="1"/>
          </p:cNvPicPr>
          <p:nvPr>
            <p:ph type="pic" sz="quarter" idx="13"/>
          </p:nvPr>
        </p:nvPicPr>
        <p:blipFill>
          <a:blip r:embed="rId2"/>
          <a:srcRect t="16881" b="16881"/>
          <a:stretch>
            <a:fillRect/>
          </a:stretch>
        </p:blipFill>
        <p:spPr>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54001"/>
              <a:gd name="connsiteY0" fmla="*/ 0 h 4462781"/>
              <a:gd name="connsiteX1" fmla="*/ 9144000 w 9154001"/>
              <a:gd name="connsiteY1" fmla="*/ 0 h 4462781"/>
              <a:gd name="connsiteX2" fmla="*/ 9154001 w 9154001"/>
              <a:gd name="connsiteY2" fmla="*/ 3362691 h 4462781"/>
              <a:gd name="connsiteX3" fmla="*/ 8953500 w 9154001"/>
              <a:gd name="connsiteY3" fmla="*/ 4462781 h 4462781"/>
              <a:gd name="connsiteX4" fmla="*/ 8260080 w 9154001"/>
              <a:gd name="connsiteY4" fmla="*/ 4306571 h 4462781"/>
              <a:gd name="connsiteX5" fmla="*/ 7541895 w 9154001"/>
              <a:gd name="connsiteY5" fmla="*/ 4452779 h 4462781"/>
              <a:gd name="connsiteX6" fmla="*/ 0 w 9154001"/>
              <a:gd name="connsiteY6" fmla="*/ 4442826 h 4462781"/>
              <a:gd name="connsiteX7" fmla="*/ 0 w 9154001"/>
              <a:gd name="connsiteY7" fmla="*/ 0 h 4462781"/>
              <a:gd name="connsiteX0" fmla="*/ 0 w 9154001"/>
              <a:gd name="connsiteY0" fmla="*/ 0 h 4462781"/>
              <a:gd name="connsiteX1" fmla="*/ 9144000 w 9154001"/>
              <a:gd name="connsiteY1" fmla="*/ 0 h 4462781"/>
              <a:gd name="connsiteX2" fmla="*/ 9154001 w 9154001"/>
              <a:gd name="connsiteY2" fmla="*/ 3362691 h 4462781"/>
              <a:gd name="connsiteX3" fmla="*/ 8953500 w 9154001"/>
              <a:gd name="connsiteY3" fmla="*/ 4462781 h 4462781"/>
              <a:gd name="connsiteX4" fmla="*/ 8260080 w 9154001"/>
              <a:gd name="connsiteY4" fmla="*/ 4306571 h 4462781"/>
              <a:gd name="connsiteX5" fmla="*/ 7541895 w 9154001"/>
              <a:gd name="connsiteY5" fmla="*/ 4452779 h 4462781"/>
              <a:gd name="connsiteX6" fmla="*/ 9525 w 9154001"/>
              <a:gd name="connsiteY6" fmla="*/ 3376026 h 4462781"/>
              <a:gd name="connsiteX7" fmla="*/ 0 w 9154001"/>
              <a:gd name="connsiteY7" fmla="*/ 0 h 4462781"/>
              <a:gd name="connsiteX0" fmla="*/ 0 w 9154001"/>
              <a:gd name="connsiteY0" fmla="*/ 0 h 4452779"/>
              <a:gd name="connsiteX1" fmla="*/ 9144000 w 9154001"/>
              <a:gd name="connsiteY1" fmla="*/ 0 h 4452779"/>
              <a:gd name="connsiteX2" fmla="*/ 9154001 w 9154001"/>
              <a:gd name="connsiteY2" fmla="*/ 3362691 h 4452779"/>
              <a:gd name="connsiteX3" fmla="*/ 8858250 w 9154001"/>
              <a:gd name="connsiteY3" fmla="*/ 3395981 h 4452779"/>
              <a:gd name="connsiteX4" fmla="*/ 8260080 w 9154001"/>
              <a:gd name="connsiteY4" fmla="*/ 4306571 h 4452779"/>
              <a:gd name="connsiteX5" fmla="*/ 7541895 w 9154001"/>
              <a:gd name="connsiteY5" fmla="*/ 4452779 h 4452779"/>
              <a:gd name="connsiteX6" fmla="*/ 9525 w 9154001"/>
              <a:gd name="connsiteY6" fmla="*/ 3376026 h 4452779"/>
              <a:gd name="connsiteX7" fmla="*/ 0 w 9154001"/>
              <a:gd name="connsiteY7" fmla="*/ 0 h 4452779"/>
              <a:gd name="connsiteX0" fmla="*/ 0 w 9154001"/>
              <a:gd name="connsiteY0" fmla="*/ 0 h 4452779"/>
              <a:gd name="connsiteX1" fmla="*/ 9144000 w 9154001"/>
              <a:gd name="connsiteY1" fmla="*/ 0 h 4452779"/>
              <a:gd name="connsiteX2" fmla="*/ 9154001 w 9154001"/>
              <a:gd name="connsiteY2" fmla="*/ 3362691 h 4452779"/>
              <a:gd name="connsiteX3" fmla="*/ 8858250 w 9154001"/>
              <a:gd name="connsiteY3" fmla="*/ 3395981 h 4452779"/>
              <a:gd name="connsiteX4" fmla="*/ 8231505 w 9154001"/>
              <a:gd name="connsiteY4" fmla="*/ 3230246 h 4452779"/>
              <a:gd name="connsiteX5" fmla="*/ 7541895 w 9154001"/>
              <a:gd name="connsiteY5" fmla="*/ 4452779 h 4452779"/>
              <a:gd name="connsiteX6" fmla="*/ 9525 w 9154001"/>
              <a:gd name="connsiteY6" fmla="*/ 3376026 h 4452779"/>
              <a:gd name="connsiteX7" fmla="*/ 0 w 9154001"/>
              <a:gd name="connsiteY7" fmla="*/ 0 h 4452779"/>
              <a:gd name="connsiteX0" fmla="*/ 0 w 9154001"/>
              <a:gd name="connsiteY0" fmla="*/ 0 h 3395981"/>
              <a:gd name="connsiteX1" fmla="*/ 9144000 w 9154001"/>
              <a:gd name="connsiteY1" fmla="*/ 0 h 3395981"/>
              <a:gd name="connsiteX2" fmla="*/ 9154001 w 9154001"/>
              <a:gd name="connsiteY2" fmla="*/ 3362691 h 3395981"/>
              <a:gd name="connsiteX3" fmla="*/ 8858250 w 9154001"/>
              <a:gd name="connsiteY3" fmla="*/ 3395981 h 3395981"/>
              <a:gd name="connsiteX4" fmla="*/ 8231505 w 9154001"/>
              <a:gd name="connsiteY4" fmla="*/ 3230246 h 3395981"/>
              <a:gd name="connsiteX5" fmla="*/ 7627620 w 9154001"/>
              <a:gd name="connsiteY5" fmla="*/ 3366929 h 3395981"/>
              <a:gd name="connsiteX6" fmla="*/ 9525 w 9154001"/>
              <a:gd name="connsiteY6" fmla="*/ 3376026 h 3395981"/>
              <a:gd name="connsiteX7" fmla="*/ 0 w 9154001"/>
              <a:gd name="connsiteY7" fmla="*/ 0 h 3395981"/>
              <a:gd name="connsiteX0" fmla="*/ 0 w 9154001"/>
              <a:gd name="connsiteY0" fmla="*/ 0 h 3395981"/>
              <a:gd name="connsiteX1" fmla="*/ 9144000 w 9154001"/>
              <a:gd name="connsiteY1" fmla="*/ 0 h 3395981"/>
              <a:gd name="connsiteX2" fmla="*/ 9154001 w 9154001"/>
              <a:gd name="connsiteY2" fmla="*/ 3372216 h 3395981"/>
              <a:gd name="connsiteX3" fmla="*/ 8858250 w 9154001"/>
              <a:gd name="connsiteY3" fmla="*/ 3395981 h 3395981"/>
              <a:gd name="connsiteX4" fmla="*/ 8231505 w 9154001"/>
              <a:gd name="connsiteY4" fmla="*/ 3230246 h 3395981"/>
              <a:gd name="connsiteX5" fmla="*/ 7627620 w 9154001"/>
              <a:gd name="connsiteY5" fmla="*/ 3366929 h 3395981"/>
              <a:gd name="connsiteX6" fmla="*/ 9525 w 9154001"/>
              <a:gd name="connsiteY6" fmla="*/ 3376026 h 3395981"/>
              <a:gd name="connsiteX7" fmla="*/ 0 w 9154001"/>
              <a:gd name="connsiteY7" fmla="*/ 0 h 3395981"/>
              <a:gd name="connsiteX0" fmla="*/ 0 w 9144004"/>
              <a:gd name="connsiteY0" fmla="*/ 0 h 3395981"/>
              <a:gd name="connsiteX1" fmla="*/ 9144000 w 9144004"/>
              <a:gd name="connsiteY1" fmla="*/ 0 h 3395981"/>
              <a:gd name="connsiteX2" fmla="*/ 9139713 w 9144004"/>
              <a:gd name="connsiteY2" fmla="*/ 3372216 h 3395981"/>
              <a:gd name="connsiteX3" fmla="*/ 8858250 w 9144004"/>
              <a:gd name="connsiteY3" fmla="*/ 3395981 h 3395981"/>
              <a:gd name="connsiteX4" fmla="*/ 8231505 w 9144004"/>
              <a:gd name="connsiteY4" fmla="*/ 3230246 h 3395981"/>
              <a:gd name="connsiteX5" fmla="*/ 7627620 w 9144004"/>
              <a:gd name="connsiteY5" fmla="*/ 3366929 h 3395981"/>
              <a:gd name="connsiteX6" fmla="*/ 9525 w 9144004"/>
              <a:gd name="connsiteY6" fmla="*/ 3376026 h 3395981"/>
              <a:gd name="connsiteX7" fmla="*/ 0 w 9144004"/>
              <a:gd name="connsiteY7" fmla="*/ 0 h 3395981"/>
              <a:gd name="connsiteX0" fmla="*/ 0 w 9144004"/>
              <a:gd name="connsiteY0" fmla="*/ 0 h 3391219"/>
              <a:gd name="connsiteX1" fmla="*/ 9144000 w 9144004"/>
              <a:gd name="connsiteY1" fmla="*/ 0 h 3391219"/>
              <a:gd name="connsiteX2" fmla="*/ 9139713 w 9144004"/>
              <a:gd name="connsiteY2" fmla="*/ 3372216 h 3391219"/>
              <a:gd name="connsiteX3" fmla="*/ 8882062 w 9144004"/>
              <a:gd name="connsiteY3" fmla="*/ 3391219 h 3391219"/>
              <a:gd name="connsiteX4" fmla="*/ 8231505 w 9144004"/>
              <a:gd name="connsiteY4" fmla="*/ 3230246 h 3391219"/>
              <a:gd name="connsiteX5" fmla="*/ 7627620 w 9144004"/>
              <a:gd name="connsiteY5" fmla="*/ 3366929 h 3391219"/>
              <a:gd name="connsiteX6" fmla="*/ 9525 w 9144004"/>
              <a:gd name="connsiteY6" fmla="*/ 3376026 h 3391219"/>
              <a:gd name="connsiteX7" fmla="*/ 0 w 9144004"/>
              <a:gd name="connsiteY7" fmla="*/ 0 h 3391219"/>
              <a:gd name="connsiteX0" fmla="*/ 0 w 9144004"/>
              <a:gd name="connsiteY0" fmla="*/ 0 h 3395076"/>
              <a:gd name="connsiteX1" fmla="*/ 9144000 w 9144004"/>
              <a:gd name="connsiteY1" fmla="*/ 0 h 3395076"/>
              <a:gd name="connsiteX2" fmla="*/ 9139713 w 9144004"/>
              <a:gd name="connsiteY2" fmla="*/ 3372216 h 3395076"/>
              <a:gd name="connsiteX3" fmla="*/ 8882062 w 9144004"/>
              <a:gd name="connsiteY3" fmla="*/ 3391219 h 3395076"/>
              <a:gd name="connsiteX4" fmla="*/ 8231505 w 9144004"/>
              <a:gd name="connsiteY4" fmla="*/ 3230246 h 3395076"/>
              <a:gd name="connsiteX5" fmla="*/ 7627620 w 9144004"/>
              <a:gd name="connsiteY5" fmla="*/ 3366929 h 3395076"/>
              <a:gd name="connsiteX6" fmla="*/ 4763 w 9144004"/>
              <a:gd name="connsiteY6" fmla="*/ 3395076 h 3395076"/>
              <a:gd name="connsiteX7" fmla="*/ 0 w 9144004"/>
              <a:gd name="connsiteY7" fmla="*/ 0 h 3395076"/>
              <a:gd name="connsiteX0" fmla="*/ 0 w 9144004"/>
              <a:gd name="connsiteY0" fmla="*/ 0 h 3395504"/>
              <a:gd name="connsiteX1" fmla="*/ 9144000 w 9144004"/>
              <a:gd name="connsiteY1" fmla="*/ 0 h 3395504"/>
              <a:gd name="connsiteX2" fmla="*/ 9139713 w 9144004"/>
              <a:gd name="connsiteY2" fmla="*/ 3372216 h 3395504"/>
              <a:gd name="connsiteX3" fmla="*/ 8882062 w 9144004"/>
              <a:gd name="connsiteY3" fmla="*/ 3391219 h 3395504"/>
              <a:gd name="connsiteX4" fmla="*/ 8231505 w 9144004"/>
              <a:gd name="connsiteY4" fmla="*/ 3230246 h 3395504"/>
              <a:gd name="connsiteX5" fmla="*/ 7656195 w 9144004"/>
              <a:gd name="connsiteY5" fmla="*/ 3395504 h 3395504"/>
              <a:gd name="connsiteX6" fmla="*/ 4763 w 9144004"/>
              <a:gd name="connsiteY6" fmla="*/ 3395076 h 3395504"/>
              <a:gd name="connsiteX7" fmla="*/ 0 w 9144004"/>
              <a:gd name="connsiteY7" fmla="*/ 0 h 3395504"/>
              <a:gd name="connsiteX0" fmla="*/ 0 w 9144004"/>
              <a:gd name="connsiteY0" fmla="*/ 0 h 3395504"/>
              <a:gd name="connsiteX1" fmla="*/ 9144000 w 9144004"/>
              <a:gd name="connsiteY1" fmla="*/ 0 h 3395504"/>
              <a:gd name="connsiteX2" fmla="*/ 9139713 w 9144004"/>
              <a:gd name="connsiteY2" fmla="*/ 3372216 h 3395504"/>
              <a:gd name="connsiteX3" fmla="*/ 8882062 w 9144004"/>
              <a:gd name="connsiteY3" fmla="*/ 3391219 h 3395504"/>
              <a:gd name="connsiteX4" fmla="*/ 8233886 w 9144004"/>
              <a:gd name="connsiteY4" fmla="*/ 3239771 h 3395504"/>
              <a:gd name="connsiteX5" fmla="*/ 7656195 w 9144004"/>
              <a:gd name="connsiteY5" fmla="*/ 3395504 h 3395504"/>
              <a:gd name="connsiteX6" fmla="*/ 4763 w 9144004"/>
              <a:gd name="connsiteY6" fmla="*/ 3395076 h 3395504"/>
              <a:gd name="connsiteX7" fmla="*/ 0 w 9144004"/>
              <a:gd name="connsiteY7" fmla="*/ 0 h 3395504"/>
              <a:gd name="connsiteX0" fmla="*/ 7309 w 9151313"/>
              <a:gd name="connsiteY0" fmla="*/ 0 h 3397458"/>
              <a:gd name="connsiteX1" fmla="*/ 9151309 w 9151313"/>
              <a:gd name="connsiteY1" fmla="*/ 0 h 3397458"/>
              <a:gd name="connsiteX2" fmla="*/ 9147022 w 9151313"/>
              <a:gd name="connsiteY2" fmla="*/ 3372216 h 3397458"/>
              <a:gd name="connsiteX3" fmla="*/ 8889371 w 9151313"/>
              <a:gd name="connsiteY3" fmla="*/ 3391219 h 3397458"/>
              <a:gd name="connsiteX4" fmla="*/ 8241195 w 9151313"/>
              <a:gd name="connsiteY4" fmla="*/ 3239771 h 3397458"/>
              <a:gd name="connsiteX5" fmla="*/ 7663504 w 9151313"/>
              <a:gd name="connsiteY5" fmla="*/ 3395504 h 3397458"/>
              <a:gd name="connsiteX6" fmla="*/ 166 w 9151313"/>
              <a:gd name="connsiteY6" fmla="*/ 3397458 h 3397458"/>
              <a:gd name="connsiteX7" fmla="*/ 7309 w 9151313"/>
              <a:gd name="connsiteY7" fmla="*/ 0 h 3397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51313" h="3397458">
                <a:moveTo>
                  <a:pt x="7309" y="0"/>
                </a:moveTo>
                <a:lnTo>
                  <a:pt x="9151309" y="0"/>
                </a:lnTo>
                <a:cubicBezTo>
                  <a:pt x="9151468" y="1486022"/>
                  <a:pt x="9146863" y="1886194"/>
                  <a:pt x="9147022" y="3372216"/>
                </a:cubicBezTo>
                <a:lnTo>
                  <a:pt x="8889371" y="3391219"/>
                </a:lnTo>
                <a:lnTo>
                  <a:pt x="8241195" y="3239771"/>
                </a:lnTo>
                <a:lnTo>
                  <a:pt x="7663504" y="3395504"/>
                </a:lnTo>
                <a:lnTo>
                  <a:pt x="166" y="3397458"/>
                </a:lnTo>
                <a:cubicBezTo>
                  <a:pt x="-1422" y="2265766"/>
                  <a:pt x="8897" y="1131692"/>
                  <a:pt x="7309" y="0"/>
                </a:cubicBezTo>
                <a:close/>
              </a:path>
            </a:pathLst>
          </a:custGeom>
          <a:noFill/>
        </p:spPr>
      </p:pic>
    </p:spTree>
    <p:extLst>
      <p:ext uri="{BB962C8B-B14F-4D97-AF65-F5344CB8AC3E}">
        <p14:creationId xmlns:p14="http://schemas.microsoft.com/office/powerpoint/2010/main" val="3839643652"/>
      </p:ext>
    </p:extLst>
  </p:cSld>
  <p:clrMapOvr>
    <a:masterClrMapping/>
  </p:clrMapOvr>
</p:sld>
</file>

<file path=ppt/theme/theme1.xml><?xml version="1.0" encoding="utf-8"?>
<a:theme xmlns:a="http://schemas.openxmlformats.org/drawingml/2006/main" name="4_Standard">
  <a:themeElements>
    <a:clrScheme name="ASCENDION COLOR PALETTE 2022">
      <a:dk1>
        <a:srgbClr val="000000"/>
      </a:dk1>
      <a:lt1>
        <a:srgbClr val="FFFFFF"/>
      </a:lt1>
      <a:dk2>
        <a:srgbClr val="71758A"/>
      </a:dk2>
      <a:lt2>
        <a:srgbClr val="AFAAB9"/>
      </a:lt2>
      <a:accent1>
        <a:srgbClr val="008567"/>
      </a:accent1>
      <a:accent2>
        <a:srgbClr val="CC0066"/>
      </a:accent2>
      <a:accent3>
        <a:srgbClr val="FFCC00"/>
      </a:accent3>
      <a:accent4>
        <a:srgbClr val="6666CC"/>
      </a:accent4>
      <a:accent5>
        <a:srgbClr val="AFAAB9"/>
      </a:accent5>
      <a:accent6>
        <a:srgbClr val="71758A"/>
      </a:accent6>
      <a:hlink>
        <a:srgbClr val="0563C1"/>
      </a:hlink>
      <a:folHlink>
        <a:srgbClr val="954F72"/>
      </a:folHlink>
    </a:clrScheme>
    <a:fontScheme name="Ascendion">
      <a:majorFont>
        <a:latin typeface="PP Neue Machina Plain"/>
        <a:ea typeface=""/>
        <a:cs typeface=""/>
      </a:majorFont>
      <a:minorFont>
        <a:latin typeface="Avenir LT 45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scendion March 2023 template" id="{FB0D6E61-C610-474E-9516-ACDF37F98494}" vid="{E2AA4F11-29C7-4B13-BA54-94CDFE7EAFFB}"/>
    </a:ext>
  </a:extLst>
</a:theme>
</file>

<file path=ppt/theme/theme2.xml><?xml version="1.0" encoding="utf-8"?>
<a:theme xmlns:a="http://schemas.openxmlformats.org/drawingml/2006/main" name="25_Template">
  <a:themeElements>
    <a:clrScheme name="25_Ascendion">
      <a:dk1>
        <a:srgbClr val="000000"/>
      </a:dk1>
      <a:lt1>
        <a:srgbClr val="FFFFFF"/>
      </a:lt1>
      <a:dk2>
        <a:srgbClr val="4D4D4D"/>
      </a:dk2>
      <a:lt2>
        <a:srgbClr val="CCCCCC"/>
      </a:lt2>
      <a:accent1>
        <a:srgbClr val="2EDCA9"/>
      </a:accent1>
      <a:accent2>
        <a:srgbClr val="006350"/>
      </a:accent2>
      <a:accent3>
        <a:srgbClr val="5937AF"/>
      </a:accent3>
      <a:accent4>
        <a:srgbClr val="F5811E"/>
      </a:accent4>
      <a:accent5>
        <a:srgbClr val="8C005A"/>
      </a:accent5>
      <a:accent6>
        <a:srgbClr val="818181"/>
      </a:accent6>
      <a:hlink>
        <a:srgbClr val="0563C1"/>
      </a:hlink>
      <a:folHlink>
        <a:srgbClr val="954F72"/>
      </a:folHlink>
    </a:clrScheme>
    <a:fontScheme name="Ascendion Fonts">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5_Template" id="{0519F492-4EE2-C240-8DA3-FEDCA163F0E4}" vid="{F95DF2F9-D131-DC46-B5ED-3DDCEE6E29CD}"/>
    </a:ext>
  </a:extLst>
</a:theme>
</file>

<file path=ppt/theme/theme3.xml><?xml version="1.0" encoding="utf-8"?>
<a:theme xmlns:a="http://schemas.openxmlformats.org/drawingml/2006/main" name="5_Content - Light">
  <a:themeElements>
    <a:clrScheme name="25_Ascendion">
      <a:dk1>
        <a:srgbClr val="000000"/>
      </a:dk1>
      <a:lt1>
        <a:srgbClr val="FFFFFF"/>
      </a:lt1>
      <a:dk2>
        <a:srgbClr val="4D4D4D"/>
      </a:dk2>
      <a:lt2>
        <a:srgbClr val="CCCCCC"/>
      </a:lt2>
      <a:accent1>
        <a:srgbClr val="2EDCA9"/>
      </a:accent1>
      <a:accent2>
        <a:srgbClr val="006350"/>
      </a:accent2>
      <a:accent3>
        <a:srgbClr val="5937AF"/>
      </a:accent3>
      <a:accent4>
        <a:srgbClr val="F5811E"/>
      </a:accent4>
      <a:accent5>
        <a:srgbClr val="8C005A"/>
      </a:accent5>
      <a:accent6>
        <a:srgbClr val="818181"/>
      </a:accent6>
      <a:hlink>
        <a:srgbClr val="0563C1"/>
      </a:hlink>
      <a:folHlink>
        <a:srgbClr val="954F72"/>
      </a:folHlink>
    </a:clrScheme>
    <a:fontScheme name="Ascendion Fonts">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E3F4082-7808-4881-B841-DF50AC8472A2}" vid="{AD8F05DF-AF63-4EFF-8DEB-D5CA5C06AB57}"/>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6335828-00EB-8B4D-8987-1DCCF0253357}">
  <we:reference id="wa200010001" version="1.0.0.1" store="en-US" storeType="OMEX"/>
  <we:alternateReferences>
    <we:reference id="wa200010001" version="1.0.0.1" store="" storeType="OMEX"/>
  </we:alternateReferences>
  <we:properties>
    <we:property name="claude.fileId" value="&quot;b129cf43-af4a-4471-8c75-df812d72bf5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2375</Words>
  <Application>Microsoft Macintosh PowerPoint</Application>
  <PresentationFormat>Custom</PresentationFormat>
  <Paragraphs>282</Paragraphs>
  <Slides>15</Slides>
  <Notes>7</Notes>
  <HiddenSlides>1</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15</vt:i4>
      </vt:variant>
    </vt:vector>
  </HeadingPairs>
  <TitlesOfParts>
    <vt:vector size="31" baseType="lpstr">
      <vt:lpstr>Aptos</vt:lpstr>
      <vt:lpstr>Arial</vt:lpstr>
      <vt:lpstr>Avenir Book</vt:lpstr>
      <vt:lpstr>Avenir LT 45 Book</vt:lpstr>
      <vt:lpstr>Avenir LT 65 Medium</vt:lpstr>
      <vt:lpstr>Century Gothic</vt:lpstr>
      <vt:lpstr>Helvetica Neue Light</vt:lpstr>
      <vt:lpstr>PP Neue Machina Bold</vt:lpstr>
      <vt:lpstr>PP Neue Machina Plain</vt:lpstr>
      <vt:lpstr>PP Neue Machina Plain Italic</vt:lpstr>
      <vt:lpstr>PP Neue Machina Plain Ultrabold</vt:lpstr>
      <vt:lpstr>Times New Roman</vt:lpstr>
      <vt:lpstr>Verdana</vt:lpstr>
      <vt:lpstr>4_Standard</vt:lpstr>
      <vt:lpstr>25_Template</vt:lpstr>
      <vt:lpstr>5_Content - Light</vt:lpstr>
      <vt:lpstr>The 10x  AI Engineering Approach</vt:lpstr>
      <vt:lpstr>Characteristics of 10x AI Professionals</vt:lpstr>
      <vt:lpstr>Our AI Delivery Framework — Where We Play to Win</vt:lpstr>
      <vt:lpstr>How do we select the right candidates</vt:lpstr>
      <vt:lpstr>10x AI Pods for Test Unit / Others</vt:lpstr>
      <vt:lpstr>Outcomes</vt:lpstr>
      <vt:lpstr>Finding the 10x AI Engineer – Campus rollout</vt:lpstr>
      <vt:lpstr>Level 1: HackerRank test</vt:lpstr>
      <vt:lpstr>Level 1: Hackerrank test - Snapshot</vt:lpstr>
      <vt:lpstr>Level-2: Business problem/System Design</vt:lpstr>
      <vt:lpstr>Level-3: Solution Presentation/Technical Panel interview</vt:lpstr>
      <vt:lpstr>Final level assessment: HR interview + Offer rollout</vt:lpstr>
      <vt:lpstr>Operational mechanics — who does what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Tanvi Navale</dc:creator>
  <cp:lastModifiedBy>Srinidhi Ramanujam</cp:lastModifiedBy>
  <cp:revision>2</cp:revision>
  <dcterms:created xsi:type="dcterms:W3CDTF">2026-04-06T11:11:44Z</dcterms:created>
  <dcterms:modified xsi:type="dcterms:W3CDTF">2026-04-28T13:33:55Z</dcterms:modified>
</cp:coreProperties>
</file>